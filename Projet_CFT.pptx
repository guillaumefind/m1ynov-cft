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2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846" r:id="rId2"/>
    <p:sldMasterId id="2147484031" r:id="rId3"/>
  </p:sldMasterIdLst>
  <p:notesMasterIdLst>
    <p:notesMasterId r:id="rId17"/>
  </p:notesMasterIdLst>
  <p:handoutMasterIdLst>
    <p:handoutMasterId r:id="rId18"/>
  </p:handoutMasterIdLst>
  <p:sldIdLst>
    <p:sldId id="258" r:id="rId4"/>
    <p:sldId id="267" r:id="rId5"/>
    <p:sldId id="3695" r:id="rId6"/>
    <p:sldId id="365" r:id="rId7"/>
    <p:sldId id="3693" r:id="rId8"/>
    <p:sldId id="3691" r:id="rId9"/>
    <p:sldId id="3694" r:id="rId10"/>
    <p:sldId id="3683" r:id="rId11"/>
    <p:sldId id="3547" r:id="rId12"/>
    <p:sldId id="3681" r:id="rId13"/>
    <p:sldId id="3543" r:id="rId14"/>
    <p:sldId id="3088" r:id="rId15"/>
    <p:sldId id="914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2D95"/>
    <a:srgbClr val="009300"/>
    <a:srgbClr val="CCCFF6"/>
    <a:srgbClr val="CCCFFA"/>
    <a:srgbClr val="D2DCFA"/>
    <a:srgbClr val="F0F0FA"/>
    <a:srgbClr val="CCC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1B1172-BA3C-470D-BBB2-55589BEA25A0}" v="25" dt="2025-02-13T13:06:50.296"/>
    <p1510:client id="{0EBF1F50-CCAB-E5D8-B0F4-61329F316E18}" v="1" dt="2025-02-13T13:04:16.097"/>
    <p1510:client id="{5953D0D7-25FF-4C50-88A3-75A52BB9EB4C}" v="50" dt="2025-02-13T17:28:57.668"/>
    <p1510:client id="{62DC5E6D-B3B6-4E6B-B63C-CA1DA2D2B62D}" v="1430" dt="2025-02-14T10:12:14.782"/>
    <p1510:client id="{9C80A194-A7EB-DF41-9DEE-760CB73655A3}" v="1290" dt="2025-02-14T12:34:14.644"/>
    <p1510:client id="{E62B8590-B7F6-4477-BD95-4F868D023EE3}" v="1169" dt="2025-02-14T12:34:20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RIET Robin" userId="1f190d23-e32a-42b2-9da1-d64204019463" providerId="ADAL" clId="{E62B8590-B7F6-4477-BD95-4F868D023EE3}"/>
    <pc:docChg chg="undo custSel addSld delSld modSld sldOrd">
      <pc:chgData name="THIRIET Robin" userId="1f190d23-e32a-42b2-9da1-d64204019463" providerId="ADAL" clId="{E62B8590-B7F6-4477-BD95-4F868D023EE3}" dt="2025-02-14T12:34:20.611" v="1175" actId="478"/>
      <pc:docMkLst>
        <pc:docMk/>
      </pc:docMkLst>
      <pc:sldChg chg="modSp mod">
        <pc:chgData name="THIRIET Robin" userId="1f190d23-e32a-42b2-9da1-d64204019463" providerId="ADAL" clId="{E62B8590-B7F6-4477-BD95-4F868D023EE3}" dt="2025-02-13T13:05:01.529" v="0" actId="1076"/>
        <pc:sldMkLst>
          <pc:docMk/>
          <pc:sldMk cId="3475900297" sldId="258"/>
        </pc:sldMkLst>
        <pc:spChg chg="mod">
          <ac:chgData name="THIRIET Robin" userId="1f190d23-e32a-42b2-9da1-d64204019463" providerId="ADAL" clId="{E62B8590-B7F6-4477-BD95-4F868D023EE3}" dt="2025-02-13T13:05:01.529" v="0" actId="1076"/>
          <ac:spMkLst>
            <pc:docMk/>
            <pc:sldMk cId="3475900297" sldId="258"/>
            <ac:spMk id="8" creationId="{DE7A40D1-F04B-49F8-843F-8E06B1E5905B}"/>
          </ac:spMkLst>
        </pc:spChg>
      </pc:sldChg>
      <pc:sldChg chg="addSp modSp mod">
        <pc:chgData name="THIRIET Robin" userId="1f190d23-e32a-42b2-9da1-d64204019463" providerId="ADAL" clId="{E62B8590-B7F6-4477-BD95-4F868D023EE3}" dt="2025-02-13T15:12:57.031" v="445" actId="14100"/>
        <pc:sldMkLst>
          <pc:docMk/>
          <pc:sldMk cId="3917008987" sldId="365"/>
        </pc:sldMkLst>
        <pc:spChg chg="mod">
          <ac:chgData name="THIRIET Robin" userId="1f190d23-e32a-42b2-9da1-d64204019463" providerId="ADAL" clId="{E62B8590-B7F6-4477-BD95-4F868D023EE3}" dt="2025-02-13T15:12:45.275" v="442" actId="1076"/>
          <ac:spMkLst>
            <pc:docMk/>
            <pc:sldMk cId="3917008987" sldId="365"/>
            <ac:spMk id="328" creationId="{DE7839C3-BA32-4A48-4A2E-2B23A787CEF3}"/>
          </ac:spMkLst>
        </pc:spChg>
        <pc:picChg chg="add mod">
          <ac:chgData name="THIRIET Robin" userId="1f190d23-e32a-42b2-9da1-d64204019463" providerId="ADAL" clId="{E62B8590-B7F6-4477-BD95-4F868D023EE3}" dt="2025-02-13T15:12:57.031" v="445" actId="14100"/>
          <ac:picMkLst>
            <pc:docMk/>
            <pc:sldMk cId="3917008987" sldId="365"/>
            <ac:picMk id="6" creationId="{E1FEBCAE-D5EF-D996-2C39-91CDA9BA23D5}"/>
          </ac:picMkLst>
        </pc:picChg>
      </pc:sldChg>
      <pc:sldChg chg="addSp delSp modSp mod">
        <pc:chgData name="THIRIET Robin" userId="1f190d23-e32a-42b2-9da1-d64204019463" providerId="ADAL" clId="{E62B8590-B7F6-4477-BD95-4F868D023EE3}" dt="2025-02-14T12:34:20.611" v="1175" actId="478"/>
        <pc:sldMkLst>
          <pc:docMk/>
          <pc:sldMk cId="2792668648" sldId="3088"/>
        </pc:sldMkLst>
        <pc:spChg chg="mod">
          <ac:chgData name="THIRIET Robin" userId="1f190d23-e32a-42b2-9da1-d64204019463" providerId="ADAL" clId="{E62B8590-B7F6-4477-BD95-4F868D023EE3}" dt="2025-02-14T12:34:14.924" v="1168" actId="20577"/>
          <ac:spMkLst>
            <pc:docMk/>
            <pc:sldMk cId="2792668648" sldId="3088"/>
            <ac:spMk id="2" creationId="{11DA823D-6977-E08F-9DE3-0594FB2569A4}"/>
          </ac:spMkLst>
        </pc:spChg>
        <pc:picChg chg="del">
          <ac:chgData name="THIRIET Robin" userId="1f190d23-e32a-42b2-9da1-d64204019463" providerId="ADAL" clId="{E62B8590-B7F6-4477-BD95-4F868D023EE3}" dt="2025-02-13T15:16:17.635" v="454" actId="478"/>
          <ac:picMkLst>
            <pc:docMk/>
            <pc:sldMk cId="2792668648" sldId="3088"/>
            <ac:picMk id="7" creationId="{4BA697D5-A019-C7D5-980D-9732E5485AB3}"/>
          </ac:picMkLst>
        </pc:picChg>
        <pc:picChg chg="add del mod">
          <ac:chgData name="THIRIET Robin" userId="1f190d23-e32a-42b2-9da1-d64204019463" providerId="ADAL" clId="{E62B8590-B7F6-4477-BD95-4F868D023EE3}" dt="2025-02-14T12:34:20.611" v="1175" actId="478"/>
          <ac:picMkLst>
            <pc:docMk/>
            <pc:sldMk cId="2792668648" sldId="3088"/>
            <ac:picMk id="7" creationId="{66307861-6918-71DA-5AA9-22EFB352149D}"/>
          </ac:picMkLst>
        </pc:picChg>
        <pc:picChg chg="add del mod">
          <ac:chgData name="THIRIET Robin" userId="1f190d23-e32a-42b2-9da1-d64204019463" providerId="ADAL" clId="{E62B8590-B7F6-4477-BD95-4F868D023EE3}" dt="2025-02-14T12:34:16.124" v="1172" actId="478"/>
          <ac:picMkLst>
            <pc:docMk/>
            <pc:sldMk cId="2792668648" sldId="3088"/>
            <ac:picMk id="11" creationId="{3A3B56A2-BE8F-39D5-CC56-745046DB9B26}"/>
          </ac:picMkLst>
        </pc:picChg>
      </pc:sldChg>
      <pc:sldChg chg="modSp mod">
        <pc:chgData name="THIRIET Robin" userId="1f190d23-e32a-42b2-9da1-d64204019463" providerId="ADAL" clId="{E62B8590-B7F6-4477-BD95-4F868D023EE3}" dt="2025-02-13T13:28:37.053" v="162" actId="20577"/>
        <pc:sldMkLst>
          <pc:docMk/>
          <pc:sldMk cId="2508864089" sldId="3203"/>
        </pc:sldMkLst>
        <pc:spChg chg="mod">
          <ac:chgData name="THIRIET Robin" userId="1f190d23-e32a-42b2-9da1-d64204019463" providerId="ADAL" clId="{E62B8590-B7F6-4477-BD95-4F868D023EE3}" dt="2025-02-13T13:25:30.006" v="38" actId="1076"/>
          <ac:spMkLst>
            <pc:docMk/>
            <pc:sldMk cId="2508864089" sldId="3203"/>
            <ac:spMk id="22" creationId="{04037463-67EB-59A3-B948-396687197A2E}"/>
          </ac:spMkLst>
        </pc:spChg>
        <pc:spChg chg="mod">
          <ac:chgData name="THIRIET Robin" userId="1f190d23-e32a-42b2-9da1-d64204019463" providerId="ADAL" clId="{E62B8590-B7F6-4477-BD95-4F868D023EE3}" dt="2025-02-13T13:25:34.979" v="39" actId="1076"/>
          <ac:spMkLst>
            <pc:docMk/>
            <pc:sldMk cId="2508864089" sldId="3203"/>
            <ac:spMk id="24" creationId="{AAF70C5E-5E2D-8128-97F1-FB390F2BB4A1}"/>
          </ac:spMkLst>
        </pc:spChg>
        <pc:spChg chg="mod">
          <ac:chgData name="THIRIET Robin" userId="1f190d23-e32a-42b2-9da1-d64204019463" providerId="ADAL" clId="{E62B8590-B7F6-4477-BD95-4F868D023EE3}" dt="2025-02-13T13:28:37.053" v="162" actId="20577"/>
          <ac:spMkLst>
            <pc:docMk/>
            <pc:sldMk cId="2508864089" sldId="3203"/>
            <ac:spMk id="33" creationId="{8FEFD30E-1941-E2B0-61F8-F54C50193345}"/>
          </ac:spMkLst>
        </pc:spChg>
        <pc:cxnChg chg="mod">
          <ac:chgData name="THIRIET Robin" userId="1f190d23-e32a-42b2-9da1-d64204019463" providerId="ADAL" clId="{E62B8590-B7F6-4477-BD95-4F868D023EE3}" dt="2025-02-13T13:25:37.624" v="40" actId="1076"/>
          <ac:cxnSpMkLst>
            <pc:docMk/>
            <pc:sldMk cId="2508864089" sldId="3203"/>
            <ac:cxnSpMk id="7" creationId="{7A025E3F-9C47-BEE7-5A08-AAA616319B3E}"/>
          </ac:cxnSpMkLst>
        </pc:cxnChg>
      </pc:sldChg>
      <pc:sldChg chg="mod ord modShow">
        <pc:chgData name="THIRIET Robin" userId="1f190d23-e32a-42b2-9da1-d64204019463" providerId="ADAL" clId="{E62B8590-B7F6-4477-BD95-4F868D023EE3}" dt="2025-02-14T07:45:30.162" v="490" actId="729"/>
        <pc:sldMkLst>
          <pc:docMk/>
          <pc:sldMk cId="2024637835" sldId="3535"/>
        </pc:sldMkLst>
      </pc:sldChg>
      <pc:sldChg chg="modSp mod ord">
        <pc:chgData name="THIRIET Robin" userId="1f190d23-e32a-42b2-9da1-d64204019463" providerId="ADAL" clId="{E62B8590-B7F6-4477-BD95-4F868D023EE3}" dt="2025-02-14T09:48:22.843" v="1136" actId="113"/>
        <pc:sldMkLst>
          <pc:docMk/>
          <pc:sldMk cId="4015783107" sldId="3543"/>
        </pc:sldMkLst>
        <pc:spChg chg="mod">
          <ac:chgData name="THIRIET Robin" userId="1f190d23-e32a-42b2-9da1-d64204019463" providerId="ADAL" clId="{E62B8590-B7F6-4477-BD95-4F868D023EE3}" dt="2025-02-14T09:48:22.843" v="1136" actId="113"/>
          <ac:spMkLst>
            <pc:docMk/>
            <pc:sldMk cId="4015783107" sldId="3543"/>
            <ac:spMk id="13" creationId="{4141C908-A344-4A36-2784-6CE7118710FE}"/>
          </ac:spMkLst>
        </pc:spChg>
      </pc:sldChg>
      <pc:sldChg chg="addSp delSp modSp add mod">
        <pc:chgData name="THIRIET Robin" userId="1f190d23-e32a-42b2-9da1-d64204019463" providerId="ADAL" clId="{E62B8590-B7F6-4477-BD95-4F868D023EE3}" dt="2025-02-14T09:46:10.341" v="1102" actId="113"/>
        <pc:sldMkLst>
          <pc:docMk/>
          <pc:sldMk cId="1643903429" sldId="3547"/>
        </pc:sldMkLst>
        <pc:spChg chg="add del">
          <ac:chgData name="THIRIET Robin" userId="1f190d23-e32a-42b2-9da1-d64204019463" providerId="ADAL" clId="{E62B8590-B7F6-4477-BD95-4F868D023EE3}" dt="2025-02-13T15:01:58.976" v="377" actId="478"/>
          <ac:spMkLst>
            <pc:docMk/>
            <pc:sldMk cId="1643903429" sldId="3547"/>
            <ac:spMk id="3" creationId="{2FF66671-CADA-8970-6CFB-BDC96ED06E3C}"/>
          </ac:spMkLst>
        </pc:spChg>
        <pc:spChg chg="add mod">
          <ac:chgData name="THIRIET Robin" userId="1f190d23-e32a-42b2-9da1-d64204019463" providerId="ADAL" clId="{E62B8590-B7F6-4477-BD95-4F868D023EE3}" dt="2025-02-14T09:46:10.341" v="1102" actId="113"/>
          <ac:spMkLst>
            <pc:docMk/>
            <pc:sldMk cId="1643903429" sldId="3547"/>
            <ac:spMk id="4" creationId="{61FC2C9D-2878-BC1E-CFC2-6E33F1B7D432}"/>
          </ac:spMkLst>
        </pc:spChg>
        <pc:spChg chg="mod">
          <ac:chgData name="THIRIET Robin" userId="1f190d23-e32a-42b2-9da1-d64204019463" providerId="ADAL" clId="{E62B8590-B7F6-4477-BD95-4F868D023EE3}" dt="2025-02-13T15:05:33.957" v="414" actId="14100"/>
          <ac:spMkLst>
            <pc:docMk/>
            <pc:sldMk cId="1643903429" sldId="3547"/>
            <ac:spMk id="21" creationId="{8C9C2A5A-BC85-7D84-A88E-3C157D6D5732}"/>
          </ac:spMkLst>
        </pc:spChg>
        <pc:spChg chg="del mod">
          <ac:chgData name="THIRIET Robin" userId="1f190d23-e32a-42b2-9da1-d64204019463" providerId="ADAL" clId="{E62B8590-B7F6-4477-BD95-4F868D023EE3}" dt="2025-02-13T15:01:58.976" v="377" actId="478"/>
          <ac:spMkLst>
            <pc:docMk/>
            <pc:sldMk cId="1643903429" sldId="3547"/>
            <ac:spMk id="22" creationId="{98F4D958-F177-9B82-D5B7-23A017FBA71D}"/>
          </ac:spMkLst>
        </pc:spChg>
        <pc:picChg chg="mod">
          <ac:chgData name="THIRIET Robin" userId="1f190d23-e32a-42b2-9da1-d64204019463" providerId="ADAL" clId="{E62B8590-B7F6-4477-BD95-4F868D023EE3}" dt="2025-02-13T15:06:10.447" v="418" actId="1076"/>
          <ac:picMkLst>
            <pc:docMk/>
            <pc:sldMk cId="1643903429" sldId="3547"/>
            <ac:picMk id="18" creationId="{6EA21ED6-4AA2-BCEC-541F-D2B4CB25E0C0}"/>
          </ac:picMkLst>
        </pc:picChg>
        <pc:picChg chg="mod">
          <ac:chgData name="THIRIET Robin" userId="1f190d23-e32a-42b2-9da1-d64204019463" providerId="ADAL" clId="{E62B8590-B7F6-4477-BD95-4F868D023EE3}" dt="2025-02-13T15:06:15.638" v="419" actId="1076"/>
          <ac:picMkLst>
            <pc:docMk/>
            <pc:sldMk cId="1643903429" sldId="3547"/>
            <ac:picMk id="20" creationId="{15A9B3C3-CFF6-15A0-9120-A5A115AC4DDF}"/>
          </ac:picMkLst>
        </pc:picChg>
        <pc:picChg chg="mod ord">
          <ac:chgData name="THIRIET Robin" userId="1f190d23-e32a-42b2-9da1-d64204019463" providerId="ADAL" clId="{E62B8590-B7F6-4477-BD95-4F868D023EE3}" dt="2025-02-13T15:04:28.233" v="399" actId="167"/>
          <ac:picMkLst>
            <pc:docMk/>
            <pc:sldMk cId="1643903429" sldId="3547"/>
            <ac:picMk id="23" creationId="{0D8E6DFA-78B2-15DA-CBA3-B2BA0DA4A452}"/>
          </ac:picMkLst>
        </pc:picChg>
        <pc:picChg chg="mod">
          <ac:chgData name="THIRIET Robin" userId="1f190d23-e32a-42b2-9da1-d64204019463" providerId="ADAL" clId="{E62B8590-B7F6-4477-BD95-4F868D023EE3}" dt="2025-02-13T15:06:19.944" v="420" actId="1076"/>
          <ac:picMkLst>
            <pc:docMk/>
            <pc:sldMk cId="1643903429" sldId="3547"/>
            <ac:picMk id="25" creationId="{3BF39A0C-B23C-1E0C-70DD-A4C16921AC78}"/>
          </ac:picMkLst>
        </pc:picChg>
      </pc:sldChg>
      <pc:sldChg chg="del">
        <pc:chgData name="THIRIET Robin" userId="1f190d23-e32a-42b2-9da1-d64204019463" providerId="ADAL" clId="{E62B8590-B7F6-4477-BD95-4F868D023EE3}" dt="2025-02-13T13:33:55.006" v="163" actId="2696"/>
        <pc:sldMkLst>
          <pc:docMk/>
          <pc:sldMk cId="2782264966" sldId="3547"/>
        </pc:sldMkLst>
      </pc:sldChg>
      <pc:sldChg chg="modSp mod">
        <pc:chgData name="THIRIET Robin" userId="1f190d23-e32a-42b2-9da1-d64204019463" providerId="ADAL" clId="{E62B8590-B7F6-4477-BD95-4F868D023EE3}" dt="2025-02-14T09:39:36.513" v="661" actId="113"/>
        <pc:sldMkLst>
          <pc:docMk/>
          <pc:sldMk cId="683742865" sldId="3683"/>
        </pc:sldMkLst>
        <pc:spChg chg="mod">
          <ac:chgData name="THIRIET Robin" userId="1f190d23-e32a-42b2-9da1-d64204019463" providerId="ADAL" clId="{E62B8590-B7F6-4477-BD95-4F868D023EE3}" dt="2025-02-13T13:18:45.245" v="3" actId="120"/>
          <ac:spMkLst>
            <pc:docMk/>
            <pc:sldMk cId="683742865" sldId="3683"/>
            <ac:spMk id="2" creationId="{C9DB6DF8-3B9A-19CD-3B68-1CC080B40D67}"/>
          </ac:spMkLst>
        </pc:spChg>
        <pc:spChg chg="mod">
          <ac:chgData name="THIRIET Robin" userId="1f190d23-e32a-42b2-9da1-d64204019463" providerId="ADAL" clId="{E62B8590-B7F6-4477-BD95-4F868D023EE3}" dt="2025-02-14T09:39:36.513" v="661" actId="113"/>
          <ac:spMkLst>
            <pc:docMk/>
            <pc:sldMk cId="683742865" sldId="3683"/>
            <ac:spMk id="10" creationId="{EA76B902-ECE3-AE21-9C62-CD68C5584BB9}"/>
          </ac:spMkLst>
        </pc:spChg>
      </pc:sldChg>
      <pc:sldChg chg="ord">
        <pc:chgData name="THIRIET Robin" userId="1f190d23-e32a-42b2-9da1-d64204019463" providerId="ADAL" clId="{E62B8590-B7F6-4477-BD95-4F868D023EE3}" dt="2025-02-13T13:34:23.436" v="170"/>
        <pc:sldMkLst>
          <pc:docMk/>
          <pc:sldMk cId="196198884" sldId="3684"/>
        </pc:sldMkLst>
      </pc:sldChg>
      <pc:sldChg chg="ord">
        <pc:chgData name="THIRIET Robin" userId="1f190d23-e32a-42b2-9da1-d64204019463" providerId="ADAL" clId="{E62B8590-B7F6-4477-BD95-4F868D023EE3}" dt="2025-02-13T13:34:18.202" v="168"/>
        <pc:sldMkLst>
          <pc:docMk/>
          <pc:sldMk cId="2952728679" sldId="3685"/>
        </pc:sldMkLst>
      </pc:sldChg>
      <pc:sldChg chg="ord">
        <pc:chgData name="THIRIET Robin" userId="1f190d23-e32a-42b2-9da1-d64204019463" providerId="ADAL" clId="{E62B8590-B7F6-4477-BD95-4F868D023EE3}" dt="2025-02-13T13:34:13.369" v="166"/>
        <pc:sldMkLst>
          <pc:docMk/>
          <pc:sldMk cId="2526095712" sldId="3686"/>
        </pc:sldMkLst>
      </pc:sldChg>
      <pc:sldChg chg="ord">
        <pc:chgData name="THIRIET Robin" userId="1f190d23-e32a-42b2-9da1-d64204019463" providerId="ADAL" clId="{E62B8590-B7F6-4477-BD95-4F868D023EE3}" dt="2025-02-13T13:15:10.979" v="2"/>
        <pc:sldMkLst>
          <pc:docMk/>
          <pc:sldMk cId="1984641103" sldId="3689"/>
        </pc:sldMkLst>
      </pc:sldChg>
      <pc:sldChg chg="addSp modSp mod">
        <pc:chgData name="THIRIET Robin" userId="1f190d23-e32a-42b2-9da1-d64204019463" providerId="ADAL" clId="{E62B8590-B7F6-4477-BD95-4F868D023EE3}" dt="2025-02-14T09:31:47.143" v="499" actId="20577"/>
        <pc:sldMkLst>
          <pc:docMk/>
          <pc:sldMk cId="907400372" sldId="3691"/>
        </pc:sldMkLst>
        <pc:spChg chg="mod">
          <ac:chgData name="THIRIET Robin" userId="1f190d23-e32a-42b2-9da1-d64204019463" providerId="ADAL" clId="{E62B8590-B7F6-4477-BD95-4F868D023EE3}" dt="2025-02-14T09:31:47.143" v="499" actId="20577"/>
          <ac:spMkLst>
            <pc:docMk/>
            <pc:sldMk cId="907400372" sldId="3691"/>
            <ac:spMk id="2" creationId="{8812632C-7471-4DC1-3A20-824062AD7D14}"/>
          </ac:spMkLst>
        </pc:spChg>
        <pc:spChg chg="mod">
          <ac:chgData name="THIRIET Robin" userId="1f190d23-e32a-42b2-9da1-d64204019463" providerId="ADAL" clId="{E62B8590-B7F6-4477-BD95-4F868D023EE3}" dt="2025-02-13T13:23:14.617" v="33" actId="1076"/>
          <ac:spMkLst>
            <pc:docMk/>
            <pc:sldMk cId="907400372" sldId="3691"/>
            <ac:spMk id="6" creationId="{2792C8CE-3525-9C04-6A44-99FAC079F868}"/>
          </ac:spMkLst>
        </pc:spChg>
        <pc:spChg chg="add mod">
          <ac:chgData name="THIRIET Robin" userId="1f190d23-e32a-42b2-9da1-d64204019463" providerId="ADAL" clId="{E62B8590-B7F6-4477-BD95-4F868D023EE3}" dt="2025-02-13T13:22:42.746" v="27" actId="14100"/>
          <ac:spMkLst>
            <pc:docMk/>
            <pc:sldMk cId="907400372" sldId="3691"/>
            <ac:spMk id="7" creationId="{D4165BCF-75E0-AD4F-FCF0-BCCF40DA1482}"/>
          </ac:spMkLst>
        </pc:spChg>
        <pc:spChg chg="mod">
          <ac:chgData name="THIRIET Robin" userId="1f190d23-e32a-42b2-9da1-d64204019463" providerId="ADAL" clId="{E62B8590-B7F6-4477-BD95-4F868D023EE3}" dt="2025-02-13T13:21:48.859" v="15" actId="1076"/>
          <ac:spMkLst>
            <pc:docMk/>
            <pc:sldMk cId="907400372" sldId="3691"/>
            <ac:spMk id="9" creationId="{50C73194-FA23-199D-1B28-8C13A8D0DB0A}"/>
          </ac:spMkLst>
        </pc:spChg>
        <pc:spChg chg="mod">
          <ac:chgData name="THIRIET Robin" userId="1f190d23-e32a-42b2-9da1-d64204019463" providerId="ADAL" clId="{E62B8590-B7F6-4477-BD95-4F868D023EE3}" dt="2025-02-13T13:22:31.752" v="24" actId="1076"/>
          <ac:spMkLst>
            <pc:docMk/>
            <pc:sldMk cId="907400372" sldId="3691"/>
            <ac:spMk id="10" creationId="{D9251E82-654E-C72F-0226-A21C6819AA59}"/>
          </ac:spMkLst>
        </pc:spChg>
        <pc:picChg chg="mod">
          <ac:chgData name="THIRIET Robin" userId="1f190d23-e32a-42b2-9da1-d64204019463" providerId="ADAL" clId="{E62B8590-B7F6-4477-BD95-4F868D023EE3}" dt="2025-02-13T13:22:00.961" v="19" actId="14100"/>
          <ac:picMkLst>
            <pc:docMk/>
            <pc:sldMk cId="907400372" sldId="3691"/>
            <ac:picMk id="3" creationId="{CC3741A8-038A-FF18-0F42-41BFE508588B}"/>
          </ac:picMkLst>
        </pc:picChg>
        <pc:picChg chg="add mod">
          <ac:chgData name="THIRIET Robin" userId="1f190d23-e32a-42b2-9da1-d64204019463" providerId="ADAL" clId="{E62B8590-B7F6-4477-BD95-4F868D023EE3}" dt="2025-02-13T14:27:57.619" v="173"/>
          <ac:picMkLst>
            <pc:docMk/>
            <pc:sldMk cId="907400372" sldId="3691"/>
            <ac:picMk id="4" creationId="{71B8A632-C398-91FB-017C-CED9A7CC70E6}"/>
          </ac:picMkLst>
        </pc:picChg>
        <pc:picChg chg="mod">
          <ac:chgData name="THIRIET Robin" userId="1f190d23-e32a-42b2-9da1-d64204019463" providerId="ADAL" clId="{E62B8590-B7F6-4477-BD95-4F868D023EE3}" dt="2025-02-13T13:22:22.520" v="22" actId="1076"/>
          <ac:picMkLst>
            <pc:docMk/>
            <pc:sldMk cId="907400372" sldId="3691"/>
            <ac:picMk id="5" creationId="{5C6F3B3F-C6F3-C086-92BD-699DCB96F482}"/>
          </ac:picMkLst>
        </pc:picChg>
        <pc:picChg chg="mod">
          <ac:chgData name="THIRIET Robin" userId="1f190d23-e32a-42b2-9da1-d64204019463" providerId="ADAL" clId="{E62B8590-B7F6-4477-BD95-4F868D023EE3}" dt="2025-02-13T13:21:48.859" v="15" actId="1076"/>
          <ac:picMkLst>
            <pc:docMk/>
            <pc:sldMk cId="907400372" sldId="3691"/>
            <ac:picMk id="13" creationId="{9D3E1FA6-87F9-1A4A-D781-EFE4290D655F}"/>
          </ac:picMkLst>
        </pc:picChg>
      </pc:sldChg>
      <pc:sldChg chg="addSp delSp modSp add mod">
        <pc:chgData name="THIRIET Robin" userId="1f190d23-e32a-42b2-9da1-d64204019463" providerId="ADAL" clId="{E62B8590-B7F6-4477-BD95-4F868D023EE3}" dt="2025-02-14T09:38:54.580" v="657" actId="20577"/>
        <pc:sldMkLst>
          <pc:docMk/>
          <pc:sldMk cId="2542227597" sldId="3694"/>
        </pc:sldMkLst>
        <pc:spChg chg="mod">
          <ac:chgData name="THIRIET Robin" userId="1f190d23-e32a-42b2-9da1-d64204019463" providerId="ADAL" clId="{E62B8590-B7F6-4477-BD95-4F868D023EE3}" dt="2025-02-13T14:32:01.656" v="202" actId="120"/>
          <ac:spMkLst>
            <pc:docMk/>
            <pc:sldMk cId="2542227597" sldId="3694"/>
            <ac:spMk id="2" creationId="{BABE07E4-412D-FBD5-E1EE-24F1242F4D29}"/>
          </ac:spMkLst>
        </pc:spChg>
        <pc:spChg chg="add mod">
          <ac:chgData name="THIRIET Robin" userId="1f190d23-e32a-42b2-9da1-d64204019463" providerId="ADAL" clId="{E62B8590-B7F6-4477-BD95-4F868D023EE3}" dt="2025-02-13T15:15:04.511" v="453" actId="14100"/>
          <ac:spMkLst>
            <pc:docMk/>
            <pc:sldMk cId="2542227597" sldId="3694"/>
            <ac:spMk id="3" creationId="{60594FB8-5CEE-B448-3791-0DEFFDF6893E}"/>
          </ac:spMkLst>
        </pc:spChg>
        <pc:spChg chg="del">
          <ac:chgData name="THIRIET Robin" userId="1f190d23-e32a-42b2-9da1-d64204019463" providerId="ADAL" clId="{E62B8590-B7F6-4477-BD95-4F868D023EE3}" dt="2025-02-13T14:32:14.784" v="203" actId="478"/>
          <ac:spMkLst>
            <pc:docMk/>
            <pc:sldMk cId="2542227597" sldId="3694"/>
            <ac:spMk id="3" creationId="{6AAA0E70-EC9E-4035-5C4B-11ADAC05D467}"/>
          </ac:spMkLst>
        </pc:spChg>
        <pc:spChg chg="mod">
          <ac:chgData name="THIRIET Robin" userId="1f190d23-e32a-42b2-9da1-d64204019463" providerId="ADAL" clId="{E62B8590-B7F6-4477-BD95-4F868D023EE3}" dt="2025-02-14T09:38:54.580" v="657" actId="20577"/>
          <ac:spMkLst>
            <pc:docMk/>
            <pc:sldMk cId="2542227597" sldId="3694"/>
            <ac:spMk id="5" creationId="{89D29E40-F094-FEC3-1313-EDE4B548437A}"/>
          </ac:spMkLst>
        </pc:spChg>
        <pc:spChg chg="add mod">
          <ac:chgData name="THIRIET Robin" userId="1f190d23-e32a-42b2-9da1-d64204019463" providerId="ADAL" clId="{E62B8590-B7F6-4477-BD95-4F868D023EE3}" dt="2025-02-13T15:14:46.849" v="451" actId="14100"/>
          <ac:spMkLst>
            <pc:docMk/>
            <pc:sldMk cId="2542227597" sldId="3694"/>
            <ac:spMk id="6" creationId="{7B04FCAB-51AD-DCC7-FCB9-F445AAB0F4EC}"/>
          </ac:spMkLst>
        </pc:spChg>
      </pc:sldChg>
      <pc:sldChg chg="addSp delSp modSp mod">
        <pc:chgData name="THIRIET Robin" userId="1f190d23-e32a-42b2-9da1-d64204019463" providerId="ADAL" clId="{E62B8590-B7F6-4477-BD95-4F868D023EE3}" dt="2025-02-14T09:30:55.649" v="492" actId="255"/>
        <pc:sldMkLst>
          <pc:docMk/>
          <pc:sldMk cId="357105132" sldId="3695"/>
        </pc:sldMkLst>
        <pc:spChg chg="mod">
          <ac:chgData name="THIRIET Robin" userId="1f190d23-e32a-42b2-9da1-d64204019463" providerId="ADAL" clId="{E62B8590-B7F6-4477-BD95-4F868D023EE3}" dt="2025-02-14T09:30:55.649" v="492" actId="255"/>
          <ac:spMkLst>
            <pc:docMk/>
            <pc:sldMk cId="357105132" sldId="3695"/>
            <ac:spMk id="3" creationId="{3B0E7040-06C6-F8CF-237C-BA432C57FBBF}"/>
          </ac:spMkLst>
        </pc:spChg>
        <pc:spChg chg="add mod">
          <ac:chgData name="THIRIET Robin" userId="1f190d23-e32a-42b2-9da1-d64204019463" providerId="ADAL" clId="{E62B8590-B7F6-4477-BD95-4F868D023EE3}" dt="2025-02-13T14:54:31.035" v="372" actId="1076"/>
          <ac:spMkLst>
            <pc:docMk/>
            <pc:sldMk cId="357105132" sldId="3695"/>
            <ac:spMk id="4" creationId="{3EB33C46-AF97-98ED-799F-506765864CC2}"/>
          </ac:spMkLst>
        </pc:spChg>
        <pc:picChg chg="add mod">
          <ac:chgData name="THIRIET Robin" userId="1f190d23-e32a-42b2-9da1-d64204019463" providerId="ADAL" clId="{E62B8590-B7F6-4477-BD95-4F868D023EE3}" dt="2025-02-13T15:18:55.510" v="471" actId="14100"/>
          <ac:picMkLst>
            <pc:docMk/>
            <pc:sldMk cId="357105132" sldId="3695"/>
            <ac:picMk id="7" creationId="{5C21777D-E718-1F39-372E-C4CAFF2F2483}"/>
          </ac:picMkLst>
        </pc:picChg>
        <pc:picChg chg="add del mod">
          <ac:chgData name="THIRIET Robin" userId="1f190d23-e32a-42b2-9da1-d64204019463" providerId="ADAL" clId="{E62B8590-B7F6-4477-BD95-4F868D023EE3}" dt="2025-02-13T15:22:24.891" v="486" actId="478"/>
          <ac:picMkLst>
            <pc:docMk/>
            <pc:sldMk cId="357105132" sldId="3695"/>
            <ac:picMk id="9" creationId="{B927C6D2-CA75-C36A-5723-A8459F885E65}"/>
          </ac:picMkLst>
        </pc:picChg>
      </pc:sldChg>
      <pc:sldChg chg="addSp delSp modSp mod">
        <pc:chgData name="THIRIET Robin" userId="1f190d23-e32a-42b2-9da1-d64204019463" providerId="ADAL" clId="{E62B8590-B7F6-4477-BD95-4F868D023EE3}" dt="2025-02-14T07:41:07.564" v="487"/>
        <pc:sldMkLst>
          <pc:docMk/>
          <pc:sldMk cId="1366444514" sldId="3696"/>
        </pc:sldMkLst>
        <pc:spChg chg="mod ord">
          <ac:chgData name="THIRIET Robin" userId="1f190d23-e32a-42b2-9da1-d64204019463" providerId="ADAL" clId="{E62B8590-B7F6-4477-BD95-4F868D023EE3}" dt="2025-02-13T15:20:09.452" v="480" actId="166"/>
          <ac:spMkLst>
            <pc:docMk/>
            <pc:sldMk cId="1366444514" sldId="3696"/>
            <ac:spMk id="8" creationId="{F718C705-2BD7-3FCD-56A1-7A407AD72A1B}"/>
          </ac:spMkLst>
        </pc:spChg>
        <pc:spChg chg="mod ord">
          <ac:chgData name="THIRIET Robin" userId="1f190d23-e32a-42b2-9da1-d64204019463" providerId="ADAL" clId="{E62B8590-B7F6-4477-BD95-4F868D023EE3}" dt="2025-02-13T15:20:09.452" v="480" actId="166"/>
          <ac:spMkLst>
            <pc:docMk/>
            <pc:sldMk cId="1366444514" sldId="3696"/>
            <ac:spMk id="10" creationId="{2DB4C9E7-035F-020E-4389-24247D3EC746}"/>
          </ac:spMkLst>
        </pc:spChg>
        <pc:spChg chg="mod ord">
          <ac:chgData name="THIRIET Robin" userId="1f190d23-e32a-42b2-9da1-d64204019463" providerId="ADAL" clId="{E62B8590-B7F6-4477-BD95-4F868D023EE3}" dt="2025-02-13T15:20:09.452" v="480" actId="166"/>
          <ac:spMkLst>
            <pc:docMk/>
            <pc:sldMk cId="1366444514" sldId="3696"/>
            <ac:spMk id="12" creationId="{4C7225D8-57D4-F4A7-65FA-67AA6C0C82B8}"/>
          </ac:spMkLst>
        </pc:spChg>
        <pc:spChg chg="mod ord">
          <ac:chgData name="THIRIET Robin" userId="1f190d23-e32a-42b2-9da1-d64204019463" providerId="ADAL" clId="{E62B8590-B7F6-4477-BD95-4F868D023EE3}" dt="2025-02-13T15:20:09.452" v="480" actId="166"/>
          <ac:spMkLst>
            <pc:docMk/>
            <pc:sldMk cId="1366444514" sldId="3696"/>
            <ac:spMk id="16" creationId="{835BC938-0A96-2CFC-EF00-8737BD70F86A}"/>
          </ac:spMkLst>
        </pc:spChg>
        <pc:spChg chg="mod ord">
          <ac:chgData name="THIRIET Robin" userId="1f190d23-e32a-42b2-9da1-d64204019463" providerId="ADAL" clId="{E62B8590-B7F6-4477-BD95-4F868D023EE3}" dt="2025-02-13T15:20:09.452" v="480" actId="166"/>
          <ac:spMkLst>
            <pc:docMk/>
            <pc:sldMk cId="1366444514" sldId="3696"/>
            <ac:spMk id="18" creationId="{6C08B8F3-0F96-001C-2C62-3B2DD3731989}"/>
          </ac:spMkLst>
        </pc:spChg>
        <pc:spChg chg="del">
          <ac:chgData name="THIRIET Robin" userId="1f190d23-e32a-42b2-9da1-d64204019463" providerId="ADAL" clId="{E62B8590-B7F6-4477-BD95-4F868D023EE3}" dt="2025-02-13T15:18:34.273" v="467" actId="478"/>
          <ac:spMkLst>
            <pc:docMk/>
            <pc:sldMk cId="1366444514" sldId="3696"/>
            <ac:spMk id="879" creationId="{7380D5FC-CBF2-105C-080A-89555528D1BB}"/>
          </ac:spMkLst>
        </pc:spChg>
        <pc:spChg chg="del ord">
          <ac:chgData name="THIRIET Robin" userId="1f190d23-e32a-42b2-9da1-d64204019463" providerId="ADAL" clId="{E62B8590-B7F6-4477-BD95-4F868D023EE3}" dt="2025-02-13T15:19:44.762" v="473" actId="478"/>
          <ac:spMkLst>
            <pc:docMk/>
            <pc:sldMk cId="1366444514" sldId="3696"/>
            <ac:spMk id="880" creationId="{A5025222-F034-F19F-A6AE-B0AA83795122}"/>
          </ac:spMkLst>
        </pc:spChg>
        <pc:spChg chg="del">
          <ac:chgData name="THIRIET Robin" userId="1f190d23-e32a-42b2-9da1-d64204019463" providerId="ADAL" clId="{E62B8590-B7F6-4477-BD95-4F868D023EE3}" dt="2025-02-13T15:19:44.762" v="473" actId="478"/>
          <ac:spMkLst>
            <pc:docMk/>
            <pc:sldMk cId="1366444514" sldId="3696"/>
            <ac:spMk id="881" creationId="{49E4AE4A-9AEB-54A9-12B5-0EEB497449ED}"/>
          </ac:spMkLst>
        </pc:spChg>
        <pc:spChg chg="mod ord">
          <ac:chgData name="THIRIET Robin" userId="1f190d23-e32a-42b2-9da1-d64204019463" providerId="ADAL" clId="{E62B8590-B7F6-4477-BD95-4F868D023EE3}" dt="2025-02-13T15:18:09.871" v="463" actId="166"/>
          <ac:spMkLst>
            <pc:docMk/>
            <pc:sldMk cId="1366444514" sldId="3696"/>
            <ac:spMk id="882" creationId="{CBF882A9-755F-3FF5-A267-4CD4C1CBE153}"/>
          </ac:spMkLst>
        </pc:spChg>
        <pc:spChg chg="del">
          <ac:chgData name="THIRIET Robin" userId="1f190d23-e32a-42b2-9da1-d64204019463" providerId="ADAL" clId="{E62B8590-B7F6-4477-BD95-4F868D023EE3}" dt="2025-02-13T15:19:44.762" v="473" actId="478"/>
          <ac:spMkLst>
            <pc:docMk/>
            <pc:sldMk cId="1366444514" sldId="3696"/>
            <ac:spMk id="883" creationId="{B73BDE8D-BD73-32E3-8B74-7B9EB625B922}"/>
          </ac:spMkLst>
        </pc:spChg>
        <pc:spChg chg="del mod ord">
          <ac:chgData name="THIRIET Robin" userId="1f190d23-e32a-42b2-9da1-d64204019463" providerId="ADAL" clId="{E62B8590-B7F6-4477-BD95-4F868D023EE3}" dt="2025-02-13T15:19:44.762" v="473" actId="478"/>
          <ac:spMkLst>
            <pc:docMk/>
            <pc:sldMk cId="1366444514" sldId="3696"/>
            <ac:spMk id="884" creationId="{82F3CF04-ECCB-2DF9-785A-87871A244B17}"/>
          </ac:spMkLst>
        </pc:spChg>
        <pc:spChg chg="del">
          <ac:chgData name="THIRIET Robin" userId="1f190d23-e32a-42b2-9da1-d64204019463" providerId="ADAL" clId="{E62B8590-B7F6-4477-BD95-4F868D023EE3}" dt="2025-02-13T15:19:44.762" v="473" actId="478"/>
          <ac:spMkLst>
            <pc:docMk/>
            <pc:sldMk cId="1366444514" sldId="3696"/>
            <ac:spMk id="885" creationId="{FBC36873-5D61-5EA7-E140-3B7E7BF30DEE}"/>
          </ac:spMkLst>
        </pc:spChg>
        <pc:spChg chg="del mod ord">
          <ac:chgData name="THIRIET Robin" userId="1f190d23-e32a-42b2-9da1-d64204019463" providerId="ADAL" clId="{E62B8590-B7F6-4477-BD95-4F868D023EE3}" dt="2025-02-13T15:19:44.762" v="473" actId="478"/>
          <ac:spMkLst>
            <pc:docMk/>
            <pc:sldMk cId="1366444514" sldId="3696"/>
            <ac:spMk id="886" creationId="{35CF7A5F-9C66-2F49-0236-F2BA4D9BAA9B}"/>
          </ac:spMkLst>
        </pc:spChg>
        <pc:spChg chg="del">
          <ac:chgData name="THIRIET Robin" userId="1f190d23-e32a-42b2-9da1-d64204019463" providerId="ADAL" clId="{E62B8590-B7F6-4477-BD95-4F868D023EE3}" dt="2025-02-13T15:19:44.762" v="473" actId="478"/>
          <ac:spMkLst>
            <pc:docMk/>
            <pc:sldMk cId="1366444514" sldId="3696"/>
            <ac:spMk id="887" creationId="{7A79F89E-381A-057D-ADF1-42E16AE781EB}"/>
          </ac:spMkLst>
        </pc:spChg>
        <pc:spChg chg="mod ord">
          <ac:chgData name="THIRIET Robin" userId="1f190d23-e32a-42b2-9da1-d64204019463" providerId="ADAL" clId="{E62B8590-B7F6-4477-BD95-4F868D023EE3}" dt="2025-02-13T15:18:09.871" v="463" actId="166"/>
          <ac:spMkLst>
            <pc:docMk/>
            <pc:sldMk cId="1366444514" sldId="3696"/>
            <ac:spMk id="888" creationId="{68E89E6D-B793-B445-315A-C66D87861E3B}"/>
          </ac:spMkLst>
        </pc:spChg>
        <pc:spChg chg="del">
          <ac:chgData name="THIRIET Robin" userId="1f190d23-e32a-42b2-9da1-d64204019463" providerId="ADAL" clId="{E62B8590-B7F6-4477-BD95-4F868D023EE3}" dt="2025-02-13T15:19:44.762" v="473" actId="478"/>
          <ac:spMkLst>
            <pc:docMk/>
            <pc:sldMk cId="1366444514" sldId="3696"/>
            <ac:spMk id="889" creationId="{DCA94C46-25F4-A879-7BA4-E40C2BF205ED}"/>
          </ac:spMkLst>
        </pc:spChg>
        <pc:spChg chg="del mod ord">
          <ac:chgData name="THIRIET Robin" userId="1f190d23-e32a-42b2-9da1-d64204019463" providerId="ADAL" clId="{E62B8590-B7F6-4477-BD95-4F868D023EE3}" dt="2025-02-13T15:19:44.762" v="473" actId="478"/>
          <ac:spMkLst>
            <pc:docMk/>
            <pc:sldMk cId="1366444514" sldId="3696"/>
            <ac:spMk id="890" creationId="{869DDF6A-E943-21C7-4E31-02A7B08B294F}"/>
          </ac:spMkLst>
        </pc:spChg>
        <pc:spChg chg="del">
          <ac:chgData name="THIRIET Robin" userId="1f190d23-e32a-42b2-9da1-d64204019463" providerId="ADAL" clId="{E62B8590-B7F6-4477-BD95-4F868D023EE3}" dt="2025-02-13T15:19:44.762" v="473" actId="478"/>
          <ac:spMkLst>
            <pc:docMk/>
            <pc:sldMk cId="1366444514" sldId="3696"/>
            <ac:spMk id="1755" creationId="{B44F2CFB-0259-E527-A58F-9779D688FDBF}"/>
          </ac:spMkLst>
        </pc:spChg>
        <pc:spChg chg="mod">
          <ac:chgData name="THIRIET Robin" userId="1f190d23-e32a-42b2-9da1-d64204019463" providerId="ADAL" clId="{E62B8590-B7F6-4477-BD95-4F868D023EE3}" dt="2025-02-13T15:19:52.902" v="475"/>
          <ac:spMkLst>
            <pc:docMk/>
            <pc:sldMk cId="1366444514" sldId="3696"/>
            <ac:spMk id="1777" creationId="{16C781E3-A7BD-2228-6286-D699EC574E59}"/>
          </ac:spMkLst>
        </pc:spChg>
        <pc:spChg chg="mod">
          <ac:chgData name="THIRIET Robin" userId="1f190d23-e32a-42b2-9da1-d64204019463" providerId="ADAL" clId="{E62B8590-B7F6-4477-BD95-4F868D023EE3}" dt="2025-02-13T15:19:52.902" v="475"/>
          <ac:spMkLst>
            <pc:docMk/>
            <pc:sldMk cId="1366444514" sldId="3696"/>
            <ac:spMk id="1890" creationId="{B5A33EB6-3438-61C9-E812-CF8B0AD1AA06}"/>
          </ac:spMkLst>
        </pc:spChg>
        <pc:spChg chg="mod">
          <ac:chgData name="THIRIET Robin" userId="1f190d23-e32a-42b2-9da1-d64204019463" providerId="ADAL" clId="{E62B8590-B7F6-4477-BD95-4F868D023EE3}" dt="2025-02-13T15:19:52.902" v="475"/>
          <ac:spMkLst>
            <pc:docMk/>
            <pc:sldMk cId="1366444514" sldId="3696"/>
            <ac:spMk id="1900" creationId="{1F08D7D1-D03D-935D-497A-6C5381098303}"/>
          </ac:spMkLst>
        </pc:spChg>
        <pc:spChg chg="mod">
          <ac:chgData name="THIRIET Robin" userId="1f190d23-e32a-42b2-9da1-d64204019463" providerId="ADAL" clId="{E62B8590-B7F6-4477-BD95-4F868D023EE3}" dt="2025-02-13T15:19:52.902" v="475"/>
          <ac:spMkLst>
            <pc:docMk/>
            <pc:sldMk cId="1366444514" sldId="3696"/>
            <ac:spMk id="2106" creationId="{2F378476-CEA5-3C1F-E576-12A6FA30753B}"/>
          </ac:spMkLst>
        </pc:spChg>
        <pc:spChg chg="mod">
          <ac:chgData name="THIRIET Robin" userId="1f190d23-e32a-42b2-9da1-d64204019463" providerId="ADAL" clId="{E62B8590-B7F6-4477-BD95-4F868D023EE3}" dt="2025-02-13T15:19:52.902" v="475"/>
          <ac:spMkLst>
            <pc:docMk/>
            <pc:sldMk cId="1366444514" sldId="3696"/>
            <ac:spMk id="2238" creationId="{65C5711F-F14B-2842-E41B-4083E3885DD0}"/>
          </ac:spMkLst>
        </pc:spChg>
        <pc:spChg chg="mod">
          <ac:chgData name="THIRIET Robin" userId="1f190d23-e32a-42b2-9da1-d64204019463" providerId="ADAL" clId="{E62B8590-B7F6-4477-BD95-4F868D023EE3}" dt="2025-02-13T15:19:52.902" v="475"/>
          <ac:spMkLst>
            <pc:docMk/>
            <pc:sldMk cId="1366444514" sldId="3696"/>
            <ac:spMk id="2265" creationId="{46041C06-0E70-848F-CFE5-C32C7E433D19}"/>
          </ac:spMkLst>
        </pc:spChg>
        <pc:spChg chg="mod">
          <ac:chgData name="THIRIET Robin" userId="1f190d23-e32a-42b2-9da1-d64204019463" providerId="ADAL" clId="{E62B8590-B7F6-4477-BD95-4F868D023EE3}" dt="2025-02-13T15:19:52.902" v="475"/>
          <ac:spMkLst>
            <pc:docMk/>
            <pc:sldMk cId="1366444514" sldId="3696"/>
            <ac:spMk id="2275" creationId="{F8D3AE0A-FBD7-1C2C-9E75-B6E727AE6D3B}"/>
          </ac:spMkLst>
        </pc:spChg>
        <pc:spChg chg="mod">
          <ac:chgData name="THIRIET Robin" userId="1f190d23-e32a-42b2-9da1-d64204019463" providerId="ADAL" clId="{E62B8590-B7F6-4477-BD95-4F868D023EE3}" dt="2025-02-13T15:19:52.902" v="475"/>
          <ac:spMkLst>
            <pc:docMk/>
            <pc:sldMk cId="1366444514" sldId="3696"/>
            <ac:spMk id="2370" creationId="{FD8A8973-712C-E796-FC15-1005384C6C44}"/>
          </ac:spMkLst>
        </pc:spChg>
        <pc:spChg chg="mod">
          <ac:chgData name="THIRIET Robin" userId="1f190d23-e32a-42b2-9da1-d64204019463" providerId="ADAL" clId="{E62B8590-B7F6-4477-BD95-4F868D023EE3}" dt="2025-02-13T15:19:52.902" v="475"/>
          <ac:spMkLst>
            <pc:docMk/>
            <pc:sldMk cId="1366444514" sldId="3696"/>
            <ac:spMk id="2384" creationId="{2DD77FCA-2BA3-135E-0E4A-6E0CABD55C43}"/>
          </ac:spMkLst>
        </pc:spChg>
        <pc:spChg chg="mod">
          <ac:chgData name="THIRIET Robin" userId="1f190d23-e32a-42b2-9da1-d64204019463" providerId="ADAL" clId="{E62B8590-B7F6-4477-BD95-4F868D023EE3}" dt="2025-02-13T15:19:52.902" v="475"/>
          <ac:spMkLst>
            <pc:docMk/>
            <pc:sldMk cId="1366444514" sldId="3696"/>
            <ac:spMk id="2459" creationId="{B9FBF7FC-8F90-50C7-BE0A-3C99A9D3AD0A}"/>
          </ac:spMkLst>
        </pc:spChg>
        <pc:picChg chg="add mod">
          <ac:chgData name="THIRIET Robin" userId="1f190d23-e32a-42b2-9da1-d64204019463" providerId="ADAL" clId="{E62B8590-B7F6-4477-BD95-4F868D023EE3}" dt="2025-02-14T07:41:07.564" v="487"/>
          <ac:picMkLst>
            <pc:docMk/>
            <pc:sldMk cId="1366444514" sldId="3696"/>
            <ac:picMk id="3" creationId="{7682F60A-127B-C5B8-0282-E00EC3705C0F}"/>
          </ac:picMkLst>
        </pc:picChg>
        <pc:picChg chg="add del mod">
          <ac:chgData name="THIRIET Robin" userId="1f190d23-e32a-42b2-9da1-d64204019463" providerId="ADAL" clId="{E62B8590-B7F6-4477-BD95-4F868D023EE3}" dt="2025-02-13T15:18:36.381" v="468" actId="478"/>
          <ac:picMkLst>
            <pc:docMk/>
            <pc:sldMk cId="1366444514" sldId="3696"/>
            <ac:picMk id="5" creationId="{4C6C35A6-DF58-C1E2-1855-76F654B81D52}"/>
          </ac:picMkLst>
        </pc:picChg>
        <pc:picChg chg="add del mod">
          <ac:chgData name="THIRIET Robin" userId="1f190d23-e32a-42b2-9da1-d64204019463" providerId="ADAL" clId="{E62B8590-B7F6-4477-BD95-4F868D023EE3}" dt="2025-02-13T15:19:46.240" v="474" actId="478"/>
          <ac:picMkLst>
            <pc:docMk/>
            <pc:sldMk cId="1366444514" sldId="3696"/>
            <ac:picMk id="6" creationId="{4F5701C6-4D19-9D6F-533D-6C1B48610736}"/>
          </ac:picMkLst>
        </pc:picChg>
        <pc:picChg chg="add mod">
          <ac:chgData name="THIRIET Robin" userId="1f190d23-e32a-42b2-9da1-d64204019463" providerId="ADAL" clId="{E62B8590-B7F6-4477-BD95-4F868D023EE3}" dt="2025-02-13T15:20:48.029" v="484"/>
          <ac:picMkLst>
            <pc:docMk/>
            <pc:sldMk cId="1366444514" sldId="3696"/>
            <ac:picMk id="2528" creationId="{1EDCD5B3-3756-9288-9284-727E69626D1B}"/>
          </ac:picMkLst>
        </pc:picChg>
      </pc:sldChg>
      <pc:sldChg chg="addSp delSp modSp new del mod">
        <pc:chgData name="THIRIET Robin" userId="1f190d23-e32a-42b2-9da1-d64204019463" providerId="ADAL" clId="{E62B8590-B7F6-4477-BD95-4F868D023EE3}" dt="2025-02-13T15:14:15.437" v="447" actId="47"/>
        <pc:sldMkLst>
          <pc:docMk/>
          <pc:sldMk cId="3806495250" sldId="3696"/>
        </pc:sldMkLst>
        <pc:spChg chg="del">
          <ac:chgData name="THIRIET Robin" userId="1f190d23-e32a-42b2-9da1-d64204019463" providerId="ADAL" clId="{E62B8590-B7F6-4477-BD95-4F868D023EE3}" dt="2025-02-13T15:10:05.863" v="430" actId="478"/>
          <ac:spMkLst>
            <pc:docMk/>
            <pc:sldMk cId="3806495250" sldId="3696"/>
            <ac:spMk id="2" creationId="{D8DE685D-72FB-7590-ED01-63C4D2315F32}"/>
          </ac:spMkLst>
        </pc:spChg>
        <pc:spChg chg="del">
          <ac:chgData name="THIRIET Robin" userId="1f190d23-e32a-42b2-9da1-d64204019463" providerId="ADAL" clId="{E62B8590-B7F6-4477-BD95-4F868D023EE3}" dt="2025-02-13T15:10:04.093" v="429" actId="478"/>
          <ac:spMkLst>
            <pc:docMk/>
            <pc:sldMk cId="3806495250" sldId="3696"/>
            <ac:spMk id="3" creationId="{497A77FE-0EBC-E805-95F9-192B50221590}"/>
          </ac:spMkLst>
        </pc:spChg>
        <pc:spChg chg="mod ord">
          <ac:chgData name="THIRIET Robin" userId="1f190d23-e32a-42b2-9da1-d64204019463" providerId="ADAL" clId="{E62B8590-B7F6-4477-BD95-4F868D023EE3}" dt="2025-02-13T15:12:11.041" v="438" actId="166"/>
          <ac:spMkLst>
            <pc:docMk/>
            <pc:sldMk cId="3806495250" sldId="3696"/>
            <ac:spMk id="5" creationId="{305D95BE-86BE-20D4-B880-19EAA1324F22}"/>
          </ac:spMkLst>
        </pc:spChg>
        <pc:spChg chg="mod ord">
          <ac:chgData name="THIRIET Robin" userId="1f190d23-e32a-42b2-9da1-d64204019463" providerId="ADAL" clId="{E62B8590-B7F6-4477-BD95-4F868D023EE3}" dt="2025-02-13T15:12:11.041" v="438" actId="166"/>
          <ac:spMkLst>
            <pc:docMk/>
            <pc:sldMk cId="3806495250" sldId="3696"/>
            <ac:spMk id="7" creationId="{0355B688-7828-5C04-0033-C8A279677435}"/>
          </ac:spMkLst>
        </pc:spChg>
        <pc:spChg chg="mod ord">
          <ac:chgData name="THIRIET Robin" userId="1f190d23-e32a-42b2-9da1-d64204019463" providerId="ADAL" clId="{E62B8590-B7F6-4477-BD95-4F868D023EE3}" dt="2025-02-13T15:12:11.041" v="438" actId="166"/>
          <ac:spMkLst>
            <pc:docMk/>
            <pc:sldMk cId="3806495250" sldId="3696"/>
            <ac:spMk id="11" creationId="{C30A95E4-18C0-63AD-A14C-0726AAF11F99}"/>
          </ac:spMkLst>
        </pc:spChg>
        <pc:spChg chg="mod ord">
          <ac:chgData name="THIRIET Robin" userId="1f190d23-e32a-42b2-9da1-d64204019463" providerId="ADAL" clId="{E62B8590-B7F6-4477-BD95-4F868D023EE3}" dt="2025-02-13T15:12:11.041" v="438" actId="166"/>
          <ac:spMkLst>
            <pc:docMk/>
            <pc:sldMk cId="3806495250" sldId="3696"/>
            <ac:spMk id="13" creationId="{27D3369E-A838-FB93-D8E8-50307D9D3091}"/>
          </ac:spMkLst>
        </pc:spChg>
        <pc:spChg chg="mod ord">
          <ac:chgData name="THIRIET Robin" userId="1f190d23-e32a-42b2-9da1-d64204019463" providerId="ADAL" clId="{E62B8590-B7F6-4477-BD95-4F868D023EE3}" dt="2025-02-13T15:12:11.041" v="438" actId="166"/>
          <ac:spMkLst>
            <pc:docMk/>
            <pc:sldMk cId="3806495250" sldId="3696"/>
            <ac:spMk id="15" creationId="{3B723EB4-6565-CBE8-2F0E-01C1C79F4762}"/>
          </ac:spMkLst>
        </pc:spChg>
        <pc:spChg chg="mod">
          <ac:chgData name="THIRIET Robin" userId="1f190d23-e32a-42b2-9da1-d64204019463" providerId="ADAL" clId="{E62B8590-B7F6-4477-BD95-4F868D023EE3}" dt="2025-02-13T15:10:07.077" v="431"/>
          <ac:spMkLst>
            <pc:docMk/>
            <pc:sldMk cId="3806495250" sldId="3696"/>
            <ac:spMk id="122" creationId="{7E01187C-E36F-6B04-E3E5-D93A33761AD2}"/>
          </ac:spMkLst>
        </pc:spChg>
        <pc:spChg chg="mod">
          <ac:chgData name="THIRIET Robin" userId="1f190d23-e32a-42b2-9da1-d64204019463" providerId="ADAL" clId="{E62B8590-B7F6-4477-BD95-4F868D023EE3}" dt="2025-02-13T15:10:07.077" v="431"/>
          <ac:spMkLst>
            <pc:docMk/>
            <pc:sldMk cId="3806495250" sldId="3696"/>
            <ac:spMk id="124" creationId="{DC9D0529-1E5C-6C15-EC97-467F0CA18760}"/>
          </ac:spMkLst>
        </pc:spChg>
        <pc:spChg chg="mod">
          <ac:chgData name="THIRIET Robin" userId="1f190d23-e32a-42b2-9da1-d64204019463" providerId="ADAL" clId="{E62B8590-B7F6-4477-BD95-4F868D023EE3}" dt="2025-02-13T15:10:07.077" v="431"/>
          <ac:spMkLst>
            <pc:docMk/>
            <pc:sldMk cId="3806495250" sldId="3696"/>
            <ac:spMk id="201" creationId="{70FB2156-DC4D-53CC-2FBD-0A03EA3E07F3}"/>
          </ac:spMkLst>
        </pc:spChg>
        <pc:spChg chg="mod">
          <ac:chgData name="THIRIET Robin" userId="1f190d23-e32a-42b2-9da1-d64204019463" providerId="ADAL" clId="{E62B8590-B7F6-4477-BD95-4F868D023EE3}" dt="2025-02-13T15:10:07.077" v="431"/>
          <ac:spMkLst>
            <pc:docMk/>
            <pc:sldMk cId="3806495250" sldId="3696"/>
            <ac:spMk id="365" creationId="{E8B059D8-EC15-14D7-8F9D-F8BBD3313B52}"/>
          </ac:spMkLst>
        </pc:spChg>
        <pc:spChg chg="mod">
          <ac:chgData name="THIRIET Robin" userId="1f190d23-e32a-42b2-9da1-d64204019463" providerId="ADAL" clId="{E62B8590-B7F6-4477-BD95-4F868D023EE3}" dt="2025-02-13T15:10:07.077" v="431"/>
          <ac:spMkLst>
            <pc:docMk/>
            <pc:sldMk cId="3806495250" sldId="3696"/>
            <ac:spMk id="368" creationId="{A00E80B8-147B-38F6-ED12-57BB5402A8EB}"/>
          </ac:spMkLst>
        </pc:spChg>
        <pc:spChg chg="mod">
          <ac:chgData name="THIRIET Robin" userId="1f190d23-e32a-42b2-9da1-d64204019463" providerId="ADAL" clId="{E62B8590-B7F6-4477-BD95-4F868D023EE3}" dt="2025-02-13T15:10:07.077" v="431"/>
          <ac:spMkLst>
            <pc:docMk/>
            <pc:sldMk cId="3806495250" sldId="3696"/>
            <ac:spMk id="415" creationId="{4F6B1860-E712-DA68-6AE2-00DC742CE2B6}"/>
          </ac:spMkLst>
        </pc:spChg>
        <pc:spChg chg="mod">
          <ac:chgData name="THIRIET Robin" userId="1f190d23-e32a-42b2-9da1-d64204019463" providerId="ADAL" clId="{E62B8590-B7F6-4477-BD95-4F868D023EE3}" dt="2025-02-13T15:10:07.077" v="431"/>
          <ac:spMkLst>
            <pc:docMk/>
            <pc:sldMk cId="3806495250" sldId="3696"/>
            <ac:spMk id="439" creationId="{3E52F5C5-E631-819D-2590-2B818928E85C}"/>
          </ac:spMkLst>
        </pc:spChg>
        <pc:spChg chg="mod">
          <ac:chgData name="THIRIET Robin" userId="1f190d23-e32a-42b2-9da1-d64204019463" providerId="ADAL" clId="{E62B8590-B7F6-4477-BD95-4F868D023EE3}" dt="2025-02-13T15:10:07.077" v="431"/>
          <ac:spMkLst>
            <pc:docMk/>
            <pc:sldMk cId="3806495250" sldId="3696"/>
            <ac:spMk id="483" creationId="{6BF5CD6D-9188-FE0D-8479-C842448C7F29}"/>
          </ac:spMkLst>
        </pc:spChg>
        <pc:spChg chg="mod">
          <ac:chgData name="THIRIET Robin" userId="1f190d23-e32a-42b2-9da1-d64204019463" providerId="ADAL" clId="{E62B8590-B7F6-4477-BD95-4F868D023EE3}" dt="2025-02-13T15:10:07.077" v="431"/>
          <ac:spMkLst>
            <pc:docMk/>
            <pc:sldMk cId="3806495250" sldId="3696"/>
            <ac:spMk id="670" creationId="{2C30B316-CA6E-A948-AFBB-2FD9F30B5194}"/>
          </ac:spMkLst>
        </pc:spChg>
        <pc:spChg chg="mod">
          <ac:chgData name="THIRIET Robin" userId="1f190d23-e32a-42b2-9da1-d64204019463" providerId="ADAL" clId="{E62B8590-B7F6-4477-BD95-4F868D023EE3}" dt="2025-02-13T15:10:07.077" v="431"/>
          <ac:spMkLst>
            <pc:docMk/>
            <pc:sldMk cId="3806495250" sldId="3696"/>
            <ac:spMk id="705" creationId="{50FAD7A5-1019-8971-7DDA-FE84E2CDCC84}"/>
          </ac:spMkLst>
        </pc:spChg>
        <pc:picChg chg="add mod">
          <ac:chgData name="THIRIET Robin" userId="1f190d23-e32a-42b2-9da1-d64204019463" providerId="ADAL" clId="{E62B8590-B7F6-4477-BD95-4F868D023EE3}" dt="2025-02-13T15:13:00.817" v="446"/>
          <ac:picMkLst>
            <pc:docMk/>
            <pc:sldMk cId="3806495250" sldId="3696"/>
            <ac:picMk id="880" creationId="{FB9970B0-51EB-7462-8AA5-811339348EFE}"/>
          </ac:picMkLst>
        </pc:picChg>
      </pc:sldChg>
    </pc:docChg>
  </pc:docChgLst>
  <pc:docChgLst>
    <pc:chgData name="THIRIET Robin" userId="561d3886-c51f-499d-8c6f-88186e4606e8" providerId="ADAL" clId="{557A1272-075B-455F-B7F1-916D103E50B3}"/>
    <pc:docChg chg="undo redo custSel addSld delSld modSld sldOrd">
      <pc:chgData name="THIRIET Robin" userId="561d3886-c51f-499d-8c6f-88186e4606e8" providerId="ADAL" clId="{557A1272-075B-455F-B7F1-916D103E50B3}" dt="2024-09-11T14:55:41.605" v="2484" actId="14100"/>
      <pc:docMkLst>
        <pc:docMk/>
      </pc:docMkLst>
      <pc:sldChg chg="modSp mod">
        <pc:chgData name="THIRIET Robin" userId="561d3886-c51f-499d-8c6f-88186e4606e8" providerId="ADAL" clId="{557A1272-075B-455F-B7F1-916D103E50B3}" dt="2024-09-11T14:37:24.646" v="2237" actId="20577"/>
        <pc:sldMkLst>
          <pc:docMk/>
          <pc:sldMk cId="0" sldId="271"/>
        </pc:sldMkLst>
      </pc:sldChg>
      <pc:sldChg chg="modSp mod">
        <pc:chgData name="THIRIET Robin" userId="561d3886-c51f-499d-8c6f-88186e4606e8" providerId="ADAL" clId="{557A1272-075B-455F-B7F1-916D103E50B3}" dt="2024-09-09T08:31:55.265" v="8" actId="1076"/>
        <pc:sldMkLst>
          <pc:docMk/>
          <pc:sldMk cId="4051566308" sldId="914"/>
        </pc:sldMkLst>
      </pc:sldChg>
      <pc:sldChg chg="modSp del mod ord">
        <pc:chgData name="THIRIET Robin" userId="561d3886-c51f-499d-8c6f-88186e4606e8" providerId="ADAL" clId="{557A1272-075B-455F-B7F1-916D103E50B3}" dt="2024-09-11T12:55:00.584" v="1515" actId="47"/>
        <pc:sldMkLst>
          <pc:docMk/>
          <pc:sldMk cId="1401161475" sldId="3040"/>
        </pc:sldMkLst>
      </pc:sldChg>
      <pc:sldChg chg="modSp mod">
        <pc:chgData name="THIRIET Robin" userId="561d3886-c51f-499d-8c6f-88186e4606e8" providerId="ADAL" clId="{557A1272-075B-455F-B7F1-916D103E50B3}" dt="2024-09-10T10:46:02.450" v="671" actId="5793"/>
        <pc:sldMkLst>
          <pc:docMk/>
          <pc:sldMk cId="2792668648" sldId="3088"/>
        </pc:sldMkLst>
      </pc:sldChg>
      <pc:sldChg chg="modSp mod">
        <pc:chgData name="THIRIET Robin" userId="561d3886-c51f-499d-8c6f-88186e4606e8" providerId="ADAL" clId="{557A1272-075B-455F-B7F1-916D103E50B3}" dt="2024-09-11T14:55:41.605" v="2484" actId="14100"/>
        <pc:sldMkLst>
          <pc:docMk/>
          <pc:sldMk cId="2508864089" sldId="3203"/>
        </pc:sldMkLst>
      </pc:sldChg>
      <pc:sldChg chg="modSp mod ord">
        <pc:chgData name="THIRIET Robin" userId="561d3886-c51f-499d-8c6f-88186e4606e8" providerId="ADAL" clId="{557A1272-075B-455F-B7F1-916D103E50B3}" dt="2024-09-10T13:26:47.246" v="951" actId="20577"/>
        <pc:sldMkLst>
          <pc:docMk/>
          <pc:sldMk cId="0" sldId="3210"/>
        </pc:sldMkLst>
      </pc:sldChg>
      <pc:sldChg chg="del">
        <pc:chgData name="THIRIET Robin" userId="561d3886-c51f-499d-8c6f-88186e4606e8" providerId="ADAL" clId="{557A1272-075B-455F-B7F1-916D103E50B3}" dt="2024-09-09T12:36:15.278" v="419" actId="47"/>
        <pc:sldMkLst>
          <pc:docMk/>
          <pc:sldMk cId="0" sldId="3212"/>
        </pc:sldMkLst>
      </pc:sldChg>
      <pc:sldChg chg="modSp mod ord">
        <pc:chgData name="THIRIET Robin" userId="561d3886-c51f-499d-8c6f-88186e4606e8" providerId="ADAL" clId="{557A1272-075B-455F-B7F1-916D103E50B3}" dt="2024-09-09T11:20:22.688" v="125" actId="20577"/>
        <pc:sldMkLst>
          <pc:docMk/>
          <pc:sldMk cId="510705447" sldId="3220"/>
        </pc:sldMkLst>
      </pc:sldChg>
      <pc:sldChg chg="ord">
        <pc:chgData name="THIRIET Robin" userId="561d3886-c51f-499d-8c6f-88186e4606e8" providerId="ADAL" clId="{557A1272-075B-455F-B7F1-916D103E50B3}" dt="2024-09-10T10:18:19.467" v="643"/>
        <pc:sldMkLst>
          <pc:docMk/>
          <pc:sldMk cId="2971842421" sldId="3532"/>
        </pc:sldMkLst>
      </pc:sldChg>
      <pc:sldChg chg="addSp delSp modSp mod">
        <pc:chgData name="THIRIET Robin" userId="561d3886-c51f-499d-8c6f-88186e4606e8" providerId="ADAL" clId="{557A1272-075B-455F-B7F1-916D103E50B3}" dt="2024-09-09T10:35:05.884" v="35" actId="22"/>
        <pc:sldMkLst>
          <pc:docMk/>
          <pc:sldMk cId="2962803255" sldId="3533"/>
        </pc:sldMkLst>
      </pc:sldChg>
      <pc:sldChg chg="modSp mod">
        <pc:chgData name="THIRIET Robin" userId="561d3886-c51f-499d-8c6f-88186e4606e8" providerId="ADAL" clId="{557A1272-075B-455F-B7F1-916D103E50B3}" dt="2024-09-11T07:36:02.286" v="1449" actId="20577"/>
        <pc:sldMkLst>
          <pc:docMk/>
          <pc:sldMk cId="2913121844" sldId="3551"/>
        </pc:sldMkLst>
      </pc:sldChg>
      <pc:sldChg chg="modSp mod">
        <pc:chgData name="THIRIET Robin" userId="561d3886-c51f-499d-8c6f-88186e4606e8" providerId="ADAL" clId="{557A1272-075B-455F-B7F1-916D103E50B3}" dt="2024-09-10T10:37:31.544" v="654" actId="20577"/>
        <pc:sldMkLst>
          <pc:docMk/>
          <pc:sldMk cId="3258961760" sldId="3555"/>
        </pc:sldMkLst>
      </pc:sldChg>
      <pc:sldChg chg="modSp mod">
        <pc:chgData name="THIRIET Robin" userId="561d3886-c51f-499d-8c6f-88186e4606e8" providerId="ADAL" clId="{557A1272-075B-455F-B7F1-916D103E50B3}" dt="2024-09-09T11:32:29.940" v="159" actId="1076"/>
        <pc:sldMkLst>
          <pc:docMk/>
          <pc:sldMk cId="2401840091" sldId="3567"/>
        </pc:sldMkLst>
      </pc:sldChg>
      <pc:sldChg chg="ord">
        <pc:chgData name="THIRIET Robin" userId="561d3886-c51f-499d-8c6f-88186e4606e8" providerId="ADAL" clId="{557A1272-075B-455F-B7F1-916D103E50B3}" dt="2024-09-09T11:22:04.180" v="142"/>
        <pc:sldMkLst>
          <pc:docMk/>
          <pc:sldMk cId="2579144987" sldId="3603"/>
        </pc:sldMkLst>
      </pc:sldChg>
      <pc:sldChg chg="modSp mod">
        <pc:chgData name="THIRIET Robin" userId="561d3886-c51f-499d-8c6f-88186e4606e8" providerId="ADAL" clId="{557A1272-075B-455F-B7F1-916D103E50B3}" dt="2024-09-09T08:35:52.448" v="28" actId="1076"/>
        <pc:sldMkLst>
          <pc:docMk/>
          <pc:sldMk cId="3118184351" sldId="3604"/>
        </pc:sldMkLst>
      </pc:sldChg>
      <pc:sldChg chg="addSp modSp mod">
        <pc:chgData name="THIRIET Robin" userId="561d3886-c51f-499d-8c6f-88186e4606e8" providerId="ADAL" clId="{557A1272-075B-455F-B7F1-916D103E50B3}" dt="2024-09-09T11:35:00.275" v="182" actId="20577"/>
        <pc:sldMkLst>
          <pc:docMk/>
          <pc:sldMk cId="722177770" sldId="3611"/>
        </pc:sldMkLst>
      </pc:sldChg>
      <pc:sldChg chg="addSp modSp mod">
        <pc:chgData name="THIRIET Robin" userId="561d3886-c51f-499d-8c6f-88186e4606e8" providerId="ADAL" clId="{557A1272-075B-455F-B7F1-916D103E50B3}" dt="2024-09-09T12:32:03.852" v="418" actId="1076"/>
        <pc:sldMkLst>
          <pc:docMk/>
          <pc:sldMk cId="2157983416" sldId="3612"/>
        </pc:sldMkLst>
      </pc:sldChg>
      <pc:sldChg chg="addSp delSp modSp mod ord">
        <pc:chgData name="THIRIET Robin" userId="561d3886-c51f-499d-8c6f-88186e4606e8" providerId="ADAL" clId="{557A1272-075B-455F-B7F1-916D103E50B3}" dt="2024-09-10T10:14:51.407" v="641"/>
        <pc:sldMkLst>
          <pc:docMk/>
          <pc:sldMk cId="2765014242" sldId="3615"/>
        </pc:sldMkLst>
      </pc:sldChg>
      <pc:sldChg chg="modSp mod">
        <pc:chgData name="THIRIET Robin" userId="561d3886-c51f-499d-8c6f-88186e4606e8" providerId="ADAL" clId="{557A1272-075B-455F-B7F1-916D103E50B3}" dt="2024-09-10T13:17:34.230" v="771" actId="20577"/>
        <pc:sldMkLst>
          <pc:docMk/>
          <pc:sldMk cId="1110414756" sldId="3616"/>
        </pc:sldMkLst>
      </pc:sldChg>
      <pc:sldChg chg="modSp del mod ord">
        <pc:chgData name="THIRIET Robin" userId="561d3886-c51f-499d-8c6f-88186e4606e8" providerId="ADAL" clId="{557A1272-075B-455F-B7F1-916D103E50B3}" dt="2024-09-10T14:12:46.411" v="1318" actId="47"/>
        <pc:sldMkLst>
          <pc:docMk/>
          <pc:sldMk cId="0" sldId="3617"/>
        </pc:sldMkLst>
      </pc:sldChg>
      <pc:sldChg chg="delSp modSp del mod">
        <pc:chgData name="THIRIET Robin" userId="561d3886-c51f-499d-8c6f-88186e4606e8" providerId="ADAL" clId="{557A1272-075B-455F-B7F1-916D103E50B3}" dt="2024-09-11T12:58:31.256" v="1522" actId="47"/>
        <pc:sldMkLst>
          <pc:docMk/>
          <pc:sldMk cId="569801970" sldId="3618"/>
        </pc:sldMkLst>
      </pc:sldChg>
      <pc:sldChg chg="del">
        <pc:chgData name="THIRIET Robin" userId="561d3886-c51f-499d-8c6f-88186e4606e8" providerId="ADAL" clId="{557A1272-075B-455F-B7F1-916D103E50B3}" dt="2024-09-10T13:26:02.242" v="909" actId="47"/>
        <pc:sldMkLst>
          <pc:docMk/>
          <pc:sldMk cId="3224078610" sldId="3623"/>
        </pc:sldMkLst>
      </pc:sldChg>
      <pc:sldChg chg="del">
        <pc:chgData name="THIRIET Robin" userId="561d3886-c51f-499d-8c6f-88186e4606e8" providerId="ADAL" clId="{557A1272-075B-455F-B7F1-916D103E50B3}" dt="2024-09-10T13:26:03.182" v="910" actId="47"/>
        <pc:sldMkLst>
          <pc:docMk/>
          <pc:sldMk cId="3037150482" sldId="3628"/>
        </pc:sldMkLst>
      </pc:sldChg>
      <pc:sldChg chg="del">
        <pc:chgData name="THIRIET Robin" userId="561d3886-c51f-499d-8c6f-88186e4606e8" providerId="ADAL" clId="{557A1272-075B-455F-B7F1-916D103E50B3}" dt="2024-09-10T13:26:06.110" v="911" actId="47"/>
        <pc:sldMkLst>
          <pc:docMk/>
          <pc:sldMk cId="1489402589" sldId="3629"/>
        </pc:sldMkLst>
      </pc:sldChg>
      <pc:sldChg chg="del">
        <pc:chgData name="THIRIET Robin" userId="561d3886-c51f-499d-8c6f-88186e4606e8" providerId="ADAL" clId="{557A1272-075B-455F-B7F1-916D103E50B3}" dt="2024-09-10T13:26:07.634" v="912" actId="47"/>
        <pc:sldMkLst>
          <pc:docMk/>
          <pc:sldMk cId="4246695924" sldId="3630"/>
        </pc:sldMkLst>
      </pc:sldChg>
      <pc:sldChg chg="del">
        <pc:chgData name="THIRIET Robin" userId="561d3886-c51f-499d-8c6f-88186e4606e8" providerId="ADAL" clId="{557A1272-075B-455F-B7F1-916D103E50B3}" dt="2024-09-10T13:26:09.512" v="914" actId="47"/>
        <pc:sldMkLst>
          <pc:docMk/>
          <pc:sldMk cId="3887093247" sldId="3631"/>
        </pc:sldMkLst>
      </pc:sldChg>
      <pc:sldChg chg="del">
        <pc:chgData name="THIRIET Robin" userId="561d3886-c51f-499d-8c6f-88186e4606e8" providerId="ADAL" clId="{557A1272-075B-455F-B7F1-916D103E50B3}" dt="2024-09-10T13:26:08.934" v="913" actId="47"/>
        <pc:sldMkLst>
          <pc:docMk/>
          <pc:sldMk cId="1355371879" sldId="3632"/>
        </pc:sldMkLst>
      </pc:sldChg>
      <pc:sldChg chg="del">
        <pc:chgData name="THIRIET Robin" userId="561d3886-c51f-499d-8c6f-88186e4606e8" providerId="ADAL" clId="{557A1272-075B-455F-B7F1-916D103E50B3}" dt="2024-09-10T13:26:11.158" v="916" actId="47"/>
        <pc:sldMkLst>
          <pc:docMk/>
          <pc:sldMk cId="3952569485" sldId="3633"/>
        </pc:sldMkLst>
      </pc:sldChg>
      <pc:sldChg chg="del">
        <pc:chgData name="THIRIET Robin" userId="561d3886-c51f-499d-8c6f-88186e4606e8" providerId="ADAL" clId="{557A1272-075B-455F-B7F1-916D103E50B3}" dt="2024-09-10T13:26:10.384" v="915" actId="47"/>
        <pc:sldMkLst>
          <pc:docMk/>
          <pc:sldMk cId="465485185" sldId="3634"/>
        </pc:sldMkLst>
      </pc:sldChg>
      <pc:sldChg chg="delSp modSp mod ord">
        <pc:chgData name="THIRIET Robin" userId="561d3886-c51f-499d-8c6f-88186e4606e8" providerId="ADAL" clId="{557A1272-075B-455F-B7F1-916D103E50B3}" dt="2024-09-11T14:11:19.947" v="2120" actId="20577"/>
        <pc:sldMkLst>
          <pc:docMk/>
          <pc:sldMk cId="1935409836" sldId="3638"/>
        </pc:sldMkLst>
      </pc:sldChg>
      <pc:sldChg chg="addSp delSp mod">
        <pc:chgData name="THIRIET Robin" userId="561d3886-c51f-499d-8c6f-88186e4606e8" providerId="ADAL" clId="{557A1272-075B-455F-B7F1-916D103E50B3}" dt="2024-09-09T10:38:57.967" v="39" actId="22"/>
        <pc:sldMkLst>
          <pc:docMk/>
          <pc:sldMk cId="3361034698" sldId="3644"/>
        </pc:sldMkLst>
      </pc:sldChg>
      <pc:sldChg chg="addSp delSp modSp mod">
        <pc:chgData name="THIRIET Robin" userId="561d3886-c51f-499d-8c6f-88186e4606e8" providerId="ADAL" clId="{557A1272-075B-455F-B7F1-916D103E50B3}" dt="2024-09-11T12:51:51.047" v="1493" actId="22"/>
        <pc:sldMkLst>
          <pc:docMk/>
          <pc:sldMk cId="52937562" sldId="3645"/>
        </pc:sldMkLst>
      </pc:sldChg>
      <pc:sldChg chg="addSp delSp modSp mod ord">
        <pc:chgData name="THIRIET Robin" userId="561d3886-c51f-499d-8c6f-88186e4606e8" providerId="ADAL" clId="{557A1272-075B-455F-B7F1-916D103E50B3}" dt="2024-09-11T08:29:38.690" v="1491" actId="1076"/>
        <pc:sldMkLst>
          <pc:docMk/>
          <pc:sldMk cId="503242696" sldId="3648"/>
        </pc:sldMkLst>
      </pc:sldChg>
      <pc:sldChg chg="addSp delSp modSp mod ord">
        <pc:chgData name="THIRIET Robin" userId="561d3886-c51f-499d-8c6f-88186e4606e8" providerId="ADAL" clId="{557A1272-075B-455F-B7F1-916D103E50B3}" dt="2024-09-11T14:25:35.636" v="2177" actId="1076"/>
        <pc:sldMkLst>
          <pc:docMk/>
          <pc:sldMk cId="941142890" sldId="3649"/>
        </pc:sldMkLst>
      </pc:sldChg>
      <pc:sldChg chg="addSp delSp modSp mod ord">
        <pc:chgData name="THIRIET Robin" userId="561d3886-c51f-499d-8c6f-88186e4606e8" providerId="ADAL" clId="{557A1272-075B-455F-B7F1-916D103E50B3}" dt="2024-09-10T14:00:01.897" v="1309" actId="20577"/>
        <pc:sldMkLst>
          <pc:docMk/>
          <pc:sldMk cId="0" sldId="3651"/>
        </pc:sldMkLst>
      </pc:sldChg>
      <pc:sldChg chg="delSp modSp mod">
        <pc:chgData name="THIRIET Robin" userId="561d3886-c51f-499d-8c6f-88186e4606e8" providerId="ADAL" clId="{557A1272-075B-455F-B7F1-916D103E50B3}" dt="2024-09-10T13:25:12.189" v="898" actId="478"/>
        <pc:sldMkLst>
          <pc:docMk/>
          <pc:sldMk cId="4198904397" sldId="3652"/>
        </pc:sldMkLst>
      </pc:sldChg>
      <pc:sldChg chg="addSp delSp modSp mod">
        <pc:chgData name="THIRIET Robin" userId="561d3886-c51f-499d-8c6f-88186e4606e8" providerId="ADAL" clId="{557A1272-075B-455F-B7F1-916D103E50B3}" dt="2024-09-11T14:16:38.906" v="2170" actId="14100"/>
        <pc:sldMkLst>
          <pc:docMk/>
          <pc:sldMk cId="4154575338" sldId="3653"/>
        </pc:sldMkLst>
      </pc:sldChg>
      <pc:sldChg chg="del">
        <pc:chgData name="THIRIET Robin" userId="561d3886-c51f-499d-8c6f-88186e4606e8" providerId="ADAL" clId="{557A1272-075B-455F-B7F1-916D103E50B3}" dt="2024-09-10T13:26:13.083" v="917" actId="47"/>
        <pc:sldMkLst>
          <pc:docMk/>
          <pc:sldMk cId="2239947390" sldId="3654"/>
        </pc:sldMkLst>
      </pc:sldChg>
      <pc:sldChg chg="del">
        <pc:chgData name="THIRIET Robin" userId="561d3886-c51f-499d-8c6f-88186e4606e8" providerId="ADAL" clId="{557A1272-075B-455F-B7F1-916D103E50B3}" dt="2024-09-11T14:53:51.066" v="2480" actId="47"/>
        <pc:sldMkLst>
          <pc:docMk/>
          <pc:sldMk cId="2918787752" sldId="3655"/>
        </pc:sldMkLst>
      </pc:sldChg>
      <pc:sldChg chg="modSp mod">
        <pc:chgData name="THIRIET Robin" userId="561d3886-c51f-499d-8c6f-88186e4606e8" providerId="ADAL" clId="{557A1272-075B-455F-B7F1-916D103E50B3}" dt="2024-09-11T13:12:19.598" v="1842" actId="1076"/>
        <pc:sldMkLst>
          <pc:docMk/>
          <pc:sldMk cId="1757688491" sldId="3657"/>
        </pc:sldMkLst>
      </pc:sldChg>
      <pc:sldChg chg="modSp mod">
        <pc:chgData name="THIRIET Robin" userId="561d3886-c51f-499d-8c6f-88186e4606e8" providerId="ADAL" clId="{557A1272-075B-455F-B7F1-916D103E50B3}" dt="2024-09-11T14:50:47.968" v="2469" actId="20577"/>
        <pc:sldMkLst>
          <pc:docMk/>
          <pc:sldMk cId="639283159" sldId="3658"/>
        </pc:sldMkLst>
      </pc:sldChg>
      <pc:sldChg chg="addSp delSp modSp mod">
        <pc:chgData name="THIRIET Robin" userId="561d3886-c51f-499d-8c6f-88186e4606e8" providerId="ADAL" clId="{557A1272-075B-455F-B7F1-916D103E50B3}" dt="2024-09-11T14:51:40.184" v="2477" actId="478"/>
        <pc:sldMkLst>
          <pc:docMk/>
          <pc:sldMk cId="1675740791" sldId="3659"/>
        </pc:sldMkLst>
      </pc:sldChg>
      <pc:sldChg chg="modSp mod ord">
        <pc:chgData name="THIRIET Robin" userId="561d3886-c51f-499d-8c6f-88186e4606e8" providerId="ADAL" clId="{557A1272-075B-455F-B7F1-916D103E50B3}" dt="2024-09-11T14:51:01.310" v="2471"/>
        <pc:sldMkLst>
          <pc:docMk/>
          <pc:sldMk cId="776351063" sldId="3660"/>
        </pc:sldMkLst>
      </pc:sldChg>
      <pc:sldChg chg="del ord">
        <pc:chgData name="THIRIET Robin" userId="561d3886-c51f-499d-8c6f-88186e4606e8" providerId="ADAL" clId="{557A1272-075B-455F-B7F1-916D103E50B3}" dt="2024-09-11T14:53:57.127" v="2481" actId="47"/>
        <pc:sldMkLst>
          <pc:docMk/>
          <pc:sldMk cId="3653365633" sldId="3661"/>
        </pc:sldMkLst>
      </pc:sldChg>
      <pc:sldChg chg="addSp delSp modSp mod">
        <pc:chgData name="THIRIET Robin" userId="561d3886-c51f-499d-8c6f-88186e4606e8" providerId="ADAL" clId="{557A1272-075B-455F-B7F1-916D103E50B3}" dt="2024-09-11T07:23:54.739" v="1433" actId="14100"/>
        <pc:sldMkLst>
          <pc:docMk/>
          <pc:sldMk cId="741136509" sldId="3668"/>
        </pc:sldMkLst>
      </pc:sldChg>
      <pc:sldChg chg="addSp delSp add del mod ord">
        <pc:chgData name="THIRIET Robin" userId="561d3886-c51f-499d-8c6f-88186e4606e8" providerId="ADAL" clId="{557A1272-075B-455F-B7F1-916D103E50B3}" dt="2024-09-09T11:21:27.820" v="140" actId="47"/>
        <pc:sldMkLst>
          <pc:docMk/>
          <pc:sldMk cId="3493354501" sldId="3669"/>
        </pc:sldMkLst>
      </pc:sldChg>
      <pc:sldChg chg="modSp add mod">
        <pc:chgData name="THIRIET Robin" userId="561d3886-c51f-499d-8c6f-88186e4606e8" providerId="ADAL" clId="{557A1272-075B-455F-B7F1-916D103E50B3}" dt="2024-09-11T12:54:52.526" v="1514" actId="1076"/>
        <pc:sldMkLst>
          <pc:docMk/>
          <pc:sldMk cId="3512914032" sldId="3669"/>
        </pc:sldMkLst>
      </pc:sldChg>
      <pc:sldChg chg="add del">
        <pc:chgData name="THIRIET Robin" userId="561d3886-c51f-499d-8c6f-88186e4606e8" providerId="ADAL" clId="{557A1272-075B-455F-B7F1-916D103E50B3}" dt="2024-09-09T11:30:00.852" v="144"/>
        <pc:sldMkLst>
          <pc:docMk/>
          <pc:sldMk cId="3883117779" sldId="3669"/>
        </pc:sldMkLst>
      </pc:sldChg>
      <pc:sldChg chg="modSp add mod">
        <pc:chgData name="THIRIET Robin" userId="561d3886-c51f-499d-8c6f-88186e4606e8" providerId="ADAL" clId="{557A1272-075B-455F-B7F1-916D103E50B3}" dt="2024-09-11T12:59:38.358" v="1553" actId="20577"/>
        <pc:sldMkLst>
          <pc:docMk/>
          <pc:sldMk cId="535262139" sldId="3670"/>
        </pc:sldMkLst>
      </pc:sldChg>
      <pc:sldChg chg="addSp delSp modSp new mod ord">
        <pc:chgData name="THIRIET Robin" userId="561d3886-c51f-499d-8c6f-88186e4606e8" providerId="ADAL" clId="{557A1272-075B-455F-B7F1-916D103E50B3}" dt="2024-09-11T14:05:00.157" v="2075" actId="1076"/>
        <pc:sldMkLst>
          <pc:docMk/>
          <pc:sldMk cId="2424959205" sldId="3671"/>
        </pc:sldMkLst>
      </pc:sldChg>
      <pc:sldChg chg="addSp delSp modSp new del mod">
        <pc:chgData name="THIRIET Robin" userId="561d3886-c51f-499d-8c6f-88186e4606e8" providerId="ADAL" clId="{557A1272-075B-455F-B7F1-916D103E50B3}" dt="2024-09-11T13:54:02.030" v="2003" actId="47"/>
        <pc:sldMkLst>
          <pc:docMk/>
          <pc:sldMk cId="1391992978" sldId="3672"/>
        </pc:sldMkLst>
      </pc:sldChg>
      <pc:sldChg chg="modSp new mod">
        <pc:chgData name="THIRIET Robin" userId="561d3886-c51f-499d-8c6f-88186e4606e8" providerId="ADAL" clId="{557A1272-075B-455F-B7F1-916D103E50B3}" dt="2024-09-11T14:35:04.988" v="2229" actId="20577"/>
        <pc:sldMkLst>
          <pc:docMk/>
          <pc:sldMk cId="2774919357" sldId="3672"/>
        </pc:sldMkLst>
      </pc:sldChg>
    </pc:docChg>
  </pc:docChgLst>
  <pc:docChgLst>
    <pc:chgData name="FINDELAIR Guillaume" userId="S::guillaume.findelair@ynov.com::9fe1e7ee-d2c4-41f2-97b7-c4ee833a4998" providerId="AD" clId="Web-{041B1172-BA3C-470D-BBB2-55589BEA25A0}"/>
    <pc:docChg chg="modSld">
      <pc:chgData name="FINDELAIR Guillaume" userId="S::guillaume.findelair@ynov.com::9fe1e7ee-d2c4-41f2-97b7-c4ee833a4998" providerId="AD" clId="Web-{041B1172-BA3C-470D-BBB2-55589BEA25A0}" dt="2025-02-13T13:06:50.296" v="23" actId="20577"/>
      <pc:docMkLst>
        <pc:docMk/>
      </pc:docMkLst>
      <pc:sldChg chg="modSp">
        <pc:chgData name="FINDELAIR Guillaume" userId="S::guillaume.findelair@ynov.com::9fe1e7ee-d2c4-41f2-97b7-c4ee833a4998" providerId="AD" clId="Web-{041B1172-BA3C-470D-BBB2-55589BEA25A0}" dt="2025-02-13T13:06:50.296" v="23" actId="20577"/>
        <pc:sldMkLst>
          <pc:docMk/>
          <pc:sldMk cId="3475900297" sldId="258"/>
        </pc:sldMkLst>
        <pc:spChg chg="mod">
          <ac:chgData name="FINDELAIR Guillaume" userId="S::guillaume.findelair@ynov.com::9fe1e7ee-d2c4-41f2-97b7-c4ee833a4998" providerId="AD" clId="Web-{041B1172-BA3C-470D-BBB2-55589BEA25A0}" dt="2025-02-13T13:06:50.296" v="23" actId="20577"/>
          <ac:spMkLst>
            <pc:docMk/>
            <pc:sldMk cId="3475900297" sldId="258"/>
            <ac:spMk id="11" creationId="{CFC136FB-9C8B-FFF7-A0B5-6A1FAF96E816}"/>
          </ac:spMkLst>
        </pc:spChg>
      </pc:sldChg>
    </pc:docChg>
  </pc:docChgLst>
  <pc:docChgLst>
    <pc:chgData name="FINDELAIR Guillaume" userId="9fe1e7ee-d2c4-41f2-97b7-c4ee833a4998" providerId="ADAL" clId="{62DC5E6D-B3B6-4E6B-B63C-CA1DA2D2B62D}"/>
    <pc:docChg chg="undo redo custSel addSld delSld modSld sldOrd">
      <pc:chgData name="FINDELAIR Guillaume" userId="9fe1e7ee-d2c4-41f2-97b7-c4ee833a4998" providerId="ADAL" clId="{62DC5E6D-B3B6-4E6B-B63C-CA1DA2D2B62D}" dt="2025-02-14T10:12:14.782" v="1732" actId="6549"/>
      <pc:docMkLst>
        <pc:docMk/>
      </pc:docMkLst>
      <pc:sldChg chg="addSp modSp mod ord">
        <pc:chgData name="FINDELAIR Guillaume" userId="9fe1e7ee-d2c4-41f2-97b7-c4ee833a4998" providerId="ADAL" clId="{62DC5E6D-B3B6-4E6B-B63C-CA1DA2D2B62D}" dt="2025-02-13T15:15:52.316" v="1063"/>
        <pc:sldMkLst>
          <pc:docMk/>
          <pc:sldMk cId="0" sldId="267"/>
        </pc:sldMkLst>
        <pc:spChg chg="mod">
          <ac:chgData name="FINDELAIR Guillaume" userId="9fe1e7ee-d2c4-41f2-97b7-c4ee833a4998" providerId="ADAL" clId="{62DC5E6D-B3B6-4E6B-B63C-CA1DA2D2B62D}" dt="2025-02-13T15:04:07.624" v="882" actId="20577"/>
          <ac:spMkLst>
            <pc:docMk/>
            <pc:sldMk cId="0" sldId="267"/>
            <ac:spMk id="8" creationId="{29336355-D2AF-0E34-655E-A651CA3556A5}"/>
          </ac:spMkLst>
        </pc:spChg>
        <pc:spChg chg="mod">
          <ac:chgData name="FINDELAIR Guillaume" userId="9fe1e7ee-d2c4-41f2-97b7-c4ee833a4998" providerId="ADAL" clId="{62DC5E6D-B3B6-4E6B-B63C-CA1DA2D2B62D}" dt="2025-02-13T15:01:52.209" v="736" actId="20577"/>
          <ac:spMkLst>
            <pc:docMk/>
            <pc:sldMk cId="0" sldId="267"/>
            <ac:spMk id="441" creationId="{00000000-0000-0000-0000-000000000000}"/>
          </ac:spMkLst>
        </pc:spChg>
        <pc:spChg chg="mod">
          <ac:chgData name="FINDELAIR Guillaume" userId="9fe1e7ee-d2c4-41f2-97b7-c4ee833a4998" providerId="ADAL" clId="{62DC5E6D-B3B6-4E6B-B63C-CA1DA2D2B62D}" dt="2025-02-13T15:02:02.098" v="751" actId="20577"/>
          <ac:spMkLst>
            <pc:docMk/>
            <pc:sldMk cId="0" sldId="267"/>
            <ac:spMk id="442" creationId="{00000000-0000-0000-0000-000000000000}"/>
          </ac:spMkLst>
        </pc:spChg>
        <pc:spChg chg="mod">
          <ac:chgData name="FINDELAIR Guillaume" userId="9fe1e7ee-d2c4-41f2-97b7-c4ee833a4998" providerId="ADAL" clId="{62DC5E6D-B3B6-4E6B-B63C-CA1DA2D2B62D}" dt="2025-02-13T15:02:10.150" v="776" actId="20577"/>
          <ac:spMkLst>
            <pc:docMk/>
            <pc:sldMk cId="0" sldId="267"/>
            <ac:spMk id="443" creationId="{00000000-0000-0000-0000-000000000000}"/>
          </ac:spMkLst>
        </pc:spChg>
        <pc:spChg chg="mod">
          <ac:chgData name="FINDELAIR Guillaume" userId="9fe1e7ee-d2c4-41f2-97b7-c4ee833a4998" providerId="ADAL" clId="{62DC5E6D-B3B6-4E6B-B63C-CA1DA2D2B62D}" dt="2025-02-13T15:02:18.179" v="801" actId="20577"/>
          <ac:spMkLst>
            <pc:docMk/>
            <pc:sldMk cId="0" sldId="267"/>
            <ac:spMk id="444" creationId="{00000000-0000-0000-0000-000000000000}"/>
          </ac:spMkLst>
        </pc:spChg>
        <pc:spChg chg="mod">
          <ac:chgData name="FINDELAIR Guillaume" userId="9fe1e7ee-d2c4-41f2-97b7-c4ee833a4998" providerId="ADAL" clId="{62DC5E6D-B3B6-4E6B-B63C-CA1DA2D2B62D}" dt="2025-02-13T15:07:47.863" v="1035" actId="20577"/>
          <ac:spMkLst>
            <pc:docMk/>
            <pc:sldMk cId="0" sldId="267"/>
            <ac:spMk id="445" creationId="{00000000-0000-0000-0000-000000000000}"/>
          </ac:spMkLst>
        </pc:spChg>
        <pc:spChg chg="mod">
          <ac:chgData name="FINDELAIR Guillaume" userId="9fe1e7ee-d2c4-41f2-97b7-c4ee833a4998" providerId="ADAL" clId="{62DC5E6D-B3B6-4E6B-B63C-CA1DA2D2B62D}" dt="2025-02-13T15:03:49.885" v="864" actId="20577"/>
          <ac:spMkLst>
            <pc:docMk/>
            <pc:sldMk cId="0" sldId="267"/>
            <ac:spMk id="446" creationId="{00000000-0000-0000-0000-000000000000}"/>
          </ac:spMkLst>
        </pc:spChg>
        <pc:spChg chg="mod">
          <ac:chgData name="FINDELAIR Guillaume" userId="9fe1e7ee-d2c4-41f2-97b7-c4ee833a4998" providerId="ADAL" clId="{62DC5E6D-B3B6-4E6B-B63C-CA1DA2D2B62D}" dt="2025-02-13T15:15:52.316" v="1063"/>
          <ac:spMkLst>
            <pc:docMk/>
            <pc:sldMk cId="0" sldId="267"/>
            <ac:spMk id="450" creationId="{CE6664CF-6301-A802-9DDD-48E05159261F}"/>
          </ac:spMkLst>
        </pc:spChg>
        <pc:spChg chg="mod">
          <ac:chgData name="FINDELAIR Guillaume" userId="9fe1e7ee-d2c4-41f2-97b7-c4ee833a4998" providerId="ADAL" clId="{62DC5E6D-B3B6-4E6B-B63C-CA1DA2D2B62D}" dt="2025-02-13T15:15:52.316" v="1063"/>
          <ac:spMkLst>
            <pc:docMk/>
            <pc:sldMk cId="0" sldId="267"/>
            <ac:spMk id="1383" creationId="{A3D9E72E-2486-4F44-BF0E-BCF6655861E4}"/>
          </ac:spMkLst>
        </pc:spChg>
        <pc:spChg chg="mod">
          <ac:chgData name="FINDELAIR Guillaume" userId="9fe1e7ee-d2c4-41f2-97b7-c4ee833a4998" providerId="ADAL" clId="{62DC5E6D-B3B6-4E6B-B63C-CA1DA2D2B62D}" dt="2025-02-13T15:15:52.316" v="1063"/>
          <ac:spMkLst>
            <pc:docMk/>
            <pc:sldMk cId="0" sldId="267"/>
            <ac:spMk id="1542" creationId="{CA9CCF51-EC1A-9F90-0949-3631C118E382}"/>
          </ac:spMkLst>
        </pc:spChg>
        <pc:spChg chg="mod">
          <ac:chgData name="FINDELAIR Guillaume" userId="9fe1e7ee-d2c4-41f2-97b7-c4ee833a4998" providerId="ADAL" clId="{62DC5E6D-B3B6-4E6B-B63C-CA1DA2D2B62D}" dt="2025-02-13T15:15:52.316" v="1063"/>
          <ac:spMkLst>
            <pc:docMk/>
            <pc:sldMk cId="0" sldId="267"/>
            <ac:spMk id="1644" creationId="{530FD769-0F43-9EEC-DB0C-AE6E08F8AD45}"/>
          </ac:spMkLst>
        </pc:spChg>
        <pc:spChg chg="mod">
          <ac:chgData name="FINDELAIR Guillaume" userId="9fe1e7ee-d2c4-41f2-97b7-c4ee833a4998" providerId="ADAL" clId="{62DC5E6D-B3B6-4E6B-B63C-CA1DA2D2B62D}" dt="2025-02-13T15:15:52.316" v="1063"/>
          <ac:spMkLst>
            <pc:docMk/>
            <pc:sldMk cId="0" sldId="267"/>
            <ac:spMk id="1693" creationId="{D5C79D8A-55AC-4DF0-4BAC-1DA29D2F4EB4}"/>
          </ac:spMkLst>
        </pc:spChg>
        <pc:spChg chg="mod">
          <ac:chgData name="FINDELAIR Guillaume" userId="9fe1e7ee-d2c4-41f2-97b7-c4ee833a4998" providerId="ADAL" clId="{62DC5E6D-B3B6-4E6B-B63C-CA1DA2D2B62D}" dt="2025-02-13T15:15:52.316" v="1063"/>
          <ac:spMkLst>
            <pc:docMk/>
            <pc:sldMk cId="0" sldId="267"/>
            <ac:spMk id="1705" creationId="{9E99DB03-07D3-C96C-DF88-A8FEBB9330D5}"/>
          </ac:spMkLst>
        </pc:spChg>
        <pc:spChg chg="mod">
          <ac:chgData name="FINDELAIR Guillaume" userId="9fe1e7ee-d2c4-41f2-97b7-c4ee833a4998" providerId="ADAL" clId="{62DC5E6D-B3B6-4E6B-B63C-CA1DA2D2B62D}" dt="2025-02-13T15:15:52.316" v="1063"/>
          <ac:spMkLst>
            <pc:docMk/>
            <pc:sldMk cId="0" sldId="267"/>
            <ac:spMk id="1788" creationId="{8D51B557-10EB-240F-942C-BB80A748D9AB}"/>
          </ac:spMkLst>
        </pc:spChg>
        <pc:spChg chg="mod">
          <ac:chgData name="FINDELAIR Guillaume" userId="9fe1e7ee-d2c4-41f2-97b7-c4ee833a4998" providerId="ADAL" clId="{62DC5E6D-B3B6-4E6B-B63C-CA1DA2D2B62D}" dt="2025-02-13T15:15:52.316" v="1063"/>
          <ac:spMkLst>
            <pc:docMk/>
            <pc:sldMk cId="0" sldId="267"/>
            <ac:spMk id="1829" creationId="{2E84D9F9-AAA6-9DED-65CA-6D433E1715B0}"/>
          </ac:spMkLst>
        </pc:spChg>
        <pc:spChg chg="mod">
          <ac:chgData name="FINDELAIR Guillaume" userId="9fe1e7ee-d2c4-41f2-97b7-c4ee833a4998" providerId="ADAL" clId="{62DC5E6D-B3B6-4E6B-B63C-CA1DA2D2B62D}" dt="2025-02-13T15:15:52.316" v="1063"/>
          <ac:spMkLst>
            <pc:docMk/>
            <pc:sldMk cId="0" sldId="267"/>
            <ac:spMk id="1996" creationId="{CDE2B58C-D2E8-5341-25FE-ECB728C25F90}"/>
          </ac:spMkLst>
        </pc:spChg>
        <pc:spChg chg="mod">
          <ac:chgData name="FINDELAIR Guillaume" userId="9fe1e7ee-d2c4-41f2-97b7-c4ee833a4998" providerId="ADAL" clId="{62DC5E6D-B3B6-4E6B-B63C-CA1DA2D2B62D}" dt="2025-02-13T15:15:52.316" v="1063"/>
          <ac:spMkLst>
            <pc:docMk/>
            <pc:sldMk cId="0" sldId="267"/>
            <ac:spMk id="2065" creationId="{666278C7-09E8-26B3-20E5-20ECF2DDCB97}"/>
          </ac:spMkLst>
        </pc:spChg>
      </pc:sldChg>
      <pc:sldChg chg="addSp delSp modSp mod">
        <pc:chgData name="FINDELAIR Guillaume" userId="9fe1e7ee-d2c4-41f2-97b7-c4ee833a4998" providerId="ADAL" clId="{62DC5E6D-B3B6-4E6B-B63C-CA1DA2D2B62D}" dt="2025-02-14T08:51:19.597" v="1211" actId="478"/>
        <pc:sldMkLst>
          <pc:docMk/>
          <pc:sldMk cId="3917008987" sldId="365"/>
        </pc:sldMkLst>
        <pc:spChg chg="mod">
          <ac:chgData name="FINDELAIR Guillaume" userId="9fe1e7ee-d2c4-41f2-97b7-c4ee833a4998" providerId="ADAL" clId="{62DC5E6D-B3B6-4E6B-B63C-CA1DA2D2B62D}" dt="2025-02-13T14:39:21.101" v="340" actId="20577"/>
          <ac:spMkLst>
            <pc:docMk/>
            <pc:sldMk cId="3917008987" sldId="365"/>
            <ac:spMk id="2" creationId="{D1846228-FB5E-288A-8961-7CF285A011E3}"/>
          </ac:spMkLst>
        </pc:spChg>
        <pc:picChg chg="add del mod">
          <ac:chgData name="FINDELAIR Guillaume" userId="9fe1e7ee-d2c4-41f2-97b7-c4ee833a4998" providerId="ADAL" clId="{62DC5E6D-B3B6-4E6B-B63C-CA1DA2D2B62D}" dt="2025-02-14T08:51:19.597" v="1211" actId="478"/>
          <ac:picMkLst>
            <pc:docMk/>
            <pc:sldMk cId="3917008987" sldId="365"/>
            <ac:picMk id="4" creationId="{5F533A24-3751-C0E8-5E77-64DE3A1CD496}"/>
          </ac:picMkLst>
        </pc:picChg>
        <pc:picChg chg="del">
          <ac:chgData name="FINDELAIR Guillaume" userId="9fe1e7ee-d2c4-41f2-97b7-c4ee833a4998" providerId="ADAL" clId="{62DC5E6D-B3B6-4E6B-B63C-CA1DA2D2B62D}" dt="2025-02-13T15:13:43.084" v="1056" actId="21"/>
          <ac:picMkLst>
            <pc:docMk/>
            <pc:sldMk cId="3917008987" sldId="365"/>
            <ac:picMk id="6" creationId="{E1FEBCAE-D5EF-D996-2C39-91CDA9BA23D5}"/>
          </ac:picMkLst>
        </pc:picChg>
      </pc:sldChg>
      <pc:sldChg chg="addSp modSp mod ord">
        <pc:chgData name="FINDELAIR Guillaume" userId="9fe1e7ee-d2c4-41f2-97b7-c4ee833a4998" providerId="ADAL" clId="{62DC5E6D-B3B6-4E6B-B63C-CA1DA2D2B62D}" dt="2025-02-14T08:56:26.857" v="1451" actId="1035"/>
        <pc:sldMkLst>
          <pc:docMk/>
          <pc:sldMk cId="4051566308" sldId="914"/>
        </pc:sldMkLst>
        <pc:spChg chg="mod">
          <ac:chgData name="FINDELAIR Guillaume" userId="9fe1e7ee-d2c4-41f2-97b7-c4ee833a4998" providerId="ADAL" clId="{62DC5E6D-B3B6-4E6B-B63C-CA1DA2D2B62D}" dt="2025-02-14T08:51:51.008" v="1226" actId="20577"/>
          <ac:spMkLst>
            <pc:docMk/>
            <pc:sldMk cId="4051566308" sldId="914"/>
            <ac:spMk id="35" creationId="{A3558D45-EFFA-839C-0A7A-7FDA9ADE3308}"/>
          </ac:spMkLst>
        </pc:spChg>
        <pc:spChg chg="mod">
          <ac:chgData name="FINDELAIR Guillaume" userId="9fe1e7ee-d2c4-41f2-97b7-c4ee833a4998" providerId="ADAL" clId="{62DC5E6D-B3B6-4E6B-B63C-CA1DA2D2B62D}" dt="2025-02-14T08:56:26.857" v="1451" actId="1035"/>
          <ac:spMkLst>
            <pc:docMk/>
            <pc:sldMk cId="4051566308" sldId="914"/>
            <ac:spMk id="36" creationId="{7A91DF5C-80AD-7739-C0FD-7C39956D14F3}"/>
          </ac:spMkLst>
        </pc:spChg>
        <pc:spChg chg="mod">
          <ac:chgData name="FINDELAIR Guillaume" userId="9fe1e7ee-d2c4-41f2-97b7-c4ee833a4998" providerId="ADAL" clId="{62DC5E6D-B3B6-4E6B-B63C-CA1DA2D2B62D}" dt="2025-02-14T08:56:12.344" v="1443" actId="20577"/>
          <ac:spMkLst>
            <pc:docMk/>
            <pc:sldMk cId="4051566308" sldId="914"/>
            <ac:spMk id="38" creationId="{F7080B45-24F9-72D2-6C5E-15C23665519C}"/>
          </ac:spMkLst>
        </pc:spChg>
        <pc:spChg chg="mod">
          <ac:chgData name="FINDELAIR Guillaume" userId="9fe1e7ee-d2c4-41f2-97b7-c4ee833a4998" providerId="ADAL" clId="{62DC5E6D-B3B6-4E6B-B63C-CA1DA2D2B62D}" dt="2025-02-14T08:56:26.857" v="1451" actId="1035"/>
          <ac:spMkLst>
            <pc:docMk/>
            <pc:sldMk cId="4051566308" sldId="914"/>
            <ac:spMk id="39" creationId="{783EC303-16EC-4679-E583-478213C87DC3}"/>
          </ac:spMkLst>
        </pc:spChg>
        <pc:picChg chg="add mod">
          <ac:chgData name="FINDELAIR Guillaume" userId="9fe1e7ee-d2c4-41f2-97b7-c4ee833a4998" providerId="ADAL" clId="{62DC5E6D-B3B6-4E6B-B63C-CA1DA2D2B62D}" dt="2025-02-13T15:09:13.150" v="1042"/>
          <ac:picMkLst>
            <pc:docMk/>
            <pc:sldMk cId="4051566308" sldId="914"/>
            <ac:picMk id="9" creationId="{43463387-32E5-57D4-706B-21265CD25AC1}"/>
          </ac:picMkLst>
        </pc:picChg>
      </pc:sldChg>
      <pc:sldChg chg="addSp delSp modSp mod ord modShow">
        <pc:chgData name="FINDELAIR Guillaume" userId="9fe1e7ee-d2c4-41f2-97b7-c4ee833a4998" providerId="ADAL" clId="{62DC5E6D-B3B6-4E6B-B63C-CA1DA2D2B62D}" dt="2025-02-14T10:12:14.782" v="1732" actId="6549"/>
        <pc:sldMkLst>
          <pc:docMk/>
          <pc:sldMk cId="2792668648" sldId="3088"/>
        </pc:sldMkLst>
        <pc:spChg chg="mod">
          <ac:chgData name="FINDELAIR Guillaume" userId="9fe1e7ee-d2c4-41f2-97b7-c4ee833a4998" providerId="ADAL" clId="{62DC5E6D-B3B6-4E6B-B63C-CA1DA2D2B62D}" dt="2025-02-14T10:10:01.973" v="1667" actId="20577"/>
          <ac:spMkLst>
            <pc:docMk/>
            <pc:sldMk cId="2792668648" sldId="3088"/>
            <ac:spMk id="2" creationId="{11DA823D-6977-E08F-9DE3-0594FB2569A4}"/>
          </ac:spMkLst>
        </pc:spChg>
        <pc:spChg chg="add del mod">
          <ac:chgData name="FINDELAIR Guillaume" userId="9fe1e7ee-d2c4-41f2-97b7-c4ee833a4998" providerId="ADAL" clId="{62DC5E6D-B3B6-4E6B-B63C-CA1DA2D2B62D}" dt="2025-02-13T15:12:42.428" v="1049" actId="478"/>
          <ac:spMkLst>
            <pc:docMk/>
            <pc:sldMk cId="2792668648" sldId="3088"/>
            <ac:spMk id="4" creationId="{CAE74C5D-56BD-9C10-A6AC-3A59D4E7A4B0}"/>
          </ac:spMkLst>
        </pc:spChg>
        <pc:spChg chg="add del mod">
          <ac:chgData name="FINDELAIR Guillaume" userId="9fe1e7ee-d2c4-41f2-97b7-c4ee833a4998" providerId="ADAL" clId="{62DC5E6D-B3B6-4E6B-B63C-CA1DA2D2B62D}" dt="2025-02-13T15:12:44.775" v="1051" actId="20577"/>
          <ac:spMkLst>
            <pc:docMk/>
            <pc:sldMk cId="2792668648" sldId="3088"/>
            <ac:spMk id="8" creationId="{A8482210-E032-0E1C-177D-DBFA12B02637}"/>
          </ac:spMkLst>
        </pc:spChg>
        <pc:spChg chg="mod">
          <ac:chgData name="FINDELAIR Guillaume" userId="9fe1e7ee-d2c4-41f2-97b7-c4ee833a4998" providerId="ADAL" clId="{62DC5E6D-B3B6-4E6B-B63C-CA1DA2D2B62D}" dt="2025-02-14T10:12:14.782" v="1732" actId="6549"/>
          <ac:spMkLst>
            <pc:docMk/>
            <pc:sldMk cId="2792668648" sldId="3088"/>
            <ac:spMk id="80" creationId="{EBC052EA-044D-44F4-A3BE-EADEE89126BE}"/>
          </ac:spMkLst>
        </pc:spChg>
      </pc:sldChg>
      <pc:sldChg chg="del mod ord modShow">
        <pc:chgData name="FINDELAIR Guillaume" userId="9fe1e7ee-d2c4-41f2-97b7-c4ee833a4998" providerId="ADAL" clId="{62DC5E6D-B3B6-4E6B-B63C-CA1DA2D2B62D}" dt="2025-02-14T10:07:36.017" v="1659" actId="2696"/>
        <pc:sldMkLst>
          <pc:docMk/>
          <pc:sldMk cId="2508864089" sldId="3203"/>
        </pc:sldMkLst>
      </pc:sldChg>
      <pc:sldChg chg="addSp delSp modSp del mod">
        <pc:chgData name="FINDELAIR Guillaume" userId="9fe1e7ee-d2c4-41f2-97b7-c4ee833a4998" providerId="ADAL" clId="{62DC5E6D-B3B6-4E6B-B63C-CA1DA2D2B62D}" dt="2025-02-14T10:07:24.659" v="1658" actId="2696"/>
        <pc:sldMkLst>
          <pc:docMk/>
          <pc:sldMk cId="2024637835" sldId="3535"/>
        </pc:sldMkLst>
        <pc:spChg chg="mod">
          <ac:chgData name="FINDELAIR Guillaume" userId="9fe1e7ee-d2c4-41f2-97b7-c4ee833a4998" providerId="ADAL" clId="{62DC5E6D-B3B6-4E6B-B63C-CA1DA2D2B62D}" dt="2025-02-13T14:45:30.010" v="374" actId="20577"/>
          <ac:spMkLst>
            <pc:docMk/>
            <pc:sldMk cId="2024637835" sldId="3535"/>
            <ac:spMk id="2" creationId="{638ED7D7-7E06-0F41-9B7D-4287CCA808A1}"/>
          </ac:spMkLst>
        </pc:spChg>
        <pc:spChg chg="mod">
          <ac:chgData name="FINDELAIR Guillaume" userId="9fe1e7ee-d2c4-41f2-97b7-c4ee833a4998" providerId="ADAL" clId="{62DC5E6D-B3B6-4E6B-B63C-CA1DA2D2B62D}" dt="2025-02-14T09:33:53.360" v="1639"/>
          <ac:spMkLst>
            <pc:docMk/>
            <pc:sldMk cId="2024637835" sldId="3535"/>
            <ac:spMk id="2397" creationId="{A72920FE-23C8-9893-3A6C-1574228E11A6}"/>
          </ac:spMkLst>
        </pc:spChg>
        <pc:spChg chg="mod">
          <ac:chgData name="FINDELAIR Guillaume" userId="9fe1e7ee-d2c4-41f2-97b7-c4ee833a4998" providerId="ADAL" clId="{62DC5E6D-B3B6-4E6B-B63C-CA1DA2D2B62D}" dt="2025-02-14T09:33:53.360" v="1639"/>
          <ac:spMkLst>
            <pc:docMk/>
            <pc:sldMk cId="2024637835" sldId="3535"/>
            <ac:spMk id="2424" creationId="{4F8135E4-5135-1341-D720-54D334779205}"/>
          </ac:spMkLst>
        </pc:spChg>
        <pc:spChg chg="mod">
          <ac:chgData name="FINDELAIR Guillaume" userId="9fe1e7ee-d2c4-41f2-97b7-c4ee833a4998" providerId="ADAL" clId="{62DC5E6D-B3B6-4E6B-B63C-CA1DA2D2B62D}" dt="2025-02-14T09:33:53.360" v="1639"/>
          <ac:spMkLst>
            <pc:docMk/>
            <pc:sldMk cId="2024637835" sldId="3535"/>
            <ac:spMk id="2456" creationId="{92B56532-EC40-D927-ECB7-3BE3BC923FDF}"/>
          </ac:spMkLst>
        </pc:spChg>
        <pc:spChg chg="mod">
          <ac:chgData name="FINDELAIR Guillaume" userId="9fe1e7ee-d2c4-41f2-97b7-c4ee833a4998" providerId="ADAL" clId="{62DC5E6D-B3B6-4E6B-B63C-CA1DA2D2B62D}" dt="2025-02-14T09:33:53.360" v="1639"/>
          <ac:spMkLst>
            <pc:docMk/>
            <pc:sldMk cId="2024637835" sldId="3535"/>
            <ac:spMk id="2549" creationId="{6BA3FFB0-77E2-2D10-6D38-9A1E67042714}"/>
          </ac:spMkLst>
        </pc:spChg>
        <pc:spChg chg="mod">
          <ac:chgData name="FINDELAIR Guillaume" userId="9fe1e7ee-d2c4-41f2-97b7-c4ee833a4998" providerId="ADAL" clId="{62DC5E6D-B3B6-4E6B-B63C-CA1DA2D2B62D}" dt="2025-02-14T09:33:53.360" v="1639"/>
          <ac:spMkLst>
            <pc:docMk/>
            <pc:sldMk cId="2024637835" sldId="3535"/>
            <ac:spMk id="2695" creationId="{8D9A049B-4A1D-BC3B-5A4D-2C955BC54EB6}"/>
          </ac:spMkLst>
        </pc:spChg>
        <pc:spChg chg="mod">
          <ac:chgData name="FINDELAIR Guillaume" userId="9fe1e7ee-d2c4-41f2-97b7-c4ee833a4998" providerId="ADAL" clId="{62DC5E6D-B3B6-4E6B-B63C-CA1DA2D2B62D}" dt="2025-02-14T09:33:53.360" v="1639"/>
          <ac:spMkLst>
            <pc:docMk/>
            <pc:sldMk cId="2024637835" sldId="3535"/>
            <ac:spMk id="2697" creationId="{12A7C05A-4465-9D05-CE5F-9185918C5BFE}"/>
          </ac:spMkLst>
        </pc:spChg>
        <pc:spChg chg="mod">
          <ac:chgData name="FINDELAIR Guillaume" userId="9fe1e7ee-d2c4-41f2-97b7-c4ee833a4998" providerId="ADAL" clId="{62DC5E6D-B3B6-4E6B-B63C-CA1DA2D2B62D}" dt="2025-02-14T09:33:53.360" v="1639"/>
          <ac:spMkLst>
            <pc:docMk/>
            <pc:sldMk cId="2024637835" sldId="3535"/>
            <ac:spMk id="2737" creationId="{5FA89EA6-D624-6FB0-59D9-2AB8250AC26E}"/>
          </ac:spMkLst>
        </pc:spChg>
        <pc:spChg chg="mod">
          <ac:chgData name="FINDELAIR Guillaume" userId="9fe1e7ee-d2c4-41f2-97b7-c4ee833a4998" providerId="ADAL" clId="{62DC5E6D-B3B6-4E6B-B63C-CA1DA2D2B62D}" dt="2025-02-14T09:33:53.360" v="1639"/>
          <ac:spMkLst>
            <pc:docMk/>
            <pc:sldMk cId="2024637835" sldId="3535"/>
            <ac:spMk id="2807" creationId="{15C239F8-DFE5-8C2B-4C84-EAB7684157BC}"/>
          </ac:spMkLst>
        </pc:spChg>
        <pc:spChg chg="mod">
          <ac:chgData name="FINDELAIR Guillaume" userId="9fe1e7ee-d2c4-41f2-97b7-c4ee833a4998" providerId="ADAL" clId="{62DC5E6D-B3B6-4E6B-B63C-CA1DA2D2B62D}" dt="2025-02-14T09:33:53.360" v="1639"/>
          <ac:spMkLst>
            <pc:docMk/>
            <pc:sldMk cId="2024637835" sldId="3535"/>
            <ac:spMk id="2947" creationId="{261437F8-85B2-E6FA-89E9-91C28ADCAA28}"/>
          </ac:spMkLst>
        </pc:spChg>
        <pc:spChg chg="mod">
          <ac:chgData name="FINDELAIR Guillaume" userId="9fe1e7ee-d2c4-41f2-97b7-c4ee833a4998" providerId="ADAL" clId="{62DC5E6D-B3B6-4E6B-B63C-CA1DA2D2B62D}" dt="2025-02-14T09:33:53.360" v="1639"/>
          <ac:spMkLst>
            <pc:docMk/>
            <pc:sldMk cId="2024637835" sldId="3535"/>
            <ac:spMk id="3089" creationId="{DF4A4316-4E20-00A9-A625-767A7FA18E6E}"/>
          </ac:spMkLst>
        </pc:spChg>
        <pc:grpChg chg="del mod">
          <ac:chgData name="FINDELAIR Guillaume" userId="9fe1e7ee-d2c4-41f2-97b7-c4ee833a4998" providerId="ADAL" clId="{62DC5E6D-B3B6-4E6B-B63C-CA1DA2D2B62D}" dt="2025-02-14T09:34:42.744" v="1652" actId="21"/>
          <ac:grpSpMkLst>
            <pc:docMk/>
            <pc:sldMk cId="2024637835" sldId="3535"/>
            <ac:grpSpMk id="6" creationId="{59F737DD-4BF3-DCA9-859C-FE7D39789D9E}"/>
          </ac:grpSpMkLst>
        </pc:grpChg>
        <pc:picChg chg="add mod">
          <ac:chgData name="FINDELAIR Guillaume" userId="9fe1e7ee-d2c4-41f2-97b7-c4ee833a4998" providerId="ADAL" clId="{62DC5E6D-B3B6-4E6B-B63C-CA1DA2D2B62D}" dt="2025-02-13T15:05:40.910" v="905"/>
          <ac:picMkLst>
            <pc:docMk/>
            <pc:sldMk cId="2024637835" sldId="3535"/>
            <ac:picMk id="5" creationId="{7D007B7A-63AE-90AC-924F-F3F08BD2F6CE}"/>
          </ac:picMkLst>
        </pc:picChg>
        <pc:picChg chg="del">
          <ac:chgData name="FINDELAIR Guillaume" userId="9fe1e7ee-d2c4-41f2-97b7-c4ee833a4998" providerId="ADAL" clId="{62DC5E6D-B3B6-4E6B-B63C-CA1DA2D2B62D}" dt="2025-02-13T15:05:40.498" v="904" actId="478"/>
          <ac:picMkLst>
            <pc:docMk/>
            <pc:sldMk cId="2024637835" sldId="3535"/>
            <ac:picMk id="2320" creationId="{E65E4DA9-8789-B0B8-7699-74D6043CCF30}"/>
          </ac:picMkLst>
        </pc:picChg>
      </pc:sldChg>
      <pc:sldChg chg="del">
        <pc:chgData name="FINDELAIR Guillaume" userId="9fe1e7ee-d2c4-41f2-97b7-c4ee833a4998" providerId="ADAL" clId="{62DC5E6D-B3B6-4E6B-B63C-CA1DA2D2B62D}" dt="2025-02-13T15:04:11.510" v="883" actId="2696"/>
        <pc:sldMkLst>
          <pc:docMk/>
          <pc:sldMk cId="3539029441" sldId="3539"/>
        </pc:sldMkLst>
      </pc:sldChg>
      <pc:sldChg chg="addSp delSp modSp mod">
        <pc:chgData name="FINDELAIR Guillaume" userId="9fe1e7ee-d2c4-41f2-97b7-c4ee833a4998" providerId="ADAL" clId="{62DC5E6D-B3B6-4E6B-B63C-CA1DA2D2B62D}" dt="2025-02-14T09:34:49.325" v="1653"/>
        <pc:sldMkLst>
          <pc:docMk/>
          <pc:sldMk cId="4015783107" sldId="3543"/>
        </pc:sldMkLst>
        <pc:spChg chg="mod">
          <ac:chgData name="FINDELAIR Guillaume" userId="9fe1e7ee-d2c4-41f2-97b7-c4ee833a4998" providerId="ADAL" clId="{62DC5E6D-B3B6-4E6B-B63C-CA1DA2D2B62D}" dt="2025-02-13T15:07:38.727" v="1029"/>
          <ac:spMkLst>
            <pc:docMk/>
            <pc:sldMk cId="4015783107" sldId="3543"/>
            <ac:spMk id="2" creationId="{3400B222-4775-8D84-95B3-31EFBE3BFD8B}"/>
          </ac:spMkLst>
        </pc:spChg>
        <pc:spChg chg="mod">
          <ac:chgData name="FINDELAIR Guillaume" userId="9fe1e7ee-d2c4-41f2-97b7-c4ee833a4998" providerId="ADAL" clId="{62DC5E6D-B3B6-4E6B-B63C-CA1DA2D2B62D}" dt="2025-02-13T14:59:28.598" v="661" actId="114"/>
          <ac:spMkLst>
            <pc:docMk/>
            <pc:sldMk cId="4015783107" sldId="3543"/>
            <ac:spMk id="13" creationId="{4141C908-A344-4A36-2784-6CE7118710FE}"/>
          </ac:spMkLst>
        </pc:spChg>
        <pc:spChg chg="mod">
          <ac:chgData name="FINDELAIR Guillaume" userId="9fe1e7ee-d2c4-41f2-97b7-c4ee833a4998" providerId="ADAL" clId="{62DC5E6D-B3B6-4E6B-B63C-CA1DA2D2B62D}" dt="2025-02-14T09:34:49.325" v="1653"/>
          <ac:spMkLst>
            <pc:docMk/>
            <pc:sldMk cId="4015783107" sldId="3543"/>
            <ac:spMk id="2326" creationId="{D59C6C8C-8A1F-A10D-92FE-FA517686960F}"/>
          </ac:spMkLst>
        </pc:spChg>
        <pc:spChg chg="mod">
          <ac:chgData name="FINDELAIR Guillaume" userId="9fe1e7ee-d2c4-41f2-97b7-c4ee833a4998" providerId="ADAL" clId="{62DC5E6D-B3B6-4E6B-B63C-CA1DA2D2B62D}" dt="2025-02-14T09:34:49.325" v="1653"/>
          <ac:spMkLst>
            <pc:docMk/>
            <pc:sldMk cId="4015783107" sldId="3543"/>
            <ac:spMk id="2353" creationId="{BFB69222-9A0C-9627-E807-441698360E7E}"/>
          </ac:spMkLst>
        </pc:spChg>
        <pc:spChg chg="mod">
          <ac:chgData name="FINDELAIR Guillaume" userId="9fe1e7ee-d2c4-41f2-97b7-c4ee833a4998" providerId="ADAL" clId="{62DC5E6D-B3B6-4E6B-B63C-CA1DA2D2B62D}" dt="2025-02-14T09:34:49.325" v="1653"/>
          <ac:spMkLst>
            <pc:docMk/>
            <pc:sldMk cId="4015783107" sldId="3543"/>
            <ac:spMk id="2385" creationId="{5351BCED-BFC7-3C71-BB32-9E19F414EF70}"/>
          </ac:spMkLst>
        </pc:spChg>
        <pc:spChg chg="mod">
          <ac:chgData name="FINDELAIR Guillaume" userId="9fe1e7ee-d2c4-41f2-97b7-c4ee833a4998" providerId="ADAL" clId="{62DC5E6D-B3B6-4E6B-B63C-CA1DA2D2B62D}" dt="2025-02-14T09:34:49.325" v="1653"/>
          <ac:spMkLst>
            <pc:docMk/>
            <pc:sldMk cId="4015783107" sldId="3543"/>
            <ac:spMk id="2505" creationId="{FB594D80-3EAD-FA73-B535-0D9E0DBEFBF8}"/>
          </ac:spMkLst>
        </pc:spChg>
        <pc:spChg chg="mod">
          <ac:chgData name="FINDELAIR Guillaume" userId="9fe1e7ee-d2c4-41f2-97b7-c4ee833a4998" providerId="ADAL" clId="{62DC5E6D-B3B6-4E6B-B63C-CA1DA2D2B62D}" dt="2025-02-14T09:34:49.325" v="1653"/>
          <ac:spMkLst>
            <pc:docMk/>
            <pc:sldMk cId="4015783107" sldId="3543"/>
            <ac:spMk id="2635" creationId="{D5EFB85D-3FB9-0633-CE52-9C5CF5F1CC7D}"/>
          </ac:spMkLst>
        </pc:spChg>
        <pc:spChg chg="mod">
          <ac:chgData name="FINDELAIR Guillaume" userId="9fe1e7ee-d2c4-41f2-97b7-c4ee833a4998" providerId="ADAL" clId="{62DC5E6D-B3B6-4E6B-B63C-CA1DA2D2B62D}" dt="2025-02-14T09:34:49.325" v="1653"/>
          <ac:spMkLst>
            <pc:docMk/>
            <pc:sldMk cId="4015783107" sldId="3543"/>
            <ac:spMk id="2694" creationId="{98A45EFD-B181-DE96-6943-814278559116}"/>
          </ac:spMkLst>
        </pc:spChg>
        <pc:spChg chg="mod">
          <ac:chgData name="FINDELAIR Guillaume" userId="9fe1e7ee-d2c4-41f2-97b7-c4ee833a4998" providerId="ADAL" clId="{62DC5E6D-B3B6-4E6B-B63C-CA1DA2D2B62D}" dt="2025-02-14T09:34:49.325" v="1653"/>
          <ac:spMkLst>
            <pc:docMk/>
            <pc:sldMk cId="4015783107" sldId="3543"/>
            <ac:spMk id="2778" creationId="{D863EEB7-4688-B2F1-1467-8CFA67CDFD5A}"/>
          </ac:spMkLst>
        </pc:spChg>
        <pc:spChg chg="mod">
          <ac:chgData name="FINDELAIR Guillaume" userId="9fe1e7ee-d2c4-41f2-97b7-c4ee833a4998" providerId="ADAL" clId="{62DC5E6D-B3B6-4E6B-B63C-CA1DA2D2B62D}" dt="2025-02-14T09:34:49.325" v="1653"/>
          <ac:spMkLst>
            <pc:docMk/>
            <pc:sldMk cId="4015783107" sldId="3543"/>
            <ac:spMk id="2893" creationId="{27C93870-27E1-D67E-4E59-C9D38D01FCE2}"/>
          </ac:spMkLst>
        </pc:spChg>
        <pc:spChg chg="mod">
          <ac:chgData name="FINDELAIR Guillaume" userId="9fe1e7ee-d2c4-41f2-97b7-c4ee833a4998" providerId="ADAL" clId="{62DC5E6D-B3B6-4E6B-B63C-CA1DA2D2B62D}" dt="2025-02-14T09:34:49.325" v="1653"/>
          <ac:spMkLst>
            <pc:docMk/>
            <pc:sldMk cId="4015783107" sldId="3543"/>
            <ac:spMk id="2970" creationId="{238DA59A-7864-BD3E-5A9E-95EE49FE589E}"/>
          </ac:spMkLst>
        </pc:spChg>
        <pc:spChg chg="mod">
          <ac:chgData name="FINDELAIR Guillaume" userId="9fe1e7ee-d2c4-41f2-97b7-c4ee833a4998" providerId="ADAL" clId="{62DC5E6D-B3B6-4E6B-B63C-CA1DA2D2B62D}" dt="2025-02-14T09:34:49.325" v="1653"/>
          <ac:spMkLst>
            <pc:docMk/>
            <pc:sldMk cId="4015783107" sldId="3543"/>
            <ac:spMk id="3097" creationId="{077E207F-D850-9980-87C8-76987B31C8D1}"/>
          </ac:spMkLst>
        </pc:spChg>
        <pc:picChg chg="del">
          <ac:chgData name="FINDELAIR Guillaume" userId="9fe1e7ee-d2c4-41f2-97b7-c4ee833a4998" providerId="ADAL" clId="{62DC5E6D-B3B6-4E6B-B63C-CA1DA2D2B62D}" dt="2025-02-13T15:06:56.812" v="1023" actId="478"/>
          <ac:picMkLst>
            <pc:docMk/>
            <pc:sldMk cId="4015783107" sldId="3543"/>
            <ac:picMk id="3" creationId="{BB42424F-5FF5-45E2-91ED-AB355E068E32}"/>
          </ac:picMkLst>
        </pc:picChg>
        <pc:picChg chg="add del mod">
          <ac:chgData name="FINDELAIR Guillaume" userId="9fe1e7ee-d2c4-41f2-97b7-c4ee833a4998" providerId="ADAL" clId="{62DC5E6D-B3B6-4E6B-B63C-CA1DA2D2B62D}" dt="2025-02-13T15:25:50.558" v="1140" actId="478"/>
          <ac:picMkLst>
            <pc:docMk/>
            <pc:sldMk cId="4015783107" sldId="3543"/>
            <ac:picMk id="4" creationId="{1B26F668-0788-04AA-8D5D-D8907DA4F494}"/>
          </ac:picMkLst>
        </pc:picChg>
      </pc:sldChg>
      <pc:sldChg chg="addSp delSp modSp mod">
        <pc:chgData name="FINDELAIR Guillaume" userId="9fe1e7ee-d2c4-41f2-97b7-c4ee833a4998" providerId="ADAL" clId="{62DC5E6D-B3B6-4E6B-B63C-CA1DA2D2B62D}" dt="2025-02-13T15:24:12.639" v="1105" actId="1076"/>
        <pc:sldMkLst>
          <pc:docMk/>
          <pc:sldMk cId="1643903429" sldId="3547"/>
        </pc:sldMkLst>
        <pc:spChg chg="mod">
          <ac:chgData name="FINDELAIR Guillaume" userId="9fe1e7ee-d2c4-41f2-97b7-c4ee833a4998" providerId="ADAL" clId="{62DC5E6D-B3B6-4E6B-B63C-CA1DA2D2B62D}" dt="2025-02-13T14:42:11.400" v="370" actId="20577"/>
          <ac:spMkLst>
            <pc:docMk/>
            <pc:sldMk cId="1643903429" sldId="3547"/>
            <ac:spMk id="2" creationId="{E0FC54E8-C201-71C9-9000-8BA41FC095BE}"/>
          </ac:spMkLst>
        </pc:spChg>
        <pc:picChg chg="add del mod">
          <ac:chgData name="FINDELAIR Guillaume" userId="9fe1e7ee-d2c4-41f2-97b7-c4ee833a4998" providerId="ADAL" clId="{62DC5E6D-B3B6-4E6B-B63C-CA1DA2D2B62D}" dt="2025-02-13T15:13:51.861" v="1057" actId="478"/>
          <ac:picMkLst>
            <pc:docMk/>
            <pc:sldMk cId="1643903429" sldId="3547"/>
            <ac:picMk id="5" creationId="{5970A1F1-602D-660C-F8A5-0D271D13EA91}"/>
          </ac:picMkLst>
        </pc:picChg>
        <pc:picChg chg="del mod">
          <ac:chgData name="FINDELAIR Guillaume" userId="9fe1e7ee-d2c4-41f2-97b7-c4ee833a4998" providerId="ADAL" clId="{62DC5E6D-B3B6-4E6B-B63C-CA1DA2D2B62D}" dt="2025-02-13T15:08:29.244" v="1039" actId="478"/>
          <ac:picMkLst>
            <pc:docMk/>
            <pc:sldMk cId="1643903429" sldId="3547"/>
            <ac:picMk id="6" creationId="{EC10EBB3-1260-CFCD-0A46-039009D27535}"/>
          </ac:picMkLst>
        </pc:picChg>
        <pc:picChg chg="add del mod">
          <ac:chgData name="FINDELAIR Guillaume" userId="9fe1e7ee-d2c4-41f2-97b7-c4ee833a4998" providerId="ADAL" clId="{62DC5E6D-B3B6-4E6B-B63C-CA1DA2D2B62D}" dt="2025-02-13T15:15:41.187" v="1062" actId="478"/>
          <ac:picMkLst>
            <pc:docMk/>
            <pc:sldMk cId="1643903429" sldId="3547"/>
            <ac:picMk id="7" creationId="{E1FEBCAE-D5EF-D996-2C39-91CDA9BA23D5}"/>
          </ac:picMkLst>
        </pc:picChg>
        <pc:picChg chg="add mod">
          <ac:chgData name="FINDELAIR Guillaume" userId="9fe1e7ee-d2c4-41f2-97b7-c4ee833a4998" providerId="ADAL" clId="{62DC5E6D-B3B6-4E6B-B63C-CA1DA2D2B62D}" dt="2025-02-13T15:24:12.639" v="1105" actId="1076"/>
          <ac:picMkLst>
            <pc:docMk/>
            <pc:sldMk cId="1643903429" sldId="3547"/>
            <ac:picMk id="8" creationId="{3299C4A5-F247-6595-9668-77618BD97BCF}"/>
          </ac:picMkLst>
        </pc:picChg>
      </pc:sldChg>
      <pc:sldChg chg="modSp mod">
        <pc:chgData name="FINDELAIR Guillaume" userId="9fe1e7ee-d2c4-41f2-97b7-c4ee833a4998" providerId="ADAL" clId="{62DC5E6D-B3B6-4E6B-B63C-CA1DA2D2B62D}" dt="2025-02-13T13:25:18.175" v="7" actId="20577"/>
        <pc:sldMkLst>
          <pc:docMk/>
          <pc:sldMk cId="2782264966" sldId="3547"/>
        </pc:sldMkLst>
        <pc:spChg chg="mod">
          <ac:chgData name="FINDELAIR Guillaume" userId="9fe1e7ee-d2c4-41f2-97b7-c4ee833a4998" providerId="ADAL" clId="{62DC5E6D-B3B6-4E6B-B63C-CA1DA2D2B62D}" dt="2025-02-13T13:25:18.175" v="7" actId="20577"/>
          <ac:spMkLst>
            <pc:docMk/>
            <pc:sldMk cId="2782264966" sldId="3547"/>
            <ac:spMk id="22" creationId="{98F4D958-F177-9B82-D5B7-23A017FBA71D}"/>
          </ac:spMkLst>
        </pc:spChg>
      </pc:sldChg>
      <pc:sldChg chg="addSp delSp modSp mod ord">
        <pc:chgData name="FINDELAIR Guillaume" userId="9fe1e7ee-d2c4-41f2-97b7-c4ee833a4998" providerId="ADAL" clId="{62DC5E6D-B3B6-4E6B-B63C-CA1DA2D2B62D}" dt="2025-02-14T08:51:32.895" v="1213"/>
        <pc:sldMkLst>
          <pc:docMk/>
          <pc:sldMk cId="2866824300" sldId="3681"/>
        </pc:sldMkLst>
        <pc:spChg chg="mod">
          <ac:chgData name="FINDELAIR Guillaume" userId="9fe1e7ee-d2c4-41f2-97b7-c4ee833a4998" providerId="ADAL" clId="{62DC5E6D-B3B6-4E6B-B63C-CA1DA2D2B62D}" dt="2025-02-13T14:50:35.189" v="420" actId="313"/>
          <ac:spMkLst>
            <pc:docMk/>
            <pc:sldMk cId="2866824300" sldId="3681"/>
            <ac:spMk id="2" creationId="{E26C74D8-3EB2-B3FD-A55B-79D01290F337}"/>
          </ac:spMkLst>
        </pc:spChg>
        <pc:spChg chg="mod">
          <ac:chgData name="FINDELAIR Guillaume" userId="9fe1e7ee-d2c4-41f2-97b7-c4ee833a4998" providerId="ADAL" clId="{62DC5E6D-B3B6-4E6B-B63C-CA1DA2D2B62D}" dt="2025-02-13T14:52:14.570" v="551" actId="20577"/>
          <ac:spMkLst>
            <pc:docMk/>
            <pc:sldMk cId="2866824300" sldId="3681"/>
            <ac:spMk id="11" creationId="{6EF03870-3838-AFE4-58A8-C15747B666DA}"/>
          </ac:spMkLst>
        </pc:spChg>
        <pc:spChg chg="del mod">
          <ac:chgData name="FINDELAIR Guillaume" userId="9fe1e7ee-d2c4-41f2-97b7-c4ee833a4998" providerId="ADAL" clId="{62DC5E6D-B3B6-4E6B-B63C-CA1DA2D2B62D}" dt="2025-02-13T14:51:41.779" v="543" actId="478"/>
          <ac:spMkLst>
            <pc:docMk/>
            <pc:sldMk cId="2866824300" sldId="3681"/>
            <ac:spMk id="12" creationId="{B9B5EA79-6C8A-6601-6396-8743ADB67251}"/>
          </ac:spMkLst>
        </pc:spChg>
        <pc:spChg chg="mod">
          <ac:chgData name="FINDELAIR Guillaume" userId="9fe1e7ee-d2c4-41f2-97b7-c4ee833a4998" providerId="ADAL" clId="{62DC5E6D-B3B6-4E6B-B63C-CA1DA2D2B62D}" dt="2025-02-13T14:58:09.022" v="641" actId="20577"/>
          <ac:spMkLst>
            <pc:docMk/>
            <pc:sldMk cId="2866824300" sldId="3681"/>
            <ac:spMk id="15" creationId="{3F4AC5FB-DDC2-0D52-A055-93467093D3DB}"/>
          </ac:spMkLst>
        </pc:spChg>
        <pc:spChg chg="mod">
          <ac:chgData name="FINDELAIR Guillaume" userId="9fe1e7ee-d2c4-41f2-97b7-c4ee833a4998" providerId="ADAL" clId="{62DC5E6D-B3B6-4E6B-B63C-CA1DA2D2B62D}" dt="2025-02-13T14:51:19.548" v="534" actId="14100"/>
          <ac:spMkLst>
            <pc:docMk/>
            <pc:sldMk cId="2866824300" sldId="3681"/>
            <ac:spMk id="2323" creationId="{A8D2B7B7-86D3-6B99-C0AC-D47B70CA2F77}"/>
          </ac:spMkLst>
        </pc:spChg>
        <pc:picChg chg="add mod">
          <ac:chgData name="FINDELAIR Guillaume" userId="9fe1e7ee-d2c4-41f2-97b7-c4ee833a4998" providerId="ADAL" clId="{62DC5E6D-B3B6-4E6B-B63C-CA1DA2D2B62D}" dt="2025-02-13T14:49:02.482" v="415"/>
          <ac:picMkLst>
            <pc:docMk/>
            <pc:sldMk cId="2866824300" sldId="3681"/>
            <ac:picMk id="3" creationId="{E20FAF09-5438-84E5-ADFD-2B926962C648}"/>
          </ac:picMkLst>
        </pc:picChg>
        <pc:picChg chg="del">
          <ac:chgData name="FINDELAIR Guillaume" userId="9fe1e7ee-d2c4-41f2-97b7-c4ee833a4998" providerId="ADAL" clId="{62DC5E6D-B3B6-4E6B-B63C-CA1DA2D2B62D}" dt="2025-02-13T14:49:02.100" v="414" actId="478"/>
          <ac:picMkLst>
            <pc:docMk/>
            <pc:sldMk cId="2866824300" sldId="3681"/>
            <ac:picMk id="4" creationId="{B819DB01-CE7A-1328-F429-6DE21ED4069D}"/>
          </ac:picMkLst>
        </pc:picChg>
        <pc:picChg chg="add mod">
          <ac:chgData name="FINDELAIR Guillaume" userId="9fe1e7ee-d2c4-41f2-97b7-c4ee833a4998" providerId="ADAL" clId="{62DC5E6D-B3B6-4E6B-B63C-CA1DA2D2B62D}" dt="2025-02-13T15:24:38.609" v="1111" actId="1076"/>
          <ac:picMkLst>
            <pc:docMk/>
            <pc:sldMk cId="2866824300" sldId="3681"/>
            <ac:picMk id="5" creationId="{77081A3B-7E81-83EF-8680-7AA3362E1823}"/>
          </ac:picMkLst>
        </pc:picChg>
        <pc:picChg chg="mod">
          <ac:chgData name="FINDELAIR Guillaume" userId="9fe1e7ee-d2c4-41f2-97b7-c4ee833a4998" providerId="ADAL" clId="{62DC5E6D-B3B6-4E6B-B63C-CA1DA2D2B62D}" dt="2025-02-13T14:51:28.676" v="537" actId="1076"/>
          <ac:picMkLst>
            <pc:docMk/>
            <pc:sldMk cId="2866824300" sldId="3681"/>
            <ac:picMk id="6" creationId="{47AA64BB-32DF-E6BE-EB16-CC809936D00D}"/>
          </ac:picMkLst>
        </pc:picChg>
        <pc:picChg chg="del">
          <ac:chgData name="FINDELAIR Guillaume" userId="9fe1e7ee-d2c4-41f2-97b7-c4ee833a4998" providerId="ADAL" clId="{62DC5E6D-B3B6-4E6B-B63C-CA1DA2D2B62D}" dt="2025-02-13T15:06:52.111" v="1022" actId="478"/>
          <ac:picMkLst>
            <pc:docMk/>
            <pc:sldMk cId="2866824300" sldId="3681"/>
            <ac:picMk id="2320" creationId="{B4CBA5F6-4518-14A2-3680-85900F238C0A}"/>
          </ac:picMkLst>
        </pc:picChg>
      </pc:sldChg>
      <pc:sldChg chg="modSp mod">
        <pc:chgData name="FINDELAIR Guillaume" userId="9fe1e7ee-d2c4-41f2-97b7-c4ee833a4998" providerId="ADAL" clId="{62DC5E6D-B3B6-4E6B-B63C-CA1DA2D2B62D}" dt="2025-02-13T13:28:12.024" v="21" actId="20577"/>
        <pc:sldMkLst>
          <pc:docMk/>
          <pc:sldMk cId="551611600" sldId="3682"/>
        </pc:sldMkLst>
        <pc:spChg chg="mod">
          <ac:chgData name="FINDELAIR Guillaume" userId="9fe1e7ee-d2c4-41f2-97b7-c4ee833a4998" providerId="ADAL" clId="{62DC5E6D-B3B6-4E6B-B63C-CA1DA2D2B62D}" dt="2025-02-13T13:28:12.024" v="21" actId="20577"/>
          <ac:spMkLst>
            <pc:docMk/>
            <pc:sldMk cId="551611600" sldId="3682"/>
            <ac:spMk id="2" creationId="{3FCA1697-4934-71F1-FC1A-9A3DBB0D1947}"/>
          </ac:spMkLst>
        </pc:spChg>
      </pc:sldChg>
      <pc:sldChg chg="modSp mod">
        <pc:chgData name="FINDELAIR Guillaume" userId="9fe1e7ee-d2c4-41f2-97b7-c4ee833a4998" providerId="ADAL" clId="{62DC5E6D-B3B6-4E6B-B63C-CA1DA2D2B62D}" dt="2025-02-13T15:08:14.645" v="1038" actId="1037"/>
        <pc:sldMkLst>
          <pc:docMk/>
          <pc:sldMk cId="683742865" sldId="3683"/>
        </pc:sldMkLst>
        <pc:spChg chg="mod">
          <ac:chgData name="FINDELAIR Guillaume" userId="9fe1e7ee-d2c4-41f2-97b7-c4ee833a4998" providerId="ADAL" clId="{62DC5E6D-B3B6-4E6B-B63C-CA1DA2D2B62D}" dt="2025-02-13T14:45:53.217" v="389" actId="20577"/>
          <ac:spMkLst>
            <pc:docMk/>
            <pc:sldMk cId="683742865" sldId="3683"/>
            <ac:spMk id="2" creationId="{C9DB6DF8-3B9A-19CD-3B68-1CC080B40D67}"/>
          </ac:spMkLst>
        </pc:spChg>
        <pc:picChg chg="mod">
          <ac:chgData name="FINDELAIR Guillaume" userId="9fe1e7ee-d2c4-41f2-97b7-c4ee833a4998" providerId="ADAL" clId="{62DC5E6D-B3B6-4E6B-B63C-CA1DA2D2B62D}" dt="2025-02-13T15:08:14.645" v="1038" actId="1037"/>
          <ac:picMkLst>
            <pc:docMk/>
            <pc:sldMk cId="683742865" sldId="3683"/>
            <ac:picMk id="4" creationId="{F08262ED-1251-825D-D796-048A6EF3C368}"/>
          </ac:picMkLst>
        </pc:picChg>
      </pc:sldChg>
      <pc:sldChg chg="modSp del mod modShow">
        <pc:chgData name="FINDELAIR Guillaume" userId="9fe1e7ee-d2c4-41f2-97b7-c4ee833a4998" providerId="ADAL" clId="{62DC5E6D-B3B6-4E6B-B63C-CA1DA2D2B62D}" dt="2025-02-14T10:07:44.021" v="1660" actId="2696"/>
        <pc:sldMkLst>
          <pc:docMk/>
          <pc:sldMk cId="196198884" sldId="3684"/>
        </pc:sldMkLst>
        <pc:spChg chg="mod">
          <ac:chgData name="FINDELAIR Guillaume" userId="9fe1e7ee-d2c4-41f2-97b7-c4ee833a4998" providerId="ADAL" clId="{62DC5E6D-B3B6-4E6B-B63C-CA1DA2D2B62D}" dt="2025-02-13T13:27:32.760" v="20" actId="1076"/>
          <ac:spMkLst>
            <pc:docMk/>
            <pc:sldMk cId="196198884" sldId="3684"/>
            <ac:spMk id="22" creationId="{F55ECE01-0D8C-D95D-7BC4-55DFC5C66D6E}"/>
          </ac:spMkLst>
        </pc:spChg>
      </pc:sldChg>
      <pc:sldChg chg="del mod modShow">
        <pc:chgData name="FINDELAIR Guillaume" userId="9fe1e7ee-d2c4-41f2-97b7-c4ee833a4998" providerId="ADAL" clId="{62DC5E6D-B3B6-4E6B-B63C-CA1DA2D2B62D}" dt="2025-02-14T10:07:46.629" v="1661" actId="2696"/>
        <pc:sldMkLst>
          <pc:docMk/>
          <pc:sldMk cId="2952728679" sldId="3685"/>
        </pc:sldMkLst>
      </pc:sldChg>
      <pc:sldChg chg="del mod modShow">
        <pc:chgData name="FINDELAIR Guillaume" userId="9fe1e7ee-d2c4-41f2-97b7-c4ee833a4998" providerId="ADAL" clId="{62DC5E6D-B3B6-4E6B-B63C-CA1DA2D2B62D}" dt="2025-02-14T10:07:49.463" v="1662" actId="2696"/>
        <pc:sldMkLst>
          <pc:docMk/>
          <pc:sldMk cId="2526095712" sldId="3686"/>
        </pc:sldMkLst>
      </pc:sldChg>
      <pc:sldChg chg="del">
        <pc:chgData name="FINDELAIR Guillaume" userId="9fe1e7ee-d2c4-41f2-97b7-c4ee833a4998" providerId="ADAL" clId="{62DC5E6D-B3B6-4E6B-B63C-CA1DA2D2B62D}" dt="2025-02-13T14:34:18.829" v="46" actId="47"/>
        <pc:sldMkLst>
          <pc:docMk/>
          <pc:sldMk cId="360679408" sldId="3687"/>
        </pc:sldMkLst>
      </pc:sldChg>
      <pc:sldChg chg="addSp delSp modSp mod ord">
        <pc:chgData name="FINDELAIR Guillaume" userId="9fe1e7ee-d2c4-41f2-97b7-c4ee833a4998" providerId="ADAL" clId="{62DC5E6D-B3B6-4E6B-B63C-CA1DA2D2B62D}" dt="2025-02-13T15:09:07.930" v="1041"/>
        <pc:sldMkLst>
          <pc:docMk/>
          <pc:sldMk cId="2780717935" sldId="3688"/>
        </pc:sldMkLst>
        <pc:spChg chg="mod">
          <ac:chgData name="FINDELAIR Guillaume" userId="9fe1e7ee-d2c4-41f2-97b7-c4ee833a4998" providerId="ADAL" clId="{62DC5E6D-B3B6-4E6B-B63C-CA1DA2D2B62D}" dt="2025-02-13T14:57:40.899" v="616" actId="20577"/>
          <ac:spMkLst>
            <pc:docMk/>
            <pc:sldMk cId="2780717935" sldId="3688"/>
            <ac:spMk id="2" creationId="{273806F1-7D79-0E8B-B82E-CD05B5EFEED0}"/>
          </ac:spMkLst>
        </pc:spChg>
        <pc:picChg chg="add mod">
          <ac:chgData name="FINDELAIR Guillaume" userId="9fe1e7ee-d2c4-41f2-97b7-c4ee833a4998" providerId="ADAL" clId="{62DC5E6D-B3B6-4E6B-B63C-CA1DA2D2B62D}" dt="2025-02-13T15:09:07.930" v="1041"/>
          <ac:picMkLst>
            <pc:docMk/>
            <pc:sldMk cId="2780717935" sldId="3688"/>
            <ac:picMk id="3" creationId="{A23F8170-5D4F-B47F-4C56-D07F49B0D064}"/>
          </ac:picMkLst>
        </pc:picChg>
        <pc:picChg chg="del">
          <ac:chgData name="FINDELAIR Guillaume" userId="9fe1e7ee-d2c4-41f2-97b7-c4ee833a4998" providerId="ADAL" clId="{62DC5E6D-B3B6-4E6B-B63C-CA1DA2D2B62D}" dt="2025-02-13T15:09:07.575" v="1040" actId="478"/>
          <ac:picMkLst>
            <pc:docMk/>
            <pc:sldMk cId="2780717935" sldId="3688"/>
            <ac:picMk id="6" creationId="{8D597FA0-3F47-BD9E-B21A-83E015789B79}"/>
          </ac:picMkLst>
        </pc:picChg>
      </pc:sldChg>
      <pc:sldChg chg="modSp mod ord">
        <pc:chgData name="FINDELAIR Guillaume" userId="9fe1e7ee-d2c4-41f2-97b7-c4ee833a4998" providerId="ADAL" clId="{62DC5E6D-B3B6-4E6B-B63C-CA1DA2D2B62D}" dt="2025-02-14T09:27:30.631" v="1494" actId="20577"/>
        <pc:sldMkLst>
          <pc:docMk/>
          <pc:sldMk cId="907400372" sldId="3691"/>
        </pc:sldMkLst>
        <pc:spChg chg="mod">
          <ac:chgData name="FINDELAIR Guillaume" userId="9fe1e7ee-d2c4-41f2-97b7-c4ee833a4998" providerId="ADAL" clId="{62DC5E6D-B3B6-4E6B-B63C-CA1DA2D2B62D}" dt="2025-02-14T09:27:30.631" v="1494" actId="20577"/>
          <ac:spMkLst>
            <pc:docMk/>
            <pc:sldMk cId="907400372" sldId="3691"/>
            <ac:spMk id="2" creationId="{8812632C-7471-4DC1-3A20-824062AD7D14}"/>
          </ac:spMkLst>
        </pc:spChg>
      </pc:sldChg>
      <pc:sldChg chg="addSp modSp mod ord">
        <pc:chgData name="FINDELAIR Guillaume" userId="9fe1e7ee-d2c4-41f2-97b7-c4ee833a4998" providerId="ADAL" clId="{62DC5E6D-B3B6-4E6B-B63C-CA1DA2D2B62D}" dt="2025-02-13T15:05:31.779" v="903"/>
        <pc:sldMkLst>
          <pc:docMk/>
          <pc:sldMk cId="1270220741" sldId="3693"/>
        </pc:sldMkLst>
        <pc:spChg chg="mod">
          <ac:chgData name="FINDELAIR Guillaume" userId="9fe1e7ee-d2c4-41f2-97b7-c4ee833a4998" providerId="ADAL" clId="{62DC5E6D-B3B6-4E6B-B63C-CA1DA2D2B62D}" dt="2025-02-13T14:55:32.345" v="581" actId="20577"/>
          <ac:spMkLst>
            <pc:docMk/>
            <pc:sldMk cId="1270220741" sldId="3693"/>
            <ac:spMk id="2" creationId="{8ADC4B32-8C60-1D3C-819E-E86C3EE44103}"/>
          </ac:spMkLst>
        </pc:spChg>
        <pc:picChg chg="add mod">
          <ac:chgData name="FINDELAIR Guillaume" userId="9fe1e7ee-d2c4-41f2-97b7-c4ee833a4998" providerId="ADAL" clId="{62DC5E6D-B3B6-4E6B-B63C-CA1DA2D2B62D}" dt="2025-02-13T15:05:31.779" v="903"/>
          <ac:picMkLst>
            <pc:docMk/>
            <pc:sldMk cId="1270220741" sldId="3693"/>
            <ac:picMk id="4" creationId="{1698AFAA-0CD8-5159-D452-AD615D7AF4CF}"/>
          </ac:picMkLst>
        </pc:picChg>
      </pc:sldChg>
      <pc:sldChg chg="addSp modSp ord">
        <pc:chgData name="FINDELAIR Guillaume" userId="9fe1e7ee-d2c4-41f2-97b7-c4ee833a4998" providerId="ADAL" clId="{62DC5E6D-B3B6-4E6B-B63C-CA1DA2D2B62D}" dt="2025-02-13T15:05:43.797" v="906"/>
        <pc:sldMkLst>
          <pc:docMk/>
          <pc:sldMk cId="2542227597" sldId="3694"/>
        </pc:sldMkLst>
        <pc:picChg chg="add mod">
          <ac:chgData name="FINDELAIR Guillaume" userId="9fe1e7ee-d2c4-41f2-97b7-c4ee833a4998" providerId="ADAL" clId="{62DC5E6D-B3B6-4E6B-B63C-CA1DA2D2B62D}" dt="2025-02-13T15:05:43.797" v="906"/>
          <ac:picMkLst>
            <pc:docMk/>
            <pc:sldMk cId="2542227597" sldId="3694"/>
            <ac:picMk id="4" creationId="{C28230A8-F98F-DC47-8050-CBC23AF49879}"/>
          </ac:picMkLst>
        </pc:picChg>
      </pc:sldChg>
      <pc:sldChg chg="addSp delSp modSp mod modAnim">
        <pc:chgData name="FINDELAIR Guillaume" userId="9fe1e7ee-d2c4-41f2-97b7-c4ee833a4998" providerId="ADAL" clId="{62DC5E6D-B3B6-4E6B-B63C-CA1DA2D2B62D}" dt="2025-02-14T10:07:13.799" v="1657" actId="20577"/>
        <pc:sldMkLst>
          <pc:docMk/>
          <pc:sldMk cId="357105132" sldId="3695"/>
        </pc:sldMkLst>
        <pc:spChg chg="mod">
          <ac:chgData name="FINDELAIR Guillaume" userId="9fe1e7ee-d2c4-41f2-97b7-c4ee833a4998" providerId="ADAL" clId="{62DC5E6D-B3B6-4E6B-B63C-CA1DA2D2B62D}" dt="2025-02-13T14:38:32.160" v="324" actId="20577"/>
          <ac:spMkLst>
            <pc:docMk/>
            <pc:sldMk cId="357105132" sldId="3695"/>
            <ac:spMk id="2" creationId="{EBD100D0-4C57-C335-1025-16CC5A0AB0B0}"/>
          </ac:spMkLst>
        </pc:spChg>
        <pc:spChg chg="add mod">
          <ac:chgData name="FINDELAIR Guillaume" userId="9fe1e7ee-d2c4-41f2-97b7-c4ee833a4998" providerId="ADAL" clId="{62DC5E6D-B3B6-4E6B-B63C-CA1DA2D2B62D}" dt="2025-02-14T10:07:13.799" v="1657" actId="20577"/>
          <ac:spMkLst>
            <pc:docMk/>
            <pc:sldMk cId="357105132" sldId="3695"/>
            <ac:spMk id="3" creationId="{3B0E7040-06C6-F8CF-237C-BA432C57FBBF}"/>
          </ac:spMkLst>
        </pc:spChg>
        <pc:spChg chg="mod">
          <ac:chgData name="FINDELAIR Guillaume" userId="9fe1e7ee-d2c4-41f2-97b7-c4ee833a4998" providerId="ADAL" clId="{62DC5E6D-B3B6-4E6B-B63C-CA1DA2D2B62D}" dt="2025-02-13T15:04:50.892" v="901" actId="1035"/>
          <ac:spMkLst>
            <pc:docMk/>
            <pc:sldMk cId="357105132" sldId="3695"/>
            <ac:spMk id="4" creationId="{3EB33C46-AF97-98ED-799F-506765864CC2}"/>
          </ac:spMkLst>
        </pc:spChg>
        <pc:picChg chg="add mod">
          <ac:chgData name="FINDELAIR Guillaume" userId="9fe1e7ee-d2c4-41f2-97b7-c4ee833a4998" providerId="ADAL" clId="{62DC5E6D-B3B6-4E6B-B63C-CA1DA2D2B62D}" dt="2025-02-13T15:04:39.124" v="884"/>
          <ac:picMkLst>
            <pc:docMk/>
            <pc:sldMk cId="357105132" sldId="3695"/>
            <ac:picMk id="5" creationId="{5E1FA74F-5E46-081F-C923-1079E897ECC1}"/>
          </ac:picMkLst>
        </pc:picChg>
        <pc:picChg chg="del mod">
          <ac:chgData name="FINDELAIR Guillaume" userId="9fe1e7ee-d2c4-41f2-97b7-c4ee833a4998" providerId="ADAL" clId="{62DC5E6D-B3B6-4E6B-B63C-CA1DA2D2B62D}" dt="2025-02-13T15:22:39.474" v="1084" actId="478"/>
          <ac:picMkLst>
            <pc:docMk/>
            <pc:sldMk cId="357105132" sldId="3695"/>
            <ac:picMk id="7" creationId="{5C21777D-E718-1F39-372E-C4CAFF2F2483}"/>
          </ac:picMkLst>
        </pc:picChg>
        <pc:picChg chg="del mod">
          <ac:chgData name="FINDELAIR Guillaume" userId="9fe1e7ee-d2c4-41f2-97b7-c4ee833a4998" providerId="ADAL" clId="{62DC5E6D-B3B6-4E6B-B63C-CA1DA2D2B62D}" dt="2025-02-13T15:22:40.242" v="1085" actId="478"/>
          <ac:picMkLst>
            <pc:docMk/>
            <pc:sldMk cId="357105132" sldId="3695"/>
            <ac:picMk id="9" creationId="{B927C6D2-CA75-C36A-5723-A8459F885E65}"/>
          </ac:picMkLst>
        </pc:picChg>
      </pc:sldChg>
      <pc:sldChg chg="addSp delSp modSp new add del mod ord modShow">
        <pc:chgData name="FINDELAIR Guillaume" userId="9fe1e7ee-d2c4-41f2-97b7-c4ee833a4998" providerId="ADAL" clId="{62DC5E6D-B3B6-4E6B-B63C-CA1DA2D2B62D}" dt="2025-02-14T10:07:57.794" v="1663" actId="2696"/>
        <pc:sldMkLst>
          <pc:docMk/>
          <pc:sldMk cId="1366444514" sldId="3696"/>
        </pc:sldMkLst>
        <pc:spChg chg="add del">
          <ac:chgData name="FINDELAIR Guillaume" userId="9fe1e7ee-d2c4-41f2-97b7-c4ee833a4998" providerId="ADAL" clId="{62DC5E6D-B3B6-4E6B-B63C-CA1DA2D2B62D}" dt="2025-02-13T15:16:14.210" v="1070" actId="478"/>
          <ac:spMkLst>
            <pc:docMk/>
            <pc:sldMk cId="1366444514" sldId="3696"/>
            <ac:spMk id="3" creationId="{EEEB1864-380C-4CE5-595A-D7E65FC0AD79}"/>
          </ac:spMkLst>
        </pc:spChg>
        <pc:spChg chg="mod ord">
          <ac:chgData name="FINDELAIR Guillaume" userId="9fe1e7ee-d2c4-41f2-97b7-c4ee833a4998" providerId="ADAL" clId="{62DC5E6D-B3B6-4E6B-B63C-CA1DA2D2B62D}" dt="2025-02-14T09:33:50.215" v="1638" actId="164"/>
          <ac:spMkLst>
            <pc:docMk/>
            <pc:sldMk cId="1366444514" sldId="3696"/>
            <ac:spMk id="5" creationId="{37F7CFCC-745E-799E-FBFA-929FCE9F557E}"/>
          </ac:spMkLst>
        </pc:spChg>
        <pc:spChg chg="mod">
          <ac:chgData name="FINDELAIR Guillaume" userId="9fe1e7ee-d2c4-41f2-97b7-c4ee833a4998" providerId="ADAL" clId="{62DC5E6D-B3B6-4E6B-B63C-CA1DA2D2B62D}" dt="2025-02-14T09:33:50.215" v="1638" actId="164"/>
          <ac:spMkLst>
            <pc:docMk/>
            <pc:sldMk cId="1366444514" sldId="3696"/>
            <ac:spMk id="6" creationId="{1C5CC4D7-87E2-C762-938A-F294768A5436}"/>
          </ac:spMkLst>
        </pc:spChg>
        <pc:spChg chg="del">
          <ac:chgData name="FINDELAIR Guillaume" userId="9fe1e7ee-d2c4-41f2-97b7-c4ee833a4998" providerId="ADAL" clId="{62DC5E6D-B3B6-4E6B-B63C-CA1DA2D2B62D}" dt="2025-02-13T15:26:53.220" v="1196" actId="478"/>
          <ac:spMkLst>
            <pc:docMk/>
            <pc:sldMk cId="1366444514" sldId="3696"/>
            <ac:spMk id="7" creationId="{07AD2D88-73E0-1E38-3D2A-2308C2CBBE9E}"/>
          </ac:spMkLst>
        </pc:spChg>
        <pc:spChg chg="mod ord">
          <ac:chgData name="FINDELAIR Guillaume" userId="9fe1e7ee-d2c4-41f2-97b7-c4ee833a4998" providerId="ADAL" clId="{62DC5E6D-B3B6-4E6B-B63C-CA1DA2D2B62D}" dt="2025-02-14T09:33:50.215" v="1638" actId="164"/>
          <ac:spMkLst>
            <pc:docMk/>
            <pc:sldMk cId="1366444514" sldId="3696"/>
            <ac:spMk id="7" creationId="{C07F7F78-5E6A-A3FA-03F8-077270EF4C5C}"/>
          </ac:spMkLst>
        </pc:spChg>
        <pc:spChg chg="add mod">
          <ac:chgData name="FINDELAIR Guillaume" userId="9fe1e7ee-d2c4-41f2-97b7-c4ee833a4998" providerId="ADAL" clId="{62DC5E6D-B3B6-4E6B-B63C-CA1DA2D2B62D}" dt="2025-02-13T15:15:58.871" v="1065"/>
          <ac:spMkLst>
            <pc:docMk/>
            <pc:sldMk cId="1366444514" sldId="3696"/>
            <ac:spMk id="8" creationId="{17181F97-DB8B-084E-131D-BF1F23C7FC0E}"/>
          </ac:spMkLst>
        </pc:spChg>
        <pc:spChg chg="mod">
          <ac:chgData name="FINDELAIR Guillaume" userId="9fe1e7ee-d2c4-41f2-97b7-c4ee833a4998" providerId="ADAL" clId="{62DC5E6D-B3B6-4E6B-B63C-CA1DA2D2B62D}" dt="2025-02-14T09:33:50.215" v="1638" actId="164"/>
          <ac:spMkLst>
            <pc:docMk/>
            <pc:sldMk cId="1366444514" sldId="3696"/>
            <ac:spMk id="8" creationId="{ED250481-0082-54AF-0CB9-AE62E2BCB154}"/>
          </ac:spMkLst>
        </pc:spChg>
        <pc:spChg chg="del">
          <ac:chgData name="FINDELAIR Guillaume" userId="9fe1e7ee-d2c4-41f2-97b7-c4ee833a4998" providerId="ADAL" clId="{62DC5E6D-B3B6-4E6B-B63C-CA1DA2D2B62D}" dt="2025-02-13T15:26:41.467" v="1188" actId="478"/>
          <ac:spMkLst>
            <pc:docMk/>
            <pc:sldMk cId="1366444514" sldId="3696"/>
            <ac:spMk id="8" creationId="{F718C705-2BD7-3FCD-56A1-7A407AD72A1B}"/>
          </ac:spMkLst>
        </pc:spChg>
        <pc:spChg chg="mod">
          <ac:chgData name="FINDELAIR Guillaume" userId="9fe1e7ee-d2c4-41f2-97b7-c4ee833a4998" providerId="ADAL" clId="{62DC5E6D-B3B6-4E6B-B63C-CA1DA2D2B62D}" dt="2025-02-14T09:33:50.215" v="1638" actId="164"/>
          <ac:spMkLst>
            <pc:docMk/>
            <pc:sldMk cId="1366444514" sldId="3696"/>
            <ac:spMk id="9" creationId="{23FEFEBA-E595-D479-099B-8F625595C9B4}"/>
          </ac:spMkLst>
        </pc:spChg>
        <pc:spChg chg="del">
          <ac:chgData name="FINDELAIR Guillaume" userId="9fe1e7ee-d2c4-41f2-97b7-c4ee833a4998" providerId="ADAL" clId="{62DC5E6D-B3B6-4E6B-B63C-CA1DA2D2B62D}" dt="2025-02-13T15:26:55.260" v="1199" actId="478"/>
          <ac:spMkLst>
            <pc:docMk/>
            <pc:sldMk cId="1366444514" sldId="3696"/>
            <ac:spMk id="9" creationId="{5BC967E1-8877-A1DE-C3FB-0DEBF8F6BE18}"/>
          </ac:spMkLst>
        </pc:spChg>
        <pc:spChg chg="del">
          <ac:chgData name="FINDELAIR Guillaume" userId="9fe1e7ee-d2c4-41f2-97b7-c4ee833a4998" providerId="ADAL" clId="{62DC5E6D-B3B6-4E6B-B63C-CA1DA2D2B62D}" dt="2025-02-13T15:26:53.825" v="1197" actId="478"/>
          <ac:spMkLst>
            <pc:docMk/>
            <pc:sldMk cId="1366444514" sldId="3696"/>
            <ac:spMk id="10" creationId="{2DB4C9E7-035F-020E-4389-24247D3EC746}"/>
          </ac:spMkLst>
        </pc:spChg>
        <pc:spChg chg="mod">
          <ac:chgData name="FINDELAIR Guillaume" userId="9fe1e7ee-d2c4-41f2-97b7-c4ee833a4998" providerId="ADAL" clId="{62DC5E6D-B3B6-4E6B-B63C-CA1DA2D2B62D}" dt="2025-02-14T09:33:50.215" v="1638" actId="164"/>
          <ac:spMkLst>
            <pc:docMk/>
            <pc:sldMk cId="1366444514" sldId="3696"/>
            <ac:spMk id="10" creationId="{9C70F903-6624-E815-4A1A-8A7C5923266A}"/>
          </ac:spMkLst>
        </pc:spChg>
        <pc:spChg chg="mod ord">
          <ac:chgData name="FINDELAIR Guillaume" userId="9fe1e7ee-d2c4-41f2-97b7-c4ee833a4998" providerId="ADAL" clId="{62DC5E6D-B3B6-4E6B-B63C-CA1DA2D2B62D}" dt="2025-02-14T09:33:50.215" v="1638" actId="164"/>
          <ac:spMkLst>
            <pc:docMk/>
            <pc:sldMk cId="1366444514" sldId="3696"/>
            <ac:spMk id="11" creationId="{9CDB7C67-D1F6-3B18-E7E1-A3640F164B9F}"/>
          </ac:spMkLst>
        </pc:spChg>
        <pc:spChg chg="del">
          <ac:chgData name="FINDELAIR Guillaume" userId="9fe1e7ee-d2c4-41f2-97b7-c4ee833a4998" providerId="ADAL" clId="{62DC5E6D-B3B6-4E6B-B63C-CA1DA2D2B62D}" dt="2025-02-13T15:26:48.869" v="1191" actId="478"/>
          <ac:spMkLst>
            <pc:docMk/>
            <pc:sldMk cId="1366444514" sldId="3696"/>
            <ac:spMk id="11" creationId="{FB0E6DA6-928B-9A7D-AC2E-91908FB14A21}"/>
          </ac:spMkLst>
        </pc:spChg>
        <pc:spChg chg="del">
          <ac:chgData name="FINDELAIR Guillaume" userId="9fe1e7ee-d2c4-41f2-97b7-c4ee833a4998" providerId="ADAL" clId="{62DC5E6D-B3B6-4E6B-B63C-CA1DA2D2B62D}" dt="2025-02-13T15:26:45.753" v="1189" actId="478"/>
          <ac:spMkLst>
            <pc:docMk/>
            <pc:sldMk cId="1366444514" sldId="3696"/>
            <ac:spMk id="12" creationId="{4C7225D8-57D4-F4A7-65FA-67AA6C0C82B8}"/>
          </ac:spMkLst>
        </pc:spChg>
        <pc:spChg chg="mod ord">
          <ac:chgData name="FINDELAIR Guillaume" userId="9fe1e7ee-d2c4-41f2-97b7-c4ee833a4998" providerId="ADAL" clId="{62DC5E6D-B3B6-4E6B-B63C-CA1DA2D2B62D}" dt="2025-02-14T09:33:50.215" v="1638" actId="164"/>
          <ac:spMkLst>
            <pc:docMk/>
            <pc:sldMk cId="1366444514" sldId="3696"/>
            <ac:spMk id="13" creationId="{7BF91B79-A88D-9979-B424-46F59D2FCCAE}"/>
          </ac:spMkLst>
        </pc:spChg>
        <pc:spChg chg="del">
          <ac:chgData name="FINDELAIR Guillaume" userId="9fe1e7ee-d2c4-41f2-97b7-c4ee833a4998" providerId="ADAL" clId="{62DC5E6D-B3B6-4E6B-B63C-CA1DA2D2B62D}" dt="2025-02-13T15:26:50.136" v="1192" actId="478"/>
          <ac:spMkLst>
            <pc:docMk/>
            <pc:sldMk cId="1366444514" sldId="3696"/>
            <ac:spMk id="13" creationId="{A2FA038D-E771-18A3-1395-E10BFB349536}"/>
          </ac:spMkLst>
        </pc:spChg>
        <pc:spChg chg="del">
          <ac:chgData name="FINDELAIR Guillaume" userId="9fe1e7ee-d2c4-41f2-97b7-c4ee833a4998" providerId="ADAL" clId="{62DC5E6D-B3B6-4E6B-B63C-CA1DA2D2B62D}" dt="2025-02-13T15:26:51.273" v="1194" actId="478"/>
          <ac:spMkLst>
            <pc:docMk/>
            <pc:sldMk cId="1366444514" sldId="3696"/>
            <ac:spMk id="14" creationId="{9D689BF6-7320-EE1E-469B-5FC509F09A0D}"/>
          </ac:spMkLst>
        </pc:spChg>
        <pc:spChg chg="mod">
          <ac:chgData name="FINDELAIR Guillaume" userId="9fe1e7ee-d2c4-41f2-97b7-c4ee833a4998" providerId="ADAL" clId="{62DC5E6D-B3B6-4E6B-B63C-CA1DA2D2B62D}" dt="2025-02-14T09:33:50.215" v="1638" actId="164"/>
          <ac:spMkLst>
            <pc:docMk/>
            <pc:sldMk cId="1366444514" sldId="3696"/>
            <ac:spMk id="14" creationId="{E62F38B3-DC56-2987-E49C-D5EB97B3B21F}"/>
          </ac:spMkLst>
        </pc:spChg>
        <pc:spChg chg="del">
          <ac:chgData name="FINDELAIR Guillaume" userId="9fe1e7ee-d2c4-41f2-97b7-c4ee833a4998" providerId="ADAL" clId="{62DC5E6D-B3B6-4E6B-B63C-CA1DA2D2B62D}" dt="2025-02-13T15:26:47.243" v="1190" actId="478"/>
          <ac:spMkLst>
            <pc:docMk/>
            <pc:sldMk cId="1366444514" sldId="3696"/>
            <ac:spMk id="15" creationId="{11D3DFC0-579F-A2E0-72BB-EF29892D1922}"/>
          </ac:spMkLst>
        </pc:spChg>
        <pc:spChg chg="mod ord">
          <ac:chgData name="FINDELAIR Guillaume" userId="9fe1e7ee-d2c4-41f2-97b7-c4ee833a4998" providerId="ADAL" clId="{62DC5E6D-B3B6-4E6B-B63C-CA1DA2D2B62D}" dt="2025-02-14T09:33:50.215" v="1638" actId="164"/>
          <ac:spMkLst>
            <pc:docMk/>
            <pc:sldMk cId="1366444514" sldId="3696"/>
            <ac:spMk id="15" creationId="{8D46DE91-1EB4-E1C7-025E-108F109C0C96}"/>
          </ac:spMkLst>
        </pc:spChg>
        <pc:spChg chg="del">
          <ac:chgData name="FINDELAIR Guillaume" userId="9fe1e7ee-d2c4-41f2-97b7-c4ee833a4998" providerId="ADAL" clId="{62DC5E6D-B3B6-4E6B-B63C-CA1DA2D2B62D}" dt="2025-02-13T15:26:41.467" v="1188" actId="478"/>
          <ac:spMkLst>
            <pc:docMk/>
            <pc:sldMk cId="1366444514" sldId="3696"/>
            <ac:spMk id="16" creationId="{835BC938-0A96-2CFC-EF00-8737BD70F86A}"/>
          </ac:spMkLst>
        </pc:spChg>
        <pc:spChg chg="del">
          <ac:chgData name="FINDELAIR Guillaume" userId="9fe1e7ee-d2c4-41f2-97b7-c4ee833a4998" providerId="ADAL" clId="{62DC5E6D-B3B6-4E6B-B63C-CA1DA2D2B62D}" dt="2025-02-13T15:26:41.467" v="1188" actId="478"/>
          <ac:spMkLst>
            <pc:docMk/>
            <pc:sldMk cId="1366444514" sldId="3696"/>
            <ac:spMk id="17" creationId="{ACB08A6F-5C23-5EF3-DB37-3A790B63B4D8}"/>
          </ac:spMkLst>
        </pc:spChg>
        <pc:spChg chg="del">
          <ac:chgData name="FINDELAIR Guillaume" userId="9fe1e7ee-d2c4-41f2-97b7-c4ee833a4998" providerId="ADAL" clId="{62DC5E6D-B3B6-4E6B-B63C-CA1DA2D2B62D}" dt="2025-02-13T15:26:41.467" v="1188" actId="478"/>
          <ac:spMkLst>
            <pc:docMk/>
            <pc:sldMk cId="1366444514" sldId="3696"/>
            <ac:spMk id="18" creationId="{6C08B8F3-0F96-001C-2C62-3B2DD3731989}"/>
          </ac:spMkLst>
        </pc:spChg>
        <pc:spChg chg="mod">
          <ac:chgData name="FINDELAIR Guillaume" userId="9fe1e7ee-d2c4-41f2-97b7-c4ee833a4998" providerId="ADAL" clId="{62DC5E6D-B3B6-4E6B-B63C-CA1DA2D2B62D}" dt="2025-02-14T09:32:32.008" v="1536"/>
          <ac:spMkLst>
            <pc:docMk/>
            <pc:sldMk cId="1366444514" sldId="3696"/>
            <ac:spMk id="39" creationId="{5333D4BE-AA2E-A725-38F8-9788390FE3CF}"/>
          </ac:spMkLst>
        </pc:spChg>
        <pc:spChg chg="mod">
          <ac:chgData name="FINDELAIR Guillaume" userId="9fe1e7ee-d2c4-41f2-97b7-c4ee833a4998" providerId="ADAL" clId="{62DC5E6D-B3B6-4E6B-B63C-CA1DA2D2B62D}" dt="2025-02-13T15:15:58.871" v="1065"/>
          <ac:spMkLst>
            <pc:docMk/>
            <pc:sldMk cId="1366444514" sldId="3696"/>
            <ac:spMk id="154" creationId="{9F5EE1A4-CC13-9725-E5EF-1CBA29F15DE2}"/>
          </ac:spMkLst>
        </pc:spChg>
        <pc:spChg chg="mod">
          <ac:chgData name="FINDELAIR Guillaume" userId="9fe1e7ee-d2c4-41f2-97b7-c4ee833a4998" providerId="ADAL" clId="{62DC5E6D-B3B6-4E6B-B63C-CA1DA2D2B62D}" dt="2025-02-13T15:15:58.871" v="1065"/>
          <ac:spMkLst>
            <pc:docMk/>
            <pc:sldMk cId="1366444514" sldId="3696"/>
            <ac:spMk id="201" creationId="{F43AC3D9-2D82-8283-39C7-4ABFB2153DAA}"/>
          </ac:spMkLst>
        </pc:spChg>
        <pc:spChg chg="mod">
          <ac:chgData name="FINDELAIR Guillaume" userId="9fe1e7ee-d2c4-41f2-97b7-c4ee833a4998" providerId="ADAL" clId="{62DC5E6D-B3B6-4E6B-B63C-CA1DA2D2B62D}" dt="2025-02-13T15:15:58.871" v="1065"/>
          <ac:spMkLst>
            <pc:docMk/>
            <pc:sldMk cId="1366444514" sldId="3696"/>
            <ac:spMk id="288" creationId="{EBEA509A-E383-2DD2-AEB8-8DDE622883D6}"/>
          </ac:spMkLst>
        </pc:spChg>
        <pc:spChg chg="mod">
          <ac:chgData name="FINDELAIR Guillaume" userId="9fe1e7ee-d2c4-41f2-97b7-c4ee833a4998" providerId="ADAL" clId="{62DC5E6D-B3B6-4E6B-B63C-CA1DA2D2B62D}" dt="2025-02-13T15:15:58.871" v="1065"/>
          <ac:spMkLst>
            <pc:docMk/>
            <pc:sldMk cId="1366444514" sldId="3696"/>
            <ac:spMk id="378" creationId="{2F8772A7-77EF-7C7A-053E-6CD5109A20B7}"/>
          </ac:spMkLst>
        </pc:spChg>
        <pc:spChg chg="mod">
          <ac:chgData name="FINDELAIR Guillaume" userId="9fe1e7ee-d2c4-41f2-97b7-c4ee833a4998" providerId="ADAL" clId="{62DC5E6D-B3B6-4E6B-B63C-CA1DA2D2B62D}" dt="2025-02-13T15:15:58.871" v="1065"/>
          <ac:spMkLst>
            <pc:docMk/>
            <pc:sldMk cId="1366444514" sldId="3696"/>
            <ac:spMk id="440" creationId="{65802CC0-5DDB-3474-F1EC-A5D175E61E16}"/>
          </ac:spMkLst>
        </pc:spChg>
        <pc:spChg chg="mod">
          <ac:chgData name="FINDELAIR Guillaume" userId="9fe1e7ee-d2c4-41f2-97b7-c4ee833a4998" providerId="ADAL" clId="{62DC5E6D-B3B6-4E6B-B63C-CA1DA2D2B62D}" dt="2025-02-13T15:15:58.871" v="1065"/>
          <ac:spMkLst>
            <pc:docMk/>
            <pc:sldMk cId="1366444514" sldId="3696"/>
            <ac:spMk id="486" creationId="{2DB13086-F452-B22C-FCD9-1F463F625BF5}"/>
          </ac:spMkLst>
        </pc:spChg>
        <pc:spChg chg="mod">
          <ac:chgData name="FINDELAIR Guillaume" userId="9fe1e7ee-d2c4-41f2-97b7-c4ee833a4998" providerId="ADAL" clId="{62DC5E6D-B3B6-4E6B-B63C-CA1DA2D2B62D}" dt="2025-02-13T15:15:58.871" v="1065"/>
          <ac:spMkLst>
            <pc:docMk/>
            <pc:sldMk cId="1366444514" sldId="3696"/>
            <ac:spMk id="710" creationId="{0F56FC9E-A126-0147-E296-B33FE7E710AE}"/>
          </ac:spMkLst>
        </pc:spChg>
        <pc:spChg chg="mod">
          <ac:chgData name="FINDELAIR Guillaume" userId="9fe1e7ee-d2c4-41f2-97b7-c4ee833a4998" providerId="ADAL" clId="{62DC5E6D-B3B6-4E6B-B63C-CA1DA2D2B62D}" dt="2025-02-13T15:15:58.871" v="1065"/>
          <ac:spMkLst>
            <pc:docMk/>
            <pc:sldMk cId="1366444514" sldId="3696"/>
            <ac:spMk id="785" creationId="{88399425-6529-6868-12AD-625FCA3BFC2F}"/>
          </ac:spMkLst>
        </pc:spChg>
        <pc:spChg chg="mod">
          <ac:chgData name="FINDELAIR Guillaume" userId="9fe1e7ee-d2c4-41f2-97b7-c4ee833a4998" providerId="ADAL" clId="{62DC5E6D-B3B6-4E6B-B63C-CA1DA2D2B62D}" dt="2025-02-13T15:15:58.871" v="1065"/>
          <ac:spMkLst>
            <pc:docMk/>
            <pc:sldMk cId="1366444514" sldId="3696"/>
            <ac:spMk id="849" creationId="{1449D97F-727B-BD42-477C-31BBE3DF8E98}"/>
          </ac:spMkLst>
        </pc:spChg>
        <pc:spChg chg="mod">
          <ac:chgData name="FINDELAIR Guillaume" userId="9fe1e7ee-d2c4-41f2-97b7-c4ee833a4998" providerId="ADAL" clId="{62DC5E6D-B3B6-4E6B-B63C-CA1DA2D2B62D}" dt="2025-02-13T15:16:19.354" v="1071"/>
          <ac:spMkLst>
            <pc:docMk/>
            <pc:sldMk cId="1366444514" sldId="3696"/>
            <ac:spMk id="961" creationId="{E7591D21-A915-599F-85DF-8B7B4563889B}"/>
          </ac:spMkLst>
        </pc:spChg>
        <pc:spChg chg="mod">
          <ac:chgData name="FINDELAIR Guillaume" userId="9fe1e7ee-d2c4-41f2-97b7-c4ee833a4998" providerId="ADAL" clId="{62DC5E6D-B3B6-4E6B-B63C-CA1DA2D2B62D}" dt="2025-02-13T15:16:19.354" v="1071"/>
          <ac:spMkLst>
            <pc:docMk/>
            <pc:sldMk cId="1366444514" sldId="3696"/>
            <ac:spMk id="998" creationId="{635A24C2-0FA9-DE37-98B7-4843E8BED6B5}"/>
          </ac:spMkLst>
        </pc:spChg>
        <pc:spChg chg="mod">
          <ac:chgData name="FINDELAIR Guillaume" userId="9fe1e7ee-d2c4-41f2-97b7-c4ee833a4998" providerId="ADAL" clId="{62DC5E6D-B3B6-4E6B-B63C-CA1DA2D2B62D}" dt="2025-02-13T15:16:19.354" v="1071"/>
          <ac:spMkLst>
            <pc:docMk/>
            <pc:sldMk cId="1366444514" sldId="3696"/>
            <ac:spMk id="1054" creationId="{053FB91C-A02A-AA55-9454-4B7EDCCD79C3}"/>
          </ac:spMkLst>
        </pc:spChg>
        <pc:spChg chg="mod">
          <ac:chgData name="FINDELAIR Guillaume" userId="9fe1e7ee-d2c4-41f2-97b7-c4ee833a4998" providerId="ADAL" clId="{62DC5E6D-B3B6-4E6B-B63C-CA1DA2D2B62D}" dt="2025-02-13T15:16:19.354" v="1071"/>
          <ac:spMkLst>
            <pc:docMk/>
            <pc:sldMk cId="1366444514" sldId="3696"/>
            <ac:spMk id="1067" creationId="{F93722AF-0109-2224-7CA1-E2A0E843256A}"/>
          </ac:spMkLst>
        </pc:spChg>
        <pc:spChg chg="mod">
          <ac:chgData name="FINDELAIR Guillaume" userId="9fe1e7ee-d2c4-41f2-97b7-c4ee833a4998" providerId="ADAL" clId="{62DC5E6D-B3B6-4E6B-B63C-CA1DA2D2B62D}" dt="2025-02-13T15:16:19.354" v="1071"/>
          <ac:spMkLst>
            <pc:docMk/>
            <pc:sldMk cId="1366444514" sldId="3696"/>
            <ac:spMk id="1144" creationId="{34D93230-A185-3A68-AA83-7EB1F1BB02F1}"/>
          </ac:spMkLst>
        </pc:spChg>
        <pc:spChg chg="mod">
          <ac:chgData name="FINDELAIR Guillaume" userId="9fe1e7ee-d2c4-41f2-97b7-c4ee833a4998" providerId="ADAL" clId="{62DC5E6D-B3B6-4E6B-B63C-CA1DA2D2B62D}" dt="2025-02-13T15:16:19.354" v="1071"/>
          <ac:spMkLst>
            <pc:docMk/>
            <pc:sldMk cId="1366444514" sldId="3696"/>
            <ac:spMk id="1266" creationId="{71717661-5993-57E5-4046-9B535D1E5742}"/>
          </ac:spMkLst>
        </pc:spChg>
        <pc:spChg chg="mod">
          <ac:chgData name="FINDELAIR Guillaume" userId="9fe1e7ee-d2c4-41f2-97b7-c4ee833a4998" providerId="ADAL" clId="{62DC5E6D-B3B6-4E6B-B63C-CA1DA2D2B62D}" dt="2025-02-13T15:16:19.354" v="1071"/>
          <ac:spMkLst>
            <pc:docMk/>
            <pc:sldMk cId="1366444514" sldId="3696"/>
            <ac:spMk id="1285" creationId="{4A14D3C2-2C46-D5A7-2496-F0320CC03D45}"/>
          </ac:spMkLst>
        </pc:spChg>
        <pc:spChg chg="mod">
          <ac:chgData name="FINDELAIR Guillaume" userId="9fe1e7ee-d2c4-41f2-97b7-c4ee833a4998" providerId="ADAL" clId="{62DC5E6D-B3B6-4E6B-B63C-CA1DA2D2B62D}" dt="2025-02-13T15:16:19.354" v="1071"/>
          <ac:spMkLst>
            <pc:docMk/>
            <pc:sldMk cId="1366444514" sldId="3696"/>
            <ac:spMk id="1342" creationId="{EE6C373F-9A95-703C-C22E-54DE241102CB}"/>
          </ac:spMkLst>
        </pc:spChg>
        <pc:spChg chg="mod">
          <ac:chgData name="FINDELAIR Guillaume" userId="9fe1e7ee-d2c4-41f2-97b7-c4ee833a4998" providerId="ADAL" clId="{62DC5E6D-B3B6-4E6B-B63C-CA1DA2D2B62D}" dt="2025-02-13T15:16:19.354" v="1071"/>
          <ac:spMkLst>
            <pc:docMk/>
            <pc:sldMk cId="1366444514" sldId="3696"/>
            <ac:spMk id="1343" creationId="{A9816D64-DC48-EDD5-C5C7-34ACFED60485}"/>
          </ac:spMkLst>
        </pc:spChg>
        <pc:spChg chg="mod">
          <ac:chgData name="FINDELAIR Guillaume" userId="9fe1e7ee-d2c4-41f2-97b7-c4ee833a4998" providerId="ADAL" clId="{62DC5E6D-B3B6-4E6B-B63C-CA1DA2D2B62D}" dt="2025-02-13T15:16:19.354" v="1071"/>
          <ac:spMkLst>
            <pc:docMk/>
            <pc:sldMk cId="1366444514" sldId="3696"/>
            <ac:spMk id="1683" creationId="{FAE925E1-6BDE-A21F-A2CD-E5EDD7D49690}"/>
          </ac:spMkLst>
        </pc:spChg>
        <pc:spChg chg="add mod">
          <ac:chgData name="FINDELAIR Guillaume" userId="9fe1e7ee-d2c4-41f2-97b7-c4ee833a4998" providerId="ADAL" clId="{62DC5E6D-B3B6-4E6B-B63C-CA1DA2D2B62D}" dt="2025-02-13T15:19:08.196" v="1073"/>
          <ac:spMkLst>
            <pc:docMk/>
            <pc:sldMk cId="1366444514" sldId="3696"/>
            <ac:spMk id="1755" creationId="{B44F2CFB-0259-E527-A58F-9779D688FDBF}"/>
          </ac:spMkLst>
        </pc:spChg>
        <pc:spChg chg="mod">
          <ac:chgData name="FINDELAIR Guillaume" userId="9fe1e7ee-d2c4-41f2-97b7-c4ee833a4998" providerId="ADAL" clId="{62DC5E6D-B3B6-4E6B-B63C-CA1DA2D2B62D}" dt="2025-02-13T15:25:12.678" v="1138"/>
          <ac:spMkLst>
            <pc:docMk/>
            <pc:sldMk cId="1366444514" sldId="3696"/>
            <ac:spMk id="2577" creationId="{C710879C-0836-88F8-3C6F-43BD0649A552}"/>
          </ac:spMkLst>
        </pc:spChg>
        <pc:spChg chg="mod">
          <ac:chgData name="FINDELAIR Guillaume" userId="9fe1e7ee-d2c4-41f2-97b7-c4ee833a4998" providerId="ADAL" clId="{62DC5E6D-B3B6-4E6B-B63C-CA1DA2D2B62D}" dt="2025-02-13T15:25:12.678" v="1138"/>
          <ac:spMkLst>
            <pc:docMk/>
            <pc:sldMk cId="1366444514" sldId="3696"/>
            <ac:spMk id="2599" creationId="{F959FD7D-F593-4F14-CA98-3040A92EA4A0}"/>
          </ac:spMkLst>
        </pc:spChg>
        <pc:spChg chg="mod">
          <ac:chgData name="FINDELAIR Guillaume" userId="9fe1e7ee-d2c4-41f2-97b7-c4ee833a4998" providerId="ADAL" clId="{62DC5E6D-B3B6-4E6B-B63C-CA1DA2D2B62D}" dt="2025-02-13T15:25:12.678" v="1138"/>
          <ac:spMkLst>
            <pc:docMk/>
            <pc:sldMk cId="1366444514" sldId="3696"/>
            <ac:spMk id="2671" creationId="{765CC491-90C5-8DCC-6810-50C8D4C72DEA}"/>
          </ac:spMkLst>
        </pc:spChg>
        <pc:spChg chg="mod">
          <ac:chgData name="FINDELAIR Guillaume" userId="9fe1e7ee-d2c4-41f2-97b7-c4ee833a4998" providerId="ADAL" clId="{62DC5E6D-B3B6-4E6B-B63C-CA1DA2D2B62D}" dt="2025-02-13T15:25:12.678" v="1138"/>
          <ac:spMkLst>
            <pc:docMk/>
            <pc:sldMk cId="1366444514" sldId="3696"/>
            <ac:spMk id="2772" creationId="{7C3822E7-FD5C-E9B4-FE83-82C64F16A8BC}"/>
          </ac:spMkLst>
        </pc:spChg>
        <pc:spChg chg="mod">
          <ac:chgData name="FINDELAIR Guillaume" userId="9fe1e7ee-d2c4-41f2-97b7-c4ee833a4998" providerId="ADAL" clId="{62DC5E6D-B3B6-4E6B-B63C-CA1DA2D2B62D}" dt="2025-02-13T15:25:12.678" v="1138"/>
          <ac:spMkLst>
            <pc:docMk/>
            <pc:sldMk cId="1366444514" sldId="3696"/>
            <ac:spMk id="2883" creationId="{F753F632-0F5F-37DE-7459-6EE29C6DE1A1}"/>
          </ac:spMkLst>
        </pc:spChg>
        <pc:spChg chg="mod">
          <ac:chgData name="FINDELAIR Guillaume" userId="9fe1e7ee-d2c4-41f2-97b7-c4ee833a4998" providerId="ADAL" clId="{62DC5E6D-B3B6-4E6B-B63C-CA1DA2D2B62D}" dt="2025-02-13T15:25:12.678" v="1138"/>
          <ac:spMkLst>
            <pc:docMk/>
            <pc:sldMk cId="1366444514" sldId="3696"/>
            <ac:spMk id="3131" creationId="{5FFA724B-8F6C-4093-8F29-55A648913642}"/>
          </ac:spMkLst>
        </pc:spChg>
        <pc:spChg chg="mod">
          <ac:chgData name="FINDELAIR Guillaume" userId="9fe1e7ee-d2c4-41f2-97b7-c4ee833a4998" providerId="ADAL" clId="{62DC5E6D-B3B6-4E6B-B63C-CA1DA2D2B62D}" dt="2025-02-13T15:25:12.678" v="1138"/>
          <ac:spMkLst>
            <pc:docMk/>
            <pc:sldMk cId="1366444514" sldId="3696"/>
            <ac:spMk id="3157" creationId="{1EF1D1AF-D577-386C-6DA2-4F59880D51DE}"/>
          </ac:spMkLst>
        </pc:spChg>
        <pc:spChg chg="mod">
          <ac:chgData name="FINDELAIR Guillaume" userId="9fe1e7ee-d2c4-41f2-97b7-c4ee833a4998" providerId="ADAL" clId="{62DC5E6D-B3B6-4E6B-B63C-CA1DA2D2B62D}" dt="2025-02-13T15:25:12.678" v="1138"/>
          <ac:spMkLst>
            <pc:docMk/>
            <pc:sldMk cId="1366444514" sldId="3696"/>
            <ac:spMk id="3240" creationId="{0AE261D8-85AF-0475-009E-837D160E9F5A}"/>
          </ac:spMkLst>
        </pc:spChg>
        <pc:spChg chg="mod">
          <ac:chgData name="FINDELAIR Guillaume" userId="9fe1e7ee-d2c4-41f2-97b7-c4ee833a4998" providerId="ADAL" clId="{62DC5E6D-B3B6-4E6B-B63C-CA1DA2D2B62D}" dt="2025-02-13T15:25:12.678" v="1138"/>
          <ac:spMkLst>
            <pc:docMk/>
            <pc:sldMk cId="1366444514" sldId="3696"/>
            <ac:spMk id="3335" creationId="{2C46EECF-A823-2AD1-8021-FD060E5DB9B4}"/>
          </ac:spMkLst>
        </pc:spChg>
        <pc:spChg chg="mod">
          <ac:chgData name="FINDELAIR Guillaume" userId="9fe1e7ee-d2c4-41f2-97b7-c4ee833a4998" providerId="ADAL" clId="{62DC5E6D-B3B6-4E6B-B63C-CA1DA2D2B62D}" dt="2025-02-13T15:25:12.678" v="1138"/>
          <ac:spMkLst>
            <pc:docMk/>
            <pc:sldMk cId="1366444514" sldId="3696"/>
            <ac:spMk id="3389" creationId="{D280FABF-67F0-89AD-E1E6-CA51F9F18F8C}"/>
          </ac:spMkLst>
        </pc:spChg>
        <pc:spChg chg="mod">
          <ac:chgData name="FINDELAIR Guillaume" userId="9fe1e7ee-d2c4-41f2-97b7-c4ee833a4998" providerId="ADAL" clId="{62DC5E6D-B3B6-4E6B-B63C-CA1DA2D2B62D}" dt="2025-02-14T09:32:32.008" v="1536"/>
          <ac:spMkLst>
            <pc:docMk/>
            <pc:sldMk cId="1366444514" sldId="3696"/>
            <ac:spMk id="3399" creationId="{41F86DC7-82AF-3414-462B-4A1E5903A0AB}"/>
          </ac:spMkLst>
        </pc:spChg>
        <pc:spChg chg="mod">
          <ac:chgData name="FINDELAIR Guillaume" userId="9fe1e7ee-d2c4-41f2-97b7-c4ee833a4998" providerId="ADAL" clId="{62DC5E6D-B3B6-4E6B-B63C-CA1DA2D2B62D}" dt="2025-02-14T08:57:02.603" v="1474" actId="1076"/>
          <ac:spMkLst>
            <pc:docMk/>
            <pc:sldMk cId="1366444514" sldId="3696"/>
            <ac:spMk id="3405" creationId="{84638EEE-0575-AED9-DBB6-4BBA5170C9CA}"/>
          </ac:spMkLst>
        </pc:spChg>
        <pc:spChg chg="mod ord">
          <ac:chgData name="FINDELAIR Guillaume" userId="9fe1e7ee-d2c4-41f2-97b7-c4ee833a4998" providerId="ADAL" clId="{62DC5E6D-B3B6-4E6B-B63C-CA1DA2D2B62D}" dt="2025-02-14T09:32:26.268" v="1535" actId="207"/>
          <ac:spMkLst>
            <pc:docMk/>
            <pc:sldMk cId="1366444514" sldId="3696"/>
            <ac:spMk id="3406" creationId="{B489B496-593F-0047-F4BC-B4469DC41A66}"/>
          </ac:spMkLst>
        </pc:spChg>
        <pc:spChg chg="mod">
          <ac:chgData name="FINDELAIR Guillaume" userId="9fe1e7ee-d2c4-41f2-97b7-c4ee833a4998" providerId="ADAL" clId="{62DC5E6D-B3B6-4E6B-B63C-CA1DA2D2B62D}" dt="2025-02-14T08:57:02.603" v="1474" actId="1076"/>
          <ac:spMkLst>
            <pc:docMk/>
            <pc:sldMk cId="1366444514" sldId="3696"/>
            <ac:spMk id="3407" creationId="{22AE0F62-42B1-B053-F698-F2F713CC81D1}"/>
          </ac:spMkLst>
        </pc:spChg>
        <pc:spChg chg="mod ord">
          <ac:chgData name="FINDELAIR Guillaume" userId="9fe1e7ee-d2c4-41f2-97b7-c4ee833a4998" providerId="ADAL" clId="{62DC5E6D-B3B6-4E6B-B63C-CA1DA2D2B62D}" dt="2025-02-14T09:32:26.268" v="1535" actId="207"/>
          <ac:spMkLst>
            <pc:docMk/>
            <pc:sldMk cId="1366444514" sldId="3696"/>
            <ac:spMk id="3408" creationId="{3B924D72-EEF5-1950-E078-CA55BDCA72BE}"/>
          </ac:spMkLst>
        </pc:spChg>
        <pc:spChg chg="mod">
          <ac:chgData name="FINDELAIR Guillaume" userId="9fe1e7ee-d2c4-41f2-97b7-c4ee833a4998" providerId="ADAL" clId="{62DC5E6D-B3B6-4E6B-B63C-CA1DA2D2B62D}" dt="2025-02-14T08:57:02.603" v="1474" actId="1076"/>
          <ac:spMkLst>
            <pc:docMk/>
            <pc:sldMk cId="1366444514" sldId="3696"/>
            <ac:spMk id="3409" creationId="{D06CD72C-D006-8923-8403-84616F171B16}"/>
          </ac:spMkLst>
        </pc:spChg>
        <pc:spChg chg="mod">
          <ac:chgData name="FINDELAIR Guillaume" userId="9fe1e7ee-d2c4-41f2-97b7-c4ee833a4998" providerId="ADAL" clId="{62DC5E6D-B3B6-4E6B-B63C-CA1DA2D2B62D}" dt="2025-02-14T09:32:05.503" v="1529" actId="207"/>
          <ac:spMkLst>
            <pc:docMk/>
            <pc:sldMk cId="1366444514" sldId="3696"/>
            <ac:spMk id="3410" creationId="{3B843937-763E-6829-4EDE-5D6E6E908D97}"/>
          </ac:spMkLst>
        </pc:spChg>
        <pc:spChg chg="mod">
          <ac:chgData name="FINDELAIR Guillaume" userId="9fe1e7ee-d2c4-41f2-97b7-c4ee833a4998" providerId="ADAL" clId="{62DC5E6D-B3B6-4E6B-B63C-CA1DA2D2B62D}" dt="2025-02-14T08:57:02.603" v="1474" actId="1076"/>
          <ac:spMkLst>
            <pc:docMk/>
            <pc:sldMk cId="1366444514" sldId="3696"/>
            <ac:spMk id="3411" creationId="{4F396406-1A4B-3FA6-87FA-47778B7DA10E}"/>
          </ac:spMkLst>
        </pc:spChg>
        <pc:spChg chg="mod ord">
          <ac:chgData name="FINDELAIR Guillaume" userId="9fe1e7ee-d2c4-41f2-97b7-c4ee833a4998" providerId="ADAL" clId="{62DC5E6D-B3B6-4E6B-B63C-CA1DA2D2B62D}" dt="2025-02-14T09:32:26.268" v="1535" actId="207"/>
          <ac:spMkLst>
            <pc:docMk/>
            <pc:sldMk cId="1366444514" sldId="3696"/>
            <ac:spMk id="3412" creationId="{D4492F8F-436A-C86B-EBEE-5A0793ABEFD6}"/>
          </ac:spMkLst>
        </pc:spChg>
        <pc:spChg chg="mod">
          <ac:chgData name="FINDELAIR Guillaume" userId="9fe1e7ee-d2c4-41f2-97b7-c4ee833a4998" providerId="ADAL" clId="{62DC5E6D-B3B6-4E6B-B63C-CA1DA2D2B62D}" dt="2025-02-14T08:57:02.603" v="1474" actId="1076"/>
          <ac:spMkLst>
            <pc:docMk/>
            <pc:sldMk cId="1366444514" sldId="3696"/>
            <ac:spMk id="3413" creationId="{AB0B3C30-4061-F042-184D-CF34D582720A}"/>
          </ac:spMkLst>
        </pc:spChg>
        <pc:spChg chg="mod ord">
          <ac:chgData name="FINDELAIR Guillaume" userId="9fe1e7ee-d2c4-41f2-97b7-c4ee833a4998" providerId="ADAL" clId="{62DC5E6D-B3B6-4E6B-B63C-CA1DA2D2B62D}" dt="2025-02-14T09:32:26.268" v="1535" actId="207"/>
          <ac:spMkLst>
            <pc:docMk/>
            <pc:sldMk cId="1366444514" sldId="3696"/>
            <ac:spMk id="3414" creationId="{D7BF806E-3FBB-273D-D980-526097204891}"/>
          </ac:spMkLst>
        </pc:spChg>
        <pc:spChg chg="mod">
          <ac:chgData name="FINDELAIR Guillaume" userId="9fe1e7ee-d2c4-41f2-97b7-c4ee833a4998" providerId="ADAL" clId="{62DC5E6D-B3B6-4E6B-B63C-CA1DA2D2B62D}" dt="2025-02-14T08:57:02.603" v="1474" actId="1076"/>
          <ac:spMkLst>
            <pc:docMk/>
            <pc:sldMk cId="1366444514" sldId="3696"/>
            <ac:spMk id="3415" creationId="{6738F127-34CC-5D2E-D45C-D56DBC4DE33B}"/>
          </ac:spMkLst>
        </pc:spChg>
        <pc:spChg chg="mod ord">
          <ac:chgData name="FINDELAIR Guillaume" userId="9fe1e7ee-d2c4-41f2-97b7-c4ee833a4998" providerId="ADAL" clId="{62DC5E6D-B3B6-4E6B-B63C-CA1DA2D2B62D}" dt="2025-02-14T09:32:26.268" v="1535" actId="207"/>
          <ac:spMkLst>
            <pc:docMk/>
            <pc:sldMk cId="1366444514" sldId="3696"/>
            <ac:spMk id="3416" creationId="{D8686E54-C76F-8A75-7ABA-EC94D01E99D2}"/>
          </ac:spMkLst>
        </pc:spChg>
        <pc:spChg chg="mod">
          <ac:chgData name="FINDELAIR Guillaume" userId="9fe1e7ee-d2c4-41f2-97b7-c4ee833a4998" providerId="ADAL" clId="{62DC5E6D-B3B6-4E6B-B63C-CA1DA2D2B62D}" dt="2025-02-13T15:26:33.936" v="1141"/>
          <ac:spMkLst>
            <pc:docMk/>
            <pc:sldMk cId="1366444514" sldId="3696"/>
            <ac:spMk id="3473" creationId="{048636E9-3C57-4A94-A675-A990A4FF320C}"/>
          </ac:spMkLst>
        </pc:spChg>
        <pc:spChg chg="mod">
          <ac:chgData name="FINDELAIR Guillaume" userId="9fe1e7ee-d2c4-41f2-97b7-c4ee833a4998" providerId="ADAL" clId="{62DC5E6D-B3B6-4E6B-B63C-CA1DA2D2B62D}" dt="2025-02-13T15:26:33.936" v="1141"/>
          <ac:spMkLst>
            <pc:docMk/>
            <pc:sldMk cId="1366444514" sldId="3696"/>
            <ac:spMk id="3524" creationId="{E1B5CCED-ABC7-CBD8-42F2-C5262042A058}"/>
          </ac:spMkLst>
        </pc:spChg>
        <pc:spChg chg="mod">
          <ac:chgData name="FINDELAIR Guillaume" userId="9fe1e7ee-d2c4-41f2-97b7-c4ee833a4998" providerId="ADAL" clId="{62DC5E6D-B3B6-4E6B-B63C-CA1DA2D2B62D}" dt="2025-02-13T15:26:33.936" v="1141"/>
          <ac:spMkLst>
            <pc:docMk/>
            <pc:sldMk cId="1366444514" sldId="3696"/>
            <ac:spMk id="3686" creationId="{E50DE292-6138-EA9D-8AC7-19C50FF07CC3}"/>
          </ac:spMkLst>
        </pc:spChg>
        <pc:spChg chg="mod">
          <ac:chgData name="FINDELAIR Guillaume" userId="9fe1e7ee-d2c4-41f2-97b7-c4ee833a4998" providerId="ADAL" clId="{62DC5E6D-B3B6-4E6B-B63C-CA1DA2D2B62D}" dt="2025-02-13T15:26:33.936" v="1141"/>
          <ac:spMkLst>
            <pc:docMk/>
            <pc:sldMk cId="1366444514" sldId="3696"/>
            <ac:spMk id="3705" creationId="{2C627C22-2D2F-AEF0-ED60-6F188DFA0374}"/>
          </ac:spMkLst>
        </pc:spChg>
        <pc:spChg chg="mod">
          <ac:chgData name="FINDELAIR Guillaume" userId="9fe1e7ee-d2c4-41f2-97b7-c4ee833a4998" providerId="ADAL" clId="{62DC5E6D-B3B6-4E6B-B63C-CA1DA2D2B62D}" dt="2025-02-13T15:26:33.936" v="1141"/>
          <ac:spMkLst>
            <pc:docMk/>
            <pc:sldMk cId="1366444514" sldId="3696"/>
            <ac:spMk id="3823" creationId="{AFFAAE5F-B0F9-BC85-A54B-55DF316E5EC7}"/>
          </ac:spMkLst>
        </pc:spChg>
        <pc:spChg chg="mod">
          <ac:chgData name="FINDELAIR Guillaume" userId="9fe1e7ee-d2c4-41f2-97b7-c4ee833a4998" providerId="ADAL" clId="{62DC5E6D-B3B6-4E6B-B63C-CA1DA2D2B62D}" dt="2025-02-13T15:26:33.936" v="1141"/>
          <ac:spMkLst>
            <pc:docMk/>
            <pc:sldMk cId="1366444514" sldId="3696"/>
            <ac:spMk id="3827" creationId="{396C7971-DB96-3CA6-6261-4A6D3330E01E}"/>
          </ac:spMkLst>
        </pc:spChg>
        <pc:spChg chg="mod">
          <ac:chgData name="FINDELAIR Guillaume" userId="9fe1e7ee-d2c4-41f2-97b7-c4ee833a4998" providerId="ADAL" clId="{62DC5E6D-B3B6-4E6B-B63C-CA1DA2D2B62D}" dt="2025-02-13T15:26:33.936" v="1141"/>
          <ac:spMkLst>
            <pc:docMk/>
            <pc:sldMk cId="1366444514" sldId="3696"/>
            <ac:spMk id="3911" creationId="{5CB6A114-E5A2-0E40-8730-3DEEBBA78CC8}"/>
          </ac:spMkLst>
        </pc:spChg>
        <pc:spChg chg="mod">
          <ac:chgData name="FINDELAIR Guillaume" userId="9fe1e7ee-d2c4-41f2-97b7-c4ee833a4998" providerId="ADAL" clId="{62DC5E6D-B3B6-4E6B-B63C-CA1DA2D2B62D}" dt="2025-02-13T15:26:33.936" v="1141"/>
          <ac:spMkLst>
            <pc:docMk/>
            <pc:sldMk cId="1366444514" sldId="3696"/>
            <ac:spMk id="4129" creationId="{02259524-5C1F-D936-5504-14615F9B0D0A}"/>
          </ac:spMkLst>
        </pc:spChg>
        <pc:spChg chg="mod">
          <ac:chgData name="FINDELAIR Guillaume" userId="9fe1e7ee-d2c4-41f2-97b7-c4ee833a4998" providerId="ADAL" clId="{62DC5E6D-B3B6-4E6B-B63C-CA1DA2D2B62D}" dt="2025-02-13T15:26:33.936" v="1141"/>
          <ac:spMkLst>
            <pc:docMk/>
            <pc:sldMk cId="1366444514" sldId="3696"/>
            <ac:spMk id="4211" creationId="{6B384DD1-5FA7-3FDA-C584-8C07055C6722}"/>
          </ac:spMkLst>
        </pc:spChg>
        <pc:spChg chg="mod">
          <ac:chgData name="FINDELAIR Guillaume" userId="9fe1e7ee-d2c4-41f2-97b7-c4ee833a4998" providerId="ADAL" clId="{62DC5E6D-B3B6-4E6B-B63C-CA1DA2D2B62D}" dt="2025-02-13T15:26:33.936" v="1141"/>
          <ac:spMkLst>
            <pc:docMk/>
            <pc:sldMk cId="1366444514" sldId="3696"/>
            <ac:spMk id="4267" creationId="{8F78DF59-1EED-F279-FE25-76BB1A6F9FB8}"/>
          </ac:spMkLst>
        </pc:spChg>
        <pc:spChg chg="mod">
          <ac:chgData name="FINDELAIR Guillaume" userId="9fe1e7ee-d2c4-41f2-97b7-c4ee833a4998" providerId="ADAL" clId="{62DC5E6D-B3B6-4E6B-B63C-CA1DA2D2B62D}" dt="2025-02-14T09:32:32.008" v="1536"/>
          <ac:spMkLst>
            <pc:docMk/>
            <pc:sldMk cId="1366444514" sldId="3696"/>
            <ac:spMk id="4380" creationId="{98615F9C-4410-5E9B-F691-E2A95B135E75}"/>
          </ac:spMkLst>
        </pc:spChg>
        <pc:spChg chg="mod">
          <ac:chgData name="FINDELAIR Guillaume" userId="9fe1e7ee-d2c4-41f2-97b7-c4ee833a4998" providerId="ADAL" clId="{62DC5E6D-B3B6-4E6B-B63C-CA1DA2D2B62D}" dt="2025-02-14T09:32:32.008" v="1536"/>
          <ac:spMkLst>
            <pc:docMk/>
            <pc:sldMk cId="1366444514" sldId="3696"/>
            <ac:spMk id="4442" creationId="{CDEF58E2-35FA-3BD1-FF27-BBEC581D67FE}"/>
          </ac:spMkLst>
        </pc:spChg>
        <pc:spChg chg="mod">
          <ac:chgData name="FINDELAIR Guillaume" userId="9fe1e7ee-d2c4-41f2-97b7-c4ee833a4998" providerId="ADAL" clId="{62DC5E6D-B3B6-4E6B-B63C-CA1DA2D2B62D}" dt="2025-02-14T09:32:32.008" v="1536"/>
          <ac:spMkLst>
            <pc:docMk/>
            <pc:sldMk cId="1366444514" sldId="3696"/>
            <ac:spMk id="4486" creationId="{7072AF7A-B79E-7469-B3D3-BA7FE2FB89A1}"/>
          </ac:spMkLst>
        </pc:spChg>
        <pc:spChg chg="mod">
          <ac:chgData name="FINDELAIR Guillaume" userId="9fe1e7ee-d2c4-41f2-97b7-c4ee833a4998" providerId="ADAL" clId="{62DC5E6D-B3B6-4E6B-B63C-CA1DA2D2B62D}" dt="2025-02-14T09:32:32.008" v="1536"/>
          <ac:spMkLst>
            <pc:docMk/>
            <pc:sldMk cId="1366444514" sldId="3696"/>
            <ac:spMk id="4530" creationId="{B32501E3-2AF6-0559-2E49-BFA79BB255CC}"/>
          </ac:spMkLst>
        </pc:spChg>
        <pc:spChg chg="mod">
          <ac:chgData name="FINDELAIR Guillaume" userId="9fe1e7ee-d2c4-41f2-97b7-c4ee833a4998" providerId="ADAL" clId="{62DC5E6D-B3B6-4E6B-B63C-CA1DA2D2B62D}" dt="2025-02-14T09:32:32.008" v="1536"/>
          <ac:spMkLst>
            <pc:docMk/>
            <pc:sldMk cId="1366444514" sldId="3696"/>
            <ac:spMk id="4533" creationId="{D94E4439-B26F-6117-3DD0-211152A32F89}"/>
          </ac:spMkLst>
        </pc:spChg>
        <pc:spChg chg="mod">
          <ac:chgData name="FINDELAIR Guillaume" userId="9fe1e7ee-d2c4-41f2-97b7-c4ee833a4998" providerId="ADAL" clId="{62DC5E6D-B3B6-4E6B-B63C-CA1DA2D2B62D}" dt="2025-02-14T09:32:32.008" v="1536"/>
          <ac:spMkLst>
            <pc:docMk/>
            <pc:sldMk cId="1366444514" sldId="3696"/>
            <ac:spMk id="4534" creationId="{3ECEC85A-CF32-82BA-391C-6B62DF5761C6}"/>
          </ac:spMkLst>
        </pc:spChg>
        <pc:spChg chg="mod">
          <ac:chgData name="FINDELAIR Guillaume" userId="9fe1e7ee-d2c4-41f2-97b7-c4ee833a4998" providerId="ADAL" clId="{62DC5E6D-B3B6-4E6B-B63C-CA1DA2D2B62D}" dt="2025-02-14T09:32:32.008" v="1536"/>
          <ac:spMkLst>
            <pc:docMk/>
            <pc:sldMk cId="1366444514" sldId="3696"/>
            <ac:spMk id="4781" creationId="{7536B06F-90B9-4C64-2420-771300403395}"/>
          </ac:spMkLst>
        </pc:spChg>
        <pc:spChg chg="mod">
          <ac:chgData name="FINDELAIR Guillaume" userId="9fe1e7ee-d2c4-41f2-97b7-c4ee833a4998" providerId="ADAL" clId="{62DC5E6D-B3B6-4E6B-B63C-CA1DA2D2B62D}" dt="2025-02-14T09:32:32.008" v="1536"/>
          <ac:spMkLst>
            <pc:docMk/>
            <pc:sldMk cId="1366444514" sldId="3696"/>
            <ac:spMk id="4822" creationId="{E86BB385-2917-EB75-2B99-A3963C107861}"/>
          </ac:spMkLst>
        </pc:spChg>
        <pc:grpChg chg="del">
          <ac:chgData name="FINDELAIR Guillaume" userId="9fe1e7ee-d2c4-41f2-97b7-c4ee833a4998" providerId="ADAL" clId="{62DC5E6D-B3B6-4E6B-B63C-CA1DA2D2B62D}" dt="2025-02-13T15:26:54.241" v="1198" actId="478"/>
          <ac:grpSpMkLst>
            <pc:docMk/>
            <pc:sldMk cId="1366444514" sldId="3696"/>
            <ac:grpSpMk id="19" creationId="{89429554-C5F6-6F39-E6B6-836B65DE599F}"/>
          </ac:grpSpMkLst>
        </pc:grpChg>
        <pc:grpChg chg="del">
          <ac:chgData name="FINDELAIR Guillaume" userId="9fe1e7ee-d2c4-41f2-97b7-c4ee833a4998" providerId="ADAL" clId="{62DC5E6D-B3B6-4E6B-B63C-CA1DA2D2B62D}" dt="2025-02-13T15:26:41.467" v="1188" actId="478"/>
          <ac:grpSpMkLst>
            <pc:docMk/>
            <pc:sldMk cId="1366444514" sldId="3696"/>
            <ac:grpSpMk id="1762" creationId="{827E45AD-AB18-1D0C-57A1-A49B67F0B415}"/>
          </ac:grpSpMkLst>
        </pc:grpChg>
        <pc:grpChg chg="del">
          <ac:chgData name="FINDELAIR Guillaume" userId="9fe1e7ee-d2c4-41f2-97b7-c4ee833a4998" providerId="ADAL" clId="{62DC5E6D-B3B6-4E6B-B63C-CA1DA2D2B62D}" dt="2025-02-13T15:26:52.357" v="1195" actId="478"/>
          <ac:grpSpMkLst>
            <pc:docMk/>
            <pc:sldMk cId="1366444514" sldId="3696"/>
            <ac:grpSpMk id="1853" creationId="{6798FF1C-B501-DC60-D512-507247093280}"/>
          </ac:grpSpMkLst>
        </pc:grpChg>
        <pc:grpChg chg="del">
          <ac:chgData name="FINDELAIR Guillaume" userId="9fe1e7ee-d2c4-41f2-97b7-c4ee833a4998" providerId="ADAL" clId="{62DC5E6D-B3B6-4E6B-B63C-CA1DA2D2B62D}" dt="2025-02-13T15:26:41.467" v="1188" actId="478"/>
          <ac:grpSpMkLst>
            <pc:docMk/>
            <pc:sldMk cId="1366444514" sldId="3696"/>
            <ac:grpSpMk id="2120" creationId="{4106A3D1-A97A-2E78-2FDB-D085BA90AEE1}"/>
          </ac:grpSpMkLst>
        </pc:grpChg>
        <pc:grpChg chg="del">
          <ac:chgData name="FINDELAIR Guillaume" userId="9fe1e7ee-d2c4-41f2-97b7-c4ee833a4998" providerId="ADAL" clId="{62DC5E6D-B3B6-4E6B-B63C-CA1DA2D2B62D}" dt="2025-02-13T15:26:50.802" v="1193" actId="478"/>
          <ac:grpSpMkLst>
            <pc:docMk/>
            <pc:sldMk cId="1366444514" sldId="3696"/>
            <ac:grpSpMk id="2209" creationId="{0DD8B87C-2F89-F3CB-DA69-171811B1CC14}"/>
          </ac:grpSpMkLst>
        </pc:grpChg>
        <pc:grpChg chg="del">
          <ac:chgData name="FINDELAIR Guillaume" userId="9fe1e7ee-d2c4-41f2-97b7-c4ee833a4998" providerId="ADAL" clId="{62DC5E6D-B3B6-4E6B-B63C-CA1DA2D2B62D}" dt="2025-02-13T15:26:41.467" v="1188" actId="478"/>
          <ac:grpSpMkLst>
            <pc:docMk/>
            <pc:sldMk cId="1366444514" sldId="3696"/>
            <ac:grpSpMk id="2331" creationId="{28FDD904-FD3C-59B4-0CC4-245E0DA01153}"/>
          </ac:grpSpMkLst>
        </pc:grpChg>
        <pc:grpChg chg="mod">
          <ac:chgData name="FINDELAIR Guillaume" userId="9fe1e7ee-d2c4-41f2-97b7-c4ee833a4998" providerId="ADAL" clId="{62DC5E6D-B3B6-4E6B-B63C-CA1DA2D2B62D}" dt="2025-02-14T08:56:52.204" v="1471" actId="1035"/>
          <ac:grpSpMkLst>
            <pc:docMk/>
            <pc:sldMk cId="1366444514" sldId="3696"/>
            <ac:grpSpMk id="3873" creationId="{228A4C11-658D-E345-BC8C-F70FF56F5A0B}"/>
          </ac:grpSpMkLst>
        </pc:grpChg>
        <pc:grpChg chg="mod">
          <ac:chgData name="FINDELAIR Guillaume" userId="9fe1e7ee-d2c4-41f2-97b7-c4ee833a4998" providerId="ADAL" clId="{62DC5E6D-B3B6-4E6B-B63C-CA1DA2D2B62D}" dt="2025-02-14T08:56:53.067" v="1472" actId="1035"/>
          <ac:grpSpMkLst>
            <pc:docMk/>
            <pc:sldMk cId="1366444514" sldId="3696"/>
            <ac:grpSpMk id="4084" creationId="{8265B8C1-2BC0-0C04-0E4A-138603D690D1}"/>
          </ac:grpSpMkLst>
        </pc:grpChg>
        <pc:picChg chg="del">
          <ac:chgData name="FINDELAIR Guillaume" userId="9fe1e7ee-d2c4-41f2-97b7-c4ee833a4998" providerId="ADAL" clId="{62DC5E6D-B3B6-4E6B-B63C-CA1DA2D2B62D}" dt="2025-02-14T08:56:55.353" v="1473" actId="478"/>
          <ac:picMkLst>
            <pc:docMk/>
            <pc:sldMk cId="1366444514" sldId="3696"/>
            <ac:picMk id="2528" creationId="{1EDCD5B3-3756-9288-9284-727E69626D1B}"/>
          </ac:picMkLst>
        </pc:picChg>
      </pc:sldChg>
      <pc:sldChg chg="addSp modSp del mod">
        <pc:chgData name="FINDELAIR Guillaume" userId="9fe1e7ee-d2c4-41f2-97b7-c4ee833a4998" providerId="ADAL" clId="{62DC5E6D-B3B6-4E6B-B63C-CA1DA2D2B62D}" dt="2025-02-13T15:13:39.296" v="1055" actId="2696"/>
        <pc:sldMkLst>
          <pc:docMk/>
          <pc:sldMk cId="3806495250" sldId="3696"/>
        </pc:sldMkLst>
        <pc:spChg chg="mod">
          <ac:chgData name="FINDELAIR Guillaume" userId="9fe1e7ee-d2c4-41f2-97b7-c4ee833a4998" providerId="ADAL" clId="{62DC5E6D-B3B6-4E6B-B63C-CA1DA2D2B62D}" dt="2025-02-13T15:13:15.350" v="1054" actId="1076"/>
          <ac:spMkLst>
            <pc:docMk/>
            <pc:sldMk cId="3806495250" sldId="3696"/>
            <ac:spMk id="880" creationId="{295C9CA0-F99B-04C2-1FB1-AF28D6475D37}"/>
          </ac:spMkLst>
        </pc:spChg>
        <pc:spChg chg="mod">
          <ac:chgData name="FINDELAIR Guillaume" userId="9fe1e7ee-d2c4-41f2-97b7-c4ee833a4998" providerId="ADAL" clId="{62DC5E6D-B3B6-4E6B-B63C-CA1DA2D2B62D}" dt="2025-02-13T15:13:15.350" v="1054" actId="1076"/>
          <ac:spMkLst>
            <pc:docMk/>
            <pc:sldMk cId="3806495250" sldId="3696"/>
            <ac:spMk id="882" creationId="{1E527A1E-275E-E7DF-F530-041E5B016355}"/>
          </ac:spMkLst>
        </pc:spChg>
        <pc:spChg chg="mod">
          <ac:chgData name="FINDELAIR Guillaume" userId="9fe1e7ee-d2c4-41f2-97b7-c4ee833a4998" providerId="ADAL" clId="{62DC5E6D-B3B6-4E6B-B63C-CA1DA2D2B62D}" dt="2025-02-13T15:13:15.350" v="1054" actId="1076"/>
          <ac:spMkLst>
            <pc:docMk/>
            <pc:sldMk cId="3806495250" sldId="3696"/>
            <ac:spMk id="883" creationId="{A5C46A17-70AB-54D6-BD5A-85C012BC9A33}"/>
          </ac:spMkLst>
        </pc:spChg>
        <pc:spChg chg="mod">
          <ac:chgData name="FINDELAIR Guillaume" userId="9fe1e7ee-d2c4-41f2-97b7-c4ee833a4998" providerId="ADAL" clId="{62DC5E6D-B3B6-4E6B-B63C-CA1DA2D2B62D}" dt="2025-02-13T15:13:15.350" v="1054" actId="1076"/>
          <ac:spMkLst>
            <pc:docMk/>
            <pc:sldMk cId="3806495250" sldId="3696"/>
            <ac:spMk id="884" creationId="{6A03F888-3825-8FAF-B98E-1E627A63A220}"/>
          </ac:spMkLst>
        </pc:spChg>
        <pc:spChg chg="mod">
          <ac:chgData name="FINDELAIR Guillaume" userId="9fe1e7ee-d2c4-41f2-97b7-c4ee833a4998" providerId="ADAL" clId="{62DC5E6D-B3B6-4E6B-B63C-CA1DA2D2B62D}" dt="2025-02-13T15:13:15.350" v="1054" actId="1076"/>
          <ac:spMkLst>
            <pc:docMk/>
            <pc:sldMk cId="3806495250" sldId="3696"/>
            <ac:spMk id="885" creationId="{5FF3B51B-F171-0804-47B6-7B38B32A2F6E}"/>
          </ac:spMkLst>
        </pc:spChg>
        <pc:spChg chg="mod">
          <ac:chgData name="FINDELAIR Guillaume" userId="9fe1e7ee-d2c4-41f2-97b7-c4ee833a4998" providerId="ADAL" clId="{62DC5E6D-B3B6-4E6B-B63C-CA1DA2D2B62D}" dt="2025-02-13T15:13:09.174" v="1052"/>
          <ac:spMkLst>
            <pc:docMk/>
            <pc:sldMk cId="3806495250" sldId="3696"/>
            <ac:spMk id="1283" creationId="{CE6FF331-D316-43AA-C754-3D0DFE8DC33C}"/>
          </ac:spMkLst>
        </pc:spChg>
        <pc:spChg chg="mod">
          <ac:chgData name="FINDELAIR Guillaume" userId="9fe1e7ee-d2c4-41f2-97b7-c4ee833a4998" providerId="ADAL" clId="{62DC5E6D-B3B6-4E6B-B63C-CA1DA2D2B62D}" dt="2025-02-13T15:13:09.174" v="1052"/>
          <ac:spMkLst>
            <pc:docMk/>
            <pc:sldMk cId="3806495250" sldId="3696"/>
            <ac:spMk id="1289" creationId="{B283BDEB-1ED9-48E7-245A-11A0332D6692}"/>
          </ac:spMkLst>
        </pc:spChg>
        <pc:spChg chg="mod">
          <ac:chgData name="FINDELAIR Guillaume" userId="9fe1e7ee-d2c4-41f2-97b7-c4ee833a4998" providerId="ADAL" clId="{62DC5E6D-B3B6-4E6B-B63C-CA1DA2D2B62D}" dt="2025-02-13T15:13:09.174" v="1052"/>
          <ac:spMkLst>
            <pc:docMk/>
            <pc:sldMk cId="3806495250" sldId="3696"/>
            <ac:spMk id="1310" creationId="{E211814C-8642-388C-94AB-B9658F269A53}"/>
          </ac:spMkLst>
        </pc:spChg>
        <pc:spChg chg="mod">
          <ac:chgData name="FINDELAIR Guillaume" userId="9fe1e7ee-d2c4-41f2-97b7-c4ee833a4998" providerId="ADAL" clId="{62DC5E6D-B3B6-4E6B-B63C-CA1DA2D2B62D}" dt="2025-02-13T15:13:09.174" v="1052"/>
          <ac:spMkLst>
            <pc:docMk/>
            <pc:sldMk cId="3806495250" sldId="3696"/>
            <ac:spMk id="1332" creationId="{A3FCA806-E7DD-5816-E5E2-E58C9EFD521C}"/>
          </ac:spMkLst>
        </pc:spChg>
        <pc:spChg chg="mod">
          <ac:chgData name="FINDELAIR Guillaume" userId="9fe1e7ee-d2c4-41f2-97b7-c4ee833a4998" providerId="ADAL" clId="{62DC5E6D-B3B6-4E6B-B63C-CA1DA2D2B62D}" dt="2025-02-13T15:13:09.174" v="1052"/>
          <ac:spMkLst>
            <pc:docMk/>
            <pc:sldMk cId="3806495250" sldId="3696"/>
            <ac:spMk id="1483" creationId="{BBF73D8D-5D20-2A35-B7A0-5C4E217FFB3D}"/>
          </ac:spMkLst>
        </pc:spChg>
        <pc:spChg chg="mod">
          <ac:chgData name="FINDELAIR Guillaume" userId="9fe1e7ee-d2c4-41f2-97b7-c4ee833a4998" providerId="ADAL" clId="{62DC5E6D-B3B6-4E6B-B63C-CA1DA2D2B62D}" dt="2025-02-13T15:13:09.174" v="1052"/>
          <ac:spMkLst>
            <pc:docMk/>
            <pc:sldMk cId="3806495250" sldId="3696"/>
            <ac:spMk id="1513" creationId="{2F906105-B46B-6849-D8A3-C962252EDCBD}"/>
          </ac:spMkLst>
        </pc:spChg>
        <pc:spChg chg="mod">
          <ac:chgData name="FINDELAIR Guillaume" userId="9fe1e7ee-d2c4-41f2-97b7-c4ee833a4998" providerId="ADAL" clId="{62DC5E6D-B3B6-4E6B-B63C-CA1DA2D2B62D}" dt="2025-02-13T15:13:09.174" v="1052"/>
          <ac:spMkLst>
            <pc:docMk/>
            <pc:sldMk cId="3806495250" sldId="3696"/>
            <ac:spMk id="1535" creationId="{049CE21A-219A-982B-EB6A-7E416ED9E077}"/>
          </ac:spMkLst>
        </pc:spChg>
        <pc:spChg chg="mod">
          <ac:chgData name="FINDELAIR Guillaume" userId="9fe1e7ee-d2c4-41f2-97b7-c4ee833a4998" providerId="ADAL" clId="{62DC5E6D-B3B6-4E6B-B63C-CA1DA2D2B62D}" dt="2025-02-13T15:13:09.174" v="1052"/>
          <ac:spMkLst>
            <pc:docMk/>
            <pc:sldMk cId="3806495250" sldId="3696"/>
            <ac:spMk id="1622" creationId="{7D6E380A-CFAC-CC8D-4B6B-73D91490941D}"/>
          </ac:spMkLst>
        </pc:spChg>
        <pc:spChg chg="mod">
          <ac:chgData name="FINDELAIR Guillaume" userId="9fe1e7ee-d2c4-41f2-97b7-c4ee833a4998" providerId="ADAL" clId="{62DC5E6D-B3B6-4E6B-B63C-CA1DA2D2B62D}" dt="2025-02-13T15:13:09.174" v="1052"/>
          <ac:spMkLst>
            <pc:docMk/>
            <pc:sldMk cId="3806495250" sldId="3696"/>
            <ac:spMk id="1689" creationId="{D2CD14E0-B320-B3F4-141A-6A3B96FB68A2}"/>
          </ac:spMkLst>
        </pc:spChg>
        <pc:spChg chg="mod">
          <ac:chgData name="FINDELAIR Guillaume" userId="9fe1e7ee-d2c4-41f2-97b7-c4ee833a4998" providerId="ADAL" clId="{62DC5E6D-B3B6-4E6B-B63C-CA1DA2D2B62D}" dt="2025-02-13T15:13:09.174" v="1052"/>
          <ac:spMkLst>
            <pc:docMk/>
            <pc:sldMk cId="3806495250" sldId="3696"/>
            <ac:spMk id="1737" creationId="{A1366379-3B3C-3F9F-BB38-C7E2C7A567C7}"/>
          </ac:spMkLst>
        </pc:spChg>
        <pc:spChg chg="mod">
          <ac:chgData name="FINDELAIR Guillaume" userId="9fe1e7ee-d2c4-41f2-97b7-c4ee833a4998" providerId="ADAL" clId="{62DC5E6D-B3B6-4E6B-B63C-CA1DA2D2B62D}" dt="2025-02-13T15:13:15.350" v="1054" actId="1076"/>
          <ac:spMkLst>
            <pc:docMk/>
            <pc:sldMk cId="3806495250" sldId="3696"/>
            <ac:spMk id="1750" creationId="{44B5E26E-8163-5653-0F84-DE2309BFFD4F}"/>
          </ac:spMkLst>
        </pc:spChg>
        <pc:spChg chg="mod">
          <ac:chgData name="FINDELAIR Guillaume" userId="9fe1e7ee-d2c4-41f2-97b7-c4ee833a4998" providerId="ADAL" clId="{62DC5E6D-B3B6-4E6B-B63C-CA1DA2D2B62D}" dt="2025-02-13T15:13:15.350" v="1054" actId="1076"/>
          <ac:spMkLst>
            <pc:docMk/>
            <pc:sldMk cId="3806495250" sldId="3696"/>
            <ac:spMk id="1751" creationId="{027B7DFF-2092-D39D-D492-70685191A3F3}"/>
          </ac:spMkLst>
        </pc:spChg>
        <pc:spChg chg="mod">
          <ac:chgData name="FINDELAIR Guillaume" userId="9fe1e7ee-d2c4-41f2-97b7-c4ee833a4998" providerId="ADAL" clId="{62DC5E6D-B3B6-4E6B-B63C-CA1DA2D2B62D}" dt="2025-02-13T15:13:15.350" v="1054" actId="1076"/>
          <ac:spMkLst>
            <pc:docMk/>
            <pc:sldMk cId="3806495250" sldId="3696"/>
            <ac:spMk id="1752" creationId="{781BC267-D732-BCB7-CC3F-AF73FD0AC1C2}"/>
          </ac:spMkLst>
        </pc:spChg>
        <pc:spChg chg="mod">
          <ac:chgData name="FINDELAIR Guillaume" userId="9fe1e7ee-d2c4-41f2-97b7-c4ee833a4998" providerId="ADAL" clId="{62DC5E6D-B3B6-4E6B-B63C-CA1DA2D2B62D}" dt="2025-02-13T15:13:15.350" v="1054" actId="1076"/>
          <ac:spMkLst>
            <pc:docMk/>
            <pc:sldMk cId="3806495250" sldId="3696"/>
            <ac:spMk id="1753" creationId="{6EFA60C9-B48C-6A4A-32BE-ADFD07BE8375}"/>
          </ac:spMkLst>
        </pc:spChg>
        <pc:spChg chg="mod">
          <ac:chgData name="FINDELAIR Guillaume" userId="9fe1e7ee-d2c4-41f2-97b7-c4ee833a4998" providerId="ADAL" clId="{62DC5E6D-B3B6-4E6B-B63C-CA1DA2D2B62D}" dt="2025-02-13T15:13:15.350" v="1054" actId="1076"/>
          <ac:spMkLst>
            <pc:docMk/>
            <pc:sldMk cId="3806495250" sldId="3696"/>
            <ac:spMk id="1754" creationId="{8DCFC17E-E5B0-E4F6-CEAB-4E8575358F23}"/>
          </ac:spMkLst>
        </pc:spChg>
      </pc:sldChg>
    </pc:docChg>
  </pc:docChgLst>
  <pc:docChgLst>
    <pc:chgData name="CARLES Valentin" userId="9f93606a-0322-4e1c-ac3e-4254117191f6" providerId="ADAL" clId="{5953D0D7-25FF-4C50-88A3-75A52BB9EB4C}"/>
    <pc:docChg chg="custSel modSld">
      <pc:chgData name="CARLES Valentin" userId="9f93606a-0322-4e1c-ac3e-4254117191f6" providerId="ADAL" clId="{5953D0D7-25FF-4C50-88A3-75A52BB9EB4C}" dt="2025-02-13T17:28:57.668" v="49" actId="20577"/>
      <pc:docMkLst>
        <pc:docMk/>
      </pc:docMkLst>
      <pc:sldChg chg="modNotesTx">
        <pc:chgData name="CARLES Valentin" userId="9f93606a-0322-4e1c-ac3e-4254117191f6" providerId="ADAL" clId="{5953D0D7-25FF-4C50-88A3-75A52BB9EB4C}" dt="2025-02-13T17:28:57.668" v="49" actId="20577"/>
        <pc:sldMkLst>
          <pc:docMk/>
          <pc:sldMk cId="3475900297" sldId="258"/>
        </pc:sldMkLst>
      </pc:sldChg>
      <pc:sldChg chg="modNotesTx">
        <pc:chgData name="CARLES Valentin" userId="9f93606a-0322-4e1c-ac3e-4254117191f6" providerId="ADAL" clId="{5953D0D7-25FF-4C50-88A3-75A52BB9EB4C}" dt="2025-02-13T17:28:55.736" v="48" actId="20577"/>
        <pc:sldMkLst>
          <pc:docMk/>
          <pc:sldMk cId="0" sldId="267"/>
        </pc:sldMkLst>
      </pc:sldChg>
      <pc:sldChg chg="modNotesTx">
        <pc:chgData name="CARLES Valentin" userId="9f93606a-0322-4e1c-ac3e-4254117191f6" providerId="ADAL" clId="{5953D0D7-25FF-4C50-88A3-75A52BB9EB4C}" dt="2025-02-13T17:28:51.190" v="46" actId="20577"/>
        <pc:sldMkLst>
          <pc:docMk/>
          <pc:sldMk cId="3917008987" sldId="365"/>
        </pc:sldMkLst>
      </pc:sldChg>
      <pc:sldChg chg="modAnim">
        <pc:chgData name="CARLES Valentin" userId="9f93606a-0322-4e1c-ac3e-4254117191f6" providerId="ADAL" clId="{5953D0D7-25FF-4C50-88A3-75A52BB9EB4C}" dt="2025-02-13T17:22:55.830" v="4"/>
        <pc:sldMkLst>
          <pc:docMk/>
          <pc:sldMk cId="2792668648" sldId="3088"/>
        </pc:sldMkLst>
      </pc:sldChg>
      <pc:sldChg chg="modNotesTx">
        <pc:chgData name="CARLES Valentin" userId="9f93606a-0322-4e1c-ac3e-4254117191f6" providerId="ADAL" clId="{5953D0D7-25FF-4C50-88A3-75A52BB9EB4C}" dt="2025-02-13T17:28:47.986" v="44" actId="20577"/>
        <pc:sldMkLst>
          <pc:docMk/>
          <pc:sldMk cId="907400372" sldId="3691"/>
        </pc:sldMkLst>
      </pc:sldChg>
      <pc:sldChg chg="modNotesTx">
        <pc:chgData name="CARLES Valentin" userId="9f93606a-0322-4e1c-ac3e-4254117191f6" providerId="ADAL" clId="{5953D0D7-25FF-4C50-88A3-75A52BB9EB4C}" dt="2025-02-13T17:28:49.571" v="45" actId="20577"/>
        <pc:sldMkLst>
          <pc:docMk/>
          <pc:sldMk cId="1270220741" sldId="3693"/>
        </pc:sldMkLst>
      </pc:sldChg>
      <pc:sldChg chg="modNotesTx">
        <pc:chgData name="CARLES Valentin" userId="9f93606a-0322-4e1c-ac3e-4254117191f6" providerId="ADAL" clId="{5953D0D7-25FF-4C50-88A3-75A52BB9EB4C}" dt="2025-02-13T17:28:52.913" v="47" actId="20577"/>
        <pc:sldMkLst>
          <pc:docMk/>
          <pc:sldMk cId="357105132" sldId="3695"/>
        </pc:sldMkLst>
      </pc:sldChg>
    </pc:docChg>
  </pc:docChgLst>
  <pc:docChgLst>
    <pc:chgData name="CARLES Valentin" userId="9f93606a-0322-4e1c-ac3e-4254117191f6" providerId="ADAL" clId="{9C80A194-A7EB-DF41-9DEE-760CB73655A3}"/>
    <pc:docChg chg="undo custSel addSld delSld modSld sldOrd">
      <pc:chgData name="CARLES Valentin" userId="9f93606a-0322-4e1c-ac3e-4254117191f6" providerId="ADAL" clId="{9C80A194-A7EB-DF41-9DEE-760CB73655A3}" dt="2025-02-14T12:34:14.644" v="1290" actId="20577"/>
      <pc:docMkLst>
        <pc:docMk/>
      </pc:docMkLst>
      <pc:sldChg chg="modNotesTx">
        <pc:chgData name="CARLES Valentin" userId="9f93606a-0322-4e1c-ac3e-4254117191f6" providerId="ADAL" clId="{9C80A194-A7EB-DF41-9DEE-760CB73655A3}" dt="2025-02-14T07:55:28.416" v="1205" actId="20577"/>
        <pc:sldMkLst>
          <pc:docMk/>
          <pc:sldMk cId="3475900297" sldId="258"/>
        </pc:sldMkLst>
      </pc:sldChg>
      <pc:sldChg chg="addSp delSp modSp mod modNotesTx">
        <pc:chgData name="CARLES Valentin" userId="9f93606a-0322-4e1c-ac3e-4254117191f6" providerId="ADAL" clId="{9C80A194-A7EB-DF41-9DEE-760CB73655A3}" dt="2025-02-14T07:53:07.381" v="1162" actId="20577"/>
        <pc:sldMkLst>
          <pc:docMk/>
          <pc:sldMk cId="0" sldId="267"/>
        </pc:sldMkLst>
        <pc:picChg chg="add del mod">
          <ac:chgData name="CARLES Valentin" userId="9f93606a-0322-4e1c-ac3e-4254117191f6" providerId="ADAL" clId="{9C80A194-A7EB-DF41-9DEE-760CB73655A3}" dt="2025-02-13T13:06:36.093" v="4" actId="478"/>
          <ac:picMkLst>
            <pc:docMk/>
            <pc:sldMk cId="0" sldId="267"/>
            <ac:picMk id="3" creationId="{0BA29F85-B065-7D14-E429-7C7707B051DC}"/>
          </ac:picMkLst>
        </pc:picChg>
        <pc:picChg chg="add del mod">
          <ac:chgData name="CARLES Valentin" userId="9f93606a-0322-4e1c-ac3e-4254117191f6" providerId="ADAL" clId="{9C80A194-A7EB-DF41-9DEE-760CB73655A3}" dt="2025-02-13T13:07:12.911" v="9" actId="478"/>
          <ac:picMkLst>
            <pc:docMk/>
            <pc:sldMk cId="0" sldId="267"/>
            <ac:picMk id="4" creationId="{C0EE5C58-516D-5FFB-3615-5351F7C28345}"/>
          </ac:picMkLst>
        </pc:picChg>
      </pc:sldChg>
      <pc:sldChg chg="addSp delSp mod ord modNotesTx">
        <pc:chgData name="CARLES Valentin" userId="9f93606a-0322-4e1c-ac3e-4254117191f6" providerId="ADAL" clId="{9C80A194-A7EB-DF41-9DEE-760CB73655A3}" dt="2025-02-14T07:50:47.859" v="1128" actId="20577"/>
        <pc:sldMkLst>
          <pc:docMk/>
          <pc:sldMk cId="3917008987" sldId="365"/>
        </pc:sldMkLst>
        <pc:spChg chg="add del">
          <ac:chgData name="CARLES Valentin" userId="9f93606a-0322-4e1c-ac3e-4254117191f6" providerId="ADAL" clId="{9C80A194-A7EB-DF41-9DEE-760CB73655A3}" dt="2025-02-13T13:49:43.768" v="337" actId="22"/>
          <ac:spMkLst>
            <pc:docMk/>
            <pc:sldMk cId="3917008987" sldId="365"/>
            <ac:spMk id="5" creationId="{E4EA6E80-A12B-4111-38E3-17725CCAC98B}"/>
          </ac:spMkLst>
        </pc:spChg>
      </pc:sldChg>
      <pc:sldChg chg="modSp mod ord">
        <pc:chgData name="CARLES Valentin" userId="9f93606a-0322-4e1c-ac3e-4254117191f6" providerId="ADAL" clId="{9C80A194-A7EB-DF41-9DEE-760CB73655A3}" dt="2025-02-13T15:24:19.280" v="1107" actId="20577"/>
        <pc:sldMkLst>
          <pc:docMk/>
          <pc:sldMk cId="4051566308" sldId="914"/>
        </pc:sldMkLst>
        <pc:spChg chg="mod">
          <ac:chgData name="CARLES Valentin" userId="9f93606a-0322-4e1c-ac3e-4254117191f6" providerId="ADAL" clId="{9C80A194-A7EB-DF41-9DEE-760CB73655A3}" dt="2025-02-13T15:05:15.300" v="669" actId="20577"/>
          <ac:spMkLst>
            <pc:docMk/>
            <pc:sldMk cId="4051566308" sldId="914"/>
            <ac:spMk id="8" creationId="{5886CC0E-2753-FB77-56BF-C01A755176E1}"/>
          </ac:spMkLst>
        </pc:spChg>
        <pc:spChg chg="mod">
          <ac:chgData name="CARLES Valentin" userId="9f93606a-0322-4e1c-ac3e-4254117191f6" providerId="ADAL" clId="{9C80A194-A7EB-DF41-9DEE-760CB73655A3}" dt="2025-02-13T15:24:19.280" v="1107" actId="20577"/>
          <ac:spMkLst>
            <pc:docMk/>
            <pc:sldMk cId="4051566308" sldId="914"/>
            <ac:spMk id="36" creationId="{7A91DF5C-80AD-7739-C0FD-7C39956D14F3}"/>
          </ac:spMkLst>
        </pc:spChg>
      </pc:sldChg>
      <pc:sldChg chg="addSp delSp modSp mod modAnim modShow">
        <pc:chgData name="CARLES Valentin" userId="9f93606a-0322-4e1c-ac3e-4254117191f6" providerId="ADAL" clId="{9C80A194-A7EB-DF41-9DEE-760CB73655A3}" dt="2025-02-14T12:34:14.644" v="1290" actId="20577"/>
        <pc:sldMkLst>
          <pc:docMk/>
          <pc:sldMk cId="2792668648" sldId="3088"/>
        </pc:sldMkLst>
        <pc:spChg chg="add mod">
          <ac:chgData name="CARLES Valentin" userId="9f93606a-0322-4e1c-ac3e-4254117191f6" providerId="ADAL" clId="{9C80A194-A7EB-DF41-9DEE-760CB73655A3}" dt="2025-02-14T12:34:14.644" v="1290" actId="20577"/>
          <ac:spMkLst>
            <pc:docMk/>
            <pc:sldMk cId="2792668648" sldId="3088"/>
            <ac:spMk id="2" creationId="{11DA823D-6977-E08F-9DE3-0594FB2569A4}"/>
          </ac:spMkLst>
        </pc:spChg>
        <pc:spChg chg="mod">
          <ac:chgData name="CARLES Valentin" userId="9f93606a-0322-4e1c-ac3e-4254117191f6" providerId="ADAL" clId="{9C80A194-A7EB-DF41-9DEE-760CB73655A3}" dt="2025-02-13T15:07:28.525" v="708" actId="20577"/>
          <ac:spMkLst>
            <pc:docMk/>
            <pc:sldMk cId="2792668648" sldId="3088"/>
            <ac:spMk id="8" creationId="{A8482210-E032-0E1C-177D-DBFA12B02637}"/>
          </ac:spMkLst>
        </pc:spChg>
        <pc:spChg chg="mod">
          <ac:chgData name="CARLES Valentin" userId="9f93606a-0322-4e1c-ac3e-4254117191f6" providerId="ADAL" clId="{9C80A194-A7EB-DF41-9DEE-760CB73655A3}" dt="2025-02-13T15:10:14.383" v="886" actId="1037"/>
          <ac:spMkLst>
            <pc:docMk/>
            <pc:sldMk cId="2792668648" sldId="3088"/>
            <ac:spMk id="17" creationId="{00000000-0000-0000-0000-000000000000}"/>
          </ac:spMkLst>
        </pc:spChg>
        <pc:spChg chg="mod">
          <ac:chgData name="CARLES Valentin" userId="9f93606a-0322-4e1c-ac3e-4254117191f6" providerId="ADAL" clId="{9C80A194-A7EB-DF41-9DEE-760CB73655A3}" dt="2025-02-13T15:10:39.503" v="978" actId="14100"/>
          <ac:spMkLst>
            <pc:docMk/>
            <pc:sldMk cId="2792668648" sldId="3088"/>
            <ac:spMk id="18" creationId="{00000000-0000-0000-0000-000000000000}"/>
          </ac:spMkLst>
        </pc:spChg>
        <pc:spChg chg="mod">
          <ac:chgData name="CARLES Valentin" userId="9f93606a-0322-4e1c-ac3e-4254117191f6" providerId="ADAL" clId="{9C80A194-A7EB-DF41-9DEE-760CB73655A3}" dt="2025-02-13T15:14:00.685" v="1063" actId="1076"/>
          <ac:spMkLst>
            <pc:docMk/>
            <pc:sldMk cId="2792668648" sldId="3088"/>
            <ac:spMk id="71" creationId="{F1222085-5458-4848-93B9-5041A987B339}"/>
          </ac:spMkLst>
        </pc:spChg>
        <pc:spChg chg="mod">
          <ac:chgData name="CARLES Valentin" userId="9f93606a-0322-4e1c-ac3e-4254117191f6" providerId="ADAL" clId="{9C80A194-A7EB-DF41-9DEE-760CB73655A3}" dt="2025-02-14T07:57:09.429" v="1241" actId="20577"/>
          <ac:spMkLst>
            <pc:docMk/>
            <pc:sldMk cId="2792668648" sldId="3088"/>
            <ac:spMk id="80" creationId="{EBC052EA-044D-44F4-A3BE-EADEE89126BE}"/>
          </ac:spMkLst>
        </pc:spChg>
        <pc:spChg chg="mod">
          <ac:chgData name="CARLES Valentin" userId="9f93606a-0322-4e1c-ac3e-4254117191f6" providerId="ADAL" clId="{9C80A194-A7EB-DF41-9DEE-760CB73655A3}" dt="2025-02-13T15:12:54.319" v="1061" actId="1076"/>
          <ac:spMkLst>
            <pc:docMk/>
            <pc:sldMk cId="2792668648" sldId="3088"/>
            <ac:spMk id="105" creationId="{BAD0D790-C37D-4B90-9F8E-11BD7765DB0C}"/>
          </ac:spMkLst>
        </pc:spChg>
        <pc:spChg chg="del mod">
          <ac:chgData name="CARLES Valentin" userId="9f93606a-0322-4e1c-ac3e-4254117191f6" providerId="ADAL" clId="{9C80A194-A7EB-DF41-9DEE-760CB73655A3}" dt="2025-02-13T15:12:30.370" v="1058" actId="478"/>
          <ac:spMkLst>
            <pc:docMk/>
            <pc:sldMk cId="2792668648" sldId="3088"/>
            <ac:spMk id="106" creationId="{8EF0E2C9-00A2-44BE-878A-582036BC7280}"/>
          </ac:spMkLst>
        </pc:spChg>
        <pc:spChg chg="del">
          <ac:chgData name="CARLES Valentin" userId="9f93606a-0322-4e1c-ac3e-4254117191f6" providerId="ADAL" clId="{9C80A194-A7EB-DF41-9DEE-760CB73655A3}" dt="2025-02-13T15:12:26.186" v="1056" actId="478"/>
          <ac:spMkLst>
            <pc:docMk/>
            <pc:sldMk cId="2792668648" sldId="3088"/>
            <ac:spMk id="107" creationId="{A90E62FA-76E0-48FB-98EA-8882F3994C6F}"/>
          </ac:spMkLst>
        </pc:spChg>
        <pc:spChg chg="del mod">
          <ac:chgData name="CARLES Valentin" userId="9f93606a-0322-4e1c-ac3e-4254117191f6" providerId="ADAL" clId="{9C80A194-A7EB-DF41-9DEE-760CB73655A3}" dt="2025-02-13T15:08:56.025" v="821"/>
          <ac:spMkLst>
            <pc:docMk/>
            <pc:sldMk cId="2792668648" sldId="3088"/>
            <ac:spMk id="108" creationId="{6B64B072-1A83-470E-9AFB-9EB88D6DDBD0}"/>
          </ac:spMkLst>
        </pc:spChg>
        <pc:spChg chg="mod">
          <ac:chgData name="CARLES Valentin" userId="9f93606a-0322-4e1c-ac3e-4254117191f6" providerId="ADAL" clId="{9C80A194-A7EB-DF41-9DEE-760CB73655A3}" dt="2025-02-13T15:14:00.685" v="1063" actId="1076"/>
          <ac:spMkLst>
            <pc:docMk/>
            <pc:sldMk cId="2792668648" sldId="3088"/>
            <ac:spMk id="109" creationId="{F8B5B088-5E26-4C36-A277-FADFEE199655}"/>
          </ac:spMkLst>
        </pc:spChg>
        <pc:spChg chg="del">
          <ac:chgData name="CARLES Valentin" userId="9f93606a-0322-4e1c-ac3e-4254117191f6" providerId="ADAL" clId="{9C80A194-A7EB-DF41-9DEE-760CB73655A3}" dt="2025-02-13T15:12:34.879" v="1060" actId="478"/>
          <ac:spMkLst>
            <pc:docMk/>
            <pc:sldMk cId="2792668648" sldId="3088"/>
            <ac:spMk id="110" creationId="{41D27406-3115-4E8F-868A-DB094DBF33AA}"/>
          </ac:spMkLst>
        </pc:spChg>
        <pc:spChg chg="del">
          <ac:chgData name="CARLES Valentin" userId="9f93606a-0322-4e1c-ac3e-4254117191f6" providerId="ADAL" clId="{9C80A194-A7EB-DF41-9DEE-760CB73655A3}" dt="2025-02-13T15:12:31.877" v="1059" actId="478"/>
          <ac:spMkLst>
            <pc:docMk/>
            <pc:sldMk cId="2792668648" sldId="3088"/>
            <ac:spMk id="111" creationId="{8D220487-2705-4BB3-8F2F-F929BD80341E}"/>
          </ac:spMkLst>
        </pc:spChg>
        <pc:picChg chg="add mod">
          <ac:chgData name="CARLES Valentin" userId="9f93606a-0322-4e1c-ac3e-4254117191f6" providerId="ADAL" clId="{9C80A194-A7EB-DF41-9DEE-760CB73655A3}" dt="2025-02-13T15:14:43.853" v="1065" actId="1076"/>
          <ac:picMkLst>
            <pc:docMk/>
            <pc:sldMk cId="2792668648" sldId="3088"/>
            <ac:picMk id="3" creationId="{BACAE416-DA97-8FA2-282F-B3AE728B1E09}"/>
          </ac:picMkLst>
        </pc:picChg>
        <pc:picChg chg="add mod">
          <ac:chgData name="CARLES Valentin" userId="9f93606a-0322-4e1c-ac3e-4254117191f6" providerId="ADAL" clId="{9C80A194-A7EB-DF41-9DEE-760CB73655A3}" dt="2025-02-13T15:15:29.441" v="1068" actId="167"/>
          <ac:picMkLst>
            <pc:docMk/>
            <pc:sldMk cId="2792668648" sldId="3088"/>
            <ac:picMk id="7" creationId="{4BA697D5-A019-C7D5-980D-9732E5485AB3}"/>
          </ac:picMkLst>
        </pc:picChg>
      </pc:sldChg>
      <pc:sldChg chg="modSp mod ord">
        <pc:chgData name="CARLES Valentin" userId="9f93606a-0322-4e1c-ac3e-4254117191f6" providerId="ADAL" clId="{9C80A194-A7EB-DF41-9DEE-760CB73655A3}" dt="2025-02-13T14:37:41.352" v="615" actId="20577"/>
        <pc:sldMkLst>
          <pc:docMk/>
          <pc:sldMk cId="2024637835" sldId="3535"/>
        </pc:sldMkLst>
        <pc:spChg chg="mod">
          <ac:chgData name="CARLES Valentin" userId="9f93606a-0322-4e1c-ac3e-4254117191f6" providerId="ADAL" clId="{9C80A194-A7EB-DF41-9DEE-760CB73655A3}" dt="2025-02-13T14:37:41.352" v="615" actId="20577"/>
          <ac:spMkLst>
            <pc:docMk/>
            <pc:sldMk cId="2024637835" sldId="3535"/>
            <ac:spMk id="2" creationId="{638ED7D7-7E06-0F41-9B7D-4287CCA808A1}"/>
          </ac:spMkLst>
        </pc:spChg>
      </pc:sldChg>
      <pc:sldChg chg="modNotesTx">
        <pc:chgData name="CARLES Valentin" userId="9f93606a-0322-4e1c-ac3e-4254117191f6" providerId="ADAL" clId="{9C80A194-A7EB-DF41-9DEE-760CB73655A3}" dt="2025-02-14T07:56:24.840" v="1228" actId="20577"/>
        <pc:sldMkLst>
          <pc:docMk/>
          <pc:sldMk cId="4015783107" sldId="3543"/>
        </pc:sldMkLst>
      </pc:sldChg>
      <pc:sldChg chg="modNotesTx">
        <pc:chgData name="CARLES Valentin" userId="9f93606a-0322-4e1c-ac3e-4254117191f6" providerId="ADAL" clId="{9C80A194-A7EB-DF41-9DEE-760CB73655A3}" dt="2025-02-14T07:53:27.074" v="1196" actId="20577"/>
        <pc:sldMkLst>
          <pc:docMk/>
          <pc:sldMk cId="1643903429" sldId="3547"/>
        </pc:sldMkLst>
      </pc:sldChg>
      <pc:sldChg chg="modNotesTx">
        <pc:chgData name="CARLES Valentin" userId="9f93606a-0322-4e1c-ac3e-4254117191f6" providerId="ADAL" clId="{9C80A194-A7EB-DF41-9DEE-760CB73655A3}" dt="2025-02-14T07:56:15.913" v="1225" actId="20577"/>
        <pc:sldMkLst>
          <pc:docMk/>
          <pc:sldMk cId="2866824300" sldId="3681"/>
        </pc:sldMkLst>
      </pc:sldChg>
      <pc:sldChg chg="addSp delSp modSp del mod">
        <pc:chgData name="CARLES Valentin" userId="9f93606a-0322-4e1c-ac3e-4254117191f6" providerId="ADAL" clId="{9C80A194-A7EB-DF41-9DEE-760CB73655A3}" dt="2025-02-13T13:51:35.228" v="355" actId="2696"/>
        <pc:sldMkLst>
          <pc:docMk/>
          <pc:sldMk cId="551611600" sldId="3682"/>
        </pc:sldMkLst>
        <pc:spChg chg="mod">
          <ac:chgData name="CARLES Valentin" userId="9f93606a-0322-4e1c-ac3e-4254117191f6" providerId="ADAL" clId="{9C80A194-A7EB-DF41-9DEE-760CB73655A3}" dt="2025-02-13T13:46:49.821" v="331" actId="1076"/>
          <ac:spMkLst>
            <pc:docMk/>
            <pc:sldMk cId="551611600" sldId="3682"/>
            <ac:spMk id="2" creationId="{3FCA1697-4934-71F1-FC1A-9A3DBB0D1947}"/>
          </ac:spMkLst>
        </pc:spChg>
        <pc:spChg chg="add mod">
          <ac:chgData name="CARLES Valentin" userId="9f93606a-0322-4e1c-ac3e-4254117191f6" providerId="ADAL" clId="{9C80A194-A7EB-DF41-9DEE-760CB73655A3}" dt="2025-02-13T13:48:02.133" v="335" actId="255"/>
          <ac:spMkLst>
            <pc:docMk/>
            <pc:sldMk cId="551611600" sldId="3682"/>
            <ac:spMk id="3" creationId="{4D32AD9A-DFF7-47EE-E288-80937830E17D}"/>
          </ac:spMkLst>
        </pc:spChg>
        <pc:spChg chg="add mod">
          <ac:chgData name="CARLES Valentin" userId="9f93606a-0322-4e1c-ac3e-4254117191f6" providerId="ADAL" clId="{9C80A194-A7EB-DF41-9DEE-760CB73655A3}" dt="2025-02-13T13:50:24.438" v="345" actId="20577"/>
          <ac:spMkLst>
            <pc:docMk/>
            <pc:sldMk cId="551611600" sldId="3682"/>
            <ac:spMk id="5" creationId="{982AF457-6B44-5889-5F17-5872EC583341}"/>
          </ac:spMkLst>
        </pc:spChg>
        <pc:picChg chg="del mod">
          <ac:chgData name="CARLES Valentin" userId="9f93606a-0322-4e1c-ac3e-4254117191f6" providerId="ADAL" clId="{9C80A194-A7EB-DF41-9DEE-760CB73655A3}" dt="2025-02-13T13:36:41.532" v="307" actId="478"/>
          <ac:picMkLst>
            <pc:docMk/>
            <pc:sldMk cId="551611600" sldId="3682"/>
            <ac:picMk id="9" creationId="{BB948ECF-4F67-E612-EAA5-D78CC1326C7C}"/>
          </ac:picMkLst>
        </pc:picChg>
      </pc:sldChg>
      <pc:sldChg chg="modSp mod ord modNotesTx">
        <pc:chgData name="CARLES Valentin" userId="9f93606a-0322-4e1c-ac3e-4254117191f6" providerId="ADAL" clId="{9C80A194-A7EB-DF41-9DEE-760CB73655A3}" dt="2025-02-14T07:53:20.880" v="1181" actId="20577"/>
        <pc:sldMkLst>
          <pc:docMk/>
          <pc:sldMk cId="683742865" sldId="3683"/>
        </pc:sldMkLst>
        <pc:spChg chg="mod">
          <ac:chgData name="CARLES Valentin" userId="9f93606a-0322-4e1c-ac3e-4254117191f6" providerId="ADAL" clId="{9C80A194-A7EB-DF41-9DEE-760CB73655A3}" dt="2025-02-13T14:37:25.940" v="560" actId="20577"/>
          <ac:spMkLst>
            <pc:docMk/>
            <pc:sldMk cId="683742865" sldId="3683"/>
            <ac:spMk id="2" creationId="{C9DB6DF8-3B9A-19CD-3B68-1CC080B40D67}"/>
          </ac:spMkLst>
        </pc:spChg>
      </pc:sldChg>
      <pc:sldChg chg="del">
        <pc:chgData name="CARLES Valentin" userId="9f93606a-0322-4e1c-ac3e-4254117191f6" providerId="ADAL" clId="{9C80A194-A7EB-DF41-9DEE-760CB73655A3}" dt="2025-02-13T15:17:51.871" v="1069" actId="2696"/>
        <pc:sldMkLst>
          <pc:docMk/>
          <pc:sldMk cId="2780717935" sldId="3688"/>
        </pc:sldMkLst>
      </pc:sldChg>
      <pc:sldChg chg="addSp delSp modSp new del mod ord">
        <pc:chgData name="CARLES Valentin" userId="9f93606a-0322-4e1c-ac3e-4254117191f6" providerId="ADAL" clId="{9C80A194-A7EB-DF41-9DEE-760CB73655A3}" dt="2025-02-13T13:52:27.998" v="360" actId="2696"/>
        <pc:sldMkLst>
          <pc:docMk/>
          <pc:sldMk cId="1984641103" sldId="3689"/>
        </pc:sldMkLst>
        <pc:spChg chg="mod">
          <ac:chgData name="CARLES Valentin" userId="9f93606a-0322-4e1c-ac3e-4254117191f6" providerId="ADAL" clId="{9C80A194-A7EB-DF41-9DEE-760CB73655A3}" dt="2025-02-13T13:09:04.703" v="31" actId="20577"/>
          <ac:spMkLst>
            <pc:docMk/>
            <pc:sldMk cId="1984641103" sldId="3689"/>
            <ac:spMk id="2" creationId="{B707E52A-3D72-74C7-4901-D6B0A99FEEDB}"/>
          </ac:spMkLst>
        </pc:spChg>
        <pc:spChg chg="mod">
          <ac:chgData name="CARLES Valentin" userId="9f93606a-0322-4e1c-ac3e-4254117191f6" providerId="ADAL" clId="{9C80A194-A7EB-DF41-9DEE-760CB73655A3}" dt="2025-02-13T13:09:00.222" v="25" actId="20577"/>
          <ac:spMkLst>
            <pc:docMk/>
            <pc:sldMk cId="1984641103" sldId="3689"/>
            <ac:spMk id="3" creationId="{4DABF5D9-9D45-1C3F-F79E-F04140C6B905}"/>
          </ac:spMkLst>
        </pc:spChg>
        <pc:picChg chg="add del mod">
          <ac:chgData name="CARLES Valentin" userId="9f93606a-0322-4e1c-ac3e-4254117191f6" providerId="ADAL" clId="{9C80A194-A7EB-DF41-9DEE-760CB73655A3}" dt="2025-02-13T13:06:57.501" v="8" actId="478"/>
          <ac:picMkLst>
            <pc:docMk/>
            <pc:sldMk cId="1984641103" sldId="3689"/>
            <ac:picMk id="4" creationId="{C1E5CA80-72D1-1AEC-80B5-38D31D3AB1D3}"/>
          </ac:picMkLst>
        </pc:picChg>
        <pc:picChg chg="add del mod">
          <ac:chgData name="CARLES Valentin" userId="9f93606a-0322-4e1c-ac3e-4254117191f6" providerId="ADAL" clId="{9C80A194-A7EB-DF41-9DEE-760CB73655A3}" dt="2025-02-13T13:38:30.601" v="319" actId="478"/>
          <ac:picMkLst>
            <pc:docMk/>
            <pc:sldMk cId="1984641103" sldId="3689"/>
            <ac:picMk id="5" creationId="{47394B2B-1671-2E01-9977-4FA825E0FED1}"/>
          </ac:picMkLst>
        </pc:picChg>
      </pc:sldChg>
      <pc:sldChg chg="modSp new add del mod">
        <pc:chgData name="CARLES Valentin" userId="9f93606a-0322-4e1c-ac3e-4254117191f6" providerId="ADAL" clId="{9C80A194-A7EB-DF41-9DEE-760CB73655A3}" dt="2025-02-13T13:18:41.405" v="109" actId="2696"/>
        <pc:sldMkLst>
          <pc:docMk/>
          <pc:sldMk cId="3879498498" sldId="3690"/>
        </pc:sldMkLst>
        <pc:spChg chg="mod">
          <ac:chgData name="CARLES Valentin" userId="9f93606a-0322-4e1c-ac3e-4254117191f6" providerId="ADAL" clId="{9C80A194-A7EB-DF41-9DEE-760CB73655A3}" dt="2025-02-13T13:17:17.016" v="76" actId="20577"/>
          <ac:spMkLst>
            <pc:docMk/>
            <pc:sldMk cId="3879498498" sldId="3690"/>
            <ac:spMk id="2" creationId="{7DC3C063-0CEC-E49A-B6EF-265C5D46CF30}"/>
          </ac:spMkLst>
        </pc:spChg>
      </pc:sldChg>
      <pc:sldChg chg="addSp delSp modSp add mod addAnim delAnim modAnim modNotesTx">
        <pc:chgData name="CARLES Valentin" userId="9f93606a-0322-4e1c-ac3e-4254117191f6" providerId="ADAL" clId="{9C80A194-A7EB-DF41-9DEE-760CB73655A3}" dt="2025-02-14T07:50:56.338" v="1148" actId="20577"/>
        <pc:sldMkLst>
          <pc:docMk/>
          <pc:sldMk cId="907400372" sldId="3691"/>
        </pc:sldMkLst>
        <pc:spChg chg="mod">
          <ac:chgData name="CARLES Valentin" userId="9f93606a-0322-4e1c-ac3e-4254117191f6" providerId="ADAL" clId="{9C80A194-A7EB-DF41-9DEE-760CB73655A3}" dt="2025-02-13T13:34:46.398" v="304" actId="20577"/>
          <ac:spMkLst>
            <pc:docMk/>
            <pc:sldMk cId="907400372" sldId="3691"/>
            <ac:spMk id="2" creationId="{8812632C-7471-4DC1-3A20-824062AD7D14}"/>
          </ac:spMkLst>
        </pc:spChg>
        <pc:spChg chg="add mod">
          <ac:chgData name="CARLES Valentin" userId="9f93606a-0322-4e1c-ac3e-4254117191f6" providerId="ADAL" clId="{9C80A194-A7EB-DF41-9DEE-760CB73655A3}" dt="2025-02-13T13:34:33.286" v="293" actId="1076"/>
          <ac:spMkLst>
            <pc:docMk/>
            <pc:sldMk cId="907400372" sldId="3691"/>
            <ac:spMk id="6" creationId="{2792C8CE-3525-9C04-6A44-99FAC079F868}"/>
          </ac:spMkLst>
        </pc:spChg>
        <pc:spChg chg="add del mod">
          <ac:chgData name="CARLES Valentin" userId="9f93606a-0322-4e1c-ac3e-4254117191f6" providerId="ADAL" clId="{9C80A194-A7EB-DF41-9DEE-760CB73655A3}" dt="2025-02-13T13:29:34.616" v="230" actId="478"/>
          <ac:spMkLst>
            <pc:docMk/>
            <pc:sldMk cId="907400372" sldId="3691"/>
            <ac:spMk id="7" creationId="{D4165BCF-75E0-AD4F-FCF0-BCCF40DA1482}"/>
          </ac:spMkLst>
        </pc:spChg>
        <pc:spChg chg="del mod">
          <ac:chgData name="CARLES Valentin" userId="9f93606a-0322-4e1c-ac3e-4254117191f6" providerId="ADAL" clId="{9C80A194-A7EB-DF41-9DEE-760CB73655A3}" dt="2025-02-13T13:22:57.588" v="191" actId="478"/>
          <ac:spMkLst>
            <pc:docMk/>
            <pc:sldMk cId="907400372" sldId="3691"/>
            <ac:spMk id="9" creationId="{50C73194-FA23-199D-1B28-8C13A8D0DB0A}"/>
          </ac:spMkLst>
        </pc:spChg>
        <pc:spChg chg="mod">
          <ac:chgData name="CARLES Valentin" userId="9f93606a-0322-4e1c-ac3e-4254117191f6" providerId="ADAL" clId="{9C80A194-A7EB-DF41-9DEE-760CB73655A3}" dt="2025-02-13T13:33:28.485" v="286" actId="33524"/>
          <ac:spMkLst>
            <pc:docMk/>
            <pc:sldMk cId="907400372" sldId="3691"/>
            <ac:spMk id="10" creationId="{D9251E82-654E-C72F-0226-A21C6819AA59}"/>
          </ac:spMkLst>
        </pc:spChg>
        <pc:picChg chg="mod">
          <ac:chgData name="CARLES Valentin" userId="9f93606a-0322-4e1c-ac3e-4254117191f6" providerId="ADAL" clId="{9C80A194-A7EB-DF41-9DEE-760CB73655A3}" dt="2025-02-13T13:31:22.720" v="239" actId="1076"/>
          <ac:picMkLst>
            <pc:docMk/>
            <pc:sldMk cId="907400372" sldId="3691"/>
            <ac:picMk id="3" creationId="{CC3741A8-038A-FF18-0F42-41BFE508588B}"/>
          </ac:picMkLst>
        </pc:picChg>
        <pc:picChg chg="del mod">
          <ac:chgData name="CARLES Valentin" userId="9f93606a-0322-4e1c-ac3e-4254117191f6" providerId="ADAL" clId="{9C80A194-A7EB-DF41-9DEE-760CB73655A3}" dt="2025-02-13T13:29:13.407" v="224" actId="478"/>
          <ac:picMkLst>
            <pc:docMk/>
            <pc:sldMk cId="907400372" sldId="3691"/>
            <ac:picMk id="4" creationId="{9065B269-E479-A492-0A75-A0ADD0417BE5}"/>
          </ac:picMkLst>
        </pc:picChg>
        <pc:picChg chg="add del mod">
          <ac:chgData name="CARLES Valentin" userId="9f93606a-0322-4e1c-ac3e-4254117191f6" providerId="ADAL" clId="{9C80A194-A7EB-DF41-9DEE-760CB73655A3}" dt="2025-02-13T15:31:38.172" v="1116" actId="478"/>
          <ac:picMkLst>
            <pc:docMk/>
            <pc:sldMk cId="907400372" sldId="3691"/>
            <ac:picMk id="5" creationId="{5C6F3B3F-C6F3-C086-92BD-699DCB96F482}"/>
          </ac:picMkLst>
        </pc:picChg>
        <pc:picChg chg="add mod">
          <ac:chgData name="CARLES Valentin" userId="9f93606a-0322-4e1c-ac3e-4254117191f6" providerId="ADAL" clId="{9C80A194-A7EB-DF41-9DEE-760CB73655A3}" dt="2025-02-13T13:32:01.155" v="242" actId="1076"/>
          <ac:picMkLst>
            <pc:docMk/>
            <pc:sldMk cId="907400372" sldId="3691"/>
            <ac:picMk id="8" creationId="{F3968736-4C65-1D26-391B-1ED446DCC85B}"/>
          </ac:picMkLst>
        </pc:picChg>
        <pc:picChg chg="add mod">
          <ac:chgData name="CARLES Valentin" userId="9f93606a-0322-4e1c-ac3e-4254117191f6" providerId="ADAL" clId="{9C80A194-A7EB-DF41-9DEE-760CB73655A3}" dt="2025-02-13T15:31:43.738" v="1118" actId="1076"/>
          <ac:picMkLst>
            <pc:docMk/>
            <pc:sldMk cId="907400372" sldId="3691"/>
            <ac:picMk id="11" creationId="{C3891CD1-B9E4-EA1D-6339-53BA79AD1BDF}"/>
          </ac:picMkLst>
        </pc:picChg>
      </pc:sldChg>
      <pc:sldChg chg="modSp add del mod">
        <pc:chgData name="CARLES Valentin" userId="9f93606a-0322-4e1c-ac3e-4254117191f6" providerId="ADAL" clId="{9C80A194-A7EB-DF41-9DEE-760CB73655A3}" dt="2025-02-13T13:54:50.893" v="389" actId="2696"/>
        <pc:sldMkLst>
          <pc:docMk/>
          <pc:sldMk cId="3869526063" sldId="3692"/>
        </pc:sldMkLst>
        <pc:spChg chg="mod">
          <ac:chgData name="CARLES Valentin" userId="9f93606a-0322-4e1c-ac3e-4254117191f6" providerId="ADAL" clId="{9C80A194-A7EB-DF41-9DEE-760CB73655A3}" dt="2025-02-13T13:50:13.215" v="343" actId="1076"/>
          <ac:spMkLst>
            <pc:docMk/>
            <pc:sldMk cId="3869526063" sldId="3692"/>
            <ac:spMk id="3" creationId="{F4E33795-E35E-FBE7-B47C-0C2696B1B9FA}"/>
          </ac:spMkLst>
        </pc:spChg>
        <pc:spChg chg="mod">
          <ac:chgData name="CARLES Valentin" userId="9f93606a-0322-4e1c-ac3e-4254117191f6" providerId="ADAL" clId="{9C80A194-A7EB-DF41-9DEE-760CB73655A3}" dt="2025-02-13T13:54:23.301" v="388" actId="20577"/>
          <ac:spMkLst>
            <pc:docMk/>
            <pc:sldMk cId="3869526063" sldId="3692"/>
            <ac:spMk id="5" creationId="{4228F03B-DD6D-CCC4-2900-6CFC523CAAEB}"/>
          </ac:spMkLst>
        </pc:spChg>
      </pc:sldChg>
      <pc:sldChg chg="modSp add mod modAnim modNotesTx">
        <pc:chgData name="CARLES Valentin" userId="9f93606a-0322-4e1c-ac3e-4254117191f6" providerId="ADAL" clId="{9C80A194-A7EB-DF41-9DEE-760CB73655A3}" dt="2025-02-14T07:50:53.111" v="1140" actId="20577"/>
        <pc:sldMkLst>
          <pc:docMk/>
          <pc:sldMk cId="1270220741" sldId="3693"/>
        </pc:sldMkLst>
        <pc:spChg chg="mod">
          <ac:chgData name="CARLES Valentin" userId="9f93606a-0322-4e1c-ac3e-4254117191f6" providerId="ADAL" clId="{9C80A194-A7EB-DF41-9DEE-760CB73655A3}" dt="2025-02-13T14:48:40.417" v="620" actId="20577"/>
          <ac:spMkLst>
            <pc:docMk/>
            <pc:sldMk cId="1270220741" sldId="3693"/>
            <ac:spMk id="5" creationId="{C41E13D2-8C0C-A089-D0F8-116DDC31C1BF}"/>
          </ac:spMkLst>
        </pc:spChg>
      </pc:sldChg>
      <pc:sldChg chg="modSp mod modNotesTx">
        <pc:chgData name="CARLES Valentin" userId="9f93606a-0322-4e1c-ac3e-4254117191f6" providerId="ADAL" clId="{9C80A194-A7EB-DF41-9DEE-760CB73655A3}" dt="2025-02-14T07:53:18.109" v="1176" actId="20577"/>
        <pc:sldMkLst>
          <pc:docMk/>
          <pc:sldMk cId="2542227597" sldId="3694"/>
        </pc:sldMkLst>
        <pc:spChg chg="mod">
          <ac:chgData name="CARLES Valentin" userId="9f93606a-0322-4e1c-ac3e-4254117191f6" providerId="ADAL" clId="{9C80A194-A7EB-DF41-9DEE-760CB73655A3}" dt="2025-02-13T14:33:47.438" v="476" actId="20577"/>
          <ac:spMkLst>
            <pc:docMk/>
            <pc:sldMk cId="2542227597" sldId="3694"/>
            <ac:spMk id="2" creationId="{BABE07E4-412D-FBD5-E1EE-24F1242F4D29}"/>
          </ac:spMkLst>
        </pc:spChg>
        <pc:spChg chg="mod">
          <ac:chgData name="CARLES Valentin" userId="9f93606a-0322-4e1c-ac3e-4254117191f6" providerId="ADAL" clId="{9C80A194-A7EB-DF41-9DEE-760CB73655A3}" dt="2025-02-13T14:58:42.857" v="639" actId="207"/>
          <ac:spMkLst>
            <pc:docMk/>
            <pc:sldMk cId="2542227597" sldId="3694"/>
            <ac:spMk id="5" creationId="{89D29E40-F094-FEC3-1313-EDE4B548437A}"/>
          </ac:spMkLst>
        </pc:spChg>
      </pc:sldChg>
      <pc:sldChg chg="delSp modSp add mod delAnim modNotesTx">
        <pc:chgData name="CARLES Valentin" userId="9f93606a-0322-4e1c-ac3e-4254117191f6" providerId="ADAL" clId="{9C80A194-A7EB-DF41-9DEE-760CB73655A3}" dt="2025-02-14T07:53:10.458" v="1171" actId="20577"/>
        <pc:sldMkLst>
          <pc:docMk/>
          <pc:sldMk cId="357105132" sldId="3695"/>
        </pc:sldMkLst>
        <pc:spChg chg="mod">
          <ac:chgData name="CARLES Valentin" userId="9f93606a-0322-4e1c-ac3e-4254117191f6" providerId="ADAL" clId="{9C80A194-A7EB-DF41-9DEE-760CB73655A3}" dt="2025-02-13T14:49:33.503" v="636" actId="20577"/>
          <ac:spMkLst>
            <pc:docMk/>
            <pc:sldMk cId="357105132" sldId="3695"/>
            <ac:spMk id="3" creationId="{3B0E7040-06C6-F8CF-237C-BA432C57FBBF}"/>
          </ac:spMkLst>
        </pc:spChg>
        <pc:spChg chg="del">
          <ac:chgData name="CARLES Valentin" userId="9f93606a-0322-4e1c-ac3e-4254117191f6" providerId="ADAL" clId="{9C80A194-A7EB-DF41-9DEE-760CB73655A3}" dt="2025-02-13T14:32:57.022" v="438" actId="478"/>
          <ac:spMkLst>
            <pc:docMk/>
            <pc:sldMk cId="357105132" sldId="3695"/>
            <ac:spMk id="5" creationId="{84272085-4461-E7EC-FAA8-CC6E56DB7B70}"/>
          </ac:spMkLst>
        </pc:spChg>
      </pc:sldChg>
    </pc:docChg>
  </pc:docChgLst>
  <pc:docChgLst>
    <pc:chgData name="THIRIET Robin" userId="561d3886-c51f-499d-8c6f-88186e4606e8" providerId="ADAL" clId="{737DD5A2-EAAC-4272-8A3B-24C1653DFA19}"/>
    <pc:docChg chg="undo redo custSel addSld delSld modSld sldOrd">
      <pc:chgData name="THIRIET Robin" userId="561d3886-c51f-499d-8c6f-88186e4606e8" providerId="ADAL" clId="{737DD5A2-EAAC-4272-8A3B-24C1653DFA19}" dt="2024-09-04T13:53:57.564" v="1357" actId="1076"/>
      <pc:docMkLst>
        <pc:docMk/>
      </pc:docMkLst>
      <pc:sldChg chg="addSp delSp modSp add del mod">
        <pc:chgData name="THIRIET Robin" userId="561d3886-c51f-499d-8c6f-88186e4606e8" providerId="ADAL" clId="{737DD5A2-EAAC-4272-8A3B-24C1653DFA19}" dt="2024-09-04T09:09:57.945" v="409" actId="47"/>
        <pc:sldMkLst>
          <pc:docMk/>
          <pc:sldMk cId="2037819849" sldId="603"/>
        </pc:sldMkLst>
      </pc:sldChg>
      <pc:sldChg chg="addSp delSp modSp mod">
        <pc:chgData name="THIRIET Robin" userId="561d3886-c51f-499d-8c6f-88186e4606e8" providerId="ADAL" clId="{737DD5A2-EAAC-4272-8A3B-24C1653DFA19}" dt="2024-09-04T09:39:23.812" v="473" actId="1076"/>
        <pc:sldMkLst>
          <pc:docMk/>
          <pc:sldMk cId="1401161475" sldId="3040"/>
        </pc:sldMkLst>
      </pc:sldChg>
      <pc:sldChg chg="addSp delSp modSp add mod">
        <pc:chgData name="THIRIET Robin" userId="561d3886-c51f-499d-8c6f-88186e4606e8" providerId="ADAL" clId="{737DD5A2-EAAC-4272-8A3B-24C1653DFA19}" dt="2024-09-04T09:28:59.786" v="434" actId="1076"/>
        <pc:sldMkLst>
          <pc:docMk/>
          <pc:sldMk cId="0" sldId="3212"/>
        </pc:sldMkLst>
      </pc:sldChg>
      <pc:sldChg chg="modSp mod">
        <pc:chgData name="THIRIET Robin" userId="561d3886-c51f-499d-8c6f-88186e4606e8" providerId="ADAL" clId="{737DD5A2-EAAC-4272-8A3B-24C1653DFA19}" dt="2024-09-04T10:44:10.855" v="675" actId="5793"/>
        <pc:sldMkLst>
          <pc:docMk/>
          <pc:sldMk cId="2681729753" sldId="3573"/>
        </pc:sldMkLst>
      </pc:sldChg>
      <pc:sldChg chg="addSp modSp">
        <pc:chgData name="THIRIET Robin" userId="561d3886-c51f-499d-8c6f-88186e4606e8" providerId="ADAL" clId="{737DD5A2-EAAC-4272-8A3B-24C1653DFA19}" dt="2024-09-04T10:45:51.981" v="676"/>
        <pc:sldMkLst>
          <pc:docMk/>
          <pc:sldMk cId="1846661120" sldId="3605"/>
        </pc:sldMkLst>
      </pc:sldChg>
      <pc:sldChg chg="addSp delSp modSp mod">
        <pc:chgData name="THIRIET Robin" userId="561d3886-c51f-499d-8c6f-88186e4606e8" providerId="ADAL" clId="{737DD5A2-EAAC-4272-8A3B-24C1653DFA19}" dt="2024-09-04T08:59:57.256" v="321" actId="1076"/>
        <pc:sldMkLst>
          <pc:docMk/>
          <pc:sldMk cId="2617574144" sldId="3619"/>
        </pc:sldMkLst>
      </pc:sldChg>
      <pc:sldChg chg="addSp modSp mod">
        <pc:chgData name="THIRIET Robin" userId="561d3886-c51f-499d-8c6f-88186e4606e8" providerId="ADAL" clId="{737DD5A2-EAAC-4272-8A3B-24C1653DFA19}" dt="2024-09-04T09:40:28.096" v="487" actId="1076"/>
        <pc:sldMkLst>
          <pc:docMk/>
          <pc:sldMk cId="3224078610" sldId="3623"/>
        </pc:sldMkLst>
      </pc:sldChg>
      <pc:sldChg chg="addSp delSp modSp mod">
        <pc:chgData name="THIRIET Robin" userId="561d3886-c51f-499d-8c6f-88186e4606e8" providerId="ADAL" clId="{737DD5A2-EAAC-4272-8A3B-24C1653DFA19}" dt="2024-09-04T09:40:32.668" v="489"/>
        <pc:sldMkLst>
          <pc:docMk/>
          <pc:sldMk cId="3037150482" sldId="3628"/>
        </pc:sldMkLst>
      </pc:sldChg>
      <pc:sldChg chg="addSp delSp modSp mod">
        <pc:chgData name="THIRIET Robin" userId="561d3886-c51f-499d-8c6f-88186e4606e8" providerId="ADAL" clId="{737DD5A2-EAAC-4272-8A3B-24C1653DFA19}" dt="2024-09-04T09:40:36.846" v="491"/>
        <pc:sldMkLst>
          <pc:docMk/>
          <pc:sldMk cId="1489402589" sldId="3629"/>
        </pc:sldMkLst>
      </pc:sldChg>
      <pc:sldChg chg="addSp delSp modSp mod">
        <pc:chgData name="THIRIET Robin" userId="561d3886-c51f-499d-8c6f-88186e4606e8" providerId="ADAL" clId="{737DD5A2-EAAC-4272-8A3B-24C1653DFA19}" dt="2024-09-04T09:40:40.448" v="493"/>
        <pc:sldMkLst>
          <pc:docMk/>
          <pc:sldMk cId="4246695924" sldId="3630"/>
        </pc:sldMkLst>
      </pc:sldChg>
      <pc:sldChg chg="addSp modSp mod">
        <pc:chgData name="THIRIET Robin" userId="561d3886-c51f-499d-8c6f-88186e4606e8" providerId="ADAL" clId="{737DD5A2-EAAC-4272-8A3B-24C1653DFA19}" dt="2024-09-04T09:41:10.760" v="502" actId="1076"/>
        <pc:sldMkLst>
          <pc:docMk/>
          <pc:sldMk cId="3887093247" sldId="3631"/>
        </pc:sldMkLst>
      </pc:sldChg>
      <pc:sldChg chg="addSp delSp modSp mod">
        <pc:chgData name="THIRIET Robin" userId="561d3886-c51f-499d-8c6f-88186e4606e8" providerId="ADAL" clId="{737DD5A2-EAAC-4272-8A3B-24C1653DFA19}" dt="2024-09-04T09:41:14.854" v="504"/>
        <pc:sldMkLst>
          <pc:docMk/>
          <pc:sldMk cId="1355371879" sldId="3632"/>
        </pc:sldMkLst>
      </pc:sldChg>
      <pc:sldChg chg="addSp delSp modSp mod">
        <pc:chgData name="THIRIET Robin" userId="561d3886-c51f-499d-8c6f-88186e4606e8" providerId="ADAL" clId="{737DD5A2-EAAC-4272-8A3B-24C1653DFA19}" dt="2024-09-04T09:41:17.691" v="506"/>
        <pc:sldMkLst>
          <pc:docMk/>
          <pc:sldMk cId="3952569485" sldId="3633"/>
        </pc:sldMkLst>
      </pc:sldChg>
      <pc:sldChg chg="addSp delSp modSp mod">
        <pc:chgData name="THIRIET Robin" userId="561d3886-c51f-499d-8c6f-88186e4606e8" providerId="ADAL" clId="{737DD5A2-EAAC-4272-8A3B-24C1653DFA19}" dt="2024-09-04T09:41:21.218" v="508"/>
        <pc:sldMkLst>
          <pc:docMk/>
          <pc:sldMk cId="465485185" sldId="3634"/>
        </pc:sldMkLst>
      </pc:sldChg>
      <pc:sldChg chg="del">
        <pc:chgData name="THIRIET Robin" userId="561d3886-c51f-499d-8c6f-88186e4606e8" providerId="ADAL" clId="{737DD5A2-EAAC-4272-8A3B-24C1653DFA19}" dt="2024-09-04T07:11:22.496" v="2" actId="47"/>
        <pc:sldMkLst>
          <pc:docMk/>
          <pc:sldMk cId="1006929538" sldId="3635"/>
        </pc:sldMkLst>
      </pc:sldChg>
      <pc:sldChg chg="del">
        <pc:chgData name="THIRIET Robin" userId="561d3886-c51f-499d-8c6f-88186e4606e8" providerId="ADAL" clId="{737DD5A2-EAAC-4272-8A3B-24C1653DFA19}" dt="2024-09-04T07:11:25.214" v="4" actId="47"/>
        <pc:sldMkLst>
          <pc:docMk/>
          <pc:sldMk cId="2998906964" sldId="3636"/>
        </pc:sldMkLst>
      </pc:sldChg>
      <pc:sldChg chg="del">
        <pc:chgData name="THIRIET Robin" userId="561d3886-c51f-499d-8c6f-88186e4606e8" providerId="ADAL" clId="{737DD5A2-EAAC-4272-8A3B-24C1653DFA19}" dt="2024-09-04T07:11:21.198" v="1" actId="47"/>
        <pc:sldMkLst>
          <pc:docMk/>
          <pc:sldMk cId="1630176989" sldId="3637"/>
        </pc:sldMkLst>
      </pc:sldChg>
      <pc:sldChg chg="addSp delSp modSp mod">
        <pc:chgData name="THIRIET Robin" userId="561d3886-c51f-499d-8c6f-88186e4606e8" providerId="ADAL" clId="{737DD5A2-EAAC-4272-8A3B-24C1653DFA19}" dt="2024-09-04T09:46:08.744" v="539" actId="1076"/>
        <pc:sldMkLst>
          <pc:docMk/>
          <pc:sldMk cId="1935409836" sldId="3638"/>
        </pc:sldMkLst>
      </pc:sldChg>
      <pc:sldChg chg="del">
        <pc:chgData name="THIRIET Robin" userId="561d3886-c51f-499d-8c6f-88186e4606e8" providerId="ADAL" clId="{737DD5A2-EAAC-4272-8A3B-24C1653DFA19}" dt="2024-09-04T07:11:23.717" v="3" actId="47"/>
        <pc:sldMkLst>
          <pc:docMk/>
          <pc:sldMk cId="316805867" sldId="3639"/>
        </pc:sldMkLst>
      </pc:sldChg>
      <pc:sldChg chg="addSp delSp modSp mod">
        <pc:chgData name="THIRIET Robin" userId="561d3886-c51f-499d-8c6f-88186e4606e8" providerId="ADAL" clId="{737DD5A2-EAAC-4272-8A3B-24C1653DFA19}" dt="2024-09-04T07:25:23.543" v="89" actId="1076"/>
        <pc:sldMkLst>
          <pc:docMk/>
          <pc:sldMk cId="585106429" sldId="3640"/>
        </pc:sldMkLst>
      </pc:sldChg>
      <pc:sldChg chg="addSp delSp modSp mod">
        <pc:chgData name="THIRIET Robin" userId="561d3886-c51f-499d-8c6f-88186e4606e8" providerId="ADAL" clId="{737DD5A2-EAAC-4272-8A3B-24C1653DFA19}" dt="2024-09-04T09:28:23.171" v="430" actId="14100"/>
        <pc:sldMkLst>
          <pc:docMk/>
          <pc:sldMk cId="3076578584" sldId="3643"/>
        </pc:sldMkLst>
      </pc:sldChg>
      <pc:sldChg chg="addSp modSp del mod">
        <pc:chgData name="THIRIET Robin" userId="561d3886-c51f-499d-8c6f-88186e4606e8" providerId="ADAL" clId="{737DD5A2-EAAC-4272-8A3B-24C1653DFA19}" dt="2024-09-04T07:52:00.702" v="130" actId="47"/>
        <pc:sldMkLst>
          <pc:docMk/>
          <pc:sldMk cId="121675855" sldId="3646"/>
        </pc:sldMkLst>
      </pc:sldChg>
      <pc:sldChg chg="addSp delSp modSp del mod">
        <pc:chgData name="THIRIET Robin" userId="561d3886-c51f-499d-8c6f-88186e4606e8" providerId="ADAL" clId="{737DD5A2-EAAC-4272-8A3B-24C1653DFA19}" dt="2024-09-04T09:38:21.748" v="460" actId="47"/>
        <pc:sldMkLst>
          <pc:docMk/>
          <pc:sldMk cId="436202775" sldId="3647"/>
        </pc:sldMkLst>
      </pc:sldChg>
      <pc:sldChg chg="addSp modSp mod">
        <pc:chgData name="THIRIET Robin" userId="561d3886-c51f-499d-8c6f-88186e4606e8" providerId="ADAL" clId="{737DD5A2-EAAC-4272-8A3B-24C1653DFA19}" dt="2024-09-04T09:39:55.633" v="476" actId="1076"/>
        <pc:sldMkLst>
          <pc:docMk/>
          <pc:sldMk cId="503242696" sldId="3648"/>
        </pc:sldMkLst>
      </pc:sldChg>
      <pc:sldChg chg="addSp modSp ord">
        <pc:chgData name="THIRIET Robin" userId="561d3886-c51f-499d-8c6f-88186e4606e8" providerId="ADAL" clId="{737DD5A2-EAAC-4272-8A3B-24C1653DFA19}" dt="2024-09-04T09:54:19.759" v="671"/>
        <pc:sldMkLst>
          <pc:docMk/>
          <pc:sldMk cId="941142890" sldId="3649"/>
        </pc:sldMkLst>
      </pc:sldChg>
      <pc:sldChg chg="addSp modSp del">
        <pc:chgData name="THIRIET Robin" userId="561d3886-c51f-499d-8c6f-88186e4606e8" providerId="ADAL" clId="{737DD5A2-EAAC-4272-8A3B-24C1653DFA19}" dt="2024-09-04T12:22:59.096" v="1052" actId="47"/>
        <pc:sldMkLst>
          <pc:docMk/>
          <pc:sldMk cId="1135769682" sldId="3650"/>
        </pc:sldMkLst>
      </pc:sldChg>
      <pc:sldChg chg="addSp delSp modSp mod">
        <pc:chgData name="THIRIET Robin" userId="561d3886-c51f-499d-8c6f-88186e4606e8" providerId="ADAL" clId="{737DD5A2-EAAC-4272-8A3B-24C1653DFA19}" dt="2024-09-04T09:42:34.542" v="520"/>
        <pc:sldMkLst>
          <pc:docMk/>
          <pc:sldMk cId="0" sldId="3651"/>
        </pc:sldMkLst>
      </pc:sldChg>
      <pc:sldChg chg="addSp delSp modSp add mod">
        <pc:chgData name="THIRIET Robin" userId="561d3886-c51f-499d-8c6f-88186e4606e8" providerId="ADAL" clId="{737DD5A2-EAAC-4272-8A3B-24C1653DFA19}" dt="2024-09-04T09:29:14.222" v="435"/>
        <pc:sldMkLst>
          <pc:docMk/>
          <pc:sldMk cId="4198904397" sldId="3652"/>
        </pc:sldMkLst>
      </pc:sldChg>
      <pc:sldChg chg="delSp add del mod">
        <pc:chgData name="THIRIET Robin" userId="561d3886-c51f-499d-8c6f-88186e4606e8" providerId="ADAL" clId="{737DD5A2-EAAC-4272-8A3B-24C1653DFA19}" dt="2024-09-04T07:54:41.555" v="142" actId="47"/>
        <pc:sldMkLst>
          <pc:docMk/>
          <pc:sldMk cId="3816979484" sldId="3653"/>
        </pc:sldMkLst>
      </pc:sldChg>
      <pc:sldChg chg="new del">
        <pc:chgData name="THIRIET Robin" userId="561d3886-c51f-499d-8c6f-88186e4606e8" providerId="ADAL" clId="{737DD5A2-EAAC-4272-8A3B-24C1653DFA19}" dt="2024-09-04T07:54:48.362" v="144" actId="47"/>
        <pc:sldMkLst>
          <pc:docMk/>
          <pc:sldMk cId="4130204591" sldId="3653"/>
        </pc:sldMkLst>
      </pc:sldChg>
      <pc:sldChg chg="addSp delSp modSp add mod">
        <pc:chgData name="THIRIET Robin" userId="561d3886-c51f-499d-8c6f-88186e4606e8" providerId="ADAL" clId="{737DD5A2-EAAC-4272-8A3B-24C1653DFA19}" dt="2024-09-04T09:38:58.488" v="467" actId="1076"/>
        <pc:sldMkLst>
          <pc:docMk/>
          <pc:sldMk cId="4154575338" sldId="3653"/>
        </pc:sldMkLst>
      </pc:sldChg>
      <pc:sldChg chg="addSp delSp modSp add mod">
        <pc:chgData name="THIRIET Robin" userId="561d3886-c51f-499d-8c6f-88186e4606e8" providerId="ADAL" clId="{737DD5A2-EAAC-4272-8A3B-24C1653DFA19}" dt="2024-09-04T09:54:33.026" v="673"/>
        <pc:sldMkLst>
          <pc:docMk/>
          <pc:sldMk cId="2239947390" sldId="3654"/>
        </pc:sldMkLst>
      </pc:sldChg>
      <pc:sldChg chg="delSp modSp add mod">
        <pc:chgData name="THIRIET Robin" userId="561d3886-c51f-499d-8c6f-88186e4606e8" providerId="ADAL" clId="{737DD5A2-EAAC-4272-8A3B-24C1653DFA19}" dt="2024-09-04T10:50:41.979" v="719" actId="20577"/>
        <pc:sldMkLst>
          <pc:docMk/>
          <pc:sldMk cId="2918787752" sldId="3655"/>
        </pc:sldMkLst>
      </pc:sldChg>
      <pc:sldChg chg="modSp add mod">
        <pc:chgData name="THIRIET Robin" userId="561d3886-c51f-499d-8c6f-88186e4606e8" providerId="ADAL" clId="{737DD5A2-EAAC-4272-8A3B-24C1653DFA19}" dt="2024-09-04T13:25:29.664" v="1286" actId="404"/>
        <pc:sldMkLst>
          <pc:docMk/>
          <pc:sldMk cId="2098998600" sldId="3656"/>
        </pc:sldMkLst>
      </pc:sldChg>
      <pc:sldChg chg="modSp add mod">
        <pc:chgData name="THIRIET Robin" userId="561d3886-c51f-499d-8c6f-88186e4606e8" providerId="ADAL" clId="{737DD5A2-EAAC-4272-8A3B-24C1653DFA19}" dt="2024-09-04T10:59:37.061" v="1051" actId="14100"/>
        <pc:sldMkLst>
          <pc:docMk/>
          <pc:sldMk cId="1757688491" sldId="3657"/>
        </pc:sldMkLst>
      </pc:sldChg>
      <pc:sldChg chg="addSp delSp modSp add mod">
        <pc:chgData name="THIRIET Robin" userId="561d3886-c51f-499d-8c6f-88186e4606e8" providerId="ADAL" clId="{737DD5A2-EAAC-4272-8A3B-24C1653DFA19}" dt="2024-09-04T13:08:39.734" v="1087" actId="478"/>
        <pc:sldMkLst>
          <pc:docMk/>
          <pc:sldMk cId="639283159" sldId="3658"/>
        </pc:sldMkLst>
      </pc:sldChg>
      <pc:sldChg chg="addSp delSp modSp add mod">
        <pc:chgData name="THIRIET Robin" userId="561d3886-c51f-499d-8c6f-88186e4606e8" providerId="ADAL" clId="{737DD5A2-EAAC-4272-8A3B-24C1653DFA19}" dt="2024-09-04T13:14:32.184" v="1213" actId="115"/>
        <pc:sldMkLst>
          <pc:docMk/>
          <pc:sldMk cId="1675740791" sldId="3659"/>
        </pc:sldMkLst>
      </pc:sldChg>
      <pc:sldChg chg="addSp delSp modSp add mod">
        <pc:chgData name="THIRIET Robin" userId="561d3886-c51f-499d-8c6f-88186e4606e8" providerId="ADAL" clId="{737DD5A2-EAAC-4272-8A3B-24C1653DFA19}" dt="2024-09-04T13:34:34.702" v="1307" actId="1076"/>
        <pc:sldMkLst>
          <pc:docMk/>
          <pc:sldMk cId="776351063" sldId="3660"/>
        </pc:sldMkLst>
      </pc:sldChg>
      <pc:sldChg chg="addSp delSp modSp new mod">
        <pc:chgData name="THIRIET Robin" userId="561d3886-c51f-499d-8c6f-88186e4606e8" providerId="ADAL" clId="{737DD5A2-EAAC-4272-8A3B-24C1653DFA19}" dt="2024-09-04T13:53:57.564" v="1357" actId="1076"/>
        <pc:sldMkLst>
          <pc:docMk/>
          <pc:sldMk cId="3653365633" sldId="3661"/>
        </pc:sldMkLst>
      </pc:sldChg>
    </pc:docChg>
  </pc:docChgLst>
  <pc:docChgLst>
    <pc:chgData name="THIRIET Robin" userId="S::robin.thiriet@ynov.com::1f190d23-e32a-42b2-9da1-d64204019463" providerId="AD" clId="Web-{0EBF1F50-CCAB-E5D8-B0F4-61329F316E18}"/>
    <pc:docChg chg="modSld">
      <pc:chgData name="THIRIET Robin" userId="S::robin.thiriet@ynov.com::1f190d23-e32a-42b2-9da1-d64204019463" providerId="AD" clId="Web-{0EBF1F50-CCAB-E5D8-B0F4-61329F316E18}" dt="2025-02-13T13:04:16.097" v="0" actId="1076"/>
      <pc:docMkLst>
        <pc:docMk/>
      </pc:docMkLst>
      <pc:sldChg chg="modSp">
        <pc:chgData name="THIRIET Robin" userId="S::robin.thiriet@ynov.com::1f190d23-e32a-42b2-9da1-d64204019463" providerId="AD" clId="Web-{0EBF1F50-CCAB-E5D8-B0F4-61329F316E18}" dt="2025-02-13T13:04:16.097" v="0" actId="1076"/>
        <pc:sldMkLst>
          <pc:docMk/>
          <pc:sldMk cId="3475900297" sldId="258"/>
        </pc:sldMkLst>
        <pc:spChg chg="mod">
          <ac:chgData name="THIRIET Robin" userId="S::robin.thiriet@ynov.com::1f190d23-e32a-42b2-9da1-d64204019463" providerId="AD" clId="Web-{0EBF1F50-CCAB-E5D8-B0F4-61329F316E18}" dt="2025-02-13T13:04:16.097" v="0" actId="1076"/>
          <ac:spMkLst>
            <pc:docMk/>
            <pc:sldMk cId="3475900297" sldId="258"/>
            <ac:spMk id="8" creationId="{DE7A40D1-F04B-49F8-843F-8E06B1E5905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65BDD1C-1911-BBB4-F502-014D627D5F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8A26603-F031-DB72-0EE7-8FBD72FE14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9AA0B-5BA3-4FA9-A2EB-CC548DEB2E4D}" type="datetimeFigureOut">
              <a:rPr lang="fr-FR" smtClean="0"/>
              <a:t>14/02/2025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A0B7615-07A7-CAC4-C7E1-704D5F974A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15FFC1-9AD6-7815-D6B7-D57D084A56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49C9E-C59C-4A0E-8453-013DBE4F8D8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2835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683DDC-D4C0-4755-9E8C-B3CEAD15D2C9}" type="datetimeFigureOut">
              <a:rPr lang="fr-FR" smtClean="0"/>
              <a:t>14/02/2025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CCD71-12C8-4D85-B378-42EAE8F0AF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176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guillaume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CD71-12C8-4D85-B378-42EAE8F0AF5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8368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93a8ee57b8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93a8ee57b8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guillaume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guillaume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CD71-12C8-4D85-B378-42EAE8F0AF5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8905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valentin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CD71-12C8-4D85-B378-42EAE8F0AF5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87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valentin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CD71-12C8-4D85-B378-42EAE8F0AF5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495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valentin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CD71-12C8-4D85-B378-42EAE8F0AF5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405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robin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CD71-12C8-4D85-B378-42EAE8F0AF5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204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robin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CD71-12C8-4D85-B378-42EAE8F0AF5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168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Robin commence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CD71-12C8-4D85-B378-42EAE8F0AF5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09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261FEF4C-1D59-76EC-43E9-9940CEF8A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93a8ee57b8_1_12:notes">
            <a:extLst>
              <a:ext uri="{FF2B5EF4-FFF2-40B4-BE49-F238E27FC236}">
                <a16:creationId xmlns:a16="http://schemas.microsoft.com/office/drawing/2014/main" id="{B1B2C175-A1E0-048B-0060-B802D12A6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93a8ee57b8_1_12:notes">
            <a:extLst>
              <a:ext uri="{FF2B5EF4-FFF2-40B4-BE49-F238E27FC236}">
                <a16:creationId xmlns:a16="http://schemas.microsoft.com/office/drawing/2014/main" id="{E7CF2C05-8ACA-3FA7-1AA7-5DAD5F9A54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Tous les trois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8885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Robin /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CD71-12C8-4D85-B378-42EAE8F0AF5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6733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45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avec image modifiab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56CC66D-2D93-2505-423E-CEA462EFDE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6" name="Google Shape;1458;p80">
            <a:extLst>
              <a:ext uri="{FF2B5EF4-FFF2-40B4-BE49-F238E27FC236}">
                <a16:creationId xmlns:a16="http://schemas.microsoft.com/office/drawing/2014/main" id="{F24ED545-D443-F086-AE8F-33963FDD8344}"/>
              </a:ext>
            </a:extLst>
          </p:cNvPr>
          <p:cNvSpPr/>
          <p:nvPr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Espace réservé pour une image  7">
            <a:extLst>
              <a:ext uri="{FF2B5EF4-FFF2-40B4-BE49-F238E27FC236}">
                <a16:creationId xmlns:a16="http://schemas.microsoft.com/office/drawing/2014/main" id="{CE018A8E-44CB-0CB2-3F62-3B7856558F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76067" y="0"/>
            <a:ext cx="4715933" cy="4917440"/>
          </a:xfrm>
          <a:prstGeom prst="round2DiagRect">
            <a:avLst>
              <a:gd name="adj1" fmla="val 20108"/>
              <a:gd name="adj2" fmla="val 0"/>
            </a:avLst>
          </a:prstGeom>
        </p:spPr>
        <p:txBody>
          <a:bodyPr anchor="ctr"/>
          <a:lstStyle>
            <a:lvl1pPr marL="152396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3" y="1521956"/>
            <a:ext cx="5760000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26003" y="3980120"/>
            <a:ext cx="5760000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DDD4843D-C0CB-9500-7988-FD1E9922FFC4}"/>
              </a:ext>
            </a:extLst>
          </p:cNvPr>
          <p:cNvCxnSpPr>
            <a:cxnSpLocks/>
          </p:cNvCxnSpPr>
          <p:nvPr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1458;p80">
            <a:extLst>
              <a:ext uri="{FF2B5EF4-FFF2-40B4-BE49-F238E27FC236}">
                <a16:creationId xmlns:a16="http://schemas.microsoft.com/office/drawing/2014/main" id="{0A4D691E-A2FB-7737-E0EE-BC2826808982}"/>
              </a:ext>
            </a:extLst>
          </p:cNvPr>
          <p:cNvSpPr/>
          <p:nvPr userDrawn="1"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9049E841-C48A-D921-6070-67FAAC080C36}"/>
              </a:ext>
            </a:extLst>
          </p:cNvPr>
          <p:cNvCxnSpPr>
            <a:cxnSpLocks/>
          </p:cNvCxnSpPr>
          <p:nvPr userDrawn="1"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54522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avec image modifi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56CC66D-2D93-2505-423E-CEA462EFDE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6" name="Google Shape;1458;p80">
            <a:extLst>
              <a:ext uri="{FF2B5EF4-FFF2-40B4-BE49-F238E27FC236}">
                <a16:creationId xmlns:a16="http://schemas.microsoft.com/office/drawing/2014/main" id="{F24ED545-D443-F086-AE8F-33963FDD8344}"/>
              </a:ext>
            </a:extLst>
          </p:cNvPr>
          <p:cNvSpPr/>
          <p:nvPr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Espace réservé pour une image  7">
            <a:extLst>
              <a:ext uri="{FF2B5EF4-FFF2-40B4-BE49-F238E27FC236}">
                <a16:creationId xmlns:a16="http://schemas.microsoft.com/office/drawing/2014/main" id="{CE018A8E-44CB-0CB2-3F62-3B7856558F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76067" y="0"/>
            <a:ext cx="4715933" cy="4917440"/>
          </a:xfrm>
          <a:prstGeom prst="round2DiagRect">
            <a:avLst>
              <a:gd name="adj1" fmla="val 20108"/>
              <a:gd name="adj2" fmla="val 0"/>
            </a:avLst>
          </a:prstGeom>
        </p:spPr>
        <p:txBody>
          <a:bodyPr anchor="ctr">
            <a:normAutofit/>
          </a:bodyPr>
          <a:lstStyle>
            <a:lvl1pPr marL="152396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3" y="1521956"/>
            <a:ext cx="5760000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26003" y="3980120"/>
            <a:ext cx="5760000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76EAF9A0-339B-A87A-202C-6ECE97404EAE}"/>
              </a:ext>
            </a:extLst>
          </p:cNvPr>
          <p:cNvCxnSpPr>
            <a:cxnSpLocks/>
          </p:cNvCxnSpPr>
          <p:nvPr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1458;p80">
            <a:extLst>
              <a:ext uri="{FF2B5EF4-FFF2-40B4-BE49-F238E27FC236}">
                <a16:creationId xmlns:a16="http://schemas.microsoft.com/office/drawing/2014/main" id="{531A5438-317F-1DF8-1B82-AAF5754DCDB1}"/>
              </a:ext>
            </a:extLst>
          </p:cNvPr>
          <p:cNvSpPr/>
          <p:nvPr userDrawn="1"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BE788A2F-7222-44BE-CA3A-9E33362F16A9}"/>
              </a:ext>
            </a:extLst>
          </p:cNvPr>
          <p:cNvCxnSpPr>
            <a:cxnSpLocks/>
          </p:cNvCxnSpPr>
          <p:nvPr userDrawn="1"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95705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 - Comme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: avec coin arrondi 15">
            <a:extLst>
              <a:ext uri="{FF2B5EF4-FFF2-40B4-BE49-F238E27FC236}">
                <a16:creationId xmlns:a16="http://schemas.microsoft.com/office/drawing/2014/main" id="{53725DD2-B4E0-0328-C47C-5B34EC06A849}"/>
              </a:ext>
            </a:extLst>
          </p:cNvPr>
          <p:cNvSpPr/>
          <p:nvPr userDrawn="1"/>
        </p:nvSpPr>
        <p:spPr>
          <a:xfrm rot="10800000">
            <a:off x="8785411" y="0"/>
            <a:ext cx="3406589" cy="448235"/>
          </a:xfrm>
          <a:prstGeom prst="round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442E70F-2AB9-852D-E44F-6A54C11D4F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85411" y="0"/>
            <a:ext cx="3406589" cy="44823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 du rendez-vous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3066A1-9D08-08FE-A604-37A5F20717DE}"/>
              </a:ext>
            </a:extLst>
          </p:cNvPr>
          <p:cNvSpPr/>
          <p:nvPr userDrawn="1"/>
        </p:nvSpPr>
        <p:spPr>
          <a:xfrm>
            <a:off x="-1595" y="3429000"/>
            <a:ext cx="12193596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8E684B16-7431-CD40-FD46-823237CCDF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2" y="384599"/>
            <a:ext cx="6960623" cy="263733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le titre de la présentation</a:t>
            </a:r>
            <a:br>
              <a:rPr lang="fr-FR"/>
            </a:br>
            <a:r>
              <a:rPr lang="fr-FR"/>
              <a:t>commerciale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83119" y="3599086"/>
            <a:ext cx="11436848" cy="56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l’objectif du rendez-vous</a:t>
            </a:r>
            <a:endParaRPr/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BE788A2F-7222-44BE-CA3A-9E33362F16A9}"/>
              </a:ext>
            </a:extLst>
          </p:cNvPr>
          <p:cNvCxnSpPr>
            <a:cxnSpLocks/>
          </p:cNvCxnSpPr>
          <p:nvPr userDrawn="1"/>
        </p:nvCxnSpPr>
        <p:spPr>
          <a:xfrm>
            <a:off x="435905" y="384599"/>
            <a:ext cx="0" cy="26373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7912C2B2-7A8D-48D8-0D77-24A1409E01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667432" y="942537"/>
            <a:ext cx="3141449" cy="19868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52396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</a:t>
            </a:r>
            <a:br>
              <a:rPr lang="fr-FR"/>
            </a:br>
            <a:r>
              <a:rPr lang="fr-FR"/>
              <a:t>le logo du client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6356B623-430D-E5BD-C8A0-A9F1854C16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0471" y="4358569"/>
            <a:ext cx="1731059" cy="258256"/>
          </a:xfrm>
        </p:spPr>
        <p:txBody>
          <a:bodyPr anchor="ctr"/>
          <a:lstStyle>
            <a:lvl1pPr marL="0" indent="0" algn="ctr">
              <a:buNone/>
              <a:defRPr sz="18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Interlocuteurs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E1CA5E54-1E53-F1EA-1282-15171420A8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33" y="4743393"/>
            <a:ext cx="11436848" cy="1422457"/>
          </a:xfrm>
        </p:spPr>
        <p:txBody>
          <a:bodyPr numCol="2" spcCol="25200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fr-FR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br>
              <a:rPr lang="fr-FR"/>
            </a:br>
            <a:r>
              <a:rPr lang="fr-FR"/>
              <a:t>Prénom NOM – Poste </a:t>
            </a:r>
          </a:p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</a:p>
        </p:txBody>
      </p:sp>
      <p:sp>
        <p:nvSpPr>
          <p:cNvPr id="28" name="Google Shape;19;p3">
            <a:extLst>
              <a:ext uri="{FF2B5EF4-FFF2-40B4-BE49-F238E27FC236}">
                <a16:creationId xmlns:a16="http://schemas.microsoft.com/office/drawing/2014/main" id="{27C00611-07D6-5CF5-D531-E5BA87C82627}"/>
              </a:ext>
            </a:extLst>
          </p:cNvPr>
          <p:cNvSpPr txBox="1"/>
          <p:nvPr userDrawn="1"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93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F0302020204030204"/>
                <a:ea typeface="Josefin Sans"/>
                <a:cs typeface="Josefin Sans"/>
                <a:sym typeface="Josefin Sans"/>
              </a:rPr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933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Josefin Sans"/>
              <a:cs typeface="Josefin Sans"/>
              <a:sym typeface="Josefin Sans"/>
            </a:endParaRP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26AEFD6F-315D-AA69-04FB-F424FE81C6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 - Commer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: avec coin arrondi 15">
            <a:extLst>
              <a:ext uri="{FF2B5EF4-FFF2-40B4-BE49-F238E27FC236}">
                <a16:creationId xmlns:a16="http://schemas.microsoft.com/office/drawing/2014/main" id="{53725DD2-B4E0-0328-C47C-5B34EC06A849}"/>
              </a:ext>
            </a:extLst>
          </p:cNvPr>
          <p:cNvSpPr/>
          <p:nvPr userDrawn="1"/>
        </p:nvSpPr>
        <p:spPr>
          <a:xfrm rot="10800000">
            <a:off x="8785411" y="0"/>
            <a:ext cx="3406589" cy="448235"/>
          </a:xfrm>
          <a:prstGeom prst="round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442E70F-2AB9-852D-E44F-6A54C11D4F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85411" y="0"/>
            <a:ext cx="3406589" cy="44823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 du rendez-vous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71A86D19-C20D-605B-45A8-0DF0D7A040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1" y="12036"/>
            <a:ext cx="2611121" cy="471932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F3066A1-9D08-08FE-A604-37A5F20717DE}"/>
              </a:ext>
            </a:extLst>
          </p:cNvPr>
          <p:cNvSpPr/>
          <p:nvPr userDrawn="1"/>
        </p:nvSpPr>
        <p:spPr>
          <a:xfrm>
            <a:off x="-1595" y="3429000"/>
            <a:ext cx="12193596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2" y="384599"/>
            <a:ext cx="6960623" cy="263733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le titre de la présentation</a:t>
            </a:r>
            <a:br>
              <a:rPr lang="fr-FR"/>
            </a:br>
            <a:r>
              <a:rPr lang="fr-FR"/>
              <a:t>commerciale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83119" y="3599086"/>
            <a:ext cx="11436848" cy="56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1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l’objectif du rendez-vous</a:t>
            </a:r>
            <a:endParaRPr/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BE788A2F-7222-44BE-CA3A-9E33362F16A9}"/>
              </a:ext>
            </a:extLst>
          </p:cNvPr>
          <p:cNvCxnSpPr>
            <a:cxnSpLocks/>
          </p:cNvCxnSpPr>
          <p:nvPr userDrawn="1"/>
        </p:nvCxnSpPr>
        <p:spPr>
          <a:xfrm>
            <a:off x="435905" y="384599"/>
            <a:ext cx="0" cy="26373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7912C2B2-7A8D-48D8-0D77-24A1409E01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667432" y="942537"/>
            <a:ext cx="3141449" cy="19868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52396" indent="0" algn="ctr">
              <a:buNone/>
              <a:defRPr sz="1467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Cliquez sur l'icône pour ajouter</a:t>
            </a:r>
            <a:br>
              <a:rPr lang="fr-FR"/>
            </a:br>
            <a:r>
              <a:rPr lang="fr-FR"/>
              <a:t>le logo du client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6356B623-430D-E5BD-C8A0-A9F1854C16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0471" y="4358569"/>
            <a:ext cx="1731059" cy="258256"/>
          </a:xfrm>
        </p:spPr>
        <p:txBody>
          <a:bodyPr anchor="ctr"/>
          <a:lstStyle>
            <a:lvl1pPr marL="0" indent="0" algn="ctr">
              <a:buNone/>
              <a:defRPr sz="18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Interlocuteurs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E1CA5E54-1E53-F1EA-1282-15171420A8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33" y="4743393"/>
            <a:ext cx="11436848" cy="1422457"/>
          </a:xfrm>
        </p:spPr>
        <p:txBody>
          <a:bodyPr numCol="2" spcCol="25200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fr-FR" dirty="0"/>
            </a:lvl1pPr>
          </a:lstStyle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br>
              <a:rPr lang="fr-FR"/>
            </a:br>
            <a:r>
              <a:rPr lang="fr-FR"/>
              <a:t>Prénom NOM – Poste </a:t>
            </a:r>
          </a:p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</a:p>
        </p:txBody>
      </p:sp>
      <p:sp>
        <p:nvSpPr>
          <p:cNvPr id="28" name="Google Shape;19;p3">
            <a:extLst>
              <a:ext uri="{FF2B5EF4-FFF2-40B4-BE49-F238E27FC236}">
                <a16:creationId xmlns:a16="http://schemas.microsoft.com/office/drawing/2014/main" id="{27C00611-07D6-5CF5-D531-E5BA87C82627}"/>
              </a:ext>
            </a:extLst>
          </p:cNvPr>
          <p:cNvSpPr txBox="1"/>
          <p:nvPr userDrawn="1"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93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F0302020204030204"/>
                <a:ea typeface="Josefin Sans"/>
                <a:cs typeface="Josefin Sans"/>
                <a:sym typeface="Josefin Sans"/>
              </a:rPr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933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Josefin Sans"/>
              <a:cs typeface="Josefin Sans"/>
              <a:sym typeface="Josefin Sans"/>
            </a:endParaRP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26AEFD6F-315D-AA69-04FB-F424FE81C6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015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7030DC5-227F-25DD-7E42-265DEDFD9B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C569507F-43C6-63EF-139E-3FC1F69CDB94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Espace réservé du texte 5">
            <a:extLst>
              <a:ext uri="{FF2B5EF4-FFF2-40B4-BE49-F238E27FC236}">
                <a16:creationId xmlns:a16="http://schemas.microsoft.com/office/drawing/2014/main" id="{9CEAC474-75B7-1276-C1C1-495A4F59D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6" y="1473022"/>
            <a:ext cx="11425768" cy="4692828"/>
          </a:xfrm>
        </p:spPr>
        <p:txBody>
          <a:bodyPr/>
          <a:lstStyle>
            <a:lvl1pPr marL="431989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 marL="1655959">
              <a:lnSpc>
                <a:spcPct val="114000"/>
              </a:lnSpc>
              <a:buClr>
                <a:schemeClr val="accent3"/>
              </a:buClr>
              <a:defRPr sz="1200"/>
            </a:lvl5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428554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Sous-titre + Conten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4" y="-1111876"/>
            <a:ext cx="2611121" cy="4719320"/>
          </a:xfrm>
          <a:prstGeom prst="rect">
            <a:avLst/>
          </a:prstGeom>
        </p:spPr>
      </p:pic>
      <p:cxnSp>
        <p:nvCxnSpPr>
          <p:cNvPr id="17" name="Google Shape;105;p14">
            <a:extLst>
              <a:ext uri="{FF2B5EF4-FFF2-40B4-BE49-F238E27FC236}">
                <a16:creationId xmlns:a16="http://schemas.microsoft.com/office/drawing/2014/main" id="{2022662B-4754-8B73-1C8F-0BF99BE72C0F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Titre 10">
            <a:extLst>
              <a:ext uri="{FF2B5EF4-FFF2-40B4-BE49-F238E27FC236}">
                <a16:creationId xmlns:a16="http://schemas.microsoft.com/office/drawing/2014/main" id="{88C7C08C-E476-6B48-B2A3-39C1AD18C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6" y="667686"/>
            <a:ext cx="10993968" cy="440465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8E224BC2-2387-1AAD-4FD8-90DC1C2AA7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917" y="357719"/>
            <a:ext cx="10993967" cy="28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fr-FR"/>
              <a:t>Cliquer pour ajouter un sous-titre</a:t>
            </a:r>
          </a:p>
        </p:txBody>
      </p:sp>
      <p:sp>
        <p:nvSpPr>
          <p:cNvPr id="2" name="Espace réservé du texte 11">
            <a:extLst>
              <a:ext uri="{FF2B5EF4-FFF2-40B4-BE49-F238E27FC236}">
                <a16:creationId xmlns:a16="http://schemas.microsoft.com/office/drawing/2014/main" id="{3C733FBB-C644-5368-3DF1-5496E1C2FD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7" y="1466836"/>
            <a:ext cx="11424000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068860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orient="horz" pos="53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7030DC5-227F-25DD-7E42-265DEDFD9B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cxnSp>
        <p:nvCxnSpPr>
          <p:cNvPr id="2" name="Google Shape;105;p14">
            <a:extLst>
              <a:ext uri="{FF2B5EF4-FFF2-40B4-BE49-F238E27FC236}">
                <a16:creationId xmlns:a16="http://schemas.microsoft.com/office/drawing/2014/main" id="{FC8A5B8B-24C5-0723-45F8-DD148FA7EB43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B4ADEC1B-9041-696E-2562-64ECAC99C1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8" y="1466836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069D166F-B98C-E3A3-3163-2E28DAE54C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083" y="1461851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454424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Sous-titre +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4" y="-1111876"/>
            <a:ext cx="2611121" cy="4719320"/>
          </a:xfrm>
          <a:prstGeom prst="rect">
            <a:avLst/>
          </a:prstGeom>
        </p:spPr>
      </p:pic>
      <p:sp>
        <p:nvSpPr>
          <p:cNvPr id="11" name="Titre 10">
            <a:extLst>
              <a:ext uri="{FF2B5EF4-FFF2-40B4-BE49-F238E27FC236}">
                <a16:creationId xmlns:a16="http://schemas.microsoft.com/office/drawing/2014/main" id="{88C7C08C-E476-6B48-B2A3-39C1AD18C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6" y="667686"/>
            <a:ext cx="10993968" cy="440465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8E224BC2-2387-1AAD-4FD8-90DC1C2AA7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917" y="357719"/>
            <a:ext cx="10993967" cy="28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fr-FR"/>
              <a:t>Cliquer pour ajouter un sous-titre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422A9304-4865-D66A-23C9-1E70BC12DA21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1087999A-6182-A296-FA3A-DEC98240D6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8" y="1466836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2DEC2D02-3823-8E42-4ED0-C2386D5DD2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9083" y="1461851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47002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E0EF108C-ABBB-9351-C53A-49CD0D9A01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062E82-7AA7-8F1F-1555-9A66F84C4434}"/>
              </a:ext>
            </a:extLst>
          </p:cNvPr>
          <p:cNvSpPr/>
          <p:nvPr/>
        </p:nvSpPr>
        <p:spPr>
          <a:xfrm>
            <a:off x="12198773" y="311573"/>
            <a:ext cx="186267" cy="552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sp>
        <p:nvSpPr>
          <p:cNvPr id="3" name="Espace réservé du texte 11">
            <a:extLst>
              <a:ext uri="{FF2B5EF4-FFF2-40B4-BE49-F238E27FC236}">
                <a16:creationId xmlns:a16="http://schemas.microsoft.com/office/drawing/2014/main" id="{E1F6EB1B-CF96-B001-FC90-537FD4A7E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118" y="1466836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Espace réservé pour une image  9">
            <a:extLst>
              <a:ext uri="{FF2B5EF4-FFF2-40B4-BE49-F238E27FC236}">
                <a16:creationId xmlns:a16="http://schemas.microsoft.com/office/drawing/2014/main" id="{F92B9B81-8B31-71C3-31BE-35FA8E141A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54444" y="1461851"/>
            <a:ext cx="5235389" cy="4415928"/>
          </a:xfrm>
          <a:prstGeom prst="round2DiagRect">
            <a:avLst>
              <a:gd name="adj1" fmla="val 16489"/>
              <a:gd name="adj2" fmla="val 0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5" name="Google Shape;778;p60">
            <a:extLst>
              <a:ext uri="{FF2B5EF4-FFF2-40B4-BE49-F238E27FC236}">
                <a16:creationId xmlns:a16="http://schemas.microsoft.com/office/drawing/2014/main" id="{C3A3C731-C21A-4F91-D1EE-5B107F51B47D}"/>
              </a:ext>
            </a:extLst>
          </p:cNvPr>
          <p:cNvSpPr/>
          <p:nvPr userDrawn="1"/>
        </p:nvSpPr>
        <p:spPr>
          <a:xfrm>
            <a:off x="6267630" y="2201335"/>
            <a:ext cx="4772383" cy="3964517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AAC1B041-B34F-049C-5E40-AE498FD68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7" name="Google Shape;105;p14">
            <a:extLst>
              <a:ext uri="{FF2B5EF4-FFF2-40B4-BE49-F238E27FC236}">
                <a16:creationId xmlns:a16="http://schemas.microsoft.com/office/drawing/2014/main" id="{B4464C49-C858-9D93-CC85-C8A8C59C3AF6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47925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8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E0EF108C-ABBB-9351-C53A-49CD0D9A01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062E82-7AA7-8F1F-1555-9A66F84C4434}"/>
              </a:ext>
            </a:extLst>
          </p:cNvPr>
          <p:cNvSpPr/>
          <p:nvPr/>
        </p:nvSpPr>
        <p:spPr>
          <a:xfrm>
            <a:off x="12198773" y="311573"/>
            <a:ext cx="186267" cy="552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FC903F4C-CE25-AA43-7F5B-B10DA975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9083" y="1461851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pour une image  9">
            <a:extLst>
              <a:ext uri="{FF2B5EF4-FFF2-40B4-BE49-F238E27FC236}">
                <a16:creationId xmlns:a16="http://schemas.microsoft.com/office/drawing/2014/main" id="{7371F26D-54B3-BEFC-B731-300A8AF059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8169" y="1461851"/>
            <a:ext cx="5235389" cy="4415928"/>
          </a:xfrm>
          <a:prstGeom prst="round2DiagRect">
            <a:avLst>
              <a:gd name="adj1" fmla="val 0"/>
              <a:gd name="adj2" fmla="val 20184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7" name="Google Shape;778;p60">
            <a:extLst>
              <a:ext uri="{FF2B5EF4-FFF2-40B4-BE49-F238E27FC236}">
                <a16:creationId xmlns:a16="http://schemas.microsoft.com/office/drawing/2014/main" id="{BDA2631C-CB01-7D48-45F5-BAF644486C8E}"/>
              </a:ext>
            </a:extLst>
          </p:cNvPr>
          <p:cNvSpPr/>
          <p:nvPr userDrawn="1"/>
        </p:nvSpPr>
        <p:spPr>
          <a:xfrm>
            <a:off x="814922" y="2201334"/>
            <a:ext cx="4730925" cy="3964517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Titre 4">
            <a:extLst>
              <a:ext uri="{FF2B5EF4-FFF2-40B4-BE49-F238E27FC236}">
                <a16:creationId xmlns:a16="http://schemas.microsoft.com/office/drawing/2014/main" id="{B70D9433-7652-8C8F-D7F0-B67B0857D8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9" name="Google Shape;105;p14">
            <a:extLst>
              <a:ext uri="{FF2B5EF4-FFF2-40B4-BE49-F238E27FC236}">
                <a16:creationId xmlns:a16="http://schemas.microsoft.com/office/drawing/2014/main" id="{F9954A2D-293E-F32B-7692-EB9274EF0239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11075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8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43741A40-3153-D63A-429F-74A2A2531D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7D4BA9F6-7DF0-E593-F093-4D8FE780AA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11" name="Google Shape;289;p33">
            <a:extLst>
              <a:ext uri="{FF2B5EF4-FFF2-40B4-BE49-F238E27FC236}">
                <a16:creationId xmlns:a16="http://schemas.microsoft.com/office/drawing/2014/main" id="{324890EF-B0AB-AFBA-F916-27FEEB9B9CA5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383118" y="357717"/>
            <a:ext cx="11425767" cy="76623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pour ajouter un titre</a:t>
            </a:r>
            <a:endParaRPr/>
          </a:p>
        </p:txBody>
      </p:sp>
      <p:cxnSp>
        <p:nvCxnSpPr>
          <p:cNvPr id="3" name="Google Shape;81;p11">
            <a:extLst>
              <a:ext uri="{FF2B5EF4-FFF2-40B4-BE49-F238E27FC236}">
                <a16:creationId xmlns:a16="http://schemas.microsoft.com/office/drawing/2014/main" id="{89C78189-7C67-B303-CECD-8849FE344224}"/>
              </a:ext>
            </a:extLst>
          </p:cNvPr>
          <p:cNvCxnSpPr>
            <a:cxnSpLocks/>
          </p:cNvCxnSpPr>
          <p:nvPr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81;p11">
            <a:extLst>
              <a:ext uri="{FF2B5EF4-FFF2-40B4-BE49-F238E27FC236}">
                <a16:creationId xmlns:a16="http://schemas.microsoft.com/office/drawing/2014/main" id="{1853A5BE-B264-D031-8B8B-DA2EA55200FF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78978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734734" y="1914363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743433" y="3720663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8FFA2257-0DBC-0983-1EC3-8694874C1DEC}"/>
              </a:ext>
            </a:extLst>
          </p:cNvPr>
          <p:cNvCxnSpPr>
            <a:cxnSpLocks/>
          </p:cNvCxnSpPr>
          <p:nvPr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A3279A8F-3F1B-EDCA-2579-95C1C17C01C1}"/>
              </a:ext>
            </a:extLst>
          </p:cNvPr>
          <p:cNvCxnSpPr>
            <a:cxnSpLocks/>
          </p:cNvCxnSpPr>
          <p:nvPr userDrawn="1"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1550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292">
          <p15:clr>
            <a:srgbClr val="FBAE40"/>
          </p15:clr>
        </p15:guide>
        <p15:guide id="3" pos="45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734734" y="1914363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743433" y="3720663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7544F876-C298-588B-00D0-1CBE98B416E1}"/>
              </a:ext>
            </a:extLst>
          </p:cNvPr>
          <p:cNvCxnSpPr>
            <a:cxnSpLocks/>
          </p:cNvCxnSpPr>
          <p:nvPr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5A454DDE-16FA-457D-AC55-B4585FBD8282}"/>
              </a:ext>
            </a:extLst>
          </p:cNvPr>
          <p:cNvCxnSpPr>
            <a:cxnSpLocks/>
          </p:cNvCxnSpPr>
          <p:nvPr userDrawn="1"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68106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292">
          <p15:clr>
            <a:srgbClr val="FBAE40"/>
          </p15:clr>
        </p15:guide>
        <p15:guide id="3" pos="45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avec numér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324557" y="1914363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333255" y="3720663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3D021B58-A7A5-E980-8B83-F260FD140A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5512" y="2156575"/>
            <a:ext cx="1039705" cy="1039707"/>
          </a:xfrm>
          <a:prstGeom prst="round2DiagRect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3733" b="1"/>
            </a:lvl1pPr>
            <a:lvl2pPr marL="319192" indent="0" algn="ctr">
              <a:buNone/>
              <a:defRPr sz="2000"/>
            </a:lvl2pPr>
            <a:lvl3pPr marL="631184" indent="0" algn="ctr">
              <a:buNone/>
              <a:defRPr sz="2000"/>
            </a:lvl3pPr>
            <a:lvl4pPr marL="943176" indent="0" algn="ctr">
              <a:buNone/>
              <a:defRPr sz="2000"/>
            </a:lvl4pPr>
            <a:lvl5pPr marL="2438339" indent="0" algn="ctr">
              <a:buNone/>
              <a:defRPr sz="2000"/>
            </a:lvl5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593982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565">
          <p15:clr>
            <a:srgbClr val="FBAE40"/>
          </p15:clr>
        </p15:guide>
        <p15:guide id="3" pos="483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avec numér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324557" y="1898930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333255" y="3705229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1075BB-F975-9DA3-7D70-55236BA999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5512" y="2141141"/>
            <a:ext cx="1039705" cy="1039707"/>
          </a:xfrm>
          <a:prstGeom prst="round2DiagRect">
            <a:avLst/>
          </a:prstGeom>
          <a:solidFill>
            <a:schemeClr val="bg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733" b="1"/>
            </a:lvl1pPr>
            <a:lvl2pPr marL="319192" indent="0" algn="ctr">
              <a:buNone/>
              <a:defRPr sz="2000"/>
            </a:lvl2pPr>
            <a:lvl3pPr marL="631184" indent="0" algn="ctr">
              <a:buNone/>
              <a:defRPr sz="2000"/>
            </a:lvl3pPr>
            <a:lvl4pPr marL="943176" indent="0" algn="ctr">
              <a:buNone/>
              <a:defRPr sz="2000"/>
            </a:lvl4pPr>
            <a:lvl5pPr marL="2438339" indent="0" algn="ctr">
              <a:buNone/>
              <a:defRPr sz="2000"/>
            </a:lvl5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524044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565">
          <p15:clr>
            <a:srgbClr val="FBAE40"/>
          </p15:clr>
        </p15:guide>
        <p15:guide id="3" pos="483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s-titr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734734" y="2273643"/>
            <a:ext cx="6861637" cy="92263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667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ici pour ajouter un sous-titre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743434" y="3429000"/>
            <a:ext cx="6861637" cy="1206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467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ici pour ajouter une description</a:t>
            </a:r>
            <a:endParaRPr/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98981A3F-07F3-0978-4966-EE034B82817F}"/>
              </a:ext>
            </a:extLst>
          </p:cNvPr>
          <p:cNvCxnSpPr>
            <a:cxnSpLocks/>
          </p:cNvCxnSpPr>
          <p:nvPr/>
        </p:nvCxnSpPr>
        <p:spPr>
          <a:xfrm>
            <a:off x="2404753" y="2273643"/>
            <a:ext cx="0" cy="9226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9A272341-9AEE-E66C-CF48-1E4244C8C903}"/>
              </a:ext>
            </a:extLst>
          </p:cNvPr>
          <p:cNvCxnSpPr>
            <a:cxnSpLocks/>
          </p:cNvCxnSpPr>
          <p:nvPr userDrawn="1"/>
        </p:nvCxnSpPr>
        <p:spPr>
          <a:xfrm>
            <a:off x="2404753" y="2273643"/>
            <a:ext cx="0" cy="9226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95239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5579">
          <p15:clr>
            <a:srgbClr val="FBAE40"/>
          </p15:clr>
        </p15:guide>
        <p15:guide id="4" pos="1292">
          <p15:clr>
            <a:srgbClr val="FBAE40"/>
          </p15:clr>
        </p15:guide>
        <p15:guide id="5" pos="45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C25BCEE-F809-CAD6-EC84-5B28E6913A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53D8527C-43AF-776C-DDCF-E326528BCE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3" name="Google Shape;52;p8">
            <a:extLst>
              <a:ext uri="{FF2B5EF4-FFF2-40B4-BE49-F238E27FC236}">
                <a16:creationId xmlns:a16="http://schemas.microsoft.com/office/drawing/2014/main" id="{024812AC-B268-5326-3491-D2921391976A}"/>
              </a:ext>
            </a:extLst>
          </p:cNvPr>
          <p:cNvSpPr/>
          <p:nvPr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" name="Google Shape;53;p8">
            <a:extLst>
              <a:ext uri="{FF2B5EF4-FFF2-40B4-BE49-F238E27FC236}">
                <a16:creationId xmlns:a16="http://schemas.microsoft.com/office/drawing/2014/main" id="{9E610448-AC44-51E8-8596-2DEC3D946AE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81428" y="2037635"/>
            <a:ext cx="8486005" cy="2254965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ici pour ajouter un titre</a:t>
            </a:r>
            <a:endParaRPr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D9020C26-D64E-F611-1F83-3C379C15A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  <p:sp>
        <p:nvSpPr>
          <p:cNvPr id="8" name="Google Shape;52;p8">
            <a:extLst>
              <a:ext uri="{FF2B5EF4-FFF2-40B4-BE49-F238E27FC236}">
                <a16:creationId xmlns:a16="http://schemas.microsoft.com/office/drawing/2014/main" id="{BABF3385-03EC-16A4-0C90-D0524C706982}"/>
              </a:ext>
            </a:extLst>
          </p:cNvPr>
          <p:cNvSpPr/>
          <p:nvPr userDrawn="1"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Century Gothic" panose="020F0302020204030204"/>
              <a:cs typeface="Arial"/>
              <a:sym typeface="Arial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4528224-33AB-C570-B3E7-A84E579CCED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04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84">
          <p15:clr>
            <a:srgbClr val="FBAE40"/>
          </p15:clr>
        </p15:guide>
        <p15:guide id="3" pos="4898">
          <p15:clr>
            <a:srgbClr val="FBAE40"/>
          </p15:clr>
        </p15:guide>
        <p15:guide id="4" orient="horz" pos="962">
          <p15:clr>
            <a:srgbClr val="FBAE40"/>
          </p15:clr>
        </p15:guide>
        <p15:guide id="5" orient="horz" pos="202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C25BCEE-F809-CAD6-EC84-5B28E6913A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53D8527C-43AF-776C-DDCF-E326528BCE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3" name="Google Shape;52;p8">
            <a:extLst>
              <a:ext uri="{FF2B5EF4-FFF2-40B4-BE49-F238E27FC236}">
                <a16:creationId xmlns:a16="http://schemas.microsoft.com/office/drawing/2014/main" id="{024812AC-B268-5326-3491-D2921391976A}"/>
              </a:ext>
            </a:extLst>
          </p:cNvPr>
          <p:cNvSpPr/>
          <p:nvPr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" name="Google Shape;53;p8">
            <a:extLst>
              <a:ext uri="{FF2B5EF4-FFF2-40B4-BE49-F238E27FC236}">
                <a16:creationId xmlns:a16="http://schemas.microsoft.com/office/drawing/2014/main" id="{9E610448-AC44-51E8-8596-2DEC3D946AE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81428" y="2037635"/>
            <a:ext cx="8486005" cy="2254965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ici pour ajouter un titre</a:t>
            </a:r>
            <a:endParaRPr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D9020C26-D64E-F611-1F83-3C379C15A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  <p:sp>
        <p:nvSpPr>
          <p:cNvPr id="8" name="Google Shape;52;p8">
            <a:extLst>
              <a:ext uri="{FF2B5EF4-FFF2-40B4-BE49-F238E27FC236}">
                <a16:creationId xmlns:a16="http://schemas.microsoft.com/office/drawing/2014/main" id="{F93D43F3-A7C6-72B4-4F28-88FE6FD2DF69}"/>
              </a:ext>
            </a:extLst>
          </p:cNvPr>
          <p:cNvSpPr/>
          <p:nvPr userDrawn="1"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Century Gothic" panose="020F0302020204030204"/>
              <a:cs typeface="Arial"/>
              <a:sym typeface="Arial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CE94DEB1-3651-52D1-8CD1-E95174F892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41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84">
          <p15:clr>
            <a:srgbClr val="FBAE40"/>
          </p15:clr>
        </p15:guide>
        <p15:guide id="3" pos="4898">
          <p15:clr>
            <a:srgbClr val="FBAE40"/>
          </p15:clr>
        </p15:guide>
        <p15:guide id="4" orient="horz" pos="96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image -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avec coin arrondi 1">
            <a:extLst>
              <a:ext uri="{FF2B5EF4-FFF2-40B4-BE49-F238E27FC236}">
                <a16:creationId xmlns:a16="http://schemas.microsoft.com/office/drawing/2014/main" id="{E573864C-4C74-6798-5D57-6558A0C2246C}"/>
              </a:ext>
            </a:extLst>
          </p:cNvPr>
          <p:cNvSpPr/>
          <p:nvPr/>
        </p:nvSpPr>
        <p:spPr>
          <a:xfrm rot="10800000" flipH="1">
            <a:off x="-1" y="0"/>
            <a:ext cx="4514336" cy="3216000"/>
          </a:xfrm>
          <a:prstGeom prst="round1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cxnSp>
        <p:nvCxnSpPr>
          <p:cNvPr id="3" name="Google Shape;17;p3">
            <a:extLst>
              <a:ext uri="{FF2B5EF4-FFF2-40B4-BE49-F238E27FC236}">
                <a16:creationId xmlns:a16="http://schemas.microsoft.com/office/drawing/2014/main" id="{6E10775F-B488-AD15-EE9F-9DB5BE17634D}"/>
              </a:ext>
            </a:extLst>
          </p:cNvPr>
          <p:cNvCxnSpPr>
            <a:cxnSpLocks/>
          </p:cNvCxnSpPr>
          <p:nvPr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70;p10">
            <a:extLst>
              <a:ext uri="{FF2B5EF4-FFF2-40B4-BE49-F238E27FC236}">
                <a16:creationId xmlns:a16="http://schemas.microsoft.com/office/drawing/2014/main" id="{43BE59DD-60A1-67C9-82DC-E558C94F532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7" y="830020"/>
            <a:ext cx="3120000" cy="153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cxnSp>
        <p:nvCxnSpPr>
          <p:cNvPr id="5" name="Google Shape;17;p3">
            <a:extLst>
              <a:ext uri="{FF2B5EF4-FFF2-40B4-BE49-F238E27FC236}">
                <a16:creationId xmlns:a16="http://schemas.microsoft.com/office/drawing/2014/main" id="{B1A8DF05-C976-7C14-0629-A98049F33CBA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19088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image - fond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avec coin arrondi 1">
            <a:extLst>
              <a:ext uri="{FF2B5EF4-FFF2-40B4-BE49-F238E27FC236}">
                <a16:creationId xmlns:a16="http://schemas.microsoft.com/office/drawing/2014/main" id="{4B950082-FCE6-E17C-A545-F9FDCF96D199}"/>
              </a:ext>
            </a:extLst>
          </p:cNvPr>
          <p:cNvSpPr/>
          <p:nvPr/>
        </p:nvSpPr>
        <p:spPr>
          <a:xfrm rot="10800000" flipH="1">
            <a:off x="-1" y="-8736"/>
            <a:ext cx="4514336" cy="3216000"/>
          </a:xfrm>
          <a:prstGeom prst="round1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cxnSp>
        <p:nvCxnSpPr>
          <p:cNvPr id="3" name="Google Shape;17;p3">
            <a:extLst>
              <a:ext uri="{FF2B5EF4-FFF2-40B4-BE49-F238E27FC236}">
                <a16:creationId xmlns:a16="http://schemas.microsoft.com/office/drawing/2014/main" id="{18606B23-D218-D9F3-B687-E28AA7EB7D26}"/>
              </a:ext>
            </a:extLst>
          </p:cNvPr>
          <p:cNvCxnSpPr>
            <a:cxnSpLocks/>
          </p:cNvCxnSpPr>
          <p:nvPr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70;p10">
            <a:extLst>
              <a:ext uri="{FF2B5EF4-FFF2-40B4-BE49-F238E27FC236}">
                <a16:creationId xmlns:a16="http://schemas.microsoft.com/office/drawing/2014/main" id="{43BE59DD-60A1-67C9-82DC-E558C94F532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7" y="830020"/>
            <a:ext cx="3120000" cy="153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cxnSp>
        <p:nvCxnSpPr>
          <p:cNvPr id="5" name="Google Shape;17;p3">
            <a:extLst>
              <a:ext uri="{FF2B5EF4-FFF2-40B4-BE49-F238E27FC236}">
                <a16:creationId xmlns:a16="http://schemas.microsoft.com/office/drawing/2014/main" id="{9BE3914D-5FD4-3692-1344-B9792B1C0976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9852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chiff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6F0F6082-4DA8-F9B3-7474-7EE9B8B483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C6C92C1C-C7A2-C100-A610-BDE39143A2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3" name="Google Shape;77;p11">
            <a:extLst>
              <a:ext uri="{FF2B5EF4-FFF2-40B4-BE49-F238E27FC236}">
                <a16:creationId xmlns:a16="http://schemas.microsoft.com/office/drawing/2014/main" id="{A6D599CC-5855-915E-0E86-6A04ACAD5947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204600" y="3567557"/>
            <a:ext cx="7782800" cy="57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None/>
              <a:defRPr sz="200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fr-FR"/>
              <a:t>Cliquer ici pour ajouter un sous-titre</a:t>
            </a:r>
            <a:endParaRPr/>
          </a:p>
        </p:txBody>
      </p:sp>
      <p:sp>
        <p:nvSpPr>
          <p:cNvPr id="4" name="Google Shape;78;p11">
            <a:extLst>
              <a:ext uri="{FF2B5EF4-FFF2-40B4-BE49-F238E27FC236}">
                <a16:creationId xmlns:a16="http://schemas.microsoft.com/office/drawing/2014/main" id="{4EE18E53-AE75-5A35-C7F0-9C5F6D98915B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2204600" y="2382400"/>
            <a:ext cx="7782800" cy="11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osefin Sans"/>
              <a:buNone/>
              <a:defRPr sz="6400">
                <a:solidFill>
                  <a:schemeClr val="tx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5" name="Google Shape;81;p11">
            <a:extLst>
              <a:ext uri="{FF2B5EF4-FFF2-40B4-BE49-F238E27FC236}">
                <a16:creationId xmlns:a16="http://schemas.microsoft.com/office/drawing/2014/main" id="{20D0FC36-448A-1E1B-3F75-1F0FADFC27FD}"/>
              </a:ext>
            </a:extLst>
          </p:cNvPr>
          <p:cNvCxnSpPr>
            <a:cxnSpLocks/>
          </p:cNvCxnSpPr>
          <p:nvPr/>
        </p:nvCxnSpPr>
        <p:spPr>
          <a:xfrm>
            <a:off x="2204600" y="1964593"/>
            <a:ext cx="389140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81;p11">
            <a:extLst>
              <a:ext uri="{FF2B5EF4-FFF2-40B4-BE49-F238E27FC236}">
                <a16:creationId xmlns:a16="http://schemas.microsoft.com/office/drawing/2014/main" id="{BE401809-806B-D244-1EBB-640DC464C924}"/>
              </a:ext>
            </a:extLst>
          </p:cNvPr>
          <p:cNvCxnSpPr>
            <a:cxnSpLocks/>
          </p:cNvCxnSpPr>
          <p:nvPr userDrawn="1"/>
        </p:nvCxnSpPr>
        <p:spPr>
          <a:xfrm>
            <a:off x="2204600" y="1964593"/>
            <a:ext cx="389140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66133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merciements - Fi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F57182EA-CA72-CE96-1828-DB67132935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EB52CEF5-08D4-8BC7-4782-16470E469851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307668" y="1720076"/>
            <a:ext cx="5060721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F09B4FCB-9042-DBF8-F16F-36BB439DC6C1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6316366" y="4178240"/>
            <a:ext cx="5060719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sp>
        <p:nvSpPr>
          <p:cNvPr id="3" name="Google Shape;778;p60">
            <a:extLst>
              <a:ext uri="{FF2B5EF4-FFF2-40B4-BE49-F238E27FC236}">
                <a16:creationId xmlns:a16="http://schemas.microsoft.com/office/drawing/2014/main" id="{992FE250-F95E-EA4B-1F09-71F7A276B2D4}"/>
              </a:ext>
            </a:extLst>
          </p:cNvPr>
          <p:cNvSpPr/>
          <p:nvPr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Espace réservé pour une image  9">
            <a:extLst>
              <a:ext uri="{FF2B5EF4-FFF2-40B4-BE49-F238E27FC236}">
                <a16:creationId xmlns:a16="http://schemas.microsoft.com/office/drawing/2014/main" id="{E6232A5E-6DF7-C8B9-4AA9-F8071A3592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357717"/>
            <a:ext cx="5235389" cy="5057827"/>
          </a:xfrm>
          <a:prstGeom prst="round2DiagRect">
            <a:avLst>
              <a:gd name="adj1" fmla="val 0"/>
              <a:gd name="adj2" fmla="val 21269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cxnSp>
        <p:nvCxnSpPr>
          <p:cNvPr id="5" name="Google Shape;105;p14">
            <a:extLst>
              <a:ext uri="{FF2B5EF4-FFF2-40B4-BE49-F238E27FC236}">
                <a16:creationId xmlns:a16="http://schemas.microsoft.com/office/drawing/2014/main" id="{E4DD1586-61AE-EF7E-6E4F-5C559DC232E8}"/>
              </a:ext>
            </a:extLst>
          </p:cNvPr>
          <p:cNvCxnSpPr>
            <a:cxnSpLocks/>
          </p:cNvCxnSpPr>
          <p:nvPr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778;p60">
            <a:extLst>
              <a:ext uri="{FF2B5EF4-FFF2-40B4-BE49-F238E27FC236}">
                <a16:creationId xmlns:a16="http://schemas.microsoft.com/office/drawing/2014/main" id="{3C21A34C-E042-B4F9-A7B2-46FFFF2F06E6}"/>
              </a:ext>
            </a:extLst>
          </p:cNvPr>
          <p:cNvSpPr/>
          <p:nvPr userDrawn="1"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312B7B11-301E-9EC8-A834-76EB82FCC612}"/>
              </a:ext>
            </a:extLst>
          </p:cNvPr>
          <p:cNvCxnSpPr>
            <a:cxnSpLocks/>
          </p:cNvCxnSpPr>
          <p:nvPr userDrawn="1"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24291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7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merciements - Fi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F57182EA-CA72-CE96-1828-DB67132935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EB52CEF5-08D4-8BC7-4782-16470E469851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307668" y="1720076"/>
            <a:ext cx="5069417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F09B4FCB-9042-DBF8-F16F-36BB439DC6C1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6316366" y="4178240"/>
            <a:ext cx="5069415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Wingdings" panose="05000000000000000000" pitchFamily="2" charset="2"/>
              <a:buNone/>
              <a:tabLst/>
              <a:defRPr/>
            </a:pPr>
            <a:r>
              <a:rPr lang="fr-FR"/>
              <a:t>Cliquer pour ajouter un sous-titre</a:t>
            </a:r>
          </a:p>
        </p:txBody>
      </p:sp>
      <p:sp>
        <p:nvSpPr>
          <p:cNvPr id="9" name="Google Shape;778;p60">
            <a:extLst>
              <a:ext uri="{FF2B5EF4-FFF2-40B4-BE49-F238E27FC236}">
                <a16:creationId xmlns:a16="http://schemas.microsoft.com/office/drawing/2014/main" id="{EEEC2641-4E0F-1711-07B4-DA890D68F699}"/>
              </a:ext>
            </a:extLst>
          </p:cNvPr>
          <p:cNvSpPr/>
          <p:nvPr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Espace réservé pour une image  9">
            <a:extLst>
              <a:ext uri="{FF2B5EF4-FFF2-40B4-BE49-F238E27FC236}">
                <a16:creationId xmlns:a16="http://schemas.microsoft.com/office/drawing/2014/main" id="{73F23D2A-A2CF-698A-D9A8-0468CFE2C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357717"/>
            <a:ext cx="5235389" cy="5057827"/>
          </a:xfrm>
          <a:prstGeom prst="round2DiagRect">
            <a:avLst>
              <a:gd name="adj1" fmla="val 0"/>
              <a:gd name="adj2" fmla="val 21269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976E8A44-77C7-A34C-7F1F-D2C49AFDBA99}"/>
              </a:ext>
            </a:extLst>
          </p:cNvPr>
          <p:cNvCxnSpPr>
            <a:cxnSpLocks/>
          </p:cNvCxnSpPr>
          <p:nvPr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778;p60">
            <a:extLst>
              <a:ext uri="{FF2B5EF4-FFF2-40B4-BE49-F238E27FC236}">
                <a16:creationId xmlns:a16="http://schemas.microsoft.com/office/drawing/2014/main" id="{0C7A7CB7-DA5B-40CD-CC66-74D705725A76}"/>
              </a:ext>
            </a:extLst>
          </p:cNvPr>
          <p:cNvSpPr/>
          <p:nvPr userDrawn="1"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D249E9DA-8C58-75C9-FC2C-310567D8D32C}"/>
              </a:ext>
            </a:extLst>
          </p:cNvPr>
          <p:cNvCxnSpPr>
            <a:cxnSpLocks/>
          </p:cNvCxnSpPr>
          <p:nvPr userDrawn="1"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93629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3" pos="537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9B52A02-45C6-6F0E-0119-376E53F84D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1825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9B52A02-45C6-6F0E-0119-376E53F84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83EC3BEA-E580-6B39-B726-A0CA47BC39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209" y="2314238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BFCA3FE-E190-6741-B846-3AACF89897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98842" y="2314238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FD3C2DE-C178-FAAF-399A-A27FD4FF50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06477" y="2316054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6" name="Espace réservé pour une image  3">
            <a:extLst>
              <a:ext uri="{FF2B5EF4-FFF2-40B4-BE49-F238E27FC236}">
                <a16:creationId xmlns:a16="http://schemas.microsoft.com/office/drawing/2014/main" id="{961E11EB-EDB8-475B-3FE7-209E72420D2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14110" y="2314238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7" name="Espace réservé pour une image  3">
            <a:extLst>
              <a:ext uri="{FF2B5EF4-FFF2-40B4-BE49-F238E27FC236}">
                <a16:creationId xmlns:a16="http://schemas.microsoft.com/office/drawing/2014/main" id="{F26AA455-C1D1-5183-2C08-D2C1C22359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837410" y="2312573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8" name="Google Shape;289;p33">
            <a:extLst>
              <a:ext uri="{FF2B5EF4-FFF2-40B4-BE49-F238E27FC236}">
                <a16:creationId xmlns:a16="http://schemas.microsoft.com/office/drawing/2014/main" id="{FD3BC750-505E-8740-0FA2-EE42015A40FD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383118" y="357717"/>
            <a:ext cx="11425767" cy="76623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pour ajouter un titre</a:t>
            </a:r>
            <a:endParaRPr/>
          </a:p>
        </p:txBody>
      </p:sp>
      <p:cxnSp>
        <p:nvCxnSpPr>
          <p:cNvPr id="9" name="Google Shape;81;p11">
            <a:extLst>
              <a:ext uri="{FF2B5EF4-FFF2-40B4-BE49-F238E27FC236}">
                <a16:creationId xmlns:a16="http://schemas.microsoft.com/office/drawing/2014/main" id="{FE2B76C7-832C-97DD-2700-A3F45BD86D5F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965040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vierge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9B52A02-45C6-6F0E-0119-376E53F84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2" name="Espace réservé pour une image  8">
            <a:extLst>
              <a:ext uri="{FF2B5EF4-FFF2-40B4-BE49-F238E27FC236}">
                <a16:creationId xmlns:a16="http://schemas.microsoft.com/office/drawing/2014/main" id="{26D924CC-C836-097D-7B59-468101E12C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98" y="0"/>
            <a:ext cx="4630057" cy="404593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13" name="Espace réservé pour une image  8">
            <a:extLst>
              <a:ext uri="{FF2B5EF4-FFF2-40B4-BE49-F238E27FC236}">
                <a16:creationId xmlns:a16="http://schemas.microsoft.com/office/drawing/2014/main" id="{63CB0B6F-EBE6-1C35-6911-DB489BC9142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31751" y="3346293"/>
            <a:ext cx="3501095" cy="351170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14" name="Espace réservé pour une image  8">
            <a:extLst>
              <a:ext uri="{FF2B5EF4-FFF2-40B4-BE49-F238E27FC236}">
                <a16:creationId xmlns:a16="http://schemas.microsoft.com/office/drawing/2014/main" id="{F81ACFE5-133A-52DF-5187-1E33E77F98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37632" y="-1"/>
            <a:ext cx="4054369" cy="334629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132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3 images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65F06F7-BA09-4523-89C4-75BC7A8CF1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5125" y="1582886"/>
            <a:ext cx="2769619" cy="209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N"/>
              <a:t>Drag your image here/click on picture icon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14398" y="2383245"/>
            <a:ext cx="2558079" cy="24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N"/>
              <a:t>Drag your image here/click on picture icon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4820979" y="4506546"/>
            <a:ext cx="2624400" cy="12569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N"/>
              <a:t>Drag your image here/click on picture icon</a:t>
            </a:r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5D43C53E-000C-CD4C-4650-83411A614A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5" name="Google Shape;105;p14">
            <a:extLst>
              <a:ext uri="{FF2B5EF4-FFF2-40B4-BE49-F238E27FC236}">
                <a16:creationId xmlns:a16="http://schemas.microsoft.com/office/drawing/2014/main" id="{8AD5DBFA-457B-1052-EE6F-C9E0E8DD8845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86556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cus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DB94326-C981-4376-8234-FE3F5FDF5A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539157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00"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346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é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3B6071-3314-7121-4098-7E39686F44FD}"/>
              </a:ext>
            </a:extLst>
          </p:cNvPr>
          <p:cNvSpPr/>
          <p:nvPr userDrawn="1"/>
        </p:nvSpPr>
        <p:spPr>
          <a:xfrm>
            <a:off x="2949388" y="1667435"/>
            <a:ext cx="6320117" cy="3664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8609A56B-3109-3986-8D40-EE3E901CBF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1069" y="1526385"/>
            <a:ext cx="6489863" cy="5331615"/>
          </a:xfrm>
          <a:prstGeom prst="rect">
            <a:avLst/>
          </a:prstGeom>
        </p:spPr>
      </p:pic>
      <p:sp>
        <p:nvSpPr>
          <p:cNvPr id="3" name="Titre 4">
            <a:extLst>
              <a:ext uri="{FF2B5EF4-FFF2-40B4-BE49-F238E27FC236}">
                <a16:creationId xmlns:a16="http://schemas.microsoft.com/office/drawing/2014/main" id="{6D3B8948-08E6-C298-5F5D-9C277FC46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CF13A35E-10AA-D1BC-D342-7BF1E1EE7174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208006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din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8609A56B-3109-3986-8D40-EE3E901CBF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9805" y="1526385"/>
            <a:ext cx="5111609" cy="4199339"/>
          </a:xfrm>
          <a:prstGeom prst="rect">
            <a:avLst/>
          </a:prstGeom>
        </p:spPr>
      </p:pic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237534FC-E0EC-5AE9-CF36-DA1B44C4F6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9101" y="1659468"/>
            <a:ext cx="4804833" cy="2732617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DB25C50B-FB1E-359A-CAF6-5A3A039898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05419391-079E-86F2-6308-948BB4F59048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3011D6B-4E50-0EED-5918-551E759A59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473022"/>
            <a:ext cx="5500799" cy="4692828"/>
          </a:xfrm>
        </p:spPr>
        <p:txBody>
          <a:bodyPr/>
          <a:lstStyle>
            <a:lvl1pPr>
              <a:defRPr/>
            </a:lvl1pPr>
            <a:lvl5pPr marL="1655959">
              <a:buClr>
                <a:schemeClr val="accent3"/>
              </a:buClr>
              <a:defRPr sz="1200"/>
            </a:lvl5pPr>
          </a:lstStyle>
          <a:p>
            <a:pPr marL="335992" marR="0" lvl="0" indent="-431989" algn="l" defTabSz="121917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2E95"/>
              </a:buClr>
              <a:buSzPct val="15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Premier niveau</a:t>
            </a:r>
          </a:p>
          <a:p>
            <a:pPr marL="719982" marR="0" lvl="1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Deuxième niveau</a:t>
            </a:r>
          </a:p>
          <a:p>
            <a:pPr marL="1007975" marR="0" lvl="2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372E95"/>
              </a:buClr>
              <a:buSzPct val="88000"/>
              <a:buFont typeface="Century Gothic" panose="020B0502020202020204" pitchFamily="34" charset="0"/>
              <a:buChar char="→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Troisième niveau</a:t>
            </a:r>
          </a:p>
          <a:p>
            <a:pPr marL="1343966" marR="0" lvl="3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Tx/>
              <a:buSzPct val="94000"/>
              <a:buFont typeface="Century Gothic" panose="020B0502020202020204" pitchFamily="34" charset="0"/>
              <a:buChar char="-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Quatrième niveau</a:t>
            </a:r>
          </a:p>
          <a:p>
            <a:pPr marL="1655959" marR="0" lvl="4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544917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dinateur por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3" name="Graphique 2">
            <a:extLst>
              <a:ext uri="{FF2B5EF4-FFF2-40B4-BE49-F238E27FC236}">
                <a16:creationId xmlns:a16="http://schemas.microsoft.com/office/drawing/2014/main" id="{CD78BA8C-168B-05B3-E705-4EA542450C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7600" y="2042163"/>
            <a:ext cx="5364067" cy="3043443"/>
          </a:xfrm>
          <a:prstGeom prst="rect">
            <a:avLst/>
          </a:prstGeom>
        </p:spPr>
      </p:pic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237534FC-E0EC-5AE9-CF36-DA1B44C4F6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46899" y="2217896"/>
            <a:ext cx="4032000" cy="254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689FB824-1D15-5548-DBA8-3B75E1E5A7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870FA0E5-BC64-C825-EF63-98C6472F3021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948B392E-4542-A6A8-CFAF-3CF5B331D7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473022"/>
            <a:ext cx="5500799" cy="4692828"/>
          </a:xfrm>
        </p:spPr>
        <p:txBody>
          <a:bodyPr/>
          <a:lstStyle>
            <a:lvl1pPr>
              <a:defRPr/>
            </a:lvl1pPr>
            <a:lvl5pPr marL="1655959">
              <a:buClr>
                <a:schemeClr val="accent3"/>
              </a:buClr>
              <a:defRPr sz="1200"/>
            </a:lvl5pPr>
          </a:lstStyle>
          <a:p>
            <a:pPr marL="335992" marR="0" lvl="0" indent="-431989" algn="l" defTabSz="121917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2E95"/>
              </a:buClr>
              <a:buSzPct val="15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Premier niveau</a:t>
            </a:r>
          </a:p>
          <a:p>
            <a:pPr marL="719982" marR="0" lvl="1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Deuxième niveau</a:t>
            </a:r>
          </a:p>
          <a:p>
            <a:pPr marL="1007975" marR="0" lvl="2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372E95"/>
              </a:buClr>
              <a:buSzPct val="88000"/>
              <a:buFont typeface="Century Gothic" panose="020B0502020202020204" pitchFamily="34" charset="0"/>
              <a:buChar char="→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Troisième niveau</a:t>
            </a:r>
          </a:p>
          <a:p>
            <a:pPr marL="1343966" marR="0" lvl="3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Tx/>
              <a:buSzPct val="94000"/>
              <a:buFont typeface="Century Gothic" panose="020B0502020202020204" pitchFamily="34" charset="0"/>
              <a:buChar char="-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Quatrième niveau</a:t>
            </a:r>
          </a:p>
          <a:p>
            <a:pPr marL="1655959" marR="0" lvl="4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8069516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BD0BFF44-D13E-7165-6D88-D6F20C98141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7568182" y="1405314"/>
            <a:ext cx="3146957" cy="4366708"/>
          </a:xfrm>
          <a:prstGeom prst="rect">
            <a:avLst/>
          </a:prstGeom>
        </p:spPr>
      </p:pic>
      <p:sp>
        <p:nvSpPr>
          <p:cNvPr id="2" name="Espace réservé pour une image  18">
            <a:extLst>
              <a:ext uri="{FF2B5EF4-FFF2-40B4-BE49-F238E27FC236}">
                <a16:creationId xmlns:a16="http://schemas.microsoft.com/office/drawing/2014/main" id="{295A11B9-AE43-9209-B058-D433C60AB5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36654" y="2184261"/>
            <a:ext cx="4006477" cy="2809081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F4D28FE8-4B25-7473-B965-8AB6FCACE6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2C7E9C8D-C11A-CC1D-CE81-2A165B64D08F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DA606225-0F97-6770-E5A8-154170BE5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473022"/>
            <a:ext cx="5500799" cy="4692828"/>
          </a:xfrm>
        </p:spPr>
        <p:txBody>
          <a:bodyPr/>
          <a:lstStyle>
            <a:lvl1pPr>
              <a:defRPr/>
            </a:lvl1pPr>
            <a:lvl5pPr marL="1655959">
              <a:buClr>
                <a:schemeClr val="accent3"/>
              </a:buClr>
              <a:defRPr sz="1200"/>
            </a:lvl5pPr>
          </a:lstStyle>
          <a:p>
            <a:pPr marL="335992" marR="0" lvl="0" indent="-431989" algn="l" defTabSz="121917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2E95"/>
              </a:buClr>
              <a:buSzPct val="15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Premier niveau</a:t>
            </a:r>
          </a:p>
          <a:p>
            <a:pPr marL="719982" marR="0" lvl="1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Deuxième niveau</a:t>
            </a:r>
          </a:p>
          <a:p>
            <a:pPr marL="1007975" marR="0" lvl="2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372E95"/>
              </a:buClr>
              <a:buSzPct val="88000"/>
              <a:buFont typeface="Century Gothic" panose="020B0502020202020204" pitchFamily="34" charset="0"/>
              <a:buChar char="→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Troisième niveau</a:t>
            </a:r>
          </a:p>
          <a:p>
            <a:pPr marL="1343966" marR="0" lvl="3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Tx/>
              <a:buSzPct val="94000"/>
              <a:buFont typeface="Century Gothic" panose="020B0502020202020204" pitchFamily="34" charset="0"/>
              <a:buChar char="-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Quatrième niveau</a:t>
            </a:r>
          </a:p>
          <a:p>
            <a:pPr marL="1655959" marR="0" lvl="4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0888620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le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C6C17150-5E82-5084-A7AF-D6BBA27652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9921" y="1622787"/>
            <a:ext cx="2087175" cy="4143197"/>
          </a:xfrm>
          <a:prstGeom prst="rect">
            <a:avLst/>
          </a:prstGeom>
        </p:spPr>
      </p:pic>
      <p:sp>
        <p:nvSpPr>
          <p:cNvPr id="2" name="Espace réservé pour une image  18">
            <a:extLst>
              <a:ext uri="{FF2B5EF4-FFF2-40B4-BE49-F238E27FC236}">
                <a16:creationId xmlns:a16="http://schemas.microsoft.com/office/drawing/2014/main" id="{E7847F3C-66C7-C59A-9E11-D8345981D4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38565" y="1754524"/>
            <a:ext cx="1819835" cy="3878400"/>
          </a:xfrm>
          <a:prstGeom prst="roundRect">
            <a:avLst>
              <a:gd name="adj" fmla="val 8293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28AE959B-8180-DBA5-C0BC-FC8FE64811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161578B6-5BDB-7630-2F45-850D66BDB967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F34CF844-CB43-4CF8-E1DD-F0AB482AD5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473022"/>
            <a:ext cx="5500799" cy="4692828"/>
          </a:xfrm>
        </p:spPr>
        <p:txBody>
          <a:bodyPr/>
          <a:lstStyle>
            <a:lvl1pPr>
              <a:defRPr/>
            </a:lvl1pPr>
            <a:lvl5pPr marL="1655959">
              <a:buClr>
                <a:schemeClr val="accent3"/>
              </a:buClr>
              <a:defRPr sz="1200"/>
            </a:lvl5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539508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dèle 15 logos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3B3D14B3-4E7C-7BD3-C3A3-98EA7A63DC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32" name="Espace réservé pour une image  31">
            <a:extLst>
              <a:ext uri="{FF2B5EF4-FFF2-40B4-BE49-F238E27FC236}">
                <a16:creationId xmlns:a16="http://schemas.microsoft.com/office/drawing/2014/main" id="{FE2B36A9-22F6-4A3A-AEB0-E0641BB1DF2E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871549" y="9645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4" name="Espace réservé pour une image  31">
            <a:extLst>
              <a:ext uri="{FF2B5EF4-FFF2-40B4-BE49-F238E27FC236}">
                <a16:creationId xmlns:a16="http://schemas.microsoft.com/office/drawing/2014/main" id="{4BD539F6-6341-46D6-9C1C-90DDD7F9EBC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486581" y="9645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5" name="Espace réservé pour une image  31">
            <a:extLst>
              <a:ext uri="{FF2B5EF4-FFF2-40B4-BE49-F238E27FC236}">
                <a16:creationId xmlns:a16="http://schemas.microsoft.com/office/drawing/2014/main" id="{275CF9F4-7871-4F9B-9ED5-3056825ABF1B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7101612" y="95377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6" name="Espace réservé pour une image  31">
            <a:extLst>
              <a:ext uri="{FF2B5EF4-FFF2-40B4-BE49-F238E27FC236}">
                <a16:creationId xmlns:a16="http://schemas.microsoft.com/office/drawing/2014/main" id="{1092C7FB-66C2-4A6C-BA8A-F55707C186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16643" y="95377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7" name="Espace réservé pour une image  31">
            <a:extLst>
              <a:ext uri="{FF2B5EF4-FFF2-40B4-BE49-F238E27FC236}">
                <a16:creationId xmlns:a16="http://schemas.microsoft.com/office/drawing/2014/main" id="{294EF479-6FC8-4096-866A-867E4F2FE6D1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0331673" y="96456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8" name="Espace réservé pour une image  31">
            <a:extLst>
              <a:ext uri="{FF2B5EF4-FFF2-40B4-BE49-F238E27FC236}">
                <a16:creationId xmlns:a16="http://schemas.microsoft.com/office/drawing/2014/main" id="{AB95886C-E9F4-4F17-8755-E26DE46C719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871549" y="25433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9" name="Espace réservé pour une image  31">
            <a:extLst>
              <a:ext uri="{FF2B5EF4-FFF2-40B4-BE49-F238E27FC236}">
                <a16:creationId xmlns:a16="http://schemas.microsoft.com/office/drawing/2014/main" id="{64675309-1308-41B7-BAEC-6705900CDD1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486581" y="25433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0" name="Espace réservé pour une image  31">
            <a:extLst>
              <a:ext uri="{FF2B5EF4-FFF2-40B4-BE49-F238E27FC236}">
                <a16:creationId xmlns:a16="http://schemas.microsoft.com/office/drawing/2014/main" id="{15B3E895-BD94-4246-A965-59C33932016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101612" y="253257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1" name="Espace réservé pour une image  31">
            <a:extLst>
              <a:ext uri="{FF2B5EF4-FFF2-40B4-BE49-F238E27FC236}">
                <a16:creationId xmlns:a16="http://schemas.microsoft.com/office/drawing/2014/main" id="{A39ECB29-CFE5-4FD8-B1CB-3A8928F4E0A2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8716643" y="253257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2" name="Espace réservé pour une image  31">
            <a:extLst>
              <a:ext uri="{FF2B5EF4-FFF2-40B4-BE49-F238E27FC236}">
                <a16:creationId xmlns:a16="http://schemas.microsoft.com/office/drawing/2014/main" id="{67CB1E45-2AF8-45E2-B294-FF0B11546B94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0331673" y="254336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3" name="Espace réservé pour une image  31">
            <a:extLst>
              <a:ext uri="{FF2B5EF4-FFF2-40B4-BE49-F238E27FC236}">
                <a16:creationId xmlns:a16="http://schemas.microsoft.com/office/drawing/2014/main" id="{91F461AB-2A26-45E8-A039-2DCE92D684C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871549" y="409720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4" name="Espace réservé pour une image  31">
            <a:extLst>
              <a:ext uri="{FF2B5EF4-FFF2-40B4-BE49-F238E27FC236}">
                <a16:creationId xmlns:a16="http://schemas.microsoft.com/office/drawing/2014/main" id="{9516E1D5-4389-4310-B72D-2CE5084D8CF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5486581" y="409720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5" name="Espace réservé pour une image  31">
            <a:extLst>
              <a:ext uri="{FF2B5EF4-FFF2-40B4-BE49-F238E27FC236}">
                <a16:creationId xmlns:a16="http://schemas.microsoft.com/office/drawing/2014/main" id="{4D76FC21-6945-45AC-A7B3-2E0EF730EFAC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101612" y="408641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6" name="Espace réservé pour une image  31">
            <a:extLst>
              <a:ext uri="{FF2B5EF4-FFF2-40B4-BE49-F238E27FC236}">
                <a16:creationId xmlns:a16="http://schemas.microsoft.com/office/drawing/2014/main" id="{64FC5C8B-15E3-4B39-9330-1F73DDDBEF68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8716643" y="408641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7" name="Espace réservé pour une image  31">
            <a:extLst>
              <a:ext uri="{FF2B5EF4-FFF2-40B4-BE49-F238E27FC236}">
                <a16:creationId xmlns:a16="http://schemas.microsoft.com/office/drawing/2014/main" id="{67550772-A290-42F6-B24D-0091D04EF18A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10331673" y="409720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cxnSp>
        <p:nvCxnSpPr>
          <p:cNvPr id="8" name="Google Shape;17;p3">
            <a:extLst>
              <a:ext uri="{FF2B5EF4-FFF2-40B4-BE49-F238E27FC236}">
                <a16:creationId xmlns:a16="http://schemas.microsoft.com/office/drawing/2014/main" id="{09951282-FE69-B853-0E06-133930D9BF9C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70;p10">
            <a:extLst>
              <a:ext uri="{FF2B5EF4-FFF2-40B4-BE49-F238E27FC236}">
                <a16:creationId xmlns:a16="http://schemas.microsoft.com/office/drawing/2014/main" id="{D6606253-B43D-5EF0-61C4-E7D5EBA58B6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8" y="830020"/>
            <a:ext cx="2611119" cy="15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00473641"/>
      </p:ext>
    </p:extLst>
  </p:cSld>
  <p:clrMapOvr>
    <a:masterClrMapping/>
  </p:clrMapOvr>
  <p:transition advClick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èle 9 logos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3B3D14B3-4E7C-7BD3-C3A3-98EA7A63DC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32" name="Espace réservé pour une image  31">
            <a:extLst>
              <a:ext uri="{FF2B5EF4-FFF2-40B4-BE49-F238E27FC236}">
                <a16:creationId xmlns:a16="http://schemas.microsoft.com/office/drawing/2014/main" id="{FE2B36A9-22F6-4A3A-AEB0-E0641BB1DF2E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871550" y="9645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4" name="Espace réservé pour une image  31">
            <a:extLst>
              <a:ext uri="{FF2B5EF4-FFF2-40B4-BE49-F238E27FC236}">
                <a16:creationId xmlns:a16="http://schemas.microsoft.com/office/drawing/2014/main" id="{4BD539F6-6341-46D6-9C1C-90DDD7F9EBC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591439" y="9645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5" name="Espace réservé pour une image  31">
            <a:extLst>
              <a:ext uri="{FF2B5EF4-FFF2-40B4-BE49-F238E27FC236}">
                <a16:creationId xmlns:a16="http://schemas.microsoft.com/office/drawing/2014/main" id="{275CF9F4-7871-4F9B-9ED5-3056825ABF1B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9311329" y="953777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8" name="Espace réservé pour une image  31">
            <a:extLst>
              <a:ext uri="{FF2B5EF4-FFF2-40B4-BE49-F238E27FC236}">
                <a16:creationId xmlns:a16="http://schemas.microsoft.com/office/drawing/2014/main" id="{AB95886C-E9F4-4F17-8755-E26DE46C719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871550" y="25433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9" name="Espace réservé pour une image  31">
            <a:extLst>
              <a:ext uri="{FF2B5EF4-FFF2-40B4-BE49-F238E27FC236}">
                <a16:creationId xmlns:a16="http://schemas.microsoft.com/office/drawing/2014/main" id="{64675309-1308-41B7-BAEC-6705900CDD1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591439" y="25433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0" name="Espace réservé pour une image  31">
            <a:extLst>
              <a:ext uri="{FF2B5EF4-FFF2-40B4-BE49-F238E27FC236}">
                <a16:creationId xmlns:a16="http://schemas.microsoft.com/office/drawing/2014/main" id="{15B3E895-BD94-4246-A965-59C33932016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311329" y="2532578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3" name="Espace réservé pour une image  31">
            <a:extLst>
              <a:ext uri="{FF2B5EF4-FFF2-40B4-BE49-F238E27FC236}">
                <a16:creationId xmlns:a16="http://schemas.microsoft.com/office/drawing/2014/main" id="{91F461AB-2A26-45E8-A039-2DCE92D684C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871550" y="409720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4" name="Espace réservé pour une image  31">
            <a:extLst>
              <a:ext uri="{FF2B5EF4-FFF2-40B4-BE49-F238E27FC236}">
                <a16:creationId xmlns:a16="http://schemas.microsoft.com/office/drawing/2014/main" id="{9516E1D5-4389-4310-B72D-2CE5084D8CF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1439" y="409720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5" name="Espace réservé pour une image  31">
            <a:extLst>
              <a:ext uri="{FF2B5EF4-FFF2-40B4-BE49-F238E27FC236}">
                <a16:creationId xmlns:a16="http://schemas.microsoft.com/office/drawing/2014/main" id="{4D76FC21-6945-45AC-A7B3-2E0EF730EFAC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311329" y="4086418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cxnSp>
        <p:nvCxnSpPr>
          <p:cNvPr id="8" name="Google Shape;17;p3">
            <a:extLst>
              <a:ext uri="{FF2B5EF4-FFF2-40B4-BE49-F238E27FC236}">
                <a16:creationId xmlns:a16="http://schemas.microsoft.com/office/drawing/2014/main" id="{09951282-FE69-B853-0E06-133930D9BF9C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70;p10">
            <a:extLst>
              <a:ext uri="{FF2B5EF4-FFF2-40B4-BE49-F238E27FC236}">
                <a16:creationId xmlns:a16="http://schemas.microsoft.com/office/drawing/2014/main" id="{D6606253-B43D-5EF0-61C4-E7D5EBA58B6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8" y="830020"/>
            <a:ext cx="2611119" cy="15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48065010"/>
      </p:ext>
    </p:extLst>
  </p:cSld>
  <p:clrMapOvr>
    <a:masterClrMapping/>
  </p:clrMapOvr>
  <p:transition advClick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èle 3 logos clients + témoign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CF6979E1-CDFD-88AD-A995-7BDA712336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4" name="Graphique 3">
            <a:extLst>
              <a:ext uri="{FF2B5EF4-FFF2-40B4-BE49-F238E27FC236}">
                <a16:creationId xmlns:a16="http://schemas.microsoft.com/office/drawing/2014/main" id="{D99BF374-7EDF-CF2C-BF9B-8B1F3D6C66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5" name="Google Shape;289;p33">
            <a:extLst>
              <a:ext uri="{FF2B5EF4-FFF2-40B4-BE49-F238E27FC236}">
                <a16:creationId xmlns:a16="http://schemas.microsoft.com/office/drawing/2014/main" id="{6B8BEF06-F593-23E6-7293-AD5E6C2B7629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383118" y="357717"/>
            <a:ext cx="11425767" cy="76623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pour ajouter un titre</a:t>
            </a:r>
            <a:endParaRPr/>
          </a:p>
        </p:txBody>
      </p:sp>
      <p:cxnSp>
        <p:nvCxnSpPr>
          <p:cNvPr id="6" name="Google Shape;81;p11">
            <a:extLst>
              <a:ext uri="{FF2B5EF4-FFF2-40B4-BE49-F238E27FC236}">
                <a16:creationId xmlns:a16="http://schemas.microsoft.com/office/drawing/2014/main" id="{9F805E78-BADA-3F21-ECF5-1F9B68940CBD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81;p11">
            <a:extLst>
              <a:ext uri="{FF2B5EF4-FFF2-40B4-BE49-F238E27FC236}">
                <a16:creationId xmlns:a16="http://schemas.microsoft.com/office/drawing/2014/main" id="{738A39A3-E79B-ED5C-0642-4F730AAB1677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Espace réservé pour une image  31">
            <a:extLst>
              <a:ext uri="{FF2B5EF4-FFF2-40B4-BE49-F238E27FC236}">
                <a16:creationId xmlns:a16="http://schemas.microsoft.com/office/drawing/2014/main" id="{70A06FB6-1DC9-4A32-7C99-B564EC24CCB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83118" y="1748636"/>
            <a:ext cx="960069" cy="110187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BE30DAA2-2904-0557-840B-6C683D6DE5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8" y="3588087"/>
            <a:ext cx="3463013" cy="1700352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fr-FR"/>
              <a:t>Cliquez pour ajouter un témoignage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D81C02A8-38CD-86D6-EBF0-D3FD9746FB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94131" y="1860449"/>
            <a:ext cx="2352000" cy="258256"/>
          </a:xfrm>
        </p:spPr>
        <p:txBody>
          <a:bodyPr anchor="ctr"/>
          <a:lstStyle>
            <a:lvl1pPr marL="0" indent="0" algn="l">
              <a:buNone/>
              <a:defRPr sz="14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3" name="Espace réservé du texte 18">
            <a:extLst>
              <a:ext uri="{FF2B5EF4-FFF2-40B4-BE49-F238E27FC236}">
                <a16:creationId xmlns:a16="http://schemas.microsoft.com/office/drawing/2014/main" id="{8B77503B-B88F-70F3-2EEB-455D09B100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4131" y="2158989"/>
            <a:ext cx="2352000" cy="258256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Organisme</a:t>
            </a:r>
          </a:p>
        </p:txBody>
      </p:sp>
      <p:cxnSp>
        <p:nvCxnSpPr>
          <p:cNvPr id="33" name="Straight Connector 9">
            <a:extLst>
              <a:ext uri="{FF2B5EF4-FFF2-40B4-BE49-F238E27FC236}">
                <a16:creationId xmlns:a16="http://schemas.microsoft.com/office/drawing/2014/main" id="{4D494471-14BE-2DD1-E6FA-3AF8A2ADB8E5}"/>
              </a:ext>
            </a:extLst>
          </p:cNvPr>
          <p:cNvCxnSpPr>
            <a:cxnSpLocks/>
          </p:cNvCxnSpPr>
          <p:nvPr userDrawn="1"/>
        </p:nvCxnSpPr>
        <p:spPr>
          <a:xfrm>
            <a:off x="1486168" y="1748636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>
            <a:extLst>
              <a:ext uri="{FF2B5EF4-FFF2-40B4-BE49-F238E27FC236}">
                <a16:creationId xmlns:a16="http://schemas.microsoft.com/office/drawing/2014/main" id="{88F81330-6C78-4E90-BC8A-2E63C1415566}"/>
              </a:ext>
            </a:extLst>
          </p:cNvPr>
          <p:cNvCxnSpPr>
            <a:cxnSpLocks/>
          </p:cNvCxnSpPr>
          <p:nvPr userDrawn="1"/>
        </p:nvCxnSpPr>
        <p:spPr>
          <a:xfrm>
            <a:off x="1486168" y="2867049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space réservé pour une image  31">
            <a:extLst>
              <a:ext uri="{FF2B5EF4-FFF2-40B4-BE49-F238E27FC236}">
                <a16:creationId xmlns:a16="http://schemas.microsoft.com/office/drawing/2014/main" id="{7F62027F-9439-806B-0691-5B0D7124C5F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361206" y="1748636"/>
            <a:ext cx="960069" cy="110187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61" name="Espace réservé du texte 20">
            <a:extLst>
              <a:ext uri="{FF2B5EF4-FFF2-40B4-BE49-F238E27FC236}">
                <a16:creationId xmlns:a16="http://schemas.microsoft.com/office/drawing/2014/main" id="{3A7F9BA2-61E6-CCE4-B06C-9CBFA86043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1206" y="3588087"/>
            <a:ext cx="3463013" cy="1700352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fr-FR"/>
              <a:t>Cliquez pour ajouter un témoignage</a:t>
            </a:r>
          </a:p>
        </p:txBody>
      </p:sp>
      <p:sp>
        <p:nvSpPr>
          <p:cNvPr id="62" name="Espace réservé du texte 18">
            <a:extLst>
              <a:ext uri="{FF2B5EF4-FFF2-40B4-BE49-F238E27FC236}">
                <a16:creationId xmlns:a16="http://schemas.microsoft.com/office/drawing/2014/main" id="{BEE6E016-DB84-002B-C5DA-5A366828AB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72219" y="1860449"/>
            <a:ext cx="2352000" cy="258256"/>
          </a:xfrm>
        </p:spPr>
        <p:txBody>
          <a:bodyPr anchor="ctr"/>
          <a:lstStyle>
            <a:lvl1pPr marL="0" indent="0" algn="l">
              <a:buNone/>
              <a:defRPr sz="14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63" name="Espace réservé du texte 18">
            <a:extLst>
              <a:ext uri="{FF2B5EF4-FFF2-40B4-BE49-F238E27FC236}">
                <a16:creationId xmlns:a16="http://schemas.microsoft.com/office/drawing/2014/main" id="{14C9F721-4F15-8AF0-E081-41BEE4F0FD8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2219" y="2158989"/>
            <a:ext cx="2352000" cy="258256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Organisme</a:t>
            </a:r>
          </a:p>
        </p:txBody>
      </p:sp>
      <p:cxnSp>
        <p:nvCxnSpPr>
          <p:cNvPr id="70" name="Straight Connector 9">
            <a:extLst>
              <a:ext uri="{FF2B5EF4-FFF2-40B4-BE49-F238E27FC236}">
                <a16:creationId xmlns:a16="http://schemas.microsoft.com/office/drawing/2014/main" id="{BA2BCB20-4CD3-EF8C-76A0-9FDF206C1184}"/>
              </a:ext>
            </a:extLst>
          </p:cNvPr>
          <p:cNvCxnSpPr>
            <a:cxnSpLocks/>
          </p:cNvCxnSpPr>
          <p:nvPr userDrawn="1"/>
        </p:nvCxnSpPr>
        <p:spPr>
          <a:xfrm>
            <a:off x="5464256" y="1748636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9">
            <a:extLst>
              <a:ext uri="{FF2B5EF4-FFF2-40B4-BE49-F238E27FC236}">
                <a16:creationId xmlns:a16="http://schemas.microsoft.com/office/drawing/2014/main" id="{74FE83EF-91CD-301E-D929-63BED9148B21}"/>
              </a:ext>
            </a:extLst>
          </p:cNvPr>
          <p:cNvCxnSpPr>
            <a:cxnSpLocks/>
          </p:cNvCxnSpPr>
          <p:nvPr userDrawn="1"/>
        </p:nvCxnSpPr>
        <p:spPr>
          <a:xfrm>
            <a:off x="5464256" y="2867049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space réservé pour une image  31">
            <a:extLst>
              <a:ext uri="{FF2B5EF4-FFF2-40B4-BE49-F238E27FC236}">
                <a16:creationId xmlns:a16="http://schemas.microsoft.com/office/drawing/2014/main" id="{517A7085-ADEF-41CB-BB70-02192D881F60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8338011" y="1794213"/>
            <a:ext cx="960069" cy="110187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75" name="Espace réservé du texte 20">
            <a:extLst>
              <a:ext uri="{FF2B5EF4-FFF2-40B4-BE49-F238E27FC236}">
                <a16:creationId xmlns:a16="http://schemas.microsoft.com/office/drawing/2014/main" id="{357E3DD4-333E-7246-991A-082944164A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8011" y="3633664"/>
            <a:ext cx="3463013" cy="1700352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fr-FR"/>
              <a:t>Cliquez pour ajouter un témoignage</a:t>
            </a:r>
          </a:p>
        </p:txBody>
      </p:sp>
      <p:sp>
        <p:nvSpPr>
          <p:cNvPr id="76" name="Espace réservé du texte 18">
            <a:extLst>
              <a:ext uri="{FF2B5EF4-FFF2-40B4-BE49-F238E27FC236}">
                <a16:creationId xmlns:a16="http://schemas.microsoft.com/office/drawing/2014/main" id="{1DAE79B0-B7FF-759D-6AAA-0ECC151647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9024" y="1906027"/>
            <a:ext cx="2352000" cy="258256"/>
          </a:xfrm>
        </p:spPr>
        <p:txBody>
          <a:bodyPr anchor="ctr"/>
          <a:lstStyle>
            <a:lvl1pPr marL="0" indent="0" algn="l">
              <a:buNone/>
              <a:defRPr sz="14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77" name="Espace réservé du texte 18">
            <a:extLst>
              <a:ext uri="{FF2B5EF4-FFF2-40B4-BE49-F238E27FC236}">
                <a16:creationId xmlns:a16="http://schemas.microsoft.com/office/drawing/2014/main" id="{D410B861-0789-5609-8BE8-D91A847CCA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49024" y="2204567"/>
            <a:ext cx="2352000" cy="258256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Organisme</a:t>
            </a:r>
          </a:p>
        </p:txBody>
      </p:sp>
      <p:cxnSp>
        <p:nvCxnSpPr>
          <p:cNvPr id="84" name="Straight Connector 9">
            <a:extLst>
              <a:ext uri="{FF2B5EF4-FFF2-40B4-BE49-F238E27FC236}">
                <a16:creationId xmlns:a16="http://schemas.microsoft.com/office/drawing/2014/main" id="{132125A9-4E85-B9F3-E488-204057C1B794}"/>
              </a:ext>
            </a:extLst>
          </p:cNvPr>
          <p:cNvCxnSpPr>
            <a:cxnSpLocks/>
          </p:cNvCxnSpPr>
          <p:nvPr userDrawn="1"/>
        </p:nvCxnSpPr>
        <p:spPr>
          <a:xfrm>
            <a:off x="9441061" y="1794213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9">
            <a:extLst>
              <a:ext uri="{FF2B5EF4-FFF2-40B4-BE49-F238E27FC236}">
                <a16:creationId xmlns:a16="http://schemas.microsoft.com/office/drawing/2014/main" id="{5726ED3C-2EA8-2E0F-53C7-8D5A4DEA40EC}"/>
              </a:ext>
            </a:extLst>
          </p:cNvPr>
          <p:cNvCxnSpPr>
            <a:cxnSpLocks/>
          </p:cNvCxnSpPr>
          <p:nvPr userDrawn="1"/>
        </p:nvCxnSpPr>
        <p:spPr>
          <a:xfrm>
            <a:off x="9441061" y="2912627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554332"/>
      </p:ext>
    </p:extLst>
  </p:cSld>
  <p:clrMapOvr>
    <a:masterClrMapping/>
  </p:clrMapOvr>
  <p:transition advClick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avec image modifiab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56CC66D-2D93-2505-423E-CEA462EFDE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6" name="Google Shape;1458;p80">
            <a:extLst>
              <a:ext uri="{FF2B5EF4-FFF2-40B4-BE49-F238E27FC236}">
                <a16:creationId xmlns:a16="http://schemas.microsoft.com/office/drawing/2014/main" id="{F24ED545-D443-F086-AE8F-33963FDD8344}"/>
              </a:ext>
            </a:extLst>
          </p:cNvPr>
          <p:cNvSpPr/>
          <p:nvPr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Espace réservé pour une image  7">
            <a:extLst>
              <a:ext uri="{FF2B5EF4-FFF2-40B4-BE49-F238E27FC236}">
                <a16:creationId xmlns:a16="http://schemas.microsoft.com/office/drawing/2014/main" id="{CE018A8E-44CB-0CB2-3F62-3B7856558F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76067" y="0"/>
            <a:ext cx="4715933" cy="4917440"/>
          </a:xfrm>
          <a:prstGeom prst="round2DiagRect">
            <a:avLst>
              <a:gd name="adj1" fmla="val 20108"/>
              <a:gd name="adj2" fmla="val 0"/>
            </a:avLst>
          </a:prstGeom>
        </p:spPr>
        <p:txBody>
          <a:bodyPr anchor="ctr"/>
          <a:lstStyle>
            <a:lvl1pPr marL="152396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3" y="1521956"/>
            <a:ext cx="5760000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26003" y="3980120"/>
            <a:ext cx="5760000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DDD4843D-C0CB-9500-7988-FD1E9922FFC4}"/>
              </a:ext>
            </a:extLst>
          </p:cNvPr>
          <p:cNvCxnSpPr>
            <a:cxnSpLocks/>
          </p:cNvCxnSpPr>
          <p:nvPr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1458;p80">
            <a:extLst>
              <a:ext uri="{FF2B5EF4-FFF2-40B4-BE49-F238E27FC236}">
                <a16:creationId xmlns:a16="http://schemas.microsoft.com/office/drawing/2014/main" id="{0A4D691E-A2FB-7737-E0EE-BC2826808982}"/>
              </a:ext>
            </a:extLst>
          </p:cNvPr>
          <p:cNvSpPr/>
          <p:nvPr userDrawn="1"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9049E841-C48A-D921-6070-67FAAC080C36}"/>
              </a:ext>
            </a:extLst>
          </p:cNvPr>
          <p:cNvCxnSpPr>
            <a:cxnSpLocks/>
          </p:cNvCxnSpPr>
          <p:nvPr userDrawn="1"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93958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avec image modifi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56CC66D-2D93-2505-423E-CEA462EFDE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6" name="Google Shape;1458;p80">
            <a:extLst>
              <a:ext uri="{FF2B5EF4-FFF2-40B4-BE49-F238E27FC236}">
                <a16:creationId xmlns:a16="http://schemas.microsoft.com/office/drawing/2014/main" id="{F24ED545-D443-F086-AE8F-33963FDD8344}"/>
              </a:ext>
            </a:extLst>
          </p:cNvPr>
          <p:cNvSpPr/>
          <p:nvPr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Espace réservé pour une image  7">
            <a:extLst>
              <a:ext uri="{FF2B5EF4-FFF2-40B4-BE49-F238E27FC236}">
                <a16:creationId xmlns:a16="http://schemas.microsoft.com/office/drawing/2014/main" id="{CE018A8E-44CB-0CB2-3F62-3B7856558F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76067" y="0"/>
            <a:ext cx="4715933" cy="4917440"/>
          </a:xfrm>
          <a:prstGeom prst="round2DiagRect">
            <a:avLst>
              <a:gd name="adj1" fmla="val 20108"/>
              <a:gd name="adj2" fmla="val 0"/>
            </a:avLst>
          </a:prstGeom>
        </p:spPr>
        <p:txBody>
          <a:bodyPr anchor="ctr">
            <a:normAutofit/>
          </a:bodyPr>
          <a:lstStyle>
            <a:lvl1pPr marL="152396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3" y="1521956"/>
            <a:ext cx="5760000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26003" y="3980120"/>
            <a:ext cx="5760000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76EAF9A0-339B-A87A-202C-6ECE97404EAE}"/>
              </a:ext>
            </a:extLst>
          </p:cNvPr>
          <p:cNvCxnSpPr>
            <a:cxnSpLocks/>
          </p:cNvCxnSpPr>
          <p:nvPr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1458;p80">
            <a:extLst>
              <a:ext uri="{FF2B5EF4-FFF2-40B4-BE49-F238E27FC236}">
                <a16:creationId xmlns:a16="http://schemas.microsoft.com/office/drawing/2014/main" id="{531A5438-317F-1DF8-1B82-AAF5754DCDB1}"/>
              </a:ext>
            </a:extLst>
          </p:cNvPr>
          <p:cNvSpPr/>
          <p:nvPr userDrawn="1"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BE788A2F-7222-44BE-CA3A-9E33362F16A9}"/>
              </a:ext>
            </a:extLst>
          </p:cNvPr>
          <p:cNvCxnSpPr>
            <a:cxnSpLocks/>
          </p:cNvCxnSpPr>
          <p:nvPr userDrawn="1"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72794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 - Comme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: avec coin arrondi 15">
            <a:extLst>
              <a:ext uri="{FF2B5EF4-FFF2-40B4-BE49-F238E27FC236}">
                <a16:creationId xmlns:a16="http://schemas.microsoft.com/office/drawing/2014/main" id="{53725DD2-B4E0-0328-C47C-5B34EC06A849}"/>
              </a:ext>
            </a:extLst>
          </p:cNvPr>
          <p:cNvSpPr/>
          <p:nvPr userDrawn="1"/>
        </p:nvSpPr>
        <p:spPr>
          <a:xfrm rot="10800000">
            <a:off x="8785411" y="0"/>
            <a:ext cx="3406589" cy="448235"/>
          </a:xfrm>
          <a:prstGeom prst="round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442E70F-2AB9-852D-E44F-6A54C11D4F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85411" y="0"/>
            <a:ext cx="3406589" cy="44823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 du rendez-vous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3066A1-9D08-08FE-A604-37A5F20717DE}"/>
              </a:ext>
            </a:extLst>
          </p:cNvPr>
          <p:cNvSpPr/>
          <p:nvPr userDrawn="1"/>
        </p:nvSpPr>
        <p:spPr>
          <a:xfrm>
            <a:off x="-1595" y="3429000"/>
            <a:ext cx="12193596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8E684B16-7431-CD40-FD46-823237CCDF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2" y="384599"/>
            <a:ext cx="6960623" cy="263733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le titre de la présentation</a:t>
            </a:r>
            <a:br>
              <a:rPr lang="fr-FR"/>
            </a:br>
            <a:r>
              <a:rPr lang="fr-FR"/>
              <a:t>commerciale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83119" y="3599086"/>
            <a:ext cx="11436848" cy="56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l’objectif du rendez-vous</a:t>
            </a:r>
            <a:endParaRPr/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BE788A2F-7222-44BE-CA3A-9E33362F16A9}"/>
              </a:ext>
            </a:extLst>
          </p:cNvPr>
          <p:cNvCxnSpPr>
            <a:cxnSpLocks/>
          </p:cNvCxnSpPr>
          <p:nvPr userDrawn="1"/>
        </p:nvCxnSpPr>
        <p:spPr>
          <a:xfrm>
            <a:off x="435905" y="384599"/>
            <a:ext cx="0" cy="26373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7912C2B2-7A8D-48D8-0D77-24A1409E01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667432" y="942537"/>
            <a:ext cx="3141449" cy="19868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52396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</a:t>
            </a:r>
            <a:br>
              <a:rPr lang="fr-FR"/>
            </a:br>
            <a:r>
              <a:rPr lang="fr-FR"/>
              <a:t>le logo du client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6356B623-430D-E5BD-C8A0-A9F1854C16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0471" y="4358569"/>
            <a:ext cx="1731059" cy="258256"/>
          </a:xfrm>
        </p:spPr>
        <p:txBody>
          <a:bodyPr anchor="ctr"/>
          <a:lstStyle>
            <a:lvl1pPr marL="0" indent="0" algn="ctr">
              <a:buNone/>
              <a:defRPr sz="18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Interlocuteurs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E1CA5E54-1E53-F1EA-1282-15171420A8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33" y="4743393"/>
            <a:ext cx="11436848" cy="1422457"/>
          </a:xfrm>
        </p:spPr>
        <p:txBody>
          <a:bodyPr numCol="2" spcCol="25200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fr-FR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br>
              <a:rPr lang="fr-FR"/>
            </a:br>
            <a:r>
              <a:rPr lang="fr-FR"/>
              <a:t>Prénom NOM – Poste </a:t>
            </a:r>
          </a:p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</a:p>
        </p:txBody>
      </p:sp>
      <p:sp>
        <p:nvSpPr>
          <p:cNvPr id="28" name="Google Shape;19;p3">
            <a:extLst>
              <a:ext uri="{FF2B5EF4-FFF2-40B4-BE49-F238E27FC236}">
                <a16:creationId xmlns:a16="http://schemas.microsoft.com/office/drawing/2014/main" id="{27C00611-07D6-5CF5-D531-E5BA87C82627}"/>
              </a:ext>
            </a:extLst>
          </p:cNvPr>
          <p:cNvSpPr txBox="1"/>
          <p:nvPr userDrawn="1"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93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F0302020204030204"/>
                <a:ea typeface="Josefin Sans"/>
                <a:cs typeface="Josefin Sans"/>
                <a:sym typeface="Josefin Sans"/>
              </a:rPr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933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Josefin Sans"/>
              <a:cs typeface="Josefin Sans"/>
              <a:sym typeface="Josefin Sans"/>
            </a:endParaRP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26AEFD6F-315D-AA69-04FB-F424FE81C6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55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 - Commer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: avec coin arrondi 15">
            <a:extLst>
              <a:ext uri="{FF2B5EF4-FFF2-40B4-BE49-F238E27FC236}">
                <a16:creationId xmlns:a16="http://schemas.microsoft.com/office/drawing/2014/main" id="{53725DD2-B4E0-0328-C47C-5B34EC06A849}"/>
              </a:ext>
            </a:extLst>
          </p:cNvPr>
          <p:cNvSpPr/>
          <p:nvPr userDrawn="1"/>
        </p:nvSpPr>
        <p:spPr>
          <a:xfrm rot="10800000">
            <a:off x="8785411" y="0"/>
            <a:ext cx="3406589" cy="448235"/>
          </a:xfrm>
          <a:prstGeom prst="round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442E70F-2AB9-852D-E44F-6A54C11D4F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85411" y="0"/>
            <a:ext cx="3406589" cy="44823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 du rendez-vous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71A86D19-C20D-605B-45A8-0DF0D7A040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1" y="12036"/>
            <a:ext cx="2611121" cy="471932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F3066A1-9D08-08FE-A604-37A5F20717DE}"/>
              </a:ext>
            </a:extLst>
          </p:cNvPr>
          <p:cNvSpPr/>
          <p:nvPr userDrawn="1"/>
        </p:nvSpPr>
        <p:spPr>
          <a:xfrm>
            <a:off x="-1595" y="3429000"/>
            <a:ext cx="12193596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2" y="384599"/>
            <a:ext cx="6960623" cy="263733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le titre de la présentation</a:t>
            </a:r>
            <a:br>
              <a:rPr lang="fr-FR"/>
            </a:br>
            <a:r>
              <a:rPr lang="fr-FR"/>
              <a:t>commerciale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83119" y="3599086"/>
            <a:ext cx="11436848" cy="56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1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l’objectif du rendez-vous</a:t>
            </a:r>
            <a:endParaRPr/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BE788A2F-7222-44BE-CA3A-9E33362F16A9}"/>
              </a:ext>
            </a:extLst>
          </p:cNvPr>
          <p:cNvCxnSpPr>
            <a:cxnSpLocks/>
          </p:cNvCxnSpPr>
          <p:nvPr userDrawn="1"/>
        </p:nvCxnSpPr>
        <p:spPr>
          <a:xfrm>
            <a:off x="435905" y="384599"/>
            <a:ext cx="0" cy="26373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7912C2B2-7A8D-48D8-0D77-24A1409E01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667432" y="942537"/>
            <a:ext cx="3141449" cy="19868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52396" indent="0" algn="ctr">
              <a:buNone/>
              <a:defRPr sz="1467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Cliquez sur l'icône pour ajouter</a:t>
            </a:r>
            <a:br>
              <a:rPr lang="fr-FR"/>
            </a:br>
            <a:r>
              <a:rPr lang="fr-FR"/>
              <a:t>le logo du client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6356B623-430D-E5BD-C8A0-A9F1854C16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0471" y="4358569"/>
            <a:ext cx="1731059" cy="258256"/>
          </a:xfrm>
        </p:spPr>
        <p:txBody>
          <a:bodyPr anchor="ctr"/>
          <a:lstStyle>
            <a:lvl1pPr marL="0" indent="0" algn="ctr">
              <a:buNone/>
              <a:defRPr sz="18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Interlocuteurs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E1CA5E54-1E53-F1EA-1282-15171420A8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33" y="4743393"/>
            <a:ext cx="11436848" cy="1422457"/>
          </a:xfrm>
        </p:spPr>
        <p:txBody>
          <a:bodyPr numCol="2" spcCol="25200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fr-FR" dirty="0"/>
            </a:lvl1pPr>
          </a:lstStyle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br>
              <a:rPr lang="fr-FR"/>
            </a:br>
            <a:r>
              <a:rPr lang="fr-FR"/>
              <a:t>Prénom NOM – Poste </a:t>
            </a:r>
          </a:p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</a:p>
        </p:txBody>
      </p:sp>
      <p:sp>
        <p:nvSpPr>
          <p:cNvPr id="28" name="Google Shape;19;p3">
            <a:extLst>
              <a:ext uri="{FF2B5EF4-FFF2-40B4-BE49-F238E27FC236}">
                <a16:creationId xmlns:a16="http://schemas.microsoft.com/office/drawing/2014/main" id="{27C00611-07D6-5CF5-D531-E5BA87C82627}"/>
              </a:ext>
            </a:extLst>
          </p:cNvPr>
          <p:cNvSpPr txBox="1"/>
          <p:nvPr userDrawn="1"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93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F0302020204030204"/>
                <a:ea typeface="Josefin Sans"/>
                <a:cs typeface="Josefin Sans"/>
                <a:sym typeface="Josefin Sans"/>
              </a:rPr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933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Josefin Sans"/>
              <a:cs typeface="Josefin Sans"/>
              <a:sym typeface="Josefin Sans"/>
            </a:endParaRP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26AEFD6F-315D-AA69-04FB-F424FE81C6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073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7030DC5-227F-25DD-7E42-265DEDFD9B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C569507F-43C6-63EF-139E-3FC1F69CDB94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Espace réservé du texte 5">
            <a:extLst>
              <a:ext uri="{FF2B5EF4-FFF2-40B4-BE49-F238E27FC236}">
                <a16:creationId xmlns:a16="http://schemas.microsoft.com/office/drawing/2014/main" id="{9CEAC474-75B7-1276-C1C1-495A4F59D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6" y="1473022"/>
            <a:ext cx="11425768" cy="4692828"/>
          </a:xfrm>
        </p:spPr>
        <p:txBody>
          <a:bodyPr/>
          <a:lstStyle>
            <a:lvl1pPr marL="431989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 marL="1655959">
              <a:lnSpc>
                <a:spcPct val="114000"/>
              </a:lnSpc>
              <a:buClr>
                <a:schemeClr val="accent3"/>
              </a:buClr>
              <a:defRPr sz="1200"/>
            </a:lvl5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88368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Sous-titre + Conten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4" y="-1111876"/>
            <a:ext cx="2611121" cy="4719320"/>
          </a:xfrm>
          <a:prstGeom prst="rect">
            <a:avLst/>
          </a:prstGeom>
        </p:spPr>
      </p:pic>
      <p:cxnSp>
        <p:nvCxnSpPr>
          <p:cNvPr id="17" name="Google Shape;105;p14">
            <a:extLst>
              <a:ext uri="{FF2B5EF4-FFF2-40B4-BE49-F238E27FC236}">
                <a16:creationId xmlns:a16="http://schemas.microsoft.com/office/drawing/2014/main" id="{2022662B-4754-8B73-1C8F-0BF99BE72C0F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Titre 10">
            <a:extLst>
              <a:ext uri="{FF2B5EF4-FFF2-40B4-BE49-F238E27FC236}">
                <a16:creationId xmlns:a16="http://schemas.microsoft.com/office/drawing/2014/main" id="{88C7C08C-E476-6B48-B2A3-39C1AD18C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6" y="667686"/>
            <a:ext cx="10993968" cy="440465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8E224BC2-2387-1AAD-4FD8-90DC1C2AA7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917" y="357719"/>
            <a:ext cx="10993967" cy="28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fr-FR"/>
              <a:t>Cliquer pour ajouter un sous-titre</a:t>
            </a:r>
          </a:p>
        </p:txBody>
      </p:sp>
      <p:sp>
        <p:nvSpPr>
          <p:cNvPr id="2" name="Espace réservé du texte 11">
            <a:extLst>
              <a:ext uri="{FF2B5EF4-FFF2-40B4-BE49-F238E27FC236}">
                <a16:creationId xmlns:a16="http://schemas.microsoft.com/office/drawing/2014/main" id="{3C733FBB-C644-5368-3DF1-5496E1C2FD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7" y="1466836"/>
            <a:ext cx="11424000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561696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orient="horz" pos="53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7030DC5-227F-25DD-7E42-265DEDFD9B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cxnSp>
        <p:nvCxnSpPr>
          <p:cNvPr id="2" name="Google Shape;105;p14">
            <a:extLst>
              <a:ext uri="{FF2B5EF4-FFF2-40B4-BE49-F238E27FC236}">
                <a16:creationId xmlns:a16="http://schemas.microsoft.com/office/drawing/2014/main" id="{FC8A5B8B-24C5-0723-45F8-DD148FA7EB43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B4ADEC1B-9041-696E-2562-64ECAC99C1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8" y="1466836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069D166F-B98C-E3A3-3163-2E28DAE54C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083" y="1461851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411904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Sous-titre +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4" y="-1111876"/>
            <a:ext cx="2611121" cy="4719320"/>
          </a:xfrm>
          <a:prstGeom prst="rect">
            <a:avLst/>
          </a:prstGeom>
        </p:spPr>
      </p:pic>
      <p:sp>
        <p:nvSpPr>
          <p:cNvPr id="11" name="Titre 10">
            <a:extLst>
              <a:ext uri="{FF2B5EF4-FFF2-40B4-BE49-F238E27FC236}">
                <a16:creationId xmlns:a16="http://schemas.microsoft.com/office/drawing/2014/main" id="{88C7C08C-E476-6B48-B2A3-39C1AD18C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6" y="667686"/>
            <a:ext cx="10993968" cy="440465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8E224BC2-2387-1AAD-4FD8-90DC1C2AA7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917" y="357719"/>
            <a:ext cx="10993967" cy="28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fr-FR"/>
              <a:t>Cliquer pour ajouter un sous-titre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422A9304-4865-D66A-23C9-1E70BC12DA21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1087999A-6182-A296-FA3A-DEC98240D6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8" y="1466836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2DEC2D02-3823-8E42-4ED0-C2386D5DD2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9083" y="1461851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071285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E0EF108C-ABBB-9351-C53A-49CD0D9A01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062E82-7AA7-8F1F-1555-9A66F84C4434}"/>
              </a:ext>
            </a:extLst>
          </p:cNvPr>
          <p:cNvSpPr/>
          <p:nvPr/>
        </p:nvSpPr>
        <p:spPr>
          <a:xfrm>
            <a:off x="12198773" y="311573"/>
            <a:ext cx="186267" cy="552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sp>
        <p:nvSpPr>
          <p:cNvPr id="3" name="Espace réservé du texte 11">
            <a:extLst>
              <a:ext uri="{FF2B5EF4-FFF2-40B4-BE49-F238E27FC236}">
                <a16:creationId xmlns:a16="http://schemas.microsoft.com/office/drawing/2014/main" id="{E1F6EB1B-CF96-B001-FC90-537FD4A7E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118" y="1466836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Espace réservé pour une image  9">
            <a:extLst>
              <a:ext uri="{FF2B5EF4-FFF2-40B4-BE49-F238E27FC236}">
                <a16:creationId xmlns:a16="http://schemas.microsoft.com/office/drawing/2014/main" id="{F92B9B81-8B31-71C3-31BE-35FA8E141A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54444" y="1461851"/>
            <a:ext cx="5235389" cy="4415928"/>
          </a:xfrm>
          <a:prstGeom prst="round2DiagRect">
            <a:avLst>
              <a:gd name="adj1" fmla="val 16489"/>
              <a:gd name="adj2" fmla="val 0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5" name="Google Shape;778;p60">
            <a:extLst>
              <a:ext uri="{FF2B5EF4-FFF2-40B4-BE49-F238E27FC236}">
                <a16:creationId xmlns:a16="http://schemas.microsoft.com/office/drawing/2014/main" id="{C3A3C731-C21A-4F91-D1EE-5B107F51B47D}"/>
              </a:ext>
            </a:extLst>
          </p:cNvPr>
          <p:cNvSpPr/>
          <p:nvPr userDrawn="1"/>
        </p:nvSpPr>
        <p:spPr>
          <a:xfrm>
            <a:off x="6267630" y="2201335"/>
            <a:ext cx="4772383" cy="3964517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AAC1B041-B34F-049C-5E40-AE498FD68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7" name="Google Shape;105;p14">
            <a:extLst>
              <a:ext uri="{FF2B5EF4-FFF2-40B4-BE49-F238E27FC236}">
                <a16:creationId xmlns:a16="http://schemas.microsoft.com/office/drawing/2014/main" id="{B4464C49-C858-9D93-CC85-C8A8C59C3AF6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54762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89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E0EF108C-ABBB-9351-C53A-49CD0D9A01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062E82-7AA7-8F1F-1555-9A66F84C4434}"/>
              </a:ext>
            </a:extLst>
          </p:cNvPr>
          <p:cNvSpPr/>
          <p:nvPr/>
        </p:nvSpPr>
        <p:spPr>
          <a:xfrm>
            <a:off x="12198773" y="311573"/>
            <a:ext cx="186267" cy="552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FC903F4C-CE25-AA43-7F5B-B10DA975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9083" y="1461851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pour une image  9">
            <a:extLst>
              <a:ext uri="{FF2B5EF4-FFF2-40B4-BE49-F238E27FC236}">
                <a16:creationId xmlns:a16="http://schemas.microsoft.com/office/drawing/2014/main" id="{7371F26D-54B3-BEFC-B731-300A8AF059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8169" y="1461851"/>
            <a:ext cx="5235389" cy="4415928"/>
          </a:xfrm>
          <a:prstGeom prst="round2DiagRect">
            <a:avLst>
              <a:gd name="adj1" fmla="val 0"/>
              <a:gd name="adj2" fmla="val 20184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7" name="Google Shape;778;p60">
            <a:extLst>
              <a:ext uri="{FF2B5EF4-FFF2-40B4-BE49-F238E27FC236}">
                <a16:creationId xmlns:a16="http://schemas.microsoft.com/office/drawing/2014/main" id="{BDA2631C-CB01-7D48-45F5-BAF644486C8E}"/>
              </a:ext>
            </a:extLst>
          </p:cNvPr>
          <p:cNvSpPr/>
          <p:nvPr userDrawn="1"/>
        </p:nvSpPr>
        <p:spPr>
          <a:xfrm>
            <a:off x="814922" y="2201334"/>
            <a:ext cx="4730925" cy="3964517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Titre 4">
            <a:extLst>
              <a:ext uri="{FF2B5EF4-FFF2-40B4-BE49-F238E27FC236}">
                <a16:creationId xmlns:a16="http://schemas.microsoft.com/office/drawing/2014/main" id="{B70D9433-7652-8C8F-D7F0-B67B0857D8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9" name="Google Shape;105;p14">
            <a:extLst>
              <a:ext uri="{FF2B5EF4-FFF2-40B4-BE49-F238E27FC236}">
                <a16:creationId xmlns:a16="http://schemas.microsoft.com/office/drawing/2014/main" id="{F9954A2D-293E-F32B-7692-EB9274EF0239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12213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89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43741A40-3153-D63A-429F-74A2A2531D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7D4BA9F6-7DF0-E593-F093-4D8FE780AA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11" name="Google Shape;289;p33">
            <a:extLst>
              <a:ext uri="{FF2B5EF4-FFF2-40B4-BE49-F238E27FC236}">
                <a16:creationId xmlns:a16="http://schemas.microsoft.com/office/drawing/2014/main" id="{324890EF-B0AB-AFBA-F916-27FEEB9B9CA5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383118" y="357717"/>
            <a:ext cx="11425767" cy="76623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pour ajouter un titre</a:t>
            </a:r>
            <a:endParaRPr/>
          </a:p>
        </p:txBody>
      </p:sp>
      <p:cxnSp>
        <p:nvCxnSpPr>
          <p:cNvPr id="3" name="Google Shape;81;p11">
            <a:extLst>
              <a:ext uri="{FF2B5EF4-FFF2-40B4-BE49-F238E27FC236}">
                <a16:creationId xmlns:a16="http://schemas.microsoft.com/office/drawing/2014/main" id="{89C78189-7C67-B303-CECD-8849FE344224}"/>
              </a:ext>
            </a:extLst>
          </p:cNvPr>
          <p:cNvCxnSpPr>
            <a:cxnSpLocks/>
          </p:cNvCxnSpPr>
          <p:nvPr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81;p11">
            <a:extLst>
              <a:ext uri="{FF2B5EF4-FFF2-40B4-BE49-F238E27FC236}">
                <a16:creationId xmlns:a16="http://schemas.microsoft.com/office/drawing/2014/main" id="{1853A5BE-B264-D031-8B8B-DA2EA55200FF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0150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734734" y="1914363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743433" y="3720663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8FFA2257-0DBC-0983-1EC3-8694874C1DEC}"/>
              </a:ext>
            </a:extLst>
          </p:cNvPr>
          <p:cNvCxnSpPr>
            <a:cxnSpLocks/>
          </p:cNvCxnSpPr>
          <p:nvPr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A3279A8F-3F1B-EDCA-2579-95C1C17C01C1}"/>
              </a:ext>
            </a:extLst>
          </p:cNvPr>
          <p:cNvCxnSpPr>
            <a:cxnSpLocks/>
          </p:cNvCxnSpPr>
          <p:nvPr userDrawn="1"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23934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292">
          <p15:clr>
            <a:srgbClr val="FBAE40"/>
          </p15:clr>
        </p15:guide>
        <p15:guide id="3" pos="453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734734" y="1914363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743433" y="3720663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7544F876-C298-588B-00D0-1CBE98B416E1}"/>
              </a:ext>
            </a:extLst>
          </p:cNvPr>
          <p:cNvCxnSpPr>
            <a:cxnSpLocks/>
          </p:cNvCxnSpPr>
          <p:nvPr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5A454DDE-16FA-457D-AC55-B4585FBD8282}"/>
              </a:ext>
            </a:extLst>
          </p:cNvPr>
          <p:cNvCxnSpPr>
            <a:cxnSpLocks/>
          </p:cNvCxnSpPr>
          <p:nvPr userDrawn="1"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2072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292">
          <p15:clr>
            <a:srgbClr val="FBAE40"/>
          </p15:clr>
        </p15:guide>
        <p15:guide id="3" pos="4536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avec numér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324557" y="1914363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333255" y="3720663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3D021B58-A7A5-E980-8B83-F260FD140A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5512" y="2156575"/>
            <a:ext cx="1039705" cy="1039707"/>
          </a:xfrm>
          <a:prstGeom prst="round2DiagRect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3733" b="1"/>
            </a:lvl1pPr>
            <a:lvl2pPr marL="319192" indent="0" algn="ctr">
              <a:buNone/>
              <a:defRPr sz="2000"/>
            </a:lvl2pPr>
            <a:lvl3pPr marL="631184" indent="0" algn="ctr">
              <a:buNone/>
              <a:defRPr sz="2000"/>
            </a:lvl3pPr>
            <a:lvl4pPr marL="943176" indent="0" algn="ctr">
              <a:buNone/>
              <a:defRPr sz="2000"/>
            </a:lvl4pPr>
            <a:lvl5pPr marL="2438339" indent="0" algn="ctr">
              <a:buNone/>
              <a:defRPr sz="2000"/>
            </a:lvl5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699998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565">
          <p15:clr>
            <a:srgbClr val="FBAE40"/>
          </p15:clr>
        </p15:guide>
        <p15:guide id="3" pos="483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avec numér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324557" y="1898930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333255" y="3705229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1075BB-F975-9DA3-7D70-55236BA999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5512" y="2141141"/>
            <a:ext cx="1039705" cy="1039707"/>
          </a:xfrm>
          <a:prstGeom prst="round2DiagRect">
            <a:avLst/>
          </a:prstGeom>
          <a:solidFill>
            <a:schemeClr val="bg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733" b="1"/>
            </a:lvl1pPr>
            <a:lvl2pPr marL="319192" indent="0" algn="ctr">
              <a:buNone/>
              <a:defRPr sz="2000"/>
            </a:lvl2pPr>
            <a:lvl3pPr marL="631184" indent="0" algn="ctr">
              <a:buNone/>
              <a:defRPr sz="2000"/>
            </a:lvl3pPr>
            <a:lvl4pPr marL="943176" indent="0" algn="ctr">
              <a:buNone/>
              <a:defRPr sz="2000"/>
            </a:lvl4pPr>
            <a:lvl5pPr marL="2438339" indent="0" algn="ctr">
              <a:buNone/>
              <a:defRPr sz="2000"/>
            </a:lvl5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941112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565">
          <p15:clr>
            <a:srgbClr val="FBAE40"/>
          </p15:clr>
        </p15:guide>
        <p15:guide id="3" pos="483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s-titr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734734" y="2273643"/>
            <a:ext cx="6861637" cy="92263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667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ici pour ajouter un sous-titre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743434" y="3429000"/>
            <a:ext cx="6861637" cy="1206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467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ici pour ajouter une description</a:t>
            </a:r>
            <a:endParaRPr/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98981A3F-07F3-0978-4966-EE034B82817F}"/>
              </a:ext>
            </a:extLst>
          </p:cNvPr>
          <p:cNvCxnSpPr>
            <a:cxnSpLocks/>
          </p:cNvCxnSpPr>
          <p:nvPr/>
        </p:nvCxnSpPr>
        <p:spPr>
          <a:xfrm>
            <a:off x="2404753" y="2273643"/>
            <a:ext cx="0" cy="9226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9A272341-9AEE-E66C-CF48-1E4244C8C903}"/>
              </a:ext>
            </a:extLst>
          </p:cNvPr>
          <p:cNvCxnSpPr>
            <a:cxnSpLocks/>
          </p:cNvCxnSpPr>
          <p:nvPr userDrawn="1"/>
        </p:nvCxnSpPr>
        <p:spPr>
          <a:xfrm>
            <a:off x="2404753" y="2273643"/>
            <a:ext cx="0" cy="9226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31408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5579">
          <p15:clr>
            <a:srgbClr val="FBAE40"/>
          </p15:clr>
        </p15:guide>
        <p15:guide id="4" pos="1292">
          <p15:clr>
            <a:srgbClr val="FBAE40"/>
          </p15:clr>
        </p15:guide>
        <p15:guide id="5" pos="4536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C25BCEE-F809-CAD6-EC84-5B28E6913A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53D8527C-43AF-776C-DDCF-E326528BCE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3" name="Google Shape;52;p8">
            <a:extLst>
              <a:ext uri="{FF2B5EF4-FFF2-40B4-BE49-F238E27FC236}">
                <a16:creationId xmlns:a16="http://schemas.microsoft.com/office/drawing/2014/main" id="{024812AC-B268-5326-3491-D2921391976A}"/>
              </a:ext>
            </a:extLst>
          </p:cNvPr>
          <p:cNvSpPr/>
          <p:nvPr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" name="Google Shape;53;p8">
            <a:extLst>
              <a:ext uri="{FF2B5EF4-FFF2-40B4-BE49-F238E27FC236}">
                <a16:creationId xmlns:a16="http://schemas.microsoft.com/office/drawing/2014/main" id="{9E610448-AC44-51E8-8596-2DEC3D946AE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81428" y="2037635"/>
            <a:ext cx="8486005" cy="2254965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ici pour ajouter un titre</a:t>
            </a:r>
            <a:endParaRPr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D9020C26-D64E-F611-1F83-3C379C15A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  <p:sp>
        <p:nvSpPr>
          <p:cNvPr id="8" name="Google Shape;52;p8">
            <a:extLst>
              <a:ext uri="{FF2B5EF4-FFF2-40B4-BE49-F238E27FC236}">
                <a16:creationId xmlns:a16="http://schemas.microsoft.com/office/drawing/2014/main" id="{BABF3385-03EC-16A4-0C90-D0524C706982}"/>
              </a:ext>
            </a:extLst>
          </p:cNvPr>
          <p:cNvSpPr/>
          <p:nvPr userDrawn="1"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Century Gothic" panose="020F0302020204030204"/>
              <a:cs typeface="Arial"/>
              <a:sym typeface="Arial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4528224-33AB-C570-B3E7-A84E579CCED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371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84">
          <p15:clr>
            <a:srgbClr val="FBAE40"/>
          </p15:clr>
        </p15:guide>
        <p15:guide id="3" pos="4898">
          <p15:clr>
            <a:srgbClr val="FBAE40"/>
          </p15:clr>
        </p15:guide>
        <p15:guide id="4" orient="horz" pos="962">
          <p15:clr>
            <a:srgbClr val="FBAE40"/>
          </p15:clr>
        </p15:guide>
        <p15:guide id="5" orient="horz" pos="2028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C25BCEE-F809-CAD6-EC84-5B28E6913A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53D8527C-43AF-776C-DDCF-E326528BCE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3" name="Google Shape;52;p8">
            <a:extLst>
              <a:ext uri="{FF2B5EF4-FFF2-40B4-BE49-F238E27FC236}">
                <a16:creationId xmlns:a16="http://schemas.microsoft.com/office/drawing/2014/main" id="{024812AC-B268-5326-3491-D2921391976A}"/>
              </a:ext>
            </a:extLst>
          </p:cNvPr>
          <p:cNvSpPr/>
          <p:nvPr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" name="Google Shape;53;p8">
            <a:extLst>
              <a:ext uri="{FF2B5EF4-FFF2-40B4-BE49-F238E27FC236}">
                <a16:creationId xmlns:a16="http://schemas.microsoft.com/office/drawing/2014/main" id="{9E610448-AC44-51E8-8596-2DEC3D946AE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81428" y="2037635"/>
            <a:ext cx="8486005" cy="2254965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ici pour ajouter un titre</a:t>
            </a:r>
            <a:endParaRPr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D9020C26-D64E-F611-1F83-3C379C15A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  <p:sp>
        <p:nvSpPr>
          <p:cNvPr id="8" name="Google Shape;52;p8">
            <a:extLst>
              <a:ext uri="{FF2B5EF4-FFF2-40B4-BE49-F238E27FC236}">
                <a16:creationId xmlns:a16="http://schemas.microsoft.com/office/drawing/2014/main" id="{F93D43F3-A7C6-72B4-4F28-88FE6FD2DF69}"/>
              </a:ext>
            </a:extLst>
          </p:cNvPr>
          <p:cNvSpPr/>
          <p:nvPr userDrawn="1"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Century Gothic" panose="020F0302020204030204"/>
              <a:cs typeface="Arial"/>
              <a:sym typeface="Arial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CE94DEB1-3651-52D1-8CD1-E95174F892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648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84">
          <p15:clr>
            <a:srgbClr val="FBAE40"/>
          </p15:clr>
        </p15:guide>
        <p15:guide id="3" pos="4898">
          <p15:clr>
            <a:srgbClr val="FBAE40"/>
          </p15:clr>
        </p15:guide>
        <p15:guide id="4" orient="horz" pos="962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image -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avec coin arrondi 1">
            <a:extLst>
              <a:ext uri="{FF2B5EF4-FFF2-40B4-BE49-F238E27FC236}">
                <a16:creationId xmlns:a16="http://schemas.microsoft.com/office/drawing/2014/main" id="{E573864C-4C74-6798-5D57-6558A0C2246C}"/>
              </a:ext>
            </a:extLst>
          </p:cNvPr>
          <p:cNvSpPr/>
          <p:nvPr/>
        </p:nvSpPr>
        <p:spPr>
          <a:xfrm rot="10800000" flipH="1">
            <a:off x="-1" y="0"/>
            <a:ext cx="4514336" cy="3216000"/>
          </a:xfrm>
          <a:prstGeom prst="round1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cxnSp>
        <p:nvCxnSpPr>
          <p:cNvPr id="3" name="Google Shape;17;p3">
            <a:extLst>
              <a:ext uri="{FF2B5EF4-FFF2-40B4-BE49-F238E27FC236}">
                <a16:creationId xmlns:a16="http://schemas.microsoft.com/office/drawing/2014/main" id="{6E10775F-B488-AD15-EE9F-9DB5BE17634D}"/>
              </a:ext>
            </a:extLst>
          </p:cNvPr>
          <p:cNvCxnSpPr>
            <a:cxnSpLocks/>
          </p:cNvCxnSpPr>
          <p:nvPr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70;p10">
            <a:extLst>
              <a:ext uri="{FF2B5EF4-FFF2-40B4-BE49-F238E27FC236}">
                <a16:creationId xmlns:a16="http://schemas.microsoft.com/office/drawing/2014/main" id="{43BE59DD-60A1-67C9-82DC-E558C94F532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7" y="830020"/>
            <a:ext cx="3120000" cy="153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cxnSp>
        <p:nvCxnSpPr>
          <p:cNvPr id="5" name="Google Shape;17;p3">
            <a:extLst>
              <a:ext uri="{FF2B5EF4-FFF2-40B4-BE49-F238E27FC236}">
                <a16:creationId xmlns:a16="http://schemas.microsoft.com/office/drawing/2014/main" id="{B1A8DF05-C976-7C14-0629-A98049F33CBA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80831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image - fond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avec coin arrondi 1">
            <a:extLst>
              <a:ext uri="{FF2B5EF4-FFF2-40B4-BE49-F238E27FC236}">
                <a16:creationId xmlns:a16="http://schemas.microsoft.com/office/drawing/2014/main" id="{4B950082-FCE6-E17C-A545-F9FDCF96D199}"/>
              </a:ext>
            </a:extLst>
          </p:cNvPr>
          <p:cNvSpPr/>
          <p:nvPr/>
        </p:nvSpPr>
        <p:spPr>
          <a:xfrm rot="10800000" flipH="1">
            <a:off x="-1" y="-8736"/>
            <a:ext cx="4514336" cy="3216000"/>
          </a:xfrm>
          <a:prstGeom prst="round1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cxnSp>
        <p:nvCxnSpPr>
          <p:cNvPr id="3" name="Google Shape;17;p3">
            <a:extLst>
              <a:ext uri="{FF2B5EF4-FFF2-40B4-BE49-F238E27FC236}">
                <a16:creationId xmlns:a16="http://schemas.microsoft.com/office/drawing/2014/main" id="{18606B23-D218-D9F3-B687-E28AA7EB7D26}"/>
              </a:ext>
            </a:extLst>
          </p:cNvPr>
          <p:cNvCxnSpPr>
            <a:cxnSpLocks/>
          </p:cNvCxnSpPr>
          <p:nvPr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70;p10">
            <a:extLst>
              <a:ext uri="{FF2B5EF4-FFF2-40B4-BE49-F238E27FC236}">
                <a16:creationId xmlns:a16="http://schemas.microsoft.com/office/drawing/2014/main" id="{43BE59DD-60A1-67C9-82DC-E558C94F532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7" y="830020"/>
            <a:ext cx="3120000" cy="153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cxnSp>
        <p:nvCxnSpPr>
          <p:cNvPr id="5" name="Google Shape;17;p3">
            <a:extLst>
              <a:ext uri="{FF2B5EF4-FFF2-40B4-BE49-F238E27FC236}">
                <a16:creationId xmlns:a16="http://schemas.microsoft.com/office/drawing/2014/main" id="{9BE3914D-5FD4-3692-1344-B9792B1C0976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75886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chiff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6F0F6082-4DA8-F9B3-7474-7EE9B8B483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C6C92C1C-C7A2-C100-A610-BDE39143A2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3" name="Google Shape;77;p11">
            <a:extLst>
              <a:ext uri="{FF2B5EF4-FFF2-40B4-BE49-F238E27FC236}">
                <a16:creationId xmlns:a16="http://schemas.microsoft.com/office/drawing/2014/main" id="{A6D599CC-5855-915E-0E86-6A04ACAD5947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204600" y="3567557"/>
            <a:ext cx="7782800" cy="57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None/>
              <a:defRPr sz="200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fr-FR"/>
              <a:t>Cliquer ici pour ajouter un sous-titre</a:t>
            </a:r>
            <a:endParaRPr/>
          </a:p>
        </p:txBody>
      </p:sp>
      <p:sp>
        <p:nvSpPr>
          <p:cNvPr id="4" name="Google Shape;78;p11">
            <a:extLst>
              <a:ext uri="{FF2B5EF4-FFF2-40B4-BE49-F238E27FC236}">
                <a16:creationId xmlns:a16="http://schemas.microsoft.com/office/drawing/2014/main" id="{4EE18E53-AE75-5A35-C7F0-9C5F6D98915B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2204600" y="2382400"/>
            <a:ext cx="7782800" cy="11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osefin Sans"/>
              <a:buNone/>
              <a:defRPr sz="6400">
                <a:solidFill>
                  <a:schemeClr val="tx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5" name="Google Shape;81;p11">
            <a:extLst>
              <a:ext uri="{FF2B5EF4-FFF2-40B4-BE49-F238E27FC236}">
                <a16:creationId xmlns:a16="http://schemas.microsoft.com/office/drawing/2014/main" id="{20D0FC36-448A-1E1B-3F75-1F0FADFC27FD}"/>
              </a:ext>
            </a:extLst>
          </p:cNvPr>
          <p:cNvCxnSpPr>
            <a:cxnSpLocks/>
          </p:cNvCxnSpPr>
          <p:nvPr/>
        </p:nvCxnSpPr>
        <p:spPr>
          <a:xfrm>
            <a:off x="2204600" y="1964593"/>
            <a:ext cx="389140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81;p11">
            <a:extLst>
              <a:ext uri="{FF2B5EF4-FFF2-40B4-BE49-F238E27FC236}">
                <a16:creationId xmlns:a16="http://schemas.microsoft.com/office/drawing/2014/main" id="{BE401809-806B-D244-1EBB-640DC464C924}"/>
              </a:ext>
            </a:extLst>
          </p:cNvPr>
          <p:cNvCxnSpPr>
            <a:cxnSpLocks/>
          </p:cNvCxnSpPr>
          <p:nvPr userDrawn="1"/>
        </p:nvCxnSpPr>
        <p:spPr>
          <a:xfrm>
            <a:off x="2204600" y="1964593"/>
            <a:ext cx="389140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93547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merciements - Fi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F57182EA-CA72-CE96-1828-DB67132935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EB52CEF5-08D4-8BC7-4782-16470E469851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307668" y="1720076"/>
            <a:ext cx="5060721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F09B4FCB-9042-DBF8-F16F-36BB439DC6C1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6316366" y="4178240"/>
            <a:ext cx="5060719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sp>
        <p:nvSpPr>
          <p:cNvPr id="3" name="Google Shape;778;p60">
            <a:extLst>
              <a:ext uri="{FF2B5EF4-FFF2-40B4-BE49-F238E27FC236}">
                <a16:creationId xmlns:a16="http://schemas.microsoft.com/office/drawing/2014/main" id="{992FE250-F95E-EA4B-1F09-71F7A276B2D4}"/>
              </a:ext>
            </a:extLst>
          </p:cNvPr>
          <p:cNvSpPr/>
          <p:nvPr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Espace réservé pour une image  9">
            <a:extLst>
              <a:ext uri="{FF2B5EF4-FFF2-40B4-BE49-F238E27FC236}">
                <a16:creationId xmlns:a16="http://schemas.microsoft.com/office/drawing/2014/main" id="{E6232A5E-6DF7-C8B9-4AA9-F8071A3592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357717"/>
            <a:ext cx="5235389" cy="5057827"/>
          </a:xfrm>
          <a:prstGeom prst="round2DiagRect">
            <a:avLst>
              <a:gd name="adj1" fmla="val 0"/>
              <a:gd name="adj2" fmla="val 21269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cxnSp>
        <p:nvCxnSpPr>
          <p:cNvPr id="5" name="Google Shape;105;p14">
            <a:extLst>
              <a:ext uri="{FF2B5EF4-FFF2-40B4-BE49-F238E27FC236}">
                <a16:creationId xmlns:a16="http://schemas.microsoft.com/office/drawing/2014/main" id="{E4DD1586-61AE-EF7E-6E4F-5C559DC232E8}"/>
              </a:ext>
            </a:extLst>
          </p:cNvPr>
          <p:cNvCxnSpPr>
            <a:cxnSpLocks/>
          </p:cNvCxnSpPr>
          <p:nvPr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778;p60">
            <a:extLst>
              <a:ext uri="{FF2B5EF4-FFF2-40B4-BE49-F238E27FC236}">
                <a16:creationId xmlns:a16="http://schemas.microsoft.com/office/drawing/2014/main" id="{3C21A34C-E042-B4F9-A7B2-46FFFF2F06E6}"/>
              </a:ext>
            </a:extLst>
          </p:cNvPr>
          <p:cNvSpPr/>
          <p:nvPr userDrawn="1"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312B7B11-301E-9EC8-A834-76EB82FCC612}"/>
              </a:ext>
            </a:extLst>
          </p:cNvPr>
          <p:cNvCxnSpPr>
            <a:cxnSpLocks/>
          </p:cNvCxnSpPr>
          <p:nvPr userDrawn="1"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57694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75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merciements - Fi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F57182EA-CA72-CE96-1828-DB67132935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EB52CEF5-08D4-8BC7-4782-16470E469851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307668" y="1720076"/>
            <a:ext cx="5069417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F09B4FCB-9042-DBF8-F16F-36BB439DC6C1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6316366" y="4178240"/>
            <a:ext cx="5069415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Wingdings" panose="05000000000000000000" pitchFamily="2" charset="2"/>
              <a:buNone/>
              <a:tabLst/>
              <a:defRPr/>
            </a:pPr>
            <a:r>
              <a:rPr lang="fr-FR"/>
              <a:t>Cliquer pour ajouter un sous-titre</a:t>
            </a:r>
          </a:p>
        </p:txBody>
      </p:sp>
      <p:sp>
        <p:nvSpPr>
          <p:cNvPr id="9" name="Google Shape;778;p60">
            <a:extLst>
              <a:ext uri="{FF2B5EF4-FFF2-40B4-BE49-F238E27FC236}">
                <a16:creationId xmlns:a16="http://schemas.microsoft.com/office/drawing/2014/main" id="{EEEC2641-4E0F-1711-07B4-DA890D68F699}"/>
              </a:ext>
            </a:extLst>
          </p:cNvPr>
          <p:cNvSpPr/>
          <p:nvPr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Espace réservé pour une image  9">
            <a:extLst>
              <a:ext uri="{FF2B5EF4-FFF2-40B4-BE49-F238E27FC236}">
                <a16:creationId xmlns:a16="http://schemas.microsoft.com/office/drawing/2014/main" id="{73F23D2A-A2CF-698A-D9A8-0468CFE2C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357717"/>
            <a:ext cx="5235389" cy="5057827"/>
          </a:xfrm>
          <a:prstGeom prst="round2DiagRect">
            <a:avLst>
              <a:gd name="adj1" fmla="val 0"/>
              <a:gd name="adj2" fmla="val 21269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976E8A44-77C7-A34C-7F1F-D2C49AFDBA99}"/>
              </a:ext>
            </a:extLst>
          </p:cNvPr>
          <p:cNvCxnSpPr>
            <a:cxnSpLocks/>
          </p:cNvCxnSpPr>
          <p:nvPr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778;p60">
            <a:extLst>
              <a:ext uri="{FF2B5EF4-FFF2-40B4-BE49-F238E27FC236}">
                <a16:creationId xmlns:a16="http://schemas.microsoft.com/office/drawing/2014/main" id="{0C7A7CB7-DA5B-40CD-CC66-74D705725A76}"/>
              </a:ext>
            </a:extLst>
          </p:cNvPr>
          <p:cNvSpPr/>
          <p:nvPr userDrawn="1"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FD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D249E9DA-8C58-75C9-FC2C-310567D8D32C}"/>
              </a:ext>
            </a:extLst>
          </p:cNvPr>
          <p:cNvCxnSpPr>
            <a:cxnSpLocks/>
          </p:cNvCxnSpPr>
          <p:nvPr userDrawn="1"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55019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3" pos="5375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9B52A02-45C6-6F0E-0119-376E53F84D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123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9B52A02-45C6-6F0E-0119-376E53F84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83EC3BEA-E580-6B39-B726-A0CA47BC39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209" y="2314238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BFCA3FE-E190-6741-B846-3AACF89897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98842" y="2314238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FD3C2DE-C178-FAAF-399A-A27FD4FF50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06477" y="2316054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6" name="Espace réservé pour une image  3">
            <a:extLst>
              <a:ext uri="{FF2B5EF4-FFF2-40B4-BE49-F238E27FC236}">
                <a16:creationId xmlns:a16="http://schemas.microsoft.com/office/drawing/2014/main" id="{961E11EB-EDB8-475B-3FE7-209E72420D2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14110" y="2314238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7" name="Espace réservé pour une image  3">
            <a:extLst>
              <a:ext uri="{FF2B5EF4-FFF2-40B4-BE49-F238E27FC236}">
                <a16:creationId xmlns:a16="http://schemas.microsoft.com/office/drawing/2014/main" id="{F26AA455-C1D1-5183-2C08-D2C1C22359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837410" y="2312573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8" name="Google Shape;289;p33">
            <a:extLst>
              <a:ext uri="{FF2B5EF4-FFF2-40B4-BE49-F238E27FC236}">
                <a16:creationId xmlns:a16="http://schemas.microsoft.com/office/drawing/2014/main" id="{FD3BC750-505E-8740-0FA2-EE42015A40FD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383118" y="357717"/>
            <a:ext cx="11425767" cy="76623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pour ajouter un titre</a:t>
            </a:r>
            <a:endParaRPr/>
          </a:p>
        </p:txBody>
      </p:sp>
      <p:cxnSp>
        <p:nvCxnSpPr>
          <p:cNvPr id="9" name="Google Shape;81;p11">
            <a:extLst>
              <a:ext uri="{FF2B5EF4-FFF2-40B4-BE49-F238E27FC236}">
                <a16:creationId xmlns:a16="http://schemas.microsoft.com/office/drawing/2014/main" id="{FE2B76C7-832C-97DD-2700-A3F45BD86D5F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80092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vierge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9B52A02-45C6-6F0E-0119-376E53F84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2" name="Espace réservé pour une image  8">
            <a:extLst>
              <a:ext uri="{FF2B5EF4-FFF2-40B4-BE49-F238E27FC236}">
                <a16:creationId xmlns:a16="http://schemas.microsoft.com/office/drawing/2014/main" id="{26D924CC-C836-097D-7B59-468101E12C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98" y="0"/>
            <a:ext cx="4630057" cy="404593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13" name="Espace réservé pour une image  8">
            <a:extLst>
              <a:ext uri="{FF2B5EF4-FFF2-40B4-BE49-F238E27FC236}">
                <a16:creationId xmlns:a16="http://schemas.microsoft.com/office/drawing/2014/main" id="{63CB0B6F-EBE6-1C35-6911-DB489BC9142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31751" y="3346293"/>
            <a:ext cx="3501095" cy="351170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14" name="Espace réservé pour une image  8">
            <a:extLst>
              <a:ext uri="{FF2B5EF4-FFF2-40B4-BE49-F238E27FC236}">
                <a16:creationId xmlns:a16="http://schemas.microsoft.com/office/drawing/2014/main" id="{F81ACFE5-133A-52DF-5187-1E33E77F98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37632" y="-1"/>
            <a:ext cx="4054369" cy="334629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168710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3 images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65F06F7-BA09-4523-89C4-75BC7A8CF1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5125" y="1582886"/>
            <a:ext cx="2769619" cy="209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N"/>
              <a:t>Drag your image here/click on picture icon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14398" y="2383245"/>
            <a:ext cx="2558079" cy="24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N"/>
              <a:t>Drag your image here/click on picture icon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4820979" y="4506546"/>
            <a:ext cx="2624400" cy="12569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N"/>
              <a:t>Drag your image here/click on picture icon</a:t>
            </a:r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5D43C53E-000C-CD4C-4650-83411A614A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5" name="Google Shape;105;p14">
            <a:extLst>
              <a:ext uri="{FF2B5EF4-FFF2-40B4-BE49-F238E27FC236}">
                <a16:creationId xmlns:a16="http://schemas.microsoft.com/office/drawing/2014/main" id="{8AD5DBFA-457B-1052-EE6F-C9E0E8DD8845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9617544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cus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DB94326-C981-4376-8234-FE3F5FDF5A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539157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00"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0651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é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3B6071-3314-7121-4098-7E39686F44FD}"/>
              </a:ext>
            </a:extLst>
          </p:cNvPr>
          <p:cNvSpPr/>
          <p:nvPr userDrawn="1"/>
        </p:nvSpPr>
        <p:spPr>
          <a:xfrm>
            <a:off x="2949388" y="1667435"/>
            <a:ext cx="6320117" cy="3664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  <a:sym typeface="Arial"/>
            </a:endParaRP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8609A56B-3109-3986-8D40-EE3E901CBF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1069" y="1526385"/>
            <a:ext cx="6489863" cy="5331615"/>
          </a:xfrm>
          <a:prstGeom prst="rect">
            <a:avLst/>
          </a:prstGeom>
        </p:spPr>
      </p:pic>
      <p:sp>
        <p:nvSpPr>
          <p:cNvPr id="3" name="Titre 4">
            <a:extLst>
              <a:ext uri="{FF2B5EF4-FFF2-40B4-BE49-F238E27FC236}">
                <a16:creationId xmlns:a16="http://schemas.microsoft.com/office/drawing/2014/main" id="{6D3B8948-08E6-C298-5F5D-9C277FC46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CF13A35E-10AA-D1BC-D342-7BF1E1EE7174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1196854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din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8609A56B-3109-3986-8D40-EE3E901CBF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9805" y="1526385"/>
            <a:ext cx="5111609" cy="4199339"/>
          </a:xfrm>
          <a:prstGeom prst="rect">
            <a:avLst/>
          </a:prstGeom>
        </p:spPr>
      </p:pic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237534FC-E0EC-5AE9-CF36-DA1B44C4F6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9101" y="1659468"/>
            <a:ext cx="4804833" cy="2732617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DB25C50B-FB1E-359A-CAF6-5A3A039898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05419391-079E-86F2-6308-948BB4F59048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3011D6B-4E50-0EED-5918-551E759A59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473022"/>
            <a:ext cx="5500799" cy="4692828"/>
          </a:xfrm>
        </p:spPr>
        <p:txBody>
          <a:bodyPr/>
          <a:lstStyle>
            <a:lvl1pPr>
              <a:defRPr/>
            </a:lvl1pPr>
            <a:lvl5pPr marL="1655959">
              <a:buClr>
                <a:schemeClr val="accent3"/>
              </a:buClr>
              <a:defRPr sz="1200"/>
            </a:lvl5pPr>
          </a:lstStyle>
          <a:p>
            <a:pPr marL="335992" marR="0" lvl="0" indent="-431989" algn="l" defTabSz="121917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2E95"/>
              </a:buClr>
              <a:buSzPct val="15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Premier niveau</a:t>
            </a:r>
          </a:p>
          <a:p>
            <a:pPr marL="719982" marR="0" lvl="1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Deuxième niveau</a:t>
            </a:r>
          </a:p>
          <a:p>
            <a:pPr marL="1007975" marR="0" lvl="2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372E95"/>
              </a:buClr>
              <a:buSzPct val="88000"/>
              <a:buFont typeface="Century Gothic" panose="020B0502020202020204" pitchFamily="34" charset="0"/>
              <a:buChar char="→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Troisième niveau</a:t>
            </a:r>
          </a:p>
          <a:p>
            <a:pPr marL="1343966" marR="0" lvl="3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Tx/>
              <a:buSzPct val="94000"/>
              <a:buFont typeface="Century Gothic" panose="020B0502020202020204" pitchFamily="34" charset="0"/>
              <a:buChar char="-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Quatrième niveau</a:t>
            </a:r>
          </a:p>
          <a:p>
            <a:pPr marL="1655959" marR="0" lvl="4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99538808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dinateur por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3" name="Graphique 2">
            <a:extLst>
              <a:ext uri="{FF2B5EF4-FFF2-40B4-BE49-F238E27FC236}">
                <a16:creationId xmlns:a16="http://schemas.microsoft.com/office/drawing/2014/main" id="{CD78BA8C-168B-05B3-E705-4EA542450C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7600" y="2042163"/>
            <a:ext cx="5364067" cy="3043443"/>
          </a:xfrm>
          <a:prstGeom prst="rect">
            <a:avLst/>
          </a:prstGeom>
        </p:spPr>
      </p:pic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237534FC-E0EC-5AE9-CF36-DA1B44C4F6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46899" y="2217896"/>
            <a:ext cx="4032000" cy="2544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689FB824-1D15-5548-DBA8-3B75E1E5A7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870FA0E5-BC64-C825-EF63-98C6472F3021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948B392E-4542-A6A8-CFAF-3CF5B331D7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473022"/>
            <a:ext cx="5500799" cy="4692828"/>
          </a:xfrm>
        </p:spPr>
        <p:txBody>
          <a:bodyPr/>
          <a:lstStyle>
            <a:lvl1pPr>
              <a:defRPr/>
            </a:lvl1pPr>
            <a:lvl5pPr marL="1655959">
              <a:buClr>
                <a:schemeClr val="accent3"/>
              </a:buClr>
              <a:defRPr sz="1200"/>
            </a:lvl5pPr>
          </a:lstStyle>
          <a:p>
            <a:pPr marL="335992" marR="0" lvl="0" indent="-431989" algn="l" defTabSz="121917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2E95"/>
              </a:buClr>
              <a:buSzPct val="15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Premier niveau</a:t>
            </a:r>
          </a:p>
          <a:p>
            <a:pPr marL="719982" marR="0" lvl="1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Deuxième niveau</a:t>
            </a:r>
          </a:p>
          <a:p>
            <a:pPr marL="1007975" marR="0" lvl="2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372E95"/>
              </a:buClr>
              <a:buSzPct val="88000"/>
              <a:buFont typeface="Century Gothic" panose="020B0502020202020204" pitchFamily="34" charset="0"/>
              <a:buChar char="→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Troisième niveau</a:t>
            </a:r>
          </a:p>
          <a:p>
            <a:pPr marL="1343966" marR="0" lvl="3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Tx/>
              <a:buSzPct val="94000"/>
              <a:buFont typeface="Century Gothic" panose="020B0502020202020204" pitchFamily="34" charset="0"/>
              <a:buChar char="-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Quatrième niveau</a:t>
            </a:r>
          </a:p>
          <a:p>
            <a:pPr marL="1655959" marR="0" lvl="4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234642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BD0BFF44-D13E-7165-6D88-D6F20C98141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7568182" y="1405314"/>
            <a:ext cx="3146957" cy="4366708"/>
          </a:xfrm>
          <a:prstGeom prst="rect">
            <a:avLst/>
          </a:prstGeom>
        </p:spPr>
      </p:pic>
      <p:sp>
        <p:nvSpPr>
          <p:cNvPr id="2" name="Espace réservé pour une image  18">
            <a:extLst>
              <a:ext uri="{FF2B5EF4-FFF2-40B4-BE49-F238E27FC236}">
                <a16:creationId xmlns:a16="http://schemas.microsoft.com/office/drawing/2014/main" id="{295A11B9-AE43-9209-B058-D433C60AB5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36654" y="2184261"/>
            <a:ext cx="4006477" cy="2809081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F4D28FE8-4B25-7473-B965-8AB6FCACE6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2C7E9C8D-C11A-CC1D-CE81-2A165B64D08F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DA606225-0F97-6770-E5A8-154170BE5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473022"/>
            <a:ext cx="5500799" cy="4692828"/>
          </a:xfrm>
        </p:spPr>
        <p:txBody>
          <a:bodyPr/>
          <a:lstStyle>
            <a:lvl1pPr>
              <a:defRPr/>
            </a:lvl1pPr>
            <a:lvl5pPr marL="1655959">
              <a:buClr>
                <a:schemeClr val="accent3"/>
              </a:buClr>
              <a:defRPr sz="1200"/>
            </a:lvl5pPr>
          </a:lstStyle>
          <a:p>
            <a:pPr marL="335992" marR="0" lvl="0" indent="-431989" algn="l" defTabSz="121917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2E95"/>
              </a:buClr>
              <a:buSzPct val="15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Premier niveau</a:t>
            </a:r>
          </a:p>
          <a:p>
            <a:pPr marL="719982" marR="0" lvl="1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Deuxième niveau</a:t>
            </a:r>
          </a:p>
          <a:p>
            <a:pPr marL="1007975" marR="0" lvl="2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372E95"/>
              </a:buClr>
              <a:buSzPct val="88000"/>
              <a:buFont typeface="Century Gothic" panose="020B0502020202020204" pitchFamily="34" charset="0"/>
              <a:buChar char="→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Troisième niveau</a:t>
            </a:r>
          </a:p>
          <a:p>
            <a:pPr marL="1343966" marR="0" lvl="3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Tx/>
              <a:buSzPct val="94000"/>
              <a:buFont typeface="Century Gothic" panose="020B0502020202020204" pitchFamily="34" charset="0"/>
              <a:buChar char="-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Quatrième niveau</a:t>
            </a:r>
          </a:p>
          <a:p>
            <a:pPr marL="1655959" marR="0" lvl="4" indent="-304792" algn="l" defTabSz="1219170" rtl="0" eaLnBrk="1" fontAlgn="auto" latinLnBrk="0" hangingPunct="1">
              <a:lnSpc>
                <a:spcPct val="114000"/>
              </a:lnSpc>
              <a:spcBef>
                <a:spcPts val="667"/>
              </a:spcBef>
              <a:spcAft>
                <a:spcPts val="0"/>
              </a:spcAft>
              <a:buClr>
                <a:srgbClr val="776ED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7487792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le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C6C17150-5E82-5084-A7AF-D6BBA27652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9921" y="1622787"/>
            <a:ext cx="2087175" cy="4143197"/>
          </a:xfrm>
          <a:prstGeom prst="rect">
            <a:avLst/>
          </a:prstGeom>
        </p:spPr>
      </p:pic>
      <p:sp>
        <p:nvSpPr>
          <p:cNvPr id="2" name="Espace réservé pour une image  18">
            <a:extLst>
              <a:ext uri="{FF2B5EF4-FFF2-40B4-BE49-F238E27FC236}">
                <a16:creationId xmlns:a16="http://schemas.microsoft.com/office/drawing/2014/main" id="{E7847F3C-66C7-C59A-9E11-D8345981D4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38565" y="1754524"/>
            <a:ext cx="1819835" cy="3878400"/>
          </a:xfrm>
          <a:prstGeom prst="roundRect">
            <a:avLst>
              <a:gd name="adj" fmla="val 8293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28AE959B-8180-DBA5-C0BC-FC8FE64811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161578B6-5BDB-7630-2F45-850D66BDB967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F34CF844-CB43-4CF8-E1DD-F0AB482AD5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473022"/>
            <a:ext cx="5500799" cy="4692828"/>
          </a:xfrm>
        </p:spPr>
        <p:txBody>
          <a:bodyPr/>
          <a:lstStyle>
            <a:lvl1pPr>
              <a:defRPr/>
            </a:lvl1pPr>
            <a:lvl5pPr marL="1655959">
              <a:buClr>
                <a:schemeClr val="accent3"/>
              </a:buClr>
              <a:defRPr sz="1200"/>
            </a:lvl5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97115510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dèle 15 logos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3B3D14B3-4E7C-7BD3-C3A3-98EA7A63DC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32" name="Espace réservé pour une image  31">
            <a:extLst>
              <a:ext uri="{FF2B5EF4-FFF2-40B4-BE49-F238E27FC236}">
                <a16:creationId xmlns:a16="http://schemas.microsoft.com/office/drawing/2014/main" id="{FE2B36A9-22F6-4A3A-AEB0-E0641BB1DF2E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871549" y="9645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4" name="Espace réservé pour une image  31">
            <a:extLst>
              <a:ext uri="{FF2B5EF4-FFF2-40B4-BE49-F238E27FC236}">
                <a16:creationId xmlns:a16="http://schemas.microsoft.com/office/drawing/2014/main" id="{4BD539F6-6341-46D6-9C1C-90DDD7F9EBC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486581" y="9645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5" name="Espace réservé pour une image  31">
            <a:extLst>
              <a:ext uri="{FF2B5EF4-FFF2-40B4-BE49-F238E27FC236}">
                <a16:creationId xmlns:a16="http://schemas.microsoft.com/office/drawing/2014/main" id="{275CF9F4-7871-4F9B-9ED5-3056825ABF1B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7101612" y="95377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6" name="Espace réservé pour une image  31">
            <a:extLst>
              <a:ext uri="{FF2B5EF4-FFF2-40B4-BE49-F238E27FC236}">
                <a16:creationId xmlns:a16="http://schemas.microsoft.com/office/drawing/2014/main" id="{1092C7FB-66C2-4A6C-BA8A-F55707C186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16643" y="95377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7" name="Espace réservé pour une image  31">
            <a:extLst>
              <a:ext uri="{FF2B5EF4-FFF2-40B4-BE49-F238E27FC236}">
                <a16:creationId xmlns:a16="http://schemas.microsoft.com/office/drawing/2014/main" id="{294EF479-6FC8-4096-866A-867E4F2FE6D1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0331673" y="96456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8" name="Espace réservé pour une image  31">
            <a:extLst>
              <a:ext uri="{FF2B5EF4-FFF2-40B4-BE49-F238E27FC236}">
                <a16:creationId xmlns:a16="http://schemas.microsoft.com/office/drawing/2014/main" id="{AB95886C-E9F4-4F17-8755-E26DE46C719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871549" y="25433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9" name="Espace réservé pour une image  31">
            <a:extLst>
              <a:ext uri="{FF2B5EF4-FFF2-40B4-BE49-F238E27FC236}">
                <a16:creationId xmlns:a16="http://schemas.microsoft.com/office/drawing/2014/main" id="{64675309-1308-41B7-BAEC-6705900CDD1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486581" y="25433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0" name="Espace réservé pour une image  31">
            <a:extLst>
              <a:ext uri="{FF2B5EF4-FFF2-40B4-BE49-F238E27FC236}">
                <a16:creationId xmlns:a16="http://schemas.microsoft.com/office/drawing/2014/main" id="{15B3E895-BD94-4246-A965-59C33932016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101612" y="253257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1" name="Espace réservé pour une image  31">
            <a:extLst>
              <a:ext uri="{FF2B5EF4-FFF2-40B4-BE49-F238E27FC236}">
                <a16:creationId xmlns:a16="http://schemas.microsoft.com/office/drawing/2014/main" id="{A39ECB29-CFE5-4FD8-B1CB-3A8928F4E0A2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8716643" y="253257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2" name="Espace réservé pour une image  31">
            <a:extLst>
              <a:ext uri="{FF2B5EF4-FFF2-40B4-BE49-F238E27FC236}">
                <a16:creationId xmlns:a16="http://schemas.microsoft.com/office/drawing/2014/main" id="{67CB1E45-2AF8-45E2-B294-FF0B11546B94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0331673" y="254336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3" name="Espace réservé pour une image  31">
            <a:extLst>
              <a:ext uri="{FF2B5EF4-FFF2-40B4-BE49-F238E27FC236}">
                <a16:creationId xmlns:a16="http://schemas.microsoft.com/office/drawing/2014/main" id="{91F461AB-2A26-45E8-A039-2DCE92D684C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871549" y="409720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4" name="Espace réservé pour une image  31">
            <a:extLst>
              <a:ext uri="{FF2B5EF4-FFF2-40B4-BE49-F238E27FC236}">
                <a16:creationId xmlns:a16="http://schemas.microsoft.com/office/drawing/2014/main" id="{9516E1D5-4389-4310-B72D-2CE5084D8CF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5486581" y="409720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5" name="Espace réservé pour une image  31">
            <a:extLst>
              <a:ext uri="{FF2B5EF4-FFF2-40B4-BE49-F238E27FC236}">
                <a16:creationId xmlns:a16="http://schemas.microsoft.com/office/drawing/2014/main" id="{4D76FC21-6945-45AC-A7B3-2E0EF730EFAC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101612" y="408641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6" name="Espace réservé pour une image  31">
            <a:extLst>
              <a:ext uri="{FF2B5EF4-FFF2-40B4-BE49-F238E27FC236}">
                <a16:creationId xmlns:a16="http://schemas.microsoft.com/office/drawing/2014/main" id="{64FC5C8B-15E3-4B39-9330-1F73DDDBEF68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8716643" y="408641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7" name="Espace réservé pour une image  31">
            <a:extLst>
              <a:ext uri="{FF2B5EF4-FFF2-40B4-BE49-F238E27FC236}">
                <a16:creationId xmlns:a16="http://schemas.microsoft.com/office/drawing/2014/main" id="{67550772-A290-42F6-B24D-0091D04EF18A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10331673" y="409720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cxnSp>
        <p:nvCxnSpPr>
          <p:cNvPr id="8" name="Google Shape;17;p3">
            <a:extLst>
              <a:ext uri="{FF2B5EF4-FFF2-40B4-BE49-F238E27FC236}">
                <a16:creationId xmlns:a16="http://schemas.microsoft.com/office/drawing/2014/main" id="{09951282-FE69-B853-0E06-133930D9BF9C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70;p10">
            <a:extLst>
              <a:ext uri="{FF2B5EF4-FFF2-40B4-BE49-F238E27FC236}">
                <a16:creationId xmlns:a16="http://schemas.microsoft.com/office/drawing/2014/main" id="{D6606253-B43D-5EF0-61C4-E7D5EBA58B6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8" y="830020"/>
            <a:ext cx="2611119" cy="15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73900705"/>
      </p:ext>
    </p:extLst>
  </p:cSld>
  <p:clrMapOvr>
    <a:masterClrMapping/>
  </p:clrMapOvr>
  <p:transition advClick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èle 9 logos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3B3D14B3-4E7C-7BD3-C3A3-98EA7A63DC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32" name="Espace réservé pour une image  31">
            <a:extLst>
              <a:ext uri="{FF2B5EF4-FFF2-40B4-BE49-F238E27FC236}">
                <a16:creationId xmlns:a16="http://schemas.microsoft.com/office/drawing/2014/main" id="{FE2B36A9-22F6-4A3A-AEB0-E0641BB1DF2E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871550" y="9645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4" name="Espace réservé pour une image  31">
            <a:extLst>
              <a:ext uri="{FF2B5EF4-FFF2-40B4-BE49-F238E27FC236}">
                <a16:creationId xmlns:a16="http://schemas.microsoft.com/office/drawing/2014/main" id="{4BD539F6-6341-46D6-9C1C-90DDD7F9EBC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591439" y="9645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5" name="Espace réservé pour une image  31">
            <a:extLst>
              <a:ext uri="{FF2B5EF4-FFF2-40B4-BE49-F238E27FC236}">
                <a16:creationId xmlns:a16="http://schemas.microsoft.com/office/drawing/2014/main" id="{275CF9F4-7871-4F9B-9ED5-3056825ABF1B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9311329" y="953777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8" name="Espace réservé pour une image  31">
            <a:extLst>
              <a:ext uri="{FF2B5EF4-FFF2-40B4-BE49-F238E27FC236}">
                <a16:creationId xmlns:a16="http://schemas.microsoft.com/office/drawing/2014/main" id="{AB95886C-E9F4-4F17-8755-E26DE46C719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871550" y="25433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9" name="Espace réservé pour une image  31">
            <a:extLst>
              <a:ext uri="{FF2B5EF4-FFF2-40B4-BE49-F238E27FC236}">
                <a16:creationId xmlns:a16="http://schemas.microsoft.com/office/drawing/2014/main" id="{64675309-1308-41B7-BAEC-6705900CDD1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591439" y="25433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0" name="Espace réservé pour une image  31">
            <a:extLst>
              <a:ext uri="{FF2B5EF4-FFF2-40B4-BE49-F238E27FC236}">
                <a16:creationId xmlns:a16="http://schemas.microsoft.com/office/drawing/2014/main" id="{15B3E895-BD94-4246-A965-59C33932016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311329" y="2532578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3" name="Espace réservé pour une image  31">
            <a:extLst>
              <a:ext uri="{FF2B5EF4-FFF2-40B4-BE49-F238E27FC236}">
                <a16:creationId xmlns:a16="http://schemas.microsoft.com/office/drawing/2014/main" id="{91F461AB-2A26-45E8-A039-2DCE92D684C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871550" y="409720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4" name="Espace réservé pour une image  31">
            <a:extLst>
              <a:ext uri="{FF2B5EF4-FFF2-40B4-BE49-F238E27FC236}">
                <a16:creationId xmlns:a16="http://schemas.microsoft.com/office/drawing/2014/main" id="{9516E1D5-4389-4310-B72D-2CE5084D8CF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1439" y="409720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5" name="Espace réservé pour une image  31">
            <a:extLst>
              <a:ext uri="{FF2B5EF4-FFF2-40B4-BE49-F238E27FC236}">
                <a16:creationId xmlns:a16="http://schemas.microsoft.com/office/drawing/2014/main" id="{4D76FC21-6945-45AC-A7B3-2E0EF730EFAC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311329" y="4086418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cxnSp>
        <p:nvCxnSpPr>
          <p:cNvPr id="8" name="Google Shape;17;p3">
            <a:extLst>
              <a:ext uri="{FF2B5EF4-FFF2-40B4-BE49-F238E27FC236}">
                <a16:creationId xmlns:a16="http://schemas.microsoft.com/office/drawing/2014/main" id="{09951282-FE69-B853-0E06-133930D9BF9C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70;p10">
            <a:extLst>
              <a:ext uri="{FF2B5EF4-FFF2-40B4-BE49-F238E27FC236}">
                <a16:creationId xmlns:a16="http://schemas.microsoft.com/office/drawing/2014/main" id="{D6606253-B43D-5EF0-61C4-E7D5EBA58B6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8" y="830020"/>
            <a:ext cx="2611119" cy="15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3437592"/>
      </p:ext>
    </p:extLst>
  </p:cSld>
  <p:clrMapOvr>
    <a:masterClrMapping/>
  </p:clrMapOvr>
  <p:transition advClick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èle 3 logos clients + témoign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CF6979E1-CDFD-88AD-A995-7BDA712336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4" name="Graphique 3">
            <a:extLst>
              <a:ext uri="{FF2B5EF4-FFF2-40B4-BE49-F238E27FC236}">
                <a16:creationId xmlns:a16="http://schemas.microsoft.com/office/drawing/2014/main" id="{D99BF374-7EDF-CF2C-BF9B-8B1F3D6C66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5" name="Google Shape;289;p33">
            <a:extLst>
              <a:ext uri="{FF2B5EF4-FFF2-40B4-BE49-F238E27FC236}">
                <a16:creationId xmlns:a16="http://schemas.microsoft.com/office/drawing/2014/main" id="{6B8BEF06-F593-23E6-7293-AD5E6C2B7629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383118" y="357717"/>
            <a:ext cx="11425767" cy="76623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pour ajouter un titre</a:t>
            </a:r>
            <a:endParaRPr/>
          </a:p>
        </p:txBody>
      </p:sp>
      <p:cxnSp>
        <p:nvCxnSpPr>
          <p:cNvPr id="6" name="Google Shape;81;p11">
            <a:extLst>
              <a:ext uri="{FF2B5EF4-FFF2-40B4-BE49-F238E27FC236}">
                <a16:creationId xmlns:a16="http://schemas.microsoft.com/office/drawing/2014/main" id="{9F805E78-BADA-3F21-ECF5-1F9B68940CBD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81;p11">
            <a:extLst>
              <a:ext uri="{FF2B5EF4-FFF2-40B4-BE49-F238E27FC236}">
                <a16:creationId xmlns:a16="http://schemas.microsoft.com/office/drawing/2014/main" id="{738A39A3-E79B-ED5C-0642-4F730AAB1677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Espace réservé pour une image  31">
            <a:extLst>
              <a:ext uri="{FF2B5EF4-FFF2-40B4-BE49-F238E27FC236}">
                <a16:creationId xmlns:a16="http://schemas.microsoft.com/office/drawing/2014/main" id="{70A06FB6-1DC9-4A32-7C99-B564EC24CCB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83118" y="1748636"/>
            <a:ext cx="960069" cy="110187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BE30DAA2-2904-0557-840B-6C683D6DE5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8" y="3588087"/>
            <a:ext cx="3463013" cy="1700352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fr-FR"/>
              <a:t>Cliquez pour ajouter un témoignage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D81C02A8-38CD-86D6-EBF0-D3FD9746FB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94131" y="1860449"/>
            <a:ext cx="2352000" cy="258256"/>
          </a:xfrm>
        </p:spPr>
        <p:txBody>
          <a:bodyPr anchor="ctr"/>
          <a:lstStyle>
            <a:lvl1pPr marL="0" indent="0" algn="l">
              <a:buNone/>
              <a:defRPr sz="14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3" name="Espace réservé du texte 18">
            <a:extLst>
              <a:ext uri="{FF2B5EF4-FFF2-40B4-BE49-F238E27FC236}">
                <a16:creationId xmlns:a16="http://schemas.microsoft.com/office/drawing/2014/main" id="{8B77503B-B88F-70F3-2EEB-455D09B100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4131" y="2158989"/>
            <a:ext cx="2352000" cy="258256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Organisme</a:t>
            </a:r>
          </a:p>
        </p:txBody>
      </p:sp>
      <p:cxnSp>
        <p:nvCxnSpPr>
          <p:cNvPr id="33" name="Straight Connector 9">
            <a:extLst>
              <a:ext uri="{FF2B5EF4-FFF2-40B4-BE49-F238E27FC236}">
                <a16:creationId xmlns:a16="http://schemas.microsoft.com/office/drawing/2014/main" id="{4D494471-14BE-2DD1-E6FA-3AF8A2ADB8E5}"/>
              </a:ext>
            </a:extLst>
          </p:cNvPr>
          <p:cNvCxnSpPr>
            <a:cxnSpLocks/>
          </p:cNvCxnSpPr>
          <p:nvPr userDrawn="1"/>
        </p:nvCxnSpPr>
        <p:spPr>
          <a:xfrm>
            <a:off x="1486168" y="1748636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>
            <a:extLst>
              <a:ext uri="{FF2B5EF4-FFF2-40B4-BE49-F238E27FC236}">
                <a16:creationId xmlns:a16="http://schemas.microsoft.com/office/drawing/2014/main" id="{88F81330-6C78-4E90-BC8A-2E63C1415566}"/>
              </a:ext>
            </a:extLst>
          </p:cNvPr>
          <p:cNvCxnSpPr>
            <a:cxnSpLocks/>
          </p:cNvCxnSpPr>
          <p:nvPr userDrawn="1"/>
        </p:nvCxnSpPr>
        <p:spPr>
          <a:xfrm>
            <a:off x="1486168" y="2867049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space réservé pour une image  31">
            <a:extLst>
              <a:ext uri="{FF2B5EF4-FFF2-40B4-BE49-F238E27FC236}">
                <a16:creationId xmlns:a16="http://schemas.microsoft.com/office/drawing/2014/main" id="{7F62027F-9439-806B-0691-5B0D7124C5F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361206" y="1748636"/>
            <a:ext cx="960069" cy="110187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61" name="Espace réservé du texte 20">
            <a:extLst>
              <a:ext uri="{FF2B5EF4-FFF2-40B4-BE49-F238E27FC236}">
                <a16:creationId xmlns:a16="http://schemas.microsoft.com/office/drawing/2014/main" id="{3A7F9BA2-61E6-CCE4-B06C-9CBFA86043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1206" y="3588087"/>
            <a:ext cx="3463013" cy="1700352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fr-FR"/>
              <a:t>Cliquez pour ajouter un témoignage</a:t>
            </a:r>
          </a:p>
        </p:txBody>
      </p:sp>
      <p:sp>
        <p:nvSpPr>
          <p:cNvPr id="62" name="Espace réservé du texte 18">
            <a:extLst>
              <a:ext uri="{FF2B5EF4-FFF2-40B4-BE49-F238E27FC236}">
                <a16:creationId xmlns:a16="http://schemas.microsoft.com/office/drawing/2014/main" id="{BEE6E016-DB84-002B-C5DA-5A366828AB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72219" y="1860449"/>
            <a:ext cx="2352000" cy="258256"/>
          </a:xfrm>
        </p:spPr>
        <p:txBody>
          <a:bodyPr anchor="ctr"/>
          <a:lstStyle>
            <a:lvl1pPr marL="0" indent="0" algn="l">
              <a:buNone/>
              <a:defRPr sz="14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63" name="Espace réservé du texte 18">
            <a:extLst>
              <a:ext uri="{FF2B5EF4-FFF2-40B4-BE49-F238E27FC236}">
                <a16:creationId xmlns:a16="http://schemas.microsoft.com/office/drawing/2014/main" id="{14C9F721-4F15-8AF0-E081-41BEE4F0FD8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2219" y="2158989"/>
            <a:ext cx="2352000" cy="258256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Organisme</a:t>
            </a:r>
          </a:p>
        </p:txBody>
      </p:sp>
      <p:cxnSp>
        <p:nvCxnSpPr>
          <p:cNvPr id="70" name="Straight Connector 9">
            <a:extLst>
              <a:ext uri="{FF2B5EF4-FFF2-40B4-BE49-F238E27FC236}">
                <a16:creationId xmlns:a16="http://schemas.microsoft.com/office/drawing/2014/main" id="{BA2BCB20-4CD3-EF8C-76A0-9FDF206C1184}"/>
              </a:ext>
            </a:extLst>
          </p:cNvPr>
          <p:cNvCxnSpPr>
            <a:cxnSpLocks/>
          </p:cNvCxnSpPr>
          <p:nvPr userDrawn="1"/>
        </p:nvCxnSpPr>
        <p:spPr>
          <a:xfrm>
            <a:off x="5464256" y="1748636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9">
            <a:extLst>
              <a:ext uri="{FF2B5EF4-FFF2-40B4-BE49-F238E27FC236}">
                <a16:creationId xmlns:a16="http://schemas.microsoft.com/office/drawing/2014/main" id="{74FE83EF-91CD-301E-D929-63BED9148B21}"/>
              </a:ext>
            </a:extLst>
          </p:cNvPr>
          <p:cNvCxnSpPr>
            <a:cxnSpLocks/>
          </p:cNvCxnSpPr>
          <p:nvPr userDrawn="1"/>
        </p:nvCxnSpPr>
        <p:spPr>
          <a:xfrm>
            <a:off x="5464256" y="2867049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space réservé pour une image  31">
            <a:extLst>
              <a:ext uri="{FF2B5EF4-FFF2-40B4-BE49-F238E27FC236}">
                <a16:creationId xmlns:a16="http://schemas.microsoft.com/office/drawing/2014/main" id="{517A7085-ADEF-41CB-BB70-02192D881F60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8338011" y="1794213"/>
            <a:ext cx="960069" cy="110187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75" name="Espace réservé du texte 20">
            <a:extLst>
              <a:ext uri="{FF2B5EF4-FFF2-40B4-BE49-F238E27FC236}">
                <a16:creationId xmlns:a16="http://schemas.microsoft.com/office/drawing/2014/main" id="{357E3DD4-333E-7246-991A-082944164A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8011" y="3633664"/>
            <a:ext cx="3463013" cy="1700352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fr-FR"/>
              <a:t>Cliquez pour ajouter un témoignage</a:t>
            </a:r>
          </a:p>
        </p:txBody>
      </p:sp>
      <p:sp>
        <p:nvSpPr>
          <p:cNvPr id="76" name="Espace réservé du texte 18">
            <a:extLst>
              <a:ext uri="{FF2B5EF4-FFF2-40B4-BE49-F238E27FC236}">
                <a16:creationId xmlns:a16="http://schemas.microsoft.com/office/drawing/2014/main" id="{1DAE79B0-B7FF-759D-6AAA-0ECC151647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9024" y="1906027"/>
            <a:ext cx="2352000" cy="258256"/>
          </a:xfrm>
        </p:spPr>
        <p:txBody>
          <a:bodyPr anchor="ctr"/>
          <a:lstStyle>
            <a:lvl1pPr marL="0" indent="0" algn="l">
              <a:buNone/>
              <a:defRPr sz="14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77" name="Espace réservé du texte 18">
            <a:extLst>
              <a:ext uri="{FF2B5EF4-FFF2-40B4-BE49-F238E27FC236}">
                <a16:creationId xmlns:a16="http://schemas.microsoft.com/office/drawing/2014/main" id="{D410B861-0789-5609-8BE8-D91A847CCA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49024" y="2204567"/>
            <a:ext cx="2352000" cy="258256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Organisme</a:t>
            </a:r>
          </a:p>
        </p:txBody>
      </p:sp>
      <p:cxnSp>
        <p:nvCxnSpPr>
          <p:cNvPr id="84" name="Straight Connector 9">
            <a:extLst>
              <a:ext uri="{FF2B5EF4-FFF2-40B4-BE49-F238E27FC236}">
                <a16:creationId xmlns:a16="http://schemas.microsoft.com/office/drawing/2014/main" id="{132125A9-4E85-B9F3-E488-204057C1B794}"/>
              </a:ext>
            </a:extLst>
          </p:cNvPr>
          <p:cNvCxnSpPr>
            <a:cxnSpLocks/>
          </p:cNvCxnSpPr>
          <p:nvPr userDrawn="1"/>
        </p:nvCxnSpPr>
        <p:spPr>
          <a:xfrm>
            <a:off x="9441061" y="1794213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9">
            <a:extLst>
              <a:ext uri="{FF2B5EF4-FFF2-40B4-BE49-F238E27FC236}">
                <a16:creationId xmlns:a16="http://schemas.microsoft.com/office/drawing/2014/main" id="{5726ED3C-2EA8-2E0F-53C7-8D5A4DEA40EC}"/>
              </a:ext>
            </a:extLst>
          </p:cNvPr>
          <p:cNvCxnSpPr>
            <a:cxnSpLocks/>
          </p:cNvCxnSpPr>
          <p:nvPr userDrawn="1"/>
        </p:nvCxnSpPr>
        <p:spPr>
          <a:xfrm>
            <a:off x="9441061" y="2912627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330992"/>
      </p:ext>
    </p:extLst>
  </p:cSld>
  <p:clrMapOvr>
    <a:masterClrMapping/>
  </p:clrMapOvr>
  <p:transition advClick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avec image modifiab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56CC66D-2D93-2505-423E-CEA462EFDE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6" name="Google Shape;1458;p80">
            <a:extLst>
              <a:ext uri="{FF2B5EF4-FFF2-40B4-BE49-F238E27FC236}">
                <a16:creationId xmlns:a16="http://schemas.microsoft.com/office/drawing/2014/main" id="{F24ED545-D443-F086-AE8F-33963FDD8344}"/>
              </a:ext>
            </a:extLst>
          </p:cNvPr>
          <p:cNvSpPr/>
          <p:nvPr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sp>
        <p:nvSpPr>
          <p:cNvPr id="7" name="Espace réservé pour une image  7">
            <a:extLst>
              <a:ext uri="{FF2B5EF4-FFF2-40B4-BE49-F238E27FC236}">
                <a16:creationId xmlns:a16="http://schemas.microsoft.com/office/drawing/2014/main" id="{CE018A8E-44CB-0CB2-3F62-3B7856558F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76067" y="0"/>
            <a:ext cx="4715933" cy="4917440"/>
          </a:xfrm>
          <a:prstGeom prst="round2DiagRect">
            <a:avLst>
              <a:gd name="adj1" fmla="val 20108"/>
              <a:gd name="adj2" fmla="val 0"/>
            </a:avLst>
          </a:prstGeom>
        </p:spPr>
        <p:txBody>
          <a:bodyPr anchor="ctr"/>
          <a:lstStyle>
            <a:lvl1pPr marL="152396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3" y="1521956"/>
            <a:ext cx="5760000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26003" y="3980120"/>
            <a:ext cx="5760000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DDD4843D-C0CB-9500-7988-FD1E9922FFC4}"/>
              </a:ext>
            </a:extLst>
          </p:cNvPr>
          <p:cNvCxnSpPr>
            <a:cxnSpLocks/>
          </p:cNvCxnSpPr>
          <p:nvPr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1458;p80">
            <a:extLst>
              <a:ext uri="{FF2B5EF4-FFF2-40B4-BE49-F238E27FC236}">
                <a16:creationId xmlns:a16="http://schemas.microsoft.com/office/drawing/2014/main" id="{0A4D691E-A2FB-7737-E0EE-BC2826808982}"/>
              </a:ext>
            </a:extLst>
          </p:cNvPr>
          <p:cNvSpPr/>
          <p:nvPr userDrawn="1"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9049E841-C48A-D921-6070-67FAAC080C36}"/>
              </a:ext>
            </a:extLst>
          </p:cNvPr>
          <p:cNvCxnSpPr>
            <a:cxnSpLocks/>
          </p:cNvCxnSpPr>
          <p:nvPr userDrawn="1"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3001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avec image modifi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56CC66D-2D93-2505-423E-CEA462EFDE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6" name="Google Shape;1458;p80">
            <a:extLst>
              <a:ext uri="{FF2B5EF4-FFF2-40B4-BE49-F238E27FC236}">
                <a16:creationId xmlns:a16="http://schemas.microsoft.com/office/drawing/2014/main" id="{F24ED545-D443-F086-AE8F-33963FDD8344}"/>
              </a:ext>
            </a:extLst>
          </p:cNvPr>
          <p:cNvSpPr/>
          <p:nvPr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sp>
        <p:nvSpPr>
          <p:cNvPr id="7" name="Espace réservé pour une image  7">
            <a:extLst>
              <a:ext uri="{FF2B5EF4-FFF2-40B4-BE49-F238E27FC236}">
                <a16:creationId xmlns:a16="http://schemas.microsoft.com/office/drawing/2014/main" id="{CE018A8E-44CB-0CB2-3F62-3B7856558F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76067" y="0"/>
            <a:ext cx="4715933" cy="4917440"/>
          </a:xfrm>
          <a:prstGeom prst="round2DiagRect">
            <a:avLst>
              <a:gd name="adj1" fmla="val 20108"/>
              <a:gd name="adj2" fmla="val 0"/>
            </a:avLst>
          </a:prstGeom>
        </p:spPr>
        <p:txBody>
          <a:bodyPr anchor="ctr">
            <a:normAutofit/>
          </a:bodyPr>
          <a:lstStyle>
            <a:lvl1pPr marL="152396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3" y="1521956"/>
            <a:ext cx="5760000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26003" y="3980120"/>
            <a:ext cx="5760000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76EAF9A0-339B-A87A-202C-6ECE97404EAE}"/>
              </a:ext>
            </a:extLst>
          </p:cNvPr>
          <p:cNvCxnSpPr>
            <a:cxnSpLocks/>
          </p:cNvCxnSpPr>
          <p:nvPr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1458;p80">
            <a:extLst>
              <a:ext uri="{FF2B5EF4-FFF2-40B4-BE49-F238E27FC236}">
                <a16:creationId xmlns:a16="http://schemas.microsoft.com/office/drawing/2014/main" id="{531A5438-317F-1DF8-1B82-AAF5754DCDB1}"/>
              </a:ext>
            </a:extLst>
          </p:cNvPr>
          <p:cNvSpPr/>
          <p:nvPr userDrawn="1"/>
        </p:nvSpPr>
        <p:spPr>
          <a:xfrm>
            <a:off x="7140967" y="752011"/>
            <a:ext cx="4418480" cy="4471056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BE788A2F-7222-44BE-CA3A-9E33362F16A9}"/>
              </a:ext>
            </a:extLst>
          </p:cNvPr>
          <p:cNvCxnSpPr>
            <a:cxnSpLocks/>
          </p:cNvCxnSpPr>
          <p:nvPr userDrawn="1"/>
        </p:nvCxnSpPr>
        <p:spPr>
          <a:xfrm>
            <a:off x="435905" y="1933145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24517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 - Comme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: avec coin arrondi 15">
            <a:extLst>
              <a:ext uri="{FF2B5EF4-FFF2-40B4-BE49-F238E27FC236}">
                <a16:creationId xmlns:a16="http://schemas.microsoft.com/office/drawing/2014/main" id="{53725DD2-B4E0-0328-C47C-5B34EC06A849}"/>
              </a:ext>
            </a:extLst>
          </p:cNvPr>
          <p:cNvSpPr/>
          <p:nvPr userDrawn="1"/>
        </p:nvSpPr>
        <p:spPr>
          <a:xfrm rot="10800000">
            <a:off x="8785411" y="0"/>
            <a:ext cx="3406589" cy="448235"/>
          </a:xfrm>
          <a:prstGeom prst="round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442E70F-2AB9-852D-E44F-6A54C11D4F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85411" y="0"/>
            <a:ext cx="3406589" cy="44823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 du rendez-vous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3066A1-9D08-08FE-A604-37A5F20717DE}"/>
              </a:ext>
            </a:extLst>
          </p:cNvPr>
          <p:cNvSpPr/>
          <p:nvPr userDrawn="1"/>
        </p:nvSpPr>
        <p:spPr>
          <a:xfrm>
            <a:off x="-1595" y="3429000"/>
            <a:ext cx="12193596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8E684B16-7431-CD40-FD46-823237CCDF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2" y="384599"/>
            <a:ext cx="6960623" cy="263733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le titre de la présentation</a:t>
            </a:r>
            <a:br>
              <a:rPr lang="fr-FR"/>
            </a:br>
            <a:r>
              <a:rPr lang="fr-FR"/>
              <a:t>commerciale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83119" y="3599086"/>
            <a:ext cx="11436848" cy="56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l’objectif du rendez-vous</a:t>
            </a:r>
            <a:endParaRPr/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BE788A2F-7222-44BE-CA3A-9E33362F16A9}"/>
              </a:ext>
            </a:extLst>
          </p:cNvPr>
          <p:cNvCxnSpPr>
            <a:cxnSpLocks/>
          </p:cNvCxnSpPr>
          <p:nvPr userDrawn="1"/>
        </p:nvCxnSpPr>
        <p:spPr>
          <a:xfrm>
            <a:off x="435905" y="384599"/>
            <a:ext cx="0" cy="26373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7912C2B2-7A8D-48D8-0D77-24A1409E01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667432" y="942537"/>
            <a:ext cx="3141449" cy="19868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52396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</a:t>
            </a:r>
            <a:br>
              <a:rPr lang="fr-FR"/>
            </a:br>
            <a:r>
              <a:rPr lang="fr-FR"/>
              <a:t>le logo du client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6356B623-430D-E5BD-C8A0-A9F1854C16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0471" y="4358569"/>
            <a:ext cx="1731059" cy="258256"/>
          </a:xfrm>
        </p:spPr>
        <p:txBody>
          <a:bodyPr anchor="ctr"/>
          <a:lstStyle>
            <a:lvl1pPr marL="0" indent="0" algn="ctr">
              <a:buNone/>
              <a:defRPr sz="18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Interlocuteurs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E1CA5E54-1E53-F1EA-1282-15171420A8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33" y="4743393"/>
            <a:ext cx="11436848" cy="1422457"/>
          </a:xfrm>
        </p:spPr>
        <p:txBody>
          <a:bodyPr numCol="2" spcCol="25200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fr-FR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br>
              <a:rPr lang="fr-FR"/>
            </a:br>
            <a:r>
              <a:rPr lang="fr-FR"/>
              <a:t>Prénom NOM – Poste </a:t>
            </a:r>
          </a:p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</a:p>
        </p:txBody>
      </p:sp>
      <p:sp>
        <p:nvSpPr>
          <p:cNvPr id="28" name="Google Shape;19;p3">
            <a:extLst>
              <a:ext uri="{FF2B5EF4-FFF2-40B4-BE49-F238E27FC236}">
                <a16:creationId xmlns:a16="http://schemas.microsoft.com/office/drawing/2014/main" id="{27C00611-07D6-5CF5-D531-E5BA87C82627}"/>
              </a:ext>
            </a:extLst>
          </p:cNvPr>
          <p:cNvSpPr txBox="1"/>
          <p:nvPr userDrawn="1"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 b="1">
              <a:solidFill>
                <a:schemeClr val="bg1"/>
              </a:solidFill>
              <a:latin typeface="+mj-lt"/>
              <a:ea typeface="Josefin Sans"/>
              <a:cs typeface="Josefin Sans"/>
              <a:sym typeface="Josefin Sans"/>
            </a:endParaRP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26AEFD6F-315D-AA69-04FB-F424FE81C6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63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 - Commer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: avec coin arrondi 15">
            <a:extLst>
              <a:ext uri="{FF2B5EF4-FFF2-40B4-BE49-F238E27FC236}">
                <a16:creationId xmlns:a16="http://schemas.microsoft.com/office/drawing/2014/main" id="{53725DD2-B4E0-0328-C47C-5B34EC06A849}"/>
              </a:ext>
            </a:extLst>
          </p:cNvPr>
          <p:cNvSpPr/>
          <p:nvPr userDrawn="1"/>
        </p:nvSpPr>
        <p:spPr>
          <a:xfrm rot="10800000">
            <a:off x="8785411" y="0"/>
            <a:ext cx="3406589" cy="448235"/>
          </a:xfrm>
          <a:prstGeom prst="round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442E70F-2AB9-852D-E44F-6A54C11D4F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85411" y="0"/>
            <a:ext cx="3406589" cy="44823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 du rendez-vous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71A86D19-C20D-605B-45A8-0DF0D7A040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1" y="12036"/>
            <a:ext cx="2611121" cy="471932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F3066A1-9D08-08FE-A604-37A5F20717DE}"/>
              </a:ext>
            </a:extLst>
          </p:cNvPr>
          <p:cNvSpPr/>
          <p:nvPr userDrawn="1"/>
        </p:nvSpPr>
        <p:spPr>
          <a:xfrm>
            <a:off x="-1595" y="3429000"/>
            <a:ext cx="12193596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Google Shape;298;p35">
            <a:extLst>
              <a:ext uri="{FF2B5EF4-FFF2-40B4-BE49-F238E27FC236}">
                <a16:creationId xmlns:a16="http://schemas.microsoft.com/office/drawing/2014/main" id="{57B06D9E-8FC2-0BF7-FBFF-A87B44AAD6F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26002" y="384599"/>
            <a:ext cx="6960623" cy="263733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le titre de la présentation</a:t>
            </a:r>
            <a:br>
              <a:rPr lang="fr-FR"/>
            </a:br>
            <a:r>
              <a:rPr lang="fr-FR"/>
              <a:t>commerciale</a:t>
            </a:r>
            <a:endParaRPr/>
          </a:p>
        </p:txBody>
      </p:sp>
      <p:sp>
        <p:nvSpPr>
          <p:cNvPr id="14" name="Google Shape;299;p35">
            <a:extLst>
              <a:ext uri="{FF2B5EF4-FFF2-40B4-BE49-F238E27FC236}">
                <a16:creationId xmlns:a16="http://schemas.microsoft.com/office/drawing/2014/main" id="{BCCE5833-4735-124F-91FA-8BB75BA25B6F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83119" y="3599086"/>
            <a:ext cx="11436848" cy="56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1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l’objectif du rendez-vous</a:t>
            </a:r>
            <a:endParaRPr/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BE788A2F-7222-44BE-CA3A-9E33362F16A9}"/>
              </a:ext>
            </a:extLst>
          </p:cNvPr>
          <p:cNvCxnSpPr>
            <a:cxnSpLocks/>
          </p:cNvCxnSpPr>
          <p:nvPr userDrawn="1"/>
        </p:nvCxnSpPr>
        <p:spPr>
          <a:xfrm>
            <a:off x="435905" y="384599"/>
            <a:ext cx="0" cy="26373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7912C2B2-7A8D-48D8-0D77-24A1409E01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667432" y="942537"/>
            <a:ext cx="3141449" cy="19868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52396" indent="0" algn="ctr">
              <a:buNone/>
              <a:defRPr sz="1467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Cliquez sur l'icône pour ajouter</a:t>
            </a:r>
            <a:br>
              <a:rPr lang="fr-FR"/>
            </a:br>
            <a:r>
              <a:rPr lang="fr-FR"/>
              <a:t>le logo du client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6356B623-430D-E5BD-C8A0-A9F1854C16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0471" y="4358569"/>
            <a:ext cx="1731059" cy="258256"/>
          </a:xfrm>
        </p:spPr>
        <p:txBody>
          <a:bodyPr anchor="ctr"/>
          <a:lstStyle>
            <a:lvl1pPr marL="0" indent="0" algn="ctr">
              <a:buNone/>
              <a:defRPr sz="18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Interlocuteurs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E1CA5E54-1E53-F1EA-1282-15171420A8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33" y="4743393"/>
            <a:ext cx="11436848" cy="1422457"/>
          </a:xfrm>
        </p:spPr>
        <p:txBody>
          <a:bodyPr numCol="2" spcCol="25200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fr-FR" dirty="0"/>
            </a:lvl1pPr>
          </a:lstStyle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br>
              <a:rPr lang="fr-FR"/>
            </a:br>
            <a:r>
              <a:rPr lang="fr-FR"/>
              <a:t>Prénom NOM – Poste </a:t>
            </a:r>
          </a:p>
          <a:p>
            <a:pPr lvl="0"/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  <a:br>
              <a:rPr lang="fr-FR"/>
            </a:br>
            <a:r>
              <a:rPr lang="fr-FR"/>
              <a:t>Prénom NOM – Poste</a:t>
            </a:r>
          </a:p>
        </p:txBody>
      </p:sp>
      <p:sp>
        <p:nvSpPr>
          <p:cNvPr id="28" name="Google Shape;19;p3">
            <a:extLst>
              <a:ext uri="{FF2B5EF4-FFF2-40B4-BE49-F238E27FC236}">
                <a16:creationId xmlns:a16="http://schemas.microsoft.com/office/drawing/2014/main" id="{27C00611-07D6-5CF5-D531-E5BA87C82627}"/>
              </a:ext>
            </a:extLst>
          </p:cNvPr>
          <p:cNvSpPr txBox="1"/>
          <p:nvPr userDrawn="1"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 b="1">
              <a:solidFill>
                <a:schemeClr val="bg1"/>
              </a:solidFill>
              <a:latin typeface="+mj-lt"/>
              <a:ea typeface="Josefin Sans"/>
              <a:cs typeface="Josefin Sans"/>
              <a:sym typeface="Josefin Sans"/>
            </a:endParaRP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26AEFD6F-315D-AA69-04FB-F424FE81C6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4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9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7030DC5-227F-25DD-7E42-265DEDFD9B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C569507F-43C6-63EF-139E-3FC1F69CDB94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Espace réservé du texte 5">
            <a:extLst>
              <a:ext uri="{FF2B5EF4-FFF2-40B4-BE49-F238E27FC236}">
                <a16:creationId xmlns:a16="http://schemas.microsoft.com/office/drawing/2014/main" id="{9CEAC474-75B7-1276-C1C1-495A4F59D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6" y="1473022"/>
            <a:ext cx="11425768" cy="4692828"/>
          </a:xfrm>
        </p:spPr>
        <p:txBody>
          <a:bodyPr/>
          <a:lstStyle>
            <a:lvl1pPr marL="431989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 marL="1655959">
              <a:lnSpc>
                <a:spcPct val="114000"/>
              </a:lnSpc>
              <a:buClr>
                <a:schemeClr val="accent3"/>
              </a:buClr>
              <a:defRPr sz="1200"/>
            </a:lvl5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485001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Sous-titre + Conten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4" y="-1111876"/>
            <a:ext cx="2611121" cy="4719320"/>
          </a:xfrm>
          <a:prstGeom prst="rect">
            <a:avLst/>
          </a:prstGeom>
        </p:spPr>
      </p:pic>
      <p:cxnSp>
        <p:nvCxnSpPr>
          <p:cNvPr id="17" name="Google Shape;105;p14">
            <a:extLst>
              <a:ext uri="{FF2B5EF4-FFF2-40B4-BE49-F238E27FC236}">
                <a16:creationId xmlns:a16="http://schemas.microsoft.com/office/drawing/2014/main" id="{2022662B-4754-8B73-1C8F-0BF99BE72C0F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Titre 10">
            <a:extLst>
              <a:ext uri="{FF2B5EF4-FFF2-40B4-BE49-F238E27FC236}">
                <a16:creationId xmlns:a16="http://schemas.microsoft.com/office/drawing/2014/main" id="{88C7C08C-E476-6B48-B2A3-39C1AD18C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6" y="667686"/>
            <a:ext cx="10993968" cy="440465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8E224BC2-2387-1AAD-4FD8-90DC1C2AA7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917" y="357719"/>
            <a:ext cx="10993967" cy="28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fr-FR"/>
              <a:t>Cliquer pour ajouter un sous-titre</a:t>
            </a:r>
          </a:p>
        </p:txBody>
      </p:sp>
      <p:sp>
        <p:nvSpPr>
          <p:cNvPr id="2" name="Espace réservé du texte 11">
            <a:extLst>
              <a:ext uri="{FF2B5EF4-FFF2-40B4-BE49-F238E27FC236}">
                <a16:creationId xmlns:a16="http://schemas.microsoft.com/office/drawing/2014/main" id="{3C733FBB-C644-5368-3DF1-5496E1C2FD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7" y="1466836"/>
            <a:ext cx="11424000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20265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orient="horz" pos="53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7030DC5-227F-25DD-7E42-265DEDFD9B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cxnSp>
        <p:nvCxnSpPr>
          <p:cNvPr id="2" name="Google Shape;105;p14">
            <a:extLst>
              <a:ext uri="{FF2B5EF4-FFF2-40B4-BE49-F238E27FC236}">
                <a16:creationId xmlns:a16="http://schemas.microsoft.com/office/drawing/2014/main" id="{FC8A5B8B-24C5-0723-45F8-DD148FA7EB43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B4ADEC1B-9041-696E-2562-64ECAC99C1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8" y="1466836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069D166F-B98C-E3A3-3163-2E28DAE54C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083" y="1461851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56582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Sous-titre +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4" y="-1111876"/>
            <a:ext cx="2611121" cy="4719320"/>
          </a:xfrm>
          <a:prstGeom prst="rect">
            <a:avLst/>
          </a:prstGeom>
        </p:spPr>
      </p:pic>
      <p:sp>
        <p:nvSpPr>
          <p:cNvPr id="11" name="Titre 10">
            <a:extLst>
              <a:ext uri="{FF2B5EF4-FFF2-40B4-BE49-F238E27FC236}">
                <a16:creationId xmlns:a16="http://schemas.microsoft.com/office/drawing/2014/main" id="{88C7C08C-E476-6B48-B2A3-39C1AD18C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16" y="667686"/>
            <a:ext cx="10993968" cy="440465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8E224BC2-2387-1AAD-4FD8-90DC1C2AA7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4917" y="357719"/>
            <a:ext cx="10993967" cy="288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fr-FR"/>
              <a:t>Cliquer pour ajouter un sous-titre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422A9304-4865-D66A-23C9-1E70BC12DA21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1087999A-6182-A296-FA3A-DEC98240D6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8" y="1466836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2DEC2D02-3823-8E42-4ED0-C2386D5DD2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9083" y="1461851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6954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E0EF108C-ABBB-9351-C53A-49CD0D9A01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062E82-7AA7-8F1F-1555-9A66F84C4434}"/>
              </a:ext>
            </a:extLst>
          </p:cNvPr>
          <p:cNvSpPr/>
          <p:nvPr/>
        </p:nvSpPr>
        <p:spPr>
          <a:xfrm>
            <a:off x="12198773" y="311573"/>
            <a:ext cx="186267" cy="552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" name="Espace réservé du texte 11">
            <a:extLst>
              <a:ext uri="{FF2B5EF4-FFF2-40B4-BE49-F238E27FC236}">
                <a16:creationId xmlns:a16="http://schemas.microsoft.com/office/drawing/2014/main" id="{E1F6EB1B-CF96-B001-FC90-537FD4A7E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118" y="1466836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Espace réservé pour une image  9">
            <a:extLst>
              <a:ext uri="{FF2B5EF4-FFF2-40B4-BE49-F238E27FC236}">
                <a16:creationId xmlns:a16="http://schemas.microsoft.com/office/drawing/2014/main" id="{F92B9B81-8B31-71C3-31BE-35FA8E141A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54444" y="1461851"/>
            <a:ext cx="5235389" cy="4415928"/>
          </a:xfrm>
          <a:prstGeom prst="round2DiagRect">
            <a:avLst>
              <a:gd name="adj1" fmla="val 16489"/>
              <a:gd name="adj2" fmla="val 0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5" name="Google Shape;778;p60">
            <a:extLst>
              <a:ext uri="{FF2B5EF4-FFF2-40B4-BE49-F238E27FC236}">
                <a16:creationId xmlns:a16="http://schemas.microsoft.com/office/drawing/2014/main" id="{C3A3C731-C21A-4F91-D1EE-5B107F51B47D}"/>
              </a:ext>
            </a:extLst>
          </p:cNvPr>
          <p:cNvSpPr/>
          <p:nvPr userDrawn="1"/>
        </p:nvSpPr>
        <p:spPr>
          <a:xfrm>
            <a:off x="6267630" y="2201335"/>
            <a:ext cx="4772383" cy="3964517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AAC1B041-B34F-049C-5E40-AE498FD68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7" name="Google Shape;105;p14">
            <a:extLst>
              <a:ext uri="{FF2B5EF4-FFF2-40B4-BE49-F238E27FC236}">
                <a16:creationId xmlns:a16="http://schemas.microsoft.com/office/drawing/2014/main" id="{B4464C49-C858-9D93-CC85-C8A8C59C3AF6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057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89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t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E0EF108C-ABBB-9351-C53A-49CD0D9A01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062E82-7AA7-8F1F-1555-9A66F84C4434}"/>
              </a:ext>
            </a:extLst>
          </p:cNvPr>
          <p:cNvSpPr/>
          <p:nvPr/>
        </p:nvSpPr>
        <p:spPr>
          <a:xfrm>
            <a:off x="12198773" y="311573"/>
            <a:ext cx="186267" cy="552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FC903F4C-CE25-AA43-7F5B-B10DA975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9083" y="1461851"/>
            <a:ext cx="5499799" cy="47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pour une image  9">
            <a:extLst>
              <a:ext uri="{FF2B5EF4-FFF2-40B4-BE49-F238E27FC236}">
                <a16:creationId xmlns:a16="http://schemas.microsoft.com/office/drawing/2014/main" id="{7371F26D-54B3-BEFC-B731-300A8AF059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8169" y="1461851"/>
            <a:ext cx="5235389" cy="4415928"/>
          </a:xfrm>
          <a:prstGeom prst="round2DiagRect">
            <a:avLst>
              <a:gd name="adj1" fmla="val 0"/>
              <a:gd name="adj2" fmla="val 20184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7" name="Google Shape;778;p60">
            <a:extLst>
              <a:ext uri="{FF2B5EF4-FFF2-40B4-BE49-F238E27FC236}">
                <a16:creationId xmlns:a16="http://schemas.microsoft.com/office/drawing/2014/main" id="{BDA2631C-CB01-7D48-45F5-BAF644486C8E}"/>
              </a:ext>
            </a:extLst>
          </p:cNvPr>
          <p:cNvSpPr/>
          <p:nvPr userDrawn="1"/>
        </p:nvSpPr>
        <p:spPr>
          <a:xfrm>
            <a:off x="814922" y="2201334"/>
            <a:ext cx="4730925" cy="3964517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sp>
        <p:nvSpPr>
          <p:cNvPr id="8" name="Titre 4">
            <a:extLst>
              <a:ext uri="{FF2B5EF4-FFF2-40B4-BE49-F238E27FC236}">
                <a16:creationId xmlns:a16="http://schemas.microsoft.com/office/drawing/2014/main" id="{B70D9433-7652-8C8F-D7F0-B67B0857D8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9" name="Google Shape;105;p14">
            <a:extLst>
              <a:ext uri="{FF2B5EF4-FFF2-40B4-BE49-F238E27FC236}">
                <a16:creationId xmlns:a16="http://schemas.microsoft.com/office/drawing/2014/main" id="{F9954A2D-293E-F32B-7692-EB9274EF0239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52314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89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43741A40-3153-D63A-429F-74A2A2531D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7D4BA9F6-7DF0-E593-F093-4D8FE780AA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11" name="Google Shape;289;p33">
            <a:extLst>
              <a:ext uri="{FF2B5EF4-FFF2-40B4-BE49-F238E27FC236}">
                <a16:creationId xmlns:a16="http://schemas.microsoft.com/office/drawing/2014/main" id="{324890EF-B0AB-AFBA-F916-27FEEB9B9CA5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383118" y="357717"/>
            <a:ext cx="11425767" cy="76623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pour ajouter un titre</a:t>
            </a:r>
            <a:endParaRPr/>
          </a:p>
        </p:txBody>
      </p:sp>
      <p:cxnSp>
        <p:nvCxnSpPr>
          <p:cNvPr id="3" name="Google Shape;81;p11">
            <a:extLst>
              <a:ext uri="{FF2B5EF4-FFF2-40B4-BE49-F238E27FC236}">
                <a16:creationId xmlns:a16="http://schemas.microsoft.com/office/drawing/2014/main" id="{89C78189-7C67-B303-CECD-8849FE344224}"/>
              </a:ext>
            </a:extLst>
          </p:cNvPr>
          <p:cNvCxnSpPr>
            <a:cxnSpLocks/>
          </p:cNvCxnSpPr>
          <p:nvPr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81;p11">
            <a:extLst>
              <a:ext uri="{FF2B5EF4-FFF2-40B4-BE49-F238E27FC236}">
                <a16:creationId xmlns:a16="http://schemas.microsoft.com/office/drawing/2014/main" id="{1853A5BE-B264-D031-8B8B-DA2EA55200FF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49484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734734" y="1914363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743433" y="3720663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8FFA2257-0DBC-0983-1EC3-8694874C1DEC}"/>
              </a:ext>
            </a:extLst>
          </p:cNvPr>
          <p:cNvCxnSpPr>
            <a:cxnSpLocks/>
          </p:cNvCxnSpPr>
          <p:nvPr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A3279A8F-3F1B-EDCA-2579-95C1C17C01C1}"/>
              </a:ext>
            </a:extLst>
          </p:cNvPr>
          <p:cNvCxnSpPr>
            <a:cxnSpLocks/>
          </p:cNvCxnSpPr>
          <p:nvPr userDrawn="1"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04643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292">
          <p15:clr>
            <a:srgbClr val="FBAE40"/>
          </p15:clr>
        </p15:guide>
        <p15:guide id="3" pos="4536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734734" y="1914363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743433" y="3720663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7544F876-C298-588B-00D0-1CBE98B416E1}"/>
              </a:ext>
            </a:extLst>
          </p:cNvPr>
          <p:cNvCxnSpPr>
            <a:cxnSpLocks/>
          </p:cNvCxnSpPr>
          <p:nvPr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5A454DDE-16FA-457D-AC55-B4585FBD8282}"/>
              </a:ext>
            </a:extLst>
          </p:cNvPr>
          <p:cNvCxnSpPr>
            <a:cxnSpLocks/>
          </p:cNvCxnSpPr>
          <p:nvPr userDrawn="1"/>
        </p:nvCxnSpPr>
        <p:spPr>
          <a:xfrm>
            <a:off x="2404753" y="1914363"/>
            <a:ext cx="0" cy="169068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9872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292">
          <p15:clr>
            <a:srgbClr val="FBAE40"/>
          </p15:clr>
        </p15:guide>
        <p15:guide id="3" pos="4536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avec numér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324557" y="1914363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333255" y="3720663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3D021B58-A7A5-E980-8B83-F260FD140A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5512" y="2156575"/>
            <a:ext cx="1039705" cy="1039707"/>
          </a:xfrm>
          <a:prstGeom prst="round2DiagRect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3733" b="1"/>
            </a:lvl1pPr>
            <a:lvl2pPr marL="319192" indent="0" algn="ctr">
              <a:buNone/>
              <a:defRPr sz="2000"/>
            </a:lvl2pPr>
            <a:lvl3pPr marL="631184" indent="0" algn="ctr">
              <a:buNone/>
              <a:defRPr sz="2000"/>
            </a:lvl3pPr>
            <a:lvl4pPr marL="943176" indent="0" algn="ctr">
              <a:buNone/>
              <a:defRPr sz="2000"/>
            </a:lvl4pPr>
            <a:lvl5pPr marL="2438339" indent="0" algn="ctr">
              <a:buNone/>
              <a:defRPr sz="2000"/>
            </a:lvl5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732435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565">
          <p15:clr>
            <a:srgbClr val="FBAE40"/>
          </p15:clr>
        </p15:guide>
        <p15:guide id="3" pos="483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avec numér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324557" y="1898930"/>
            <a:ext cx="6861639" cy="169068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333255" y="3705229"/>
            <a:ext cx="6861639" cy="73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1075BB-F975-9DA3-7D70-55236BA999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5512" y="2141141"/>
            <a:ext cx="1039705" cy="1039707"/>
          </a:xfrm>
          <a:prstGeom prst="round2DiagRect">
            <a:avLst/>
          </a:prstGeom>
          <a:solidFill>
            <a:schemeClr val="bg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733" b="1"/>
            </a:lvl1pPr>
            <a:lvl2pPr marL="319192" indent="0" algn="ctr">
              <a:buNone/>
              <a:defRPr sz="2000"/>
            </a:lvl2pPr>
            <a:lvl3pPr marL="631184" indent="0" algn="ctr">
              <a:buNone/>
              <a:defRPr sz="2000"/>
            </a:lvl3pPr>
            <a:lvl4pPr marL="943176" indent="0" algn="ctr">
              <a:buNone/>
              <a:defRPr sz="2000"/>
            </a:lvl4pPr>
            <a:lvl5pPr marL="2438339" indent="0" algn="ctr">
              <a:buNone/>
              <a:defRPr sz="2000"/>
            </a:lvl5pPr>
          </a:lstStyle>
          <a:p>
            <a:pPr lvl="0"/>
            <a:r>
              <a:rPr lang="fr-FR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21469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565">
          <p15:clr>
            <a:srgbClr val="FBAE40"/>
          </p15:clr>
        </p15:guide>
        <p15:guide id="3" pos="483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s-titr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7AA0CD-81E1-D946-98A6-25D204019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V="1">
            <a:off x="-1595" y="2138680"/>
            <a:ext cx="2611121" cy="471932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380F335A-87EC-B933-0F6C-F906ADB95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161504F1-1973-F6A0-2CCC-0C69EDDDCD5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734734" y="2273643"/>
            <a:ext cx="6861637" cy="92263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667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ici pour ajouter un sous-titre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CA8BFD9B-E5A0-2D9B-ACDD-C4D84418AA39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743434" y="3429000"/>
            <a:ext cx="6861637" cy="1206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467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ici pour ajouter une description</a:t>
            </a:r>
            <a:endParaRPr/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98981A3F-07F3-0978-4966-EE034B82817F}"/>
              </a:ext>
            </a:extLst>
          </p:cNvPr>
          <p:cNvCxnSpPr>
            <a:cxnSpLocks/>
          </p:cNvCxnSpPr>
          <p:nvPr/>
        </p:nvCxnSpPr>
        <p:spPr>
          <a:xfrm>
            <a:off x="2404753" y="2273643"/>
            <a:ext cx="0" cy="9226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9A272341-9AEE-E66C-CF48-1E4244C8C903}"/>
              </a:ext>
            </a:extLst>
          </p:cNvPr>
          <p:cNvCxnSpPr>
            <a:cxnSpLocks/>
          </p:cNvCxnSpPr>
          <p:nvPr userDrawn="1"/>
        </p:nvCxnSpPr>
        <p:spPr>
          <a:xfrm>
            <a:off x="2404753" y="2273643"/>
            <a:ext cx="0" cy="922639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68015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5579">
          <p15:clr>
            <a:srgbClr val="FBAE40"/>
          </p15:clr>
        </p15:guide>
        <p15:guide id="4" pos="1292">
          <p15:clr>
            <a:srgbClr val="FBAE40"/>
          </p15:clr>
        </p15:guide>
        <p15:guide id="5" pos="4536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C25BCEE-F809-CAD6-EC84-5B28E6913A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53D8527C-43AF-776C-DDCF-E326528BCE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3" name="Google Shape;52;p8">
            <a:extLst>
              <a:ext uri="{FF2B5EF4-FFF2-40B4-BE49-F238E27FC236}">
                <a16:creationId xmlns:a16="http://schemas.microsoft.com/office/drawing/2014/main" id="{024812AC-B268-5326-3491-D2921391976A}"/>
              </a:ext>
            </a:extLst>
          </p:cNvPr>
          <p:cNvSpPr/>
          <p:nvPr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  <a:latin typeface="+mj-lt"/>
            </a:endParaRPr>
          </a:p>
        </p:txBody>
      </p:sp>
      <p:sp>
        <p:nvSpPr>
          <p:cNvPr id="4" name="Google Shape;53;p8">
            <a:extLst>
              <a:ext uri="{FF2B5EF4-FFF2-40B4-BE49-F238E27FC236}">
                <a16:creationId xmlns:a16="http://schemas.microsoft.com/office/drawing/2014/main" id="{9E610448-AC44-51E8-8596-2DEC3D946AE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81428" y="2037635"/>
            <a:ext cx="8486005" cy="2254965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ici pour ajouter un titre</a:t>
            </a:r>
            <a:endParaRPr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D9020C26-D64E-F611-1F83-3C379C15A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  <p:sp>
        <p:nvSpPr>
          <p:cNvPr id="8" name="Google Shape;52;p8">
            <a:extLst>
              <a:ext uri="{FF2B5EF4-FFF2-40B4-BE49-F238E27FC236}">
                <a16:creationId xmlns:a16="http://schemas.microsoft.com/office/drawing/2014/main" id="{BABF3385-03EC-16A4-0C90-D0524C706982}"/>
              </a:ext>
            </a:extLst>
          </p:cNvPr>
          <p:cNvSpPr/>
          <p:nvPr userDrawn="1"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  <a:latin typeface="+mj-lt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4528224-33AB-C570-B3E7-A84E579CCED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09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84">
          <p15:clr>
            <a:srgbClr val="FBAE40"/>
          </p15:clr>
        </p15:guide>
        <p15:guide id="3" pos="4898">
          <p15:clr>
            <a:srgbClr val="FBAE40"/>
          </p15:clr>
        </p15:guide>
        <p15:guide id="4" orient="horz" pos="962">
          <p15:clr>
            <a:srgbClr val="FBAE40"/>
          </p15:clr>
        </p15:guide>
        <p15:guide id="5" orient="horz" pos="2028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7C25BCEE-F809-CAD6-EC84-5B28E6913A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53D8527C-43AF-776C-DDCF-E326528BCE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3" name="Google Shape;52;p8">
            <a:extLst>
              <a:ext uri="{FF2B5EF4-FFF2-40B4-BE49-F238E27FC236}">
                <a16:creationId xmlns:a16="http://schemas.microsoft.com/office/drawing/2014/main" id="{024812AC-B268-5326-3491-D2921391976A}"/>
              </a:ext>
            </a:extLst>
          </p:cNvPr>
          <p:cNvSpPr/>
          <p:nvPr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  <a:latin typeface="+mj-lt"/>
            </a:endParaRPr>
          </a:p>
        </p:txBody>
      </p:sp>
      <p:sp>
        <p:nvSpPr>
          <p:cNvPr id="4" name="Google Shape;53;p8">
            <a:extLst>
              <a:ext uri="{FF2B5EF4-FFF2-40B4-BE49-F238E27FC236}">
                <a16:creationId xmlns:a16="http://schemas.microsoft.com/office/drawing/2014/main" id="{9E610448-AC44-51E8-8596-2DEC3D946AE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81428" y="2037635"/>
            <a:ext cx="8486005" cy="2254965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ici pour ajouter un titre</a:t>
            </a:r>
            <a:endParaRPr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D9020C26-D64E-F611-1F83-3C379C15A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  <p:sp>
        <p:nvSpPr>
          <p:cNvPr id="8" name="Google Shape;52;p8">
            <a:extLst>
              <a:ext uri="{FF2B5EF4-FFF2-40B4-BE49-F238E27FC236}">
                <a16:creationId xmlns:a16="http://schemas.microsoft.com/office/drawing/2014/main" id="{F93D43F3-A7C6-72B4-4F28-88FE6FD2DF69}"/>
              </a:ext>
            </a:extLst>
          </p:cNvPr>
          <p:cNvSpPr/>
          <p:nvPr userDrawn="1"/>
        </p:nvSpPr>
        <p:spPr>
          <a:xfrm>
            <a:off x="1261567" y="1527307"/>
            <a:ext cx="9668867" cy="3268213"/>
          </a:xfrm>
          <a:prstGeom prst="round2Diag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  <a:latin typeface="+mj-lt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CE94DEB1-3651-52D1-8CD1-E95174F892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1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84">
          <p15:clr>
            <a:srgbClr val="FBAE40"/>
          </p15:clr>
        </p15:guide>
        <p15:guide id="3" pos="4898">
          <p15:clr>
            <a:srgbClr val="FBAE40"/>
          </p15:clr>
        </p15:guide>
        <p15:guide id="4" orient="horz" pos="962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image -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avec coin arrondi 1">
            <a:extLst>
              <a:ext uri="{FF2B5EF4-FFF2-40B4-BE49-F238E27FC236}">
                <a16:creationId xmlns:a16="http://schemas.microsoft.com/office/drawing/2014/main" id="{E573864C-4C74-6798-5D57-6558A0C2246C}"/>
              </a:ext>
            </a:extLst>
          </p:cNvPr>
          <p:cNvSpPr/>
          <p:nvPr/>
        </p:nvSpPr>
        <p:spPr>
          <a:xfrm rot="10800000" flipH="1">
            <a:off x="-1" y="0"/>
            <a:ext cx="4514336" cy="3216000"/>
          </a:xfrm>
          <a:prstGeom prst="round1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+mj-lt"/>
            </a:endParaRPr>
          </a:p>
        </p:txBody>
      </p:sp>
      <p:cxnSp>
        <p:nvCxnSpPr>
          <p:cNvPr id="3" name="Google Shape;17;p3">
            <a:extLst>
              <a:ext uri="{FF2B5EF4-FFF2-40B4-BE49-F238E27FC236}">
                <a16:creationId xmlns:a16="http://schemas.microsoft.com/office/drawing/2014/main" id="{6E10775F-B488-AD15-EE9F-9DB5BE17634D}"/>
              </a:ext>
            </a:extLst>
          </p:cNvPr>
          <p:cNvCxnSpPr>
            <a:cxnSpLocks/>
          </p:cNvCxnSpPr>
          <p:nvPr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70;p10">
            <a:extLst>
              <a:ext uri="{FF2B5EF4-FFF2-40B4-BE49-F238E27FC236}">
                <a16:creationId xmlns:a16="http://schemas.microsoft.com/office/drawing/2014/main" id="{43BE59DD-60A1-67C9-82DC-E558C94F532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7" y="830020"/>
            <a:ext cx="3120000" cy="153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cxnSp>
        <p:nvCxnSpPr>
          <p:cNvPr id="5" name="Google Shape;17;p3">
            <a:extLst>
              <a:ext uri="{FF2B5EF4-FFF2-40B4-BE49-F238E27FC236}">
                <a16:creationId xmlns:a16="http://schemas.microsoft.com/office/drawing/2014/main" id="{B1A8DF05-C976-7C14-0629-A98049F33CBA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82671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image - fond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avec coin arrondi 1">
            <a:extLst>
              <a:ext uri="{FF2B5EF4-FFF2-40B4-BE49-F238E27FC236}">
                <a16:creationId xmlns:a16="http://schemas.microsoft.com/office/drawing/2014/main" id="{4B950082-FCE6-E17C-A545-F9FDCF96D199}"/>
              </a:ext>
            </a:extLst>
          </p:cNvPr>
          <p:cNvSpPr/>
          <p:nvPr/>
        </p:nvSpPr>
        <p:spPr>
          <a:xfrm rot="10800000" flipH="1">
            <a:off x="-1" y="-8736"/>
            <a:ext cx="4514336" cy="3216000"/>
          </a:xfrm>
          <a:prstGeom prst="round1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+mj-lt"/>
            </a:endParaRPr>
          </a:p>
        </p:txBody>
      </p:sp>
      <p:cxnSp>
        <p:nvCxnSpPr>
          <p:cNvPr id="3" name="Google Shape;17;p3">
            <a:extLst>
              <a:ext uri="{FF2B5EF4-FFF2-40B4-BE49-F238E27FC236}">
                <a16:creationId xmlns:a16="http://schemas.microsoft.com/office/drawing/2014/main" id="{18606B23-D218-D9F3-B687-E28AA7EB7D26}"/>
              </a:ext>
            </a:extLst>
          </p:cNvPr>
          <p:cNvCxnSpPr>
            <a:cxnSpLocks/>
          </p:cNvCxnSpPr>
          <p:nvPr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70;p10">
            <a:extLst>
              <a:ext uri="{FF2B5EF4-FFF2-40B4-BE49-F238E27FC236}">
                <a16:creationId xmlns:a16="http://schemas.microsoft.com/office/drawing/2014/main" id="{43BE59DD-60A1-67C9-82DC-E558C94F532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7" y="830020"/>
            <a:ext cx="3120000" cy="153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33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cxnSp>
        <p:nvCxnSpPr>
          <p:cNvPr id="5" name="Google Shape;17;p3">
            <a:extLst>
              <a:ext uri="{FF2B5EF4-FFF2-40B4-BE49-F238E27FC236}">
                <a16:creationId xmlns:a16="http://schemas.microsoft.com/office/drawing/2014/main" id="{9BE3914D-5FD4-3692-1344-B9792B1C0976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066903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 chiff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6F0F6082-4DA8-F9B3-7474-7EE9B8B483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C6C92C1C-C7A2-C100-A610-BDE39143A2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3" name="Google Shape;77;p11">
            <a:extLst>
              <a:ext uri="{FF2B5EF4-FFF2-40B4-BE49-F238E27FC236}">
                <a16:creationId xmlns:a16="http://schemas.microsoft.com/office/drawing/2014/main" id="{A6D599CC-5855-915E-0E86-6A04ACAD5947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2204600" y="3567557"/>
            <a:ext cx="7782800" cy="57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None/>
              <a:defRPr sz="200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fr-FR"/>
              <a:t>Cliquer ici pour ajouter un sous-titre</a:t>
            </a:r>
            <a:endParaRPr/>
          </a:p>
        </p:txBody>
      </p:sp>
      <p:sp>
        <p:nvSpPr>
          <p:cNvPr id="4" name="Google Shape;78;p11">
            <a:extLst>
              <a:ext uri="{FF2B5EF4-FFF2-40B4-BE49-F238E27FC236}">
                <a16:creationId xmlns:a16="http://schemas.microsoft.com/office/drawing/2014/main" id="{4EE18E53-AE75-5A35-C7F0-9C5F6D98915B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2204600" y="2382400"/>
            <a:ext cx="7782800" cy="11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osefin Sans"/>
              <a:buNone/>
              <a:defRPr sz="6400">
                <a:solidFill>
                  <a:schemeClr val="tx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8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5" name="Google Shape;81;p11">
            <a:extLst>
              <a:ext uri="{FF2B5EF4-FFF2-40B4-BE49-F238E27FC236}">
                <a16:creationId xmlns:a16="http://schemas.microsoft.com/office/drawing/2014/main" id="{20D0FC36-448A-1E1B-3F75-1F0FADFC27FD}"/>
              </a:ext>
            </a:extLst>
          </p:cNvPr>
          <p:cNvCxnSpPr>
            <a:cxnSpLocks/>
          </p:cNvCxnSpPr>
          <p:nvPr/>
        </p:nvCxnSpPr>
        <p:spPr>
          <a:xfrm>
            <a:off x="2204600" y="1964593"/>
            <a:ext cx="389140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81;p11">
            <a:extLst>
              <a:ext uri="{FF2B5EF4-FFF2-40B4-BE49-F238E27FC236}">
                <a16:creationId xmlns:a16="http://schemas.microsoft.com/office/drawing/2014/main" id="{BE401809-806B-D244-1EBB-640DC464C924}"/>
              </a:ext>
            </a:extLst>
          </p:cNvPr>
          <p:cNvCxnSpPr>
            <a:cxnSpLocks/>
          </p:cNvCxnSpPr>
          <p:nvPr userDrawn="1"/>
        </p:nvCxnSpPr>
        <p:spPr>
          <a:xfrm>
            <a:off x="2204600" y="1964593"/>
            <a:ext cx="389140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1084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merciements - Fi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F57182EA-CA72-CE96-1828-DB67132935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EB52CEF5-08D4-8BC7-4782-16470E469851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307668" y="1720076"/>
            <a:ext cx="5060721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F09B4FCB-9042-DBF8-F16F-36BB439DC6C1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6316366" y="4178240"/>
            <a:ext cx="5060719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Cliquer pour ajouter un sous-titre</a:t>
            </a:r>
            <a:endParaRPr/>
          </a:p>
        </p:txBody>
      </p:sp>
      <p:sp>
        <p:nvSpPr>
          <p:cNvPr id="3" name="Google Shape;778;p60">
            <a:extLst>
              <a:ext uri="{FF2B5EF4-FFF2-40B4-BE49-F238E27FC236}">
                <a16:creationId xmlns:a16="http://schemas.microsoft.com/office/drawing/2014/main" id="{992FE250-F95E-EA4B-1F09-71F7A276B2D4}"/>
              </a:ext>
            </a:extLst>
          </p:cNvPr>
          <p:cNvSpPr/>
          <p:nvPr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sp>
        <p:nvSpPr>
          <p:cNvPr id="4" name="Espace réservé pour une image  9">
            <a:extLst>
              <a:ext uri="{FF2B5EF4-FFF2-40B4-BE49-F238E27FC236}">
                <a16:creationId xmlns:a16="http://schemas.microsoft.com/office/drawing/2014/main" id="{E6232A5E-6DF7-C8B9-4AA9-F8071A3592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357717"/>
            <a:ext cx="5235389" cy="5057827"/>
          </a:xfrm>
          <a:prstGeom prst="round2DiagRect">
            <a:avLst>
              <a:gd name="adj1" fmla="val 0"/>
              <a:gd name="adj2" fmla="val 21269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cxnSp>
        <p:nvCxnSpPr>
          <p:cNvPr id="5" name="Google Shape;105;p14">
            <a:extLst>
              <a:ext uri="{FF2B5EF4-FFF2-40B4-BE49-F238E27FC236}">
                <a16:creationId xmlns:a16="http://schemas.microsoft.com/office/drawing/2014/main" id="{E4DD1586-61AE-EF7E-6E4F-5C559DC232E8}"/>
              </a:ext>
            </a:extLst>
          </p:cNvPr>
          <p:cNvCxnSpPr>
            <a:cxnSpLocks/>
          </p:cNvCxnSpPr>
          <p:nvPr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778;p60">
            <a:extLst>
              <a:ext uri="{FF2B5EF4-FFF2-40B4-BE49-F238E27FC236}">
                <a16:creationId xmlns:a16="http://schemas.microsoft.com/office/drawing/2014/main" id="{3C21A34C-E042-B4F9-A7B2-46FFFF2F06E6}"/>
              </a:ext>
            </a:extLst>
          </p:cNvPr>
          <p:cNvSpPr/>
          <p:nvPr userDrawn="1"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cxnSp>
        <p:nvCxnSpPr>
          <p:cNvPr id="8" name="Google Shape;105;p14">
            <a:extLst>
              <a:ext uri="{FF2B5EF4-FFF2-40B4-BE49-F238E27FC236}">
                <a16:creationId xmlns:a16="http://schemas.microsoft.com/office/drawing/2014/main" id="{312B7B11-301E-9EC8-A834-76EB82FCC612}"/>
              </a:ext>
            </a:extLst>
          </p:cNvPr>
          <p:cNvCxnSpPr>
            <a:cxnSpLocks/>
          </p:cNvCxnSpPr>
          <p:nvPr userDrawn="1"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95173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75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merciements - Fi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F57182EA-CA72-CE96-1828-DB67132935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flipH="1">
            <a:off x="9580880" y="0"/>
            <a:ext cx="2611121" cy="4719320"/>
          </a:xfrm>
          <a:prstGeom prst="rect">
            <a:avLst/>
          </a:prstGeom>
        </p:spPr>
      </p:pic>
      <p:sp>
        <p:nvSpPr>
          <p:cNvPr id="14" name="Google Shape;298;p35">
            <a:extLst>
              <a:ext uri="{FF2B5EF4-FFF2-40B4-BE49-F238E27FC236}">
                <a16:creationId xmlns:a16="http://schemas.microsoft.com/office/drawing/2014/main" id="{EB52CEF5-08D4-8BC7-4782-16470E469851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307668" y="1720076"/>
            <a:ext cx="5069417" cy="234198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fr-FR"/>
              <a:t>Cliquer 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  <p:sp>
        <p:nvSpPr>
          <p:cNvPr id="15" name="Google Shape;299;p35">
            <a:extLst>
              <a:ext uri="{FF2B5EF4-FFF2-40B4-BE49-F238E27FC236}">
                <a16:creationId xmlns:a16="http://schemas.microsoft.com/office/drawing/2014/main" id="{F09B4FCB-9042-DBF8-F16F-36BB439DC6C1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6316366" y="4178240"/>
            <a:ext cx="5069415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 b="0">
                <a:solidFill>
                  <a:schemeClr val="tx2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Wingdings" panose="05000000000000000000" pitchFamily="2" charset="2"/>
              <a:buNone/>
              <a:tabLst/>
              <a:defRPr/>
            </a:pPr>
            <a:r>
              <a:rPr lang="fr-FR"/>
              <a:t>Cliquer pour ajouter un sous-titre</a:t>
            </a:r>
          </a:p>
        </p:txBody>
      </p:sp>
      <p:sp>
        <p:nvSpPr>
          <p:cNvPr id="9" name="Google Shape;778;p60">
            <a:extLst>
              <a:ext uri="{FF2B5EF4-FFF2-40B4-BE49-F238E27FC236}">
                <a16:creationId xmlns:a16="http://schemas.microsoft.com/office/drawing/2014/main" id="{EEEC2641-4E0F-1711-07B4-DA890D68F699}"/>
              </a:ext>
            </a:extLst>
          </p:cNvPr>
          <p:cNvSpPr/>
          <p:nvPr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sp>
        <p:nvSpPr>
          <p:cNvPr id="11" name="Espace réservé pour une image  9">
            <a:extLst>
              <a:ext uri="{FF2B5EF4-FFF2-40B4-BE49-F238E27FC236}">
                <a16:creationId xmlns:a16="http://schemas.microsoft.com/office/drawing/2014/main" id="{73F23D2A-A2CF-698A-D9A8-0468CFE2C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357717"/>
            <a:ext cx="5235389" cy="5057827"/>
          </a:xfrm>
          <a:prstGeom prst="round2DiagRect">
            <a:avLst>
              <a:gd name="adj1" fmla="val 0"/>
              <a:gd name="adj2" fmla="val 21269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67">
                <a:latin typeface="+mj-lt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cxnSp>
        <p:nvCxnSpPr>
          <p:cNvPr id="3" name="Google Shape;105;p14">
            <a:extLst>
              <a:ext uri="{FF2B5EF4-FFF2-40B4-BE49-F238E27FC236}">
                <a16:creationId xmlns:a16="http://schemas.microsoft.com/office/drawing/2014/main" id="{976E8A44-77C7-A34C-7F1F-D2C49AFDBA99}"/>
              </a:ext>
            </a:extLst>
          </p:cNvPr>
          <p:cNvCxnSpPr>
            <a:cxnSpLocks/>
          </p:cNvCxnSpPr>
          <p:nvPr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778;p60">
            <a:extLst>
              <a:ext uri="{FF2B5EF4-FFF2-40B4-BE49-F238E27FC236}">
                <a16:creationId xmlns:a16="http://schemas.microsoft.com/office/drawing/2014/main" id="{0C7A7CB7-DA5B-40CD-CC66-74D705725A76}"/>
              </a:ext>
            </a:extLst>
          </p:cNvPr>
          <p:cNvSpPr/>
          <p:nvPr userDrawn="1"/>
        </p:nvSpPr>
        <p:spPr>
          <a:xfrm>
            <a:off x="-1596" y="1216237"/>
            <a:ext cx="5543875" cy="4490573"/>
          </a:xfrm>
          <a:prstGeom prst="rect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D0000"/>
              </a:solidFill>
            </a:endParaRP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D249E9DA-8C58-75C9-FC2C-310567D8D32C}"/>
              </a:ext>
            </a:extLst>
          </p:cNvPr>
          <p:cNvCxnSpPr>
            <a:cxnSpLocks/>
          </p:cNvCxnSpPr>
          <p:nvPr userDrawn="1"/>
        </p:nvCxnSpPr>
        <p:spPr>
          <a:xfrm>
            <a:off x="11747151" y="2111108"/>
            <a:ext cx="0" cy="1493795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44990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3" pos="5375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9B52A02-45C6-6F0E-0119-376E53F84D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239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9B52A02-45C6-6F0E-0119-376E53F84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3" name="Espace réservé pour une image  3">
            <a:extLst>
              <a:ext uri="{FF2B5EF4-FFF2-40B4-BE49-F238E27FC236}">
                <a16:creationId xmlns:a16="http://schemas.microsoft.com/office/drawing/2014/main" id="{83EC3BEA-E580-6B39-B726-A0CA47BC39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209" y="2314238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BFCA3FE-E190-6741-B846-3AACF89897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98842" y="2314238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FD3C2DE-C178-FAAF-399A-A27FD4FF50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06477" y="2316054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6" name="Espace réservé pour une image  3">
            <a:extLst>
              <a:ext uri="{FF2B5EF4-FFF2-40B4-BE49-F238E27FC236}">
                <a16:creationId xmlns:a16="http://schemas.microsoft.com/office/drawing/2014/main" id="{961E11EB-EDB8-475B-3FE7-209E72420D2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14110" y="2314238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7" name="Espace réservé pour une image  3">
            <a:extLst>
              <a:ext uri="{FF2B5EF4-FFF2-40B4-BE49-F238E27FC236}">
                <a16:creationId xmlns:a16="http://schemas.microsoft.com/office/drawing/2014/main" id="{F26AA455-C1D1-5183-2C08-D2C1C22359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837410" y="2312573"/>
            <a:ext cx="1454879" cy="1454879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8" name="Google Shape;289;p33">
            <a:extLst>
              <a:ext uri="{FF2B5EF4-FFF2-40B4-BE49-F238E27FC236}">
                <a16:creationId xmlns:a16="http://schemas.microsoft.com/office/drawing/2014/main" id="{FD3BC750-505E-8740-0FA2-EE42015A40FD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383118" y="357717"/>
            <a:ext cx="11425767" cy="76623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pour ajouter un titre</a:t>
            </a:r>
            <a:endParaRPr/>
          </a:p>
        </p:txBody>
      </p:sp>
      <p:cxnSp>
        <p:nvCxnSpPr>
          <p:cNvPr id="9" name="Google Shape;81;p11">
            <a:extLst>
              <a:ext uri="{FF2B5EF4-FFF2-40B4-BE49-F238E27FC236}">
                <a16:creationId xmlns:a16="http://schemas.microsoft.com/office/drawing/2014/main" id="{FE2B76C7-832C-97DD-2700-A3F45BD86D5F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608516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vierge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9B52A02-45C6-6F0E-0119-376E53F84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12" name="Espace réservé pour une image  8">
            <a:extLst>
              <a:ext uri="{FF2B5EF4-FFF2-40B4-BE49-F238E27FC236}">
                <a16:creationId xmlns:a16="http://schemas.microsoft.com/office/drawing/2014/main" id="{26D924CC-C836-097D-7B59-468101E12C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98" y="0"/>
            <a:ext cx="4630057" cy="404593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13" name="Espace réservé pour une image  8">
            <a:extLst>
              <a:ext uri="{FF2B5EF4-FFF2-40B4-BE49-F238E27FC236}">
                <a16:creationId xmlns:a16="http://schemas.microsoft.com/office/drawing/2014/main" id="{63CB0B6F-EBE6-1C35-6911-DB489BC9142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31751" y="3346293"/>
            <a:ext cx="3501095" cy="351170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14" name="Espace réservé pour une image  8">
            <a:extLst>
              <a:ext uri="{FF2B5EF4-FFF2-40B4-BE49-F238E27FC236}">
                <a16:creationId xmlns:a16="http://schemas.microsoft.com/office/drawing/2014/main" id="{F81ACFE5-133A-52DF-5187-1E33E77F98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37632" y="-1"/>
            <a:ext cx="4054369" cy="334629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59957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3 images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65F06F7-BA09-4523-89C4-75BC7A8CF1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5125" y="1582886"/>
            <a:ext cx="2769619" cy="20903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N"/>
              <a:t>Drag your image here/click on picture icon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14398" y="2383245"/>
            <a:ext cx="2558079" cy="24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N"/>
              <a:t>Drag your image here/click on picture icon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4820979" y="4506546"/>
            <a:ext cx="2624400" cy="12569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N"/>
              <a:t>Drag your image here/click on picture icon</a:t>
            </a:r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5D43C53E-000C-CD4C-4650-83411A614A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5" name="Google Shape;105;p14">
            <a:extLst>
              <a:ext uri="{FF2B5EF4-FFF2-40B4-BE49-F238E27FC236}">
                <a16:creationId xmlns:a16="http://schemas.microsoft.com/office/drawing/2014/main" id="{8AD5DBFA-457B-1052-EE6F-C9E0E8DD8845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1845941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cus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DB94326-C981-4376-8234-FE3F5FDF5A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539157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00"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9636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é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3B6071-3314-7121-4098-7E39686F44FD}"/>
              </a:ext>
            </a:extLst>
          </p:cNvPr>
          <p:cNvSpPr/>
          <p:nvPr userDrawn="1"/>
        </p:nvSpPr>
        <p:spPr>
          <a:xfrm>
            <a:off x="2949388" y="1667435"/>
            <a:ext cx="6320117" cy="36641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8609A56B-3109-3986-8D40-EE3E901CBF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1069" y="1526385"/>
            <a:ext cx="6489863" cy="5331615"/>
          </a:xfrm>
          <a:prstGeom prst="rect">
            <a:avLst/>
          </a:prstGeom>
        </p:spPr>
      </p:pic>
      <p:sp>
        <p:nvSpPr>
          <p:cNvPr id="3" name="Titre 4">
            <a:extLst>
              <a:ext uri="{FF2B5EF4-FFF2-40B4-BE49-F238E27FC236}">
                <a16:creationId xmlns:a16="http://schemas.microsoft.com/office/drawing/2014/main" id="{6D3B8948-08E6-C298-5F5D-9C277FC46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4" name="Google Shape;105;p14">
            <a:extLst>
              <a:ext uri="{FF2B5EF4-FFF2-40B4-BE49-F238E27FC236}">
                <a16:creationId xmlns:a16="http://schemas.microsoft.com/office/drawing/2014/main" id="{CF13A35E-10AA-D1BC-D342-7BF1E1EE7174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4655055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le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933BB2BC-8BC4-43C0-BA16-2EDB4C32DE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C6C17150-5E82-5084-A7AF-D6BBA27652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9921" y="1622787"/>
            <a:ext cx="2087175" cy="4143197"/>
          </a:xfrm>
          <a:prstGeom prst="rect">
            <a:avLst/>
          </a:prstGeom>
        </p:spPr>
      </p:pic>
      <p:sp>
        <p:nvSpPr>
          <p:cNvPr id="2" name="Espace réservé pour une image  18">
            <a:extLst>
              <a:ext uri="{FF2B5EF4-FFF2-40B4-BE49-F238E27FC236}">
                <a16:creationId xmlns:a16="http://schemas.microsoft.com/office/drawing/2014/main" id="{E7847F3C-66C7-C59A-9E11-D8345981D4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38565" y="1754524"/>
            <a:ext cx="1819835" cy="3878400"/>
          </a:xfrm>
          <a:prstGeom prst="roundRect">
            <a:avLst>
              <a:gd name="adj" fmla="val 8293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28AE959B-8180-DBA5-C0BC-FC8FE64811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21" y="366185"/>
            <a:ext cx="10993961" cy="755132"/>
          </a:xfrm>
        </p:spPr>
        <p:txBody>
          <a:bodyPr lIns="0" tIns="0" rIns="0" bIns="0">
            <a:normAutofit/>
          </a:bodyPr>
          <a:lstStyle>
            <a:lvl1pPr>
              <a:defRPr sz="2667"/>
            </a:lvl1pPr>
          </a:lstStyle>
          <a:p>
            <a:r>
              <a:rPr lang="fr-FR"/>
              <a:t>Cliquer pour ajouter un titre</a:t>
            </a:r>
          </a:p>
        </p:txBody>
      </p:sp>
      <p:cxnSp>
        <p:nvCxnSpPr>
          <p:cNvPr id="6" name="Google Shape;105;p14">
            <a:extLst>
              <a:ext uri="{FF2B5EF4-FFF2-40B4-BE49-F238E27FC236}">
                <a16:creationId xmlns:a16="http://schemas.microsoft.com/office/drawing/2014/main" id="{161578B6-5BDB-7630-2F45-850D66BDB967}"/>
              </a:ext>
            </a:extLst>
          </p:cNvPr>
          <p:cNvCxnSpPr>
            <a:cxnSpLocks/>
          </p:cNvCxnSpPr>
          <p:nvPr userDrawn="1"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F34CF844-CB43-4CF8-E1DD-F0AB482AD5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473022"/>
            <a:ext cx="5500799" cy="4692828"/>
          </a:xfrm>
        </p:spPr>
        <p:txBody>
          <a:bodyPr/>
          <a:lstStyle>
            <a:lvl1pPr>
              <a:defRPr/>
            </a:lvl1pPr>
            <a:lvl5pPr marL="1655959">
              <a:buClr>
                <a:schemeClr val="accent3"/>
              </a:buClr>
              <a:defRPr sz="1200"/>
            </a:lvl5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76976595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dèle 15 logos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3B3D14B3-4E7C-7BD3-C3A3-98EA7A63DC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32" name="Espace réservé pour une image  31">
            <a:extLst>
              <a:ext uri="{FF2B5EF4-FFF2-40B4-BE49-F238E27FC236}">
                <a16:creationId xmlns:a16="http://schemas.microsoft.com/office/drawing/2014/main" id="{FE2B36A9-22F6-4A3A-AEB0-E0641BB1DF2E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871549" y="9645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4" name="Espace réservé pour une image  31">
            <a:extLst>
              <a:ext uri="{FF2B5EF4-FFF2-40B4-BE49-F238E27FC236}">
                <a16:creationId xmlns:a16="http://schemas.microsoft.com/office/drawing/2014/main" id="{4BD539F6-6341-46D6-9C1C-90DDD7F9EBC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486581" y="9645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5" name="Espace réservé pour une image  31">
            <a:extLst>
              <a:ext uri="{FF2B5EF4-FFF2-40B4-BE49-F238E27FC236}">
                <a16:creationId xmlns:a16="http://schemas.microsoft.com/office/drawing/2014/main" id="{275CF9F4-7871-4F9B-9ED5-3056825ABF1B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7101612" y="95377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6" name="Espace réservé pour une image  31">
            <a:extLst>
              <a:ext uri="{FF2B5EF4-FFF2-40B4-BE49-F238E27FC236}">
                <a16:creationId xmlns:a16="http://schemas.microsoft.com/office/drawing/2014/main" id="{1092C7FB-66C2-4A6C-BA8A-F55707C186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16643" y="95377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7" name="Espace réservé pour une image  31">
            <a:extLst>
              <a:ext uri="{FF2B5EF4-FFF2-40B4-BE49-F238E27FC236}">
                <a16:creationId xmlns:a16="http://schemas.microsoft.com/office/drawing/2014/main" id="{294EF479-6FC8-4096-866A-867E4F2FE6D1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0331673" y="96456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8" name="Espace réservé pour une image  31">
            <a:extLst>
              <a:ext uri="{FF2B5EF4-FFF2-40B4-BE49-F238E27FC236}">
                <a16:creationId xmlns:a16="http://schemas.microsoft.com/office/drawing/2014/main" id="{AB95886C-E9F4-4F17-8755-E26DE46C719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871549" y="25433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9" name="Espace réservé pour une image  31">
            <a:extLst>
              <a:ext uri="{FF2B5EF4-FFF2-40B4-BE49-F238E27FC236}">
                <a16:creationId xmlns:a16="http://schemas.microsoft.com/office/drawing/2014/main" id="{64675309-1308-41B7-BAEC-6705900CDD1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486581" y="254336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0" name="Espace réservé pour une image  31">
            <a:extLst>
              <a:ext uri="{FF2B5EF4-FFF2-40B4-BE49-F238E27FC236}">
                <a16:creationId xmlns:a16="http://schemas.microsoft.com/office/drawing/2014/main" id="{15B3E895-BD94-4246-A965-59C33932016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101612" y="253257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1" name="Espace réservé pour une image  31">
            <a:extLst>
              <a:ext uri="{FF2B5EF4-FFF2-40B4-BE49-F238E27FC236}">
                <a16:creationId xmlns:a16="http://schemas.microsoft.com/office/drawing/2014/main" id="{A39ECB29-CFE5-4FD8-B1CB-3A8928F4E0A2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8716643" y="253257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2" name="Espace réservé pour une image  31">
            <a:extLst>
              <a:ext uri="{FF2B5EF4-FFF2-40B4-BE49-F238E27FC236}">
                <a16:creationId xmlns:a16="http://schemas.microsoft.com/office/drawing/2014/main" id="{67CB1E45-2AF8-45E2-B294-FF0B11546B94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0331673" y="254336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3" name="Espace réservé pour une image  31">
            <a:extLst>
              <a:ext uri="{FF2B5EF4-FFF2-40B4-BE49-F238E27FC236}">
                <a16:creationId xmlns:a16="http://schemas.microsoft.com/office/drawing/2014/main" id="{91F461AB-2A26-45E8-A039-2DCE92D684C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871549" y="409720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4" name="Espace réservé pour une image  31">
            <a:extLst>
              <a:ext uri="{FF2B5EF4-FFF2-40B4-BE49-F238E27FC236}">
                <a16:creationId xmlns:a16="http://schemas.microsoft.com/office/drawing/2014/main" id="{9516E1D5-4389-4310-B72D-2CE5084D8CF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5486581" y="4097209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5" name="Espace réservé pour une image  31">
            <a:extLst>
              <a:ext uri="{FF2B5EF4-FFF2-40B4-BE49-F238E27FC236}">
                <a16:creationId xmlns:a16="http://schemas.microsoft.com/office/drawing/2014/main" id="{4D76FC21-6945-45AC-A7B3-2E0EF730EFAC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101612" y="408641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6" name="Espace réservé pour une image  31">
            <a:extLst>
              <a:ext uri="{FF2B5EF4-FFF2-40B4-BE49-F238E27FC236}">
                <a16:creationId xmlns:a16="http://schemas.microsoft.com/office/drawing/2014/main" id="{64FC5C8B-15E3-4B39-9330-1F73DDDBEF68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8716643" y="4086418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7" name="Espace réservé pour une image  31">
            <a:extLst>
              <a:ext uri="{FF2B5EF4-FFF2-40B4-BE49-F238E27FC236}">
                <a16:creationId xmlns:a16="http://schemas.microsoft.com/office/drawing/2014/main" id="{67550772-A290-42F6-B24D-0091D04EF18A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10331673" y="4097207"/>
            <a:ext cx="1379211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cxnSp>
        <p:nvCxnSpPr>
          <p:cNvPr id="8" name="Google Shape;17;p3">
            <a:extLst>
              <a:ext uri="{FF2B5EF4-FFF2-40B4-BE49-F238E27FC236}">
                <a16:creationId xmlns:a16="http://schemas.microsoft.com/office/drawing/2014/main" id="{09951282-FE69-B853-0E06-133930D9BF9C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70;p10">
            <a:extLst>
              <a:ext uri="{FF2B5EF4-FFF2-40B4-BE49-F238E27FC236}">
                <a16:creationId xmlns:a16="http://schemas.microsoft.com/office/drawing/2014/main" id="{D6606253-B43D-5EF0-61C4-E7D5EBA58B6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8" y="830020"/>
            <a:ext cx="2611119" cy="15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4123460"/>
      </p:ext>
    </p:extLst>
  </p:cSld>
  <p:clrMapOvr>
    <a:masterClrMapping/>
  </p:clrMapOvr>
  <p:transition advClick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èle 9 logos cl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3B3D14B3-4E7C-7BD3-C3A3-98EA7A63DC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>
            <a:off x="-1595" y="0"/>
            <a:ext cx="2611121" cy="4719320"/>
          </a:xfrm>
          <a:prstGeom prst="rect">
            <a:avLst/>
          </a:prstGeom>
        </p:spPr>
      </p:pic>
      <p:sp>
        <p:nvSpPr>
          <p:cNvPr id="32" name="Espace réservé pour une image  31">
            <a:extLst>
              <a:ext uri="{FF2B5EF4-FFF2-40B4-BE49-F238E27FC236}">
                <a16:creationId xmlns:a16="http://schemas.microsoft.com/office/drawing/2014/main" id="{FE2B36A9-22F6-4A3A-AEB0-E0641BB1DF2E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871550" y="9645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4" name="Espace réservé pour une image  31">
            <a:extLst>
              <a:ext uri="{FF2B5EF4-FFF2-40B4-BE49-F238E27FC236}">
                <a16:creationId xmlns:a16="http://schemas.microsoft.com/office/drawing/2014/main" id="{4BD539F6-6341-46D6-9C1C-90DDD7F9EBC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591439" y="9645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5" name="Espace réservé pour une image  31">
            <a:extLst>
              <a:ext uri="{FF2B5EF4-FFF2-40B4-BE49-F238E27FC236}">
                <a16:creationId xmlns:a16="http://schemas.microsoft.com/office/drawing/2014/main" id="{275CF9F4-7871-4F9B-9ED5-3056825ABF1B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9311329" y="953777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8" name="Espace réservé pour une image  31">
            <a:extLst>
              <a:ext uri="{FF2B5EF4-FFF2-40B4-BE49-F238E27FC236}">
                <a16:creationId xmlns:a16="http://schemas.microsoft.com/office/drawing/2014/main" id="{AB95886C-E9F4-4F17-8755-E26DE46C719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871550" y="25433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39" name="Espace réservé pour une image  31">
            <a:extLst>
              <a:ext uri="{FF2B5EF4-FFF2-40B4-BE49-F238E27FC236}">
                <a16:creationId xmlns:a16="http://schemas.microsoft.com/office/drawing/2014/main" id="{64675309-1308-41B7-BAEC-6705900CDD1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591439" y="254336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0" name="Espace réservé pour une image  31">
            <a:extLst>
              <a:ext uri="{FF2B5EF4-FFF2-40B4-BE49-F238E27FC236}">
                <a16:creationId xmlns:a16="http://schemas.microsoft.com/office/drawing/2014/main" id="{15B3E895-BD94-4246-A965-59C33932016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311329" y="2532578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3" name="Espace réservé pour une image  31">
            <a:extLst>
              <a:ext uri="{FF2B5EF4-FFF2-40B4-BE49-F238E27FC236}">
                <a16:creationId xmlns:a16="http://schemas.microsoft.com/office/drawing/2014/main" id="{91F461AB-2A26-45E8-A039-2DCE92D684C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871550" y="409720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4" name="Espace réservé pour une image  31">
            <a:extLst>
              <a:ext uri="{FF2B5EF4-FFF2-40B4-BE49-F238E27FC236}">
                <a16:creationId xmlns:a16="http://schemas.microsoft.com/office/drawing/2014/main" id="{9516E1D5-4389-4310-B72D-2CE5084D8CF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1439" y="4097209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45" name="Espace réservé pour une image  31">
            <a:extLst>
              <a:ext uri="{FF2B5EF4-FFF2-40B4-BE49-F238E27FC236}">
                <a16:creationId xmlns:a16="http://schemas.microsoft.com/office/drawing/2014/main" id="{4D76FC21-6945-45AC-A7B3-2E0EF730EFAC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311329" y="4086418"/>
            <a:ext cx="2497556" cy="13766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cxnSp>
        <p:nvCxnSpPr>
          <p:cNvPr id="8" name="Google Shape;17;p3">
            <a:extLst>
              <a:ext uri="{FF2B5EF4-FFF2-40B4-BE49-F238E27FC236}">
                <a16:creationId xmlns:a16="http://schemas.microsoft.com/office/drawing/2014/main" id="{09951282-FE69-B853-0E06-133930D9BF9C}"/>
              </a:ext>
            </a:extLst>
          </p:cNvPr>
          <p:cNvCxnSpPr>
            <a:cxnSpLocks/>
          </p:cNvCxnSpPr>
          <p:nvPr userDrawn="1"/>
        </p:nvCxnSpPr>
        <p:spPr>
          <a:xfrm>
            <a:off x="438037" y="819036"/>
            <a:ext cx="0" cy="15840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70;p10">
            <a:extLst>
              <a:ext uri="{FF2B5EF4-FFF2-40B4-BE49-F238E27FC236}">
                <a16:creationId xmlns:a16="http://schemas.microsoft.com/office/drawing/2014/main" id="{D6606253-B43D-5EF0-61C4-E7D5EBA58B6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14918" y="830020"/>
            <a:ext cx="2611119" cy="15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solidFill>
                  <a:schemeClr val="tx1"/>
                </a:solidFill>
                <a:latin typeface="+mj-lt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</a:t>
            </a:r>
            <a:br>
              <a:rPr lang="fr-FR"/>
            </a:br>
            <a:r>
              <a:rPr lang="fr-FR"/>
              <a:t>pour ajouter</a:t>
            </a:r>
            <a:br>
              <a:rPr lang="fr-FR"/>
            </a:br>
            <a:r>
              <a:rPr lang="fr-FR"/>
              <a:t>un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9595367"/>
      </p:ext>
    </p:extLst>
  </p:cSld>
  <p:clrMapOvr>
    <a:masterClrMapping/>
  </p:clrMapOvr>
  <p:transition advClick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èle 3 logos clients + témoign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CF6979E1-CDFD-88AD-A995-7BDA712336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 flipH="1" flipV="1">
            <a:off x="1054101" y="3192779"/>
            <a:ext cx="2611121" cy="4719320"/>
          </a:xfrm>
          <a:prstGeom prst="rect">
            <a:avLst/>
          </a:prstGeom>
        </p:spPr>
      </p:pic>
      <p:pic>
        <p:nvPicPr>
          <p:cNvPr id="4" name="Graphique 3">
            <a:extLst>
              <a:ext uri="{FF2B5EF4-FFF2-40B4-BE49-F238E27FC236}">
                <a16:creationId xmlns:a16="http://schemas.microsoft.com/office/drawing/2014/main" id="{D99BF374-7EDF-CF2C-BF9B-8B1F3D6C66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182" t="31185" r="25147"/>
          <a:stretch/>
        </p:blipFill>
        <p:spPr>
          <a:xfrm rot="5400000">
            <a:off x="8526782" y="-1054099"/>
            <a:ext cx="2611121" cy="4719320"/>
          </a:xfrm>
          <a:prstGeom prst="rect">
            <a:avLst/>
          </a:prstGeom>
        </p:spPr>
      </p:pic>
      <p:sp>
        <p:nvSpPr>
          <p:cNvPr id="5" name="Google Shape;289;p33">
            <a:extLst>
              <a:ext uri="{FF2B5EF4-FFF2-40B4-BE49-F238E27FC236}">
                <a16:creationId xmlns:a16="http://schemas.microsoft.com/office/drawing/2014/main" id="{6B8BEF06-F593-23E6-7293-AD5E6C2B7629}"/>
              </a:ext>
            </a:extLst>
          </p:cNvPr>
          <p:cNvSpPr txBox="1">
            <a:spLocks noGrp="1"/>
          </p:cNvSpPr>
          <p:nvPr>
            <p:ph type="title" idx="3" hasCustomPrompt="1"/>
          </p:nvPr>
        </p:nvSpPr>
        <p:spPr>
          <a:xfrm>
            <a:off x="383118" y="357717"/>
            <a:ext cx="11425767" cy="76623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2667" b="1">
                <a:latin typeface="+mj-lt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fr-FR"/>
              <a:t>Cliquer pour ajouter un titre</a:t>
            </a:r>
            <a:endParaRPr/>
          </a:p>
        </p:txBody>
      </p:sp>
      <p:cxnSp>
        <p:nvCxnSpPr>
          <p:cNvPr id="6" name="Google Shape;81;p11">
            <a:extLst>
              <a:ext uri="{FF2B5EF4-FFF2-40B4-BE49-F238E27FC236}">
                <a16:creationId xmlns:a16="http://schemas.microsoft.com/office/drawing/2014/main" id="{9F805E78-BADA-3F21-ECF5-1F9B68940CBD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81;p11">
            <a:extLst>
              <a:ext uri="{FF2B5EF4-FFF2-40B4-BE49-F238E27FC236}">
                <a16:creationId xmlns:a16="http://schemas.microsoft.com/office/drawing/2014/main" id="{738A39A3-E79B-ED5C-0642-4F730AAB1677}"/>
              </a:ext>
            </a:extLst>
          </p:cNvPr>
          <p:cNvCxnSpPr>
            <a:cxnSpLocks/>
          </p:cNvCxnSpPr>
          <p:nvPr userDrawn="1"/>
        </p:nvCxnSpPr>
        <p:spPr>
          <a:xfrm>
            <a:off x="5075660" y="1177488"/>
            <a:ext cx="2040680" cy="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Espace réservé pour une image  31">
            <a:extLst>
              <a:ext uri="{FF2B5EF4-FFF2-40B4-BE49-F238E27FC236}">
                <a16:creationId xmlns:a16="http://schemas.microsoft.com/office/drawing/2014/main" id="{70A06FB6-1DC9-4A32-7C99-B564EC24CCB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83118" y="1748636"/>
            <a:ext cx="960069" cy="110187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BE30DAA2-2904-0557-840B-6C683D6DE5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8" y="3588087"/>
            <a:ext cx="3463013" cy="1700352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fr-FR"/>
              <a:t>Cliquez pour ajouter un témoignage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D81C02A8-38CD-86D6-EBF0-D3FD9746FB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94131" y="1860449"/>
            <a:ext cx="2352000" cy="258256"/>
          </a:xfrm>
        </p:spPr>
        <p:txBody>
          <a:bodyPr anchor="ctr"/>
          <a:lstStyle>
            <a:lvl1pPr marL="0" indent="0" algn="l">
              <a:buNone/>
              <a:defRPr sz="14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3" name="Espace réservé du texte 18">
            <a:extLst>
              <a:ext uri="{FF2B5EF4-FFF2-40B4-BE49-F238E27FC236}">
                <a16:creationId xmlns:a16="http://schemas.microsoft.com/office/drawing/2014/main" id="{8B77503B-B88F-70F3-2EEB-455D09B100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4131" y="2158989"/>
            <a:ext cx="2352000" cy="258256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Organisme</a:t>
            </a:r>
          </a:p>
        </p:txBody>
      </p:sp>
      <p:cxnSp>
        <p:nvCxnSpPr>
          <p:cNvPr id="33" name="Straight Connector 9">
            <a:extLst>
              <a:ext uri="{FF2B5EF4-FFF2-40B4-BE49-F238E27FC236}">
                <a16:creationId xmlns:a16="http://schemas.microsoft.com/office/drawing/2014/main" id="{4D494471-14BE-2DD1-E6FA-3AF8A2ADB8E5}"/>
              </a:ext>
            </a:extLst>
          </p:cNvPr>
          <p:cNvCxnSpPr>
            <a:cxnSpLocks/>
          </p:cNvCxnSpPr>
          <p:nvPr userDrawn="1"/>
        </p:nvCxnSpPr>
        <p:spPr>
          <a:xfrm>
            <a:off x="1486168" y="1748636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>
            <a:extLst>
              <a:ext uri="{FF2B5EF4-FFF2-40B4-BE49-F238E27FC236}">
                <a16:creationId xmlns:a16="http://schemas.microsoft.com/office/drawing/2014/main" id="{88F81330-6C78-4E90-BC8A-2E63C1415566}"/>
              </a:ext>
            </a:extLst>
          </p:cNvPr>
          <p:cNvCxnSpPr>
            <a:cxnSpLocks/>
          </p:cNvCxnSpPr>
          <p:nvPr userDrawn="1"/>
        </p:nvCxnSpPr>
        <p:spPr>
          <a:xfrm>
            <a:off x="1486168" y="2867049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space réservé pour une image  31">
            <a:extLst>
              <a:ext uri="{FF2B5EF4-FFF2-40B4-BE49-F238E27FC236}">
                <a16:creationId xmlns:a16="http://schemas.microsoft.com/office/drawing/2014/main" id="{7F62027F-9439-806B-0691-5B0D7124C5F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361206" y="1748636"/>
            <a:ext cx="960069" cy="110187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61" name="Espace réservé du texte 20">
            <a:extLst>
              <a:ext uri="{FF2B5EF4-FFF2-40B4-BE49-F238E27FC236}">
                <a16:creationId xmlns:a16="http://schemas.microsoft.com/office/drawing/2014/main" id="{3A7F9BA2-61E6-CCE4-B06C-9CBFA86043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1206" y="3588087"/>
            <a:ext cx="3463013" cy="1700352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fr-FR"/>
              <a:t>Cliquez pour ajouter un témoignage</a:t>
            </a:r>
          </a:p>
        </p:txBody>
      </p:sp>
      <p:sp>
        <p:nvSpPr>
          <p:cNvPr id="62" name="Espace réservé du texte 18">
            <a:extLst>
              <a:ext uri="{FF2B5EF4-FFF2-40B4-BE49-F238E27FC236}">
                <a16:creationId xmlns:a16="http://schemas.microsoft.com/office/drawing/2014/main" id="{BEE6E016-DB84-002B-C5DA-5A366828AB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72219" y="1860449"/>
            <a:ext cx="2352000" cy="258256"/>
          </a:xfrm>
        </p:spPr>
        <p:txBody>
          <a:bodyPr anchor="ctr"/>
          <a:lstStyle>
            <a:lvl1pPr marL="0" indent="0" algn="l">
              <a:buNone/>
              <a:defRPr sz="14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63" name="Espace réservé du texte 18">
            <a:extLst>
              <a:ext uri="{FF2B5EF4-FFF2-40B4-BE49-F238E27FC236}">
                <a16:creationId xmlns:a16="http://schemas.microsoft.com/office/drawing/2014/main" id="{14C9F721-4F15-8AF0-E081-41BEE4F0FD8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2219" y="2158989"/>
            <a:ext cx="2352000" cy="258256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Organisme</a:t>
            </a:r>
          </a:p>
        </p:txBody>
      </p:sp>
      <p:cxnSp>
        <p:nvCxnSpPr>
          <p:cNvPr id="70" name="Straight Connector 9">
            <a:extLst>
              <a:ext uri="{FF2B5EF4-FFF2-40B4-BE49-F238E27FC236}">
                <a16:creationId xmlns:a16="http://schemas.microsoft.com/office/drawing/2014/main" id="{BA2BCB20-4CD3-EF8C-76A0-9FDF206C1184}"/>
              </a:ext>
            </a:extLst>
          </p:cNvPr>
          <p:cNvCxnSpPr>
            <a:cxnSpLocks/>
          </p:cNvCxnSpPr>
          <p:nvPr userDrawn="1"/>
        </p:nvCxnSpPr>
        <p:spPr>
          <a:xfrm>
            <a:off x="5464256" y="1748636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9">
            <a:extLst>
              <a:ext uri="{FF2B5EF4-FFF2-40B4-BE49-F238E27FC236}">
                <a16:creationId xmlns:a16="http://schemas.microsoft.com/office/drawing/2014/main" id="{74FE83EF-91CD-301E-D929-63BED9148B21}"/>
              </a:ext>
            </a:extLst>
          </p:cNvPr>
          <p:cNvCxnSpPr>
            <a:cxnSpLocks/>
          </p:cNvCxnSpPr>
          <p:nvPr userDrawn="1"/>
        </p:nvCxnSpPr>
        <p:spPr>
          <a:xfrm>
            <a:off x="5464256" y="2867049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space réservé pour une image  31">
            <a:extLst>
              <a:ext uri="{FF2B5EF4-FFF2-40B4-BE49-F238E27FC236}">
                <a16:creationId xmlns:a16="http://schemas.microsoft.com/office/drawing/2014/main" id="{517A7085-ADEF-41CB-BB70-02192D881F60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8338011" y="1794213"/>
            <a:ext cx="960069" cy="110187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fr-FR"/>
              <a:t>Logo</a:t>
            </a:r>
          </a:p>
        </p:txBody>
      </p:sp>
      <p:sp>
        <p:nvSpPr>
          <p:cNvPr id="75" name="Espace réservé du texte 20">
            <a:extLst>
              <a:ext uri="{FF2B5EF4-FFF2-40B4-BE49-F238E27FC236}">
                <a16:creationId xmlns:a16="http://schemas.microsoft.com/office/drawing/2014/main" id="{357E3DD4-333E-7246-991A-082944164A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8011" y="3633664"/>
            <a:ext cx="3463013" cy="1700352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fr-FR"/>
              <a:t>Cliquez pour ajouter un témoignage</a:t>
            </a:r>
          </a:p>
        </p:txBody>
      </p:sp>
      <p:sp>
        <p:nvSpPr>
          <p:cNvPr id="76" name="Espace réservé du texte 18">
            <a:extLst>
              <a:ext uri="{FF2B5EF4-FFF2-40B4-BE49-F238E27FC236}">
                <a16:creationId xmlns:a16="http://schemas.microsoft.com/office/drawing/2014/main" id="{1DAE79B0-B7FF-759D-6AAA-0ECC151647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9024" y="1906027"/>
            <a:ext cx="2352000" cy="258256"/>
          </a:xfrm>
        </p:spPr>
        <p:txBody>
          <a:bodyPr anchor="ctr"/>
          <a:lstStyle>
            <a:lvl1pPr marL="0" indent="0" algn="l">
              <a:buNone/>
              <a:defRPr sz="1467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77" name="Espace réservé du texte 18">
            <a:extLst>
              <a:ext uri="{FF2B5EF4-FFF2-40B4-BE49-F238E27FC236}">
                <a16:creationId xmlns:a16="http://schemas.microsoft.com/office/drawing/2014/main" id="{D410B861-0789-5609-8BE8-D91A847CCA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49024" y="2204567"/>
            <a:ext cx="2352000" cy="258256"/>
          </a:xfrm>
        </p:spPr>
        <p:txBody>
          <a:bodyPr anchor="ctr"/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Organisme</a:t>
            </a:r>
          </a:p>
        </p:txBody>
      </p:sp>
      <p:cxnSp>
        <p:nvCxnSpPr>
          <p:cNvPr id="84" name="Straight Connector 9">
            <a:extLst>
              <a:ext uri="{FF2B5EF4-FFF2-40B4-BE49-F238E27FC236}">
                <a16:creationId xmlns:a16="http://schemas.microsoft.com/office/drawing/2014/main" id="{132125A9-4E85-B9F3-E488-204057C1B794}"/>
              </a:ext>
            </a:extLst>
          </p:cNvPr>
          <p:cNvCxnSpPr>
            <a:cxnSpLocks/>
          </p:cNvCxnSpPr>
          <p:nvPr userDrawn="1"/>
        </p:nvCxnSpPr>
        <p:spPr>
          <a:xfrm>
            <a:off x="9441061" y="1794213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9">
            <a:extLst>
              <a:ext uri="{FF2B5EF4-FFF2-40B4-BE49-F238E27FC236}">
                <a16:creationId xmlns:a16="http://schemas.microsoft.com/office/drawing/2014/main" id="{5726ED3C-2EA8-2E0F-53C7-8D5A4DEA40EC}"/>
              </a:ext>
            </a:extLst>
          </p:cNvPr>
          <p:cNvCxnSpPr>
            <a:cxnSpLocks/>
          </p:cNvCxnSpPr>
          <p:nvPr userDrawn="1"/>
        </p:nvCxnSpPr>
        <p:spPr>
          <a:xfrm>
            <a:off x="9441061" y="2912627"/>
            <a:ext cx="241527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7737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62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0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33" Type="http://schemas.openxmlformats.org/officeDocument/2006/relationships/slideLayout" Target="../slideLayouts/slideLayout69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5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68.xml"/><Relationship Id="rId37" Type="http://schemas.openxmlformats.org/officeDocument/2006/relationships/theme" Target="../theme/theme2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4.xml"/><Relationship Id="rId36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67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6.xml"/><Relationship Id="rId35" Type="http://schemas.openxmlformats.org/officeDocument/2006/relationships/slideLayout" Target="../slideLayouts/slideLayout71.xml"/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26" Type="http://schemas.openxmlformats.org/officeDocument/2006/relationships/slideLayout" Target="../slideLayouts/slideLayout98.xml"/><Relationship Id="rId3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93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97.xml"/><Relationship Id="rId33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92.xml"/><Relationship Id="rId29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96.xml"/><Relationship Id="rId32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95.xml"/><Relationship Id="rId28" Type="http://schemas.openxmlformats.org/officeDocument/2006/relationships/slideLayout" Target="../slideLayouts/slideLayout100.xml"/><Relationship Id="rId36" Type="http://schemas.openxmlformats.org/officeDocument/2006/relationships/image" Target="../media/image2.svg"/><Relationship Id="rId10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91.xml"/><Relationship Id="rId31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9.xml"/><Relationship Id="rId30" Type="http://schemas.openxmlformats.org/officeDocument/2006/relationships/slideLayout" Target="../slideLayouts/slideLayout102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2A1EC753-3359-0A84-1DAE-FA451421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17" y="366184"/>
            <a:ext cx="10993967" cy="7536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fr-FR"/>
              <a:t>Cliquer pour ajouter un titre</a:t>
            </a:r>
          </a:p>
        </p:txBody>
      </p:sp>
      <p:sp>
        <p:nvSpPr>
          <p:cNvPr id="4" name="Google Shape;19;p3">
            <a:extLst>
              <a:ext uri="{FF2B5EF4-FFF2-40B4-BE49-F238E27FC236}">
                <a16:creationId xmlns:a16="http://schemas.microsoft.com/office/drawing/2014/main" id="{2809F764-CF0F-208E-12BE-186C312BC6EE}"/>
              </a:ext>
            </a:extLst>
          </p:cNvPr>
          <p:cNvSpPr txBox="1"/>
          <p:nvPr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93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F0302020204030204"/>
                <a:ea typeface="Josefin Sans"/>
                <a:cs typeface="Josefin Sans"/>
                <a:sym typeface="Josefin Sans"/>
              </a:rPr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933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Josefin Sans"/>
              <a:cs typeface="Josefin Sans"/>
              <a:sym typeface="Josefin Sans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EC089C90-FCD6-B488-5562-53F47DF697FF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DB45906-4C87-C0D7-B350-F07AB8FA7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00" y="1465747"/>
            <a:ext cx="11424000" cy="470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Google Shape;19;p3">
            <a:extLst>
              <a:ext uri="{FF2B5EF4-FFF2-40B4-BE49-F238E27FC236}">
                <a16:creationId xmlns:a16="http://schemas.microsoft.com/office/drawing/2014/main" id="{B4D41D98-7DD7-D2B0-DF0A-E0C43CD759D5}"/>
              </a:ext>
            </a:extLst>
          </p:cNvPr>
          <p:cNvSpPr txBox="1"/>
          <p:nvPr userDrawn="1"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93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F0302020204030204"/>
                <a:ea typeface="Josefin Sans"/>
                <a:cs typeface="Josefin Sans"/>
                <a:sym typeface="Josefin Sans"/>
              </a:rPr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933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Josefin Sans"/>
              <a:cs typeface="Josefin Sans"/>
              <a:sym typeface="Josefin Sans"/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A2A18002-AB67-E279-EAAA-A4221A0C3164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0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2667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989" indent="-431989" algn="l" defTabSz="1219170" rtl="0" eaLnBrk="1" latinLnBrk="0" hangingPunct="1">
        <a:lnSpc>
          <a:spcPct val="90000"/>
        </a:lnSpc>
        <a:spcBef>
          <a:spcPts val="1333"/>
        </a:spcBef>
        <a:buClr>
          <a:schemeClr val="tx2"/>
        </a:buClr>
        <a:buSzPct val="110000"/>
        <a:buFont typeface="Wingdings" panose="05000000000000000000" pitchFamily="2" charset="2"/>
        <a:buChar char="§"/>
        <a:defRPr sz="1467" kern="1200">
          <a:solidFill>
            <a:schemeClr val="tx1"/>
          </a:solidFill>
          <a:latin typeface="+mn-lt"/>
          <a:ea typeface="+mn-ea"/>
          <a:cs typeface="+mn-cs"/>
        </a:defRPr>
      </a:lvl1pPr>
      <a:lvl2pPr marL="719982" indent="-304792" algn="l" defTabSz="1219170" rtl="0" eaLnBrk="1" latinLnBrk="0" hangingPunct="1">
        <a:lnSpc>
          <a:spcPct val="90000"/>
        </a:lnSpc>
        <a:spcBef>
          <a:spcPts val="667"/>
        </a:spcBef>
        <a:buClr>
          <a:schemeClr val="accent3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75" indent="-304792" algn="l" defTabSz="1219170" rtl="0" eaLnBrk="1" latinLnBrk="0" hangingPunct="1">
        <a:lnSpc>
          <a:spcPct val="90000"/>
        </a:lnSpc>
        <a:spcBef>
          <a:spcPts val="667"/>
        </a:spcBef>
        <a:buClr>
          <a:schemeClr val="tx2"/>
        </a:buClr>
        <a:buSzPct val="88000"/>
        <a:buFont typeface="Century Gothic" panose="020B0502020202020204" pitchFamily="34" charset="0"/>
        <a:buChar char="→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43966" indent="-304792" algn="l" defTabSz="1219170" rtl="0" eaLnBrk="1" latinLnBrk="0" hangingPunct="1">
        <a:lnSpc>
          <a:spcPct val="90000"/>
        </a:lnSpc>
        <a:spcBef>
          <a:spcPts val="667"/>
        </a:spcBef>
        <a:buSzPct val="94000"/>
        <a:buFont typeface="Century Gothic" panose="020B0502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655959" indent="-304792" algn="l" defTabSz="1219170" rtl="0" eaLnBrk="1" latinLnBrk="0" hangingPunct="1">
        <a:lnSpc>
          <a:spcPct val="9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9">
          <p15:clr>
            <a:srgbClr val="F26B43"/>
          </p15:clr>
        </p15:guide>
        <p15:guide id="2" pos="181">
          <p15:clr>
            <a:srgbClr val="F26B43"/>
          </p15:clr>
        </p15:guide>
        <p15:guide id="3" orient="horz" pos="3049">
          <p15:clr>
            <a:srgbClr val="F26B43"/>
          </p15:clr>
        </p15:guide>
        <p15:guide id="4" pos="5579">
          <p15:clr>
            <a:srgbClr val="F26B43"/>
          </p15:clr>
        </p15:guide>
        <p15:guide id="6" orient="horz" pos="1620">
          <p15:clr>
            <a:srgbClr val="F26B43"/>
          </p15:clr>
        </p15:guide>
        <p15:guide id="7" pos="385">
          <p15:clr>
            <a:srgbClr val="F26B43"/>
          </p15:clr>
        </p15:guide>
        <p15:guide id="8" pos="2880">
          <p15:clr>
            <a:srgbClr val="F26B43"/>
          </p15:clr>
        </p15:guide>
        <p15:guide id="9" orient="horz" pos="2913">
          <p15:clr>
            <a:srgbClr val="F26B43"/>
          </p15:clr>
        </p15:guide>
        <p15:guide id="10" pos="537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2A1EC753-3359-0A84-1DAE-FA451421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17" y="366184"/>
            <a:ext cx="10993967" cy="7536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fr-FR"/>
              <a:t>Cliquer pour ajouter un titre</a:t>
            </a:r>
          </a:p>
        </p:txBody>
      </p:sp>
      <p:sp>
        <p:nvSpPr>
          <p:cNvPr id="4" name="Google Shape;19;p3">
            <a:extLst>
              <a:ext uri="{FF2B5EF4-FFF2-40B4-BE49-F238E27FC236}">
                <a16:creationId xmlns:a16="http://schemas.microsoft.com/office/drawing/2014/main" id="{2809F764-CF0F-208E-12BE-186C312BC6EE}"/>
              </a:ext>
            </a:extLst>
          </p:cNvPr>
          <p:cNvSpPr txBox="1"/>
          <p:nvPr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93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F0302020204030204"/>
                <a:ea typeface="Josefin Sans"/>
                <a:cs typeface="Josefin Sans"/>
                <a:sym typeface="Josefin Sans"/>
              </a:rPr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933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Josefin Sans"/>
              <a:cs typeface="Josefin Sans"/>
              <a:sym typeface="Josefin Sans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EC089C90-FCD6-B488-5562-53F47DF697FF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DB45906-4C87-C0D7-B350-F07AB8FA7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00" y="1465747"/>
            <a:ext cx="11424000" cy="470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Google Shape;19;p3">
            <a:extLst>
              <a:ext uri="{FF2B5EF4-FFF2-40B4-BE49-F238E27FC236}">
                <a16:creationId xmlns:a16="http://schemas.microsoft.com/office/drawing/2014/main" id="{B4D41D98-7DD7-D2B0-DF0A-E0C43CD759D5}"/>
              </a:ext>
            </a:extLst>
          </p:cNvPr>
          <p:cNvSpPr txBox="1"/>
          <p:nvPr userDrawn="1"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93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F0302020204030204"/>
                <a:ea typeface="Josefin Sans"/>
                <a:cs typeface="Josefin Sans"/>
                <a:sym typeface="Josefin Sans"/>
              </a:rPr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933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Josefin Sans"/>
              <a:cs typeface="Josefin Sans"/>
              <a:sym typeface="Josefin Sans"/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A2A18002-AB67-E279-EAAA-A4221A0C3164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9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  <p:sldLayoutId id="2147483864" r:id="rId18"/>
    <p:sldLayoutId id="2147483865" r:id="rId19"/>
    <p:sldLayoutId id="2147483866" r:id="rId20"/>
    <p:sldLayoutId id="2147483867" r:id="rId21"/>
    <p:sldLayoutId id="2147483868" r:id="rId22"/>
    <p:sldLayoutId id="2147483869" r:id="rId23"/>
    <p:sldLayoutId id="2147483870" r:id="rId24"/>
    <p:sldLayoutId id="2147483871" r:id="rId25"/>
    <p:sldLayoutId id="2147483872" r:id="rId26"/>
    <p:sldLayoutId id="2147483873" r:id="rId27"/>
    <p:sldLayoutId id="2147483874" r:id="rId28"/>
    <p:sldLayoutId id="2147483875" r:id="rId29"/>
    <p:sldLayoutId id="2147483876" r:id="rId30"/>
    <p:sldLayoutId id="2147483877" r:id="rId31"/>
    <p:sldLayoutId id="2147483878" r:id="rId32"/>
    <p:sldLayoutId id="2147483879" r:id="rId33"/>
    <p:sldLayoutId id="2147483880" r:id="rId34"/>
    <p:sldLayoutId id="2147483881" r:id="rId35"/>
    <p:sldLayoutId id="2147483882" r:id="rId36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2667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989" indent="-431989" algn="l" defTabSz="1219170" rtl="0" eaLnBrk="1" latinLnBrk="0" hangingPunct="1">
        <a:lnSpc>
          <a:spcPct val="90000"/>
        </a:lnSpc>
        <a:spcBef>
          <a:spcPts val="1333"/>
        </a:spcBef>
        <a:buClr>
          <a:schemeClr val="tx2"/>
        </a:buClr>
        <a:buSzPct val="110000"/>
        <a:buFont typeface="Wingdings" panose="05000000000000000000" pitchFamily="2" charset="2"/>
        <a:buChar char="§"/>
        <a:defRPr sz="1467" kern="1200">
          <a:solidFill>
            <a:schemeClr val="tx1"/>
          </a:solidFill>
          <a:latin typeface="+mn-lt"/>
          <a:ea typeface="+mn-ea"/>
          <a:cs typeface="+mn-cs"/>
        </a:defRPr>
      </a:lvl1pPr>
      <a:lvl2pPr marL="719982" indent="-304792" algn="l" defTabSz="1219170" rtl="0" eaLnBrk="1" latinLnBrk="0" hangingPunct="1">
        <a:lnSpc>
          <a:spcPct val="90000"/>
        </a:lnSpc>
        <a:spcBef>
          <a:spcPts val="667"/>
        </a:spcBef>
        <a:buClr>
          <a:schemeClr val="accent3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75" indent="-304792" algn="l" defTabSz="1219170" rtl="0" eaLnBrk="1" latinLnBrk="0" hangingPunct="1">
        <a:lnSpc>
          <a:spcPct val="90000"/>
        </a:lnSpc>
        <a:spcBef>
          <a:spcPts val="667"/>
        </a:spcBef>
        <a:buClr>
          <a:schemeClr val="tx2"/>
        </a:buClr>
        <a:buSzPct val="88000"/>
        <a:buFont typeface="Century Gothic" panose="020B0502020202020204" pitchFamily="34" charset="0"/>
        <a:buChar char="→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43966" indent="-304792" algn="l" defTabSz="1219170" rtl="0" eaLnBrk="1" latinLnBrk="0" hangingPunct="1">
        <a:lnSpc>
          <a:spcPct val="90000"/>
        </a:lnSpc>
        <a:spcBef>
          <a:spcPts val="667"/>
        </a:spcBef>
        <a:buSzPct val="94000"/>
        <a:buFont typeface="Century Gothic" panose="020B0502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655959" indent="-304792" algn="l" defTabSz="1219170" rtl="0" eaLnBrk="1" latinLnBrk="0" hangingPunct="1">
        <a:lnSpc>
          <a:spcPct val="9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9">
          <p15:clr>
            <a:srgbClr val="F26B43"/>
          </p15:clr>
        </p15:guide>
        <p15:guide id="2" pos="181">
          <p15:clr>
            <a:srgbClr val="F26B43"/>
          </p15:clr>
        </p15:guide>
        <p15:guide id="3" orient="horz" pos="3049">
          <p15:clr>
            <a:srgbClr val="F26B43"/>
          </p15:clr>
        </p15:guide>
        <p15:guide id="4" pos="5579">
          <p15:clr>
            <a:srgbClr val="F26B43"/>
          </p15:clr>
        </p15:guide>
        <p15:guide id="6" orient="horz" pos="1620">
          <p15:clr>
            <a:srgbClr val="F26B43"/>
          </p15:clr>
        </p15:guide>
        <p15:guide id="7" pos="385">
          <p15:clr>
            <a:srgbClr val="F26B43"/>
          </p15:clr>
        </p15:guide>
        <p15:guide id="8" pos="2880">
          <p15:clr>
            <a:srgbClr val="F26B43"/>
          </p15:clr>
        </p15:guide>
        <p15:guide id="9" orient="horz" pos="2913">
          <p15:clr>
            <a:srgbClr val="F26B43"/>
          </p15:clr>
        </p15:guide>
        <p15:guide id="10" pos="537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2A1EC753-3359-0A84-1DAE-FA451421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17" y="366184"/>
            <a:ext cx="10993967" cy="7536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fr-FR"/>
              <a:t>Cliquer pour ajouter un titre</a:t>
            </a:r>
          </a:p>
        </p:txBody>
      </p:sp>
      <p:sp>
        <p:nvSpPr>
          <p:cNvPr id="4" name="Google Shape;19;p3">
            <a:extLst>
              <a:ext uri="{FF2B5EF4-FFF2-40B4-BE49-F238E27FC236}">
                <a16:creationId xmlns:a16="http://schemas.microsoft.com/office/drawing/2014/main" id="{2809F764-CF0F-208E-12BE-186C312BC6EE}"/>
              </a:ext>
            </a:extLst>
          </p:cNvPr>
          <p:cNvSpPr txBox="1"/>
          <p:nvPr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 b="1">
              <a:solidFill>
                <a:schemeClr val="bg1"/>
              </a:solidFill>
              <a:latin typeface="+mj-lt"/>
              <a:ea typeface="Josefin Sans"/>
              <a:cs typeface="Josefin Sans"/>
              <a:sym typeface="Josefin Sans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EC089C90-FCD6-B488-5562-53F47DF697FF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DB45906-4C87-C0D7-B350-F07AB8FA7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00" y="1465747"/>
            <a:ext cx="11424000" cy="470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Google Shape;19;p3">
            <a:extLst>
              <a:ext uri="{FF2B5EF4-FFF2-40B4-BE49-F238E27FC236}">
                <a16:creationId xmlns:a16="http://schemas.microsoft.com/office/drawing/2014/main" id="{B4D41D98-7DD7-D2B0-DF0A-E0C43CD759D5}"/>
              </a:ext>
            </a:extLst>
          </p:cNvPr>
          <p:cNvSpPr txBox="1"/>
          <p:nvPr userDrawn="1"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 b="1">
              <a:solidFill>
                <a:schemeClr val="bg1"/>
              </a:solidFill>
              <a:latin typeface="+mj-lt"/>
              <a:ea typeface="Josefin Sans"/>
              <a:cs typeface="Josefin Sans"/>
              <a:sym typeface="Josefin Sans"/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A2A18002-AB67-E279-EAAA-A4221A0C3164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83117" y="6453717"/>
            <a:ext cx="749816" cy="25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54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2" r:id="rId1"/>
    <p:sldLayoutId id="2147484033" r:id="rId2"/>
    <p:sldLayoutId id="2147484034" r:id="rId3"/>
    <p:sldLayoutId id="2147484035" r:id="rId4"/>
    <p:sldLayoutId id="2147484036" r:id="rId5"/>
    <p:sldLayoutId id="2147484037" r:id="rId6"/>
    <p:sldLayoutId id="2147484038" r:id="rId7"/>
    <p:sldLayoutId id="2147484039" r:id="rId8"/>
    <p:sldLayoutId id="2147484040" r:id="rId9"/>
    <p:sldLayoutId id="2147484041" r:id="rId10"/>
    <p:sldLayoutId id="2147484042" r:id="rId11"/>
    <p:sldLayoutId id="2147484043" r:id="rId12"/>
    <p:sldLayoutId id="2147484044" r:id="rId13"/>
    <p:sldLayoutId id="2147484045" r:id="rId14"/>
    <p:sldLayoutId id="2147484046" r:id="rId15"/>
    <p:sldLayoutId id="2147484047" r:id="rId16"/>
    <p:sldLayoutId id="2147484048" r:id="rId17"/>
    <p:sldLayoutId id="2147484049" r:id="rId18"/>
    <p:sldLayoutId id="2147484050" r:id="rId19"/>
    <p:sldLayoutId id="2147484051" r:id="rId20"/>
    <p:sldLayoutId id="2147484052" r:id="rId21"/>
    <p:sldLayoutId id="2147484053" r:id="rId22"/>
    <p:sldLayoutId id="2147484054" r:id="rId23"/>
    <p:sldLayoutId id="2147484055" r:id="rId24"/>
    <p:sldLayoutId id="2147484056" r:id="rId25"/>
    <p:sldLayoutId id="2147484057" r:id="rId26"/>
    <p:sldLayoutId id="2147484058" r:id="rId27"/>
    <p:sldLayoutId id="2147484059" r:id="rId28"/>
    <p:sldLayoutId id="2147484060" r:id="rId29"/>
    <p:sldLayoutId id="2147484064" r:id="rId30"/>
    <p:sldLayoutId id="2147484065" r:id="rId31"/>
    <p:sldLayoutId id="2147484066" r:id="rId32"/>
    <p:sldLayoutId id="2147484067" r:id="rId33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2667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989" indent="-431989" algn="l" defTabSz="1219170" rtl="0" eaLnBrk="1" latinLnBrk="0" hangingPunct="1">
        <a:lnSpc>
          <a:spcPct val="90000"/>
        </a:lnSpc>
        <a:spcBef>
          <a:spcPts val="1333"/>
        </a:spcBef>
        <a:buClr>
          <a:schemeClr val="tx2"/>
        </a:buClr>
        <a:buSzPct val="110000"/>
        <a:buFont typeface="Wingdings" panose="05000000000000000000" pitchFamily="2" charset="2"/>
        <a:buChar char="§"/>
        <a:defRPr sz="1467" kern="1200">
          <a:solidFill>
            <a:schemeClr val="tx1"/>
          </a:solidFill>
          <a:latin typeface="+mn-lt"/>
          <a:ea typeface="+mn-ea"/>
          <a:cs typeface="+mn-cs"/>
        </a:defRPr>
      </a:lvl1pPr>
      <a:lvl2pPr marL="719982" indent="-304792" algn="l" defTabSz="1219170" rtl="0" eaLnBrk="1" latinLnBrk="0" hangingPunct="1">
        <a:lnSpc>
          <a:spcPct val="90000"/>
        </a:lnSpc>
        <a:spcBef>
          <a:spcPts val="667"/>
        </a:spcBef>
        <a:buClr>
          <a:schemeClr val="accent3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75" indent="-304792" algn="l" defTabSz="1219170" rtl="0" eaLnBrk="1" latinLnBrk="0" hangingPunct="1">
        <a:lnSpc>
          <a:spcPct val="90000"/>
        </a:lnSpc>
        <a:spcBef>
          <a:spcPts val="667"/>
        </a:spcBef>
        <a:buClr>
          <a:schemeClr val="tx2"/>
        </a:buClr>
        <a:buSzPct val="88000"/>
        <a:buFont typeface="Century Gothic" panose="020B0502020202020204" pitchFamily="34" charset="0"/>
        <a:buChar char="→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43966" indent="-304792" algn="l" defTabSz="1219170" rtl="0" eaLnBrk="1" latinLnBrk="0" hangingPunct="1">
        <a:lnSpc>
          <a:spcPct val="90000"/>
        </a:lnSpc>
        <a:spcBef>
          <a:spcPts val="667"/>
        </a:spcBef>
        <a:buSzPct val="94000"/>
        <a:buFont typeface="Century Gothic" panose="020B0502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655959" indent="-304792" algn="l" defTabSz="1219170" rtl="0" eaLnBrk="1" latinLnBrk="0" hangingPunct="1">
        <a:lnSpc>
          <a:spcPct val="9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9">
          <p15:clr>
            <a:srgbClr val="F26B43"/>
          </p15:clr>
        </p15:guide>
        <p15:guide id="2" pos="181">
          <p15:clr>
            <a:srgbClr val="F26B43"/>
          </p15:clr>
        </p15:guide>
        <p15:guide id="3" orient="horz" pos="3049">
          <p15:clr>
            <a:srgbClr val="F26B43"/>
          </p15:clr>
        </p15:guide>
        <p15:guide id="4" pos="5579">
          <p15:clr>
            <a:srgbClr val="F26B43"/>
          </p15:clr>
        </p15:guide>
        <p15:guide id="6" orient="horz" pos="1620">
          <p15:clr>
            <a:srgbClr val="F26B43"/>
          </p15:clr>
        </p15:guide>
        <p15:guide id="7" pos="385">
          <p15:clr>
            <a:srgbClr val="F26B43"/>
          </p15:clr>
        </p15:guide>
        <p15:guide id="8" pos="2880">
          <p15:clr>
            <a:srgbClr val="F26B43"/>
          </p15:clr>
        </p15:guide>
        <p15:guide id="9" orient="horz" pos="2913">
          <p15:clr>
            <a:srgbClr val="F26B43"/>
          </p15:clr>
        </p15:guide>
        <p15:guide id="10" pos="537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3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7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7.xml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7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7.xml"/><Relationship Id="rId6" Type="http://schemas.openxmlformats.org/officeDocument/2006/relationships/image" Target="../media/image31.png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18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7.xml"/><Relationship Id="rId6" Type="http://schemas.openxmlformats.org/officeDocument/2006/relationships/image" Target="../media/image39.sv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A40D1-F04B-49F8-843F-8E06B1E5905B}"/>
              </a:ext>
            </a:extLst>
          </p:cNvPr>
          <p:cNvSpPr/>
          <p:nvPr/>
        </p:nvSpPr>
        <p:spPr>
          <a:xfrm>
            <a:off x="0" y="0"/>
            <a:ext cx="12187239" cy="68874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fr-FR" sz="1867" kern="0">
              <a:solidFill>
                <a:prstClr val="white"/>
              </a:solidFill>
              <a:latin typeface="Century Gothic" panose="020F0302020204030204"/>
              <a:sym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10875" y="3299939"/>
            <a:ext cx="2983509" cy="810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fr-FR" sz="4667" b="1" kern="0">
                <a:solidFill>
                  <a:prstClr val="white"/>
                </a:solidFill>
                <a:latin typeface="Century Gothic" panose="020F0302020204030204"/>
                <a:ea typeface="Euclid Flex B Medium" panose="020B0604000000000000" pitchFamily="34" charset="0"/>
                <a:cs typeface="Montserrat" charset="0"/>
                <a:sym typeface="Arial"/>
              </a:rPr>
              <a:t>Projet CFT</a:t>
            </a:r>
          </a:p>
        </p:txBody>
      </p:sp>
      <p:sp>
        <p:nvSpPr>
          <p:cNvPr id="6" name="Rectangle 5"/>
          <p:cNvSpPr/>
          <p:nvPr/>
        </p:nvSpPr>
        <p:spPr>
          <a:xfrm>
            <a:off x="1311728" y="1839456"/>
            <a:ext cx="9568547" cy="3809008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fr-FR" sz="1867" kern="0">
              <a:solidFill>
                <a:prstClr val="white"/>
              </a:solidFill>
              <a:latin typeface="Century Gothic" panose="020F0302020204030204"/>
              <a:sym typeface="Arial"/>
            </a:endParaRPr>
          </a:p>
        </p:txBody>
      </p:sp>
      <p:sp>
        <p:nvSpPr>
          <p:cNvPr id="11" name="Titre 4">
            <a:extLst>
              <a:ext uri="{FF2B5EF4-FFF2-40B4-BE49-F238E27FC236}">
                <a16:creationId xmlns:a16="http://schemas.microsoft.com/office/drawing/2014/main" id="{CFC136FB-9C8B-FFF7-A0B5-6A1FAF96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50">
                <a:solidFill>
                  <a:schemeClr val="bg1"/>
                </a:solidFill>
              </a:rPr>
              <a:t>CARLES Valentin , FINDELAIR Guillaume , THIRIET Robin</a:t>
            </a:r>
          </a:p>
        </p:txBody>
      </p:sp>
      <p:cxnSp>
        <p:nvCxnSpPr>
          <p:cNvPr id="14" name="Google Shape;105;p14">
            <a:extLst>
              <a:ext uri="{FF2B5EF4-FFF2-40B4-BE49-F238E27FC236}">
                <a16:creationId xmlns:a16="http://schemas.microsoft.com/office/drawing/2014/main" id="{07D78E05-1525-49FE-5023-8A1E2F90C918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19;p3">
            <a:extLst>
              <a:ext uri="{FF2B5EF4-FFF2-40B4-BE49-F238E27FC236}">
                <a16:creationId xmlns:a16="http://schemas.microsoft.com/office/drawing/2014/main" id="{F268D5D7-F088-8C64-6593-2B5D98284B8B}"/>
              </a:ext>
            </a:extLst>
          </p:cNvPr>
          <p:cNvSpPr txBox="1"/>
          <p:nvPr/>
        </p:nvSpPr>
        <p:spPr>
          <a:xfrm>
            <a:off x="11591637" y="6453717"/>
            <a:ext cx="600363" cy="404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fld id="{00000000-1234-1234-1234-123412341234}" type="slidenum">
              <a:rPr lang="en" sz="933" b="1" kern="0">
                <a:solidFill>
                  <a:prstClr val="white"/>
                </a:solidFill>
                <a:latin typeface="Century Gothic" panose="020F0302020204030204"/>
                <a:ea typeface="Josefin Sans"/>
                <a:cs typeface="Josefin Sans"/>
                <a:sym typeface="Josefin Sans"/>
              </a:rPr>
              <a:pPr algn="ctr" defTabSz="1219170">
                <a:buClr>
                  <a:srgbClr val="000000"/>
                </a:buClr>
              </a:pPr>
              <a:t>1</a:t>
            </a:fld>
            <a:endParaRPr sz="933" b="1" kern="0">
              <a:solidFill>
                <a:prstClr val="white"/>
              </a:solidFill>
              <a:latin typeface="Century Gothic" panose="020F0302020204030204"/>
              <a:ea typeface="Josefin Sans"/>
              <a:cs typeface="Josefin Sans"/>
              <a:sym typeface="Josefi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5900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9"/>
          <p:cNvSpPr/>
          <p:nvPr/>
        </p:nvSpPr>
        <p:spPr>
          <a:xfrm>
            <a:off x="609647" y="3954984"/>
            <a:ext cx="1670983" cy="1223506"/>
          </a:xfrm>
          <a:prstGeom prst="round2DiagRect">
            <a:avLst/>
          </a:prstGeom>
          <a:noFill/>
          <a:ln>
            <a:solidFill>
              <a:srgbClr val="BBB6E8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fr-FR" sz="1400" b="1" kern="0">
                <a:solidFill>
                  <a:srgbClr val="000000"/>
                </a:solidFill>
                <a:latin typeface="Century Gothic" panose="020F0302020204030204"/>
                <a:ea typeface="Fira Sans Medium"/>
                <a:cs typeface="Fira Sans Medium"/>
                <a:sym typeface="Fira Sans Medium"/>
              </a:rPr>
              <a:t>Objectifs du groupe</a:t>
            </a:r>
          </a:p>
        </p:txBody>
      </p:sp>
      <p:sp>
        <p:nvSpPr>
          <p:cNvPr id="442" name="Google Shape;442;p19"/>
          <p:cNvSpPr/>
          <p:nvPr/>
        </p:nvSpPr>
        <p:spPr>
          <a:xfrm>
            <a:off x="2453389" y="3920336"/>
            <a:ext cx="1672408" cy="1258154"/>
          </a:xfrm>
          <a:prstGeom prst="round2Diag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fr-FR" sz="1400" b="1"/>
              <a:t>Choix du projet</a:t>
            </a:r>
            <a:endParaRPr lang="fr-FR" sz="1400" b="1" kern="0">
              <a:solidFill>
                <a:srgbClr val="000000"/>
              </a:solidFill>
              <a:latin typeface="Century Gothic" panose="020F0302020204030204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4298557" y="3954984"/>
            <a:ext cx="1672408" cy="1223506"/>
          </a:xfrm>
          <a:prstGeom prst="round2Diag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fr-FR" sz="1400" b="1"/>
              <a:t>Présentation des outils</a:t>
            </a:r>
            <a:endParaRPr lang="fr-FR" sz="1600" b="1" kern="0">
              <a:solidFill>
                <a:srgbClr val="000000"/>
              </a:solidFill>
              <a:latin typeface="Century Gothic" panose="020F0302020204030204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6143727" y="3954981"/>
            <a:ext cx="1672456" cy="1223505"/>
          </a:xfrm>
          <a:prstGeom prst="round2DiagRect">
            <a:avLst/>
          </a:prstGeom>
          <a:noFill/>
          <a:ln>
            <a:solidFill>
              <a:schemeClr val="tx2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fr-FR" sz="1400" b="1" kern="0">
                <a:solidFill>
                  <a:srgbClr val="000000"/>
                </a:solidFill>
                <a:ea typeface="Fira Sans Medium"/>
                <a:cs typeface="Fira Sans Medium"/>
                <a:sym typeface="Fira Sans Medium"/>
              </a:rPr>
              <a:t>Installation à la main</a:t>
            </a:r>
          </a:p>
        </p:txBody>
      </p:sp>
      <p:sp>
        <p:nvSpPr>
          <p:cNvPr id="445" name="Google Shape;445;p19"/>
          <p:cNvSpPr/>
          <p:nvPr/>
        </p:nvSpPr>
        <p:spPr>
          <a:xfrm>
            <a:off x="7988893" y="3954982"/>
            <a:ext cx="1672456" cy="1223504"/>
          </a:xfrm>
          <a:prstGeom prst="round2Diag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fr-FR" sz="1400" b="1" kern="0">
                <a:solidFill>
                  <a:srgbClr val="000000"/>
                </a:solidFill>
                <a:latin typeface="Century Gothic" panose="020F0302020204030204"/>
                <a:ea typeface="Fira Sans Medium"/>
                <a:cs typeface="Fira Sans Medium"/>
                <a:sym typeface="Fira Sans Medium"/>
              </a:rPr>
              <a:t>Déploiement avec </a:t>
            </a:r>
            <a:r>
              <a:rPr lang="fr-FR" sz="1400" b="1" kern="0" err="1">
                <a:solidFill>
                  <a:srgbClr val="000000"/>
                </a:solidFill>
                <a:latin typeface="Century Gothic" panose="020F0302020204030204"/>
                <a:ea typeface="Fira Sans Medium"/>
                <a:cs typeface="Fira Sans Medium"/>
                <a:sym typeface="Fira Sans Medium"/>
              </a:rPr>
              <a:t>Terraform</a:t>
            </a:r>
            <a:endParaRPr lang="fr-FR" sz="1600" b="1" kern="0">
              <a:solidFill>
                <a:srgbClr val="000000"/>
              </a:solidFill>
              <a:latin typeface="Century Gothic" panose="020F0302020204030204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9834061" y="3954982"/>
            <a:ext cx="1672457" cy="1223504"/>
          </a:xfrm>
          <a:prstGeom prst="round2Diag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fr-FR" sz="1400" b="1" kern="0">
                <a:solidFill>
                  <a:srgbClr val="000000"/>
                </a:solidFill>
                <a:latin typeface="Century Gothic" panose="020F0302020204030204"/>
                <a:ea typeface="Fira Sans Medium"/>
                <a:cs typeface="Fira Sans Medium"/>
                <a:sym typeface="Fira Sans Medium"/>
              </a:rPr>
              <a:t>Conclusion</a:t>
            </a:r>
          </a:p>
        </p:txBody>
      </p:sp>
      <p:sp>
        <p:nvSpPr>
          <p:cNvPr id="448" name="Google Shape;448;p19"/>
          <p:cNvSpPr/>
          <p:nvPr/>
        </p:nvSpPr>
        <p:spPr>
          <a:xfrm>
            <a:off x="2456061" y="1516192"/>
            <a:ext cx="1843743" cy="1764987"/>
          </a:xfrm>
          <a:custGeom>
            <a:avLst/>
            <a:gdLst/>
            <a:ahLst/>
            <a:cxnLst/>
            <a:rect l="l" t="t" r="r" b="b"/>
            <a:pathLst>
              <a:path w="42818" h="40989" extrusionOk="0">
                <a:moveTo>
                  <a:pt x="20534" y="373"/>
                </a:moveTo>
                <a:cubicBezTo>
                  <a:pt x="25225" y="373"/>
                  <a:pt x="29912" y="2162"/>
                  <a:pt x="33475" y="5741"/>
                </a:cubicBezTo>
                <a:cubicBezTo>
                  <a:pt x="38827" y="11061"/>
                  <a:pt x="40347" y="19295"/>
                  <a:pt x="37243" y="26167"/>
                </a:cubicBezTo>
                <a:lnTo>
                  <a:pt x="37212" y="26294"/>
                </a:lnTo>
                <a:lnTo>
                  <a:pt x="40030" y="29144"/>
                </a:lnTo>
                <a:lnTo>
                  <a:pt x="41994" y="27181"/>
                </a:lnTo>
                <a:cubicBezTo>
                  <a:pt x="42057" y="27117"/>
                  <a:pt x="42120" y="27101"/>
                  <a:pt x="42172" y="27101"/>
                </a:cubicBezTo>
                <a:cubicBezTo>
                  <a:pt x="42223" y="27101"/>
                  <a:pt x="42263" y="27117"/>
                  <a:pt x="42279" y="27117"/>
                </a:cubicBezTo>
                <a:cubicBezTo>
                  <a:pt x="42310" y="27117"/>
                  <a:pt x="42437" y="27181"/>
                  <a:pt x="42437" y="27339"/>
                </a:cubicBezTo>
                <a:lnTo>
                  <a:pt x="42057" y="40228"/>
                </a:lnTo>
                <a:lnTo>
                  <a:pt x="29168" y="40608"/>
                </a:lnTo>
                <a:cubicBezTo>
                  <a:pt x="29009" y="40608"/>
                  <a:pt x="28946" y="40482"/>
                  <a:pt x="28946" y="40450"/>
                </a:cubicBezTo>
                <a:cubicBezTo>
                  <a:pt x="28914" y="40418"/>
                  <a:pt x="28883" y="40292"/>
                  <a:pt x="29009" y="40165"/>
                </a:cubicBezTo>
                <a:lnTo>
                  <a:pt x="30973" y="38201"/>
                </a:lnTo>
                <a:lnTo>
                  <a:pt x="28123" y="35383"/>
                </a:lnTo>
                <a:lnTo>
                  <a:pt x="28028" y="35415"/>
                </a:lnTo>
                <a:cubicBezTo>
                  <a:pt x="25640" y="36488"/>
                  <a:pt x="23093" y="37008"/>
                  <a:pt x="20563" y="37008"/>
                </a:cubicBezTo>
                <a:cubicBezTo>
                  <a:pt x="15777" y="37008"/>
                  <a:pt x="11050" y="35147"/>
                  <a:pt x="7569" y="31646"/>
                </a:cubicBezTo>
                <a:cubicBezTo>
                  <a:pt x="412" y="24520"/>
                  <a:pt x="412" y="12866"/>
                  <a:pt x="7569" y="5741"/>
                </a:cubicBezTo>
                <a:cubicBezTo>
                  <a:pt x="11148" y="2162"/>
                  <a:pt x="15843" y="373"/>
                  <a:pt x="20534" y="373"/>
                </a:cubicBezTo>
                <a:close/>
                <a:moveTo>
                  <a:pt x="20522" y="1"/>
                </a:moveTo>
                <a:cubicBezTo>
                  <a:pt x="15732" y="1"/>
                  <a:pt x="10942" y="1830"/>
                  <a:pt x="7284" y="5487"/>
                </a:cubicBezTo>
                <a:cubicBezTo>
                  <a:pt x="1" y="12771"/>
                  <a:pt x="1" y="24647"/>
                  <a:pt x="7284" y="31931"/>
                </a:cubicBezTo>
                <a:cubicBezTo>
                  <a:pt x="10849" y="35495"/>
                  <a:pt x="15676" y="37386"/>
                  <a:pt x="20554" y="37386"/>
                </a:cubicBezTo>
                <a:cubicBezTo>
                  <a:pt x="23088" y="37386"/>
                  <a:pt x="25635" y="36876"/>
                  <a:pt x="28028" y="35826"/>
                </a:cubicBezTo>
                <a:lnTo>
                  <a:pt x="30435" y="38201"/>
                </a:lnTo>
                <a:lnTo>
                  <a:pt x="28724" y="39912"/>
                </a:lnTo>
                <a:cubicBezTo>
                  <a:pt x="28534" y="40102"/>
                  <a:pt x="28503" y="40355"/>
                  <a:pt x="28598" y="40608"/>
                </a:cubicBezTo>
                <a:cubicBezTo>
                  <a:pt x="28693" y="40830"/>
                  <a:pt x="28914" y="40988"/>
                  <a:pt x="29168" y="40988"/>
                </a:cubicBezTo>
                <a:lnTo>
                  <a:pt x="29199" y="40988"/>
                </a:lnTo>
                <a:lnTo>
                  <a:pt x="42405" y="40608"/>
                </a:lnTo>
                <a:lnTo>
                  <a:pt x="42817" y="27371"/>
                </a:lnTo>
                <a:cubicBezTo>
                  <a:pt x="42817" y="27117"/>
                  <a:pt x="42659" y="26864"/>
                  <a:pt x="42437" y="26769"/>
                </a:cubicBezTo>
                <a:cubicBezTo>
                  <a:pt x="42356" y="26738"/>
                  <a:pt x="42271" y="26724"/>
                  <a:pt x="42189" y="26724"/>
                </a:cubicBezTo>
                <a:cubicBezTo>
                  <a:pt x="42014" y="26724"/>
                  <a:pt x="41848" y="26788"/>
                  <a:pt x="41740" y="26896"/>
                </a:cubicBezTo>
                <a:lnTo>
                  <a:pt x="40030" y="28606"/>
                </a:lnTo>
                <a:lnTo>
                  <a:pt x="37655" y="26231"/>
                </a:lnTo>
                <a:cubicBezTo>
                  <a:pt x="40727" y="19200"/>
                  <a:pt x="39175" y="10903"/>
                  <a:pt x="33760" y="5487"/>
                </a:cubicBezTo>
                <a:cubicBezTo>
                  <a:pt x="30102" y="1830"/>
                  <a:pt x="25312" y="1"/>
                  <a:pt x="20522" y="1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kern="0">
              <a:solidFill>
                <a:srgbClr val="000000"/>
              </a:solidFill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2655168" y="1637921"/>
            <a:ext cx="1369136" cy="1367803"/>
          </a:xfrm>
          <a:custGeom>
            <a:avLst/>
            <a:gdLst/>
            <a:ahLst/>
            <a:cxnLst/>
            <a:rect l="l" t="t" r="r" b="b"/>
            <a:pathLst>
              <a:path w="31796" h="31765" extrusionOk="0">
                <a:moveTo>
                  <a:pt x="15898" y="0"/>
                </a:moveTo>
                <a:cubicBezTo>
                  <a:pt x="7126" y="0"/>
                  <a:pt x="0" y="7094"/>
                  <a:pt x="0" y="15866"/>
                </a:cubicBezTo>
                <a:cubicBezTo>
                  <a:pt x="0" y="24639"/>
                  <a:pt x="7126" y="31764"/>
                  <a:pt x="15898" y="31764"/>
                </a:cubicBezTo>
                <a:cubicBezTo>
                  <a:pt x="24670" y="31764"/>
                  <a:pt x="31796" y="24639"/>
                  <a:pt x="31796" y="15866"/>
                </a:cubicBezTo>
                <a:cubicBezTo>
                  <a:pt x="31796" y="7094"/>
                  <a:pt x="24670" y="0"/>
                  <a:pt x="15898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kern="0">
              <a:solidFill>
                <a:srgbClr val="000000"/>
              </a:solidFill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609647" y="2035927"/>
            <a:ext cx="1843743" cy="1764815"/>
          </a:xfrm>
          <a:custGeom>
            <a:avLst/>
            <a:gdLst/>
            <a:ahLst/>
            <a:cxnLst/>
            <a:rect l="l" t="t" r="r" b="b"/>
            <a:pathLst>
              <a:path w="42818" h="40985" extrusionOk="0">
                <a:moveTo>
                  <a:pt x="29119" y="380"/>
                </a:moveTo>
                <a:cubicBezTo>
                  <a:pt x="29134" y="380"/>
                  <a:pt x="29150" y="381"/>
                  <a:pt x="29168" y="385"/>
                </a:cubicBezTo>
                <a:lnTo>
                  <a:pt x="42025" y="733"/>
                </a:lnTo>
                <a:lnTo>
                  <a:pt x="42405" y="13622"/>
                </a:lnTo>
                <a:cubicBezTo>
                  <a:pt x="42437" y="13781"/>
                  <a:pt x="42310" y="13844"/>
                  <a:pt x="42279" y="13844"/>
                </a:cubicBezTo>
                <a:cubicBezTo>
                  <a:pt x="42263" y="13860"/>
                  <a:pt x="42215" y="13876"/>
                  <a:pt x="42160" y="13876"/>
                </a:cubicBezTo>
                <a:cubicBezTo>
                  <a:pt x="42105" y="13876"/>
                  <a:pt x="42041" y="13860"/>
                  <a:pt x="41994" y="13812"/>
                </a:cubicBezTo>
                <a:lnTo>
                  <a:pt x="40030" y="11849"/>
                </a:lnTo>
                <a:lnTo>
                  <a:pt x="37180" y="14667"/>
                </a:lnTo>
                <a:lnTo>
                  <a:pt x="37243" y="14794"/>
                </a:lnTo>
                <a:cubicBezTo>
                  <a:pt x="40315" y="21698"/>
                  <a:pt x="38795" y="29900"/>
                  <a:pt x="33475" y="35252"/>
                </a:cubicBezTo>
                <a:cubicBezTo>
                  <a:pt x="29896" y="38815"/>
                  <a:pt x="25201" y="40596"/>
                  <a:pt x="20506" y="40596"/>
                </a:cubicBezTo>
                <a:cubicBezTo>
                  <a:pt x="15811" y="40596"/>
                  <a:pt x="11116" y="38815"/>
                  <a:pt x="7538" y="35252"/>
                </a:cubicBezTo>
                <a:cubicBezTo>
                  <a:pt x="412" y="28095"/>
                  <a:pt x="412" y="16472"/>
                  <a:pt x="7538" y="9315"/>
                </a:cubicBezTo>
                <a:cubicBezTo>
                  <a:pt x="11053" y="5832"/>
                  <a:pt x="15772" y="3963"/>
                  <a:pt x="20554" y="3963"/>
                </a:cubicBezTo>
                <a:cubicBezTo>
                  <a:pt x="23087" y="3963"/>
                  <a:pt x="25621" y="4470"/>
                  <a:pt x="27996" y="5547"/>
                </a:cubicBezTo>
                <a:lnTo>
                  <a:pt x="28123" y="5610"/>
                </a:lnTo>
                <a:lnTo>
                  <a:pt x="30941" y="2760"/>
                </a:lnTo>
                <a:lnTo>
                  <a:pt x="28978" y="796"/>
                </a:lnTo>
                <a:cubicBezTo>
                  <a:pt x="28883" y="670"/>
                  <a:pt x="28914" y="543"/>
                  <a:pt x="28914" y="511"/>
                </a:cubicBezTo>
                <a:cubicBezTo>
                  <a:pt x="28943" y="483"/>
                  <a:pt x="28996" y="380"/>
                  <a:pt x="29119" y="380"/>
                </a:cubicBezTo>
                <a:close/>
                <a:moveTo>
                  <a:pt x="29128" y="1"/>
                </a:moveTo>
                <a:cubicBezTo>
                  <a:pt x="28878" y="1"/>
                  <a:pt x="28685" y="153"/>
                  <a:pt x="28598" y="385"/>
                </a:cubicBezTo>
                <a:cubicBezTo>
                  <a:pt x="28471" y="606"/>
                  <a:pt x="28534" y="891"/>
                  <a:pt x="28724" y="1081"/>
                </a:cubicBezTo>
                <a:lnTo>
                  <a:pt x="30435" y="2760"/>
                </a:lnTo>
                <a:lnTo>
                  <a:pt x="28028" y="5135"/>
                </a:lnTo>
                <a:cubicBezTo>
                  <a:pt x="25647" y="4090"/>
                  <a:pt x="23112" y="3584"/>
                  <a:pt x="20591" y="3584"/>
                </a:cubicBezTo>
                <a:cubicBezTo>
                  <a:pt x="15700" y="3584"/>
                  <a:pt x="10858" y="5489"/>
                  <a:pt x="7284" y="9062"/>
                </a:cubicBezTo>
                <a:cubicBezTo>
                  <a:pt x="1" y="16346"/>
                  <a:pt x="1" y="28222"/>
                  <a:pt x="7284" y="35505"/>
                </a:cubicBezTo>
                <a:cubicBezTo>
                  <a:pt x="10926" y="39147"/>
                  <a:pt x="15708" y="40984"/>
                  <a:pt x="20522" y="40984"/>
                </a:cubicBezTo>
                <a:cubicBezTo>
                  <a:pt x="25304" y="40984"/>
                  <a:pt x="30086" y="39147"/>
                  <a:pt x="33728" y="35505"/>
                </a:cubicBezTo>
                <a:cubicBezTo>
                  <a:pt x="39144" y="30090"/>
                  <a:pt x="40727" y="21761"/>
                  <a:pt x="37655" y="14762"/>
                </a:cubicBezTo>
                <a:lnTo>
                  <a:pt x="40030" y="12355"/>
                </a:lnTo>
                <a:lnTo>
                  <a:pt x="41709" y="14066"/>
                </a:lnTo>
                <a:cubicBezTo>
                  <a:pt x="41831" y="14188"/>
                  <a:pt x="41994" y="14258"/>
                  <a:pt x="42153" y="14258"/>
                </a:cubicBezTo>
                <a:cubicBezTo>
                  <a:pt x="42240" y="14258"/>
                  <a:pt x="42327" y="14237"/>
                  <a:pt x="42405" y="14192"/>
                </a:cubicBezTo>
                <a:cubicBezTo>
                  <a:pt x="42659" y="14097"/>
                  <a:pt x="42817" y="13876"/>
                  <a:pt x="42786" y="13591"/>
                </a:cubicBezTo>
                <a:lnTo>
                  <a:pt x="42405" y="385"/>
                </a:lnTo>
                <a:lnTo>
                  <a:pt x="29199" y="5"/>
                </a:lnTo>
                <a:cubicBezTo>
                  <a:pt x="29175" y="2"/>
                  <a:pt x="29151" y="1"/>
                  <a:pt x="29128" y="1"/>
                </a:cubicBezTo>
                <a:close/>
              </a:path>
            </a:pathLst>
          </a:custGeom>
          <a:solidFill>
            <a:srgbClr val="BBB6E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kern="0">
              <a:solidFill>
                <a:srgbClr val="000000"/>
              </a:solidFill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808755" y="2311553"/>
            <a:ext cx="1367803" cy="1367803"/>
          </a:xfrm>
          <a:custGeom>
            <a:avLst/>
            <a:gdLst/>
            <a:ahLst/>
            <a:cxnLst/>
            <a:rect l="l" t="t" r="r" b="b"/>
            <a:pathLst>
              <a:path w="31765" h="31765" extrusionOk="0">
                <a:moveTo>
                  <a:pt x="15898" y="1"/>
                </a:moveTo>
                <a:cubicBezTo>
                  <a:pt x="7126" y="1"/>
                  <a:pt x="0" y="7095"/>
                  <a:pt x="0" y="15867"/>
                </a:cubicBezTo>
                <a:cubicBezTo>
                  <a:pt x="0" y="24639"/>
                  <a:pt x="7126" y="31765"/>
                  <a:pt x="15898" y="31765"/>
                </a:cubicBezTo>
                <a:cubicBezTo>
                  <a:pt x="24670" y="31765"/>
                  <a:pt x="31764" y="24639"/>
                  <a:pt x="31764" y="15867"/>
                </a:cubicBezTo>
                <a:cubicBezTo>
                  <a:pt x="31764" y="7095"/>
                  <a:pt x="24670" y="1"/>
                  <a:pt x="15898" y="1"/>
                </a:cubicBezTo>
                <a:close/>
              </a:path>
            </a:pathLst>
          </a:custGeom>
          <a:solidFill>
            <a:srgbClr val="BBB6E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kern="0">
              <a:solidFill>
                <a:srgbClr val="000000"/>
              </a:solidFill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7958482" y="2035927"/>
            <a:ext cx="1843700" cy="1764815"/>
          </a:xfrm>
          <a:custGeom>
            <a:avLst/>
            <a:gdLst/>
            <a:ahLst/>
            <a:cxnLst/>
            <a:rect l="l" t="t" r="r" b="b"/>
            <a:pathLst>
              <a:path w="42817" h="40985" extrusionOk="0">
                <a:moveTo>
                  <a:pt x="29119" y="380"/>
                </a:moveTo>
                <a:cubicBezTo>
                  <a:pt x="29134" y="380"/>
                  <a:pt x="29150" y="381"/>
                  <a:pt x="29167" y="385"/>
                </a:cubicBezTo>
                <a:lnTo>
                  <a:pt x="42057" y="733"/>
                </a:lnTo>
                <a:lnTo>
                  <a:pt x="42437" y="13622"/>
                </a:lnTo>
                <a:cubicBezTo>
                  <a:pt x="42437" y="13781"/>
                  <a:pt x="42310" y="13844"/>
                  <a:pt x="42278" y="13844"/>
                </a:cubicBezTo>
                <a:cubicBezTo>
                  <a:pt x="42263" y="13860"/>
                  <a:pt x="42223" y="13876"/>
                  <a:pt x="42172" y="13876"/>
                </a:cubicBezTo>
                <a:cubicBezTo>
                  <a:pt x="42120" y="13876"/>
                  <a:pt x="42057" y="13860"/>
                  <a:pt x="41993" y="13812"/>
                </a:cubicBezTo>
                <a:lnTo>
                  <a:pt x="40030" y="11849"/>
                </a:lnTo>
                <a:lnTo>
                  <a:pt x="37211" y="14667"/>
                </a:lnTo>
                <a:lnTo>
                  <a:pt x="37243" y="14794"/>
                </a:lnTo>
                <a:cubicBezTo>
                  <a:pt x="40347" y="21698"/>
                  <a:pt x="38826" y="29900"/>
                  <a:pt x="33474" y="35252"/>
                </a:cubicBezTo>
                <a:cubicBezTo>
                  <a:pt x="29912" y="38815"/>
                  <a:pt x="25225" y="40596"/>
                  <a:pt x="20534" y="40596"/>
                </a:cubicBezTo>
                <a:cubicBezTo>
                  <a:pt x="15843" y="40596"/>
                  <a:pt x="11148" y="38815"/>
                  <a:pt x="7569" y="35252"/>
                </a:cubicBezTo>
                <a:cubicBezTo>
                  <a:pt x="412" y="28095"/>
                  <a:pt x="412" y="16472"/>
                  <a:pt x="7569" y="9315"/>
                </a:cubicBezTo>
                <a:cubicBezTo>
                  <a:pt x="11053" y="5832"/>
                  <a:pt x="15803" y="3963"/>
                  <a:pt x="20585" y="3963"/>
                </a:cubicBezTo>
                <a:cubicBezTo>
                  <a:pt x="23087" y="3963"/>
                  <a:pt x="25620" y="4470"/>
                  <a:pt x="27996" y="5547"/>
                </a:cubicBezTo>
                <a:lnTo>
                  <a:pt x="28122" y="5610"/>
                </a:lnTo>
                <a:lnTo>
                  <a:pt x="30973" y="2760"/>
                </a:lnTo>
                <a:lnTo>
                  <a:pt x="29009" y="796"/>
                </a:lnTo>
                <a:cubicBezTo>
                  <a:pt x="28882" y="670"/>
                  <a:pt x="28914" y="543"/>
                  <a:pt x="28946" y="511"/>
                </a:cubicBezTo>
                <a:cubicBezTo>
                  <a:pt x="28946" y="483"/>
                  <a:pt x="28996" y="380"/>
                  <a:pt x="29119" y="380"/>
                </a:cubicBezTo>
                <a:close/>
                <a:moveTo>
                  <a:pt x="29134" y="1"/>
                </a:moveTo>
                <a:cubicBezTo>
                  <a:pt x="28904" y="1"/>
                  <a:pt x="28684" y="153"/>
                  <a:pt x="28597" y="385"/>
                </a:cubicBezTo>
                <a:cubicBezTo>
                  <a:pt x="28502" y="606"/>
                  <a:pt x="28566" y="891"/>
                  <a:pt x="28724" y="1081"/>
                </a:cubicBezTo>
                <a:lnTo>
                  <a:pt x="30434" y="2760"/>
                </a:lnTo>
                <a:lnTo>
                  <a:pt x="28059" y="5135"/>
                </a:lnTo>
                <a:cubicBezTo>
                  <a:pt x="25667" y="4090"/>
                  <a:pt x="23126" y="3584"/>
                  <a:pt x="20599" y="3584"/>
                </a:cubicBezTo>
                <a:cubicBezTo>
                  <a:pt x="15699" y="3584"/>
                  <a:pt x="10857" y="5489"/>
                  <a:pt x="7284" y="9062"/>
                </a:cubicBezTo>
                <a:cubicBezTo>
                  <a:pt x="0" y="16346"/>
                  <a:pt x="0" y="28222"/>
                  <a:pt x="7284" y="35505"/>
                </a:cubicBezTo>
                <a:cubicBezTo>
                  <a:pt x="10958" y="39147"/>
                  <a:pt x="15740" y="40984"/>
                  <a:pt x="20522" y="40984"/>
                </a:cubicBezTo>
                <a:cubicBezTo>
                  <a:pt x="25304" y="40984"/>
                  <a:pt x="30118" y="39147"/>
                  <a:pt x="33759" y="35505"/>
                </a:cubicBezTo>
                <a:cubicBezTo>
                  <a:pt x="39175" y="30090"/>
                  <a:pt x="40727" y="21761"/>
                  <a:pt x="37655" y="14762"/>
                </a:cubicBezTo>
                <a:lnTo>
                  <a:pt x="40030" y="12355"/>
                </a:lnTo>
                <a:lnTo>
                  <a:pt x="41740" y="14066"/>
                </a:lnTo>
                <a:cubicBezTo>
                  <a:pt x="41863" y="14188"/>
                  <a:pt x="42012" y="14258"/>
                  <a:pt x="42170" y="14258"/>
                </a:cubicBezTo>
                <a:cubicBezTo>
                  <a:pt x="42257" y="14258"/>
                  <a:pt x="42347" y="14237"/>
                  <a:pt x="42437" y="14192"/>
                </a:cubicBezTo>
                <a:cubicBezTo>
                  <a:pt x="42658" y="14097"/>
                  <a:pt x="42817" y="13876"/>
                  <a:pt x="42817" y="13591"/>
                </a:cubicBezTo>
                <a:lnTo>
                  <a:pt x="42437" y="385"/>
                </a:lnTo>
                <a:lnTo>
                  <a:pt x="29199" y="5"/>
                </a:lnTo>
                <a:cubicBezTo>
                  <a:pt x="29178" y="2"/>
                  <a:pt x="29156" y="1"/>
                  <a:pt x="29134" y="1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kern="0">
              <a:solidFill>
                <a:srgbClr val="000000"/>
              </a:solidFill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8157549" y="2311553"/>
            <a:ext cx="1369179" cy="1367803"/>
          </a:xfrm>
          <a:custGeom>
            <a:avLst/>
            <a:gdLst/>
            <a:ahLst/>
            <a:cxnLst/>
            <a:rect l="l" t="t" r="r" b="b"/>
            <a:pathLst>
              <a:path w="31797" h="31765" extrusionOk="0">
                <a:moveTo>
                  <a:pt x="15899" y="1"/>
                </a:moveTo>
                <a:cubicBezTo>
                  <a:pt x="7126" y="1"/>
                  <a:pt x="1" y="7095"/>
                  <a:pt x="1" y="15867"/>
                </a:cubicBezTo>
                <a:cubicBezTo>
                  <a:pt x="1" y="24639"/>
                  <a:pt x="7126" y="31765"/>
                  <a:pt x="15899" y="31765"/>
                </a:cubicBezTo>
                <a:cubicBezTo>
                  <a:pt x="24671" y="31765"/>
                  <a:pt x="31797" y="24639"/>
                  <a:pt x="31797" y="15867"/>
                </a:cubicBezTo>
                <a:cubicBezTo>
                  <a:pt x="31797" y="7095"/>
                  <a:pt x="24671" y="1"/>
                  <a:pt x="15899" y="1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kern="0">
              <a:solidFill>
                <a:srgbClr val="000000"/>
              </a:solidFill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4283398" y="2035927"/>
            <a:ext cx="1843700" cy="1764815"/>
          </a:xfrm>
          <a:custGeom>
            <a:avLst/>
            <a:gdLst/>
            <a:ahLst/>
            <a:cxnLst/>
            <a:rect l="l" t="t" r="r" b="b"/>
            <a:pathLst>
              <a:path w="42817" h="40985" extrusionOk="0">
                <a:moveTo>
                  <a:pt x="29150" y="380"/>
                </a:moveTo>
                <a:cubicBezTo>
                  <a:pt x="29165" y="380"/>
                  <a:pt x="29182" y="381"/>
                  <a:pt x="29199" y="385"/>
                </a:cubicBezTo>
                <a:lnTo>
                  <a:pt x="42057" y="733"/>
                </a:lnTo>
                <a:lnTo>
                  <a:pt x="42437" y="13622"/>
                </a:lnTo>
                <a:cubicBezTo>
                  <a:pt x="42437" y="13781"/>
                  <a:pt x="42310" y="13844"/>
                  <a:pt x="42278" y="13844"/>
                </a:cubicBezTo>
                <a:cubicBezTo>
                  <a:pt x="42262" y="13860"/>
                  <a:pt x="42223" y="13876"/>
                  <a:pt x="42175" y="13876"/>
                </a:cubicBezTo>
                <a:cubicBezTo>
                  <a:pt x="42128" y="13876"/>
                  <a:pt x="42072" y="13860"/>
                  <a:pt x="42025" y="13812"/>
                </a:cubicBezTo>
                <a:lnTo>
                  <a:pt x="40030" y="11849"/>
                </a:lnTo>
                <a:lnTo>
                  <a:pt x="37211" y="14667"/>
                </a:lnTo>
                <a:lnTo>
                  <a:pt x="37243" y="14794"/>
                </a:lnTo>
                <a:cubicBezTo>
                  <a:pt x="40346" y="21698"/>
                  <a:pt x="38826" y="29900"/>
                  <a:pt x="33506" y="35252"/>
                </a:cubicBezTo>
                <a:cubicBezTo>
                  <a:pt x="29927" y="38815"/>
                  <a:pt x="25232" y="40596"/>
                  <a:pt x="20537" y="40596"/>
                </a:cubicBezTo>
                <a:cubicBezTo>
                  <a:pt x="15843" y="40596"/>
                  <a:pt x="11148" y="38815"/>
                  <a:pt x="7569" y="35252"/>
                </a:cubicBezTo>
                <a:cubicBezTo>
                  <a:pt x="412" y="28095"/>
                  <a:pt x="412" y="16472"/>
                  <a:pt x="7569" y="9315"/>
                </a:cubicBezTo>
                <a:cubicBezTo>
                  <a:pt x="11053" y="5832"/>
                  <a:pt x="15803" y="3963"/>
                  <a:pt x="20585" y="3963"/>
                </a:cubicBezTo>
                <a:cubicBezTo>
                  <a:pt x="23118" y="3963"/>
                  <a:pt x="25652" y="4470"/>
                  <a:pt x="28027" y="5547"/>
                </a:cubicBezTo>
                <a:lnTo>
                  <a:pt x="28122" y="5610"/>
                </a:lnTo>
                <a:lnTo>
                  <a:pt x="30972" y="2760"/>
                </a:lnTo>
                <a:lnTo>
                  <a:pt x="29009" y="796"/>
                </a:lnTo>
                <a:cubicBezTo>
                  <a:pt x="28882" y="670"/>
                  <a:pt x="28946" y="543"/>
                  <a:pt x="28946" y="511"/>
                </a:cubicBezTo>
                <a:cubicBezTo>
                  <a:pt x="28974" y="483"/>
                  <a:pt x="29027" y="380"/>
                  <a:pt x="29150" y="380"/>
                </a:cubicBezTo>
                <a:close/>
                <a:moveTo>
                  <a:pt x="29135" y="1"/>
                </a:moveTo>
                <a:cubicBezTo>
                  <a:pt x="28909" y="1"/>
                  <a:pt x="28713" y="153"/>
                  <a:pt x="28597" y="385"/>
                </a:cubicBezTo>
                <a:cubicBezTo>
                  <a:pt x="28502" y="606"/>
                  <a:pt x="28566" y="891"/>
                  <a:pt x="28724" y="1081"/>
                </a:cubicBezTo>
                <a:lnTo>
                  <a:pt x="30434" y="2760"/>
                </a:lnTo>
                <a:lnTo>
                  <a:pt x="28059" y="5135"/>
                </a:lnTo>
                <a:cubicBezTo>
                  <a:pt x="25667" y="4090"/>
                  <a:pt x="23129" y="3584"/>
                  <a:pt x="20608" y="3584"/>
                </a:cubicBezTo>
                <a:cubicBezTo>
                  <a:pt x="15717" y="3584"/>
                  <a:pt x="10889" y="5489"/>
                  <a:pt x="7316" y="9062"/>
                </a:cubicBezTo>
                <a:cubicBezTo>
                  <a:pt x="0" y="16346"/>
                  <a:pt x="0" y="28222"/>
                  <a:pt x="7316" y="35505"/>
                </a:cubicBezTo>
                <a:cubicBezTo>
                  <a:pt x="10958" y="39147"/>
                  <a:pt x="15740" y="40984"/>
                  <a:pt x="20522" y="40984"/>
                </a:cubicBezTo>
                <a:cubicBezTo>
                  <a:pt x="25335" y="40984"/>
                  <a:pt x="30117" y="39147"/>
                  <a:pt x="33759" y="35505"/>
                </a:cubicBezTo>
                <a:cubicBezTo>
                  <a:pt x="39175" y="30090"/>
                  <a:pt x="40727" y="21761"/>
                  <a:pt x="37655" y="14762"/>
                </a:cubicBezTo>
                <a:lnTo>
                  <a:pt x="40030" y="12355"/>
                </a:lnTo>
                <a:lnTo>
                  <a:pt x="41740" y="14066"/>
                </a:lnTo>
                <a:cubicBezTo>
                  <a:pt x="41863" y="14188"/>
                  <a:pt x="42025" y="14258"/>
                  <a:pt x="42184" y="14258"/>
                </a:cubicBezTo>
                <a:cubicBezTo>
                  <a:pt x="42272" y="14258"/>
                  <a:pt x="42358" y="14237"/>
                  <a:pt x="42437" y="14192"/>
                </a:cubicBezTo>
                <a:cubicBezTo>
                  <a:pt x="42690" y="14097"/>
                  <a:pt x="42817" y="13876"/>
                  <a:pt x="42817" y="13591"/>
                </a:cubicBezTo>
                <a:lnTo>
                  <a:pt x="42437" y="385"/>
                </a:lnTo>
                <a:lnTo>
                  <a:pt x="29199" y="5"/>
                </a:lnTo>
                <a:cubicBezTo>
                  <a:pt x="29177" y="2"/>
                  <a:pt x="29156" y="1"/>
                  <a:pt x="29135" y="1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kern="0">
              <a:solidFill>
                <a:srgbClr val="000000"/>
              </a:solidFill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4483842" y="2311553"/>
            <a:ext cx="1367801" cy="1367803"/>
          </a:xfrm>
          <a:custGeom>
            <a:avLst/>
            <a:gdLst/>
            <a:ahLst/>
            <a:cxnLst/>
            <a:rect l="l" t="t" r="r" b="b"/>
            <a:pathLst>
              <a:path w="31765" h="31765" extrusionOk="0">
                <a:moveTo>
                  <a:pt x="15867" y="1"/>
                </a:moveTo>
                <a:cubicBezTo>
                  <a:pt x="7094" y="1"/>
                  <a:pt x="0" y="7095"/>
                  <a:pt x="0" y="15867"/>
                </a:cubicBezTo>
                <a:cubicBezTo>
                  <a:pt x="0" y="24639"/>
                  <a:pt x="7094" y="31765"/>
                  <a:pt x="15867" y="31765"/>
                </a:cubicBezTo>
                <a:cubicBezTo>
                  <a:pt x="24639" y="31765"/>
                  <a:pt x="31765" y="24639"/>
                  <a:pt x="31765" y="15867"/>
                </a:cubicBezTo>
                <a:cubicBezTo>
                  <a:pt x="31765" y="7095"/>
                  <a:pt x="24639" y="1"/>
                  <a:pt x="15867" y="1"/>
                </a:cubicBezTo>
                <a:close/>
              </a:path>
            </a:pathLst>
          </a:custGeom>
          <a:solidFill>
            <a:srgbClr val="665ED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kern="0">
              <a:solidFill>
                <a:srgbClr val="000000"/>
              </a:solidFill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6131145" y="1516192"/>
            <a:ext cx="1843743" cy="1764987"/>
          </a:xfrm>
          <a:custGeom>
            <a:avLst/>
            <a:gdLst/>
            <a:ahLst/>
            <a:cxnLst/>
            <a:rect l="l" t="t" r="r" b="b"/>
            <a:pathLst>
              <a:path w="42818" h="40989" extrusionOk="0">
                <a:moveTo>
                  <a:pt x="20510" y="373"/>
                </a:moveTo>
                <a:cubicBezTo>
                  <a:pt x="25201" y="373"/>
                  <a:pt x="29896" y="2162"/>
                  <a:pt x="33475" y="5741"/>
                </a:cubicBezTo>
                <a:cubicBezTo>
                  <a:pt x="38795" y="11061"/>
                  <a:pt x="40315" y="19295"/>
                  <a:pt x="37243" y="26167"/>
                </a:cubicBezTo>
                <a:lnTo>
                  <a:pt x="37180" y="26294"/>
                </a:lnTo>
                <a:lnTo>
                  <a:pt x="40030" y="29144"/>
                </a:lnTo>
                <a:lnTo>
                  <a:pt x="41994" y="27181"/>
                </a:lnTo>
                <a:cubicBezTo>
                  <a:pt x="42057" y="27117"/>
                  <a:pt x="42121" y="27101"/>
                  <a:pt x="42172" y="27101"/>
                </a:cubicBezTo>
                <a:cubicBezTo>
                  <a:pt x="42223" y="27101"/>
                  <a:pt x="42263" y="27117"/>
                  <a:pt x="42279" y="27117"/>
                </a:cubicBezTo>
                <a:cubicBezTo>
                  <a:pt x="42311" y="27117"/>
                  <a:pt x="42437" y="27181"/>
                  <a:pt x="42437" y="27339"/>
                </a:cubicBezTo>
                <a:lnTo>
                  <a:pt x="42057" y="40228"/>
                </a:lnTo>
                <a:lnTo>
                  <a:pt x="29168" y="40608"/>
                </a:lnTo>
                <a:cubicBezTo>
                  <a:pt x="29010" y="40608"/>
                  <a:pt x="28946" y="40482"/>
                  <a:pt x="28946" y="40450"/>
                </a:cubicBezTo>
                <a:cubicBezTo>
                  <a:pt x="28915" y="40418"/>
                  <a:pt x="28883" y="40292"/>
                  <a:pt x="28978" y="40165"/>
                </a:cubicBezTo>
                <a:lnTo>
                  <a:pt x="30941" y="38201"/>
                </a:lnTo>
                <a:lnTo>
                  <a:pt x="28123" y="35383"/>
                </a:lnTo>
                <a:lnTo>
                  <a:pt x="27996" y="35415"/>
                </a:lnTo>
                <a:cubicBezTo>
                  <a:pt x="25619" y="36488"/>
                  <a:pt x="23080" y="37008"/>
                  <a:pt x="20554" y="37008"/>
                </a:cubicBezTo>
                <a:cubicBezTo>
                  <a:pt x="15777" y="37008"/>
                  <a:pt x="11050" y="35147"/>
                  <a:pt x="7570" y="31646"/>
                </a:cubicBezTo>
                <a:cubicBezTo>
                  <a:pt x="412" y="24520"/>
                  <a:pt x="412" y="12866"/>
                  <a:pt x="7570" y="5741"/>
                </a:cubicBezTo>
                <a:cubicBezTo>
                  <a:pt x="11132" y="2162"/>
                  <a:pt x="15819" y="373"/>
                  <a:pt x="20510" y="373"/>
                </a:cubicBezTo>
                <a:close/>
                <a:moveTo>
                  <a:pt x="20506" y="1"/>
                </a:moveTo>
                <a:cubicBezTo>
                  <a:pt x="15716" y="1"/>
                  <a:pt x="10926" y="1830"/>
                  <a:pt x="7285" y="5487"/>
                </a:cubicBezTo>
                <a:cubicBezTo>
                  <a:pt x="1" y="12771"/>
                  <a:pt x="1" y="24647"/>
                  <a:pt x="7285" y="31931"/>
                </a:cubicBezTo>
                <a:cubicBezTo>
                  <a:pt x="10849" y="35495"/>
                  <a:pt x="15676" y="37386"/>
                  <a:pt x="20555" y="37386"/>
                </a:cubicBezTo>
                <a:cubicBezTo>
                  <a:pt x="23088" y="37386"/>
                  <a:pt x="25636" y="36876"/>
                  <a:pt x="28028" y="35826"/>
                </a:cubicBezTo>
                <a:lnTo>
                  <a:pt x="30435" y="38201"/>
                </a:lnTo>
                <a:lnTo>
                  <a:pt x="28725" y="39912"/>
                </a:lnTo>
                <a:cubicBezTo>
                  <a:pt x="28534" y="40102"/>
                  <a:pt x="28471" y="40355"/>
                  <a:pt x="28598" y="40608"/>
                </a:cubicBezTo>
                <a:cubicBezTo>
                  <a:pt x="28693" y="40830"/>
                  <a:pt x="28915" y="40988"/>
                  <a:pt x="29168" y="40988"/>
                </a:cubicBezTo>
                <a:lnTo>
                  <a:pt x="42406" y="40608"/>
                </a:lnTo>
                <a:lnTo>
                  <a:pt x="42786" y="27371"/>
                </a:lnTo>
                <a:cubicBezTo>
                  <a:pt x="42817" y="27117"/>
                  <a:pt x="42659" y="26864"/>
                  <a:pt x="42406" y="26769"/>
                </a:cubicBezTo>
                <a:cubicBezTo>
                  <a:pt x="42334" y="26738"/>
                  <a:pt x="42257" y="26724"/>
                  <a:pt x="42178" y="26724"/>
                </a:cubicBezTo>
                <a:cubicBezTo>
                  <a:pt x="42011" y="26724"/>
                  <a:pt x="41838" y="26788"/>
                  <a:pt x="41709" y="26896"/>
                </a:cubicBezTo>
                <a:lnTo>
                  <a:pt x="40030" y="28606"/>
                </a:lnTo>
                <a:lnTo>
                  <a:pt x="37655" y="26231"/>
                </a:lnTo>
                <a:cubicBezTo>
                  <a:pt x="40727" y="19200"/>
                  <a:pt x="39144" y="10903"/>
                  <a:pt x="33728" y="5487"/>
                </a:cubicBezTo>
                <a:cubicBezTo>
                  <a:pt x="30086" y="1830"/>
                  <a:pt x="25296" y="1"/>
                  <a:pt x="20506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kern="0">
              <a:solidFill>
                <a:srgbClr val="000000"/>
              </a:solidFill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6330252" y="1637921"/>
            <a:ext cx="1367803" cy="1367803"/>
          </a:xfrm>
          <a:custGeom>
            <a:avLst/>
            <a:gdLst/>
            <a:ahLst/>
            <a:cxnLst/>
            <a:rect l="l" t="t" r="r" b="b"/>
            <a:pathLst>
              <a:path w="31765" h="31765" extrusionOk="0">
                <a:moveTo>
                  <a:pt x="15898" y="0"/>
                </a:moveTo>
                <a:cubicBezTo>
                  <a:pt x="7126" y="0"/>
                  <a:pt x="0" y="7094"/>
                  <a:pt x="0" y="15866"/>
                </a:cubicBezTo>
                <a:cubicBezTo>
                  <a:pt x="0" y="24639"/>
                  <a:pt x="7126" y="31764"/>
                  <a:pt x="15898" y="31764"/>
                </a:cubicBezTo>
                <a:cubicBezTo>
                  <a:pt x="24671" y="31764"/>
                  <a:pt x="31764" y="24639"/>
                  <a:pt x="31764" y="15866"/>
                </a:cubicBezTo>
                <a:cubicBezTo>
                  <a:pt x="31764" y="7094"/>
                  <a:pt x="24671" y="0"/>
                  <a:pt x="1589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kern="0">
              <a:solidFill>
                <a:srgbClr val="000000"/>
              </a:solidFill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9803516" y="1513824"/>
            <a:ext cx="1771445" cy="1614621"/>
          </a:xfrm>
          <a:custGeom>
            <a:avLst/>
            <a:gdLst/>
            <a:ahLst/>
            <a:cxnLst/>
            <a:rect l="l" t="t" r="r" b="b"/>
            <a:pathLst>
              <a:path w="41139" h="37497" extrusionOk="0">
                <a:moveTo>
                  <a:pt x="20554" y="380"/>
                </a:moveTo>
                <a:cubicBezTo>
                  <a:pt x="25272" y="380"/>
                  <a:pt x="29959" y="2186"/>
                  <a:pt x="33570" y="5764"/>
                </a:cubicBezTo>
                <a:cubicBezTo>
                  <a:pt x="40727" y="12921"/>
                  <a:pt x="40727" y="24575"/>
                  <a:pt x="33570" y="31733"/>
                </a:cubicBezTo>
                <a:cubicBezTo>
                  <a:pt x="29975" y="35311"/>
                  <a:pt x="25264" y="37101"/>
                  <a:pt x="20558" y="37101"/>
                </a:cubicBezTo>
                <a:cubicBezTo>
                  <a:pt x="15851" y="37101"/>
                  <a:pt x="11148" y="35311"/>
                  <a:pt x="7569" y="31733"/>
                </a:cubicBezTo>
                <a:cubicBezTo>
                  <a:pt x="412" y="24575"/>
                  <a:pt x="412" y="12921"/>
                  <a:pt x="7569" y="5764"/>
                </a:cubicBezTo>
                <a:cubicBezTo>
                  <a:pt x="11148" y="2186"/>
                  <a:pt x="15867" y="380"/>
                  <a:pt x="20554" y="380"/>
                </a:cubicBezTo>
                <a:close/>
                <a:moveTo>
                  <a:pt x="20554" y="0"/>
                </a:moveTo>
                <a:cubicBezTo>
                  <a:pt x="15550" y="0"/>
                  <a:pt x="10863" y="1964"/>
                  <a:pt x="7316" y="5511"/>
                </a:cubicBezTo>
                <a:cubicBezTo>
                  <a:pt x="0" y="12795"/>
                  <a:pt x="0" y="24702"/>
                  <a:pt x="7316" y="32018"/>
                </a:cubicBezTo>
                <a:cubicBezTo>
                  <a:pt x="10863" y="35565"/>
                  <a:pt x="15550" y="37496"/>
                  <a:pt x="20554" y="37496"/>
                </a:cubicBezTo>
                <a:cubicBezTo>
                  <a:pt x="25589" y="37496"/>
                  <a:pt x="30276" y="35565"/>
                  <a:pt x="33823" y="32018"/>
                </a:cubicBezTo>
                <a:cubicBezTo>
                  <a:pt x="41139" y="24702"/>
                  <a:pt x="41139" y="12795"/>
                  <a:pt x="33823" y="5511"/>
                </a:cubicBezTo>
                <a:cubicBezTo>
                  <a:pt x="30276" y="1964"/>
                  <a:pt x="25589" y="0"/>
                  <a:pt x="20554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kern="0">
              <a:solidFill>
                <a:srgbClr val="000000"/>
              </a:solidFill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10006717" y="1637924"/>
            <a:ext cx="1367801" cy="1367801"/>
          </a:xfrm>
          <a:custGeom>
            <a:avLst/>
            <a:gdLst/>
            <a:ahLst/>
            <a:cxnLst/>
            <a:rect l="l" t="t" r="r" b="b"/>
            <a:pathLst>
              <a:path w="31765" h="31765" extrusionOk="0">
                <a:moveTo>
                  <a:pt x="15866" y="0"/>
                </a:moveTo>
                <a:cubicBezTo>
                  <a:pt x="7094" y="0"/>
                  <a:pt x="0" y="7094"/>
                  <a:pt x="0" y="15866"/>
                </a:cubicBezTo>
                <a:cubicBezTo>
                  <a:pt x="0" y="24639"/>
                  <a:pt x="7094" y="31764"/>
                  <a:pt x="15866" y="31764"/>
                </a:cubicBezTo>
                <a:cubicBezTo>
                  <a:pt x="24639" y="31764"/>
                  <a:pt x="31764" y="24639"/>
                  <a:pt x="31764" y="15866"/>
                </a:cubicBezTo>
                <a:cubicBezTo>
                  <a:pt x="31764" y="7094"/>
                  <a:pt x="24639" y="0"/>
                  <a:pt x="15866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kern="0">
              <a:solidFill>
                <a:srgbClr val="000000"/>
              </a:solidFill>
              <a:latin typeface="Century Gothic" panose="020F0302020204030204"/>
              <a:cs typeface="Arial"/>
              <a:sym typeface="Arial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29336355-D2AF-0E34-655E-A651CA355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Sommaire</a:t>
            </a:r>
          </a:p>
        </p:txBody>
      </p:sp>
      <p:grpSp>
        <p:nvGrpSpPr>
          <p:cNvPr id="515" name="Graphique 28">
            <a:extLst>
              <a:ext uri="{FF2B5EF4-FFF2-40B4-BE49-F238E27FC236}">
                <a16:creationId xmlns:a16="http://schemas.microsoft.com/office/drawing/2014/main" id="{AF123755-7AED-4544-B3A6-FCE2721864D2}"/>
              </a:ext>
            </a:extLst>
          </p:cNvPr>
          <p:cNvGrpSpPr/>
          <p:nvPr/>
        </p:nvGrpSpPr>
        <p:grpSpPr>
          <a:xfrm>
            <a:off x="1088096" y="2543356"/>
            <a:ext cx="886891" cy="857368"/>
            <a:chOff x="0" y="0"/>
            <a:chExt cx="1177908" cy="1177334"/>
          </a:xfrm>
        </p:grpSpPr>
        <p:grpSp>
          <p:nvGrpSpPr>
            <p:cNvPr id="516" name="Graphique 28">
              <a:extLst>
                <a:ext uri="{FF2B5EF4-FFF2-40B4-BE49-F238E27FC236}">
                  <a16:creationId xmlns:a16="http://schemas.microsoft.com/office/drawing/2014/main" id="{9724061F-06BE-7456-FCE5-5F303C3FEB5C}"/>
                </a:ext>
              </a:extLst>
            </p:cNvPr>
            <p:cNvGrpSpPr/>
            <p:nvPr/>
          </p:nvGrpSpPr>
          <p:grpSpPr>
            <a:xfrm>
              <a:off x="87978" y="31629"/>
              <a:ext cx="600610" cy="592331"/>
              <a:chOff x="87978" y="31629"/>
              <a:chExt cx="600610" cy="592331"/>
            </a:xfrm>
          </p:grpSpPr>
          <p:grpSp>
            <p:nvGrpSpPr>
              <p:cNvPr id="601" name="Graphique 28">
                <a:extLst>
                  <a:ext uri="{FF2B5EF4-FFF2-40B4-BE49-F238E27FC236}">
                    <a16:creationId xmlns:a16="http://schemas.microsoft.com/office/drawing/2014/main" id="{2A0C3E42-D984-479F-C67C-E08C5F2ABA2B}"/>
                  </a:ext>
                </a:extLst>
              </p:cNvPr>
              <p:cNvGrpSpPr/>
              <p:nvPr/>
            </p:nvGrpSpPr>
            <p:grpSpPr>
              <a:xfrm>
                <a:off x="87978" y="31629"/>
                <a:ext cx="534879" cy="295042"/>
                <a:chOff x="87978" y="31629"/>
                <a:chExt cx="534879" cy="295042"/>
              </a:xfrm>
              <a:solidFill>
                <a:srgbClr val="B1ABE5"/>
              </a:solidFill>
            </p:grpSpPr>
            <p:sp>
              <p:nvSpPr>
                <p:cNvPr id="610" name="Forme libre : forme 609">
                  <a:extLst>
                    <a:ext uri="{FF2B5EF4-FFF2-40B4-BE49-F238E27FC236}">
                      <a16:creationId xmlns:a16="http://schemas.microsoft.com/office/drawing/2014/main" id="{9A589D98-92B3-11B1-597E-A738DFF184B7}"/>
                    </a:ext>
                  </a:extLst>
                </p:cNvPr>
                <p:cNvSpPr/>
                <p:nvPr/>
              </p:nvSpPr>
              <p:spPr>
                <a:xfrm>
                  <a:off x="87978" y="308782"/>
                  <a:ext cx="6262" cy="17889"/>
                </a:xfrm>
                <a:custGeom>
                  <a:avLst/>
                  <a:gdLst>
                    <a:gd name="connsiteX0" fmla="*/ 1783 w 6262"/>
                    <a:gd name="connsiteY0" fmla="*/ 17617 h 17889"/>
                    <a:gd name="connsiteX1" fmla="*/ 2 w 6262"/>
                    <a:gd name="connsiteY1" fmla="*/ 14870 h 17889"/>
                    <a:gd name="connsiteX2" fmla="*/ 213 w 6262"/>
                    <a:gd name="connsiteY2" fmla="*/ 2827 h 17889"/>
                    <a:gd name="connsiteX3" fmla="*/ 3352 w 6262"/>
                    <a:gd name="connsiteY3" fmla="*/ 5 h 17889"/>
                    <a:gd name="connsiteX4" fmla="*/ 6069 w 6262"/>
                    <a:gd name="connsiteY4" fmla="*/ 14946 h 17889"/>
                    <a:gd name="connsiteX5" fmla="*/ 3051 w 6262"/>
                    <a:gd name="connsiteY5" fmla="*/ 17889 h 17889"/>
                    <a:gd name="connsiteX6" fmla="*/ 1798 w 6262"/>
                    <a:gd name="connsiteY6" fmla="*/ 17602 h 17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262" h="17889">
                      <a:moveTo>
                        <a:pt x="1783" y="17617"/>
                      </a:moveTo>
                      <a:cubicBezTo>
                        <a:pt x="726" y="17134"/>
                        <a:pt x="2" y="16078"/>
                        <a:pt x="2" y="14870"/>
                      </a:cubicBezTo>
                      <a:cubicBezTo>
                        <a:pt x="-13" y="10886"/>
                        <a:pt x="62" y="6826"/>
                        <a:pt x="213" y="2827"/>
                      </a:cubicBezTo>
                      <a:cubicBezTo>
                        <a:pt x="274" y="1182"/>
                        <a:pt x="1677" y="-86"/>
                        <a:pt x="3352" y="5"/>
                      </a:cubicBezTo>
                      <a:cubicBezTo>
                        <a:pt x="7412" y="201"/>
                        <a:pt x="6024" y="4170"/>
                        <a:pt x="6069" y="14946"/>
                      </a:cubicBezTo>
                      <a:cubicBezTo>
                        <a:pt x="6069" y="16591"/>
                        <a:pt x="4726" y="17919"/>
                        <a:pt x="3051" y="17889"/>
                      </a:cubicBezTo>
                      <a:cubicBezTo>
                        <a:pt x="2598" y="17889"/>
                        <a:pt x="2175" y="17783"/>
                        <a:pt x="1798" y="17602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1" name="Forme libre : forme 610">
                  <a:extLst>
                    <a:ext uri="{FF2B5EF4-FFF2-40B4-BE49-F238E27FC236}">
                      <a16:creationId xmlns:a16="http://schemas.microsoft.com/office/drawing/2014/main" id="{D90D20D0-C743-C01C-E66F-0EC003A02BE6}"/>
                    </a:ext>
                  </a:extLst>
                </p:cNvPr>
                <p:cNvSpPr/>
                <p:nvPr/>
              </p:nvSpPr>
              <p:spPr>
                <a:xfrm>
                  <a:off x="91968" y="31629"/>
                  <a:ext cx="496271" cy="246205"/>
                </a:xfrm>
                <a:custGeom>
                  <a:avLst/>
                  <a:gdLst>
                    <a:gd name="connsiteX0" fmla="*/ 57 w 496271"/>
                    <a:gd name="connsiteY0" fmla="*/ 242672 h 246205"/>
                    <a:gd name="connsiteX1" fmla="*/ 4811 w 496271"/>
                    <a:gd name="connsiteY1" fmla="*/ 220109 h 246205"/>
                    <a:gd name="connsiteX2" fmla="*/ 8478 w 496271"/>
                    <a:gd name="connsiteY2" fmla="*/ 217996 h 246205"/>
                    <a:gd name="connsiteX3" fmla="*/ 6018 w 496271"/>
                    <a:gd name="connsiteY3" fmla="*/ 243759 h 246205"/>
                    <a:gd name="connsiteX4" fmla="*/ 2532 w 496271"/>
                    <a:gd name="connsiteY4" fmla="*/ 246159 h 246205"/>
                    <a:gd name="connsiteX5" fmla="*/ 42 w 496271"/>
                    <a:gd name="connsiteY5" fmla="*/ 242687 h 246205"/>
                    <a:gd name="connsiteX6" fmla="*/ 16296 w 496271"/>
                    <a:gd name="connsiteY6" fmla="*/ 184492 h 246205"/>
                    <a:gd name="connsiteX7" fmla="*/ 25593 w 496271"/>
                    <a:gd name="connsiteY7" fmla="*/ 163423 h 246205"/>
                    <a:gd name="connsiteX8" fmla="*/ 31056 w 496271"/>
                    <a:gd name="connsiteY8" fmla="*/ 166094 h 246205"/>
                    <a:gd name="connsiteX9" fmla="*/ 21956 w 496271"/>
                    <a:gd name="connsiteY9" fmla="*/ 186755 h 246205"/>
                    <a:gd name="connsiteX10" fmla="*/ 18032 w 496271"/>
                    <a:gd name="connsiteY10" fmla="*/ 188400 h 246205"/>
                    <a:gd name="connsiteX11" fmla="*/ 16296 w 496271"/>
                    <a:gd name="connsiteY11" fmla="*/ 184507 h 246205"/>
                    <a:gd name="connsiteX12" fmla="*/ 44171 w 496271"/>
                    <a:gd name="connsiteY12" fmla="*/ 130944 h 246205"/>
                    <a:gd name="connsiteX13" fmla="*/ 57649 w 496271"/>
                    <a:gd name="connsiteY13" fmla="*/ 112260 h 246205"/>
                    <a:gd name="connsiteX14" fmla="*/ 62463 w 496271"/>
                    <a:gd name="connsiteY14" fmla="*/ 115957 h 246205"/>
                    <a:gd name="connsiteX15" fmla="*/ 49258 w 496271"/>
                    <a:gd name="connsiteY15" fmla="*/ 134264 h 246205"/>
                    <a:gd name="connsiteX16" fmla="*/ 44171 w 496271"/>
                    <a:gd name="connsiteY16" fmla="*/ 130944 h 246205"/>
                    <a:gd name="connsiteX17" fmla="*/ 82702 w 496271"/>
                    <a:gd name="connsiteY17" fmla="*/ 88535 h 246205"/>
                    <a:gd name="connsiteX18" fmla="*/ 82672 w 496271"/>
                    <a:gd name="connsiteY18" fmla="*/ 84309 h 246205"/>
                    <a:gd name="connsiteX19" fmla="*/ 99817 w 496271"/>
                    <a:gd name="connsiteY19" fmla="*/ 68794 h 246205"/>
                    <a:gd name="connsiteX20" fmla="*/ 103786 w 496271"/>
                    <a:gd name="connsiteY20" fmla="*/ 73382 h 246205"/>
                    <a:gd name="connsiteX21" fmla="*/ 86988 w 496271"/>
                    <a:gd name="connsiteY21" fmla="*/ 88580 h 246205"/>
                    <a:gd name="connsiteX22" fmla="*/ 82702 w 496271"/>
                    <a:gd name="connsiteY22" fmla="*/ 88535 h 246205"/>
                    <a:gd name="connsiteX23" fmla="*/ 129337 w 496271"/>
                    <a:gd name="connsiteY23" fmla="*/ 50713 h 246205"/>
                    <a:gd name="connsiteX24" fmla="*/ 130183 w 496271"/>
                    <a:gd name="connsiteY24" fmla="*/ 46593 h 246205"/>
                    <a:gd name="connsiteX25" fmla="*/ 150225 w 496271"/>
                    <a:gd name="connsiteY25" fmla="*/ 34897 h 246205"/>
                    <a:gd name="connsiteX26" fmla="*/ 153168 w 496271"/>
                    <a:gd name="connsiteY26" fmla="*/ 40164 h 246205"/>
                    <a:gd name="connsiteX27" fmla="*/ 133533 w 496271"/>
                    <a:gd name="connsiteY27" fmla="*/ 51619 h 246205"/>
                    <a:gd name="connsiteX28" fmla="*/ 129337 w 496271"/>
                    <a:gd name="connsiteY28" fmla="*/ 50713 h 246205"/>
                    <a:gd name="connsiteX29" fmla="*/ 184515 w 496271"/>
                    <a:gd name="connsiteY29" fmla="*/ 24785 h 246205"/>
                    <a:gd name="connsiteX30" fmla="*/ 182945 w 496271"/>
                    <a:gd name="connsiteY30" fmla="*/ 23155 h 246205"/>
                    <a:gd name="connsiteX31" fmla="*/ 184620 w 496271"/>
                    <a:gd name="connsiteY31" fmla="*/ 19306 h 246205"/>
                    <a:gd name="connsiteX32" fmla="*/ 206716 w 496271"/>
                    <a:gd name="connsiteY32" fmla="*/ 11896 h 246205"/>
                    <a:gd name="connsiteX33" fmla="*/ 210519 w 496271"/>
                    <a:gd name="connsiteY33" fmla="*/ 13918 h 246205"/>
                    <a:gd name="connsiteX34" fmla="*/ 208542 w 496271"/>
                    <a:gd name="connsiteY34" fmla="*/ 17631 h 246205"/>
                    <a:gd name="connsiteX35" fmla="*/ 186884 w 496271"/>
                    <a:gd name="connsiteY35" fmla="*/ 24890 h 246205"/>
                    <a:gd name="connsiteX36" fmla="*/ 184515 w 496271"/>
                    <a:gd name="connsiteY36" fmla="*/ 24800 h 246205"/>
                    <a:gd name="connsiteX37" fmla="*/ 243028 w 496271"/>
                    <a:gd name="connsiteY37" fmla="*/ 9179 h 246205"/>
                    <a:gd name="connsiteX38" fmla="*/ 241292 w 496271"/>
                    <a:gd name="connsiteY38" fmla="*/ 6961 h 246205"/>
                    <a:gd name="connsiteX39" fmla="*/ 243737 w 496271"/>
                    <a:gd name="connsiteY39" fmla="*/ 3535 h 246205"/>
                    <a:gd name="connsiteX40" fmla="*/ 266964 w 496271"/>
                    <a:gd name="connsiteY40" fmla="*/ 728 h 246205"/>
                    <a:gd name="connsiteX41" fmla="*/ 270284 w 496271"/>
                    <a:gd name="connsiteY41" fmla="*/ 3459 h 246205"/>
                    <a:gd name="connsiteX42" fmla="*/ 267568 w 496271"/>
                    <a:gd name="connsiteY42" fmla="*/ 6674 h 246205"/>
                    <a:gd name="connsiteX43" fmla="*/ 244809 w 496271"/>
                    <a:gd name="connsiteY43" fmla="*/ 9421 h 246205"/>
                    <a:gd name="connsiteX44" fmla="*/ 243028 w 496271"/>
                    <a:gd name="connsiteY44" fmla="*/ 9179 h 246205"/>
                    <a:gd name="connsiteX45" fmla="*/ 301948 w 496271"/>
                    <a:gd name="connsiteY45" fmla="*/ 2856 h 246205"/>
                    <a:gd name="connsiteX46" fmla="*/ 305057 w 496271"/>
                    <a:gd name="connsiteY46" fmla="*/ 3 h 246205"/>
                    <a:gd name="connsiteX47" fmla="*/ 328480 w 496271"/>
                    <a:gd name="connsiteY47" fmla="*/ 1950 h 246205"/>
                    <a:gd name="connsiteX48" fmla="*/ 327831 w 496271"/>
                    <a:gd name="connsiteY48" fmla="*/ 7881 h 246205"/>
                    <a:gd name="connsiteX49" fmla="*/ 304891 w 496271"/>
                    <a:gd name="connsiteY49" fmla="*/ 5980 h 246205"/>
                    <a:gd name="connsiteX50" fmla="*/ 301948 w 496271"/>
                    <a:gd name="connsiteY50" fmla="*/ 2856 h 246205"/>
                    <a:gd name="connsiteX51" fmla="*/ 491206 w 496271"/>
                    <a:gd name="connsiteY51" fmla="*/ 81185 h 246205"/>
                    <a:gd name="connsiteX52" fmla="*/ 472718 w 496271"/>
                    <a:gd name="connsiteY52" fmla="*/ 62425 h 246205"/>
                    <a:gd name="connsiteX53" fmla="*/ 476958 w 496271"/>
                    <a:gd name="connsiteY53" fmla="*/ 61897 h 246205"/>
                    <a:gd name="connsiteX54" fmla="*/ 495205 w 496271"/>
                    <a:gd name="connsiteY54" fmla="*/ 76778 h 246205"/>
                    <a:gd name="connsiteX55" fmla="*/ 491206 w 496271"/>
                    <a:gd name="connsiteY55" fmla="*/ 81200 h 246205"/>
                    <a:gd name="connsiteX56" fmla="*/ 362393 w 496271"/>
                    <a:gd name="connsiteY56" fmla="*/ 11111 h 246205"/>
                    <a:gd name="connsiteX57" fmla="*/ 366045 w 496271"/>
                    <a:gd name="connsiteY57" fmla="*/ 8968 h 246205"/>
                    <a:gd name="connsiteX58" fmla="*/ 388638 w 496271"/>
                    <a:gd name="connsiteY58" fmla="*/ 15578 h 246205"/>
                    <a:gd name="connsiteX59" fmla="*/ 386782 w 496271"/>
                    <a:gd name="connsiteY59" fmla="*/ 21223 h 246205"/>
                    <a:gd name="connsiteX60" fmla="*/ 364642 w 496271"/>
                    <a:gd name="connsiteY60" fmla="*/ 14748 h 246205"/>
                    <a:gd name="connsiteX61" fmla="*/ 362393 w 496271"/>
                    <a:gd name="connsiteY61" fmla="*/ 11111 h 246205"/>
                    <a:gd name="connsiteX62" fmla="*/ 442035 w 496271"/>
                    <a:gd name="connsiteY62" fmla="*/ 45974 h 246205"/>
                    <a:gd name="connsiteX63" fmla="*/ 420106 w 496271"/>
                    <a:gd name="connsiteY63" fmla="*/ 31259 h 246205"/>
                    <a:gd name="connsiteX64" fmla="*/ 424135 w 496271"/>
                    <a:gd name="connsiteY64" fmla="*/ 29886 h 246205"/>
                    <a:gd name="connsiteX65" fmla="*/ 445008 w 496271"/>
                    <a:gd name="connsiteY65" fmla="*/ 40828 h 246205"/>
                    <a:gd name="connsiteX66" fmla="*/ 446155 w 496271"/>
                    <a:gd name="connsiteY66" fmla="*/ 44918 h 246205"/>
                    <a:gd name="connsiteX67" fmla="*/ 442035 w 496271"/>
                    <a:gd name="connsiteY67" fmla="*/ 45974 h 2462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</a:cxnLst>
                  <a:rect l="l" t="t" r="r" b="b"/>
                  <a:pathLst>
                    <a:path w="496271" h="246205">
                      <a:moveTo>
                        <a:pt x="57" y="242672"/>
                      </a:moveTo>
                      <a:cubicBezTo>
                        <a:pt x="1339" y="235126"/>
                        <a:pt x="2939" y="227535"/>
                        <a:pt x="4811" y="220109"/>
                      </a:cubicBezTo>
                      <a:cubicBezTo>
                        <a:pt x="5218" y="218510"/>
                        <a:pt x="6863" y="217574"/>
                        <a:pt x="8478" y="217996"/>
                      </a:cubicBezTo>
                      <a:cubicBezTo>
                        <a:pt x="12900" y="219189"/>
                        <a:pt x="9791" y="221498"/>
                        <a:pt x="6018" y="243759"/>
                      </a:cubicBezTo>
                      <a:cubicBezTo>
                        <a:pt x="5746" y="245374"/>
                        <a:pt x="4177" y="246445"/>
                        <a:pt x="2532" y="246159"/>
                      </a:cubicBezTo>
                      <a:cubicBezTo>
                        <a:pt x="857" y="245857"/>
                        <a:pt x="-230" y="244287"/>
                        <a:pt x="42" y="242687"/>
                      </a:cubicBezTo>
                      <a:close/>
                      <a:moveTo>
                        <a:pt x="16296" y="184492"/>
                      </a:moveTo>
                      <a:cubicBezTo>
                        <a:pt x="19118" y="177338"/>
                        <a:pt x="22288" y="170169"/>
                        <a:pt x="25593" y="163423"/>
                      </a:cubicBezTo>
                      <a:cubicBezTo>
                        <a:pt x="27359" y="159801"/>
                        <a:pt x="32762" y="162623"/>
                        <a:pt x="31056" y="166094"/>
                      </a:cubicBezTo>
                      <a:cubicBezTo>
                        <a:pt x="27766" y="172825"/>
                        <a:pt x="24717" y="179753"/>
                        <a:pt x="21956" y="186755"/>
                      </a:cubicBezTo>
                      <a:cubicBezTo>
                        <a:pt x="21352" y="188280"/>
                        <a:pt x="19601" y="189019"/>
                        <a:pt x="18032" y="188400"/>
                      </a:cubicBezTo>
                      <a:cubicBezTo>
                        <a:pt x="16447" y="187767"/>
                        <a:pt x="15707" y="186031"/>
                        <a:pt x="16296" y="184507"/>
                      </a:cubicBezTo>
                      <a:close/>
                      <a:moveTo>
                        <a:pt x="44171" y="130944"/>
                      </a:moveTo>
                      <a:cubicBezTo>
                        <a:pt x="48397" y="124575"/>
                        <a:pt x="52925" y="118282"/>
                        <a:pt x="57649" y="112260"/>
                      </a:cubicBezTo>
                      <a:cubicBezTo>
                        <a:pt x="60094" y="109151"/>
                        <a:pt x="64893" y="112863"/>
                        <a:pt x="62463" y="115957"/>
                      </a:cubicBezTo>
                      <a:cubicBezTo>
                        <a:pt x="57830" y="121858"/>
                        <a:pt x="53393" y="128031"/>
                        <a:pt x="49258" y="134264"/>
                      </a:cubicBezTo>
                      <a:cubicBezTo>
                        <a:pt x="47084" y="137554"/>
                        <a:pt x="41998" y="134219"/>
                        <a:pt x="44171" y="130944"/>
                      </a:cubicBezTo>
                      <a:close/>
                      <a:moveTo>
                        <a:pt x="82702" y="88535"/>
                      </a:moveTo>
                      <a:cubicBezTo>
                        <a:pt x="81510" y="87357"/>
                        <a:pt x="81495" y="85471"/>
                        <a:pt x="82672" y="84309"/>
                      </a:cubicBezTo>
                      <a:cubicBezTo>
                        <a:pt x="88150" y="78936"/>
                        <a:pt x="93916" y="73729"/>
                        <a:pt x="99817" y="68794"/>
                      </a:cubicBezTo>
                      <a:cubicBezTo>
                        <a:pt x="102850" y="66258"/>
                        <a:pt x="106820" y="70846"/>
                        <a:pt x="103786" y="73382"/>
                      </a:cubicBezTo>
                      <a:cubicBezTo>
                        <a:pt x="98006" y="78212"/>
                        <a:pt x="92346" y="83328"/>
                        <a:pt x="86988" y="88580"/>
                      </a:cubicBezTo>
                      <a:cubicBezTo>
                        <a:pt x="85811" y="89727"/>
                        <a:pt x="83894" y="89712"/>
                        <a:pt x="82702" y="88535"/>
                      </a:cubicBezTo>
                      <a:close/>
                      <a:moveTo>
                        <a:pt x="129337" y="50713"/>
                      </a:moveTo>
                      <a:cubicBezTo>
                        <a:pt x="128417" y="49325"/>
                        <a:pt x="128794" y="47484"/>
                        <a:pt x="130183" y="46593"/>
                      </a:cubicBezTo>
                      <a:cubicBezTo>
                        <a:pt x="136672" y="42458"/>
                        <a:pt x="143418" y="38519"/>
                        <a:pt x="150225" y="34897"/>
                      </a:cubicBezTo>
                      <a:cubicBezTo>
                        <a:pt x="153727" y="33040"/>
                        <a:pt x="156670" y="38292"/>
                        <a:pt x="153168" y="40164"/>
                      </a:cubicBezTo>
                      <a:cubicBezTo>
                        <a:pt x="146497" y="43710"/>
                        <a:pt x="139887" y="47559"/>
                        <a:pt x="133533" y="51619"/>
                      </a:cubicBezTo>
                      <a:cubicBezTo>
                        <a:pt x="132145" y="52509"/>
                        <a:pt x="130258" y="52102"/>
                        <a:pt x="129337" y="50713"/>
                      </a:cubicBezTo>
                      <a:close/>
                      <a:moveTo>
                        <a:pt x="184515" y="24785"/>
                      </a:moveTo>
                      <a:cubicBezTo>
                        <a:pt x="183821" y="24468"/>
                        <a:pt x="183247" y="23894"/>
                        <a:pt x="182945" y="23155"/>
                      </a:cubicBezTo>
                      <a:cubicBezTo>
                        <a:pt x="182326" y="21615"/>
                        <a:pt x="183066" y="19895"/>
                        <a:pt x="184620" y="19306"/>
                      </a:cubicBezTo>
                      <a:cubicBezTo>
                        <a:pt x="191865" y="16559"/>
                        <a:pt x="199290" y="14069"/>
                        <a:pt x="206716" y="11896"/>
                      </a:cubicBezTo>
                      <a:cubicBezTo>
                        <a:pt x="208315" y="11428"/>
                        <a:pt x="210006" y="12334"/>
                        <a:pt x="210519" y="13918"/>
                      </a:cubicBezTo>
                      <a:cubicBezTo>
                        <a:pt x="211017" y="15503"/>
                        <a:pt x="210126" y="17163"/>
                        <a:pt x="208542" y="17631"/>
                      </a:cubicBezTo>
                      <a:cubicBezTo>
                        <a:pt x="201267" y="19759"/>
                        <a:pt x="193978" y="22204"/>
                        <a:pt x="186884" y="24890"/>
                      </a:cubicBezTo>
                      <a:cubicBezTo>
                        <a:pt x="186084" y="25192"/>
                        <a:pt x="185239" y="25132"/>
                        <a:pt x="184515" y="24800"/>
                      </a:cubicBezTo>
                      <a:close/>
                      <a:moveTo>
                        <a:pt x="243028" y="9179"/>
                      </a:moveTo>
                      <a:cubicBezTo>
                        <a:pt x="242152" y="8772"/>
                        <a:pt x="241473" y="7972"/>
                        <a:pt x="241292" y="6961"/>
                      </a:cubicBezTo>
                      <a:cubicBezTo>
                        <a:pt x="240990" y="5331"/>
                        <a:pt x="242092" y="3806"/>
                        <a:pt x="243737" y="3535"/>
                      </a:cubicBezTo>
                      <a:cubicBezTo>
                        <a:pt x="251404" y="2312"/>
                        <a:pt x="259222" y="1361"/>
                        <a:pt x="266964" y="728"/>
                      </a:cubicBezTo>
                      <a:cubicBezTo>
                        <a:pt x="268624" y="592"/>
                        <a:pt x="270118" y="1814"/>
                        <a:pt x="270284" y="3459"/>
                      </a:cubicBezTo>
                      <a:cubicBezTo>
                        <a:pt x="270450" y="5104"/>
                        <a:pt x="269243" y="6538"/>
                        <a:pt x="267568" y="6674"/>
                      </a:cubicBezTo>
                      <a:cubicBezTo>
                        <a:pt x="259976" y="7293"/>
                        <a:pt x="252309" y="8228"/>
                        <a:pt x="244809" y="9421"/>
                      </a:cubicBezTo>
                      <a:cubicBezTo>
                        <a:pt x="244190" y="9526"/>
                        <a:pt x="243571" y="9421"/>
                        <a:pt x="243028" y="9179"/>
                      </a:cubicBezTo>
                      <a:close/>
                      <a:moveTo>
                        <a:pt x="301948" y="2856"/>
                      </a:moveTo>
                      <a:cubicBezTo>
                        <a:pt x="301993" y="1211"/>
                        <a:pt x="303382" y="-72"/>
                        <a:pt x="305057" y="3"/>
                      </a:cubicBezTo>
                      <a:cubicBezTo>
                        <a:pt x="312830" y="350"/>
                        <a:pt x="320723" y="999"/>
                        <a:pt x="328480" y="1950"/>
                      </a:cubicBezTo>
                      <a:cubicBezTo>
                        <a:pt x="332480" y="2448"/>
                        <a:pt x="331816" y="8364"/>
                        <a:pt x="327831" y="7881"/>
                      </a:cubicBezTo>
                      <a:cubicBezTo>
                        <a:pt x="320225" y="6946"/>
                        <a:pt x="312513" y="6312"/>
                        <a:pt x="304891" y="5980"/>
                      </a:cubicBezTo>
                      <a:cubicBezTo>
                        <a:pt x="303216" y="5904"/>
                        <a:pt x="301903" y="4516"/>
                        <a:pt x="301948" y="2856"/>
                      </a:cubicBezTo>
                      <a:close/>
                      <a:moveTo>
                        <a:pt x="491206" y="81185"/>
                      </a:moveTo>
                      <a:cubicBezTo>
                        <a:pt x="474061" y="66062"/>
                        <a:pt x="469971" y="66002"/>
                        <a:pt x="472718" y="62425"/>
                      </a:cubicBezTo>
                      <a:cubicBezTo>
                        <a:pt x="473714" y="61127"/>
                        <a:pt x="475615" y="60886"/>
                        <a:pt x="476958" y="61897"/>
                      </a:cubicBezTo>
                      <a:cubicBezTo>
                        <a:pt x="483207" y="66606"/>
                        <a:pt x="489334" y="71601"/>
                        <a:pt x="495205" y="76778"/>
                      </a:cubicBezTo>
                      <a:cubicBezTo>
                        <a:pt x="498208" y="79434"/>
                        <a:pt x="494224" y="83856"/>
                        <a:pt x="491206" y="81200"/>
                      </a:cubicBezTo>
                      <a:close/>
                      <a:moveTo>
                        <a:pt x="362393" y="11111"/>
                      </a:moveTo>
                      <a:cubicBezTo>
                        <a:pt x="362785" y="9511"/>
                        <a:pt x="364415" y="8545"/>
                        <a:pt x="366045" y="8968"/>
                      </a:cubicBezTo>
                      <a:cubicBezTo>
                        <a:pt x="373621" y="10870"/>
                        <a:pt x="381213" y="13088"/>
                        <a:pt x="388638" y="15578"/>
                      </a:cubicBezTo>
                      <a:cubicBezTo>
                        <a:pt x="392457" y="16861"/>
                        <a:pt x="390600" y="22506"/>
                        <a:pt x="386782" y="21223"/>
                      </a:cubicBezTo>
                      <a:cubicBezTo>
                        <a:pt x="379507" y="18793"/>
                        <a:pt x="372052" y="16620"/>
                        <a:pt x="364642" y="14748"/>
                      </a:cubicBezTo>
                      <a:cubicBezTo>
                        <a:pt x="362996" y="14326"/>
                        <a:pt x="362015" y="12696"/>
                        <a:pt x="362393" y="11111"/>
                      </a:cubicBezTo>
                      <a:close/>
                      <a:moveTo>
                        <a:pt x="442035" y="45974"/>
                      </a:moveTo>
                      <a:cubicBezTo>
                        <a:pt x="422234" y="34610"/>
                        <a:pt x="418159" y="35349"/>
                        <a:pt x="420106" y="31259"/>
                      </a:cubicBezTo>
                      <a:cubicBezTo>
                        <a:pt x="421343" y="28663"/>
                        <a:pt x="424498" y="29901"/>
                        <a:pt x="424135" y="29886"/>
                      </a:cubicBezTo>
                      <a:cubicBezTo>
                        <a:pt x="431214" y="33267"/>
                        <a:pt x="438247" y="36934"/>
                        <a:pt x="445008" y="40828"/>
                      </a:cubicBezTo>
                      <a:cubicBezTo>
                        <a:pt x="446472" y="41658"/>
                        <a:pt x="446985" y="43499"/>
                        <a:pt x="446155" y="44918"/>
                      </a:cubicBezTo>
                      <a:cubicBezTo>
                        <a:pt x="445370" y="46276"/>
                        <a:pt x="443574" y="46850"/>
                        <a:pt x="442035" y="45974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2" name="Forme libre : forme 611">
                  <a:extLst>
                    <a:ext uri="{FF2B5EF4-FFF2-40B4-BE49-F238E27FC236}">
                      <a16:creationId xmlns:a16="http://schemas.microsoft.com/office/drawing/2014/main" id="{9C83B144-449E-8F34-12A1-E8BF8AB27C58}"/>
                    </a:ext>
                  </a:extLst>
                </p:cNvPr>
                <p:cNvSpPr/>
                <p:nvPr/>
              </p:nvSpPr>
              <p:spPr>
                <a:xfrm>
                  <a:off x="608975" y="134497"/>
                  <a:ext cx="13882" cy="15094"/>
                </a:xfrm>
                <a:custGeom>
                  <a:avLst/>
                  <a:gdLst>
                    <a:gd name="connsiteX0" fmla="*/ 8518 w 13882"/>
                    <a:gd name="connsiteY0" fmla="*/ 14070 h 15094"/>
                    <a:gd name="connsiteX1" fmla="*/ 1048 w 13882"/>
                    <a:gd name="connsiteY1" fmla="*/ 714 h 15094"/>
                    <a:gd name="connsiteX2" fmla="*/ 5319 w 13882"/>
                    <a:gd name="connsiteY2" fmla="*/ 1061 h 15094"/>
                    <a:gd name="connsiteX3" fmla="*/ 12774 w 13882"/>
                    <a:gd name="connsiteY3" fmla="*/ 14583 h 15094"/>
                    <a:gd name="connsiteX4" fmla="*/ 8518 w 13882"/>
                    <a:gd name="connsiteY4" fmla="*/ 14070 h 15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882" h="15094">
                      <a:moveTo>
                        <a:pt x="8518" y="14070"/>
                      </a:moveTo>
                      <a:cubicBezTo>
                        <a:pt x="2089" y="6162"/>
                        <a:pt x="-2046" y="3340"/>
                        <a:pt x="1048" y="714"/>
                      </a:cubicBezTo>
                      <a:cubicBezTo>
                        <a:pt x="2300" y="-358"/>
                        <a:pt x="4217" y="-207"/>
                        <a:pt x="5319" y="1061"/>
                      </a:cubicBezTo>
                      <a:cubicBezTo>
                        <a:pt x="12291" y="8984"/>
                        <a:pt x="15838" y="12184"/>
                        <a:pt x="12774" y="14583"/>
                      </a:cubicBezTo>
                      <a:cubicBezTo>
                        <a:pt x="11854" y="15308"/>
                        <a:pt x="9560" y="15368"/>
                        <a:pt x="8518" y="14070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02" name="Graphique 28">
                <a:extLst>
                  <a:ext uri="{FF2B5EF4-FFF2-40B4-BE49-F238E27FC236}">
                    <a16:creationId xmlns:a16="http://schemas.microsoft.com/office/drawing/2014/main" id="{6EC7CF90-45C1-8F75-8A5C-BAE93F4D3CBA}"/>
                  </a:ext>
                </a:extLst>
              </p:cNvPr>
              <p:cNvGrpSpPr/>
              <p:nvPr/>
            </p:nvGrpSpPr>
            <p:grpSpPr>
              <a:xfrm>
                <a:off x="146241" y="353535"/>
                <a:ext cx="542347" cy="270425"/>
                <a:chOff x="146241" y="353535"/>
                <a:chExt cx="542347" cy="270425"/>
              </a:xfrm>
              <a:solidFill>
                <a:srgbClr val="B1ABE5"/>
              </a:solidFill>
            </p:grpSpPr>
            <p:sp>
              <p:nvSpPr>
                <p:cNvPr id="607" name="Forme libre : forme 606">
                  <a:extLst>
                    <a:ext uri="{FF2B5EF4-FFF2-40B4-BE49-F238E27FC236}">
                      <a16:creationId xmlns:a16="http://schemas.microsoft.com/office/drawing/2014/main" id="{47AF3BA7-56E1-762F-74C1-B3248C400EAC}"/>
                    </a:ext>
                  </a:extLst>
                </p:cNvPr>
                <p:cNvSpPr/>
                <p:nvPr/>
              </p:nvSpPr>
              <p:spPr>
                <a:xfrm>
                  <a:off x="681296" y="353535"/>
                  <a:ext cx="7292" cy="17811"/>
                </a:xfrm>
                <a:custGeom>
                  <a:avLst/>
                  <a:gdLst>
                    <a:gd name="connsiteX0" fmla="*/ 1789 w 7292"/>
                    <a:gd name="connsiteY0" fmla="*/ 17523 h 17811"/>
                    <a:gd name="connsiteX1" fmla="*/ 23 w 7292"/>
                    <a:gd name="connsiteY1" fmla="*/ 14413 h 17811"/>
                    <a:gd name="connsiteX2" fmla="*/ 1245 w 7292"/>
                    <a:gd name="connsiteY2" fmla="*/ 2687 h 17811"/>
                    <a:gd name="connsiteX3" fmla="*/ 4505 w 7292"/>
                    <a:gd name="connsiteY3" fmla="*/ 15 h 17811"/>
                    <a:gd name="connsiteX4" fmla="*/ 7282 w 7292"/>
                    <a:gd name="connsiteY4" fmla="*/ 3275 h 17811"/>
                    <a:gd name="connsiteX5" fmla="*/ 6030 w 7292"/>
                    <a:gd name="connsiteY5" fmla="*/ 15244 h 17811"/>
                    <a:gd name="connsiteX6" fmla="*/ 2649 w 7292"/>
                    <a:gd name="connsiteY6" fmla="*/ 17779 h 17811"/>
                    <a:gd name="connsiteX7" fmla="*/ 1774 w 7292"/>
                    <a:gd name="connsiteY7" fmla="*/ 17523 h 178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292" h="17811">
                      <a:moveTo>
                        <a:pt x="1789" y="17523"/>
                      </a:moveTo>
                      <a:cubicBezTo>
                        <a:pt x="611" y="16979"/>
                        <a:pt x="-143" y="15727"/>
                        <a:pt x="23" y="14413"/>
                      </a:cubicBezTo>
                      <a:cubicBezTo>
                        <a:pt x="506" y="10520"/>
                        <a:pt x="913" y="6581"/>
                        <a:pt x="1245" y="2687"/>
                      </a:cubicBezTo>
                      <a:cubicBezTo>
                        <a:pt x="1381" y="1042"/>
                        <a:pt x="2845" y="-151"/>
                        <a:pt x="4505" y="15"/>
                      </a:cubicBezTo>
                      <a:cubicBezTo>
                        <a:pt x="6165" y="181"/>
                        <a:pt x="7418" y="1645"/>
                        <a:pt x="7282" y="3275"/>
                      </a:cubicBezTo>
                      <a:cubicBezTo>
                        <a:pt x="6950" y="7245"/>
                        <a:pt x="6528" y="11274"/>
                        <a:pt x="6030" y="15244"/>
                      </a:cubicBezTo>
                      <a:cubicBezTo>
                        <a:pt x="5818" y="16874"/>
                        <a:pt x="4309" y="18021"/>
                        <a:pt x="2649" y="17779"/>
                      </a:cubicBezTo>
                      <a:cubicBezTo>
                        <a:pt x="2332" y="17734"/>
                        <a:pt x="2045" y="17643"/>
                        <a:pt x="1774" y="17523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8" name="Forme libre : forme 607">
                  <a:extLst>
                    <a:ext uri="{FF2B5EF4-FFF2-40B4-BE49-F238E27FC236}">
                      <a16:creationId xmlns:a16="http://schemas.microsoft.com/office/drawing/2014/main" id="{30022656-B7B3-CCBD-9311-E9D617ADBF13}"/>
                    </a:ext>
                  </a:extLst>
                </p:cNvPr>
                <p:cNvSpPr/>
                <p:nvPr/>
              </p:nvSpPr>
              <p:spPr>
                <a:xfrm>
                  <a:off x="181281" y="404553"/>
                  <a:ext cx="498386" cy="219407"/>
                </a:xfrm>
                <a:custGeom>
                  <a:avLst/>
                  <a:gdLst>
                    <a:gd name="connsiteX0" fmla="*/ 76080 w 498386"/>
                    <a:gd name="connsiteY0" fmla="*/ 187396 h 219407"/>
                    <a:gd name="connsiteX1" fmla="*/ 53818 w 498386"/>
                    <a:gd name="connsiteY1" fmla="*/ 175231 h 219407"/>
                    <a:gd name="connsiteX2" fmla="*/ 52762 w 498386"/>
                    <a:gd name="connsiteY2" fmla="*/ 171126 h 219407"/>
                    <a:gd name="connsiteX3" fmla="*/ 78721 w 498386"/>
                    <a:gd name="connsiteY3" fmla="*/ 182068 h 219407"/>
                    <a:gd name="connsiteX4" fmla="*/ 80124 w 498386"/>
                    <a:gd name="connsiteY4" fmla="*/ 186083 h 219407"/>
                    <a:gd name="connsiteX5" fmla="*/ 76080 w 498386"/>
                    <a:gd name="connsiteY5" fmla="*/ 187396 h 219407"/>
                    <a:gd name="connsiteX6" fmla="*/ 112211 w 498386"/>
                    <a:gd name="connsiteY6" fmla="*/ 199379 h 219407"/>
                    <a:gd name="connsiteX7" fmla="*/ 139860 w 498386"/>
                    <a:gd name="connsiteY7" fmla="*/ 204556 h 219407"/>
                    <a:gd name="connsiteX8" fmla="*/ 142108 w 498386"/>
                    <a:gd name="connsiteY8" fmla="*/ 208193 h 219407"/>
                    <a:gd name="connsiteX9" fmla="*/ 138456 w 498386"/>
                    <a:gd name="connsiteY9" fmla="*/ 210351 h 219407"/>
                    <a:gd name="connsiteX10" fmla="*/ 114142 w 498386"/>
                    <a:gd name="connsiteY10" fmla="*/ 203182 h 219407"/>
                    <a:gd name="connsiteX11" fmla="*/ 112211 w 498386"/>
                    <a:gd name="connsiteY11" fmla="*/ 199379 h 219407"/>
                    <a:gd name="connsiteX12" fmla="*/ 20027 w 498386"/>
                    <a:gd name="connsiteY12" fmla="*/ 151687 h 219407"/>
                    <a:gd name="connsiteX13" fmla="*/ 950 w 498386"/>
                    <a:gd name="connsiteY13" fmla="*/ 135041 h 219407"/>
                    <a:gd name="connsiteX14" fmla="*/ 829 w 498386"/>
                    <a:gd name="connsiteY14" fmla="*/ 130815 h 219407"/>
                    <a:gd name="connsiteX15" fmla="*/ 23815 w 498386"/>
                    <a:gd name="connsiteY15" fmla="*/ 147084 h 219407"/>
                    <a:gd name="connsiteX16" fmla="*/ 24298 w 498386"/>
                    <a:gd name="connsiteY16" fmla="*/ 151295 h 219407"/>
                    <a:gd name="connsiteX17" fmla="*/ 20042 w 498386"/>
                    <a:gd name="connsiteY17" fmla="*/ 151702 h 219407"/>
                    <a:gd name="connsiteX18" fmla="*/ 177983 w 498386"/>
                    <a:gd name="connsiteY18" fmla="*/ 217384 h 219407"/>
                    <a:gd name="connsiteX19" fmla="*/ 176217 w 498386"/>
                    <a:gd name="connsiteY19" fmla="*/ 214351 h 219407"/>
                    <a:gd name="connsiteX20" fmla="*/ 179522 w 498386"/>
                    <a:gd name="connsiteY20" fmla="*/ 211725 h 219407"/>
                    <a:gd name="connsiteX21" fmla="*/ 204243 w 498386"/>
                    <a:gd name="connsiteY21" fmla="*/ 213445 h 219407"/>
                    <a:gd name="connsiteX22" fmla="*/ 207247 w 498386"/>
                    <a:gd name="connsiteY22" fmla="*/ 216509 h 219407"/>
                    <a:gd name="connsiteX23" fmla="*/ 204183 w 498386"/>
                    <a:gd name="connsiteY23" fmla="*/ 219407 h 219407"/>
                    <a:gd name="connsiteX24" fmla="*/ 178949 w 498386"/>
                    <a:gd name="connsiteY24" fmla="*/ 217641 h 219407"/>
                    <a:gd name="connsiteX25" fmla="*/ 177998 w 498386"/>
                    <a:gd name="connsiteY25" fmla="*/ 217369 h 219407"/>
                    <a:gd name="connsiteX26" fmla="*/ 243483 w 498386"/>
                    <a:gd name="connsiteY26" fmla="*/ 217520 h 219407"/>
                    <a:gd name="connsiteX27" fmla="*/ 241718 w 498386"/>
                    <a:gd name="connsiteY27" fmla="*/ 215135 h 219407"/>
                    <a:gd name="connsiteX28" fmla="*/ 244344 w 498386"/>
                    <a:gd name="connsiteY28" fmla="*/ 211845 h 219407"/>
                    <a:gd name="connsiteX29" fmla="*/ 268748 w 498386"/>
                    <a:gd name="connsiteY29" fmla="*/ 208178 h 219407"/>
                    <a:gd name="connsiteX30" fmla="*/ 272340 w 498386"/>
                    <a:gd name="connsiteY30" fmla="*/ 210532 h 219407"/>
                    <a:gd name="connsiteX31" fmla="*/ 270016 w 498386"/>
                    <a:gd name="connsiteY31" fmla="*/ 214034 h 219407"/>
                    <a:gd name="connsiteX32" fmla="*/ 245113 w 498386"/>
                    <a:gd name="connsiteY32" fmla="*/ 217777 h 219407"/>
                    <a:gd name="connsiteX33" fmla="*/ 243499 w 498386"/>
                    <a:gd name="connsiteY33" fmla="*/ 217505 h 219407"/>
                    <a:gd name="connsiteX34" fmla="*/ 307188 w 498386"/>
                    <a:gd name="connsiteY34" fmla="*/ 203484 h 219407"/>
                    <a:gd name="connsiteX35" fmla="*/ 305588 w 498386"/>
                    <a:gd name="connsiteY35" fmla="*/ 201749 h 219407"/>
                    <a:gd name="connsiteX36" fmla="*/ 307414 w 498386"/>
                    <a:gd name="connsiteY36" fmla="*/ 197960 h 219407"/>
                    <a:gd name="connsiteX37" fmla="*/ 330325 w 498386"/>
                    <a:gd name="connsiteY37" fmla="*/ 189116 h 219407"/>
                    <a:gd name="connsiteX38" fmla="*/ 334339 w 498386"/>
                    <a:gd name="connsiteY38" fmla="*/ 190656 h 219407"/>
                    <a:gd name="connsiteX39" fmla="*/ 332845 w 498386"/>
                    <a:gd name="connsiteY39" fmla="*/ 194595 h 219407"/>
                    <a:gd name="connsiteX40" fmla="*/ 309452 w 498386"/>
                    <a:gd name="connsiteY40" fmla="*/ 203620 h 219407"/>
                    <a:gd name="connsiteX41" fmla="*/ 307173 w 498386"/>
                    <a:gd name="connsiteY41" fmla="*/ 203499 h 219407"/>
                    <a:gd name="connsiteX42" fmla="*/ 366033 w 498386"/>
                    <a:gd name="connsiteY42" fmla="*/ 176046 h 219407"/>
                    <a:gd name="connsiteX43" fmla="*/ 364720 w 498386"/>
                    <a:gd name="connsiteY43" fmla="*/ 174899 h 219407"/>
                    <a:gd name="connsiteX44" fmla="*/ 365656 w 498386"/>
                    <a:gd name="connsiteY44" fmla="*/ 170794 h 219407"/>
                    <a:gd name="connsiteX45" fmla="*/ 385985 w 498386"/>
                    <a:gd name="connsiteY45" fmla="*/ 157211 h 219407"/>
                    <a:gd name="connsiteX46" fmla="*/ 390226 w 498386"/>
                    <a:gd name="connsiteY46" fmla="*/ 157860 h 219407"/>
                    <a:gd name="connsiteX47" fmla="*/ 389652 w 498386"/>
                    <a:gd name="connsiteY47" fmla="*/ 162026 h 219407"/>
                    <a:gd name="connsiteX48" fmla="*/ 368901 w 498386"/>
                    <a:gd name="connsiteY48" fmla="*/ 175880 h 219407"/>
                    <a:gd name="connsiteX49" fmla="*/ 366033 w 498386"/>
                    <a:gd name="connsiteY49" fmla="*/ 176031 h 219407"/>
                    <a:gd name="connsiteX50" fmla="*/ 416290 w 498386"/>
                    <a:gd name="connsiteY50" fmla="*/ 135886 h 219407"/>
                    <a:gd name="connsiteX51" fmla="*/ 433013 w 498386"/>
                    <a:gd name="connsiteY51" fmla="*/ 113972 h 219407"/>
                    <a:gd name="connsiteX52" fmla="*/ 437646 w 498386"/>
                    <a:gd name="connsiteY52" fmla="*/ 117896 h 219407"/>
                    <a:gd name="connsiteX53" fmla="*/ 420561 w 498386"/>
                    <a:gd name="connsiteY53" fmla="*/ 135961 h 219407"/>
                    <a:gd name="connsiteX54" fmla="*/ 416275 w 498386"/>
                    <a:gd name="connsiteY54" fmla="*/ 135901 h 219407"/>
                    <a:gd name="connsiteX55" fmla="*/ 457704 w 498386"/>
                    <a:gd name="connsiteY55" fmla="*/ 86489 h 219407"/>
                    <a:gd name="connsiteX56" fmla="*/ 469053 w 498386"/>
                    <a:gd name="connsiteY56" fmla="*/ 61405 h 219407"/>
                    <a:gd name="connsiteX57" fmla="*/ 474441 w 498386"/>
                    <a:gd name="connsiteY57" fmla="*/ 64243 h 219407"/>
                    <a:gd name="connsiteX58" fmla="*/ 461899 w 498386"/>
                    <a:gd name="connsiteY58" fmla="*/ 85628 h 219407"/>
                    <a:gd name="connsiteX59" fmla="*/ 457719 w 498386"/>
                    <a:gd name="connsiteY59" fmla="*/ 86489 h 219407"/>
                    <a:gd name="connsiteX60" fmla="*/ 486681 w 498386"/>
                    <a:gd name="connsiteY60" fmla="*/ 29077 h 219407"/>
                    <a:gd name="connsiteX61" fmla="*/ 485081 w 498386"/>
                    <a:gd name="connsiteY61" fmla="*/ 25335 h 219407"/>
                    <a:gd name="connsiteX62" fmla="*/ 492416 w 498386"/>
                    <a:gd name="connsiteY62" fmla="*/ 2168 h 219407"/>
                    <a:gd name="connsiteX63" fmla="*/ 496129 w 498386"/>
                    <a:gd name="connsiteY63" fmla="*/ 115 h 219407"/>
                    <a:gd name="connsiteX64" fmla="*/ 498287 w 498386"/>
                    <a:gd name="connsiteY64" fmla="*/ 3798 h 219407"/>
                    <a:gd name="connsiteX65" fmla="*/ 490786 w 498386"/>
                    <a:gd name="connsiteY65" fmla="*/ 27448 h 219407"/>
                    <a:gd name="connsiteX66" fmla="*/ 486922 w 498386"/>
                    <a:gd name="connsiteY66" fmla="*/ 29183 h 219407"/>
                    <a:gd name="connsiteX67" fmla="*/ 486696 w 498386"/>
                    <a:gd name="connsiteY67" fmla="*/ 29093 h 219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</a:cxnLst>
                  <a:rect l="l" t="t" r="r" b="b"/>
                  <a:pathLst>
                    <a:path w="498386" h="219407">
                      <a:moveTo>
                        <a:pt x="76080" y="187396"/>
                      </a:moveTo>
                      <a:cubicBezTo>
                        <a:pt x="68518" y="183653"/>
                        <a:pt x="61033" y="179563"/>
                        <a:pt x="53818" y="175231"/>
                      </a:cubicBezTo>
                      <a:cubicBezTo>
                        <a:pt x="52385" y="174371"/>
                        <a:pt x="51902" y="172530"/>
                        <a:pt x="52762" y="171126"/>
                      </a:cubicBezTo>
                      <a:cubicBezTo>
                        <a:pt x="55162" y="167172"/>
                        <a:pt x="56610" y="171141"/>
                        <a:pt x="78721" y="182068"/>
                      </a:cubicBezTo>
                      <a:cubicBezTo>
                        <a:pt x="80230" y="182808"/>
                        <a:pt x="80864" y="184604"/>
                        <a:pt x="80124" y="186083"/>
                      </a:cubicBezTo>
                      <a:cubicBezTo>
                        <a:pt x="78857" y="188648"/>
                        <a:pt x="75717" y="187381"/>
                        <a:pt x="76080" y="187396"/>
                      </a:cubicBezTo>
                      <a:close/>
                      <a:moveTo>
                        <a:pt x="112211" y="199379"/>
                      </a:moveTo>
                      <a:cubicBezTo>
                        <a:pt x="113674" y="195002"/>
                        <a:pt x="116074" y="198594"/>
                        <a:pt x="139860" y="204556"/>
                      </a:cubicBezTo>
                      <a:cubicBezTo>
                        <a:pt x="141490" y="204963"/>
                        <a:pt x="142501" y="206593"/>
                        <a:pt x="142108" y="208193"/>
                      </a:cubicBezTo>
                      <a:cubicBezTo>
                        <a:pt x="141716" y="209793"/>
                        <a:pt x="140086" y="210759"/>
                        <a:pt x="138456" y="210351"/>
                      </a:cubicBezTo>
                      <a:cubicBezTo>
                        <a:pt x="130321" y="208314"/>
                        <a:pt x="122141" y="205899"/>
                        <a:pt x="114142" y="203182"/>
                      </a:cubicBezTo>
                      <a:cubicBezTo>
                        <a:pt x="112543" y="202639"/>
                        <a:pt x="111682" y="200934"/>
                        <a:pt x="112211" y="199379"/>
                      </a:cubicBezTo>
                      <a:close/>
                      <a:moveTo>
                        <a:pt x="20027" y="151687"/>
                      </a:moveTo>
                      <a:cubicBezTo>
                        <a:pt x="13477" y="146420"/>
                        <a:pt x="7047" y="140821"/>
                        <a:pt x="950" y="135041"/>
                      </a:cubicBezTo>
                      <a:cubicBezTo>
                        <a:pt x="-272" y="133894"/>
                        <a:pt x="-318" y="131992"/>
                        <a:pt x="829" y="130815"/>
                      </a:cubicBezTo>
                      <a:cubicBezTo>
                        <a:pt x="4074" y="127494"/>
                        <a:pt x="4587" y="131660"/>
                        <a:pt x="23815" y="147084"/>
                      </a:cubicBezTo>
                      <a:cubicBezTo>
                        <a:pt x="25128" y="148141"/>
                        <a:pt x="25339" y="150012"/>
                        <a:pt x="24298" y="151295"/>
                      </a:cubicBezTo>
                      <a:cubicBezTo>
                        <a:pt x="23256" y="152563"/>
                        <a:pt x="21355" y="152744"/>
                        <a:pt x="20042" y="151702"/>
                      </a:cubicBezTo>
                      <a:close/>
                      <a:moveTo>
                        <a:pt x="177983" y="217384"/>
                      </a:moveTo>
                      <a:cubicBezTo>
                        <a:pt x="176836" y="216856"/>
                        <a:pt x="176081" y="215649"/>
                        <a:pt x="176217" y="214351"/>
                      </a:cubicBezTo>
                      <a:cubicBezTo>
                        <a:pt x="176383" y="212706"/>
                        <a:pt x="177862" y="211528"/>
                        <a:pt x="179522" y="211725"/>
                      </a:cubicBezTo>
                      <a:cubicBezTo>
                        <a:pt x="187717" y="212645"/>
                        <a:pt x="196033" y="213219"/>
                        <a:pt x="204243" y="213445"/>
                      </a:cubicBezTo>
                      <a:cubicBezTo>
                        <a:pt x="205919" y="213490"/>
                        <a:pt x="207262" y="214864"/>
                        <a:pt x="207247" y="216509"/>
                      </a:cubicBezTo>
                      <a:cubicBezTo>
                        <a:pt x="207232" y="218154"/>
                        <a:pt x="205858" y="219452"/>
                        <a:pt x="204183" y="219407"/>
                      </a:cubicBezTo>
                      <a:cubicBezTo>
                        <a:pt x="195807" y="219180"/>
                        <a:pt x="187325" y="218577"/>
                        <a:pt x="178949" y="217641"/>
                      </a:cubicBezTo>
                      <a:cubicBezTo>
                        <a:pt x="178617" y="217596"/>
                        <a:pt x="178285" y="217505"/>
                        <a:pt x="177998" y="217369"/>
                      </a:cubicBezTo>
                      <a:close/>
                      <a:moveTo>
                        <a:pt x="243483" y="217520"/>
                      </a:moveTo>
                      <a:cubicBezTo>
                        <a:pt x="242548" y="217097"/>
                        <a:pt x="241853" y="216222"/>
                        <a:pt x="241718" y="215135"/>
                      </a:cubicBezTo>
                      <a:cubicBezTo>
                        <a:pt x="241506" y="213490"/>
                        <a:pt x="242684" y="212026"/>
                        <a:pt x="244344" y="211845"/>
                      </a:cubicBezTo>
                      <a:cubicBezTo>
                        <a:pt x="252494" y="210970"/>
                        <a:pt x="260704" y="209732"/>
                        <a:pt x="268748" y="208178"/>
                      </a:cubicBezTo>
                      <a:cubicBezTo>
                        <a:pt x="270378" y="207861"/>
                        <a:pt x="271993" y="208917"/>
                        <a:pt x="272340" y="210532"/>
                      </a:cubicBezTo>
                      <a:cubicBezTo>
                        <a:pt x="272687" y="212147"/>
                        <a:pt x="271646" y="213717"/>
                        <a:pt x="270016" y="214034"/>
                      </a:cubicBezTo>
                      <a:cubicBezTo>
                        <a:pt x="261805" y="215618"/>
                        <a:pt x="253429" y="216886"/>
                        <a:pt x="245113" y="217777"/>
                      </a:cubicBezTo>
                      <a:cubicBezTo>
                        <a:pt x="244540" y="217837"/>
                        <a:pt x="243981" y="217731"/>
                        <a:pt x="243499" y="217505"/>
                      </a:cubicBezTo>
                      <a:close/>
                      <a:moveTo>
                        <a:pt x="307188" y="203484"/>
                      </a:moveTo>
                      <a:cubicBezTo>
                        <a:pt x="306464" y="203152"/>
                        <a:pt x="305875" y="202548"/>
                        <a:pt x="305588" y="201749"/>
                      </a:cubicBezTo>
                      <a:cubicBezTo>
                        <a:pt x="305015" y="200194"/>
                        <a:pt x="305830" y="198489"/>
                        <a:pt x="307414" y="197960"/>
                      </a:cubicBezTo>
                      <a:cubicBezTo>
                        <a:pt x="315142" y="195349"/>
                        <a:pt x="322854" y="192376"/>
                        <a:pt x="330325" y="189116"/>
                      </a:cubicBezTo>
                      <a:cubicBezTo>
                        <a:pt x="331849" y="188452"/>
                        <a:pt x="333645" y="189147"/>
                        <a:pt x="334339" y="190656"/>
                      </a:cubicBezTo>
                      <a:cubicBezTo>
                        <a:pt x="335033" y="192165"/>
                        <a:pt x="334369" y="193931"/>
                        <a:pt x="332845" y="194595"/>
                      </a:cubicBezTo>
                      <a:cubicBezTo>
                        <a:pt x="325223" y="197915"/>
                        <a:pt x="317345" y="200949"/>
                        <a:pt x="309452" y="203620"/>
                      </a:cubicBezTo>
                      <a:cubicBezTo>
                        <a:pt x="308682" y="203877"/>
                        <a:pt x="307867" y="203816"/>
                        <a:pt x="307173" y="203499"/>
                      </a:cubicBezTo>
                      <a:close/>
                      <a:moveTo>
                        <a:pt x="366033" y="176046"/>
                      </a:moveTo>
                      <a:cubicBezTo>
                        <a:pt x="365520" y="175805"/>
                        <a:pt x="365052" y="175412"/>
                        <a:pt x="364720" y="174899"/>
                      </a:cubicBezTo>
                      <a:cubicBezTo>
                        <a:pt x="363829" y="173496"/>
                        <a:pt x="364237" y="171655"/>
                        <a:pt x="365656" y="170794"/>
                      </a:cubicBezTo>
                      <a:cubicBezTo>
                        <a:pt x="372598" y="166568"/>
                        <a:pt x="379435" y="162011"/>
                        <a:pt x="385985" y="157211"/>
                      </a:cubicBezTo>
                      <a:cubicBezTo>
                        <a:pt x="387313" y="156230"/>
                        <a:pt x="389215" y="156517"/>
                        <a:pt x="390226" y="157860"/>
                      </a:cubicBezTo>
                      <a:cubicBezTo>
                        <a:pt x="391237" y="159188"/>
                        <a:pt x="390981" y="161060"/>
                        <a:pt x="389652" y="162026"/>
                      </a:cubicBezTo>
                      <a:cubicBezTo>
                        <a:pt x="382967" y="166916"/>
                        <a:pt x="375994" y="171579"/>
                        <a:pt x="368901" y="175880"/>
                      </a:cubicBezTo>
                      <a:cubicBezTo>
                        <a:pt x="368010" y="176424"/>
                        <a:pt x="366923" y="176439"/>
                        <a:pt x="366033" y="176031"/>
                      </a:cubicBezTo>
                      <a:close/>
                      <a:moveTo>
                        <a:pt x="416290" y="135886"/>
                      </a:moveTo>
                      <a:cubicBezTo>
                        <a:pt x="412955" y="132550"/>
                        <a:pt x="417181" y="132233"/>
                        <a:pt x="433013" y="113972"/>
                      </a:cubicBezTo>
                      <a:cubicBezTo>
                        <a:pt x="435593" y="110999"/>
                        <a:pt x="440227" y="114923"/>
                        <a:pt x="437646" y="117896"/>
                      </a:cubicBezTo>
                      <a:cubicBezTo>
                        <a:pt x="432243" y="124129"/>
                        <a:pt x="426493" y="130211"/>
                        <a:pt x="420561" y="135961"/>
                      </a:cubicBezTo>
                      <a:cubicBezTo>
                        <a:pt x="419384" y="137108"/>
                        <a:pt x="417468" y="137078"/>
                        <a:pt x="416275" y="135901"/>
                      </a:cubicBezTo>
                      <a:close/>
                      <a:moveTo>
                        <a:pt x="457704" y="86489"/>
                      </a:moveTo>
                      <a:cubicBezTo>
                        <a:pt x="453719" y="83953"/>
                        <a:pt x="457734" y="82746"/>
                        <a:pt x="469053" y="61405"/>
                      </a:cubicBezTo>
                      <a:cubicBezTo>
                        <a:pt x="470894" y="57949"/>
                        <a:pt x="476282" y="60756"/>
                        <a:pt x="474441" y="64243"/>
                      </a:cubicBezTo>
                      <a:cubicBezTo>
                        <a:pt x="470577" y="71532"/>
                        <a:pt x="466352" y="78716"/>
                        <a:pt x="461899" y="85628"/>
                      </a:cubicBezTo>
                      <a:cubicBezTo>
                        <a:pt x="460994" y="87032"/>
                        <a:pt x="459092" y="87379"/>
                        <a:pt x="457719" y="86489"/>
                      </a:cubicBezTo>
                      <a:close/>
                      <a:moveTo>
                        <a:pt x="486681" y="29077"/>
                      </a:moveTo>
                      <a:cubicBezTo>
                        <a:pt x="485262" y="28429"/>
                        <a:pt x="484538" y="26799"/>
                        <a:pt x="485081" y="25335"/>
                      </a:cubicBezTo>
                      <a:cubicBezTo>
                        <a:pt x="487858" y="17713"/>
                        <a:pt x="490318" y="9925"/>
                        <a:pt x="492416" y="2168"/>
                      </a:cubicBezTo>
                      <a:cubicBezTo>
                        <a:pt x="492839" y="583"/>
                        <a:pt x="494499" y="-337"/>
                        <a:pt x="496129" y="115"/>
                      </a:cubicBezTo>
                      <a:cubicBezTo>
                        <a:pt x="497744" y="583"/>
                        <a:pt x="498709" y="2213"/>
                        <a:pt x="498287" y="3798"/>
                      </a:cubicBezTo>
                      <a:cubicBezTo>
                        <a:pt x="496144" y="11721"/>
                        <a:pt x="493623" y="19675"/>
                        <a:pt x="490786" y="27448"/>
                      </a:cubicBezTo>
                      <a:cubicBezTo>
                        <a:pt x="490228" y="28987"/>
                        <a:pt x="488492" y="29772"/>
                        <a:pt x="486922" y="29183"/>
                      </a:cubicBezTo>
                      <a:cubicBezTo>
                        <a:pt x="486847" y="29153"/>
                        <a:pt x="486771" y="29123"/>
                        <a:pt x="486696" y="29093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9" name="Forme libre : forme 608">
                  <a:extLst>
                    <a:ext uri="{FF2B5EF4-FFF2-40B4-BE49-F238E27FC236}">
                      <a16:creationId xmlns:a16="http://schemas.microsoft.com/office/drawing/2014/main" id="{750FEEA5-3E9F-71B6-541E-8449C757FD41}"/>
                    </a:ext>
                  </a:extLst>
                </p:cNvPr>
                <p:cNvSpPr/>
                <p:nvPr/>
              </p:nvSpPr>
              <p:spPr>
                <a:xfrm>
                  <a:off x="146241" y="494717"/>
                  <a:ext cx="13409" cy="15649"/>
                </a:xfrm>
                <a:custGeom>
                  <a:avLst/>
                  <a:gdLst>
                    <a:gd name="connsiteX0" fmla="*/ 8024 w 13409"/>
                    <a:gd name="connsiteY0" fmla="*/ 14495 h 15649"/>
                    <a:gd name="connsiteX1" fmla="*/ 1202 w 13409"/>
                    <a:gd name="connsiteY1" fmla="*/ 656 h 15649"/>
                    <a:gd name="connsiteX2" fmla="*/ 12748 w 13409"/>
                    <a:gd name="connsiteY2" fmla="*/ 10843 h 15649"/>
                    <a:gd name="connsiteX3" fmla="*/ 12280 w 13409"/>
                    <a:gd name="connsiteY3" fmla="*/ 15024 h 15649"/>
                    <a:gd name="connsiteX4" fmla="*/ 8024 w 13409"/>
                    <a:gd name="connsiteY4" fmla="*/ 14495 h 156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09" h="15649">
                      <a:moveTo>
                        <a:pt x="8024" y="14495"/>
                      </a:moveTo>
                      <a:cubicBezTo>
                        <a:pt x="1413" y="6270"/>
                        <a:pt x="-1967" y="2905"/>
                        <a:pt x="1202" y="656"/>
                      </a:cubicBezTo>
                      <a:cubicBezTo>
                        <a:pt x="4507" y="-1699"/>
                        <a:pt x="5986" y="2422"/>
                        <a:pt x="12748" y="10843"/>
                      </a:cubicBezTo>
                      <a:cubicBezTo>
                        <a:pt x="13789" y="12141"/>
                        <a:pt x="13578" y="14028"/>
                        <a:pt x="12280" y="15024"/>
                      </a:cubicBezTo>
                      <a:cubicBezTo>
                        <a:pt x="10967" y="16035"/>
                        <a:pt x="9065" y="15793"/>
                        <a:pt x="8024" y="14495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03" name="Graphique 28">
                <a:extLst>
                  <a:ext uri="{FF2B5EF4-FFF2-40B4-BE49-F238E27FC236}">
                    <a16:creationId xmlns:a16="http://schemas.microsoft.com/office/drawing/2014/main" id="{CC5F96DF-586B-3513-FFD5-9E23A9C8EF74}"/>
                  </a:ext>
                </a:extLst>
              </p:cNvPr>
              <p:cNvGrpSpPr/>
              <p:nvPr/>
            </p:nvGrpSpPr>
            <p:grpSpPr>
              <a:xfrm>
                <a:off x="167203" y="106481"/>
                <a:ext cx="444861" cy="438091"/>
                <a:chOff x="167203" y="106481"/>
                <a:chExt cx="444861" cy="438091"/>
              </a:xfrm>
            </p:grpSpPr>
            <p:sp>
              <p:nvSpPr>
                <p:cNvPr id="604" name="Forme libre : forme 603">
                  <a:extLst>
                    <a:ext uri="{FF2B5EF4-FFF2-40B4-BE49-F238E27FC236}">
                      <a16:creationId xmlns:a16="http://schemas.microsoft.com/office/drawing/2014/main" id="{3A15DA0F-2613-9BCE-6A6E-DAAE5FDA1F54}"/>
                    </a:ext>
                  </a:extLst>
                </p:cNvPr>
                <p:cNvSpPr/>
                <p:nvPr/>
              </p:nvSpPr>
              <p:spPr>
                <a:xfrm>
                  <a:off x="167203" y="106481"/>
                  <a:ext cx="444861" cy="438091"/>
                </a:xfrm>
                <a:custGeom>
                  <a:avLst/>
                  <a:gdLst>
                    <a:gd name="connsiteX0" fmla="*/ 25472 w 444861"/>
                    <a:gd name="connsiteY0" fmla="*/ 329897 h 438091"/>
                    <a:gd name="connsiteX1" fmla="*/ 68847 w 444861"/>
                    <a:gd name="connsiteY1" fmla="*/ 327618 h 438091"/>
                    <a:gd name="connsiteX2" fmla="*/ 112660 w 444861"/>
                    <a:gd name="connsiteY2" fmla="*/ 370706 h 438091"/>
                    <a:gd name="connsiteX3" fmla="*/ 112690 w 444861"/>
                    <a:gd name="connsiteY3" fmla="*/ 416904 h 438091"/>
                    <a:gd name="connsiteX4" fmla="*/ 161076 w 444861"/>
                    <a:gd name="connsiteY4" fmla="*/ 436916 h 438091"/>
                    <a:gd name="connsiteX5" fmla="*/ 165106 w 444861"/>
                    <a:gd name="connsiteY5" fmla="*/ 436026 h 438091"/>
                    <a:gd name="connsiteX6" fmla="*/ 193585 w 444861"/>
                    <a:gd name="connsiteY6" fmla="*/ 404181 h 438091"/>
                    <a:gd name="connsiteX7" fmla="*/ 254951 w 444861"/>
                    <a:gd name="connsiteY7" fmla="*/ 404604 h 438091"/>
                    <a:gd name="connsiteX8" fmla="*/ 284109 w 444861"/>
                    <a:gd name="connsiteY8" fmla="*/ 436886 h 438091"/>
                    <a:gd name="connsiteX9" fmla="*/ 288154 w 444861"/>
                    <a:gd name="connsiteY9" fmla="*/ 437837 h 438091"/>
                    <a:gd name="connsiteX10" fmla="*/ 336147 w 444861"/>
                    <a:gd name="connsiteY10" fmla="*/ 418519 h 438091"/>
                    <a:gd name="connsiteX11" fmla="*/ 338305 w 444861"/>
                    <a:gd name="connsiteY11" fmla="*/ 415063 h 438091"/>
                    <a:gd name="connsiteX12" fmla="*/ 335242 w 444861"/>
                    <a:gd name="connsiteY12" fmla="*/ 372276 h 438091"/>
                    <a:gd name="connsiteX13" fmla="*/ 378209 w 444861"/>
                    <a:gd name="connsiteY13" fmla="*/ 329852 h 438091"/>
                    <a:gd name="connsiteX14" fmla="*/ 421615 w 444861"/>
                    <a:gd name="connsiteY14" fmla="*/ 332764 h 438091"/>
                    <a:gd name="connsiteX15" fmla="*/ 425116 w 444861"/>
                    <a:gd name="connsiteY15" fmla="*/ 330621 h 438091"/>
                    <a:gd name="connsiteX16" fmla="*/ 444600 w 444861"/>
                    <a:gd name="connsiteY16" fmla="*/ 283292 h 438091"/>
                    <a:gd name="connsiteX17" fmla="*/ 443635 w 444861"/>
                    <a:gd name="connsiteY17" fmla="*/ 279307 h 438091"/>
                    <a:gd name="connsiteX18" fmla="*/ 410809 w 444861"/>
                    <a:gd name="connsiteY18" fmla="*/ 250692 h 438091"/>
                    <a:gd name="connsiteX19" fmla="*/ 410175 w 444861"/>
                    <a:gd name="connsiteY19" fmla="*/ 190233 h 438091"/>
                    <a:gd name="connsiteX20" fmla="*/ 443333 w 444861"/>
                    <a:gd name="connsiteY20" fmla="*/ 158086 h 438091"/>
                    <a:gd name="connsiteX21" fmla="*/ 419351 w 444861"/>
                    <a:gd name="connsiteY21" fmla="*/ 108266 h 438091"/>
                    <a:gd name="connsiteX22" fmla="*/ 375976 w 444861"/>
                    <a:gd name="connsiteY22" fmla="*/ 110545 h 438091"/>
                    <a:gd name="connsiteX23" fmla="*/ 332163 w 444861"/>
                    <a:gd name="connsiteY23" fmla="*/ 67457 h 438091"/>
                    <a:gd name="connsiteX24" fmla="*/ 332133 w 444861"/>
                    <a:gd name="connsiteY24" fmla="*/ 21259 h 438091"/>
                    <a:gd name="connsiteX25" fmla="*/ 279717 w 444861"/>
                    <a:gd name="connsiteY25" fmla="*/ 2137 h 438091"/>
                    <a:gd name="connsiteX26" fmla="*/ 251238 w 444861"/>
                    <a:gd name="connsiteY26" fmla="*/ 33982 h 438091"/>
                    <a:gd name="connsiteX27" fmla="*/ 189872 w 444861"/>
                    <a:gd name="connsiteY27" fmla="*/ 33559 h 438091"/>
                    <a:gd name="connsiteX28" fmla="*/ 156669 w 444861"/>
                    <a:gd name="connsiteY28" fmla="*/ 326 h 438091"/>
                    <a:gd name="connsiteX29" fmla="*/ 106518 w 444861"/>
                    <a:gd name="connsiteY29" fmla="*/ 23085 h 438091"/>
                    <a:gd name="connsiteX30" fmla="*/ 109581 w 444861"/>
                    <a:gd name="connsiteY30" fmla="*/ 65872 h 438091"/>
                    <a:gd name="connsiteX31" fmla="*/ 66614 w 444861"/>
                    <a:gd name="connsiteY31" fmla="*/ 108296 h 438091"/>
                    <a:gd name="connsiteX32" fmla="*/ 19722 w 444861"/>
                    <a:gd name="connsiteY32" fmla="*/ 107527 h 438091"/>
                    <a:gd name="connsiteX33" fmla="*/ 1219 w 444861"/>
                    <a:gd name="connsiteY33" fmla="*/ 158856 h 438091"/>
                    <a:gd name="connsiteX34" fmla="*/ 34044 w 444861"/>
                    <a:gd name="connsiteY34" fmla="*/ 187471 h 438091"/>
                    <a:gd name="connsiteX35" fmla="*/ 34678 w 444861"/>
                    <a:gd name="connsiteY35" fmla="*/ 247930 h 438091"/>
                    <a:gd name="connsiteX36" fmla="*/ 1520 w 444861"/>
                    <a:gd name="connsiteY36" fmla="*/ 280077 h 438091"/>
                    <a:gd name="connsiteX37" fmla="*/ 25502 w 444861"/>
                    <a:gd name="connsiteY37" fmla="*/ 329897 h 438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444861" h="438091">
                      <a:moveTo>
                        <a:pt x="25472" y="329897"/>
                      </a:moveTo>
                      <a:lnTo>
                        <a:pt x="68847" y="327618"/>
                      </a:lnTo>
                      <a:cubicBezTo>
                        <a:pt x="80861" y="343963"/>
                        <a:pt x="95561" y="358572"/>
                        <a:pt x="112660" y="370706"/>
                      </a:cubicBezTo>
                      <a:cubicBezTo>
                        <a:pt x="111408" y="412286"/>
                        <a:pt x="108374" y="415108"/>
                        <a:pt x="112690" y="416904"/>
                      </a:cubicBezTo>
                      <a:lnTo>
                        <a:pt x="161076" y="436916"/>
                      </a:lnTo>
                      <a:cubicBezTo>
                        <a:pt x="162495" y="437505"/>
                        <a:pt x="164110" y="437143"/>
                        <a:pt x="165106" y="436026"/>
                      </a:cubicBezTo>
                      <a:lnTo>
                        <a:pt x="193585" y="404181"/>
                      </a:lnTo>
                      <a:cubicBezTo>
                        <a:pt x="214247" y="407667"/>
                        <a:pt x="234953" y="407698"/>
                        <a:pt x="254951" y="404604"/>
                      </a:cubicBezTo>
                      <a:lnTo>
                        <a:pt x="284109" y="436886"/>
                      </a:lnTo>
                      <a:cubicBezTo>
                        <a:pt x="285135" y="438018"/>
                        <a:pt x="286765" y="438395"/>
                        <a:pt x="288154" y="437837"/>
                      </a:cubicBezTo>
                      <a:lnTo>
                        <a:pt x="336147" y="418519"/>
                      </a:lnTo>
                      <a:cubicBezTo>
                        <a:pt x="337551" y="417960"/>
                        <a:pt x="338426" y="416572"/>
                        <a:pt x="338305" y="415063"/>
                      </a:cubicBezTo>
                      <a:lnTo>
                        <a:pt x="335242" y="372276"/>
                      </a:lnTo>
                      <a:cubicBezTo>
                        <a:pt x="351617" y="360730"/>
                        <a:pt x="366196" y="346483"/>
                        <a:pt x="378209" y="329852"/>
                      </a:cubicBezTo>
                      <a:lnTo>
                        <a:pt x="421615" y="332764"/>
                      </a:lnTo>
                      <a:cubicBezTo>
                        <a:pt x="423139" y="332870"/>
                        <a:pt x="424543" y="332010"/>
                        <a:pt x="425116" y="330621"/>
                      </a:cubicBezTo>
                      <a:lnTo>
                        <a:pt x="444600" y="283292"/>
                      </a:lnTo>
                      <a:cubicBezTo>
                        <a:pt x="445174" y="281903"/>
                        <a:pt x="444782" y="280303"/>
                        <a:pt x="443635" y="279307"/>
                      </a:cubicBezTo>
                      <a:lnTo>
                        <a:pt x="410809" y="250692"/>
                      </a:lnTo>
                      <a:cubicBezTo>
                        <a:pt x="413993" y="230393"/>
                        <a:pt x="413661" y="209988"/>
                        <a:pt x="410175" y="190233"/>
                      </a:cubicBezTo>
                      <a:cubicBezTo>
                        <a:pt x="441099" y="162055"/>
                        <a:pt x="445144" y="162327"/>
                        <a:pt x="443333" y="158086"/>
                      </a:cubicBezTo>
                      <a:cubicBezTo>
                        <a:pt x="422460" y="111722"/>
                        <a:pt x="424105" y="108025"/>
                        <a:pt x="419351" y="108266"/>
                      </a:cubicBezTo>
                      <a:lnTo>
                        <a:pt x="375976" y="110545"/>
                      </a:lnTo>
                      <a:cubicBezTo>
                        <a:pt x="363962" y="94200"/>
                        <a:pt x="349262" y="79591"/>
                        <a:pt x="332163" y="67457"/>
                      </a:cubicBezTo>
                      <a:cubicBezTo>
                        <a:pt x="333415" y="25908"/>
                        <a:pt x="336464" y="23055"/>
                        <a:pt x="332133" y="21259"/>
                      </a:cubicBezTo>
                      <a:cubicBezTo>
                        <a:pt x="283716" y="2198"/>
                        <a:pt x="282781" y="-1289"/>
                        <a:pt x="279717" y="2137"/>
                      </a:cubicBezTo>
                      <a:lnTo>
                        <a:pt x="251238" y="33982"/>
                      </a:lnTo>
                      <a:cubicBezTo>
                        <a:pt x="230576" y="30496"/>
                        <a:pt x="209870" y="30465"/>
                        <a:pt x="189872" y="33559"/>
                      </a:cubicBezTo>
                      <a:cubicBezTo>
                        <a:pt x="161091" y="2967"/>
                        <a:pt x="161001" y="-1410"/>
                        <a:pt x="156669" y="326"/>
                      </a:cubicBezTo>
                      <a:cubicBezTo>
                        <a:pt x="109521" y="20278"/>
                        <a:pt x="106186" y="18467"/>
                        <a:pt x="106518" y="23085"/>
                      </a:cubicBezTo>
                      <a:lnTo>
                        <a:pt x="109581" y="65872"/>
                      </a:lnTo>
                      <a:cubicBezTo>
                        <a:pt x="93206" y="77418"/>
                        <a:pt x="78627" y="91665"/>
                        <a:pt x="66614" y="108296"/>
                      </a:cubicBezTo>
                      <a:cubicBezTo>
                        <a:pt x="25125" y="106365"/>
                        <a:pt x="21488" y="103210"/>
                        <a:pt x="19722" y="107527"/>
                      </a:cubicBezTo>
                      <a:cubicBezTo>
                        <a:pt x="1294" y="154690"/>
                        <a:pt x="-2328" y="155747"/>
                        <a:pt x="1219" y="158856"/>
                      </a:cubicBezTo>
                      <a:lnTo>
                        <a:pt x="34044" y="187471"/>
                      </a:lnTo>
                      <a:cubicBezTo>
                        <a:pt x="30875" y="207770"/>
                        <a:pt x="31192" y="228175"/>
                        <a:pt x="34678" y="247930"/>
                      </a:cubicBezTo>
                      <a:cubicBezTo>
                        <a:pt x="3860" y="276002"/>
                        <a:pt x="-306" y="275821"/>
                        <a:pt x="1520" y="280077"/>
                      </a:cubicBezTo>
                      <a:cubicBezTo>
                        <a:pt x="22393" y="326441"/>
                        <a:pt x="20748" y="330138"/>
                        <a:pt x="25502" y="329897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5" name="Forme libre : forme 604">
                  <a:extLst>
                    <a:ext uri="{FF2B5EF4-FFF2-40B4-BE49-F238E27FC236}">
                      <a16:creationId xmlns:a16="http://schemas.microsoft.com/office/drawing/2014/main" id="{081076D9-C373-9DAB-05DC-7E55D04F57FF}"/>
                    </a:ext>
                  </a:extLst>
                </p:cNvPr>
                <p:cNvSpPr/>
                <p:nvPr/>
              </p:nvSpPr>
              <p:spPr>
                <a:xfrm>
                  <a:off x="338751" y="275447"/>
                  <a:ext cx="101726" cy="100229"/>
                </a:xfrm>
                <a:custGeom>
                  <a:avLst/>
                  <a:gdLst>
                    <a:gd name="connsiteX0" fmla="*/ 470 w 101726"/>
                    <a:gd name="connsiteY0" fmla="*/ 42486 h 100229"/>
                    <a:gd name="connsiteX1" fmla="*/ 57731 w 101726"/>
                    <a:gd name="connsiteY1" fmla="*/ 589 h 100229"/>
                    <a:gd name="connsiteX2" fmla="*/ 101257 w 101726"/>
                    <a:gd name="connsiteY2" fmla="*/ 57744 h 100229"/>
                    <a:gd name="connsiteX3" fmla="*/ 43996 w 101726"/>
                    <a:gd name="connsiteY3" fmla="*/ 99640 h 100229"/>
                    <a:gd name="connsiteX4" fmla="*/ 43996 w 101726"/>
                    <a:gd name="connsiteY4" fmla="*/ 99640 h 100229"/>
                    <a:gd name="connsiteX5" fmla="*/ 470 w 101726"/>
                    <a:gd name="connsiteY5" fmla="*/ 42486 h 100229"/>
                    <a:gd name="connsiteX6" fmla="*/ 44615 w 101726"/>
                    <a:gd name="connsiteY6" fmla="*/ 95218 h 100229"/>
                    <a:gd name="connsiteX7" fmla="*/ 44645 w 101726"/>
                    <a:gd name="connsiteY7" fmla="*/ 95218 h 100229"/>
                    <a:gd name="connsiteX8" fmla="*/ 44615 w 101726"/>
                    <a:gd name="connsiteY8" fmla="*/ 95218 h 100229"/>
                    <a:gd name="connsiteX9" fmla="*/ 56508 w 101726"/>
                    <a:gd name="connsiteY9" fmla="*/ 9449 h 100229"/>
                    <a:gd name="connsiteX10" fmla="*/ 9480 w 101726"/>
                    <a:gd name="connsiteY10" fmla="*/ 43859 h 100229"/>
                    <a:gd name="connsiteX11" fmla="*/ 45234 w 101726"/>
                    <a:gd name="connsiteY11" fmla="*/ 90796 h 100229"/>
                    <a:gd name="connsiteX12" fmla="*/ 92262 w 101726"/>
                    <a:gd name="connsiteY12" fmla="*/ 56386 h 100229"/>
                    <a:gd name="connsiteX13" fmla="*/ 56508 w 101726"/>
                    <a:gd name="connsiteY13" fmla="*/ 9449 h 100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01726" h="100229">
                      <a:moveTo>
                        <a:pt x="470" y="42486"/>
                      </a:moveTo>
                      <a:cubicBezTo>
                        <a:pt x="4258" y="15184"/>
                        <a:pt x="29946" y="-3621"/>
                        <a:pt x="57731" y="589"/>
                      </a:cubicBezTo>
                      <a:cubicBezTo>
                        <a:pt x="85515" y="4800"/>
                        <a:pt x="105045" y="30427"/>
                        <a:pt x="101257" y="57744"/>
                      </a:cubicBezTo>
                      <a:cubicBezTo>
                        <a:pt x="97469" y="85046"/>
                        <a:pt x="71781" y="103851"/>
                        <a:pt x="43996" y="99640"/>
                      </a:cubicBezTo>
                      <a:lnTo>
                        <a:pt x="43996" y="99640"/>
                      </a:lnTo>
                      <a:cubicBezTo>
                        <a:pt x="16196" y="95429"/>
                        <a:pt x="-3318" y="69788"/>
                        <a:pt x="470" y="42486"/>
                      </a:cubicBezTo>
                      <a:close/>
                      <a:moveTo>
                        <a:pt x="44615" y="95218"/>
                      </a:moveTo>
                      <a:lnTo>
                        <a:pt x="44645" y="95218"/>
                      </a:lnTo>
                      <a:cubicBezTo>
                        <a:pt x="44645" y="95218"/>
                        <a:pt x="44615" y="95218"/>
                        <a:pt x="44615" y="95218"/>
                      </a:cubicBezTo>
                      <a:close/>
                      <a:moveTo>
                        <a:pt x="56508" y="9449"/>
                      </a:moveTo>
                      <a:cubicBezTo>
                        <a:pt x="33960" y="6038"/>
                        <a:pt x="12635" y="21100"/>
                        <a:pt x="9480" y="43859"/>
                      </a:cubicBezTo>
                      <a:cubicBezTo>
                        <a:pt x="6371" y="66286"/>
                        <a:pt x="22399" y="87355"/>
                        <a:pt x="45234" y="90796"/>
                      </a:cubicBezTo>
                      <a:cubicBezTo>
                        <a:pt x="68054" y="94252"/>
                        <a:pt x="89153" y="78813"/>
                        <a:pt x="92262" y="56386"/>
                      </a:cubicBezTo>
                      <a:cubicBezTo>
                        <a:pt x="95371" y="33928"/>
                        <a:pt x="79297" y="12890"/>
                        <a:pt x="56508" y="9449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6" name="Forme libre : forme 605">
                  <a:extLst>
                    <a:ext uri="{FF2B5EF4-FFF2-40B4-BE49-F238E27FC236}">
                      <a16:creationId xmlns:a16="http://schemas.microsoft.com/office/drawing/2014/main" id="{C2D40396-2B30-D2A2-FB9E-D11BE769736B}"/>
                    </a:ext>
                  </a:extLst>
                </p:cNvPr>
                <p:cNvSpPr/>
                <p:nvPr/>
              </p:nvSpPr>
              <p:spPr>
                <a:xfrm>
                  <a:off x="260154" y="196874"/>
                  <a:ext cx="260914" cy="256785"/>
                </a:xfrm>
                <a:custGeom>
                  <a:avLst/>
                  <a:gdLst>
                    <a:gd name="connsiteX0" fmla="*/ 76833 w 260914"/>
                    <a:gd name="connsiteY0" fmla="*/ 244393 h 256785"/>
                    <a:gd name="connsiteX1" fmla="*/ 76833 w 260914"/>
                    <a:gd name="connsiteY1" fmla="*/ 244393 h 256785"/>
                    <a:gd name="connsiteX2" fmla="*/ 57229 w 260914"/>
                    <a:gd name="connsiteY2" fmla="*/ 233285 h 256785"/>
                    <a:gd name="connsiteX3" fmla="*/ 55629 w 260914"/>
                    <a:gd name="connsiteY3" fmla="*/ 227716 h 256785"/>
                    <a:gd name="connsiteX4" fmla="*/ 56006 w 260914"/>
                    <a:gd name="connsiteY4" fmla="*/ 227052 h 256785"/>
                    <a:gd name="connsiteX5" fmla="*/ 62315 w 260914"/>
                    <a:gd name="connsiteY5" fmla="*/ 225965 h 256785"/>
                    <a:gd name="connsiteX6" fmla="*/ 85134 w 260914"/>
                    <a:gd name="connsiteY6" fmla="*/ 238296 h 256785"/>
                    <a:gd name="connsiteX7" fmla="*/ 85134 w 260914"/>
                    <a:gd name="connsiteY7" fmla="*/ 238296 h 256785"/>
                    <a:gd name="connsiteX8" fmla="*/ 241023 w 260914"/>
                    <a:gd name="connsiteY8" fmla="*/ 179240 h 256785"/>
                    <a:gd name="connsiteX9" fmla="*/ 242970 w 260914"/>
                    <a:gd name="connsiteY9" fmla="*/ 174772 h 256785"/>
                    <a:gd name="connsiteX10" fmla="*/ 175733 w 260914"/>
                    <a:gd name="connsiteY10" fmla="*/ 18129 h 256785"/>
                    <a:gd name="connsiteX11" fmla="*/ 17883 w 260914"/>
                    <a:gd name="connsiteY11" fmla="*/ 81668 h 256785"/>
                    <a:gd name="connsiteX12" fmla="*/ 10231 w 260914"/>
                    <a:gd name="connsiteY12" fmla="*/ 147319 h 256785"/>
                    <a:gd name="connsiteX13" fmla="*/ 1598 w 260914"/>
                    <a:gd name="connsiteY13" fmla="*/ 146037 h 256785"/>
                    <a:gd name="connsiteX14" fmla="*/ 11559 w 260914"/>
                    <a:gd name="connsiteY14" fmla="*/ 73367 h 256785"/>
                    <a:gd name="connsiteX15" fmla="*/ 250410 w 260914"/>
                    <a:gd name="connsiteY15" fmla="*/ 79932 h 256785"/>
                    <a:gd name="connsiteX16" fmla="*/ 251406 w 260914"/>
                    <a:gd name="connsiteY16" fmla="*/ 178274 h 256785"/>
                    <a:gd name="connsiteX17" fmla="*/ 249293 w 260914"/>
                    <a:gd name="connsiteY17" fmla="*/ 183118 h 256785"/>
                    <a:gd name="connsiteX18" fmla="*/ 181544 w 260914"/>
                    <a:gd name="connsiteY18" fmla="*/ 247291 h 256785"/>
                    <a:gd name="connsiteX19" fmla="*/ 81738 w 260914"/>
                    <a:gd name="connsiteY19" fmla="*/ 246566 h 256785"/>
                    <a:gd name="connsiteX20" fmla="*/ 76833 w 260914"/>
                    <a:gd name="connsiteY20" fmla="*/ 244423 h 2567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60914" h="256785">
                      <a:moveTo>
                        <a:pt x="76833" y="244393"/>
                      </a:moveTo>
                      <a:lnTo>
                        <a:pt x="76833" y="244393"/>
                      </a:lnTo>
                      <a:cubicBezTo>
                        <a:pt x="69982" y="241239"/>
                        <a:pt x="63401" y="237511"/>
                        <a:pt x="57229" y="233285"/>
                      </a:cubicBezTo>
                      <a:cubicBezTo>
                        <a:pt x="55372" y="232017"/>
                        <a:pt x="54738" y="229648"/>
                        <a:pt x="55629" y="227716"/>
                      </a:cubicBezTo>
                      <a:cubicBezTo>
                        <a:pt x="55734" y="227490"/>
                        <a:pt x="55870" y="227263"/>
                        <a:pt x="56006" y="227052"/>
                      </a:cubicBezTo>
                      <a:cubicBezTo>
                        <a:pt x="57410" y="225030"/>
                        <a:pt x="60247" y="224547"/>
                        <a:pt x="62315" y="225965"/>
                      </a:cubicBezTo>
                      <a:cubicBezTo>
                        <a:pt x="69423" y="230825"/>
                        <a:pt x="77105" y="234975"/>
                        <a:pt x="85134" y="238296"/>
                      </a:cubicBezTo>
                      <a:lnTo>
                        <a:pt x="85134" y="238296"/>
                      </a:lnTo>
                      <a:cubicBezTo>
                        <a:pt x="145639" y="263334"/>
                        <a:pt x="214475" y="236847"/>
                        <a:pt x="241023" y="179240"/>
                      </a:cubicBezTo>
                      <a:cubicBezTo>
                        <a:pt x="241702" y="177776"/>
                        <a:pt x="242351" y="176282"/>
                        <a:pt x="242970" y="174772"/>
                      </a:cubicBezTo>
                      <a:cubicBezTo>
                        <a:pt x="268098" y="113694"/>
                        <a:pt x="237672" y="43771"/>
                        <a:pt x="175733" y="18129"/>
                      </a:cubicBezTo>
                      <a:cubicBezTo>
                        <a:pt x="113870" y="-7467"/>
                        <a:pt x="42981" y="20755"/>
                        <a:pt x="17883" y="81668"/>
                      </a:cubicBezTo>
                      <a:cubicBezTo>
                        <a:pt x="2972" y="117920"/>
                        <a:pt x="11936" y="143607"/>
                        <a:pt x="10231" y="147319"/>
                      </a:cubicBezTo>
                      <a:cubicBezTo>
                        <a:pt x="8375" y="151334"/>
                        <a:pt x="2308" y="150428"/>
                        <a:pt x="1598" y="146037"/>
                      </a:cubicBezTo>
                      <a:cubicBezTo>
                        <a:pt x="-2250" y="122085"/>
                        <a:pt x="768" y="96745"/>
                        <a:pt x="11559" y="73367"/>
                      </a:cubicBezTo>
                      <a:cubicBezTo>
                        <a:pt x="58059" y="-27540"/>
                        <a:pt x="206054" y="-23420"/>
                        <a:pt x="250410" y="79932"/>
                      </a:cubicBezTo>
                      <a:cubicBezTo>
                        <a:pt x="264069" y="111732"/>
                        <a:pt x="264416" y="146655"/>
                        <a:pt x="251406" y="178274"/>
                      </a:cubicBezTo>
                      <a:cubicBezTo>
                        <a:pt x="250727" y="179904"/>
                        <a:pt x="250033" y="181519"/>
                        <a:pt x="249293" y="183118"/>
                      </a:cubicBezTo>
                      <a:cubicBezTo>
                        <a:pt x="235816" y="212382"/>
                        <a:pt x="211925" y="235051"/>
                        <a:pt x="181544" y="247291"/>
                      </a:cubicBezTo>
                      <a:cubicBezTo>
                        <a:pt x="149503" y="260195"/>
                        <a:pt x="114051" y="259938"/>
                        <a:pt x="81738" y="246566"/>
                      </a:cubicBezTo>
                      <a:cubicBezTo>
                        <a:pt x="80093" y="245887"/>
                        <a:pt x="78448" y="245163"/>
                        <a:pt x="76833" y="244423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17" name="Graphique 28">
              <a:extLst>
                <a:ext uri="{FF2B5EF4-FFF2-40B4-BE49-F238E27FC236}">
                  <a16:creationId xmlns:a16="http://schemas.microsoft.com/office/drawing/2014/main" id="{F7608CED-86BF-8985-D71B-A2BC78DBBD79}"/>
                </a:ext>
              </a:extLst>
            </p:cNvPr>
            <p:cNvGrpSpPr/>
            <p:nvPr/>
          </p:nvGrpSpPr>
          <p:grpSpPr>
            <a:xfrm>
              <a:off x="623274" y="0"/>
              <a:ext cx="230973" cy="230828"/>
              <a:chOff x="623274" y="0"/>
              <a:chExt cx="230973" cy="230828"/>
            </a:xfrm>
          </p:grpSpPr>
          <p:sp>
            <p:nvSpPr>
              <p:cNvPr id="589" name="Forme libre : forme 588">
                <a:extLst>
                  <a:ext uri="{FF2B5EF4-FFF2-40B4-BE49-F238E27FC236}">
                    <a16:creationId xmlns:a16="http://schemas.microsoft.com/office/drawing/2014/main" id="{A359194C-3647-01F3-D1B7-856CC578D8B0}"/>
                  </a:ext>
                </a:extLst>
              </p:cNvPr>
              <p:cNvSpPr/>
              <p:nvPr/>
            </p:nvSpPr>
            <p:spPr>
              <a:xfrm>
                <a:off x="647130" y="23234"/>
                <a:ext cx="183983" cy="184050"/>
              </a:xfrm>
              <a:custGeom>
                <a:avLst/>
                <a:gdLst>
                  <a:gd name="connsiteX0" fmla="*/ 32921 w 183983"/>
                  <a:gd name="connsiteY0" fmla="*/ 142236 h 184050"/>
                  <a:gd name="connsiteX1" fmla="*/ 51937 w 183983"/>
                  <a:gd name="connsiteY1" fmla="*/ 158415 h 184050"/>
                  <a:gd name="connsiteX2" fmla="*/ 52299 w 183983"/>
                  <a:gd name="connsiteY2" fmla="*/ 176088 h 184050"/>
                  <a:gd name="connsiteX3" fmla="*/ 73504 w 183983"/>
                  <a:gd name="connsiteY3" fmla="*/ 183951 h 184050"/>
                  <a:gd name="connsiteX4" fmla="*/ 85729 w 183983"/>
                  <a:gd name="connsiteY4" fmla="*/ 169297 h 184050"/>
                  <a:gd name="connsiteX5" fmla="*/ 110616 w 183983"/>
                  <a:gd name="connsiteY5" fmla="*/ 167274 h 184050"/>
                  <a:gd name="connsiteX6" fmla="*/ 123369 w 183983"/>
                  <a:gd name="connsiteY6" fmla="*/ 179529 h 184050"/>
                  <a:gd name="connsiteX7" fmla="*/ 143925 w 183983"/>
                  <a:gd name="connsiteY7" fmla="*/ 170097 h 184050"/>
                  <a:gd name="connsiteX8" fmla="*/ 144694 w 183983"/>
                  <a:gd name="connsiteY8" fmla="*/ 168603 h 184050"/>
                  <a:gd name="connsiteX9" fmla="*/ 142204 w 183983"/>
                  <a:gd name="connsiteY9" fmla="*/ 151080 h 184050"/>
                  <a:gd name="connsiteX10" fmla="*/ 158383 w 183983"/>
                  <a:gd name="connsiteY10" fmla="*/ 132064 h 184050"/>
                  <a:gd name="connsiteX11" fmla="*/ 177414 w 183983"/>
                  <a:gd name="connsiteY11" fmla="*/ 130706 h 184050"/>
                  <a:gd name="connsiteX12" fmla="*/ 183421 w 183983"/>
                  <a:gd name="connsiteY12" fmla="*/ 108897 h 184050"/>
                  <a:gd name="connsiteX13" fmla="*/ 169280 w 183983"/>
                  <a:gd name="connsiteY13" fmla="*/ 98287 h 184050"/>
                  <a:gd name="connsiteX14" fmla="*/ 167257 w 183983"/>
                  <a:gd name="connsiteY14" fmla="*/ 73400 h 184050"/>
                  <a:gd name="connsiteX15" fmla="*/ 179512 w 183983"/>
                  <a:gd name="connsiteY15" fmla="*/ 60647 h 184050"/>
                  <a:gd name="connsiteX16" fmla="*/ 170080 w 183983"/>
                  <a:gd name="connsiteY16" fmla="*/ 40092 h 184050"/>
                  <a:gd name="connsiteX17" fmla="*/ 151063 w 183983"/>
                  <a:gd name="connsiteY17" fmla="*/ 41812 h 184050"/>
                  <a:gd name="connsiteX18" fmla="*/ 132047 w 183983"/>
                  <a:gd name="connsiteY18" fmla="*/ 25633 h 184050"/>
                  <a:gd name="connsiteX19" fmla="*/ 131685 w 183983"/>
                  <a:gd name="connsiteY19" fmla="*/ 7960 h 184050"/>
                  <a:gd name="connsiteX20" fmla="*/ 110480 w 183983"/>
                  <a:gd name="connsiteY20" fmla="*/ 97 h 184050"/>
                  <a:gd name="connsiteX21" fmla="*/ 98255 w 183983"/>
                  <a:gd name="connsiteY21" fmla="*/ 14752 h 184050"/>
                  <a:gd name="connsiteX22" fmla="*/ 73368 w 183983"/>
                  <a:gd name="connsiteY22" fmla="*/ 16774 h 184050"/>
                  <a:gd name="connsiteX23" fmla="*/ 60615 w 183983"/>
                  <a:gd name="connsiteY23" fmla="*/ 4519 h 184050"/>
                  <a:gd name="connsiteX24" fmla="*/ 58940 w 183983"/>
                  <a:gd name="connsiteY24" fmla="*/ 4277 h 184050"/>
                  <a:gd name="connsiteX25" fmla="*/ 40059 w 183983"/>
                  <a:gd name="connsiteY25" fmla="*/ 13952 h 184050"/>
                  <a:gd name="connsiteX26" fmla="*/ 39290 w 183983"/>
                  <a:gd name="connsiteY26" fmla="*/ 15446 h 184050"/>
                  <a:gd name="connsiteX27" fmla="*/ 41780 w 183983"/>
                  <a:gd name="connsiteY27" fmla="*/ 32968 h 184050"/>
                  <a:gd name="connsiteX28" fmla="*/ 25601 w 183983"/>
                  <a:gd name="connsiteY28" fmla="*/ 51984 h 184050"/>
                  <a:gd name="connsiteX29" fmla="*/ 6570 w 183983"/>
                  <a:gd name="connsiteY29" fmla="*/ 53343 h 184050"/>
                  <a:gd name="connsiteX30" fmla="*/ 563 w 183983"/>
                  <a:gd name="connsiteY30" fmla="*/ 75151 h 184050"/>
                  <a:gd name="connsiteX31" fmla="*/ 14704 w 183983"/>
                  <a:gd name="connsiteY31" fmla="*/ 85761 h 184050"/>
                  <a:gd name="connsiteX32" fmla="*/ 16727 w 183983"/>
                  <a:gd name="connsiteY32" fmla="*/ 110648 h 184050"/>
                  <a:gd name="connsiteX33" fmla="*/ 4230 w 183983"/>
                  <a:gd name="connsiteY33" fmla="*/ 125076 h 184050"/>
                  <a:gd name="connsiteX34" fmla="*/ 13904 w 183983"/>
                  <a:gd name="connsiteY34" fmla="*/ 143957 h 184050"/>
                  <a:gd name="connsiteX35" fmla="*/ 32921 w 183983"/>
                  <a:gd name="connsiteY35" fmla="*/ 142236 h 18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83983" h="184050">
                    <a:moveTo>
                      <a:pt x="32921" y="142236"/>
                    </a:moveTo>
                    <a:cubicBezTo>
                      <a:pt x="38263" y="148530"/>
                      <a:pt x="44647" y="154038"/>
                      <a:pt x="51937" y="158415"/>
                    </a:cubicBezTo>
                    <a:lnTo>
                      <a:pt x="52299" y="176088"/>
                    </a:lnTo>
                    <a:cubicBezTo>
                      <a:pt x="52344" y="178050"/>
                      <a:pt x="54020" y="177296"/>
                      <a:pt x="73504" y="183951"/>
                    </a:cubicBezTo>
                    <a:cubicBezTo>
                      <a:pt x="75315" y="184540"/>
                      <a:pt x="75104" y="182850"/>
                      <a:pt x="85729" y="169297"/>
                    </a:cubicBezTo>
                    <a:cubicBezTo>
                      <a:pt x="94211" y="169991"/>
                      <a:pt x="102602" y="169267"/>
                      <a:pt x="110616" y="167274"/>
                    </a:cubicBezTo>
                    <a:lnTo>
                      <a:pt x="123369" y="179529"/>
                    </a:lnTo>
                    <a:cubicBezTo>
                      <a:pt x="124788" y="180888"/>
                      <a:pt x="125437" y="179167"/>
                      <a:pt x="143925" y="170097"/>
                    </a:cubicBezTo>
                    <a:cubicBezTo>
                      <a:pt x="144483" y="169810"/>
                      <a:pt x="144785" y="169206"/>
                      <a:pt x="144694" y="168603"/>
                    </a:cubicBezTo>
                    <a:lnTo>
                      <a:pt x="142204" y="151080"/>
                    </a:lnTo>
                    <a:cubicBezTo>
                      <a:pt x="148498" y="145738"/>
                      <a:pt x="154006" y="139354"/>
                      <a:pt x="158383" y="132064"/>
                    </a:cubicBezTo>
                    <a:cubicBezTo>
                      <a:pt x="175271" y="131370"/>
                      <a:pt x="176826" y="132532"/>
                      <a:pt x="177414" y="130706"/>
                    </a:cubicBezTo>
                    <a:cubicBezTo>
                      <a:pt x="183512" y="110588"/>
                      <a:pt x="184946" y="110044"/>
                      <a:pt x="183421" y="108897"/>
                    </a:cubicBezTo>
                    <a:lnTo>
                      <a:pt x="169280" y="98287"/>
                    </a:lnTo>
                    <a:cubicBezTo>
                      <a:pt x="169974" y="89821"/>
                      <a:pt x="169249" y="81414"/>
                      <a:pt x="167257" y="73400"/>
                    </a:cubicBezTo>
                    <a:lnTo>
                      <a:pt x="179512" y="60647"/>
                    </a:lnTo>
                    <a:cubicBezTo>
                      <a:pt x="180871" y="59229"/>
                      <a:pt x="179150" y="58580"/>
                      <a:pt x="170080" y="40092"/>
                    </a:cubicBezTo>
                    <a:cubicBezTo>
                      <a:pt x="169219" y="38416"/>
                      <a:pt x="168238" y="39729"/>
                      <a:pt x="151063" y="41812"/>
                    </a:cubicBezTo>
                    <a:cubicBezTo>
                      <a:pt x="145721" y="35503"/>
                      <a:pt x="139337" y="30010"/>
                      <a:pt x="132047" y="25633"/>
                    </a:cubicBezTo>
                    <a:lnTo>
                      <a:pt x="131685" y="7960"/>
                    </a:lnTo>
                    <a:cubicBezTo>
                      <a:pt x="131639" y="5998"/>
                      <a:pt x="129964" y="6753"/>
                      <a:pt x="110480" y="97"/>
                    </a:cubicBezTo>
                    <a:cubicBezTo>
                      <a:pt x="108684" y="-477"/>
                      <a:pt x="108926" y="1138"/>
                      <a:pt x="98255" y="14752"/>
                    </a:cubicBezTo>
                    <a:cubicBezTo>
                      <a:pt x="89773" y="14057"/>
                      <a:pt x="81382" y="14782"/>
                      <a:pt x="73368" y="16774"/>
                    </a:cubicBezTo>
                    <a:lnTo>
                      <a:pt x="60615" y="4519"/>
                    </a:lnTo>
                    <a:cubicBezTo>
                      <a:pt x="60162" y="4096"/>
                      <a:pt x="59498" y="3991"/>
                      <a:pt x="58940" y="4277"/>
                    </a:cubicBezTo>
                    <a:lnTo>
                      <a:pt x="40059" y="13952"/>
                    </a:lnTo>
                    <a:cubicBezTo>
                      <a:pt x="39501" y="14238"/>
                      <a:pt x="39199" y="14842"/>
                      <a:pt x="39290" y="15446"/>
                    </a:cubicBezTo>
                    <a:lnTo>
                      <a:pt x="41780" y="32968"/>
                    </a:lnTo>
                    <a:cubicBezTo>
                      <a:pt x="35486" y="38311"/>
                      <a:pt x="29993" y="44695"/>
                      <a:pt x="25601" y="51984"/>
                    </a:cubicBezTo>
                    <a:cubicBezTo>
                      <a:pt x="8713" y="52679"/>
                      <a:pt x="7158" y="51516"/>
                      <a:pt x="6570" y="53343"/>
                    </a:cubicBezTo>
                    <a:cubicBezTo>
                      <a:pt x="472" y="73446"/>
                      <a:pt x="-962" y="74004"/>
                      <a:pt x="563" y="75151"/>
                    </a:cubicBezTo>
                    <a:lnTo>
                      <a:pt x="14704" y="85761"/>
                    </a:lnTo>
                    <a:cubicBezTo>
                      <a:pt x="14010" y="94228"/>
                      <a:pt x="14734" y="102634"/>
                      <a:pt x="16727" y="110648"/>
                    </a:cubicBezTo>
                    <a:cubicBezTo>
                      <a:pt x="5272" y="123084"/>
                      <a:pt x="3340" y="123356"/>
                      <a:pt x="4230" y="125076"/>
                    </a:cubicBezTo>
                    <a:lnTo>
                      <a:pt x="13904" y="143957"/>
                    </a:lnTo>
                    <a:cubicBezTo>
                      <a:pt x="14765" y="145647"/>
                      <a:pt x="15836" y="144304"/>
                      <a:pt x="32921" y="142236"/>
                    </a:cubicBezTo>
                    <a:close/>
                  </a:path>
                </a:pathLst>
              </a:custGeom>
              <a:solidFill>
                <a:srgbClr val="B1ABE5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590" name="Graphique 28">
                <a:extLst>
                  <a:ext uri="{FF2B5EF4-FFF2-40B4-BE49-F238E27FC236}">
                    <a16:creationId xmlns:a16="http://schemas.microsoft.com/office/drawing/2014/main" id="{6E7730BC-29E8-6543-1EE8-E695C4F87B59}"/>
                  </a:ext>
                </a:extLst>
              </p:cNvPr>
              <p:cNvGrpSpPr/>
              <p:nvPr/>
            </p:nvGrpSpPr>
            <p:grpSpPr>
              <a:xfrm>
                <a:off x="623274" y="0"/>
                <a:ext cx="230973" cy="230828"/>
                <a:chOff x="623274" y="0"/>
                <a:chExt cx="230973" cy="230828"/>
              </a:xfrm>
            </p:grpSpPr>
            <p:sp>
              <p:nvSpPr>
                <p:cNvPr id="591" name="Forme libre : forme 590">
                  <a:extLst>
                    <a:ext uri="{FF2B5EF4-FFF2-40B4-BE49-F238E27FC236}">
                      <a16:creationId xmlns:a16="http://schemas.microsoft.com/office/drawing/2014/main" id="{6AB142F5-792E-11C4-8414-2FE9EAE15201}"/>
                    </a:ext>
                  </a:extLst>
                </p:cNvPr>
                <p:cNvSpPr/>
                <p:nvPr/>
              </p:nvSpPr>
              <p:spPr>
                <a:xfrm>
                  <a:off x="716979" y="93130"/>
                  <a:ext cx="44286" cy="44286"/>
                </a:xfrm>
                <a:custGeom>
                  <a:avLst/>
                  <a:gdLst>
                    <a:gd name="connsiteX0" fmla="*/ 48 w 44286"/>
                    <a:gd name="connsiteY0" fmla="*/ 20710 h 44286"/>
                    <a:gd name="connsiteX1" fmla="*/ 23577 w 44286"/>
                    <a:gd name="connsiteY1" fmla="*/ 48 h 44286"/>
                    <a:gd name="connsiteX2" fmla="*/ 44238 w 44286"/>
                    <a:gd name="connsiteY2" fmla="*/ 23577 h 44286"/>
                    <a:gd name="connsiteX3" fmla="*/ 20709 w 44286"/>
                    <a:gd name="connsiteY3" fmla="*/ 44238 h 44286"/>
                    <a:gd name="connsiteX4" fmla="*/ 20709 w 44286"/>
                    <a:gd name="connsiteY4" fmla="*/ 44238 h 44286"/>
                    <a:gd name="connsiteX5" fmla="*/ 48 w 44286"/>
                    <a:gd name="connsiteY5" fmla="*/ 20710 h 44286"/>
                    <a:gd name="connsiteX6" fmla="*/ 20921 w 44286"/>
                    <a:gd name="connsiteY6" fmla="*/ 40948 h 44286"/>
                    <a:gd name="connsiteX7" fmla="*/ 20936 w 44286"/>
                    <a:gd name="connsiteY7" fmla="*/ 40948 h 44286"/>
                    <a:gd name="connsiteX8" fmla="*/ 20921 w 44286"/>
                    <a:gd name="connsiteY8" fmla="*/ 40948 h 44286"/>
                    <a:gd name="connsiteX9" fmla="*/ 6628 w 44286"/>
                    <a:gd name="connsiteY9" fmla="*/ 21132 h 44286"/>
                    <a:gd name="connsiteX10" fmla="*/ 21132 w 44286"/>
                    <a:gd name="connsiteY10" fmla="*/ 37643 h 44286"/>
                    <a:gd name="connsiteX11" fmla="*/ 21132 w 44286"/>
                    <a:gd name="connsiteY11" fmla="*/ 37643 h 44286"/>
                    <a:gd name="connsiteX12" fmla="*/ 33825 w 44286"/>
                    <a:gd name="connsiteY12" fmla="*/ 11881 h 44286"/>
                    <a:gd name="connsiteX13" fmla="*/ 6628 w 44286"/>
                    <a:gd name="connsiteY13" fmla="*/ 21132 h 44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4286" h="44286">
                      <a:moveTo>
                        <a:pt x="48" y="20710"/>
                      </a:moveTo>
                      <a:cubicBezTo>
                        <a:pt x="848" y="8500"/>
                        <a:pt x="11367" y="-752"/>
                        <a:pt x="23577" y="48"/>
                      </a:cubicBezTo>
                      <a:cubicBezTo>
                        <a:pt x="35787" y="833"/>
                        <a:pt x="45038" y="11367"/>
                        <a:pt x="44238" y="23577"/>
                      </a:cubicBezTo>
                      <a:cubicBezTo>
                        <a:pt x="43454" y="35757"/>
                        <a:pt x="32889" y="45038"/>
                        <a:pt x="20709" y="44238"/>
                      </a:cubicBezTo>
                      <a:lnTo>
                        <a:pt x="20709" y="44238"/>
                      </a:lnTo>
                      <a:cubicBezTo>
                        <a:pt x="8530" y="43454"/>
                        <a:pt x="-752" y="32889"/>
                        <a:pt x="48" y="20710"/>
                      </a:cubicBezTo>
                      <a:close/>
                      <a:moveTo>
                        <a:pt x="20921" y="40948"/>
                      </a:moveTo>
                      <a:lnTo>
                        <a:pt x="20936" y="40948"/>
                      </a:lnTo>
                      <a:cubicBezTo>
                        <a:pt x="20936" y="40948"/>
                        <a:pt x="20921" y="40948"/>
                        <a:pt x="20921" y="40948"/>
                      </a:cubicBezTo>
                      <a:close/>
                      <a:moveTo>
                        <a:pt x="6628" y="21132"/>
                      </a:moveTo>
                      <a:cubicBezTo>
                        <a:pt x="6070" y="29689"/>
                        <a:pt x="12590" y="37100"/>
                        <a:pt x="21132" y="37643"/>
                      </a:cubicBezTo>
                      <a:lnTo>
                        <a:pt x="21132" y="37643"/>
                      </a:lnTo>
                      <a:cubicBezTo>
                        <a:pt x="34866" y="38534"/>
                        <a:pt x="42925" y="22249"/>
                        <a:pt x="33825" y="11881"/>
                      </a:cubicBezTo>
                      <a:cubicBezTo>
                        <a:pt x="24754" y="1542"/>
                        <a:pt x="7534" y="7308"/>
                        <a:pt x="6628" y="21132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92" name="Graphique 28">
                  <a:extLst>
                    <a:ext uri="{FF2B5EF4-FFF2-40B4-BE49-F238E27FC236}">
                      <a16:creationId xmlns:a16="http://schemas.microsoft.com/office/drawing/2014/main" id="{EA8BB18A-50AF-5707-F039-193A3C729081}"/>
                    </a:ext>
                  </a:extLst>
                </p:cNvPr>
                <p:cNvGrpSpPr/>
                <p:nvPr/>
              </p:nvGrpSpPr>
              <p:grpSpPr>
                <a:xfrm>
                  <a:off x="623274" y="0"/>
                  <a:ext cx="182524" cy="149958"/>
                  <a:chOff x="623274" y="0"/>
                  <a:chExt cx="182524" cy="149958"/>
                </a:xfrm>
                <a:solidFill>
                  <a:srgbClr val="B1ABE5"/>
                </a:solidFill>
              </p:grpSpPr>
              <p:sp>
                <p:nvSpPr>
                  <p:cNvPr id="598" name="Forme libre : forme 597">
                    <a:extLst>
                      <a:ext uri="{FF2B5EF4-FFF2-40B4-BE49-F238E27FC236}">
                        <a16:creationId xmlns:a16="http://schemas.microsoft.com/office/drawing/2014/main" id="{F38722E1-196F-633E-DC28-C9B1215C26BA}"/>
                      </a:ext>
                    </a:extLst>
                  </p:cNvPr>
                  <p:cNvSpPr/>
                  <p:nvPr/>
                </p:nvSpPr>
                <p:spPr>
                  <a:xfrm>
                    <a:off x="625699" y="137018"/>
                    <a:ext cx="6586" cy="12940"/>
                  </a:xfrm>
                  <a:custGeom>
                    <a:avLst/>
                    <a:gdLst>
                      <a:gd name="connsiteX0" fmla="*/ 2284 w 6586"/>
                      <a:gd name="connsiteY0" fmla="*/ 11383 h 12940"/>
                      <a:gd name="connsiteX1" fmla="*/ 50 w 6586"/>
                      <a:gd name="connsiteY1" fmla="*/ 2690 h 12940"/>
                      <a:gd name="connsiteX2" fmla="*/ 1740 w 6586"/>
                      <a:gd name="connsiteY2" fmla="*/ 79 h 12940"/>
                      <a:gd name="connsiteX3" fmla="*/ 6495 w 6586"/>
                      <a:gd name="connsiteY3" fmla="*/ 10115 h 12940"/>
                      <a:gd name="connsiteX4" fmla="*/ 5015 w 6586"/>
                      <a:gd name="connsiteY4" fmla="*/ 12847 h 12940"/>
                      <a:gd name="connsiteX5" fmla="*/ 2284 w 6586"/>
                      <a:gd name="connsiteY5" fmla="*/ 11368 h 129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586" h="12940">
                        <a:moveTo>
                          <a:pt x="2284" y="11383"/>
                        </a:moveTo>
                        <a:cubicBezTo>
                          <a:pt x="1439" y="8531"/>
                          <a:pt x="684" y="5618"/>
                          <a:pt x="50" y="2690"/>
                        </a:cubicBezTo>
                        <a:cubicBezTo>
                          <a:pt x="-206" y="1498"/>
                          <a:pt x="548" y="336"/>
                          <a:pt x="1740" y="79"/>
                        </a:cubicBezTo>
                        <a:cubicBezTo>
                          <a:pt x="4729" y="-570"/>
                          <a:pt x="4306" y="2781"/>
                          <a:pt x="6495" y="10115"/>
                        </a:cubicBezTo>
                        <a:cubicBezTo>
                          <a:pt x="6842" y="11277"/>
                          <a:pt x="6178" y="12500"/>
                          <a:pt x="5015" y="12847"/>
                        </a:cubicBezTo>
                        <a:cubicBezTo>
                          <a:pt x="3853" y="13194"/>
                          <a:pt x="2631" y="12545"/>
                          <a:pt x="2284" y="11368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9" name="Forme libre : forme 598">
                    <a:extLst>
                      <a:ext uri="{FF2B5EF4-FFF2-40B4-BE49-F238E27FC236}">
                        <a16:creationId xmlns:a16="http://schemas.microsoft.com/office/drawing/2014/main" id="{0E68777F-6E44-5FB2-DA47-A3B2A49C54D0}"/>
                      </a:ext>
                    </a:extLst>
                  </p:cNvPr>
                  <p:cNvSpPr/>
                  <p:nvPr/>
                </p:nvSpPr>
                <p:spPr>
                  <a:xfrm>
                    <a:off x="623274" y="0"/>
                    <a:ext cx="148393" cy="112697"/>
                  </a:xfrm>
                  <a:custGeom>
                    <a:avLst/>
                    <a:gdLst>
                      <a:gd name="connsiteX0" fmla="*/ 0 w 148393"/>
                      <a:gd name="connsiteY0" fmla="*/ 110399 h 112697"/>
                      <a:gd name="connsiteX1" fmla="*/ 2158 w 148393"/>
                      <a:gd name="connsiteY1" fmla="*/ 92409 h 112697"/>
                      <a:gd name="connsiteX2" fmla="*/ 6475 w 148393"/>
                      <a:gd name="connsiteY2" fmla="*/ 93269 h 112697"/>
                      <a:gd name="connsiteX3" fmla="*/ 2113 w 148393"/>
                      <a:gd name="connsiteY3" fmla="*/ 112693 h 112697"/>
                      <a:gd name="connsiteX4" fmla="*/ 15 w 148393"/>
                      <a:gd name="connsiteY4" fmla="*/ 110399 h 112697"/>
                      <a:gd name="connsiteX5" fmla="*/ 12557 w 148393"/>
                      <a:gd name="connsiteY5" fmla="*/ 67477 h 112697"/>
                      <a:gd name="connsiteX6" fmla="*/ 11546 w 148393"/>
                      <a:gd name="connsiteY6" fmla="*/ 64534 h 112697"/>
                      <a:gd name="connsiteX7" fmla="*/ 20737 w 148393"/>
                      <a:gd name="connsiteY7" fmla="*/ 48913 h 112697"/>
                      <a:gd name="connsiteX8" fmla="*/ 24344 w 148393"/>
                      <a:gd name="connsiteY8" fmla="*/ 51433 h 112697"/>
                      <a:gd name="connsiteX9" fmla="*/ 15515 w 148393"/>
                      <a:gd name="connsiteY9" fmla="*/ 66465 h 112697"/>
                      <a:gd name="connsiteX10" fmla="*/ 12572 w 148393"/>
                      <a:gd name="connsiteY10" fmla="*/ 67477 h 112697"/>
                      <a:gd name="connsiteX11" fmla="*/ 40991 w 148393"/>
                      <a:gd name="connsiteY11" fmla="*/ 30802 h 112697"/>
                      <a:gd name="connsiteX12" fmla="*/ 40236 w 148393"/>
                      <a:gd name="connsiteY12" fmla="*/ 30229 h 112697"/>
                      <a:gd name="connsiteX13" fmla="*/ 40478 w 148393"/>
                      <a:gd name="connsiteY13" fmla="*/ 27120 h 112697"/>
                      <a:gd name="connsiteX14" fmla="*/ 55117 w 148393"/>
                      <a:gd name="connsiteY14" fmla="*/ 16449 h 112697"/>
                      <a:gd name="connsiteX15" fmla="*/ 58151 w 148393"/>
                      <a:gd name="connsiteY15" fmla="*/ 17174 h 112697"/>
                      <a:gd name="connsiteX16" fmla="*/ 57426 w 148393"/>
                      <a:gd name="connsiteY16" fmla="*/ 20207 h 112697"/>
                      <a:gd name="connsiteX17" fmla="*/ 43330 w 148393"/>
                      <a:gd name="connsiteY17" fmla="*/ 30485 h 112697"/>
                      <a:gd name="connsiteX18" fmla="*/ 40976 w 148393"/>
                      <a:gd name="connsiteY18" fmla="*/ 30817 h 112697"/>
                      <a:gd name="connsiteX19" fmla="*/ 81634 w 148393"/>
                      <a:gd name="connsiteY19" fmla="*/ 8435 h 112697"/>
                      <a:gd name="connsiteX20" fmla="*/ 80457 w 148393"/>
                      <a:gd name="connsiteY20" fmla="*/ 7077 h 112697"/>
                      <a:gd name="connsiteX21" fmla="*/ 81921 w 148393"/>
                      <a:gd name="connsiteY21" fmla="*/ 4330 h 112697"/>
                      <a:gd name="connsiteX22" fmla="*/ 99609 w 148393"/>
                      <a:gd name="connsiteY22" fmla="*/ 406 h 112697"/>
                      <a:gd name="connsiteX23" fmla="*/ 102099 w 148393"/>
                      <a:gd name="connsiteY23" fmla="*/ 2278 h 112697"/>
                      <a:gd name="connsiteX24" fmla="*/ 100228 w 148393"/>
                      <a:gd name="connsiteY24" fmla="*/ 4768 h 112697"/>
                      <a:gd name="connsiteX25" fmla="*/ 83204 w 148393"/>
                      <a:gd name="connsiteY25" fmla="*/ 8541 h 112697"/>
                      <a:gd name="connsiteX26" fmla="*/ 81634 w 148393"/>
                      <a:gd name="connsiteY26" fmla="*/ 8435 h 112697"/>
                      <a:gd name="connsiteX27" fmla="*/ 126564 w 148393"/>
                      <a:gd name="connsiteY27" fmla="*/ 1961 h 112697"/>
                      <a:gd name="connsiteX28" fmla="*/ 128994 w 148393"/>
                      <a:gd name="connsiteY28" fmla="*/ 14 h 112697"/>
                      <a:gd name="connsiteX29" fmla="*/ 146788 w 148393"/>
                      <a:gd name="connsiteY29" fmla="*/ 3440 h 112697"/>
                      <a:gd name="connsiteX30" fmla="*/ 145626 w 148393"/>
                      <a:gd name="connsiteY30" fmla="*/ 7681 h 112697"/>
                      <a:gd name="connsiteX31" fmla="*/ 128496 w 148393"/>
                      <a:gd name="connsiteY31" fmla="*/ 4376 h 112697"/>
                      <a:gd name="connsiteX32" fmla="*/ 126549 w 148393"/>
                      <a:gd name="connsiteY32" fmla="*/ 1946 h 1126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148393" h="112697">
                        <a:moveTo>
                          <a:pt x="0" y="110399"/>
                        </a:moveTo>
                        <a:cubicBezTo>
                          <a:pt x="241" y="104558"/>
                          <a:pt x="936" y="98491"/>
                          <a:pt x="2158" y="92409"/>
                        </a:cubicBezTo>
                        <a:cubicBezTo>
                          <a:pt x="2732" y="89541"/>
                          <a:pt x="7048" y="90432"/>
                          <a:pt x="6475" y="93269"/>
                        </a:cubicBezTo>
                        <a:cubicBezTo>
                          <a:pt x="3320" y="109026"/>
                          <a:pt x="5780" y="112844"/>
                          <a:pt x="2113" y="112693"/>
                        </a:cubicBezTo>
                        <a:cubicBezTo>
                          <a:pt x="890" y="112633"/>
                          <a:pt x="-45" y="111606"/>
                          <a:pt x="15" y="110399"/>
                        </a:cubicBezTo>
                        <a:close/>
                        <a:moveTo>
                          <a:pt x="12557" y="67477"/>
                        </a:moveTo>
                        <a:cubicBezTo>
                          <a:pt x="11470" y="66948"/>
                          <a:pt x="11017" y="65635"/>
                          <a:pt x="11546" y="64534"/>
                        </a:cubicBezTo>
                        <a:cubicBezTo>
                          <a:pt x="14187" y="59115"/>
                          <a:pt x="17266" y="53863"/>
                          <a:pt x="20737" y="48913"/>
                        </a:cubicBezTo>
                        <a:cubicBezTo>
                          <a:pt x="22412" y="46528"/>
                          <a:pt x="26004" y="49049"/>
                          <a:pt x="24344" y="51433"/>
                        </a:cubicBezTo>
                        <a:cubicBezTo>
                          <a:pt x="21024" y="56187"/>
                          <a:pt x="18050" y="61258"/>
                          <a:pt x="15515" y="66465"/>
                        </a:cubicBezTo>
                        <a:cubicBezTo>
                          <a:pt x="14579" y="68382"/>
                          <a:pt x="12300" y="67477"/>
                          <a:pt x="12572" y="67477"/>
                        </a:cubicBezTo>
                        <a:close/>
                        <a:moveTo>
                          <a:pt x="40991" y="30802"/>
                        </a:moveTo>
                        <a:cubicBezTo>
                          <a:pt x="40704" y="30666"/>
                          <a:pt x="40447" y="30485"/>
                          <a:pt x="40236" y="30229"/>
                        </a:cubicBezTo>
                        <a:cubicBezTo>
                          <a:pt x="39451" y="29308"/>
                          <a:pt x="39557" y="27920"/>
                          <a:pt x="40478" y="27120"/>
                        </a:cubicBezTo>
                        <a:cubicBezTo>
                          <a:pt x="45066" y="23196"/>
                          <a:pt x="49986" y="19604"/>
                          <a:pt x="55117" y="16449"/>
                        </a:cubicBezTo>
                        <a:cubicBezTo>
                          <a:pt x="56143" y="15816"/>
                          <a:pt x="57502" y="16132"/>
                          <a:pt x="58151" y="17174"/>
                        </a:cubicBezTo>
                        <a:cubicBezTo>
                          <a:pt x="58785" y="18215"/>
                          <a:pt x="58468" y="19558"/>
                          <a:pt x="57426" y="20207"/>
                        </a:cubicBezTo>
                        <a:cubicBezTo>
                          <a:pt x="52491" y="23256"/>
                          <a:pt x="47752" y="26712"/>
                          <a:pt x="43330" y="30485"/>
                        </a:cubicBezTo>
                        <a:cubicBezTo>
                          <a:pt x="42651" y="31059"/>
                          <a:pt x="41730" y="31164"/>
                          <a:pt x="40976" y="30817"/>
                        </a:cubicBezTo>
                        <a:close/>
                        <a:moveTo>
                          <a:pt x="81634" y="8435"/>
                        </a:moveTo>
                        <a:cubicBezTo>
                          <a:pt x="81091" y="8179"/>
                          <a:pt x="80638" y="7711"/>
                          <a:pt x="80457" y="7077"/>
                        </a:cubicBezTo>
                        <a:cubicBezTo>
                          <a:pt x="80095" y="5915"/>
                          <a:pt x="80759" y="4693"/>
                          <a:pt x="81921" y="4330"/>
                        </a:cubicBezTo>
                        <a:cubicBezTo>
                          <a:pt x="87686" y="2564"/>
                          <a:pt x="93633" y="1236"/>
                          <a:pt x="99609" y="406"/>
                        </a:cubicBezTo>
                        <a:cubicBezTo>
                          <a:pt x="100817" y="240"/>
                          <a:pt x="101918" y="1070"/>
                          <a:pt x="102099" y="2278"/>
                        </a:cubicBezTo>
                        <a:cubicBezTo>
                          <a:pt x="102265" y="3485"/>
                          <a:pt x="101435" y="4587"/>
                          <a:pt x="100228" y="4768"/>
                        </a:cubicBezTo>
                        <a:cubicBezTo>
                          <a:pt x="94478" y="5568"/>
                          <a:pt x="88758" y="6851"/>
                          <a:pt x="83204" y="8541"/>
                        </a:cubicBezTo>
                        <a:cubicBezTo>
                          <a:pt x="82661" y="8707"/>
                          <a:pt x="82117" y="8662"/>
                          <a:pt x="81634" y="8435"/>
                        </a:cubicBezTo>
                        <a:close/>
                        <a:moveTo>
                          <a:pt x="126564" y="1961"/>
                        </a:moveTo>
                        <a:cubicBezTo>
                          <a:pt x="126700" y="753"/>
                          <a:pt x="127787" y="-122"/>
                          <a:pt x="128994" y="14"/>
                        </a:cubicBezTo>
                        <a:cubicBezTo>
                          <a:pt x="135001" y="693"/>
                          <a:pt x="140992" y="1855"/>
                          <a:pt x="146788" y="3440"/>
                        </a:cubicBezTo>
                        <a:cubicBezTo>
                          <a:pt x="149580" y="4194"/>
                          <a:pt x="148433" y="8450"/>
                          <a:pt x="145626" y="7681"/>
                        </a:cubicBezTo>
                        <a:cubicBezTo>
                          <a:pt x="140042" y="6141"/>
                          <a:pt x="134291" y="5040"/>
                          <a:pt x="128496" y="4376"/>
                        </a:cubicBezTo>
                        <a:cubicBezTo>
                          <a:pt x="127258" y="4225"/>
                          <a:pt x="126428" y="3123"/>
                          <a:pt x="126549" y="1946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0" name="Forme libre : forme 599">
                    <a:extLst>
                      <a:ext uri="{FF2B5EF4-FFF2-40B4-BE49-F238E27FC236}">
                        <a16:creationId xmlns:a16="http://schemas.microsoft.com/office/drawing/2014/main" id="{DA6DE639-557B-2A25-3318-6FF58BBA11F5}"/>
                      </a:ext>
                    </a:extLst>
                  </p:cNvPr>
                  <p:cNvSpPr/>
                  <p:nvPr/>
                </p:nvSpPr>
                <p:spPr>
                  <a:xfrm>
                    <a:off x="793894" y="14570"/>
                    <a:ext cx="11904" cy="9124"/>
                  </a:xfrm>
                  <a:custGeom>
                    <a:avLst/>
                    <a:gdLst>
                      <a:gd name="connsiteX0" fmla="*/ 8465 w 11904"/>
                      <a:gd name="connsiteY0" fmla="*/ 8731 h 9124"/>
                      <a:gd name="connsiteX1" fmla="*/ 376 w 11904"/>
                      <a:gd name="connsiteY1" fmla="*/ 1109 h 9124"/>
                      <a:gd name="connsiteX2" fmla="*/ 3379 w 11904"/>
                      <a:gd name="connsiteY2" fmla="*/ 309 h 9124"/>
                      <a:gd name="connsiteX3" fmla="*/ 10955 w 11904"/>
                      <a:gd name="connsiteY3" fmla="*/ 5108 h 9124"/>
                      <a:gd name="connsiteX4" fmla="*/ 11514 w 11904"/>
                      <a:gd name="connsiteY4" fmla="*/ 8172 h 9124"/>
                      <a:gd name="connsiteX5" fmla="*/ 8450 w 11904"/>
                      <a:gd name="connsiteY5" fmla="*/ 8731 h 91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1904" h="9124">
                        <a:moveTo>
                          <a:pt x="8465" y="8731"/>
                        </a:moveTo>
                        <a:cubicBezTo>
                          <a:pt x="1824" y="4158"/>
                          <a:pt x="-1103" y="3675"/>
                          <a:pt x="376" y="1109"/>
                        </a:cubicBezTo>
                        <a:cubicBezTo>
                          <a:pt x="979" y="53"/>
                          <a:pt x="2307" y="-325"/>
                          <a:pt x="3379" y="309"/>
                        </a:cubicBezTo>
                        <a:cubicBezTo>
                          <a:pt x="5945" y="1788"/>
                          <a:pt x="8495" y="3403"/>
                          <a:pt x="10955" y="5108"/>
                        </a:cubicBezTo>
                        <a:cubicBezTo>
                          <a:pt x="11951" y="5803"/>
                          <a:pt x="12208" y="7161"/>
                          <a:pt x="11514" y="8172"/>
                        </a:cubicBezTo>
                        <a:cubicBezTo>
                          <a:pt x="10835" y="9153"/>
                          <a:pt x="9476" y="9440"/>
                          <a:pt x="8450" y="8731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93" name="Graphique 28">
                  <a:extLst>
                    <a:ext uri="{FF2B5EF4-FFF2-40B4-BE49-F238E27FC236}">
                      <a16:creationId xmlns:a16="http://schemas.microsoft.com/office/drawing/2014/main" id="{C4D892D1-2579-2D33-60E7-7F2589600E06}"/>
                    </a:ext>
                  </a:extLst>
                </p:cNvPr>
                <p:cNvGrpSpPr/>
                <p:nvPr/>
              </p:nvGrpSpPr>
              <p:grpSpPr>
                <a:xfrm>
                  <a:off x="668192" y="89873"/>
                  <a:ext cx="186055" cy="140955"/>
                  <a:chOff x="668192" y="89873"/>
                  <a:chExt cx="186055" cy="140955"/>
                </a:xfrm>
                <a:solidFill>
                  <a:srgbClr val="B1ABE5"/>
                </a:solidFill>
              </p:grpSpPr>
              <p:sp>
                <p:nvSpPr>
                  <p:cNvPr id="595" name="Forme libre : forme 594">
                    <a:extLst>
                      <a:ext uri="{FF2B5EF4-FFF2-40B4-BE49-F238E27FC236}">
                        <a16:creationId xmlns:a16="http://schemas.microsoft.com/office/drawing/2014/main" id="{3E965D99-AA47-2C7E-6CAD-3BAE6A0C3CCB}"/>
                      </a:ext>
                    </a:extLst>
                  </p:cNvPr>
                  <p:cNvSpPr/>
                  <p:nvPr/>
                </p:nvSpPr>
                <p:spPr>
                  <a:xfrm>
                    <a:off x="848452" y="89873"/>
                    <a:ext cx="5751" cy="13071"/>
                  </a:xfrm>
                  <a:custGeom>
                    <a:avLst/>
                    <a:gdLst>
                      <a:gd name="connsiteX0" fmla="*/ 1372 w 5751"/>
                      <a:gd name="connsiteY0" fmla="*/ 11153 h 13071"/>
                      <a:gd name="connsiteX1" fmla="*/ 1659 w 5751"/>
                      <a:gd name="connsiteY1" fmla="*/ 45 h 13071"/>
                      <a:gd name="connsiteX2" fmla="*/ 4255 w 5751"/>
                      <a:gd name="connsiteY2" fmla="*/ 1750 h 13071"/>
                      <a:gd name="connsiteX3" fmla="*/ 5734 w 5751"/>
                      <a:gd name="connsiteY3" fmla="*/ 10594 h 13071"/>
                      <a:gd name="connsiteX4" fmla="*/ 3832 w 5751"/>
                      <a:gd name="connsiteY4" fmla="*/ 13055 h 13071"/>
                      <a:gd name="connsiteX5" fmla="*/ 1372 w 5751"/>
                      <a:gd name="connsiteY5" fmla="*/ 11153 h 130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751" h="13071">
                        <a:moveTo>
                          <a:pt x="1372" y="11153"/>
                        </a:moveTo>
                        <a:cubicBezTo>
                          <a:pt x="346" y="3124"/>
                          <a:pt x="-1254" y="649"/>
                          <a:pt x="1659" y="45"/>
                        </a:cubicBezTo>
                        <a:cubicBezTo>
                          <a:pt x="2851" y="-197"/>
                          <a:pt x="4013" y="558"/>
                          <a:pt x="4255" y="1750"/>
                        </a:cubicBezTo>
                        <a:cubicBezTo>
                          <a:pt x="4859" y="4648"/>
                          <a:pt x="5357" y="7636"/>
                          <a:pt x="5734" y="10594"/>
                        </a:cubicBezTo>
                        <a:cubicBezTo>
                          <a:pt x="5885" y="11802"/>
                          <a:pt x="5040" y="12904"/>
                          <a:pt x="3832" y="13055"/>
                        </a:cubicBezTo>
                        <a:cubicBezTo>
                          <a:pt x="2625" y="13205"/>
                          <a:pt x="1523" y="12360"/>
                          <a:pt x="1372" y="1115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6" name="Forme libre : forme 595">
                    <a:extLst>
                      <a:ext uri="{FF2B5EF4-FFF2-40B4-BE49-F238E27FC236}">
                        <a16:creationId xmlns:a16="http://schemas.microsoft.com/office/drawing/2014/main" id="{719DBD07-F4C3-BA4F-2DC2-5A0785646F29}"/>
                      </a:ext>
                    </a:extLst>
                  </p:cNvPr>
                  <p:cNvSpPr/>
                  <p:nvPr/>
                </p:nvSpPr>
                <p:spPr>
                  <a:xfrm>
                    <a:off x="701072" y="126904"/>
                    <a:ext cx="153175" cy="103924"/>
                  </a:xfrm>
                  <a:custGeom>
                    <a:avLst/>
                    <a:gdLst>
                      <a:gd name="connsiteX0" fmla="*/ 123 w 153175"/>
                      <a:gd name="connsiteY0" fmla="*/ 95645 h 103924"/>
                      <a:gd name="connsiteX1" fmla="*/ 19547 w 153175"/>
                      <a:gd name="connsiteY1" fmla="*/ 98362 h 103924"/>
                      <a:gd name="connsiteX2" fmla="*/ 18822 w 153175"/>
                      <a:gd name="connsiteY2" fmla="*/ 102708 h 103924"/>
                      <a:gd name="connsiteX3" fmla="*/ 1511 w 153175"/>
                      <a:gd name="connsiteY3" fmla="*/ 98422 h 103924"/>
                      <a:gd name="connsiteX4" fmla="*/ 108 w 153175"/>
                      <a:gd name="connsiteY4" fmla="*/ 95645 h 103924"/>
                      <a:gd name="connsiteX5" fmla="*/ 45339 w 153175"/>
                      <a:gd name="connsiteY5" fmla="*/ 101908 h 103924"/>
                      <a:gd name="connsiteX6" fmla="*/ 47347 w 153175"/>
                      <a:gd name="connsiteY6" fmla="*/ 99539 h 103924"/>
                      <a:gd name="connsiteX7" fmla="*/ 66921 w 153175"/>
                      <a:gd name="connsiteY7" fmla="*/ 98437 h 103924"/>
                      <a:gd name="connsiteX8" fmla="*/ 65306 w 153175"/>
                      <a:gd name="connsiteY8" fmla="*/ 101093 h 103924"/>
                      <a:gd name="connsiteX9" fmla="*/ 47709 w 153175"/>
                      <a:gd name="connsiteY9" fmla="*/ 103916 h 103924"/>
                      <a:gd name="connsiteX10" fmla="*/ 45339 w 153175"/>
                      <a:gd name="connsiteY10" fmla="*/ 101908 h 103924"/>
                      <a:gd name="connsiteX11" fmla="*/ 89364 w 153175"/>
                      <a:gd name="connsiteY11" fmla="*/ 89925 h 103924"/>
                      <a:gd name="connsiteX12" fmla="*/ 104758 w 153175"/>
                      <a:gd name="connsiteY12" fmla="*/ 77776 h 103924"/>
                      <a:gd name="connsiteX13" fmla="*/ 107384 w 153175"/>
                      <a:gd name="connsiteY13" fmla="*/ 81307 h 103924"/>
                      <a:gd name="connsiteX14" fmla="*/ 92322 w 153175"/>
                      <a:gd name="connsiteY14" fmla="*/ 90846 h 103924"/>
                      <a:gd name="connsiteX15" fmla="*/ 89348 w 153175"/>
                      <a:gd name="connsiteY15" fmla="*/ 89940 h 103924"/>
                      <a:gd name="connsiteX16" fmla="*/ 125147 w 153175"/>
                      <a:gd name="connsiteY16" fmla="*/ 61582 h 103924"/>
                      <a:gd name="connsiteX17" fmla="*/ 134565 w 153175"/>
                      <a:gd name="connsiteY17" fmla="*/ 44377 h 103924"/>
                      <a:gd name="connsiteX18" fmla="*/ 138368 w 153175"/>
                      <a:gd name="connsiteY18" fmla="*/ 46595 h 103924"/>
                      <a:gd name="connsiteX19" fmla="*/ 128241 w 153175"/>
                      <a:gd name="connsiteY19" fmla="*/ 61265 h 103924"/>
                      <a:gd name="connsiteX20" fmla="*/ 125147 w 153175"/>
                      <a:gd name="connsiteY20" fmla="*/ 61597 h 103924"/>
                      <a:gd name="connsiteX21" fmla="*/ 145416 w 153175"/>
                      <a:gd name="connsiteY21" fmla="*/ 18765 h 103924"/>
                      <a:gd name="connsiteX22" fmla="*/ 151242 w 153175"/>
                      <a:gd name="connsiteY22" fmla="*/ 35 h 103924"/>
                      <a:gd name="connsiteX23" fmla="*/ 153159 w 153175"/>
                      <a:gd name="connsiteY23" fmla="*/ 2480 h 103924"/>
                      <a:gd name="connsiteX24" fmla="*/ 149657 w 153175"/>
                      <a:gd name="connsiteY24" fmla="*/ 19957 h 103924"/>
                      <a:gd name="connsiteX25" fmla="*/ 146941 w 153175"/>
                      <a:gd name="connsiteY25" fmla="*/ 21481 h 103924"/>
                      <a:gd name="connsiteX26" fmla="*/ 145416 w 153175"/>
                      <a:gd name="connsiteY26" fmla="*/ 18765 h 1039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153175" h="103924">
                        <a:moveTo>
                          <a:pt x="123" y="95645"/>
                        </a:moveTo>
                        <a:cubicBezTo>
                          <a:pt x="1270" y="92174"/>
                          <a:pt x="3866" y="95751"/>
                          <a:pt x="19547" y="98362"/>
                        </a:cubicBezTo>
                        <a:cubicBezTo>
                          <a:pt x="22414" y="98830"/>
                          <a:pt x="21705" y="103176"/>
                          <a:pt x="18822" y="102708"/>
                        </a:cubicBezTo>
                        <a:cubicBezTo>
                          <a:pt x="12966" y="101727"/>
                          <a:pt x="7141" y="100294"/>
                          <a:pt x="1511" y="98422"/>
                        </a:cubicBezTo>
                        <a:cubicBezTo>
                          <a:pt x="379" y="98045"/>
                          <a:pt x="-270" y="96807"/>
                          <a:pt x="108" y="95645"/>
                        </a:cubicBezTo>
                        <a:close/>
                        <a:moveTo>
                          <a:pt x="45339" y="101908"/>
                        </a:moveTo>
                        <a:cubicBezTo>
                          <a:pt x="45234" y="100701"/>
                          <a:pt x="46139" y="99629"/>
                          <a:pt x="47347" y="99539"/>
                        </a:cubicBezTo>
                        <a:cubicBezTo>
                          <a:pt x="63314" y="98226"/>
                          <a:pt x="66061" y="94875"/>
                          <a:pt x="66921" y="98437"/>
                        </a:cubicBezTo>
                        <a:cubicBezTo>
                          <a:pt x="67208" y="99614"/>
                          <a:pt x="66484" y="100807"/>
                          <a:pt x="65306" y="101093"/>
                        </a:cubicBezTo>
                        <a:cubicBezTo>
                          <a:pt x="59541" y="102482"/>
                          <a:pt x="53625" y="103433"/>
                          <a:pt x="47709" y="103916"/>
                        </a:cubicBezTo>
                        <a:cubicBezTo>
                          <a:pt x="46501" y="104021"/>
                          <a:pt x="45430" y="103116"/>
                          <a:pt x="45339" y="101908"/>
                        </a:cubicBezTo>
                        <a:close/>
                        <a:moveTo>
                          <a:pt x="89364" y="89925"/>
                        </a:moveTo>
                        <a:cubicBezTo>
                          <a:pt x="87643" y="86695"/>
                          <a:pt x="91990" y="87314"/>
                          <a:pt x="104758" y="77776"/>
                        </a:cubicBezTo>
                        <a:cubicBezTo>
                          <a:pt x="107097" y="76040"/>
                          <a:pt x="109723" y="79557"/>
                          <a:pt x="107384" y="81307"/>
                        </a:cubicBezTo>
                        <a:cubicBezTo>
                          <a:pt x="102630" y="84854"/>
                          <a:pt x="97559" y="88069"/>
                          <a:pt x="92322" y="90846"/>
                        </a:cubicBezTo>
                        <a:cubicBezTo>
                          <a:pt x="91250" y="91419"/>
                          <a:pt x="89922" y="91012"/>
                          <a:pt x="89348" y="89940"/>
                        </a:cubicBezTo>
                        <a:close/>
                        <a:moveTo>
                          <a:pt x="125147" y="61582"/>
                        </a:moveTo>
                        <a:cubicBezTo>
                          <a:pt x="122295" y="59273"/>
                          <a:pt x="126551" y="58141"/>
                          <a:pt x="134565" y="44377"/>
                        </a:cubicBezTo>
                        <a:cubicBezTo>
                          <a:pt x="136029" y="41856"/>
                          <a:pt x="139832" y="44075"/>
                          <a:pt x="138368" y="46595"/>
                        </a:cubicBezTo>
                        <a:cubicBezTo>
                          <a:pt x="135395" y="51711"/>
                          <a:pt x="131984" y="56647"/>
                          <a:pt x="128241" y="61265"/>
                        </a:cubicBezTo>
                        <a:cubicBezTo>
                          <a:pt x="127472" y="62216"/>
                          <a:pt x="126083" y="62351"/>
                          <a:pt x="125147" y="61597"/>
                        </a:cubicBezTo>
                        <a:close/>
                        <a:moveTo>
                          <a:pt x="145416" y="18765"/>
                        </a:moveTo>
                        <a:cubicBezTo>
                          <a:pt x="149763" y="3356"/>
                          <a:pt x="147590" y="-417"/>
                          <a:pt x="151242" y="35"/>
                        </a:cubicBezTo>
                        <a:cubicBezTo>
                          <a:pt x="152449" y="186"/>
                          <a:pt x="153310" y="1273"/>
                          <a:pt x="153159" y="2480"/>
                        </a:cubicBezTo>
                        <a:cubicBezTo>
                          <a:pt x="152434" y="8381"/>
                          <a:pt x="151257" y="14267"/>
                          <a:pt x="149657" y="19957"/>
                        </a:cubicBezTo>
                        <a:cubicBezTo>
                          <a:pt x="149325" y="21119"/>
                          <a:pt x="148118" y="21814"/>
                          <a:pt x="146941" y="21481"/>
                        </a:cubicBezTo>
                        <a:cubicBezTo>
                          <a:pt x="145779" y="21149"/>
                          <a:pt x="145084" y="19942"/>
                          <a:pt x="145416" y="18765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7" name="Forme libre : forme 596">
                    <a:extLst>
                      <a:ext uri="{FF2B5EF4-FFF2-40B4-BE49-F238E27FC236}">
                        <a16:creationId xmlns:a16="http://schemas.microsoft.com/office/drawing/2014/main" id="{6DC4226C-181B-F512-3FBD-22F639AEA9AB}"/>
                      </a:ext>
                    </a:extLst>
                  </p:cNvPr>
                  <p:cNvSpPr/>
                  <p:nvPr/>
                </p:nvSpPr>
                <p:spPr>
                  <a:xfrm>
                    <a:off x="668192" y="203686"/>
                    <a:ext cx="11601" cy="9494"/>
                  </a:xfrm>
                  <a:custGeom>
                    <a:avLst/>
                    <a:gdLst>
                      <a:gd name="connsiteX0" fmla="*/ 8222 w 11601"/>
                      <a:gd name="connsiteY0" fmla="*/ 9129 h 9494"/>
                      <a:gd name="connsiteX1" fmla="*/ 872 w 11601"/>
                      <a:gd name="connsiteY1" fmla="*/ 3983 h 9494"/>
                      <a:gd name="connsiteX2" fmla="*/ 449 w 11601"/>
                      <a:gd name="connsiteY2" fmla="*/ 904 h 9494"/>
                      <a:gd name="connsiteX3" fmla="*/ 10591 w 11601"/>
                      <a:gd name="connsiteY3" fmla="*/ 5432 h 9494"/>
                      <a:gd name="connsiteX4" fmla="*/ 11255 w 11601"/>
                      <a:gd name="connsiteY4" fmla="*/ 8480 h 9494"/>
                      <a:gd name="connsiteX5" fmla="*/ 8207 w 11601"/>
                      <a:gd name="connsiteY5" fmla="*/ 9144 h 94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1601" h="9494">
                        <a:moveTo>
                          <a:pt x="8222" y="9129"/>
                        </a:moveTo>
                        <a:cubicBezTo>
                          <a:pt x="5716" y="7514"/>
                          <a:pt x="3241" y="5779"/>
                          <a:pt x="872" y="3983"/>
                        </a:cubicBezTo>
                        <a:cubicBezTo>
                          <a:pt x="-94" y="3243"/>
                          <a:pt x="-290" y="1870"/>
                          <a:pt x="449" y="904"/>
                        </a:cubicBezTo>
                        <a:cubicBezTo>
                          <a:pt x="2306" y="-1526"/>
                          <a:pt x="4147" y="1266"/>
                          <a:pt x="10591" y="5432"/>
                        </a:cubicBezTo>
                        <a:cubicBezTo>
                          <a:pt x="11617" y="6096"/>
                          <a:pt x="11904" y="7454"/>
                          <a:pt x="11255" y="8480"/>
                        </a:cubicBezTo>
                        <a:cubicBezTo>
                          <a:pt x="10591" y="9522"/>
                          <a:pt x="9218" y="9793"/>
                          <a:pt x="8207" y="9144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94" name="Forme libre : forme 593">
                  <a:extLst>
                    <a:ext uri="{FF2B5EF4-FFF2-40B4-BE49-F238E27FC236}">
                      <a16:creationId xmlns:a16="http://schemas.microsoft.com/office/drawing/2014/main" id="{31211882-C71D-2AEF-1A22-86F475CF4E14}"/>
                    </a:ext>
                  </a:extLst>
                </p:cNvPr>
                <p:cNvSpPr/>
                <p:nvPr/>
              </p:nvSpPr>
              <p:spPr>
                <a:xfrm>
                  <a:off x="685020" y="60509"/>
                  <a:ext cx="109035" cy="109052"/>
                </a:xfrm>
                <a:custGeom>
                  <a:avLst/>
                  <a:gdLst>
                    <a:gd name="connsiteX0" fmla="*/ 27268 w 109035"/>
                    <a:gd name="connsiteY0" fmla="*/ 101762 h 109052"/>
                    <a:gd name="connsiteX1" fmla="*/ 25955 w 109035"/>
                    <a:gd name="connsiteY1" fmla="*/ 97189 h 109052"/>
                    <a:gd name="connsiteX2" fmla="*/ 30468 w 109035"/>
                    <a:gd name="connsiteY2" fmla="*/ 95981 h 109052"/>
                    <a:gd name="connsiteX3" fmla="*/ 39795 w 109035"/>
                    <a:gd name="connsiteY3" fmla="*/ 100117 h 109052"/>
                    <a:gd name="connsiteX4" fmla="*/ 76348 w 109035"/>
                    <a:gd name="connsiteY4" fmla="*/ 97159 h 109052"/>
                    <a:gd name="connsiteX5" fmla="*/ 69210 w 109035"/>
                    <a:gd name="connsiteY5" fmla="*/ 8929 h 109052"/>
                    <a:gd name="connsiteX6" fmla="*/ 10999 w 109035"/>
                    <a:gd name="connsiteY6" fmla="*/ 34450 h 109052"/>
                    <a:gd name="connsiteX7" fmla="*/ 5354 w 109035"/>
                    <a:gd name="connsiteY7" fmla="*/ 69268 h 109052"/>
                    <a:gd name="connsiteX8" fmla="*/ 1400 w 109035"/>
                    <a:gd name="connsiteY8" fmla="*/ 66793 h 109052"/>
                    <a:gd name="connsiteX9" fmla="*/ 2638 w 109035"/>
                    <a:gd name="connsiteY9" fmla="*/ 37785 h 109052"/>
                    <a:gd name="connsiteX10" fmla="*/ 71247 w 109035"/>
                    <a:gd name="connsiteY10" fmla="*/ 2635 h 109052"/>
                    <a:gd name="connsiteX11" fmla="*/ 103982 w 109035"/>
                    <a:gd name="connsiteY11" fmla="*/ 77433 h 109052"/>
                    <a:gd name="connsiteX12" fmla="*/ 37788 w 109035"/>
                    <a:gd name="connsiteY12" fmla="*/ 106395 h 109052"/>
                    <a:gd name="connsiteX13" fmla="*/ 37788 w 109035"/>
                    <a:gd name="connsiteY13" fmla="*/ 106395 h 109052"/>
                    <a:gd name="connsiteX14" fmla="*/ 27298 w 109035"/>
                    <a:gd name="connsiteY14" fmla="*/ 101747 h 109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09035" h="109052">
                      <a:moveTo>
                        <a:pt x="27268" y="101762"/>
                      </a:moveTo>
                      <a:cubicBezTo>
                        <a:pt x="25457" y="100720"/>
                        <a:pt x="25095" y="98683"/>
                        <a:pt x="25955" y="97189"/>
                      </a:cubicBezTo>
                      <a:cubicBezTo>
                        <a:pt x="26861" y="95604"/>
                        <a:pt x="28898" y="95076"/>
                        <a:pt x="30468" y="95981"/>
                      </a:cubicBezTo>
                      <a:cubicBezTo>
                        <a:pt x="33396" y="97672"/>
                        <a:pt x="36535" y="99075"/>
                        <a:pt x="39795" y="100117"/>
                      </a:cubicBezTo>
                      <a:cubicBezTo>
                        <a:pt x="40504" y="100207"/>
                        <a:pt x="57272" y="106893"/>
                        <a:pt x="76348" y="97159"/>
                      </a:cubicBezTo>
                      <a:cubicBezTo>
                        <a:pt x="114155" y="77780"/>
                        <a:pt x="109687" y="21969"/>
                        <a:pt x="69210" y="8929"/>
                      </a:cubicBezTo>
                      <a:cubicBezTo>
                        <a:pt x="45922" y="1413"/>
                        <a:pt x="20990" y="12747"/>
                        <a:pt x="10999" y="34450"/>
                      </a:cubicBezTo>
                      <a:cubicBezTo>
                        <a:pt x="932" y="56304"/>
                        <a:pt x="12312" y="67668"/>
                        <a:pt x="5354" y="69268"/>
                      </a:cubicBezTo>
                      <a:cubicBezTo>
                        <a:pt x="3573" y="69675"/>
                        <a:pt x="1807" y="68574"/>
                        <a:pt x="1400" y="66793"/>
                      </a:cubicBezTo>
                      <a:cubicBezTo>
                        <a:pt x="-819" y="57209"/>
                        <a:pt x="-396" y="47188"/>
                        <a:pt x="2638" y="37785"/>
                      </a:cubicBezTo>
                      <a:cubicBezTo>
                        <a:pt x="11844" y="9231"/>
                        <a:pt x="42602" y="-6601"/>
                        <a:pt x="71247" y="2635"/>
                      </a:cubicBezTo>
                      <a:cubicBezTo>
                        <a:pt x="102081" y="12566"/>
                        <a:pt x="117807" y="47429"/>
                        <a:pt x="103982" y="77433"/>
                      </a:cubicBezTo>
                      <a:cubicBezTo>
                        <a:pt x="92829" y="101626"/>
                        <a:pt x="64788" y="115103"/>
                        <a:pt x="37788" y="106395"/>
                      </a:cubicBezTo>
                      <a:lnTo>
                        <a:pt x="37788" y="106395"/>
                      </a:lnTo>
                      <a:cubicBezTo>
                        <a:pt x="34135" y="105218"/>
                        <a:pt x="30604" y="103648"/>
                        <a:pt x="27298" y="101747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18" name="Graphique 28">
              <a:extLst>
                <a:ext uri="{FF2B5EF4-FFF2-40B4-BE49-F238E27FC236}">
                  <a16:creationId xmlns:a16="http://schemas.microsoft.com/office/drawing/2014/main" id="{01EED524-7264-B983-1CC9-D28A0E2F02DD}"/>
                </a:ext>
              </a:extLst>
            </p:cNvPr>
            <p:cNvGrpSpPr/>
            <p:nvPr/>
          </p:nvGrpSpPr>
          <p:grpSpPr>
            <a:xfrm>
              <a:off x="457570" y="355777"/>
              <a:ext cx="318694" cy="821557"/>
              <a:chOff x="457570" y="355777"/>
              <a:chExt cx="318694" cy="821557"/>
            </a:xfrm>
          </p:grpSpPr>
          <p:sp>
            <p:nvSpPr>
              <p:cNvPr id="576" name="Forme libre : forme 575">
                <a:extLst>
                  <a:ext uri="{FF2B5EF4-FFF2-40B4-BE49-F238E27FC236}">
                    <a16:creationId xmlns:a16="http://schemas.microsoft.com/office/drawing/2014/main" id="{3292D142-BC1F-34EE-D32F-2B72B9E74842}"/>
                  </a:ext>
                </a:extLst>
              </p:cNvPr>
              <p:cNvSpPr/>
              <p:nvPr/>
            </p:nvSpPr>
            <p:spPr>
              <a:xfrm>
                <a:off x="624496" y="436403"/>
                <a:ext cx="151768" cy="169756"/>
              </a:xfrm>
              <a:custGeom>
                <a:avLst/>
                <a:gdLst>
                  <a:gd name="connsiteX0" fmla="*/ 147739 w 151768"/>
                  <a:gd name="connsiteY0" fmla="*/ 1378 h 169756"/>
                  <a:gd name="connsiteX1" fmla="*/ 142969 w 151768"/>
                  <a:gd name="connsiteY1" fmla="*/ 1891 h 169756"/>
                  <a:gd name="connsiteX2" fmla="*/ 123334 w 151768"/>
                  <a:gd name="connsiteY2" fmla="*/ 29872 h 169756"/>
                  <a:gd name="connsiteX3" fmla="*/ 121644 w 151768"/>
                  <a:gd name="connsiteY3" fmla="*/ 30657 h 169756"/>
                  <a:gd name="connsiteX4" fmla="*/ 122384 w 151768"/>
                  <a:gd name="connsiteY4" fmla="*/ 25254 h 169756"/>
                  <a:gd name="connsiteX5" fmla="*/ 119441 w 151768"/>
                  <a:gd name="connsiteY5" fmla="*/ 12063 h 169756"/>
                  <a:gd name="connsiteX6" fmla="*/ 113902 w 151768"/>
                  <a:gd name="connsiteY6" fmla="*/ 22990 h 169756"/>
                  <a:gd name="connsiteX7" fmla="*/ 110400 w 151768"/>
                  <a:gd name="connsiteY7" fmla="*/ 41357 h 169756"/>
                  <a:gd name="connsiteX8" fmla="*/ 89211 w 151768"/>
                  <a:gd name="connsiteY8" fmla="*/ 122493 h 169756"/>
                  <a:gd name="connsiteX9" fmla="*/ 0 w 151768"/>
                  <a:gd name="connsiteY9" fmla="*/ 77503 h 169756"/>
                  <a:gd name="connsiteX10" fmla="*/ 25898 w 151768"/>
                  <a:gd name="connsiteY10" fmla="*/ 159590 h 169756"/>
                  <a:gd name="connsiteX11" fmla="*/ 112347 w 151768"/>
                  <a:gd name="connsiteY11" fmla="*/ 147607 h 169756"/>
                  <a:gd name="connsiteX12" fmla="*/ 128028 w 151768"/>
                  <a:gd name="connsiteY12" fmla="*/ 45794 h 169756"/>
                  <a:gd name="connsiteX13" fmla="*/ 147739 w 151768"/>
                  <a:gd name="connsiteY13" fmla="*/ 1362 h 169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1768" h="169756">
                    <a:moveTo>
                      <a:pt x="147739" y="1378"/>
                    </a:moveTo>
                    <a:cubicBezTo>
                      <a:pt x="146652" y="-690"/>
                      <a:pt x="143603" y="-358"/>
                      <a:pt x="142969" y="1891"/>
                    </a:cubicBezTo>
                    <a:cubicBezTo>
                      <a:pt x="140660" y="10207"/>
                      <a:pt x="135061" y="24725"/>
                      <a:pt x="123334" y="29872"/>
                    </a:cubicBezTo>
                    <a:cubicBezTo>
                      <a:pt x="122746" y="30128"/>
                      <a:pt x="122187" y="30400"/>
                      <a:pt x="121644" y="30657"/>
                    </a:cubicBezTo>
                    <a:cubicBezTo>
                      <a:pt x="121116" y="29057"/>
                      <a:pt x="121101" y="27216"/>
                      <a:pt x="122384" y="25254"/>
                    </a:cubicBezTo>
                    <a:cubicBezTo>
                      <a:pt x="126036" y="19685"/>
                      <a:pt x="119441" y="12063"/>
                      <a:pt x="119441" y="12063"/>
                    </a:cubicBezTo>
                    <a:cubicBezTo>
                      <a:pt x="119441" y="12063"/>
                      <a:pt x="119003" y="18764"/>
                      <a:pt x="113902" y="22990"/>
                    </a:cubicBezTo>
                    <a:cubicBezTo>
                      <a:pt x="109510" y="26627"/>
                      <a:pt x="107397" y="34716"/>
                      <a:pt x="110400" y="41357"/>
                    </a:cubicBezTo>
                    <a:cubicBezTo>
                      <a:pt x="116754" y="66033"/>
                      <a:pt x="126262" y="98647"/>
                      <a:pt x="89211" y="122493"/>
                    </a:cubicBezTo>
                    <a:cubicBezTo>
                      <a:pt x="52159" y="146324"/>
                      <a:pt x="0" y="77503"/>
                      <a:pt x="0" y="77503"/>
                    </a:cubicBezTo>
                    <a:lnTo>
                      <a:pt x="25898" y="159590"/>
                    </a:lnTo>
                    <a:cubicBezTo>
                      <a:pt x="25898" y="159590"/>
                      <a:pt x="65863" y="189081"/>
                      <a:pt x="112347" y="147607"/>
                    </a:cubicBezTo>
                    <a:cubicBezTo>
                      <a:pt x="158831" y="106133"/>
                      <a:pt x="128028" y="45794"/>
                      <a:pt x="128028" y="45794"/>
                    </a:cubicBezTo>
                    <a:cubicBezTo>
                      <a:pt x="128028" y="45794"/>
                      <a:pt x="163480" y="31487"/>
                      <a:pt x="147739" y="1362"/>
                    </a:cubicBezTo>
                    <a:close/>
                  </a:path>
                </a:pathLst>
              </a:custGeom>
              <a:solidFill>
                <a:srgbClr val="F4A392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Forme libre : forme 576">
                <a:extLst>
                  <a:ext uri="{FF2B5EF4-FFF2-40B4-BE49-F238E27FC236}">
                    <a16:creationId xmlns:a16="http://schemas.microsoft.com/office/drawing/2014/main" id="{8A9B7B07-02AD-0FD2-4A0B-37514BD40FAC}"/>
                  </a:ext>
                </a:extLst>
              </p:cNvPr>
              <p:cNvSpPr/>
              <p:nvPr/>
            </p:nvSpPr>
            <p:spPr>
              <a:xfrm>
                <a:off x="457570" y="355777"/>
                <a:ext cx="177900" cy="208471"/>
              </a:xfrm>
              <a:custGeom>
                <a:avLst/>
                <a:gdLst>
                  <a:gd name="connsiteX0" fmla="*/ 160451 w 177900"/>
                  <a:gd name="connsiteY0" fmla="*/ 37542 h 208471"/>
                  <a:gd name="connsiteX1" fmla="*/ 116034 w 177900"/>
                  <a:gd name="connsiteY1" fmla="*/ 2150 h 208471"/>
                  <a:gd name="connsiteX2" fmla="*/ 87902 w 177900"/>
                  <a:gd name="connsiteY2" fmla="*/ 23038 h 208471"/>
                  <a:gd name="connsiteX3" fmla="*/ 83284 w 177900"/>
                  <a:gd name="connsiteY3" fmla="*/ 56271 h 208471"/>
                  <a:gd name="connsiteX4" fmla="*/ 9664 w 177900"/>
                  <a:gd name="connsiteY4" fmla="*/ 81415 h 208471"/>
                  <a:gd name="connsiteX5" fmla="*/ 29389 w 177900"/>
                  <a:gd name="connsiteY5" fmla="*/ 157540 h 208471"/>
                  <a:gd name="connsiteX6" fmla="*/ 20198 w 177900"/>
                  <a:gd name="connsiteY6" fmla="*/ 186080 h 208471"/>
                  <a:gd name="connsiteX7" fmla="*/ 94966 w 177900"/>
                  <a:gd name="connsiteY7" fmla="*/ 195754 h 208471"/>
                  <a:gd name="connsiteX8" fmla="*/ 163847 w 177900"/>
                  <a:gd name="connsiteY8" fmla="*/ 155397 h 208471"/>
                  <a:gd name="connsiteX9" fmla="*/ 162202 w 177900"/>
                  <a:gd name="connsiteY9" fmla="*/ 93262 h 208471"/>
                  <a:gd name="connsiteX10" fmla="*/ 160451 w 177900"/>
                  <a:gd name="connsiteY10" fmla="*/ 37557 h 208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7900" h="208471">
                    <a:moveTo>
                      <a:pt x="160451" y="37542"/>
                    </a:moveTo>
                    <a:cubicBezTo>
                      <a:pt x="160451" y="37542"/>
                      <a:pt x="171182" y="-10603"/>
                      <a:pt x="116034" y="2150"/>
                    </a:cubicBezTo>
                    <a:cubicBezTo>
                      <a:pt x="116034" y="2150"/>
                      <a:pt x="89261" y="-2227"/>
                      <a:pt x="87902" y="23038"/>
                    </a:cubicBezTo>
                    <a:cubicBezTo>
                      <a:pt x="87902" y="23038"/>
                      <a:pt x="70652" y="34402"/>
                      <a:pt x="83284" y="56271"/>
                    </a:cubicBezTo>
                    <a:cubicBezTo>
                      <a:pt x="83284" y="56271"/>
                      <a:pt x="32000" y="36470"/>
                      <a:pt x="9664" y="81415"/>
                    </a:cubicBezTo>
                    <a:cubicBezTo>
                      <a:pt x="-12673" y="126360"/>
                      <a:pt x="7853" y="151096"/>
                      <a:pt x="29389" y="157540"/>
                    </a:cubicBezTo>
                    <a:cubicBezTo>
                      <a:pt x="29389" y="157540"/>
                      <a:pt x="11943" y="166294"/>
                      <a:pt x="20198" y="186080"/>
                    </a:cubicBezTo>
                    <a:cubicBezTo>
                      <a:pt x="28454" y="205851"/>
                      <a:pt x="70275" y="219796"/>
                      <a:pt x="94966" y="195754"/>
                    </a:cubicBezTo>
                    <a:cubicBezTo>
                      <a:pt x="94966" y="195754"/>
                      <a:pt x="165250" y="205036"/>
                      <a:pt x="163847" y="155397"/>
                    </a:cubicBezTo>
                    <a:cubicBezTo>
                      <a:pt x="163847" y="155397"/>
                      <a:pt x="196537" y="134283"/>
                      <a:pt x="162202" y="93262"/>
                    </a:cubicBezTo>
                    <a:cubicBezTo>
                      <a:pt x="127867" y="52241"/>
                      <a:pt x="160451" y="37557"/>
                      <a:pt x="160451" y="37557"/>
                    </a:cubicBezTo>
                    <a:close/>
                  </a:path>
                </a:pathLst>
              </a:custGeom>
              <a:solidFill>
                <a:srgbClr val="82471F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Forme libre : forme 577">
                <a:extLst>
                  <a:ext uri="{FF2B5EF4-FFF2-40B4-BE49-F238E27FC236}">
                    <a16:creationId xmlns:a16="http://schemas.microsoft.com/office/drawing/2014/main" id="{D35A4E81-7156-D115-9EED-1E3783282645}"/>
                  </a:ext>
                </a:extLst>
              </p:cNvPr>
              <p:cNvSpPr/>
              <p:nvPr/>
            </p:nvSpPr>
            <p:spPr>
              <a:xfrm>
                <a:off x="540858" y="501950"/>
                <a:ext cx="123217" cy="218390"/>
              </a:xfrm>
              <a:custGeom>
                <a:avLst/>
                <a:gdLst>
                  <a:gd name="connsiteX0" fmla="*/ 80182 w 123217"/>
                  <a:gd name="connsiteY0" fmla="*/ 2962 h 218390"/>
                  <a:gd name="connsiteX1" fmla="*/ 6139 w 123217"/>
                  <a:gd name="connsiteY1" fmla="*/ 21827 h 218390"/>
                  <a:gd name="connsiteX2" fmla="*/ 661 w 123217"/>
                  <a:gd name="connsiteY2" fmla="*/ 40768 h 218390"/>
                  <a:gd name="connsiteX3" fmla="*/ 11587 w 123217"/>
                  <a:gd name="connsiteY3" fmla="*/ 199569 h 218390"/>
                  <a:gd name="connsiteX4" fmla="*/ 81857 w 123217"/>
                  <a:gd name="connsiteY4" fmla="*/ 206753 h 218390"/>
                  <a:gd name="connsiteX5" fmla="*/ 119845 w 123217"/>
                  <a:gd name="connsiteY5" fmla="*/ 103582 h 218390"/>
                  <a:gd name="connsiteX6" fmla="*/ 86355 w 123217"/>
                  <a:gd name="connsiteY6" fmla="*/ 7520 h 218390"/>
                  <a:gd name="connsiteX7" fmla="*/ 80167 w 123217"/>
                  <a:gd name="connsiteY7" fmla="*/ 2947 h 218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3217" h="218390">
                    <a:moveTo>
                      <a:pt x="80182" y="2962"/>
                    </a:moveTo>
                    <a:cubicBezTo>
                      <a:pt x="69104" y="-358"/>
                      <a:pt x="36837" y="-6501"/>
                      <a:pt x="6139" y="21827"/>
                    </a:cubicBezTo>
                    <a:cubicBezTo>
                      <a:pt x="932" y="26627"/>
                      <a:pt x="-1196" y="33931"/>
                      <a:pt x="661" y="40768"/>
                    </a:cubicBezTo>
                    <a:cubicBezTo>
                      <a:pt x="8901" y="71119"/>
                      <a:pt x="30649" y="160782"/>
                      <a:pt x="11587" y="199569"/>
                    </a:cubicBezTo>
                    <a:cubicBezTo>
                      <a:pt x="11587" y="199569"/>
                      <a:pt x="45198" y="236621"/>
                      <a:pt x="81857" y="206753"/>
                    </a:cubicBezTo>
                    <a:cubicBezTo>
                      <a:pt x="81857" y="206753"/>
                      <a:pt x="98308" y="135065"/>
                      <a:pt x="119845" y="103582"/>
                    </a:cubicBezTo>
                    <a:cubicBezTo>
                      <a:pt x="134726" y="81849"/>
                      <a:pt x="96119" y="21993"/>
                      <a:pt x="86355" y="7520"/>
                    </a:cubicBezTo>
                    <a:cubicBezTo>
                      <a:pt x="84876" y="5331"/>
                      <a:pt x="82702" y="3716"/>
                      <a:pt x="80167" y="2947"/>
                    </a:cubicBezTo>
                    <a:close/>
                  </a:path>
                </a:pathLst>
              </a:custGeom>
              <a:solidFill>
                <a:srgbClr val="FFD040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Forme libre : forme 578">
                <a:extLst>
                  <a:ext uri="{FF2B5EF4-FFF2-40B4-BE49-F238E27FC236}">
                    <a16:creationId xmlns:a16="http://schemas.microsoft.com/office/drawing/2014/main" id="{80AF83DC-8D6E-2DA8-ACDC-861FA11A58E9}"/>
                  </a:ext>
                </a:extLst>
              </p:cNvPr>
              <p:cNvSpPr/>
              <p:nvPr/>
            </p:nvSpPr>
            <p:spPr>
              <a:xfrm>
                <a:off x="572820" y="444618"/>
                <a:ext cx="39556" cy="69238"/>
              </a:xfrm>
              <a:custGeom>
                <a:avLst/>
                <a:gdLst>
                  <a:gd name="connsiteX0" fmla="*/ 17628 w 39556"/>
                  <a:gd name="connsiteY0" fmla="*/ 0 h 69238"/>
                  <a:gd name="connsiteX1" fmla="*/ 0 w 39556"/>
                  <a:gd name="connsiteY1" fmla="*/ 66814 h 69238"/>
                  <a:gd name="connsiteX2" fmla="*/ 35180 w 39556"/>
                  <a:gd name="connsiteY2" fmla="*/ 61154 h 69238"/>
                  <a:gd name="connsiteX3" fmla="*/ 39557 w 39556"/>
                  <a:gd name="connsiteY3" fmla="*/ 6565 h 69238"/>
                  <a:gd name="connsiteX4" fmla="*/ 17613 w 39556"/>
                  <a:gd name="connsiteY4" fmla="*/ 15 h 69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556" h="69238">
                    <a:moveTo>
                      <a:pt x="17628" y="0"/>
                    </a:moveTo>
                    <a:cubicBezTo>
                      <a:pt x="17628" y="0"/>
                      <a:pt x="1238" y="46364"/>
                      <a:pt x="0" y="66814"/>
                    </a:cubicBezTo>
                    <a:cubicBezTo>
                      <a:pt x="0" y="66814"/>
                      <a:pt x="18111" y="75054"/>
                      <a:pt x="35180" y="61154"/>
                    </a:cubicBezTo>
                    <a:cubicBezTo>
                      <a:pt x="35180" y="61154"/>
                      <a:pt x="36976" y="14851"/>
                      <a:pt x="39557" y="6565"/>
                    </a:cubicBezTo>
                    <a:lnTo>
                      <a:pt x="17613" y="15"/>
                    </a:lnTo>
                    <a:close/>
                  </a:path>
                </a:pathLst>
              </a:custGeom>
              <a:solidFill>
                <a:srgbClr val="F4A392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Forme libre : forme 579">
                <a:extLst>
                  <a:ext uri="{FF2B5EF4-FFF2-40B4-BE49-F238E27FC236}">
                    <a16:creationId xmlns:a16="http://schemas.microsoft.com/office/drawing/2014/main" id="{3085E45A-F80E-5CD2-5D6A-54CA1599DFF7}"/>
                  </a:ext>
                </a:extLst>
              </p:cNvPr>
              <p:cNvSpPr/>
              <p:nvPr/>
            </p:nvSpPr>
            <p:spPr>
              <a:xfrm>
                <a:off x="570010" y="381057"/>
                <a:ext cx="68600" cy="81949"/>
              </a:xfrm>
              <a:custGeom>
                <a:avLst/>
                <a:gdLst>
                  <a:gd name="connsiteX0" fmla="*/ 43197 w 68600"/>
                  <a:gd name="connsiteY0" fmla="*/ 355 h 81949"/>
                  <a:gd name="connsiteX1" fmla="*/ 60433 w 68600"/>
                  <a:gd name="connsiteY1" fmla="*/ 77763 h 81949"/>
                  <a:gd name="connsiteX2" fmla="*/ 4289 w 68600"/>
                  <a:gd name="connsiteY2" fmla="*/ 52559 h 81949"/>
                  <a:gd name="connsiteX3" fmla="*/ 4742 w 68600"/>
                  <a:gd name="connsiteY3" fmla="*/ 8580 h 81949"/>
                  <a:gd name="connsiteX4" fmla="*/ 43182 w 68600"/>
                  <a:gd name="connsiteY4" fmla="*/ 339 h 81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600" h="81949">
                    <a:moveTo>
                      <a:pt x="43197" y="355"/>
                    </a:moveTo>
                    <a:cubicBezTo>
                      <a:pt x="43197" y="355"/>
                      <a:pt x="86059" y="60346"/>
                      <a:pt x="60433" y="77763"/>
                    </a:cubicBezTo>
                    <a:cubicBezTo>
                      <a:pt x="34806" y="95195"/>
                      <a:pt x="4289" y="52559"/>
                      <a:pt x="4289" y="52559"/>
                    </a:cubicBezTo>
                    <a:cubicBezTo>
                      <a:pt x="4289" y="52559"/>
                      <a:pt x="-5657" y="19718"/>
                      <a:pt x="4742" y="8580"/>
                    </a:cubicBezTo>
                    <a:cubicBezTo>
                      <a:pt x="15141" y="-2558"/>
                      <a:pt x="43182" y="339"/>
                      <a:pt x="43182" y="339"/>
                    </a:cubicBezTo>
                    <a:close/>
                  </a:path>
                </a:pathLst>
              </a:custGeom>
              <a:solidFill>
                <a:srgbClr val="F4A392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Forme libre : forme 580">
                <a:extLst>
                  <a:ext uri="{FF2B5EF4-FFF2-40B4-BE49-F238E27FC236}">
                    <a16:creationId xmlns:a16="http://schemas.microsoft.com/office/drawing/2014/main" id="{DF140C67-7DF0-3A2B-8267-944BD3F637EA}"/>
                  </a:ext>
                </a:extLst>
              </p:cNvPr>
              <p:cNvSpPr/>
              <p:nvPr/>
            </p:nvSpPr>
            <p:spPr>
              <a:xfrm>
                <a:off x="558118" y="366289"/>
                <a:ext cx="57890" cy="67899"/>
              </a:xfrm>
              <a:custGeom>
                <a:avLst/>
                <a:gdLst>
                  <a:gd name="connsiteX0" fmla="*/ 35258 w 57890"/>
                  <a:gd name="connsiteY0" fmla="*/ 784 h 67899"/>
                  <a:gd name="connsiteX1" fmla="*/ 57715 w 57890"/>
                  <a:gd name="connsiteY1" fmla="*/ 14367 h 67899"/>
                  <a:gd name="connsiteX2" fmla="*/ 21192 w 57890"/>
                  <a:gd name="connsiteY2" fmla="*/ 31950 h 67899"/>
                  <a:gd name="connsiteX3" fmla="*/ 14264 w 57890"/>
                  <a:gd name="connsiteY3" fmla="*/ 67900 h 67899"/>
                  <a:gd name="connsiteX4" fmla="*/ 1904 w 57890"/>
                  <a:gd name="connsiteY4" fmla="*/ 14548 h 67899"/>
                  <a:gd name="connsiteX5" fmla="*/ 35273 w 57890"/>
                  <a:gd name="connsiteY5" fmla="*/ 799 h 67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7890" h="67899">
                    <a:moveTo>
                      <a:pt x="35258" y="784"/>
                    </a:moveTo>
                    <a:cubicBezTo>
                      <a:pt x="35258" y="784"/>
                      <a:pt x="54953" y="5448"/>
                      <a:pt x="57715" y="14367"/>
                    </a:cubicBezTo>
                    <a:cubicBezTo>
                      <a:pt x="60477" y="23272"/>
                      <a:pt x="29794" y="31542"/>
                      <a:pt x="21192" y="31950"/>
                    </a:cubicBezTo>
                    <a:lnTo>
                      <a:pt x="14264" y="67900"/>
                    </a:lnTo>
                    <a:cubicBezTo>
                      <a:pt x="14264" y="67900"/>
                      <a:pt x="-6216" y="34078"/>
                      <a:pt x="1904" y="14548"/>
                    </a:cubicBezTo>
                    <a:cubicBezTo>
                      <a:pt x="10023" y="-4981"/>
                      <a:pt x="35273" y="799"/>
                      <a:pt x="35273" y="799"/>
                    </a:cubicBezTo>
                    <a:close/>
                  </a:path>
                </a:pathLst>
              </a:custGeom>
              <a:solidFill>
                <a:srgbClr val="82471F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Forme libre : forme 581">
                <a:extLst>
                  <a:ext uri="{FF2B5EF4-FFF2-40B4-BE49-F238E27FC236}">
                    <a16:creationId xmlns:a16="http://schemas.microsoft.com/office/drawing/2014/main" id="{DBA83046-152B-FDC6-36C0-C7A6017E1E15}"/>
                  </a:ext>
                </a:extLst>
              </p:cNvPr>
              <p:cNvSpPr/>
              <p:nvPr/>
            </p:nvSpPr>
            <p:spPr>
              <a:xfrm>
                <a:off x="558064" y="418203"/>
                <a:ext cx="24566" cy="22075"/>
              </a:xfrm>
              <a:custGeom>
                <a:avLst/>
                <a:gdLst>
                  <a:gd name="connsiteX0" fmla="*/ 24566 w 24566"/>
                  <a:gd name="connsiteY0" fmla="*/ 10991 h 22075"/>
                  <a:gd name="connsiteX1" fmla="*/ 1248 w 24566"/>
                  <a:gd name="connsiteY1" fmla="*/ 4259 h 22075"/>
                  <a:gd name="connsiteX2" fmla="*/ 23766 w 24566"/>
                  <a:gd name="connsiteY2" fmla="*/ 20137 h 22075"/>
                  <a:gd name="connsiteX3" fmla="*/ 24566 w 24566"/>
                  <a:gd name="connsiteY3" fmla="*/ 10991 h 22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66" h="22075">
                    <a:moveTo>
                      <a:pt x="24566" y="10991"/>
                    </a:moveTo>
                    <a:cubicBezTo>
                      <a:pt x="24566" y="10991"/>
                      <a:pt x="7889" y="-8328"/>
                      <a:pt x="1248" y="4259"/>
                    </a:cubicBezTo>
                    <a:cubicBezTo>
                      <a:pt x="-5392" y="16862"/>
                      <a:pt x="16265" y="26309"/>
                      <a:pt x="23766" y="20137"/>
                    </a:cubicBezTo>
                    <a:lnTo>
                      <a:pt x="24566" y="10991"/>
                    </a:lnTo>
                    <a:close/>
                  </a:path>
                </a:pathLst>
              </a:custGeom>
              <a:solidFill>
                <a:srgbClr val="F4A392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Forme libre : forme 582">
                <a:extLst>
                  <a:ext uri="{FF2B5EF4-FFF2-40B4-BE49-F238E27FC236}">
                    <a16:creationId xmlns:a16="http://schemas.microsoft.com/office/drawing/2014/main" id="{3B997F38-0564-86E1-3421-153CB928A4E6}"/>
                  </a:ext>
                </a:extLst>
              </p:cNvPr>
              <p:cNvSpPr/>
              <p:nvPr/>
            </p:nvSpPr>
            <p:spPr>
              <a:xfrm>
                <a:off x="533550" y="859219"/>
                <a:ext cx="141218" cy="307339"/>
              </a:xfrm>
              <a:custGeom>
                <a:avLst/>
                <a:gdLst>
                  <a:gd name="connsiteX0" fmla="*/ 131967 w 141218"/>
                  <a:gd name="connsiteY0" fmla="*/ 0 h 307339"/>
                  <a:gd name="connsiteX1" fmla="*/ 140660 w 141218"/>
                  <a:gd name="connsiteY1" fmla="*/ 42847 h 307339"/>
                  <a:gd name="connsiteX2" fmla="*/ 138215 w 141218"/>
                  <a:gd name="connsiteY2" fmla="*/ 59117 h 307339"/>
                  <a:gd name="connsiteX3" fmla="*/ 30517 w 141218"/>
                  <a:gd name="connsiteY3" fmla="*/ 240390 h 307339"/>
                  <a:gd name="connsiteX4" fmla="*/ 27694 w 141218"/>
                  <a:gd name="connsiteY4" fmla="*/ 247438 h 307339"/>
                  <a:gd name="connsiteX5" fmla="*/ 23770 w 141218"/>
                  <a:gd name="connsiteY5" fmla="*/ 295764 h 307339"/>
                  <a:gd name="connsiteX6" fmla="*/ 29339 w 141218"/>
                  <a:gd name="connsiteY6" fmla="*/ 307340 h 307339"/>
                  <a:gd name="connsiteX7" fmla="*/ 5237 w 141218"/>
                  <a:gd name="connsiteY7" fmla="*/ 301861 h 307339"/>
                  <a:gd name="connsiteX8" fmla="*/ 0 w 141218"/>
                  <a:gd name="connsiteY8" fmla="*/ 237145 h 307339"/>
                  <a:gd name="connsiteX9" fmla="*/ 6822 w 141218"/>
                  <a:gd name="connsiteY9" fmla="*/ 232980 h 307339"/>
                  <a:gd name="connsiteX10" fmla="*/ 19937 w 141218"/>
                  <a:gd name="connsiteY10" fmla="*/ 217631 h 307339"/>
                  <a:gd name="connsiteX11" fmla="*/ 60098 w 141218"/>
                  <a:gd name="connsiteY11" fmla="*/ 104409 h 307339"/>
                  <a:gd name="connsiteX12" fmla="*/ 104212 w 141218"/>
                  <a:gd name="connsiteY12" fmla="*/ 43964 h 307339"/>
                  <a:gd name="connsiteX13" fmla="*/ 97708 w 141218"/>
                  <a:gd name="connsiteY13" fmla="*/ 28585 h 307339"/>
                  <a:gd name="connsiteX14" fmla="*/ 131982 w 141218"/>
                  <a:gd name="connsiteY14" fmla="*/ 0 h 307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1218" h="307339">
                    <a:moveTo>
                      <a:pt x="131967" y="0"/>
                    </a:moveTo>
                    <a:cubicBezTo>
                      <a:pt x="131846" y="3260"/>
                      <a:pt x="137551" y="29068"/>
                      <a:pt x="140660" y="42847"/>
                    </a:cubicBezTo>
                    <a:cubicBezTo>
                      <a:pt x="141913" y="48386"/>
                      <a:pt x="141038" y="54181"/>
                      <a:pt x="138215" y="59117"/>
                    </a:cubicBezTo>
                    <a:lnTo>
                      <a:pt x="30517" y="240390"/>
                    </a:lnTo>
                    <a:cubicBezTo>
                      <a:pt x="29219" y="242579"/>
                      <a:pt x="28268" y="244963"/>
                      <a:pt x="27694" y="247438"/>
                    </a:cubicBezTo>
                    <a:cubicBezTo>
                      <a:pt x="25717" y="255950"/>
                      <a:pt x="21627" y="276793"/>
                      <a:pt x="23770" y="295764"/>
                    </a:cubicBezTo>
                    <a:lnTo>
                      <a:pt x="29339" y="307340"/>
                    </a:lnTo>
                    <a:lnTo>
                      <a:pt x="5237" y="301861"/>
                    </a:lnTo>
                    <a:lnTo>
                      <a:pt x="0" y="237145"/>
                    </a:lnTo>
                    <a:lnTo>
                      <a:pt x="6822" y="232980"/>
                    </a:lnTo>
                    <a:cubicBezTo>
                      <a:pt x="12708" y="229388"/>
                      <a:pt x="17311" y="224015"/>
                      <a:pt x="19937" y="217631"/>
                    </a:cubicBezTo>
                    <a:cubicBezTo>
                      <a:pt x="29671" y="193981"/>
                      <a:pt x="53864" y="133763"/>
                      <a:pt x="60098" y="104409"/>
                    </a:cubicBezTo>
                    <a:cubicBezTo>
                      <a:pt x="67176" y="71055"/>
                      <a:pt x="104212" y="43964"/>
                      <a:pt x="104212" y="43964"/>
                    </a:cubicBezTo>
                    <a:lnTo>
                      <a:pt x="97708" y="28585"/>
                    </a:lnTo>
                    <a:lnTo>
                      <a:pt x="131982" y="0"/>
                    </a:lnTo>
                    <a:close/>
                  </a:path>
                </a:pathLst>
              </a:custGeom>
              <a:solidFill>
                <a:srgbClr val="F4A392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Forme libre : forme 583">
                <a:extLst>
                  <a:ext uri="{FF2B5EF4-FFF2-40B4-BE49-F238E27FC236}">
                    <a16:creationId xmlns:a16="http://schemas.microsoft.com/office/drawing/2014/main" id="{F879FADB-6828-FA0D-5F59-51DB40CB730A}"/>
                  </a:ext>
                </a:extLst>
              </p:cNvPr>
              <p:cNvSpPr/>
              <p:nvPr/>
            </p:nvSpPr>
            <p:spPr>
              <a:xfrm>
                <a:off x="512013" y="1091414"/>
                <a:ext cx="58117" cy="81774"/>
              </a:xfrm>
              <a:custGeom>
                <a:avLst/>
                <a:gdLst>
                  <a:gd name="connsiteX0" fmla="*/ 0 w 58117"/>
                  <a:gd name="connsiteY0" fmla="*/ 47390 h 81774"/>
                  <a:gd name="connsiteX1" fmla="*/ 14549 w 58117"/>
                  <a:gd name="connsiteY1" fmla="*/ 18729 h 81774"/>
                  <a:gd name="connsiteX2" fmla="*/ 28358 w 58117"/>
                  <a:gd name="connsiteY2" fmla="*/ 785 h 81774"/>
                  <a:gd name="connsiteX3" fmla="*/ 30834 w 58117"/>
                  <a:gd name="connsiteY3" fmla="*/ 55041 h 81774"/>
                  <a:gd name="connsiteX4" fmla="*/ 48069 w 58117"/>
                  <a:gd name="connsiteY4" fmla="*/ 69787 h 81774"/>
                  <a:gd name="connsiteX5" fmla="*/ 56913 w 58117"/>
                  <a:gd name="connsiteY5" fmla="*/ 74239 h 81774"/>
                  <a:gd name="connsiteX6" fmla="*/ 54000 w 58117"/>
                  <a:gd name="connsiteY6" fmla="*/ 81544 h 81774"/>
                  <a:gd name="connsiteX7" fmla="*/ 28192 w 58117"/>
                  <a:gd name="connsiteY7" fmla="*/ 80080 h 81774"/>
                  <a:gd name="connsiteX8" fmla="*/ 21823 w 58117"/>
                  <a:gd name="connsiteY8" fmla="*/ 72790 h 81774"/>
                  <a:gd name="connsiteX9" fmla="*/ 19152 w 58117"/>
                  <a:gd name="connsiteY9" fmla="*/ 27890 h 81774"/>
                  <a:gd name="connsiteX10" fmla="*/ 2732 w 58117"/>
                  <a:gd name="connsiteY10" fmla="*/ 48612 h 81774"/>
                  <a:gd name="connsiteX11" fmla="*/ 0 w 58117"/>
                  <a:gd name="connsiteY11" fmla="*/ 47375 h 81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8117" h="81774">
                    <a:moveTo>
                      <a:pt x="0" y="47390"/>
                    </a:moveTo>
                    <a:cubicBezTo>
                      <a:pt x="0" y="47390"/>
                      <a:pt x="13010" y="26758"/>
                      <a:pt x="14549" y="18729"/>
                    </a:cubicBezTo>
                    <a:cubicBezTo>
                      <a:pt x="16073" y="10700"/>
                      <a:pt x="20344" y="-3486"/>
                      <a:pt x="28358" y="785"/>
                    </a:cubicBezTo>
                    <a:cubicBezTo>
                      <a:pt x="28358" y="785"/>
                      <a:pt x="32132" y="39798"/>
                      <a:pt x="30834" y="55041"/>
                    </a:cubicBezTo>
                    <a:cubicBezTo>
                      <a:pt x="29536" y="70285"/>
                      <a:pt x="48069" y="69787"/>
                      <a:pt x="48069" y="69787"/>
                    </a:cubicBezTo>
                    <a:cubicBezTo>
                      <a:pt x="48069" y="69787"/>
                      <a:pt x="53170" y="70511"/>
                      <a:pt x="56913" y="74239"/>
                    </a:cubicBezTo>
                    <a:cubicBezTo>
                      <a:pt x="59494" y="76820"/>
                      <a:pt x="57653" y="81302"/>
                      <a:pt x="54000" y="81544"/>
                    </a:cubicBezTo>
                    <a:cubicBezTo>
                      <a:pt x="47933" y="81936"/>
                      <a:pt x="38304" y="82042"/>
                      <a:pt x="28192" y="80080"/>
                    </a:cubicBezTo>
                    <a:cubicBezTo>
                      <a:pt x="24661" y="79400"/>
                      <a:pt x="22035" y="76382"/>
                      <a:pt x="21823" y="72790"/>
                    </a:cubicBezTo>
                    <a:lnTo>
                      <a:pt x="19152" y="27890"/>
                    </a:lnTo>
                    <a:lnTo>
                      <a:pt x="2732" y="48612"/>
                    </a:lnTo>
                    <a:lnTo>
                      <a:pt x="0" y="47375"/>
                    </a:lnTo>
                    <a:close/>
                  </a:path>
                </a:pathLst>
              </a:custGeom>
              <a:solidFill>
                <a:srgbClr val="332989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Forme libre : forme 584">
                <a:extLst>
                  <a:ext uri="{FF2B5EF4-FFF2-40B4-BE49-F238E27FC236}">
                    <a16:creationId xmlns:a16="http://schemas.microsoft.com/office/drawing/2014/main" id="{FE499256-FF7B-56BE-1CD3-F6A743B9D59B}"/>
                  </a:ext>
                </a:extLst>
              </p:cNvPr>
              <p:cNvSpPr/>
              <p:nvPr/>
            </p:nvSpPr>
            <p:spPr>
              <a:xfrm>
                <a:off x="547665" y="883739"/>
                <a:ext cx="75925" cy="286291"/>
              </a:xfrm>
              <a:custGeom>
                <a:avLst/>
                <a:gdLst>
                  <a:gd name="connsiteX0" fmla="*/ 53513 w 75925"/>
                  <a:gd name="connsiteY0" fmla="*/ 4367 h 286291"/>
                  <a:gd name="connsiteX1" fmla="*/ 49197 w 75925"/>
                  <a:gd name="connsiteY1" fmla="*/ 189534 h 286291"/>
                  <a:gd name="connsiteX2" fmla="*/ 75925 w 75925"/>
                  <a:gd name="connsiteY2" fmla="*/ 278851 h 286291"/>
                  <a:gd name="connsiteX3" fmla="*/ 65874 w 75925"/>
                  <a:gd name="connsiteY3" fmla="*/ 286291 h 286291"/>
                  <a:gd name="connsiteX4" fmla="*/ 41062 w 75925"/>
                  <a:gd name="connsiteY4" fmla="*/ 255080 h 286291"/>
                  <a:gd name="connsiteX5" fmla="*/ 23117 w 75925"/>
                  <a:gd name="connsiteY5" fmla="*/ 227793 h 286291"/>
                  <a:gd name="connsiteX6" fmla="*/ 27690 w 75925"/>
                  <a:gd name="connsiteY6" fmla="*/ 218436 h 286291"/>
                  <a:gd name="connsiteX7" fmla="*/ 29365 w 75925"/>
                  <a:gd name="connsiteY7" fmla="*/ 205230 h 286291"/>
                  <a:gd name="connsiteX8" fmla="*/ 3195 w 75925"/>
                  <a:gd name="connsiteY8" fmla="*/ 83481 h 286291"/>
                  <a:gd name="connsiteX9" fmla="*/ 16099 w 75925"/>
                  <a:gd name="connsiteY9" fmla="*/ 12984 h 286291"/>
                  <a:gd name="connsiteX10" fmla="*/ 53513 w 75925"/>
                  <a:gd name="connsiteY10" fmla="*/ 4367 h 286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925" h="286291">
                    <a:moveTo>
                      <a:pt x="53513" y="4367"/>
                    </a:moveTo>
                    <a:cubicBezTo>
                      <a:pt x="53513" y="4367"/>
                      <a:pt x="49710" y="166503"/>
                      <a:pt x="49197" y="189534"/>
                    </a:cubicBezTo>
                    <a:cubicBezTo>
                      <a:pt x="48684" y="212565"/>
                      <a:pt x="52834" y="263592"/>
                      <a:pt x="75925" y="278851"/>
                    </a:cubicBezTo>
                    <a:lnTo>
                      <a:pt x="65874" y="286291"/>
                    </a:lnTo>
                    <a:cubicBezTo>
                      <a:pt x="65874" y="286291"/>
                      <a:pt x="53317" y="275621"/>
                      <a:pt x="41062" y="255080"/>
                    </a:cubicBezTo>
                    <a:cubicBezTo>
                      <a:pt x="27283" y="232004"/>
                      <a:pt x="23117" y="227793"/>
                      <a:pt x="23117" y="227793"/>
                    </a:cubicBezTo>
                    <a:lnTo>
                      <a:pt x="27690" y="218436"/>
                    </a:lnTo>
                    <a:cubicBezTo>
                      <a:pt x="29697" y="214331"/>
                      <a:pt x="30286" y="209698"/>
                      <a:pt x="29365" y="205230"/>
                    </a:cubicBezTo>
                    <a:cubicBezTo>
                      <a:pt x="24385" y="181083"/>
                      <a:pt x="7738" y="100776"/>
                      <a:pt x="3195" y="83481"/>
                    </a:cubicBezTo>
                    <a:cubicBezTo>
                      <a:pt x="-2162" y="63061"/>
                      <a:pt x="-2540" y="35804"/>
                      <a:pt x="16099" y="12984"/>
                    </a:cubicBezTo>
                    <a:cubicBezTo>
                      <a:pt x="34738" y="-9835"/>
                      <a:pt x="53513" y="4367"/>
                      <a:pt x="53513" y="4367"/>
                    </a:cubicBezTo>
                    <a:close/>
                  </a:path>
                </a:pathLst>
              </a:custGeom>
              <a:solidFill>
                <a:srgbClr val="F4A392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Forme libre : forme 585">
                <a:extLst>
                  <a:ext uri="{FF2B5EF4-FFF2-40B4-BE49-F238E27FC236}">
                    <a16:creationId xmlns:a16="http://schemas.microsoft.com/office/drawing/2014/main" id="{7F61ACDE-9D1E-74AE-97DC-7DD89EF6E818}"/>
                  </a:ext>
                </a:extLst>
              </p:cNvPr>
              <p:cNvSpPr/>
              <p:nvPr/>
            </p:nvSpPr>
            <p:spPr>
              <a:xfrm>
                <a:off x="565460" y="1107653"/>
                <a:ext cx="69454" cy="69681"/>
              </a:xfrm>
              <a:custGeom>
                <a:avLst/>
                <a:gdLst>
                  <a:gd name="connsiteX0" fmla="*/ 14408 w 69454"/>
                  <a:gd name="connsiteY0" fmla="*/ 69681 h 69681"/>
                  <a:gd name="connsiteX1" fmla="*/ 12990 w 69454"/>
                  <a:gd name="connsiteY1" fmla="*/ 68459 h 69681"/>
                  <a:gd name="connsiteX2" fmla="*/ 6410 w 69454"/>
                  <a:gd name="connsiteY2" fmla="*/ 35769 h 69681"/>
                  <a:gd name="connsiteX3" fmla="*/ 6410 w 69454"/>
                  <a:gd name="connsiteY3" fmla="*/ 0 h 69681"/>
                  <a:gd name="connsiteX4" fmla="*/ 44321 w 69454"/>
                  <a:gd name="connsiteY4" fmla="*/ 52748 h 69681"/>
                  <a:gd name="connsiteX5" fmla="*/ 58131 w 69454"/>
                  <a:gd name="connsiteY5" fmla="*/ 54936 h 69681"/>
                  <a:gd name="connsiteX6" fmla="*/ 68575 w 69454"/>
                  <a:gd name="connsiteY6" fmla="*/ 62422 h 69681"/>
                  <a:gd name="connsiteX7" fmla="*/ 65254 w 69454"/>
                  <a:gd name="connsiteY7" fmla="*/ 69183 h 69681"/>
                  <a:gd name="connsiteX8" fmla="*/ 43823 w 69454"/>
                  <a:gd name="connsiteY8" fmla="*/ 69394 h 69681"/>
                  <a:gd name="connsiteX9" fmla="*/ 29697 w 69454"/>
                  <a:gd name="connsiteY9" fmla="*/ 59901 h 69681"/>
                  <a:gd name="connsiteX10" fmla="*/ 11888 w 69454"/>
                  <a:gd name="connsiteY10" fmla="*/ 30532 h 69681"/>
                  <a:gd name="connsiteX11" fmla="*/ 15812 w 69454"/>
                  <a:gd name="connsiteY11" fmla="*/ 68097 h 69681"/>
                  <a:gd name="connsiteX12" fmla="*/ 14408 w 69454"/>
                  <a:gd name="connsiteY12" fmla="*/ 69666 h 69681"/>
                  <a:gd name="connsiteX13" fmla="*/ 14408 w 69454"/>
                  <a:gd name="connsiteY13" fmla="*/ 69666 h 69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9454" h="69681">
                    <a:moveTo>
                      <a:pt x="14408" y="69681"/>
                    </a:moveTo>
                    <a:cubicBezTo>
                      <a:pt x="13699" y="69681"/>
                      <a:pt x="13080" y="69168"/>
                      <a:pt x="12990" y="68459"/>
                    </a:cubicBezTo>
                    <a:cubicBezTo>
                      <a:pt x="12220" y="63056"/>
                      <a:pt x="9021" y="41383"/>
                      <a:pt x="6410" y="35769"/>
                    </a:cubicBezTo>
                    <a:cubicBezTo>
                      <a:pt x="3406" y="29339"/>
                      <a:pt x="-6374" y="2294"/>
                      <a:pt x="6410" y="0"/>
                    </a:cubicBezTo>
                    <a:cubicBezTo>
                      <a:pt x="6410" y="0"/>
                      <a:pt x="38224" y="46469"/>
                      <a:pt x="44321" y="52748"/>
                    </a:cubicBezTo>
                    <a:cubicBezTo>
                      <a:pt x="50434" y="59011"/>
                      <a:pt x="58131" y="54936"/>
                      <a:pt x="58131" y="54936"/>
                    </a:cubicBezTo>
                    <a:cubicBezTo>
                      <a:pt x="58131" y="54936"/>
                      <a:pt x="64077" y="56687"/>
                      <a:pt x="68575" y="62422"/>
                    </a:cubicBezTo>
                    <a:cubicBezTo>
                      <a:pt x="70703" y="65154"/>
                      <a:pt x="68726" y="69153"/>
                      <a:pt x="65254" y="69183"/>
                    </a:cubicBezTo>
                    <a:lnTo>
                      <a:pt x="43823" y="69394"/>
                    </a:lnTo>
                    <a:cubicBezTo>
                      <a:pt x="37605" y="69455"/>
                      <a:pt x="32006" y="65667"/>
                      <a:pt x="29697" y="59901"/>
                    </a:cubicBezTo>
                    <a:cubicBezTo>
                      <a:pt x="25924" y="50484"/>
                      <a:pt x="19449" y="36659"/>
                      <a:pt x="11888" y="30532"/>
                    </a:cubicBezTo>
                    <a:lnTo>
                      <a:pt x="15812" y="68097"/>
                    </a:lnTo>
                    <a:cubicBezTo>
                      <a:pt x="15903" y="68927"/>
                      <a:pt x="15254" y="69666"/>
                      <a:pt x="14408" y="69666"/>
                    </a:cubicBezTo>
                    <a:lnTo>
                      <a:pt x="14408" y="69666"/>
                    </a:lnTo>
                    <a:close/>
                  </a:path>
                </a:pathLst>
              </a:custGeom>
              <a:solidFill>
                <a:srgbClr val="332989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Forme libre : forme 586">
                <a:extLst>
                  <a:ext uri="{FF2B5EF4-FFF2-40B4-BE49-F238E27FC236}">
                    <a16:creationId xmlns:a16="http://schemas.microsoft.com/office/drawing/2014/main" id="{73CE4DAE-6DAB-7504-7C72-FB6AC69BD037}"/>
                  </a:ext>
                </a:extLst>
              </p:cNvPr>
              <p:cNvSpPr/>
              <p:nvPr/>
            </p:nvSpPr>
            <p:spPr>
              <a:xfrm>
                <a:off x="515853" y="680586"/>
                <a:ext cx="160739" cy="233534"/>
              </a:xfrm>
              <a:custGeom>
                <a:avLst/>
                <a:gdLst>
                  <a:gd name="connsiteX0" fmla="*/ 111933 w 160739"/>
                  <a:gd name="connsiteY0" fmla="*/ 10625 h 233534"/>
                  <a:gd name="connsiteX1" fmla="*/ 114529 w 160739"/>
                  <a:gd name="connsiteY1" fmla="*/ 51359 h 233534"/>
                  <a:gd name="connsiteX2" fmla="*/ 160545 w 160739"/>
                  <a:gd name="connsiteY2" fmla="*/ 212047 h 233534"/>
                  <a:gd name="connsiteX3" fmla="*/ 157436 w 160739"/>
                  <a:gd name="connsiteY3" fmla="*/ 218099 h 233534"/>
                  <a:gd name="connsiteX4" fmla="*/ 36653 w 160739"/>
                  <a:gd name="connsiteY4" fmla="*/ 232739 h 233534"/>
                  <a:gd name="connsiteX5" fmla="*/ 30253 w 160739"/>
                  <a:gd name="connsiteY5" fmla="*/ 227275 h 233534"/>
                  <a:gd name="connsiteX6" fmla="*/ 9441 w 160739"/>
                  <a:gd name="connsiteY6" fmla="*/ 133612 h 233534"/>
                  <a:gd name="connsiteX7" fmla="*/ 39897 w 160739"/>
                  <a:gd name="connsiteY7" fmla="*/ 0 h 233534"/>
                  <a:gd name="connsiteX8" fmla="*/ 111933 w 160739"/>
                  <a:gd name="connsiteY8" fmla="*/ 10610 h 233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0739" h="233534">
                    <a:moveTo>
                      <a:pt x="111933" y="10625"/>
                    </a:moveTo>
                    <a:cubicBezTo>
                      <a:pt x="111933" y="10625"/>
                      <a:pt x="107104" y="26019"/>
                      <a:pt x="114529" y="51359"/>
                    </a:cubicBezTo>
                    <a:lnTo>
                      <a:pt x="160545" y="212047"/>
                    </a:lnTo>
                    <a:cubicBezTo>
                      <a:pt x="161270" y="214567"/>
                      <a:pt x="159911" y="217208"/>
                      <a:pt x="157436" y="218099"/>
                    </a:cubicBezTo>
                    <a:cubicBezTo>
                      <a:pt x="143672" y="223034"/>
                      <a:pt x="98425" y="236994"/>
                      <a:pt x="36653" y="232739"/>
                    </a:cubicBezTo>
                    <a:cubicBezTo>
                      <a:pt x="33544" y="232527"/>
                      <a:pt x="30933" y="230324"/>
                      <a:pt x="30253" y="227275"/>
                    </a:cubicBezTo>
                    <a:cubicBezTo>
                      <a:pt x="26179" y="208953"/>
                      <a:pt x="12294" y="146456"/>
                      <a:pt x="9441" y="133612"/>
                    </a:cubicBezTo>
                    <a:cubicBezTo>
                      <a:pt x="-1455" y="84683"/>
                      <a:pt x="-13620" y="31905"/>
                      <a:pt x="39897" y="0"/>
                    </a:cubicBezTo>
                    <a:cubicBezTo>
                      <a:pt x="64558" y="10565"/>
                      <a:pt x="87559" y="16783"/>
                      <a:pt x="111933" y="10610"/>
                    </a:cubicBezTo>
                    <a:close/>
                  </a:path>
                </a:pathLst>
              </a:custGeom>
              <a:solidFill>
                <a:srgbClr val="4438B7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Forme libre : forme 587">
                <a:extLst>
                  <a:ext uri="{FF2B5EF4-FFF2-40B4-BE49-F238E27FC236}">
                    <a16:creationId xmlns:a16="http://schemas.microsoft.com/office/drawing/2014/main" id="{72AB08EB-FD34-B93A-4152-A106E15915B4}"/>
                  </a:ext>
                </a:extLst>
              </p:cNvPr>
              <p:cNvSpPr/>
              <p:nvPr/>
            </p:nvSpPr>
            <p:spPr>
              <a:xfrm>
                <a:off x="475981" y="526079"/>
                <a:ext cx="110518" cy="172481"/>
              </a:xfrm>
              <a:custGeom>
                <a:avLst/>
                <a:gdLst>
                  <a:gd name="connsiteX0" fmla="*/ 66639 w 110518"/>
                  <a:gd name="connsiteY0" fmla="*/ 3750 h 172481"/>
                  <a:gd name="connsiteX1" fmla="*/ 1290 w 110518"/>
                  <a:gd name="connsiteY1" fmla="*/ 106709 h 172481"/>
                  <a:gd name="connsiteX2" fmla="*/ 77792 w 110518"/>
                  <a:gd name="connsiteY2" fmla="*/ 172482 h 172481"/>
                  <a:gd name="connsiteX3" fmla="*/ 104370 w 110518"/>
                  <a:gd name="connsiteY3" fmla="*/ 163758 h 172481"/>
                  <a:gd name="connsiteX4" fmla="*/ 88614 w 110518"/>
                  <a:gd name="connsiteY4" fmla="*/ 140154 h 172481"/>
                  <a:gd name="connsiteX5" fmla="*/ 55682 w 110518"/>
                  <a:gd name="connsiteY5" fmla="*/ 142765 h 172481"/>
                  <a:gd name="connsiteX6" fmla="*/ 77385 w 110518"/>
                  <a:gd name="connsiteY6" fmla="*/ 50264 h 172481"/>
                  <a:gd name="connsiteX7" fmla="*/ 85218 w 110518"/>
                  <a:gd name="connsiteY7" fmla="*/ 39594 h 172481"/>
                  <a:gd name="connsiteX8" fmla="*/ 66639 w 110518"/>
                  <a:gd name="connsiteY8" fmla="*/ 3750 h 172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18" h="172481">
                    <a:moveTo>
                      <a:pt x="66639" y="3750"/>
                    </a:moveTo>
                    <a:cubicBezTo>
                      <a:pt x="66639" y="3750"/>
                      <a:pt x="14284" y="47261"/>
                      <a:pt x="1290" y="106709"/>
                    </a:cubicBezTo>
                    <a:cubicBezTo>
                      <a:pt x="-11705" y="166158"/>
                      <a:pt x="77792" y="172482"/>
                      <a:pt x="77792" y="172482"/>
                    </a:cubicBezTo>
                    <a:cubicBezTo>
                      <a:pt x="77792" y="172482"/>
                      <a:pt x="89942" y="158914"/>
                      <a:pt x="104370" y="163758"/>
                    </a:cubicBezTo>
                    <a:cubicBezTo>
                      <a:pt x="118798" y="168603"/>
                      <a:pt x="105487" y="140079"/>
                      <a:pt x="88614" y="140154"/>
                    </a:cubicBezTo>
                    <a:cubicBezTo>
                      <a:pt x="71740" y="140230"/>
                      <a:pt x="79558" y="153571"/>
                      <a:pt x="55682" y="142765"/>
                    </a:cubicBezTo>
                    <a:cubicBezTo>
                      <a:pt x="32425" y="132231"/>
                      <a:pt x="18057" y="99646"/>
                      <a:pt x="77385" y="50264"/>
                    </a:cubicBezTo>
                    <a:cubicBezTo>
                      <a:pt x="80826" y="47397"/>
                      <a:pt x="83573" y="43759"/>
                      <a:pt x="85218" y="39594"/>
                    </a:cubicBezTo>
                    <a:cubicBezTo>
                      <a:pt x="96748" y="10572"/>
                      <a:pt x="87602" y="-8445"/>
                      <a:pt x="66639" y="3750"/>
                    </a:cubicBezTo>
                    <a:close/>
                  </a:path>
                </a:pathLst>
              </a:custGeom>
              <a:solidFill>
                <a:srgbClr val="F4A392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9" name="Graphique 28">
              <a:extLst>
                <a:ext uri="{FF2B5EF4-FFF2-40B4-BE49-F238E27FC236}">
                  <a16:creationId xmlns:a16="http://schemas.microsoft.com/office/drawing/2014/main" id="{BE5D7482-4373-A8B2-BA49-63734C0F3E7E}"/>
                </a:ext>
              </a:extLst>
            </p:cNvPr>
            <p:cNvGrpSpPr/>
            <p:nvPr/>
          </p:nvGrpSpPr>
          <p:grpSpPr>
            <a:xfrm>
              <a:off x="81" y="897700"/>
              <a:ext cx="202688" cy="259395"/>
              <a:chOff x="81" y="897700"/>
              <a:chExt cx="202688" cy="259395"/>
            </a:xfrm>
            <a:solidFill>
              <a:srgbClr val="FFD040"/>
            </a:solidFill>
          </p:grpSpPr>
          <p:sp>
            <p:nvSpPr>
              <p:cNvPr id="573" name="Forme libre : forme 572">
                <a:extLst>
                  <a:ext uri="{FF2B5EF4-FFF2-40B4-BE49-F238E27FC236}">
                    <a16:creationId xmlns:a16="http://schemas.microsoft.com/office/drawing/2014/main" id="{F7C45BD2-40DD-C81C-5B4A-A6FE4DEDDB78}"/>
                  </a:ext>
                </a:extLst>
              </p:cNvPr>
              <p:cNvSpPr/>
              <p:nvPr/>
            </p:nvSpPr>
            <p:spPr>
              <a:xfrm>
                <a:off x="1990" y="931647"/>
                <a:ext cx="46976" cy="225448"/>
              </a:xfrm>
              <a:custGeom>
                <a:avLst/>
                <a:gdLst>
                  <a:gd name="connsiteX0" fmla="*/ 25817 w 46976"/>
                  <a:gd name="connsiteY0" fmla="*/ 0 h 225448"/>
                  <a:gd name="connsiteX1" fmla="*/ 9 w 46976"/>
                  <a:gd name="connsiteY1" fmla="*/ 218371 h 225448"/>
                  <a:gd name="connsiteX2" fmla="*/ 6770 w 46976"/>
                  <a:gd name="connsiteY2" fmla="*/ 225449 h 225448"/>
                  <a:gd name="connsiteX3" fmla="*/ 6770 w 46976"/>
                  <a:gd name="connsiteY3" fmla="*/ 225449 h 225448"/>
                  <a:gd name="connsiteX4" fmla="*/ 13456 w 46976"/>
                  <a:gd name="connsiteY4" fmla="*/ 219729 h 225448"/>
                  <a:gd name="connsiteX5" fmla="*/ 46976 w 46976"/>
                  <a:gd name="connsiteY5" fmla="*/ 4920 h 225448"/>
                  <a:gd name="connsiteX6" fmla="*/ 25832 w 46976"/>
                  <a:gd name="connsiteY6" fmla="*/ 0 h 225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976" h="225448">
                    <a:moveTo>
                      <a:pt x="25817" y="0"/>
                    </a:moveTo>
                    <a:cubicBezTo>
                      <a:pt x="21198" y="6822"/>
                      <a:pt x="2876" y="161307"/>
                      <a:pt x="9" y="218371"/>
                    </a:cubicBezTo>
                    <a:cubicBezTo>
                      <a:pt x="-187" y="222234"/>
                      <a:pt x="2907" y="225449"/>
                      <a:pt x="6770" y="225449"/>
                    </a:cubicBezTo>
                    <a:lnTo>
                      <a:pt x="6770" y="225449"/>
                    </a:lnTo>
                    <a:cubicBezTo>
                      <a:pt x="10106" y="225449"/>
                      <a:pt x="12943" y="223019"/>
                      <a:pt x="13456" y="219729"/>
                    </a:cubicBezTo>
                    <a:lnTo>
                      <a:pt x="46976" y="4920"/>
                    </a:lnTo>
                    <a:lnTo>
                      <a:pt x="25832" y="0"/>
                    </a:lnTo>
                    <a:close/>
                  </a:path>
                </a:pathLst>
              </a:custGeom>
              <a:solidFill>
                <a:srgbClr val="FFD040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Forme libre : forme 573">
                <a:extLst>
                  <a:ext uri="{FF2B5EF4-FFF2-40B4-BE49-F238E27FC236}">
                    <a16:creationId xmlns:a16="http://schemas.microsoft.com/office/drawing/2014/main" id="{7F2C698C-60E0-C9A2-0859-B49F6C5E1B2C}"/>
                  </a:ext>
                </a:extLst>
              </p:cNvPr>
              <p:cNvSpPr/>
              <p:nvPr/>
            </p:nvSpPr>
            <p:spPr>
              <a:xfrm>
                <a:off x="153993" y="931647"/>
                <a:ext cx="46976" cy="225448"/>
              </a:xfrm>
              <a:custGeom>
                <a:avLst/>
                <a:gdLst>
                  <a:gd name="connsiteX0" fmla="*/ 21159 w 46976"/>
                  <a:gd name="connsiteY0" fmla="*/ 0 h 225448"/>
                  <a:gd name="connsiteX1" fmla="*/ 46967 w 46976"/>
                  <a:gd name="connsiteY1" fmla="*/ 218371 h 225448"/>
                  <a:gd name="connsiteX2" fmla="*/ 40206 w 46976"/>
                  <a:gd name="connsiteY2" fmla="*/ 225449 h 225448"/>
                  <a:gd name="connsiteX3" fmla="*/ 40206 w 46976"/>
                  <a:gd name="connsiteY3" fmla="*/ 225449 h 225448"/>
                  <a:gd name="connsiteX4" fmla="*/ 33520 w 46976"/>
                  <a:gd name="connsiteY4" fmla="*/ 219729 h 225448"/>
                  <a:gd name="connsiteX5" fmla="*/ 0 w 46976"/>
                  <a:gd name="connsiteY5" fmla="*/ 4920 h 225448"/>
                  <a:gd name="connsiteX6" fmla="*/ 21144 w 46976"/>
                  <a:gd name="connsiteY6" fmla="*/ 0 h 225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976" h="225448">
                    <a:moveTo>
                      <a:pt x="21159" y="0"/>
                    </a:moveTo>
                    <a:cubicBezTo>
                      <a:pt x="25778" y="6822"/>
                      <a:pt x="44100" y="161307"/>
                      <a:pt x="46967" y="218371"/>
                    </a:cubicBezTo>
                    <a:cubicBezTo>
                      <a:pt x="47163" y="222234"/>
                      <a:pt x="44070" y="225449"/>
                      <a:pt x="40206" y="225449"/>
                    </a:cubicBezTo>
                    <a:lnTo>
                      <a:pt x="40206" y="225449"/>
                    </a:lnTo>
                    <a:cubicBezTo>
                      <a:pt x="36871" y="225449"/>
                      <a:pt x="34033" y="223019"/>
                      <a:pt x="33520" y="219729"/>
                    </a:cubicBezTo>
                    <a:lnTo>
                      <a:pt x="0" y="4920"/>
                    </a:lnTo>
                    <a:lnTo>
                      <a:pt x="21144" y="0"/>
                    </a:lnTo>
                    <a:close/>
                  </a:path>
                </a:pathLst>
              </a:custGeom>
              <a:solidFill>
                <a:srgbClr val="FFD040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Forme libre : forme 574">
                <a:extLst>
                  <a:ext uri="{FF2B5EF4-FFF2-40B4-BE49-F238E27FC236}">
                    <a16:creationId xmlns:a16="http://schemas.microsoft.com/office/drawing/2014/main" id="{047BCF56-57B0-C28C-488A-179E8836A0F0}"/>
                  </a:ext>
                </a:extLst>
              </p:cNvPr>
              <p:cNvSpPr/>
              <p:nvPr/>
            </p:nvSpPr>
            <p:spPr>
              <a:xfrm>
                <a:off x="81" y="897700"/>
                <a:ext cx="202688" cy="48515"/>
              </a:xfrm>
              <a:custGeom>
                <a:avLst/>
                <a:gdLst>
                  <a:gd name="connsiteX0" fmla="*/ 1 w 202688"/>
                  <a:gd name="connsiteY0" fmla="*/ 21888 h 48515"/>
                  <a:gd name="connsiteX1" fmla="*/ 1 w 202688"/>
                  <a:gd name="connsiteY1" fmla="*/ 23579 h 48515"/>
                  <a:gd name="connsiteX2" fmla="*/ 23394 w 202688"/>
                  <a:gd name="connsiteY2" fmla="*/ 45870 h 48515"/>
                  <a:gd name="connsiteX3" fmla="*/ 178332 w 202688"/>
                  <a:gd name="connsiteY3" fmla="*/ 48511 h 48515"/>
                  <a:gd name="connsiteX4" fmla="*/ 202585 w 202688"/>
                  <a:gd name="connsiteY4" fmla="*/ 27487 h 48515"/>
                  <a:gd name="connsiteX5" fmla="*/ 202661 w 202688"/>
                  <a:gd name="connsiteY5" fmla="*/ 25948 h 48515"/>
                  <a:gd name="connsiteX6" fmla="*/ 179313 w 202688"/>
                  <a:gd name="connsiteY6" fmla="*/ 2781 h 48515"/>
                  <a:gd name="connsiteX7" fmla="*/ 24300 w 202688"/>
                  <a:gd name="connsiteY7" fmla="*/ 4 h 48515"/>
                  <a:gd name="connsiteX8" fmla="*/ 1 w 202688"/>
                  <a:gd name="connsiteY8" fmla="*/ 21918 h 48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88" h="48515">
                    <a:moveTo>
                      <a:pt x="1" y="21888"/>
                    </a:moveTo>
                    <a:lnTo>
                      <a:pt x="1" y="23579"/>
                    </a:lnTo>
                    <a:cubicBezTo>
                      <a:pt x="-120" y="35698"/>
                      <a:pt x="10309" y="45643"/>
                      <a:pt x="23394" y="45870"/>
                    </a:cubicBezTo>
                    <a:lnTo>
                      <a:pt x="178332" y="48511"/>
                    </a:lnTo>
                    <a:cubicBezTo>
                      <a:pt x="191221" y="48737"/>
                      <a:pt x="201951" y="39425"/>
                      <a:pt x="202585" y="27487"/>
                    </a:cubicBezTo>
                    <a:lnTo>
                      <a:pt x="202661" y="25948"/>
                    </a:lnTo>
                    <a:cubicBezTo>
                      <a:pt x="203310" y="13497"/>
                      <a:pt x="192745" y="3023"/>
                      <a:pt x="179313" y="2781"/>
                    </a:cubicBezTo>
                    <a:lnTo>
                      <a:pt x="24300" y="4"/>
                    </a:lnTo>
                    <a:cubicBezTo>
                      <a:pt x="11034" y="-237"/>
                      <a:pt x="107" y="9618"/>
                      <a:pt x="1" y="21918"/>
                    </a:cubicBezTo>
                    <a:close/>
                  </a:path>
                </a:pathLst>
              </a:custGeom>
              <a:solidFill>
                <a:srgbClr val="FFD040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0" name="Graphique 28">
              <a:extLst>
                <a:ext uri="{FF2B5EF4-FFF2-40B4-BE49-F238E27FC236}">
                  <a16:creationId xmlns:a16="http://schemas.microsoft.com/office/drawing/2014/main" id="{F3F6A21F-1AA2-F119-F6D7-4561604209F3}"/>
                </a:ext>
              </a:extLst>
            </p:cNvPr>
            <p:cNvGrpSpPr/>
            <p:nvPr/>
          </p:nvGrpSpPr>
          <p:grpSpPr>
            <a:xfrm>
              <a:off x="0" y="457150"/>
              <a:ext cx="482341" cy="690271"/>
              <a:chOff x="0" y="457150"/>
              <a:chExt cx="482341" cy="690271"/>
            </a:xfrm>
          </p:grpSpPr>
          <p:grpSp>
            <p:nvGrpSpPr>
              <p:cNvPr id="556" name="Graphique 28">
                <a:extLst>
                  <a:ext uri="{FF2B5EF4-FFF2-40B4-BE49-F238E27FC236}">
                    <a16:creationId xmlns:a16="http://schemas.microsoft.com/office/drawing/2014/main" id="{AFB79355-AF7D-4ED0-1719-924EAAA8AC87}"/>
                  </a:ext>
                </a:extLst>
              </p:cNvPr>
              <p:cNvGrpSpPr/>
              <p:nvPr/>
            </p:nvGrpSpPr>
            <p:grpSpPr>
              <a:xfrm>
                <a:off x="225678" y="1108193"/>
                <a:ext cx="108209" cy="30474"/>
                <a:chOff x="225678" y="1108193"/>
                <a:chExt cx="108209" cy="30474"/>
              </a:xfrm>
            </p:grpSpPr>
            <p:sp>
              <p:nvSpPr>
                <p:cNvPr id="571" name="Forme libre : forme 570">
                  <a:extLst>
                    <a:ext uri="{FF2B5EF4-FFF2-40B4-BE49-F238E27FC236}">
                      <a16:creationId xmlns:a16="http://schemas.microsoft.com/office/drawing/2014/main" id="{7591069C-4680-A4E0-2D17-B4237782A4D5}"/>
                    </a:ext>
                  </a:extLst>
                </p:cNvPr>
                <p:cNvSpPr/>
                <p:nvPr/>
              </p:nvSpPr>
              <p:spPr>
                <a:xfrm>
                  <a:off x="225953" y="1130895"/>
                  <a:ext cx="107934" cy="7772"/>
                </a:xfrm>
                <a:custGeom>
                  <a:avLst/>
                  <a:gdLst>
                    <a:gd name="connsiteX0" fmla="*/ 43390 w 107934"/>
                    <a:gd name="connsiteY0" fmla="*/ 4347 h 7772"/>
                    <a:gd name="connsiteX1" fmla="*/ 0 w 107934"/>
                    <a:gd name="connsiteY1" fmla="*/ 0 h 7772"/>
                    <a:gd name="connsiteX2" fmla="*/ 9780 w 107934"/>
                    <a:gd name="connsiteY2" fmla="*/ 7773 h 7772"/>
                    <a:gd name="connsiteX3" fmla="*/ 103382 w 107934"/>
                    <a:gd name="connsiteY3" fmla="*/ 7773 h 7772"/>
                    <a:gd name="connsiteX4" fmla="*/ 107774 w 107934"/>
                    <a:gd name="connsiteY4" fmla="*/ 2022 h 7772"/>
                    <a:gd name="connsiteX5" fmla="*/ 43405 w 107934"/>
                    <a:gd name="connsiteY5" fmla="*/ 4331 h 7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7934" h="7772">
                      <a:moveTo>
                        <a:pt x="43390" y="4347"/>
                      </a:moveTo>
                      <a:cubicBezTo>
                        <a:pt x="16934" y="4347"/>
                        <a:pt x="5222" y="2083"/>
                        <a:pt x="0" y="0"/>
                      </a:cubicBezTo>
                      <a:cubicBezTo>
                        <a:pt x="1011" y="4347"/>
                        <a:pt x="4890" y="7773"/>
                        <a:pt x="9780" y="7773"/>
                      </a:cubicBezTo>
                      <a:lnTo>
                        <a:pt x="103382" y="7773"/>
                      </a:lnTo>
                      <a:cubicBezTo>
                        <a:pt x="106537" y="7773"/>
                        <a:pt x="108529" y="4754"/>
                        <a:pt x="107774" y="2022"/>
                      </a:cubicBezTo>
                      <a:cubicBezTo>
                        <a:pt x="97104" y="2883"/>
                        <a:pt x="74450" y="4331"/>
                        <a:pt x="43405" y="4331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2" name="Forme libre : forme 571">
                  <a:extLst>
                    <a:ext uri="{FF2B5EF4-FFF2-40B4-BE49-F238E27FC236}">
                      <a16:creationId xmlns:a16="http://schemas.microsoft.com/office/drawing/2014/main" id="{B0C20715-48E3-9DBA-EC1B-70A6FF040474}"/>
                    </a:ext>
                  </a:extLst>
                </p:cNvPr>
                <p:cNvSpPr/>
                <p:nvPr/>
              </p:nvSpPr>
              <p:spPr>
                <a:xfrm>
                  <a:off x="225678" y="1108193"/>
                  <a:ext cx="108034" cy="27049"/>
                </a:xfrm>
                <a:custGeom>
                  <a:avLst/>
                  <a:gdLst>
                    <a:gd name="connsiteX0" fmla="*/ 108034 w 108034"/>
                    <a:gd name="connsiteY0" fmla="*/ 24725 h 27049"/>
                    <a:gd name="connsiteX1" fmla="*/ 107264 w 108034"/>
                    <a:gd name="connsiteY1" fmla="*/ 23125 h 27049"/>
                    <a:gd name="connsiteX2" fmla="*/ 66334 w 108034"/>
                    <a:gd name="connsiteY2" fmla="*/ 4 h 27049"/>
                    <a:gd name="connsiteX3" fmla="*/ 5663 w 108034"/>
                    <a:gd name="connsiteY3" fmla="*/ 185 h 27049"/>
                    <a:gd name="connsiteX4" fmla="*/ 426 w 108034"/>
                    <a:gd name="connsiteY4" fmla="*/ 17526 h 27049"/>
                    <a:gd name="connsiteX5" fmla="*/ 260 w 108034"/>
                    <a:gd name="connsiteY5" fmla="*/ 22703 h 27049"/>
                    <a:gd name="connsiteX6" fmla="*/ 43650 w 108034"/>
                    <a:gd name="connsiteY6" fmla="*/ 27049 h 27049"/>
                    <a:gd name="connsiteX7" fmla="*/ 108019 w 108034"/>
                    <a:gd name="connsiteY7" fmla="*/ 24740 h 27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8034" h="27049">
                      <a:moveTo>
                        <a:pt x="108034" y="24725"/>
                      </a:moveTo>
                      <a:cubicBezTo>
                        <a:pt x="107883" y="24167"/>
                        <a:pt x="107657" y="23638"/>
                        <a:pt x="107264" y="23125"/>
                      </a:cubicBezTo>
                      <a:cubicBezTo>
                        <a:pt x="100141" y="14025"/>
                        <a:pt x="85818" y="-268"/>
                        <a:pt x="66334" y="4"/>
                      </a:cubicBezTo>
                      <a:cubicBezTo>
                        <a:pt x="37795" y="411"/>
                        <a:pt x="27849" y="3505"/>
                        <a:pt x="5663" y="185"/>
                      </a:cubicBezTo>
                      <a:lnTo>
                        <a:pt x="426" y="17526"/>
                      </a:lnTo>
                      <a:cubicBezTo>
                        <a:pt x="-102" y="19292"/>
                        <a:pt x="-117" y="21058"/>
                        <a:pt x="260" y="22703"/>
                      </a:cubicBezTo>
                      <a:cubicBezTo>
                        <a:pt x="5497" y="24770"/>
                        <a:pt x="17194" y="27049"/>
                        <a:pt x="43650" y="27049"/>
                      </a:cubicBezTo>
                      <a:cubicBezTo>
                        <a:pt x="74680" y="27049"/>
                        <a:pt x="97349" y="25600"/>
                        <a:pt x="108019" y="24740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57" name="Forme libre : forme 556">
                <a:extLst>
                  <a:ext uri="{FF2B5EF4-FFF2-40B4-BE49-F238E27FC236}">
                    <a16:creationId xmlns:a16="http://schemas.microsoft.com/office/drawing/2014/main" id="{955634D2-3942-C425-69A7-8AD2ACF72AD4}"/>
                  </a:ext>
                </a:extLst>
              </p:cNvPr>
              <p:cNvSpPr/>
              <p:nvPr/>
            </p:nvSpPr>
            <p:spPr>
              <a:xfrm>
                <a:off x="231326" y="1089693"/>
                <a:ext cx="29203" cy="25137"/>
              </a:xfrm>
              <a:custGeom>
                <a:avLst/>
                <a:gdLst>
                  <a:gd name="connsiteX0" fmla="*/ 6429 w 29203"/>
                  <a:gd name="connsiteY0" fmla="*/ 0 h 25137"/>
                  <a:gd name="connsiteX1" fmla="*/ 0 w 29203"/>
                  <a:gd name="connsiteY1" fmla="*/ 21839 h 25137"/>
                  <a:gd name="connsiteX2" fmla="*/ 26744 w 29203"/>
                  <a:gd name="connsiteY2" fmla="*/ 23121 h 25137"/>
                  <a:gd name="connsiteX3" fmla="*/ 29204 w 29203"/>
                  <a:gd name="connsiteY3" fmla="*/ 4196 h 25137"/>
                  <a:gd name="connsiteX4" fmla="*/ 6429 w 29203"/>
                  <a:gd name="connsiteY4" fmla="*/ 0 h 25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03" h="25137">
                    <a:moveTo>
                      <a:pt x="6429" y="0"/>
                    </a:moveTo>
                    <a:lnTo>
                      <a:pt x="0" y="21839"/>
                    </a:lnTo>
                    <a:cubicBezTo>
                      <a:pt x="0" y="21839"/>
                      <a:pt x="14232" y="28313"/>
                      <a:pt x="26744" y="23121"/>
                    </a:cubicBezTo>
                    <a:lnTo>
                      <a:pt x="29204" y="4196"/>
                    </a:lnTo>
                    <a:lnTo>
                      <a:pt x="6429" y="0"/>
                    </a:lnTo>
                    <a:close/>
                  </a:path>
                </a:pathLst>
              </a:custGeom>
              <a:solidFill>
                <a:srgbClr val="C9764E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558" name="Graphique 28">
                <a:extLst>
                  <a:ext uri="{FF2B5EF4-FFF2-40B4-BE49-F238E27FC236}">
                    <a16:creationId xmlns:a16="http://schemas.microsoft.com/office/drawing/2014/main" id="{6EC4CE18-1258-789A-A432-61A8984D4DB7}"/>
                  </a:ext>
                </a:extLst>
              </p:cNvPr>
              <p:cNvGrpSpPr/>
              <p:nvPr/>
            </p:nvGrpSpPr>
            <p:grpSpPr>
              <a:xfrm>
                <a:off x="385389" y="1076626"/>
                <a:ext cx="96952" cy="70795"/>
                <a:chOff x="385389" y="1076626"/>
                <a:chExt cx="96952" cy="70795"/>
              </a:xfrm>
            </p:grpSpPr>
            <p:sp>
              <p:nvSpPr>
                <p:cNvPr id="569" name="Forme libre : forme 568">
                  <a:extLst>
                    <a:ext uri="{FF2B5EF4-FFF2-40B4-BE49-F238E27FC236}">
                      <a16:creationId xmlns:a16="http://schemas.microsoft.com/office/drawing/2014/main" id="{233E0B8D-D247-56BB-5690-FB6B85C36CFF}"/>
                    </a:ext>
                  </a:extLst>
                </p:cNvPr>
                <p:cNvSpPr/>
                <p:nvPr/>
              </p:nvSpPr>
              <p:spPr>
                <a:xfrm>
                  <a:off x="395214" y="1079370"/>
                  <a:ext cx="87127" cy="68051"/>
                </a:xfrm>
                <a:custGeom>
                  <a:avLst/>
                  <a:gdLst>
                    <a:gd name="connsiteX0" fmla="*/ 36539 w 87127"/>
                    <a:gd name="connsiteY0" fmla="*/ 42108 h 68051"/>
                    <a:gd name="connsiteX1" fmla="*/ 0 w 87127"/>
                    <a:gd name="connsiteY1" fmla="*/ 65923 h 68051"/>
                    <a:gd name="connsiteX2" fmla="*/ 12466 w 87127"/>
                    <a:gd name="connsiteY2" fmla="*/ 65833 h 68051"/>
                    <a:gd name="connsiteX3" fmla="*/ 85422 w 87127"/>
                    <a:gd name="connsiteY3" fmla="*/ 7214 h 68051"/>
                    <a:gd name="connsiteX4" fmla="*/ 85256 w 87127"/>
                    <a:gd name="connsiteY4" fmla="*/ 0 h 68051"/>
                    <a:gd name="connsiteX5" fmla="*/ 36523 w 87127"/>
                    <a:gd name="connsiteY5" fmla="*/ 42108 h 680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7127" h="68051">
                      <a:moveTo>
                        <a:pt x="36539" y="42108"/>
                      </a:moveTo>
                      <a:cubicBezTo>
                        <a:pt x="15907" y="58679"/>
                        <a:pt x="5373" y="64248"/>
                        <a:pt x="0" y="65923"/>
                      </a:cubicBezTo>
                      <a:cubicBezTo>
                        <a:pt x="3501" y="68655"/>
                        <a:pt x="8663" y="68896"/>
                        <a:pt x="12466" y="65833"/>
                      </a:cubicBezTo>
                      <a:lnTo>
                        <a:pt x="85422" y="7214"/>
                      </a:lnTo>
                      <a:cubicBezTo>
                        <a:pt x="87883" y="5237"/>
                        <a:pt x="87550" y="1660"/>
                        <a:pt x="85256" y="0"/>
                      </a:cubicBezTo>
                      <a:cubicBezTo>
                        <a:pt x="77469" y="7350"/>
                        <a:pt x="60716" y="22669"/>
                        <a:pt x="36523" y="42108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0" name="Forme libre : forme 569">
                  <a:extLst>
                    <a:ext uri="{FF2B5EF4-FFF2-40B4-BE49-F238E27FC236}">
                      <a16:creationId xmlns:a16="http://schemas.microsoft.com/office/drawing/2014/main" id="{7DB8E347-2D5E-A76D-6ED2-DDB9AE1943E8}"/>
                    </a:ext>
                  </a:extLst>
                </p:cNvPr>
                <p:cNvSpPr/>
                <p:nvPr/>
              </p:nvSpPr>
              <p:spPr>
                <a:xfrm>
                  <a:off x="385389" y="1076626"/>
                  <a:ext cx="95111" cy="68682"/>
                </a:xfrm>
                <a:custGeom>
                  <a:avLst/>
                  <a:gdLst>
                    <a:gd name="connsiteX0" fmla="*/ 95097 w 95111"/>
                    <a:gd name="connsiteY0" fmla="*/ 2744 h 68682"/>
                    <a:gd name="connsiteX1" fmla="*/ 93512 w 95111"/>
                    <a:gd name="connsiteY1" fmla="*/ 1989 h 68682"/>
                    <a:gd name="connsiteX2" fmla="*/ 47194 w 95111"/>
                    <a:gd name="connsiteY2" fmla="*/ 9687 h 68682"/>
                    <a:gd name="connsiteX3" fmla="*/ 0 w 95111"/>
                    <a:gd name="connsiteY3" fmla="*/ 47825 h 68682"/>
                    <a:gd name="connsiteX4" fmla="*/ 6731 w 95111"/>
                    <a:gd name="connsiteY4" fmla="*/ 64562 h 68682"/>
                    <a:gd name="connsiteX5" fmla="*/ 9840 w 95111"/>
                    <a:gd name="connsiteY5" fmla="*/ 68682 h 68682"/>
                    <a:gd name="connsiteX6" fmla="*/ 46379 w 95111"/>
                    <a:gd name="connsiteY6" fmla="*/ 44867 h 68682"/>
                    <a:gd name="connsiteX7" fmla="*/ 95112 w 95111"/>
                    <a:gd name="connsiteY7" fmla="*/ 2759 h 68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5111" h="68682">
                      <a:moveTo>
                        <a:pt x="95097" y="2744"/>
                      </a:moveTo>
                      <a:cubicBezTo>
                        <a:pt x="94629" y="2412"/>
                        <a:pt x="94116" y="2125"/>
                        <a:pt x="93512" y="1989"/>
                      </a:cubicBezTo>
                      <a:cubicBezTo>
                        <a:pt x="82283" y="-606"/>
                        <a:pt x="62210" y="-2735"/>
                        <a:pt x="47194" y="9687"/>
                      </a:cubicBezTo>
                      <a:cubicBezTo>
                        <a:pt x="25189" y="27873"/>
                        <a:pt x="19363" y="36505"/>
                        <a:pt x="0" y="47825"/>
                      </a:cubicBezTo>
                      <a:lnTo>
                        <a:pt x="6731" y="64562"/>
                      </a:lnTo>
                      <a:cubicBezTo>
                        <a:pt x="7425" y="66268"/>
                        <a:pt x="8512" y="67641"/>
                        <a:pt x="9840" y="68682"/>
                      </a:cubicBezTo>
                      <a:cubicBezTo>
                        <a:pt x="15213" y="67007"/>
                        <a:pt x="25747" y="61438"/>
                        <a:pt x="46379" y="44867"/>
                      </a:cubicBezTo>
                      <a:cubicBezTo>
                        <a:pt x="70572" y="25428"/>
                        <a:pt x="87324" y="10109"/>
                        <a:pt x="95112" y="2759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59" name="Forme libre : forme 558">
                <a:extLst>
                  <a:ext uri="{FF2B5EF4-FFF2-40B4-BE49-F238E27FC236}">
                    <a16:creationId xmlns:a16="http://schemas.microsoft.com/office/drawing/2014/main" id="{79C4AA89-F36F-1014-7456-C29FF27920B7}"/>
                  </a:ext>
                </a:extLst>
              </p:cNvPr>
              <p:cNvSpPr/>
              <p:nvPr/>
            </p:nvSpPr>
            <p:spPr>
              <a:xfrm>
                <a:off x="69869" y="840821"/>
                <a:ext cx="231154" cy="259354"/>
              </a:xfrm>
              <a:custGeom>
                <a:avLst/>
                <a:gdLst>
                  <a:gd name="connsiteX0" fmla="*/ 30502 w 231154"/>
                  <a:gd name="connsiteY0" fmla="*/ 0 h 259354"/>
                  <a:gd name="connsiteX1" fmla="*/ 221389 w 231154"/>
                  <a:gd name="connsiteY1" fmla="*/ 28223 h 259354"/>
                  <a:gd name="connsiteX2" fmla="*/ 194872 w 231154"/>
                  <a:gd name="connsiteY2" fmla="*/ 257912 h 259354"/>
                  <a:gd name="connsiteX3" fmla="*/ 166347 w 231154"/>
                  <a:gd name="connsiteY3" fmla="*/ 256056 h 259354"/>
                  <a:gd name="connsiteX4" fmla="*/ 171509 w 231154"/>
                  <a:gd name="connsiteY4" fmla="*/ 63539 h 259354"/>
                  <a:gd name="connsiteX5" fmla="*/ 0 w 231154"/>
                  <a:gd name="connsiteY5" fmla="*/ 35482 h 259354"/>
                  <a:gd name="connsiteX6" fmla="*/ 30502 w 231154"/>
                  <a:gd name="connsiteY6" fmla="*/ 0 h 259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1154" h="259354">
                    <a:moveTo>
                      <a:pt x="30502" y="0"/>
                    </a:moveTo>
                    <a:cubicBezTo>
                      <a:pt x="30502" y="0"/>
                      <a:pt x="188895" y="12934"/>
                      <a:pt x="221389" y="28223"/>
                    </a:cubicBezTo>
                    <a:cubicBezTo>
                      <a:pt x="253883" y="43526"/>
                      <a:pt x="194872" y="257912"/>
                      <a:pt x="194872" y="257912"/>
                    </a:cubicBezTo>
                    <a:cubicBezTo>
                      <a:pt x="194872" y="257912"/>
                      <a:pt x="186028" y="262169"/>
                      <a:pt x="166347" y="256056"/>
                    </a:cubicBezTo>
                    <a:cubicBezTo>
                      <a:pt x="166347" y="256056"/>
                      <a:pt x="186526" y="97843"/>
                      <a:pt x="171509" y="63539"/>
                    </a:cubicBezTo>
                    <a:lnTo>
                      <a:pt x="0" y="35482"/>
                    </a:lnTo>
                    <a:lnTo>
                      <a:pt x="30502" y="0"/>
                    </a:lnTo>
                    <a:close/>
                  </a:path>
                </a:pathLst>
              </a:custGeom>
              <a:solidFill>
                <a:srgbClr val="332989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Forme libre : forme 559">
                <a:extLst>
                  <a:ext uri="{FF2B5EF4-FFF2-40B4-BE49-F238E27FC236}">
                    <a16:creationId xmlns:a16="http://schemas.microsoft.com/office/drawing/2014/main" id="{DA5A9DB7-9BEC-9883-40ED-A57AD423FE7D}"/>
                  </a:ext>
                </a:extLst>
              </p:cNvPr>
              <p:cNvSpPr/>
              <p:nvPr/>
            </p:nvSpPr>
            <p:spPr>
              <a:xfrm>
                <a:off x="369647" y="1084984"/>
                <a:ext cx="34863" cy="39466"/>
              </a:xfrm>
              <a:custGeom>
                <a:avLst/>
                <a:gdLst>
                  <a:gd name="connsiteX0" fmla="*/ 0 w 34863"/>
                  <a:gd name="connsiteY0" fmla="*/ 9357 h 39466"/>
                  <a:gd name="connsiteX1" fmla="*/ 15741 w 34863"/>
                  <a:gd name="connsiteY1" fmla="*/ 39466 h 39466"/>
                  <a:gd name="connsiteX2" fmla="*/ 34863 w 34863"/>
                  <a:gd name="connsiteY2" fmla="*/ 25974 h 39466"/>
                  <a:gd name="connsiteX3" fmla="*/ 20571 w 34863"/>
                  <a:gd name="connsiteY3" fmla="*/ 0 h 39466"/>
                  <a:gd name="connsiteX4" fmla="*/ 0 w 34863"/>
                  <a:gd name="connsiteY4" fmla="*/ 9342 h 39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3" h="39466">
                    <a:moveTo>
                      <a:pt x="0" y="9357"/>
                    </a:moveTo>
                    <a:cubicBezTo>
                      <a:pt x="1464" y="10700"/>
                      <a:pt x="15741" y="39466"/>
                      <a:pt x="15741" y="39466"/>
                    </a:cubicBezTo>
                    <a:cubicBezTo>
                      <a:pt x="15741" y="39466"/>
                      <a:pt x="31618" y="36025"/>
                      <a:pt x="34863" y="25974"/>
                    </a:cubicBezTo>
                    <a:lnTo>
                      <a:pt x="20571" y="0"/>
                    </a:lnTo>
                    <a:lnTo>
                      <a:pt x="0" y="9342"/>
                    </a:lnTo>
                    <a:close/>
                  </a:path>
                </a:pathLst>
              </a:custGeom>
              <a:solidFill>
                <a:srgbClr val="C9764E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Forme libre : forme 560">
                <a:extLst>
                  <a:ext uri="{FF2B5EF4-FFF2-40B4-BE49-F238E27FC236}">
                    <a16:creationId xmlns:a16="http://schemas.microsoft.com/office/drawing/2014/main" id="{350E77D6-415A-FDCB-273D-F320D9B3DE7C}"/>
                  </a:ext>
                </a:extLst>
              </p:cNvPr>
              <p:cNvSpPr/>
              <p:nvPr/>
            </p:nvSpPr>
            <p:spPr>
              <a:xfrm>
                <a:off x="0" y="839493"/>
                <a:ext cx="395096" cy="262733"/>
              </a:xfrm>
              <a:custGeom>
                <a:avLst/>
                <a:gdLst>
                  <a:gd name="connsiteX0" fmla="*/ 4957 w 395096"/>
                  <a:gd name="connsiteY0" fmla="*/ 0 h 262733"/>
                  <a:gd name="connsiteX1" fmla="*/ 6 w 395096"/>
                  <a:gd name="connsiteY1" fmla="*/ 28932 h 262733"/>
                  <a:gd name="connsiteX2" fmla="*/ 41450 w 395096"/>
                  <a:gd name="connsiteY2" fmla="*/ 71417 h 262733"/>
                  <a:gd name="connsiteX3" fmla="*/ 228700 w 395096"/>
                  <a:gd name="connsiteY3" fmla="*/ 79959 h 262733"/>
                  <a:gd name="connsiteX4" fmla="*/ 236986 w 395096"/>
                  <a:gd name="connsiteY4" fmla="*/ 86705 h 262733"/>
                  <a:gd name="connsiteX5" fmla="*/ 368032 w 395096"/>
                  <a:gd name="connsiteY5" fmla="*/ 260282 h 262733"/>
                  <a:gd name="connsiteX6" fmla="*/ 378521 w 395096"/>
                  <a:gd name="connsiteY6" fmla="*/ 261429 h 262733"/>
                  <a:gd name="connsiteX7" fmla="*/ 393493 w 395096"/>
                  <a:gd name="connsiteY7" fmla="*/ 251981 h 262733"/>
                  <a:gd name="connsiteX8" fmla="*/ 394625 w 395096"/>
                  <a:gd name="connsiteY8" fmla="*/ 247333 h 262733"/>
                  <a:gd name="connsiteX9" fmla="*/ 285598 w 395096"/>
                  <a:gd name="connsiteY9" fmla="*/ 61154 h 262733"/>
                  <a:gd name="connsiteX10" fmla="*/ 259956 w 395096"/>
                  <a:gd name="connsiteY10" fmla="*/ 42138 h 262733"/>
                  <a:gd name="connsiteX11" fmla="*/ 100355 w 395096"/>
                  <a:gd name="connsiteY11" fmla="*/ 1343 h 262733"/>
                  <a:gd name="connsiteX12" fmla="*/ 4957 w 395096"/>
                  <a:gd name="connsiteY12" fmla="*/ 15 h 26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5096" h="262733">
                    <a:moveTo>
                      <a:pt x="4957" y="0"/>
                    </a:moveTo>
                    <a:cubicBezTo>
                      <a:pt x="4957" y="0"/>
                      <a:pt x="-205" y="12421"/>
                      <a:pt x="6" y="28932"/>
                    </a:cubicBezTo>
                    <a:cubicBezTo>
                      <a:pt x="293" y="51752"/>
                      <a:pt x="18645" y="70285"/>
                      <a:pt x="41450" y="71417"/>
                    </a:cubicBezTo>
                    <a:lnTo>
                      <a:pt x="228700" y="79959"/>
                    </a:lnTo>
                    <a:cubicBezTo>
                      <a:pt x="232654" y="80140"/>
                      <a:pt x="236005" y="82872"/>
                      <a:pt x="236986" y="86705"/>
                    </a:cubicBezTo>
                    <a:cubicBezTo>
                      <a:pt x="241393" y="103729"/>
                      <a:pt x="262899" y="155994"/>
                      <a:pt x="368032" y="260282"/>
                    </a:cubicBezTo>
                    <a:cubicBezTo>
                      <a:pt x="370824" y="263059"/>
                      <a:pt x="375186" y="263527"/>
                      <a:pt x="378521" y="261429"/>
                    </a:cubicBezTo>
                    <a:lnTo>
                      <a:pt x="393493" y="251981"/>
                    </a:lnTo>
                    <a:cubicBezTo>
                      <a:pt x="395063" y="250985"/>
                      <a:pt x="395561" y="248933"/>
                      <a:pt x="394625" y="247333"/>
                    </a:cubicBezTo>
                    <a:lnTo>
                      <a:pt x="285598" y="61154"/>
                    </a:lnTo>
                    <a:cubicBezTo>
                      <a:pt x="279878" y="51706"/>
                      <a:pt x="270672" y="44869"/>
                      <a:pt x="259956" y="42138"/>
                    </a:cubicBezTo>
                    <a:lnTo>
                      <a:pt x="100355" y="1343"/>
                    </a:lnTo>
                    <a:lnTo>
                      <a:pt x="4957" y="15"/>
                    </a:lnTo>
                    <a:close/>
                  </a:path>
                </a:pathLst>
              </a:custGeom>
              <a:solidFill>
                <a:srgbClr val="332989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Forme libre : forme 561">
                <a:extLst>
                  <a:ext uri="{FF2B5EF4-FFF2-40B4-BE49-F238E27FC236}">
                    <a16:creationId xmlns:a16="http://schemas.microsoft.com/office/drawing/2014/main" id="{C5A31A78-D2F3-FCA6-4376-5CF5281BD4FA}"/>
                  </a:ext>
                </a:extLst>
              </p:cNvPr>
              <p:cNvSpPr/>
              <p:nvPr/>
            </p:nvSpPr>
            <p:spPr>
              <a:xfrm>
                <a:off x="148998" y="548664"/>
                <a:ext cx="73559" cy="76231"/>
              </a:xfrm>
              <a:custGeom>
                <a:avLst/>
                <a:gdLst>
                  <a:gd name="connsiteX0" fmla="*/ 40508 w 73559"/>
                  <a:gd name="connsiteY0" fmla="*/ 0 h 76231"/>
                  <a:gd name="connsiteX1" fmla="*/ 0 w 73559"/>
                  <a:gd name="connsiteY1" fmla="*/ 52642 h 76231"/>
                  <a:gd name="connsiteX2" fmla="*/ 42274 w 73559"/>
                  <a:gd name="connsiteY2" fmla="*/ 76231 h 76231"/>
                  <a:gd name="connsiteX3" fmla="*/ 73560 w 73559"/>
                  <a:gd name="connsiteY3" fmla="*/ 27694 h 76231"/>
                  <a:gd name="connsiteX4" fmla="*/ 40508 w 73559"/>
                  <a:gd name="connsiteY4" fmla="*/ 0 h 76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559" h="76231">
                    <a:moveTo>
                      <a:pt x="40508" y="0"/>
                    </a:moveTo>
                    <a:cubicBezTo>
                      <a:pt x="40508" y="0"/>
                      <a:pt x="20450" y="35467"/>
                      <a:pt x="0" y="52642"/>
                    </a:cubicBezTo>
                    <a:lnTo>
                      <a:pt x="42274" y="76231"/>
                    </a:lnTo>
                    <a:cubicBezTo>
                      <a:pt x="42274" y="76231"/>
                      <a:pt x="51797" y="38682"/>
                      <a:pt x="73560" y="27694"/>
                    </a:cubicBezTo>
                    <a:lnTo>
                      <a:pt x="40508" y="0"/>
                    </a:lnTo>
                    <a:close/>
                  </a:path>
                </a:pathLst>
              </a:custGeom>
              <a:solidFill>
                <a:srgbClr val="C9764E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Forme libre : forme 562">
                <a:extLst>
                  <a:ext uri="{FF2B5EF4-FFF2-40B4-BE49-F238E27FC236}">
                    <a16:creationId xmlns:a16="http://schemas.microsoft.com/office/drawing/2014/main" id="{D3DC3BDD-318B-4DB0-B771-60AD449D823D}"/>
                  </a:ext>
                </a:extLst>
              </p:cNvPr>
              <p:cNvSpPr/>
              <p:nvPr/>
            </p:nvSpPr>
            <p:spPr>
              <a:xfrm>
                <a:off x="1561" y="595359"/>
                <a:ext cx="332030" cy="250935"/>
              </a:xfrm>
              <a:custGeom>
                <a:avLst/>
                <a:gdLst>
                  <a:gd name="connsiteX0" fmla="*/ 0 w 332030"/>
                  <a:gd name="connsiteY0" fmla="*/ 245462 h 250935"/>
                  <a:gd name="connsiteX1" fmla="*/ 98809 w 332030"/>
                  <a:gd name="connsiteY1" fmla="*/ 245462 h 250935"/>
                  <a:gd name="connsiteX2" fmla="*/ 192442 w 332030"/>
                  <a:gd name="connsiteY2" fmla="*/ 129990 h 250935"/>
                  <a:gd name="connsiteX3" fmla="*/ 326854 w 332030"/>
                  <a:gd name="connsiteY3" fmla="*/ 205060 h 250935"/>
                  <a:gd name="connsiteX4" fmla="*/ 332031 w 332030"/>
                  <a:gd name="connsiteY4" fmla="*/ 193499 h 250935"/>
                  <a:gd name="connsiteX5" fmla="*/ 235470 w 332030"/>
                  <a:gd name="connsiteY5" fmla="*/ 107171 h 250935"/>
                  <a:gd name="connsiteX6" fmla="*/ 182934 w 332030"/>
                  <a:gd name="connsiteY6" fmla="*/ 18926 h 250935"/>
                  <a:gd name="connsiteX7" fmla="*/ 158364 w 332030"/>
                  <a:gd name="connsiteY7" fmla="*/ 1449 h 250935"/>
                  <a:gd name="connsiteX8" fmla="*/ 150787 w 332030"/>
                  <a:gd name="connsiteY8" fmla="*/ 966 h 250935"/>
                  <a:gd name="connsiteX9" fmla="*/ 15 w 332030"/>
                  <a:gd name="connsiteY9" fmla="*/ 245447 h 25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2030" h="250935">
                    <a:moveTo>
                      <a:pt x="0" y="245462"/>
                    </a:moveTo>
                    <a:cubicBezTo>
                      <a:pt x="0" y="245462"/>
                      <a:pt x="50544" y="257777"/>
                      <a:pt x="98809" y="245462"/>
                    </a:cubicBezTo>
                    <a:cubicBezTo>
                      <a:pt x="98809" y="245462"/>
                      <a:pt x="166332" y="154697"/>
                      <a:pt x="192442" y="129990"/>
                    </a:cubicBezTo>
                    <a:cubicBezTo>
                      <a:pt x="192442" y="129990"/>
                      <a:pt x="234112" y="195732"/>
                      <a:pt x="326854" y="205060"/>
                    </a:cubicBezTo>
                    <a:lnTo>
                      <a:pt x="332031" y="193499"/>
                    </a:lnTo>
                    <a:cubicBezTo>
                      <a:pt x="332031" y="193499"/>
                      <a:pt x="258199" y="159466"/>
                      <a:pt x="235470" y="107171"/>
                    </a:cubicBezTo>
                    <a:cubicBezTo>
                      <a:pt x="212741" y="54876"/>
                      <a:pt x="203610" y="32570"/>
                      <a:pt x="182934" y="18926"/>
                    </a:cubicBezTo>
                    <a:cubicBezTo>
                      <a:pt x="170060" y="10429"/>
                      <a:pt x="162348" y="4619"/>
                      <a:pt x="158364" y="1449"/>
                    </a:cubicBezTo>
                    <a:cubicBezTo>
                      <a:pt x="156175" y="-286"/>
                      <a:pt x="153172" y="-483"/>
                      <a:pt x="150787" y="966"/>
                    </a:cubicBezTo>
                    <a:cubicBezTo>
                      <a:pt x="128843" y="14338"/>
                      <a:pt x="25581" y="85061"/>
                      <a:pt x="15" y="245447"/>
                    </a:cubicBezTo>
                    <a:close/>
                  </a:path>
                </a:pathLst>
              </a:custGeom>
              <a:solidFill>
                <a:srgbClr val="4438B7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Forme libre : forme 563">
                <a:extLst>
                  <a:ext uri="{FF2B5EF4-FFF2-40B4-BE49-F238E27FC236}">
                    <a16:creationId xmlns:a16="http://schemas.microsoft.com/office/drawing/2014/main" id="{4032108E-F059-0A4B-5AC7-8C0BCB37380A}"/>
                  </a:ext>
                </a:extLst>
              </p:cNvPr>
              <p:cNvSpPr/>
              <p:nvPr/>
            </p:nvSpPr>
            <p:spPr>
              <a:xfrm>
                <a:off x="322831" y="772327"/>
                <a:ext cx="80532" cy="19399"/>
              </a:xfrm>
              <a:custGeom>
                <a:avLst/>
                <a:gdLst>
                  <a:gd name="connsiteX0" fmla="*/ 0 w 80532"/>
                  <a:gd name="connsiteY0" fmla="*/ 10495 h 19399"/>
                  <a:gd name="connsiteX1" fmla="*/ 10444 w 80532"/>
                  <a:gd name="connsiteY1" fmla="*/ 7718 h 19399"/>
                  <a:gd name="connsiteX2" fmla="*/ 42138 w 80532"/>
                  <a:gd name="connsiteY2" fmla="*/ 383 h 19399"/>
                  <a:gd name="connsiteX3" fmla="*/ 53276 w 80532"/>
                  <a:gd name="connsiteY3" fmla="*/ 2254 h 19399"/>
                  <a:gd name="connsiteX4" fmla="*/ 80533 w 80532"/>
                  <a:gd name="connsiteY4" fmla="*/ 19399 h 19399"/>
                  <a:gd name="connsiteX5" fmla="*/ 5282 w 80532"/>
                  <a:gd name="connsiteY5" fmla="*/ 19278 h 19399"/>
                  <a:gd name="connsiteX6" fmla="*/ 15 w 80532"/>
                  <a:gd name="connsiteY6" fmla="*/ 10510 h 19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532" h="19399">
                    <a:moveTo>
                      <a:pt x="0" y="10495"/>
                    </a:moveTo>
                    <a:lnTo>
                      <a:pt x="10444" y="7718"/>
                    </a:lnTo>
                    <a:lnTo>
                      <a:pt x="42138" y="383"/>
                    </a:lnTo>
                    <a:cubicBezTo>
                      <a:pt x="45956" y="-508"/>
                      <a:pt x="49971" y="171"/>
                      <a:pt x="53276" y="2254"/>
                    </a:cubicBezTo>
                    <a:lnTo>
                      <a:pt x="80533" y="19399"/>
                    </a:lnTo>
                    <a:lnTo>
                      <a:pt x="5282" y="19278"/>
                    </a:lnTo>
                    <a:lnTo>
                      <a:pt x="15" y="10510"/>
                    </a:lnTo>
                    <a:close/>
                  </a:path>
                </a:pathLst>
              </a:custGeom>
              <a:solidFill>
                <a:srgbClr val="C9764E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565" name="Graphique 28">
                <a:extLst>
                  <a:ext uri="{FF2B5EF4-FFF2-40B4-BE49-F238E27FC236}">
                    <a16:creationId xmlns:a16="http://schemas.microsoft.com/office/drawing/2014/main" id="{4947F8B2-D51D-FBCF-1A41-7CC9F03B2B2C}"/>
                  </a:ext>
                </a:extLst>
              </p:cNvPr>
              <p:cNvGrpSpPr/>
              <p:nvPr/>
            </p:nvGrpSpPr>
            <p:grpSpPr>
              <a:xfrm>
                <a:off x="137340" y="457150"/>
                <a:ext cx="110173" cy="126310"/>
                <a:chOff x="137340" y="457150"/>
                <a:chExt cx="110173" cy="126310"/>
              </a:xfrm>
            </p:grpSpPr>
            <p:sp>
              <p:nvSpPr>
                <p:cNvPr id="566" name="Forme libre : forme 565">
                  <a:extLst>
                    <a:ext uri="{FF2B5EF4-FFF2-40B4-BE49-F238E27FC236}">
                      <a16:creationId xmlns:a16="http://schemas.microsoft.com/office/drawing/2014/main" id="{CDC18892-05AD-777F-F6C2-13FDF89B42F8}"/>
                    </a:ext>
                  </a:extLst>
                </p:cNvPr>
                <p:cNvSpPr/>
                <p:nvPr/>
              </p:nvSpPr>
              <p:spPr>
                <a:xfrm>
                  <a:off x="164580" y="495464"/>
                  <a:ext cx="82933" cy="87996"/>
                </a:xfrm>
                <a:custGeom>
                  <a:avLst/>
                  <a:gdLst>
                    <a:gd name="connsiteX0" fmla="*/ 56770 w 82933"/>
                    <a:gd name="connsiteY0" fmla="*/ 15 h 87996"/>
                    <a:gd name="connsiteX1" fmla="*/ 79650 w 82933"/>
                    <a:gd name="connsiteY1" fmla="*/ 50333 h 87996"/>
                    <a:gd name="connsiteX2" fmla="*/ 68074 w 82933"/>
                    <a:gd name="connsiteY2" fmla="*/ 85815 h 87996"/>
                    <a:gd name="connsiteX3" fmla="*/ 16851 w 82933"/>
                    <a:gd name="connsiteY3" fmla="*/ 67402 h 87996"/>
                    <a:gd name="connsiteX4" fmla="*/ 128 w 82933"/>
                    <a:gd name="connsiteY4" fmla="*/ 29883 h 87996"/>
                    <a:gd name="connsiteX5" fmla="*/ 56755 w 82933"/>
                    <a:gd name="connsiteY5" fmla="*/ 0 h 879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2933" h="87996">
                      <a:moveTo>
                        <a:pt x="56770" y="15"/>
                      </a:moveTo>
                      <a:cubicBezTo>
                        <a:pt x="56770" y="15"/>
                        <a:pt x="76269" y="32418"/>
                        <a:pt x="79650" y="50333"/>
                      </a:cubicBezTo>
                      <a:cubicBezTo>
                        <a:pt x="83030" y="68247"/>
                        <a:pt x="88464" y="79446"/>
                        <a:pt x="68074" y="85815"/>
                      </a:cubicBezTo>
                      <a:cubicBezTo>
                        <a:pt x="47684" y="92199"/>
                        <a:pt x="28743" y="84125"/>
                        <a:pt x="16851" y="67402"/>
                      </a:cubicBezTo>
                      <a:cubicBezTo>
                        <a:pt x="16851" y="67402"/>
                        <a:pt x="-1713" y="41670"/>
                        <a:pt x="128" y="29883"/>
                      </a:cubicBezTo>
                      <a:cubicBezTo>
                        <a:pt x="1985" y="18096"/>
                        <a:pt x="56755" y="0"/>
                        <a:pt x="56755" y="0"/>
                      </a:cubicBezTo>
                      <a:close/>
                    </a:path>
                  </a:pathLst>
                </a:custGeom>
                <a:solidFill>
                  <a:srgbClr val="C9764E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" name="Forme libre : forme 566">
                  <a:extLst>
                    <a:ext uri="{FF2B5EF4-FFF2-40B4-BE49-F238E27FC236}">
                      <a16:creationId xmlns:a16="http://schemas.microsoft.com/office/drawing/2014/main" id="{AB79217C-A0EB-63E0-2371-6139AD3498AE}"/>
                    </a:ext>
                  </a:extLst>
                </p:cNvPr>
                <p:cNvSpPr/>
                <p:nvPr/>
              </p:nvSpPr>
              <p:spPr>
                <a:xfrm>
                  <a:off x="137340" y="457150"/>
                  <a:ext cx="101607" cy="112556"/>
                </a:xfrm>
                <a:custGeom>
                  <a:avLst/>
                  <a:gdLst>
                    <a:gd name="connsiteX0" fmla="*/ 49524 w 101607"/>
                    <a:gd name="connsiteY0" fmla="*/ 91861 h 112556"/>
                    <a:gd name="connsiteX1" fmla="*/ 52166 w 101607"/>
                    <a:gd name="connsiteY1" fmla="*/ 91514 h 112556"/>
                    <a:gd name="connsiteX2" fmla="*/ 47396 w 101607"/>
                    <a:gd name="connsiteY2" fmla="*/ 65480 h 112556"/>
                    <a:gd name="connsiteX3" fmla="*/ 99631 w 101607"/>
                    <a:gd name="connsiteY3" fmla="*/ 33107 h 112556"/>
                    <a:gd name="connsiteX4" fmla="*/ 85459 w 101607"/>
                    <a:gd name="connsiteY4" fmla="*/ 55 h 112556"/>
                    <a:gd name="connsiteX5" fmla="*/ 83754 w 101607"/>
                    <a:gd name="connsiteY5" fmla="*/ 945 h 112556"/>
                    <a:gd name="connsiteX6" fmla="*/ 83105 w 101607"/>
                    <a:gd name="connsiteY6" fmla="*/ 2711 h 112556"/>
                    <a:gd name="connsiteX7" fmla="*/ 80449 w 101607"/>
                    <a:gd name="connsiteY7" fmla="*/ 2786 h 112556"/>
                    <a:gd name="connsiteX8" fmla="*/ 80449 w 101607"/>
                    <a:gd name="connsiteY8" fmla="*/ 2786 h 112556"/>
                    <a:gd name="connsiteX9" fmla="*/ 77853 w 101607"/>
                    <a:gd name="connsiteY9" fmla="*/ 2726 h 112556"/>
                    <a:gd name="connsiteX10" fmla="*/ 52271 w 101607"/>
                    <a:gd name="connsiteY10" fmla="*/ 20218 h 112556"/>
                    <a:gd name="connsiteX11" fmla="*/ 13439 w 101607"/>
                    <a:gd name="connsiteY11" fmla="*/ 58869 h 112556"/>
                    <a:gd name="connsiteX12" fmla="*/ 11401 w 101607"/>
                    <a:gd name="connsiteY12" fmla="*/ 60318 h 112556"/>
                    <a:gd name="connsiteX13" fmla="*/ 2617 w 101607"/>
                    <a:gd name="connsiteY13" fmla="*/ 63216 h 112556"/>
                    <a:gd name="connsiteX14" fmla="*/ 18419 w 101607"/>
                    <a:gd name="connsiteY14" fmla="*/ 95770 h 112556"/>
                    <a:gd name="connsiteX15" fmla="*/ 18645 w 101607"/>
                    <a:gd name="connsiteY15" fmla="*/ 98049 h 112556"/>
                    <a:gd name="connsiteX16" fmla="*/ 24079 w 101607"/>
                    <a:gd name="connsiteY16" fmla="*/ 109519 h 112556"/>
                    <a:gd name="connsiteX17" fmla="*/ 44846 w 101607"/>
                    <a:gd name="connsiteY17" fmla="*/ 111511 h 112556"/>
                    <a:gd name="connsiteX18" fmla="*/ 45721 w 101607"/>
                    <a:gd name="connsiteY18" fmla="*/ 109912 h 112556"/>
                    <a:gd name="connsiteX19" fmla="*/ 42672 w 101607"/>
                    <a:gd name="connsiteY19" fmla="*/ 94276 h 112556"/>
                    <a:gd name="connsiteX20" fmla="*/ 43895 w 101607"/>
                    <a:gd name="connsiteY20" fmla="*/ 92586 h 112556"/>
                    <a:gd name="connsiteX21" fmla="*/ 49524 w 101607"/>
                    <a:gd name="connsiteY21" fmla="*/ 91846 h 112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01607" h="112556">
                      <a:moveTo>
                        <a:pt x="49524" y="91861"/>
                      </a:moveTo>
                      <a:lnTo>
                        <a:pt x="52166" y="91514"/>
                      </a:lnTo>
                      <a:cubicBezTo>
                        <a:pt x="52166" y="91514"/>
                        <a:pt x="38356" y="70657"/>
                        <a:pt x="47396" y="65480"/>
                      </a:cubicBezTo>
                      <a:cubicBezTo>
                        <a:pt x="56422" y="60303"/>
                        <a:pt x="93232" y="47611"/>
                        <a:pt x="99631" y="33107"/>
                      </a:cubicBezTo>
                      <a:cubicBezTo>
                        <a:pt x="105788" y="19131"/>
                        <a:pt x="96582" y="3345"/>
                        <a:pt x="85459" y="55"/>
                      </a:cubicBezTo>
                      <a:cubicBezTo>
                        <a:pt x="84750" y="-157"/>
                        <a:pt x="84010" y="266"/>
                        <a:pt x="83754" y="945"/>
                      </a:cubicBezTo>
                      <a:lnTo>
                        <a:pt x="83105" y="2711"/>
                      </a:lnTo>
                      <a:cubicBezTo>
                        <a:pt x="82652" y="3918"/>
                        <a:pt x="80977" y="3964"/>
                        <a:pt x="80449" y="2786"/>
                      </a:cubicBezTo>
                      <a:lnTo>
                        <a:pt x="80449" y="2786"/>
                      </a:lnTo>
                      <a:cubicBezTo>
                        <a:pt x="79966" y="1670"/>
                        <a:pt x="78366" y="1624"/>
                        <a:pt x="77853" y="2726"/>
                      </a:cubicBezTo>
                      <a:cubicBezTo>
                        <a:pt x="75891" y="7073"/>
                        <a:pt x="69974" y="14483"/>
                        <a:pt x="52271" y="20218"/>
                      </a:cubicBezTo>
                      <a:cubicBezTo>
                        <a:pt x="27158" y="28368"/>
                        <a:pt x="11507" y="41015"/>
                        <a:pt x="13439" y="58869"/>
                      </a:cubicBezTo>
                      <a:cubicBezTo>
                        <a:pt x="13559" y="60001"/>
                        <a:pt x="12443" y="60786"/>
                        <a:pt x="11401" y="60318"/>
                      </a:cubicBezTo>
                      <a:cubicBezTo>
                        <a:pt x="9349" y="59413"/>
                        <a:pt x="6240" y="59262"/>
                        <a:pt x="2617" y="63216"/>
                      </a:cubicBezTo>
                      <a:cubicBezTo>
                        <a:pt x="-3661" y="70098"/>
                        <a:pt x="1259" y="85130"/>
                        <a:pt x="18419" y="95770"/>
                      </a:cubicBezTo>
                      <a:cubicBezTo>
                        <a:pt x="19234" y="96268"/>
                        <a:pt x="19385" y="97430"/>
                        <a:pt x="18645" y="98049"/>
                      </a:cubicBezTo>
                      <a:cubicBezTo>
                        <a:pt x="16080" y="100253"/>
                        <a:pt x="12458" y="105158"/>
                        <a:pt x="24079" y="109519"/>
                      </a:cubicBezTo>
                      <a:cubicBezTo>
                        <a:pt x="35956" y="113987"/>
                        <a:pt x="42446" y="112477"/>
                        <a:pt x="44846" y="111511"/>
                      </a:cubicBezTo>
                      <a:cubicBezTo>
                        <a:pt x="45495" y="111255"/>
                        <a:pt x="45857" y="110591"/>
                        <a:pt x="45721" y="109912"/>
                      </a:cubicBezTo>
                      <a:lnTo>
                        <a:pt x="42672" y="94276"/>
                      </a:lnTo>
                      <a:cubicBezTo>
                        <a:pt x="42522" y="93461"/>
                        <a:pt x="43065" y="92691"/>
                        <a:pt x="43895" y="92586"/>
                      </a:cubicBezTo>
                      <a:lnTo>
                        <a:pt x="49524" y="91846"/>
                      </a:lnTo>
                      <a:close/>
                    </a:path>
                  </a:pathLst>
                </a:custGeom>
                <a:solidFill>
                  <a:srgbClr val="352213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" name="Forme libre : forme 567">
                  <a:extLst>
                    <a:ext uri="{FF2B5EF4-FFF2-40B4-BE49-F238E27FC236}">
                      <a16:creationId xmlns:a16="http://schemas.microsoft.com/office/drawing/2014/main" id="{74C7B7D9-0566-2071-A4C6-A4CA7287BB73}"/>
                    </a:ext>
                  </a:extLst>
                </p:cNvPr>
                <p:cNvSpPr/>
                <p:nvPr/>
              </p:nvSpPr>
              <p:spPr>
                <a:xfrm>
                  <a:off x="167768" y="536888"/>
                  <a:ext cx="20182" cy="25301"/>
                </a:xfrm>
                <a:custGeom>
                  <a:avLst/>
                  <a:gdLst>
                    <a:gd name="connsiteX0" fmla="*/ 20183 w 20182"/>
                    <a:gd name="connsiteY0" fmla="*/ 15338 h 25301"/>
                    <a:gd name="connsiteX1" fmla="*/ 2540 w 20182"/>
                    <a:gd name="connsiteY1" fmla="*/ 1589 h 25301"/>
                    <a:gd name="connsiteX2" fmla="*/ 18915 w 20182"/>
                    <a:gd name="connsiteY2" fmla="*/ 25299 h 25301"/>
                    <a:gd name="connsiteX3" fmla="*/ 20183 w 20182"/>
                    <a:gd name="connsiteY3" fmla="*/ 15338 h 253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182" h="25301">
                      <a:moveTo>
                        <a:pt x="20183" y="15338"/>
                      </a:moveTo>
                      <a:cubicBezTo>
                        <a:pt x="20183" y="15338"/>
                        <a:pt x="11580" y="-5867"/>
                        <a:pt x="2540" y="1589"/>
                      </a:cubicBezTo>
                      <a:cubicBezTo>
                        <a:pt x="-6501" y="9044"/>
                        <a:pt x="10886" y="25525"/>
                        <a:pt x="18915" y="25299"/>
                      </a:cubicBezTo>
                      <a:lnTo>
                        <a:pt x="20183" y="15338"/>
                      </a:lnTo>
                      <a:close/>
                    </a:path>
                  </a:pathLst>
                </a:custGeom>
                <a:solidFill>
                  <a:srgbClr val="C9764E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21" name="Graphique 28">
              <a:extLst>
                <a:ext uri="{FF2B5EF4-FFF2-40B4-BE49-F238E27FC236}">
                  <a16:creationId xmlns:a16="http://schemas.microsoft.com/office/drawing/2014/main" id="{2C95E8B0-BA3D-02E5-A8E6-6B86B5626441}"/>
                </a:ext>
              </a:extLst>
            </p:cNvPr>
            <p:cNvGrpSpPr/>
            <p:nvPr/>
          </p:nvGrpSpPr>
          <p:grpSpPr>
            <a:xfrm>
              <a:off x="317503" y="639647"/>
              <a:ext cx="245414" cy="162371"/>
              <a:chOff x="317503" y="639647"/>
              <a:chExt cx="245414" cy="162371"/>
            </a:xfrm>
            <a:solidFill>
              <a:srgbClr val="332989"/>
            </a:solidFill>
          </p:grpSpPr>
          <p:sp>
            <p:nvSpPr>
              <p:cNvPr id="554" name="Forme libre : forme 553">
                <a:extLst>
                  <a:ext uri="{FF2B5EF4-FFF2-40B4-BE49-F238E27FC236}">
                    <a16:creationId xmlns:a16="http://schemas.microsoft.com/office/drawing/2014/main" id="{2528BE84-8603-745F-7103-D674AB7B9162}"/>
                  </a:ext>
                </a:extLst>
              </p:cNvPr>
              <p:cNvSpPr/>
              <p:nvPr/>
            </p:nvSpPr>
            <p:spPr>
              <a:xfrm>
                <a:off x="317503" y="787378"/>
                <a:ext cx="176323" cy="14640"/>
              </a:xfrm>
              <a:custGeom>
                <a:avLst/>
                <a:gdLst>
                  <a:gd name="connsiteX0" fmla="*/ 6882 w 176323"/>
                  <a:gd name="connsiteY0" fmla="*/ 14640 h 14640"/>
                  <a:gd name="connsiteX1" fmla="*/ 7259 w 176323"/>
                  <a:gd name="connsiteY1" fmla="*/ 14640 h 14640"/>
                  <a:gd name="connsiteX2" fmla="*/ 169094 w 176323"/>
                  <a:gd name="connsiteY2" fmla="*/ 14474 h 14640"/>
                  <a:gd name="connsiteX3" fmla="*/ 176324 w 176323"/>
                  <a:gd name="connsiteY3" fmla="*/ 7230 h 14640"/>
                  <a:gd name="connsiteX4" fmla="*/ 169064 w 176323"/>
                  <a:gd name="connsiteY4" fmla="*/ 1 h 14640"/>
                  <a:gd name="connsiteX5" fmla="*/ 7229 w 176323"/>
                  <a:gd name="connsiteY5" fmla="*/ 167 h 14640"/>
                  <a:gd name="connsiteX6" fmla="*/ 0 w 176323"/>
                  <a:gd name="connsiteY6" fmla="*/ 7411 h 14640"/>
                  <a:gd name="connsiteX7" fmla="*/ 6882 w 176323"/>
                  <a:gd name="connsiteY7" fmla="*/ 14625 h 14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6323" h="14640">
                    <a:moveTo>
                      <a:pt x="6882" y="14640"/>
                    </a:moveTo>
                    <a:cubicBezTo>
                      <a:pt x="7003" y="14640"/>
                      <a:pt x="7124" y="14640"/>
                      <a:pt x="7259" y="14640"/>
                    </a:cubicBezTo>
                    <a:lnTo>
                      <a:pt x="169094" y="14474"/>
                    </a:lnTo>
                    <a:cubicBezTo>
                      <a:pt x="173094" y="14474"/>
                      <a:pt x="176339" y="11230"/>
                      <a:pt x="176324" y="7230"/>
                    </a:cubicBezTo>
                    <a:cubicBezTo>
                      <a:pt x="176324" y="3231"/>
                      <a:pt x="173064" y="-60"/>
                      <a:pt x="169064" y="1"/>
                    </a:cubicBezTo>
                    <a:lnTo>
                      <a:pt x="7229" y="167"/>
                    </a:lnTo>
                    <a:cubicBezTo>
                      <a:pt x="3230" y="167"/>
                      <a:pt x="-15" y="3412"/>
                      <a:pt x="0" y="7411"/>
                    </a:cubicBezTo>
                    <a:cubicBezTo>
                      <a:pt x="0" y="11275"/>
                      <a:pt x="3049" y="14444"/>
                      <a:pt x="6882" y="14625"/>
                    </a:cubicBezTo>
                    <a:close/>
                  </a:path>
                </a:pathLst>
              </a:custGeom>
              <a:solidFill>
                <a:srgbClr val="332989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Forme libre : forme 554">
                <a:extLst>
                  <a:ext uri="{FF2B5EF4-FFF2-40B4-BE49-F238E27FC236}">
                    <a16:creationId xmlns:a16="http://schemas.microsoft.com/office/drawing/2014/main" id="{C761ACD8-0554-5481-04B0-1A296A6467AA}"/>
                  </a:ext>
                </a:extLst>
              </p:cNvPr>
              <p:cNvSpPr/>
              <p:nvPr/>
            </p:nvSpPr>
            <p:spPr>
              <a:xfrm>
                <a:off x="480336" y="639647"/>
                <a:ext cx="82581" cy="161309"/>
              </a:xfrm>
              <a:custGeom>
                <a:avLst/>
                <a:gdLst>
                  <a:gd name="connsiteX0" fmla="*/ 68940 w 82581"/>
                  <a:gd name="connsiteY0" fmla="*/ 3872 h 161309"/>
                  <a:gd name="connsiteX1" fmla="*/ 68774 w 82581"/>
                  <a:gd name="connsiteY1" fmla="*/ 4204 h 161309"/>
                  <a:gd name="connsiteX2" fmla="*/ 677 w 82581"/>
                  <a:gd name="connsiteY2" fmla="*/ 151022 h 161309"/>
                  <a:gd name="connsiteX3" fmla="*/ 4194 w 82581"/>
                  <a:gd name="connsiteY3" fmla="*/ 160636 h 161309"/>
                  <a:gd name="connsiteX4" fmla="*/ 13808 w 82581"/>
                  <a:gd name="connsiteY4" fmla="*/ 157105 h 161309"/>
                  <a:gd name="connsiteX5" fmla="*/ 81904 w 82581"/>
                  <a:gd name="connsiteY5" fmla="*/ 10287 h 161309"/>
                  <a:gd name="connsiteX6" fmla="*/ 78388 w 82581"/>
                  <a:gd name="connsiteY6" fmla="*/ 673 h 161309"/>
                  <a:gd name="connsiteX7" fmla="*/ 68940 w 82581"/>
                  <a:gd name="connsiteY7" fmla="*/ 3872 h 161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581" h="161309">
                    <a:moveTo>
                      <a:pt x="68940" y="3872"/>
                    </a:moveTo>
                    <a:cubicBezTo>
                      <a:pt x="68879" y="3978"/>
                      <a:pt x="68834" y="4099"/>
                      <a:pt x="68774" y="4204"/>
                    </a:cubicBezTo>
                    <a:lnTo>
                      <a:pt x="677" y="151022"/>
                    </a:lnTo>
                    <a:cubicBezTo>
                      <a:pt x="-1013" y="154645"/>
                      <a:pt x="572" y="158961"/>
                      <a:pt x="4194" y="160636"/>
                    </a:cubicBezTo>
                    <a:cubicBezTo>
                      <a:pt x="7816" y="162311"/>
                      <a:pt x="12178" y="160757"/>
                      <a:pt x="13808" y="157105"/>
                    </a:cubicBezTo>
                    <a:lnTo>
                      <a:pt x="81904" y="10287"/>
                    </a:lnTo>
                    <a:cubicBezTo>
                      <a:pt x="83594" y="6664"/>
                      <a:pt x="82010" y="2348"/>
                      <a:pt x="78388" y="673"/>
                    </a:cubicBezTo>
                    <a:cubicBezTo>
                      <a:pt x="74871" y="-957"/>
                      <a:pt x="70736" y="477"/>
                      <a:pt x="68940" y="3872"/>
                    </a:cubicBezTo>
                    <a:close/>
                  </a:path>
                </a:pathLst>
              </a:custGeom>
              <a:solidFill>
                <a:srgbClr val="332989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2" name="Graphique 28">
              <a:extLst>
                <a:ext uri="{FF2B5EF4-FFF2-40B4-BE49-F238E27FC236}">
                  <a16:creationId xmlns:a16="http://schemas.microsoft.com/office/drawing/2014/main" id="{C40D1C86-101A-10E0-DE4B-C312D5B4D9F2}"/>
                </a:ext>
              </a:extLst>
            </p:cNvPr>
            <p:cNvGrpSpPr/>
            <p:nvPr/>
          </p:nvGrpSpPr>
          <p:grpSpPr>
            <a:xfrm>
              <a:off x="765322" y="342376"/>
              <a:ext cx="412586" cy="831245"/>
              <a:chOff x="765322" y="342376"/>
              <a:chExt cx="412586" cy="831245"/>
            </a:xfrm>
          </p:grpSpPr>
          <p:grpSp>
            <p:nvGrpSpPr>
              <p:cNvPr id="539" name="Graphique 28">
                <a:extLst>
                  <a:ext uri="{FF2B5EF4-FFF2-40B4-BE49-F238E27FC236}">
                    <a16:creationId xmlns:a16="http://schemas.microsoft.com/office/drawing/2014/main" id="{22DBE7A9-F76E-43D6-98D3-5A8EB5957F10}"/>
                  </a:ext>
                </a:extLst>
              </p:cNvPr>
              <p:cNvGrpSpPr/>
              <p:nvPr/>
            </p:nvGrpSpPr>
            <p:grpSpPr>
              <a:xfrm>
                <a:off x="869188" y="714876"/>
                <a:ext cx="308720" cy="458745"/>
                <a:chOff x="869188" y="714876"/>
                <a:chExt cx="308720" cy="458745"/>
              </a:xfrm>
            </p:grpSpPr>
            <p:sp>
              <p:nvSpPr>
                <p:cNvPr id="549" name="Forme libre : forme 548">
                  <a:extLst>
                    <a:ext uri="{FF2B5EF4-FFF2-40B4-BE49-F238E27FC236}">
                      <a16:creationId xmlns:a16="http://schemas.microsoft.com/office/drawing/2014/main" id="{F37DBB24-5237-25A1-5204-B41073561076}"/>
                    </a:ext>
                  </a:extLst>
                </p:cNvPr>
                <p:cNvSpPr/>
                <p:nvPr/>
              </p:nvSpPr>
              <p:spPr>
                <a:xfrm>
                  <a:off x="869188" y="1104725"/>
                  <a:ext cx="94418" cy="41757"/>
                </a:xfrm>
                <a:custGeom>
                  <a:avLst/>
                  <a:gdLst>
                    <a:gd name="connsiteX0" fmla="*/ 91911 w 94418"/>
                    <a:gd name="connsiteY0" fmla="*/ 7380 h 41757"/>
                    <a:gd name="connsiteX1" fmla="*/ 94402 w 94418"/>
                    <a:gd name="connsiteY1" fmla="*/ 29053 h 41757"/>
                    <a:gd name="connsiteX2" fmla="*/ 85995 w 94418"/>
                    <a:gd name="connsiteY2" fmla="*/ 38908 h 41757"/>
                    <a:gd name="connsiteX3" fmla="*/ 3682 w 94418"/>
                    <a:gd name="connsiteY3" fmla="*/ 40055 h 41757"/>
                    <a:gd name="connsiteX4" fmla="*/ 1358 w 94418"/>
                    <a:gd name="connsiteY4" fmla="*/ 32750 h 41757"/>
                    <a:gd name="connsiteX5" fmla="*/ 78434 w 94418"/>
                    <a:gd name="connsiteY5" fmla="*/ 0 h 41757"/>
                    <a:gd name="connsiteX6" fmla="*/ 91927 w 94418"/>
                    <a:gd name="connsiteY6" fmla="*/ 7380 h 417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4418" h="41757">
                      <a:moveTo>
                        <a:pt x="91911" y="7380"/>
                      </a:moveTo>
                      <a:cubicBezTo>
                        <a:pt x="91911" y="7380"/>
                        <a:pt x="93692" y="17296"/>
                        <a:pt x="94402" y="29053"/>
                      </a:cubicBezTo>
                      <a:cubicBezTo>
                        <a:pt x="94704" y="34063"/>
                        <a:pt x="90991" y="38425"/>
                        <a:pt x="85995" y="38908"/>
                      </a:cubicBezTo>
                      <a:cubicBezTo>
                        <a:pt x="68594" y="40598"/>
                        <a:pt x="28977" y="43707"/>
                        <a:pt x="3682" y="40055"/>
                      </a:cubicBezTo>
                      <a:cubicBezTo>
                        <a:pt x="135" y="39542"/>
                        <a:pt x="-1268" y="35195"/>
                        <a:pt x="1358" y="32750"/>
                      </a:cubicBezTo>
                      <a:cubicBezTo>
                        <a:pt x="11786" y="23031"/>
                        <a:pt x="36975" y="4135"/>
                        <a:pt x="78434" y="0"/>
                      </a:cubicBezTo>
                      <a:lnTo>
                        <a:pt x="91927" y="7380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0" name="Forme libre : forme 549">
                  <a:extLst>
                    <a:ext uri="{FF2B5EF4-FFF2-40B4-BE49-F238E27FC236}">
                      <a16:creationId xmlns:a16="http://schemas.microsoft.com/office/drawing/2014/main" id="{59D9A6A0-955C-2BC6-88B1-961BDCEFF602}"/>
                    </a:ext>
                  </a:extLst>
                </p:cNvPr>
                <p:cNvSpPr/>
                <p:nvPr/>
              </p:nvSpPr>
              <p:spPr>
                <a:xfrm>
                  <a:off x="939720" y="1080457"/>
                  <a:ext cx="30042" cy="35384"/>
                </a:xfrm>
                <a:custGeom>
                  <a:avLst/>
                  <a:gdLst>
                    <a:gd name="connsiteX0" fmla="*/ 30043 w 30042"/>
                    <a:gd name="connsiteY0" fmla="*/ 9312 h 35384"/>
                    <a:gd name="connsiteX1" fmla="*/ 21244 w 30042"/>
                    <a:gd name="connsiteY1" fmla="*/ 30879 h 35384"/>
                    <a:gd name="connsiteX2" fmla="*/ 13864 w 30042"/>
                    <a:gd name="connsiteY2" fmla="*/ 35346 h 35384"/>
                    <a:gd name="connsiteX3" fmla="*/ 6680 w 30042"/>
                    <a:gd name="connsiteY3" fmla="*/ 33958 h 35384"/>
                    <a:gd name="connsiteX4" fmla="*/ 401 w 30042"/>
                    <a:gd name="connsiteY4" fmla="*/ 22216 h 35384"/>
                    <a:gd name="connsiteX5" fmla="*/ 7042 w 30042"/>
                    <a:gd name="connsiteY5" fmla="*/ 0 h 35384"/>
                    <a:gd name="connsiteX6" fmla="*/ 30043 w 30042"/>
                    <a:gd name="connsiteY6" fmla="*/ 9327 h 35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0042" h="35384">
                      <a:moveTo>
                        <a:pt x="30043" y="9312"/>
                      </a:moveTo>
                      <a:lnTo>
                        <a:pt x="21244" y="30879"/>
                      </a:lnTo>
                      <a:cubicBezTo>
                        <a:pt x="20036" y="33837"/>
                        <a:pt x="17033" y="35678"/>
                        <a:pt x="13864" y="35346"/>
                      </a:cubicBezTo>
                      <a:cubicBezTo>
                        <a:pt x="11705" y="35120"/>
                        <a:pt x="9155" y="34712"/>
                        <a:pt x="6680" y="33958"/>
                      </a:cubicBezTo>
                      <a:cubicBezTo>
                        <a:pt x="1714" y="32448"/>
                        <a:pt x="-1093" y="27181"/>
                        <a:pt x="401" y="22216"/>
                      </a:cubicBezTo>
                      <a:lnTo>
                        <a:pt x="7042" y="0"/>
                      </a:lnTo>
                      <a:lnTo>
                        <a:pt x="30043" y="9327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1" name="Forme libre : forme 550">
                  <a:extLst>
                    <a:ext uri="{FF2B5EF4-FFF2-40B4-BE49-F238E27FC236}">
                      <a16:creationId xmlns:a16="http://schemas.microsoft.com/office/drawing/2014/main" id="{B2B4C87F-A799-E7D5-BF27-4F1103EEA2B4}"/>
                    </a:ext>
                  </a:extLst>
                </p:cNvPr>
                <p:cNvSpPr/>
                <p:nvPr/>
              </p:nvSpPr>
              <p:spPr>
                <a:xfrm>
                  <a:off x="1095234" y="1129280"/>
                  <a:ext cx="52945" cy="44341"/>
                </a:xfrm>
                <a:custGeom>
                  <a:avLst/>
                  <a:gdLst>
                    <a:gd name="connsiteX0" fmla="*/ 24954 w 52945"/>
                    <a:gd name="connsiteY0" fmla="*/ 0 h 44341"/>
                    <a:gd name="connsiteX1" fmla="*/ 474 w 52945"/>
                    <a:gd name="connsiteY1" fmla="*/ 33656 h 44341"/>
                    <a:gd name="connsiteX2" fmla="*/ 8111 w 52945"/>
                    <a:gd name="connsiteY2" fmla="*/ 44341 h 44341"/>
                    <a:gd name="connsiteX3" fmla="*/ 44363 w 52945"/>
                    <a:gd name="connsiteY3" fmla="*/ 44341 h 44341"/>
                    <a:gd name="connsiteX4" fmla="*/ 52814 w 52945"/>
                    <a:gd name="connsiteY4" fmla="*/ 34335 h 44341"/>
                    <a:gd name="connsiteX5" fmla="*/ 24954 w 52945"/>
                    <a:gd name="connsiteY5" fmla="*/ 0 h 44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945" h="44341">
                      <a:moveTo>
                        <a:pt x="24954" y="0"/>
                      </a:moveTo>
                      <a:cubicBezTo>
                        <a:pt x="24954" y="0"/>
                        <a:pt x="7341" y="14745"/>
                        <a:pt x="474" y="33656"/>
                      </a:cubicBezTo>
                      <a:cubicBezTo>
                        <a:pt x="-1412" y="38863"/>
                        <a:pt x="2572" y="44341"/>
                        <a:pt x="8111" y="44341"/>
                      </a:cubicBezTo>
                      <a:lnTo>
                        <a:pt x="44363" y="44341"/>
                      </a:lnTo>
                      <a:cubicBezTo>
                        <a:pt x="49675" y="44341"/>
                        <a:pt x="53735" y="39572"/>
                        <a:pt x="52814" y="34335"/>
                      </a:cubicBezTo>
                      <a:cubicBezTo>
                        <a:pt x="50505" y="21280"/>
                        <a:pt x="43850" y="60"/>
                        <a:pt x="24954" y="0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2" name="Forme libre : forme 551">
                  <a:extLst>
                    <a:ext uri="{FF2B5EF4-FFF2-40B4-BE49-F238E27FC236}">
                      <a16:creationId xmlns:a16="http://schemas.microsoft.com/office/drawing/2014/main" id="{E272A448-9BBA-7E66-310B-FAEA08869567}"/>
                    </a:ext>
                  </a:extLst>
                </p:cNvPr>
                <p:cNvSpPr/>
                <p:nvPr/>
              </p:nvSpPr>
              <p:spPr>
                <a:xfrm>
                  <a:off x="1114996" y="1107381"/>
                  <a:ext cx="27015" cy="31336"/>
                </a:xfrm>
                <a:custGeom>
                  <a:avLst/>
                  <a:gdLst>
                    <a:gd name="connsiteX0" fmla="*/ 27015 w 27015"/>
                    <a:gd name="connsiteY0" fmla="*/ 2717 h 31336"/>
                    <a:gd name="connsiteX1" fmla="*/ 20722 w 27015"/>
                    <a:gd name="connsiteY1" fmla="*/ 28872 h 31336"/>
                    <a:gd name="connsiteX2" fmla="*/ 16375 w 27015"/>
                    <a:gd name="connsiteY2" fmla="*/ 31135 h 31336"/>
                    <a:gd name="connsiteX3" fmla="*/ 3184 w 27015"/>
                    <a:gd name="connsiteY3" fmla="*/ 28736 h 31336"/>
                    <a:gd name="connsiteX4" fmla="*/ 347 w 27015"/>
                    <a:gd name="connsiteY4" fmla="*/ 26170 h 31336"/>
                    <a:gd name="connsiteX5" fmla="*/ 0 w 27015"/>
                    <a:gd name="connsiteY5" fmla="*/ 0 h 31336"/>
                    <a:gd name="connsiteX6" fmla="*/ 27015 w 27015"/>
                    <a:gd name="connsiteY6" fmla="*/ 2686 h 31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015" h="31336">
                      <a:moveTo>
                        <a:pt x="27015" y="2717"/>
                      </a:moveTo>
                      <a:cubicBezTo>
                        <a:pt x="27015" y="2717"/>
                        <a:pt x="23453" y="18473"/>
                        <a:pt x="20722" y="28872"/>
                      </a:cubicBezTo>
                      <a:cubicBezTo>
                        <a:pt x="20224" y="30758"/>
                        <a:pt x="18216" y="31800"/>
                        <a:pt x="16375" y="31135"/>
                      </a:cubicBezTo>
                      <a:cubicBezTo>
                        <a:pt x="10881" y="29173"/>
                        <a:pt x="6429" y="28313"/>
                        <a:pt x="3184" y="28736"/>
                      </a:cubicBezTo>
                      <a:cubicBezTo>
                        <a:pt x="1690" y="28932"/>
                        <a:pt x="377" y="27694"/>
                        <a:pt x="347" y="26170"/>
                      </a:cubicBezTo>
                      <a:lnTo>
                        <a:pt x="0" y="0"/>
                      </a:lnTo>
                      <a:lnTo>
                        <a:pt x="27015" y="2686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3" name="Forme libre : forme 552">
                  <a:extLst>
                    <a:ext uri="{FF2B5EF4-FFF2-40B4-BE49-F238E27FC236}">
                      <a16:creationId xmlns:a16="http://schemas.microsoft.com/office/drawing/2014/main" id="{A347F8B0-0DEA-1282-C70D-9A36F544C10A}"/>
                    </a:ext>
                  </a:extLst>
                </p:cNvPr>
                <p:cNvSpPr/>
                <p:nvPr/>
              </p:nvSpPr>
              <p:spPr>
                <a:xfrm>
                  <a:off x="941133" y="714876"/>
                  <a:ext cx="236775" cy="398753"/>
                </a:xfrm>
                <a:custGeom>
                  <a:avLst/>
                  <a:gdLst>
                    <a:gd name="connsiteX0" fmla="*/ 107170 w 236775"/>
                    <a:gd name="connsiteY0" fmla="*/ 40764 h 398753"/>
                    <a:gd name="connsiteX1" fmla="*/ 0 w 236775"/>
                    <a:gd name="connsiteY1" fmla="*/ 367709 h 398753"/>
                    <a:gd name="connsiteX2" fmla="*/ 30351 w 236775"/>
                    <a:gd name="connsiteY2" fmla="*/ 380613 h 398753"/>
                    <a:gd name="connsiteX3" fmla="*/ 157639 w 236775"/>
                    <a:gd name="connsiteY3" fmla="*/ 117856 h 398753"/>
                    <a:gd name="connsiteX4" fmla="*/ 169124 w 236775"/>
                    <a:gd name="connsiteY4" fmla="*/ 395977 h 398753"/>
                    <a:gd name="connsiteX5" fmla="*/ 205587 w 236775"/>
                    <a:gd name="connsiteY5" fmla="*/ 398754 h 398753"/>
                    <a:gd name="connsiteX6" fmla="*/ 219970 w 236775"/>
                    <a:gd name="connsiteY6" fmla="*/ 0 h 398753"/>
                    <a:gd name="connsiteX7" fmla="*/ 107170 w 236775"/>
                    <a:gd name="connsiteY7" fmla="*/ 40764 h 3987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6775" h="398753">
                      <a:moveTo>
                        <a:pt x="107170" y="40764"/>
                      </a:moveTo>
                      <a:lnTo>
                        <a:pt x="0" y="367709"/>
                      </a:lnTo>
                      <a:cubicBezTo>
                        <a:pt x="0" y="367709"/>
                        <a:pt x="20556" y="381171"/>
                        <a:pt x="30351" y="380613"/>
                      </a:cubicBezTo>
                      <a:lnTo>
                        <a:pt x="157639" y="117856"/>
                      </a:lnTo>
                      <a:cubicBezTo>
                        <a:pt x="157639" y="117856"/>
                        <a:pt x="179915" y="279751"/>
                        <a:pt x="169124" y="395977"/>
                      </a:cubicBezTo>
                      <a:lnTo>
                        <a:pt x="205587" y="398754"/>
                      </a:lnTo>
                      <a:cubicBezTo>
                        <a:pt x="205587" y="398754"/>
                        <a:pt x="264870" y="101722"/>
                        <a:pt x="219970" y="0"/>
                      </a:cubicBezTo>
                      <a:lnTo>
                        <a:pt x="107170" y="40764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0" name="Forme libre : forme 539">
                <a:extLst>
                  <a:ext uri="{FF2B5EF4-FFF2-40B4-BE49-F238E27FC236}">
                    <a16:creationId xmlns:a16="http://schemas.microsoft.com/office/drawing/2014/main" id="{BCA11775-A08F-C181-5963-A9AD0C2378D4}"/>
                  </a:ext>
                </a:extLst>
              </p:cNvPr>
              <p:cNvSpPr/>
              <p:nvPr/>
            </p:nvSpPr>
            <p:spPr>
              <a:xfrm>
                <a:off x="923897" y="467935"/>
                <a:ext cx="249427" cy="298607"/>
              </a:xfrm>
              <a:custGeom>
                <a:avLst/>
                <a:gdLst>
                  <a:gd name="connsiteX0" fmla="*/ 104318 w 249427"/>
                  <a:gd name="connsiteY0" fmla="*/ 15 h 298607"/>
                  <a:gd name="connsiteX1" fmla="*/ 178859 w 249427"/>
                  <a:gd name="connsiteY1" fmla="*/ 69591 h 298607"/>
                  <a:gd name="connsiteX2" fmla="*/ 249295 w 249427"/>
                  <a:gd name="connsiteY2" fmla="*/ 266304 h 298607"/>
                  <a:gd name="connsiteX3" fmla="*/ 244224 w 249427"/>
                  <a:gd name="connsiteY3" fmla="*/ 273744 h 298607"/>
                  <a:gd name="connsiteX4" fmla="*/ 99624 w 249427"/>
                  <a:gd name="connsiteY4" fmla="*/ 298496 h 298607"/>
                  <a:gd name="connsiteX5" fmla="*/ 90780 w 249427"/>
                  <a:gd name="connsiteY5" fmla="*/ 292776 h 298607"/>
                  <a:gd name="connsiteX6" fmla="*/ 56234 w 249427"/>
                  <a:gd name="connsiteY6" fmla="*/ 159254 h 298607"/>
                  <a:gd name="connsiteX7" fmla="*/ 42772 w 249427"/>
                  <a:gd name="connsiteY7" fmla="*/ 221329 h 298607"/>
                  <a:gd name="connsiteX8" fmla="*/ 0 w 249427"/>
                  <a:gd name="connsiteY8" fmla="*/ 210175 h 298607"/>
                  <a:gd name="connsiteX9" fmla="*/ 36010 w 249427"/>
                  <a:gd name="connsiteY9" fmla="*/ 27755 h 298607"/>
                  <a:gd name="connsiteX10" fmla="*/ 104333 w 249427"/>
                  <a:gd name="connsiteY10" fmla="*/ 0 h 29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49427" h="298607">
                    <a:moveTo>
                      <a:pt x="104318" y="15"/>
                    </a:moveTo>
                    <a:cubicBezTo>
                      <a:pt x="104318" y="15"/>
                      <a:pt x="191144" y="7727"/>
                      <a:pt x="178859" y="69591"/>
                    </a:cubicBezTo>
                    <a:cubicBezTo>
                      <a:pt x="178859" y="69591"/>
                      <a:pt x="226852" y="159918"/>
                      <a:pt x="249295" y="266304"/>
                    </a:cubicBezTo>
                    <a:cubicBezTo>
                      <a:pt x="250019" y="269760"/>
                      <a:pt x="247710" y="273141"/>
                      <a:pt x="244224" y="273744"/>
                    </a:cubicBezTo>
                    <a:lnTo>
                      <a:pt x="99624" y="298496"/>
                    </a:lnTo>
                    <a:cubicBezTo>
                      <a:pt x="95640" y="299175"/>
                      <a:pt x="91791" y="296685"/>
                      <a:pt x="90780" y="292776"/>
                    </a:cubicBezTo>
                    <a:lnTo>
                      <a:pt x="56234" y="159254"/>
                    </a:lnTo>
                    <a:lnTo>
                      <a:pt x="42772" y="221329"/>
                    </a:lnTo>
                    <a:lnTo>
                      <a:pt x="0" y="210175"/>
                    </a:lnTo>
                    <a:lnTo>
                      <a:pt x="36010" y="27755"/>
                    </a:lnTo>
                    <a:cubicBezTo>
                      <a:pt x="36010" y="27755"/>
                      <a:pt x="41036" y="1147"/>
                      <a:pt x="104333" y="0"/>
                    </a:cubicBezTo>
                    <a:close/>
                  </a:path>
                </a:pathLst>
              </a:custGeom>
              <a:solidFill>
                <a:srgbClr val="4438B7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Forme libre : forme 540">
                <a:extLst>
                  <a:ext uri="{FF2B5EF4-FFF2-40B4-BE49-F238E27FC236}">
                    <a16:creationId xmlns:a16="http://schemas.microsoft.com/office/drawing/2014/main" id="{FC7C0298-A152-961A-FE48-816BC8B7578E}"/>
                  </a:ext>
                </a:extLst>
              </p:cNvPr>
              <p:cNvSpPr/>
              <p:nvPr/>
            </p:nvSpPr>
            <p:spPr>
              <a:xfrm>
                <a:off x="958187" y="690683"/>
                <a:ext cx="107819" cy="114233"/>
              </a:xfrm>
              <a:custGeom>
                <a:avLst/>
                <a:gdLst>
                  <a:gd name="connsiteX0" fmla="*/ 29928 w 107819"/>
                  <a:gd name="connsiteY0" fmla="*/ 95232 h 114233"/>
                  <a:gd name="connsiteX1" fmla="*/ 44854 w 107819"/>
                  <a:gd name="connsiteY1" fmla="*/ 93286 h 114233"/>
                  <a:gd name="connsiteX2" fmla="*/ 54921 w 107819"/>
                  <a:gd name="connsiteY2" fmla="*/ 95791 h 114233"/>
                  <a:gd name="connsiteX3" fmla="*/ 59418 w 107819"/>
                  <a:gd name="connsiteY3" fmla="*/ 92667 h 114233"/>
                  <a:gd name="connsiteX4" fmla="*/ 69832 w 107819"/>
                  <a:gd name="connsiteY4" fmla="*/ 0 h 114233"/>
                  <a:gd name="connsiteX5" fmla="*/ 107819 w 107819"/>
                  <a:gd name="connsiteY5" fmla="*/ 4996 h 114233"/>
                  <a:gd name="connsiteX6" fmla="*/ 83853 w 107819"/>
                  <a:gd name="connsiteY6" fmla="*/ 114234 h 114233"/>
                  <a:gd name="connsiteX7" fmla="*/ 0 w 107819"/>
                  <a:gd name="connsiteY7" fmla="*/ 114234 h 114233"/>
                  <a:gd name="connsiteX8" fmla="*/ 29913 w 107819"/>
                  <a:gd name="connsiteY8" fmla="*/ 95232 h 114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7819" h="114233">
                    <a:moveTo>
                      <a:pt x="29928" y="95232"/>
                    </a:moveTo>
                    <a:cubicBezTo>
                      <a:pt x="34486" y="92727"/>
                      <a:pt x="39814" y="92033"/>
                      <a:pt x="44854" y="93286"/>
                    </a:cubicBezTo>
                    <a:lnTo>
                      <a:pt x="54921" y="95791"/>
                    </a:lnTo>
                    <a:cubicBezTo>
                      <a:pt x="57064" y="96319"/>
                      <a:pt x="59177" y="94855"/>
                      <a:pt x="59418" y="92667"/>
                    </a:cubicBezTo>
                    <a:lnTo>
                      <a:pt x="69832" y="0"/>
                    </a:lnTo>
                    <a:cubicBezTo>
                      <a:pt x="82857" y="6188"/>
                      <a:pt x="101632" y="5448"/>
                      <a:pt x="107819" y="4996"/>
                    </a:cubicBezTo>
                    <a:lnTo>
                      <a:pt x="83853" y="114234"/>
                    </a:lnTo>
                    <a:lnTo>
                      <a:pt x="0" y="114234"/>
                    </a:lnTo>
                    <a:lnTo>
                      <a:pt x="29913" y="95232"/>
                    </a:lnTo>
                    <a:close/>
                  </a:path>
                </a:pathLst>
              </a:custGeom>
              <a:solidFill>
                <a:srgbClr val="F4A392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Forme libre : forme 541">
                <a:extLst>
                  <a:ext uri="{FF2B5EF4-FFF2-40B4-BE49-F238E27FC236}">
                    <a16:creationId xmlns:a16="http://schemas.microsoft.com/office/drawing/2014/main" id="{26F73D58-986B-BC7C-AA56-CFFBB0341EC7}"/>
                  </a:ext>
                </a:extLst>
              </p:cNvPr>
              <p:cNvSpPr/>
              <p:nvPr/>
            </p:nvSpPr>
            <p:spPr>
              <a:xfrm>
                <a:off x="765322" y="521921"/>
                <a:ext cx="201331" cy="181463"/>
              </a:xfrm>
              <a:custGeom>
                <a:avLst/>
                <a:gdLst>
                  <a:gd name="connsiteX0" fmla="*/ 0 w 201331"/>
                  <a:gd name="connsiteY0" fmla="*/ 62995 h 181463"/>
                  <a:gd name="connsiteX1" fmla="*/ 2535 w 201331"/>
                  <a:gd name="connsiteY1" fmla="*/ 54574 h 181463"/>
                  <a:gd name="connsiteX2" fmla="*/ 12270 w 201331"/>
                  <a:gd name="connsiteY2" fmla="*/ 43919 h 181463"/>
                  <a:gd name="connsiteX3" fmla="*/ 58105 w 201331"/>
                  <a:gd name="connsiteY3" fmla="*/ 25491 h 181463"/>
                  <a:gd name="connsiteX4" fmla="*/ 48416 w 201331"/>
                  <a:gd name="connsiteY4" fmla="*/ 15621 h 181463"/>
                  <a:gd name="connsiteX5" fmla="*/ 40463 w 201331"/>
                  <a:gd name="connsiteY5" fmla="*/ 0 h 181463"/>
                  <a:gd name="connsiteX6" fmla="*/ 75401 w 201331"/>
                  <a:gd name="connsiteY6" fmla="*/ 16722 h 181463"/>
                  <a:gd name="connsiteX7" fmla="*/ 97466 w 201331"/>
                  <a:gd name="connsiteY7" fmla="*/ 40734 h 181463"/>
                  <a:gd name="connsiteX8" fmla="*/ 201331 w 201331"/>
                  <a:gd name="connsiteY8" fmla="*/ 167359 h 181463"/>
                  <a:gd name="connsiteX9" fmla="*/ 189137 w 201331"/>
                  <a:gd name="connsiteY9" fmla="*/ 175735 h 181463"/>
                  <a:gd name="connsiteX10" fmla="*/ 141928 w 201331"/>
                  <a:gd name="connsiteY10" fmla="*/ 164144 h 181463"/>
                  <a:gd name="connsiteX11" fmla="*/ 85664 w 201331"/>
                  <a:gd name="connsiteY11" fmla="*/ 56249 h 181463"/>
                  <a:gd name="connsiteX12" fmla="*/ 0 w 201331"/>
                  <a:gd name="connsiteY12" fmla="*/ 62995 h 181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331" h="181463">
                    <a:moveTo>
                      <a:pt x="0" y="62995"/>
                    </a:moveTo>
                    <a:lnTo>
                      <a:pt x="2535" y="54574"/>
                    </a:lnTo>
                    <a:cubicBezTo>
                      <a:pt x="3999" y="49729"/>
                      <a:pt x="7576" y="45805"/>
                      <a:pt x="12270" y="43919"/>
                    </a:cubicBezTo>
                    <a:lnTo>
                      <a:pt x="58105" y="25491"/>
                    </a:lnTo>
                    <a:cubicBezTo>
                      <a:pt x="58105" y="25491"/>
                      <a:pt x="58800" y="19605"/>
                      <a:pt x="48416" y="15621"/>
                    </a:cubicBezTo>
                    <a:cubicBezTo>
                      <a:pt x="38033" y="11621"/>
                      <a:pt x="40463" y="0"/>
                      <a:pt x="40463" y="0"/>
                    </a:cubicBezTo>
                    <a:cubicBezTo>
                      <a:pt x="40463" y="0"/>
                      <a:pt x="54634" y="6475"/>
                      <a:pt x="75401" y="16722"/>
                    </a:cubicBezTo>
                    <a:cubicBezTo>
                      <a:pt x="87264" y="22593"/>
                      <a:pt x="93935" y="32947"/>
                      <a:pt x="97466" y="40734"/>
                    </a:cubicBezTo>
                    <a:lnTo>
                      <a:pt x="201331" y="167359"/>
                    </a:lnTo>
                    <a:lnTo>
                      <a:pt x="189137" y="175735"/>
                    </a:lnTo>
                    <a:cubicBezTo>
                      <a:pt x="173109" y="186752"/>
                      <a:pt x="151044" y="181334"/>
                      <a:pt x="141928" y="164144"/>
                    </a:cubicBezTo>
                    <a:lnTo>
                      <a:pt x="85664" y="56249"/>
                    </a:lnTo>
                    <a:cubicBezTo>
                      <a:pt x="57411" y="64731"/>
                      <a:pt x="28826" y="66361"/>
                      <a:pt x="0" y="62995"/>
                    </a:cubicBezTo>
                    <a:close/>
                  </a:path>
                </a:pathLst>
              </a:custGeom>
              <a:solidFill>
                <a:srgbClr val="F4A392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543" name="Graphique 28">
                <a:extLst>
                  <a:ext uri="{FF2B5EF4-FFF2-40B4-BE49-F238E27FC236}">
                    <a16:creationId xmlns:a16="http://schemas.microsoft.com/office/drawing/2014/main" id="{06D53D64-5202-2C68-E86D-A4DBD9B12E7B}"/>
                  </a:ext>
                </a:extLst>
              </p:cNvPr>
              <p:cNvGrpSpPr/>
              <p:nvPr/>
            </p:nvGrpSpPr>
            <p:grpSpPr>
              <a:xfrm>
                <a:off x="899836" y="342376"/>
                <a:ext cx="126945" cy="154770"/>
                <a:chOff x="899836" y="342376"/>
                <a:chExt cx="126945" cy="154770"/>
              </a:xfrm>
            </p:grpSpPr>
            <p:sp>
              <p:nvSpPr>
                <p:cNvPr id="544" name="Forme libre : forme 543">
                  <a:extLst>
                    <a:ext uri="{FF2B5EF4-FFF2-40B4-BE49-F238E27FC236}">
                      <a16:creationId xmlns:a16="http://schemas.microsoft.com/office/drawing/2014/main" id="{E74F7B0F-1A32-FCFA-62B0-07AA6AB35DCB}"/>
                    </a:ext>
                  </a:extLst>
                </p:cNvPr>
                <p:cNvSpPr/>
                <p:nvPr/>
              </p:nvSpPr>
              <p:spPr>
                <a:xfrm>
                  <a:off x="972419" y="408000"/>
                  <a:ext cx="54362" cy="89146"/>
                </a:xfrm>
                <a:custGeom>
                  <a:avLst/>
                  <a:gdLst>
                    <a:gd name="connsiteX0" fmla="*/ 27664 w 54362"/>
                    <a:gd name="connsiteY0" fmla="*/ 880 h 89146"/>
                    <a:gd name="connsiteX1" fmla="*/ 54363 w 54362"/>
                    <a:gd name="connsiteY1" fmla="*/ 75617 h 89146"/>
                    <a:gd name="connsiteX2" fmla="*/ 13462 w 54362"/>
                    <a:gd name="connsiteY2" fmla="*/ 87857 h 89146"/>
                    <a:gd name="connsiteX3" fmla="*/ 0 w 54362"/>
                    <a:gd name="connsiteY3" fmla="*/ 45010 h 89146"/>
                    <a:gd name="connsiteX4" fmla="*/ 27649 w 54362"/>
                    <a:gd name="connsiteY4" fmla="*/ 880 h 891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362" h="89146">
                      <a:moveTo>
                        <a:pt x="27664" y="880"/>
                      </a:moveTo>
                      <a:lnTo>
                        <a:pt x="54363" y="75617"/>
                      </a:lnTo>
                      <a:cubicBezTo>
                        <a:pt x="54363" y="75617"/>
                        <a:pt x="30713" y="94105"/>
                        <a:pt x="13462" y="87857"/>
                      </a:cubicBezTo>
                      <a:lnTo>
                        <a:pt x="0" y="45010"/>
                      </a:lnTo>
                      <a:cubicBezTo>
                        <a:pt x="0" y="45010"/>
                        <a:pt x="10278" y="-7361"/>
                        <a:pt x="27649" y="880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45" name="Graphique 28">
                  <a:extLst>
                    <a:ext uri="{FF2B5EF4-FFF2-40B4-BE49-F238E27FC236}">
                      <a16:creationId xmlns:a16="http://schemas.microsoft.com/office/drawing/2014/main" id="{1A41D987-FEE9-6702-E893-637C6005C304}"/>
                    </a:ext>
                  </a:extLst>
                </p:cNvPr>
                <p:cNvGrpSpPr/>
                <p:nvPr/>
              </p:nvGrpSpPr>
              <p:grpSpPr>
                <a:xfrm>
                  <a:off x="899836" y="342376"/>
                  <a:ext cx="107981" cy="136058"/>
                  <a:chOff x="899836" y="342376"/>
                  <a:chExt cx="107981" cy="136058"/>
                </a:xfrm>
              </p:grpSpPr>
              <p:sp>
                <p:nvSpPr>
                  <p:cNvPr id="546" name="Forme libre : forme 545">
                    <a:extLst>
                      <a:ext uri="{FF2B5EF4-FFF2-40B4-BE49-F238E27FC236}">
                        <a16:creationId xmlns:a16="http://schemas.microsoft.com/office/drawing/2014/main" id="{F64A17DB-4CEE-2FDA-0750-167447033BB4}"/>
                      </a:ext>
                    </a:extLst>
                  </p:cNvPr>
                  <p:cNvSpPr/>
                  <p:nvPr/>
                </p:nvSpPr>
                <p:spPr>
                  <a:xfrm>
                    <a:off x="920366" y="367171"/>
                    <a:ext cx="66345" cy="87694"/>
                  </a:xfrm>
                  <a:custGeom>
                    <a:avLst/>
                    <a:gdLst>
                      <a:gd name="connsiteX0" fmla="*/ 15 w 66345"/>
                      <a:gd name="connsiteY0" fmla="*/ 14874 h 87694"/>
                      <a:gd name="connsiteX1" fmla="*/ 25732 w 66345"/>
                      <a:gd name="connsiteY1" fmla="*/ 87695 h 87694"/>
                      <a:gd name="connsiteX2" fmla="*/ 66346 w 66345"/>
                      <a:gd name="connsiteY2" fmla="*/ 72134 h 87694"/>
                      <a:gd name="connsiteX3" fmla="*/ 52053 w 66345"/>
                      <a:gd name="connsiteY3" fmla="*/ 582 h 87694"/>
                      <a:gd name="connsiteX4" fmla="*/ 0 w 66345"/>
                      <a:gd name="connsiteY4" fmla="*/ 14874 h 876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6345" h="87694">
                        <a:moveTo>
                          <a:pt x="15" y="14874"/>
                        </a:moveTo>
                        <a:cubicBezTo>
                          <a:pt x="15" y="16021"/>
                          <a:pt x="25732" y="87695"/>
                          <a:pt x="25732" y="87695"/>
                        </a:cubicBezTo>
                        <a:lnTo>
                          <a:pt x="66346" y="72134"/>
                        </a:lnTo>
                        <a:lnTo>
                          <a:pt x="52053" y="582"/>
                        </a:lnTo>
                        <a:cubicBezTo>
                          <a:pt x="52053" y="582"/>
                          <a:pt x="0" y="-4414"/>
                          <a:pt x="0" y="14874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7" name="Forme libre : forme 546">
                    <a:extLst>
                      <a:ext uri="{FF2B5EF4-FFF2-40B4-BE49-F238E27FC236}">
                        <a16:creationId xmlns:a16="http://schemas.microsoft.com/office/drawing/2014/main" id="{CD05A4CB-6E19-8F97-E83E-C5B18264A074}"/>
                      </a:ext>
                    </a:extLst>
                  </p:cNvPr>
                  <p:cNvSpPr/>
                  <p:nvPr/>
                </p:nvSpPr>
                <p:spPr>
                  <a:xfrm>
                    <a:off x="899836" y="342376"/>
                    <a:ext cx="104369" cy="136058"/>
                  </a:xfrm>
                  <a:custGeom>
                    <a:avLst/>
                    <a:gdLst>
                      <a:gd name="connsiteX0" fmla="*/ 65475 w 104369"/>
                      <a:gd name="connsiteY0" fmla="*/ 42808 h 136058"/>
                      <a:gd name="connsiteX1" fmla="*/ 75949 w 104369"/>
                      <a:gd name="connsiteY1" fmla="*/ 79890 h 136058"/>
                      <a:gd name="connsiteX2" fmla="*/ 76145 w 104369"/>
                      <a:gd name="connsiteY2" fmla="*/ 81339 h 136058"/>
                      <a:gd name="connsiteX3" fmla="*/ 64796 w 104369"/>
                      <a:gd name="connsiteY3" fmla="*/ 93352 h 136058"/>
                      <a:gd name="connsiteX4" fmla="*/ 40784 w 104369"/>
                      <a:gd name="connsiteY4" fmla="*/ 93669 h 136058"/>
                      <a:gd name="connsiteX5" fmla="*/ 38007 w 104369"/>
                      <a:gd name="connsiteY5" fmla="*/ 100355 h 136058"/>
                      <a:gd name="connsiteX6" fmla="*/ 52631 w 104369"/>
                      <a:gd name="connsiteY6" fmla="*/ 133362 h 136058"/>
                      <a:gd name="connsiteX7" fmla="*/ 59528 w 104369"/>
                      <a:gd name="connsiteY7" fmla="*/ 135565 h 136058"/>
                      <a:gd name="connsiteX8" fmla="*/ 94346 w 104369"/>
                      <a:gd name="connsiteY8" fmla="*/ 115085 h 136058"/>
                      <a:gd name="connsiteX9" fmla="*/ 96248 w 104369"/>
                      <a:gd name="connsiteY9" fmla="*/ 109923 h 136058"/>
                      <a:gd name="connsiteX10" fmla="*/ 88928 w 104369"/>
                      <a:gd name="connsiteY10" fmla="*/ 63318 h 136058"/>
                      <a:gd name="connsiteX11" fmla="*/ 101244 w 104369"/>
                      <a:gd name="connsiteY11" fmla="*/ 47411 h 136058"/>
                      <a:gd name="connsiteX12" fmla="*/ 103734 w 104369"/>
                      <a:gd name="connsiteY12" fmla="*/ 44061 h 136058"/>
                      <a:gd name="connsiteX13" fmla="*/ 91539 w 104369"/>
                      <a:gd name="connsiteY13" fmla="*/ 25271 h 136058"/>
                      <a:gd name="connsiteX14" fmla="*/ 87162 w 104369"/>
                      <a:gd name="connsiteY14" fmla="*/ 18856 h 136058"/>
                      <a:gd name="connsiteX15" fmla="*/ 76643 w 104369"/>
                      <a:gd name="connsiteY15" fmla="*/ 851 h 136058"/>
                      <a:gd name="connsiteX16" fmla="*/ 54171 w 104369"/>
                      <a:gd name="connsiteY16" fmla="*/ 9816 h 136058"/>
                      <a:gd name="connsiteX17" fmla="*/ 47500 w 104369"/>
                      <a:gd name="connsiteY17" fmla="*/ 11597 h 136058"/>
                      <a:gd name="connsiteX18" fmla="*/ 42731 w 104369"/>
                      <a:gd name="connsiteY18" fmla="*/ 12457 h 136058"/>
                      <a:gd name="connsiteX19" fmla="*/ 34973 w 104369"/>
                      <a:gd name="connsiteY19" fmla="*/ 11280 h 136058"/>
                      <a:gd name="connsiteX20" fmla="*/ 15157 w 104369"/>
                      <a:gd name="connsiteY20" fmla="*/ 4730 h 136058"/>
                      <a:gd name="connsiteX21" fmla="*/ 4411 w 104369"/>
                      <a:gd name="connsiteY21" fmla="*/ 43321 h 136058"/>
                      <a:gd name="connsiteX22" fmla="*/ 39908 w 104369"/>
                      <a:gd name="connsiteY22" fmla="*/ 39638 h 136058"/>
                      <a:gd name="connsiteX23" fmla="*/ 62366 w 104369"/>
                      <a:gd name="connsiteY23" fmla="*/ 39306 h 136058"/>
                      <a:gd name="connsiteX24" fmla="*/ 65415 w 104369"/>
                      <a:gd name="connsiteY24" fmla="*/ 42778 h 13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104369" h="136058">
                        <a:moveTo>
                          <a:pt x="65475" y="42808"/>
                        </a:moveTo>
                        <a:lnTo>
                          <a:pt x="75949" y="79890"/>
                        </a:lnTo>
                        <a:cubicBezTo>
                          <a:pt x="76085" y="80373"/>
                          <a:pt x="76145" y="80840"/>
                          <a:pt x="76145" y="81339"/>
                        </a:cubicBezTo>
                        <a:cubicBezTo>
                          <a:pt x="76145" y="84357"/>
                          <a:pt x="75406" y="94771"/>
                          <a:pt x="64796" y="93352"/>
                        </a:cubicBezTo>
                        <a:cubicBezTo>
                          <a:pt x="55182" y="92069"/>
                          <a:pt x="46383" y="91043"/>
                          <a:pt x="40784" y="93669"/>
                        </a:cubicBezTo>
                        <a:cubicBezTo>
                          <a:pt x="38279" y="94846"/>
                          <a:pt x="37071" y="97744"/>
                          <a:pt x="38007" y="100355"/>
                        </a:cubicBezTo>
                        <a:cubicBezTo>
                          <a:pt x="40346" y="106860"/>
                          <a:pt x="45885" y="121439"/>
                          <a:pt x="52631" y="133362"/>
                        </a:cubicBezTo>
                        <a:cubicBezTo>
                          <a:pt x="54005" y="135776"/>
                          <a:pt x="57008" y="136727"/>
                          <a:pt x="59528" y="135565"/>
                        </a:cubicBezTo>
                        <a:cubicBezTo>
                          <a:pt x="67150" y="132094"/>
                          <a:pt x="83042" y="124321"/>
                          <a:pt x="94346" y="115085"/>
                        </a:cubicBezTo>
                        <a:cubicBezTo>
                          <a:pt x="95886" y="113832"/>
                          <a:pt x="96610" y="111870"/>
                          <a:pt x="96248" y="109923"/>
                        </a:cubicBezTo>
                        <a:cubicBezTo>
                          <a:pt x="94467" y="100445"/>
                          <a:pt x="89170" y="71589"/>
                          <a:pt x="88928" y="63318"/>
                        </a:cubicBezTo>
                        <a:cubicBezTo>
                          <a:pt x="88702" y="55561"/>
                          <a:pt x="97410" y="49630"/>
                          <a:pt x="101244" y="47411"/>
                        </a:cubicBezTo>
                        <a:cubicBezTo>
                          <a:pt x="102496" y="46687"/>
                          <a:pt x="103402" y="45479"/>
                          <a:pt x="103734" y="44061"/>
                        </a:cubicBezTo>
                        <a:cubicBezTo>
                          <a:pt x="104941" y="39065"/>
                          <a:pt x="105952" y="27761"/>
                          <a:pt x="91539" y="25271"/>
                        </a:cubicBezTo>
                        <a:cubicBezTo>
                          <a:pt x="88521" y="24742"/>
                          <a:pt x="86559" y="21860"/>
                          <a:pt x="87162" y="18856"/>
                        </a:cubicBezTo>
                        <a:cubicBezTo>
                          <a:pt x="88385" y="12880"/>
                          <a:pt x="87993" y="4096"/>
                          <a:pt x="76643" y="851"/>
                        </a:cubicBezTo>
                        <a:cubicBezTo>
                          <a:pt x="65113" y="-2439"/>
                          <a:pt x="57853" y="4504"/>
                          <a:pt x="54171" y="9816"/>
                        </a:cubicBezTo>
                        <a:cubicBezTo>
                          <a:pt x="52677" y="11974"/>
                          <a:pt x="49885" y="12669"/>
                          <a:pt x="47500" y="11597"/>
                        </a:cubicBezTo>
                        <a:cubicBezTo>
                          <a:pt x="46142" y="10993"/>
                          <a:pt x="44497" y="10963"/>
                          <a:pt x="42731" y="12457"/>
                        </a:cubicBezTo>
                        <a:cubicBezTo>
                          <a:pt x="40346" y="14464"/>
                          <a:pt x="36724" y="13861"/>
                          <a:pt x="34973" y="11280"/>
                        </a:cubicBezTo>
                        <a:cubicBezTo>
                          <a:pt x="31608" y="6330"/>
                          <a:pt x="25510" y="1395"/>
                          <a:pt x="15157" y="4730"/>
                        </a:cubicBezTo>
                        <a:cubicBezTo>
                          <a:pt x="-3195" y="10661"/>
                          <a:pt x="-2320" y="31821"/>
                          <a:pt x="4411" y="43321"/>
                        </a:cubicBezTo>
                        <a:cubicBezTo>
                          <a:pt x="11143" y="54821"/>
                          <a:pt x="30657" y="47260"/>
                          <a:pt x="39908" y="39638"/>
                        </a:cubicBezTo>
                        <a:cubicBezTo>
                          <a:pt x="46942" y="33843"/>
                          <a:pt x="57642" y="37314"/>
                          <a:pt x="62366" y="39306"/>
                        </a:cubicBezTo>
                        <a:cubicBezTo>
                          <a:pt x="63860" y="39940"/>
                          <a:pt x="64977" y="41223"/>
                          <a:pt x="65415" y="42778"/>
                        </a:cubicBezTo>
                        <a:close/>
                      </a:path>
                    </a:pathLst>
                  </a:custGeom>
                  <a:solidFill>
                    <a:srgbClr val="E9552B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8" name="Forme libre : forme 547">
                    <a:extLst>
                      <a:ext uri="{FF2B5EF4-FFF2-40B4-BE49-F238E27FC236}">
                        <a16:creationId xmlns:a16="http://schemas.microsoft.com/office/drawing/2014/main" id="{0C2610D6-B9C3-92EE-862F-75DE65C6951A}"/>
                      </a:ext>
                    </a:extLst>
                  </p:cNvPr>
                  <p:cNvSpPr/>
                  <p:nvPr/>
                </p:nvSpPr>
                <p:spPr>
                  <a:xfrm>
                    <a:off x="986345" y="388569"/>
                    <a:ext cx="21472" cy="30955"/>
                  </a:xfrm>
                  <a:custGeom>
                    <a:avLst/>
                    <a:gdLst>
                      <a:gd name="connsiteX0" fmla="*/ 6132 w 21472"/>
                      <a:gd name="connsiteY0" fmla="*/ 30679 h 30955"/>
                      <a:gd name="connsiteX1" fmla="*/ 2449 w 21472"/>
                      <a:gd name="connsiteY1" fmla="*/ 3694 h 30955"/>
                      <a:gd name="connsiteX2" fmla="*/ 21465 w 21472"/>
                      <a:gd name="connsiteY2" fmla="*/ 14364 h 30955"/>
                      <a:gd name="connsiteX3" fmla="*/ 6132 w 21472"/>
                      <a:gd name="connsiteY3" fmla="*/ 30694 h 309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472" h="30955">
                        <a:moveTo>
                          <a:pt x="6132" y="30679"/>
                        </a:moveTo>
                        <a:cubicBezTo>
                          <a:pt x="6132" y="30679"/>
                          <a:pt x="-4720" y="10138"/>
                          <a:pt x="2449" y="3694"/>
                        </a:cubicBezTo>
                        <a:cubicBezTo>
                          <a:pt x="9633" y="-2750"/>
                          <a:pt x="21797" y="-1694"/>
                          <a:pt x="21465" y="14364"/>
                        </a:cubicBezTo>
                        <a:cubicBezTo>
                          <a:pt x="21058" y="34347"/>
                          <a:pt x="6132" y="30694"/>
                          <a:pt x="6132" y="30694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523" name="Graphique 28">
              <a:extLst>
                <a:ext uri="{FF2B5EF4-FFF2-40B4-BE49-F238E27FC236}">
                  <a16:creationId xmlns:a16="http://schemas.microsoft.com/office/drawing/2014/main" id="{E59F67A8-6ABD-8AF6-12AB-C2AAA090F6E1}"/>
                </a:ext>
              </a:extLst>
            </p:cNvPr>
            <p:cNvGrpSpPr/>
            <p:nvPr/>
          </p:nvGrpSpPr>
          <p:grpSpPr>
            <a:xfrm>
              <a:off x="152909" y="793401"/>
              <a:ext cx="935961" cy="362894"/>
              <a:chOff x="152909" y="793401"/>
              <a:chExt cx="935961" cy="362894"/>
            </a:xfrm>
            <a:solidFill>
              <a:srgbClr val="141137"/>
            </a:solidFill>
          </p:grpSpPr>
          <p:grpSp>
            <p:nvGrpSpPr>
              <p:cNvPr id="533" name="Graphique 28">
                <a:extLst>
                  <a:ext uri="{FF2B5EF4-FFF2-40B4-BE49-F238E27FC236}">
                    <a16:creationId xmlns:a16="http://schemas.microsoft.com/office/drawing/2014/main" id="{17FF3874-D224-641C-6B20-0E8A942767D3}"/>
                  </a:ext>
                </a:extLst>
              </p:cNvPr>
              <p:cNvGrpSpPr/>
              <p:nvPr/>
            </p:nvGrpSpPr>
            <p:grpSpPr>
              <a:xfrm>
                <a:off x="174709" y="815763"/>
                <a:ext cx="880693" cy="340532"/>
                <a:chOff x="174709" y="815763"/>
                <a:chExt cx="880693" cy="340532"/>
              </a:xfrm>
              <a:solidFill>
                <a:srgbClr val="141137"/>
              </a:solidFill>
            </p:grpSpPr>
            <p:sp>
              <p:nvSpPr>
                <p:cNvPr id="535" name="Forme libre : forme 534">
                  <a:extLst>
                    <a:ext uri="{FF2B5EF4-FFF2-40B4-BE49-F238E27FC236}">
                      <a16:creationId xmlns:a16="http://schemas.microsoft.com/office/drawing/2014/main" id="{23327778-D7DC-CE9D-D444-AE74788FA175}"/>
                    </a:ext>
                  </a:extLst>
                </p:cNvPr>
                <p:cNvSpPr/>
                <p:nvPr/>
              </p:nvSpPr>
              <p:spPr>
                <a:xfrm>
                  <a:off x="174709" y="815765"/>
                  <a:ext cx="120448" cy="340530"/>
                </a:xfrm>
                <a:custGeom>
                  <a:avLst/>
                  <a:gdLst>
                    <a:gd name="connsiteX0" fmla="*/ 5243 w 120448"/>
                    <a:gd name="connsiteY0" fmla="*/ 340530 h 340530"/>
                    <a:gd name="connsiteX1" fmla="*/ 3175 w 120448"/>
                    <a:gd name="connsiteY1" fmla="*/ 339987 h 340530"/>
                    <a:gd name="connsiteX2" fmla="*/ 428 w 120448"/>
                    <a:gd name="connsiteY2" fmla="*/ 331173 h 340530"/>
                    <a:gd name="connsiteX3" fmla="*/ 110391 w 120448"/>
                    <a:gd name="connsiteY3" fmla="*/ 4062 h 340530"/>
                    <a:gd name="connsiteX4" fmla="*/ 117273 w 120448"/>
                    <a:gd name="connsiteY4" fmla="*/ 546 h 340530"/>
                    <a:gd name="connsiteX5" fmla="*/ 120020 w 120448"/>
                    <a:gd name="connsiteY5" fmla="*/ 9360 h 340530"/>
                    <a:gd name="connsiteX6" fmla="*/ 10057 w 120448"/>
                    <a:gd name="connsiteY6" fmla="*/ 336470 h 340530"/>
                    <a:gd name="connsiteX7" fmla="*/ 5243 w 120448"/>
                    <a:gd name="connsiteY7" fmla="*/ 340530 h 3405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0448" h="340530">
                      <a:moveTo>
                        <a:pt x="5243" y="340530"/>
                      </a:moveTo>
                      <a:cubicBezTo>
                        <a:pt x="4549" y="340530"/>
                        <a:pt x="3854" y="340349"/>
                        <a:pt x="3175" y="339987"/>
                      </a:cubicBezTo>
                      <a:cubicBezTo>
                        <a:pt x="519" y="338523"/>
                        <a:pt x="-719" y="334569"/>
                        <a:pt x="428" y="331173"/>
                      </a:cubicBezTo>
                      <a:lnTo>
                        <a:pt x="110391" y="4062"/>
                      </a:lnTo>
                      <a:cubicBezTo>
                        <a:pt x="111538" y="667"/>
                        <a:pt x="114617" y="-918"/>
                        <a:pt x="117273" y="546"/>
                      </a:cubicBezTo>
                      <a:cubicBezTo>
                        <a:pt x="119929" y="2010"/>
                        <a:pt x="121167" y="5949"/>
                        <a:pt x="120020" y="9360"/>
                      </a:cubicBezTo>
                      <a:lnTo>
                        <a:pt x="10057" y="336470"/>
                      </a:lnTo>
                      <a:cubicBezTo>
                        <a:pt x="9197" y="339006"/>
                        <a:pt x="7265" y="340530"/>
                        <a:pt x="5243" y="340530"/>
                      </a:cubicBezTo>
                      <a:close/>
                    </a:path>
                  </a:pathLst>
                </a:custGeom>
                <a:solidFill>
                  <a:srgbClr val="141137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6" name="Forme libre : forme 535">
                  <a:extLst>
                    <a:ext uri="{FF2B5EF4-FFF2-40B4-BE49-F238E27FC236}">
                      <a16:creationId xmlns:a16="http://schemas.microsoft.com/office/drawing/2014/main" id="{903B7EB7-8A0E-269B-7EB4-5C5CDCA840CA}"/>
                    </a:ext>
                  </a:extLst>
                </p:cNvPr>
                <p:cNvSpPr/>
                <p:nvPr/>
              </p:nvSpPr>
              <p:spPr>
                <a:xfrm>
                  <a:off x="188640" y="815763"/>
                  <a:ext cx="120448" cy="340532"/>
                </a:xfrm>
                <a:custGeom>
                  <a:avLst/>
                  <a:gdLst>
                    <a:gd name="connsiteX0" fmla="*/ 115205 w 120448"/>
                    <a:gd name="connsiteY0" fmla="*/ 340532 h 340532"/>
                    <a:gd name="connsiteX1" fmla="*/ 110391 w 120448"/>
                    <a:gd name="connsiteY1" fmla="*/ 336473 h 340532"/>
                    <a:gd name="connsiteX2" fmla="*/ 428 w 120448"/>
                    <a:gd name="connsiteY2" fmla="*/ 9362 h 340532"/>
                    <a:gd name="connsiteX3" fmla="*/ 3175 w 120448"/>
                    <a:gd name="connsiteY3" fmla="*/ 548 h 340532"/>
                    <a:gd name="connsiteX4" fmla="*/ 10057 w 120448"/>
                    <a:gd name="connsiteY4" fmla="*/ 4064 h 340532"/>
                    <a:gd name="connsiteX5" fmla="*/ 120020 w 120448"/>
                    <a:gd name="connsiteY5" fmla="*/ 331175 h 340532"/>
                    <a:gd name="connsiteX6" fmla="*/ 117273 w 120448"/>
                    <a:gd name="connsiteY6" fmla="*/ 339989 h 340532"/>
                    <a:gd name="connsiteX7" fmla="*/ 115205 w 120448"/>
                    <a:gd name="connsiteY7" fmla="*/ 340532 h 340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0448" h="340532">
                      <a:moveTo>
                        <a:pt x="115205" y="340532"/>
                      </a:moveTo>
                      <a:cubicBezTo>
                        <a:pt x="113168" y="340532"/>
                        <a:pt x="111236" y="339008"/>
                        <a:pt x="110391" y="336473"/>
                      </a:cubicBezTo>
                      <a:lnTo>
                        <a:pt x="428" y="9362"/>
                      </a:lnTo>
                      <a:cubicBezTo>
                        <a:pt x="-719" y="5951"/>
                        <a:pt x="519" y="2012"/>
                        <a:pt x="3175" y="548"/>
                      </a:cubicBezTo>
                      <a:cubicBezTo>
                        <a:pt x="5831" y="-916"/>
                        <a:pt x="8925" y="654"/>
                        <a:pt x="10057" y="4064"/>
                      </a:cubicBezTo>
                      <a:lnTo>
                        <a:pt x="120020" y="331175"/>
                      </a:lnTo>
                      <a:cubicBezTo>
                        <a:pt x="121167" y="334586"/>
                        <a:pt x="119929" y="338525"/>
                        <a:pt x="117273" y="339989"/>
                      </a:cubicBezTo>
                      <a:cubicBezTo>
                        <a:pt x="116594" y="340366"/>
                        <a:pt x="115900" y="340532"/>
                        <a:pt x="115205" y="340532"/>
                      </a:cubicBezTo>
                      <a:close/>
                    </a:path>
                  </a:pathLst>
                </a:custGeom>
                <a:solidFill>
                  <a:srgbClr val="141137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7" name="Forme libre : forme 536">
                  <a:extLst>
                    <a:ext uri="{FF2B5EF4-FFF2-40B4-BE49-F238E27FC236}">
                      <a16:creationId xmlns:a16="http://schemas.microsoft.com/office/drawing/2014/main" id="{A9D6418D-DF07-8BF3-DC28-7B66C78AA740}"/>
                    </a:ext>
                  </a:extLst>
                </p:cNvPr>
                <p:cNvSpPr/>
                <p:nvPr/>
              </p:nvSpPr>
              <p:spPr>
                <a:xfrm>
                  <a:off x="921024" y="815765"/>
                  <a:ext cx="120448" cy="340530"/>
                </a:xfrm>
                <a:custGeom>
                  <a:avLst/>
                  <a:gdLst>
                    <a:gd name="connsiteX0" fmla="*/ 5243 w 120448"/>
                    <a:gd name="connsiteY0" fmla="*/ 340530 h 340530"/>
                    <a:gd name="connsiteX1" fmla="*/ 3175 w 120448"/>
                    <a:gd name="connsiteY1" fmla="*/ 339987 h 340530"/>
                    <a:gd name="connsiteX2" fmla="*/ 428 w 120448"/>
                    <a:gd name="connsiteY2" fmla="*/ 331173 h 340530"/>
                    <a:gd name="connsiteX3" fmla="*/ 110391 w 120448"/>
                    <a:gd name="connsiteY3" fmla="*/ 4062 h 340530"/>
                    <a:gd name="connsiteX4" fmla="*/ 117273 w 120448"/>
                    <a:gd name="connsiteY4" fmla="*/ 546 h 340530"/>
                    <a:gd name="connsiteX5" fmla="*/ 120020 w 120448"/>
                    <a:gd name="connsiteY5" fmla="*/ 9360 h 340530"/>
                    <a:gd name="connsiteX6" fmla="*/ 10057 w 120448"/>
                    <a:gd name="connsiteY6" fmla="*/ 336470 h 340530"/>
                    <a:gd name="connsiteX7" fmla="*/ 5243 w 120448"/>
                    <a:gd name="connsiteY7" fmla="*/ 340530 h 3405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0448" h="340530">
                      <a:moveTo>
                        <a:pt x="5243" y="340530"/>
                      </a:moveTo>
                      <a:cubicBezTo>
                        <a:pt x="4549" y="340530"/>
                        <a:pt x="3854" y="340349"/>
                        <a:pt x="3175" y="339987"/>
                      </a:cubicBezTo>
                      <a:cubicBezTo>
                        <a:pt x="519" y="338523"/>
                        <a:pt x="-719" y="334569"/>
                        <a:pt x="428" y="331173"/>
                      </a:cubicBezTo>
                      <a:lnTo>
                        <a:pt x="110391" y="4062"/>
                      </a:lnTo>
                      <a:cubicBezTo>
                        <a:pt x="111538" y="667"/>
                        <a:pt x="114617" y="-918"/>
                        <a:pt x="117273" y="546"/>
                      </a:cubicBezTo>
                      <a:cubicBezTo>
                        <a:pt x="119929" y="2010"/>
                        <a:pt x="121167" y="5949"/>
                        <a:pt x="120020" y="9360"/>
                      </a:cubicBezTo>
                      <a:lnTo>
                        <a:pt x="10057" y="336470"/>
                      </a:lnTo>
                      <a:cubicBezTo>
                        <a:pt x="9197" y="339006"/>
                        <a:pt x="7265" y="340530"/>
                        <a:pt x="5243" y="340530"/>
                      </a:cubicBezTo>
                      <a:close/>
                    </a:path>
                  </a:pathLst>
                </a:custGeom>
                <a:solidFill>
                  <a:srgbClr val="141137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8" name="Forme libre : forme 537">
                  <a:extLst>
                    <a:ext uri="{FF2B5EF4-FFF2-40B4-BE49-F238E27FC236}">
                      <a16:creationId xmlns:a16="http://schemas.microsoft.com/office/drawing/2014/main" id="{F12D3D00-5C2C-1E90-159B-D89BE29D43AD}"/>
                    </a:ext>
                  </a:extLst>
                </p:cNvPr>
                <p:cNvSpPr/>
                <p:nvPr/>
              </p:nvSpPr>
              <p:spPr>
                <a:xfrm>
                  <a:off x="934954" y="815763"/>
                  <a:ext cx="120448" cy="340532"/>
                </a:xfrm>
                <a:custGeom>
                  <a:avLst/>
                  <a:gdLst>
                    <a:gd name="connsiteX0" fmla="*/ 115205 w 120448"/>
                    <a:gd name="connsiteY0" fmla="*/ 340532 h 340532"/>
                    <a:gd name="connsiteX1" fmla="*/ 110391 w 120448"/>
                    <a:gd name="connsiteY1" fmla="*/ 336473 h 340532"/>
                    <a:gd name="connsiteX2" fmla="*/ 428 w 120448"/>
                    <a:gd name="connsiteY2" fmla="*/ 9362 h 340532"/>
                    <a:gd name="connsiteX3" fmla="*/ 3175 w 120448"/>
                    <a:gd name="connsiteY3" fmla="*/ 548 h 340532"/>
                    <a:gd name="connsiteX4" fmla="*/ 10057 w 120448"/>
                    <a:gd name="connsiteY4" fmla="*/ 4064 h 340532"/>
                    <a:gd name="connsiteX5" fmla="*/ 120020 w 120448"/>
                    <a:gd name="connsiteY5" fmla="*/ 331175 h 340532"/>
                    <a:gd name="connsiteX6" fmla="*/ 117273 w 120448"/>
                    <a:gd name="connsiteY6" fmla="*/ 339989 h 340532"/>
                    <a:gd name="connsiteX7" fmla="*/ 115205 w 120448"/>
                    <a:gd name="connsiteY7" fmla="*/ 340532 h 340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0448" h="340532">
                      <a:moveTo>
                        <a:pt x="115205" y="340532"/>
                      </a:moveTo>
                      <a:cubicBezTo>
                        <a:pt x="113168" y="340532"/>
                        <a:pt x="111236" y="339008"/>
                        <a:pt x="110391" y="336473"/>
                      </a:cubicBezTo>
                      <a:lnTo>
                        <a:pt x="428" y="9362"/>
                      </a:lnTo>
                      <a:cubicBezTo>
                        <a:pt x="-719" y="5951"/>
                        <a:pt x="519" y="2012"/>
                        <a:pt x="3175" y="548"/>
                      </a:cubicBezTo>
                      <a:cubicBezTo>
                        <a:pt x="5831" y="-916"/>
                        <a:pt x="8925" y="654"/>
                        <a:pt x="10057" y="4064"/>
                      </a:cubicBezTo>
                      <a:lnTo>
                        <a:pt x="120020" y="331175"/>
                      </a:lnTo>
                      <a:cubicBezTo>
                        <a:pt x="121167" y="334586"/>
                        <a:pt x="119929" y="338525"/>
                        <a:pt x="117273" y="339989"/>
                      </a:cubicBezTo>
                      <a:cubicBezTo>
                        <a:pt x="116594" y="340366"/>
                        <a:pt x="115900" y="340532"/>
                        <a:pt x="115205" y="340532"/>
                      </a:cubicBezTo>
                      <a:close/>
                    </a:path>
                  </a:pathLst>
                </a:custGeom>
                <a:solidFill>
                  <a:srgbClr val="141137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34" name="Forme libre : forme 533">
                <a:extLst>
                  <a:ext uri="{FF2B5EF4-FFF2-40B4-BE49-F238E27FC236}">
                    <a16:creationId xmlns:a16="http://schemas.microsoft.com/office/drawing/2014/main" id="{F064D79B-EE76-343E-3664-AFE3147FFB46}"/>
                  </a:ext>
                </a:extLst>
              </p:cNvPr>
              <p:cNvSpPr/>
              <p:nvPr/>
            </p:nvSpPr>
            <p:spPr>
              <a:xfrm>
                <a:off x="152909" y="793401"/>
                <a:ext cx="935961" cy="30939"/>
              </a:xfrm>
              <a:custGeom>
                <a:avLst/>
                <a:gdLst>
                  <a:gd name="connsiteX0" fmla="*/ 935796 w 935961"/>
                  <a:gd name="connsiteY0" fmla="*/ 7516 h 30939"/>
                  <a:gd name="connsiteX1" fmla="*/ 933895 w 935961"/>
                  <a:gd name="connsiteY1" fmla="*/ 2294 h 30939"/>
                  <a:gd name="connsiteX2" fmla="*/ 926907 w 935961"/>
                  <a:gd name="connsiteY2" fmla="*/ 0 h 30939"/>
                  <a:gd name="connsiteX3" fmla="*/ 10426 w 935961"/>
                  <a:gd name="connsiteY3" fmla="*/ 0 h 30939"/>
                  <a:gd name="connsiteX4" fmla="*/ 1643 w 935961"/>
                  <a:gd name="connsiteY4" fmla="*/ 3350 h 30939"/>
                  <a:gd name="connsiteX5" fmla="*/ 964 w 935961"/>
                  <a:gd name="connsiteY5" fmla="*/ 10323 h 30939"/>
                  <a:gd name="connsiteX6" fmla="*/ 10894 w 935961"/>
                  <a:gd name="connsiteY6" fmla="*/ 25310 h 30939"/>
                  <a:gd name="connsiteX7" fmla="*/ 23511 w 935961"/>
                  <a:gd name="connsiteY7" fmla="*/ 30939 h 30939"/>
                  <a:gd name="connsiteX8" fmla="*/ 920613 w 935961"/>
                  <a:gd name="connsiteY8" fmla="*/ 30939 h 30939"/>
                  <a:gd name="connsiteX9" fmla="*/ 930952 w 935961"/>
                  <a:gd name="connsiteY9" fmla="*/ 24993 h 30939"/>
                  <a:gd name="connsiteX10" fmla="*/ 935796 w 935961"/>
                  <a:gd name="connsiteY10" fmla="*/ 7531 h 30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35961" h="30939">
                    <a:moveTo>
                      <a:pt x="935796" y="7516"/>
                    </a:moveTo>
                    <a:cubicBezTo>
                      <a:pt x="936309" y="5660"/>
                      <a:pt x="935615" y="3743"/>
                      <a:pt x="933895" y="2294"/>
                    </a:cubicBezTo>
                    <a:cubicBezTo>
                      <a:pt x="932174" y="845"/>
                      <a:pt x="929608" y="0"/>
                      <a:pt x="926907" y="0"/>
                    </a:cubicBezTo>
                    <a:lnTo>
                      <a:pt x="10426" y="0"/>
                    </a:lnTo>
                    <a:cubicBezTo>
                      <a:pt x="6865" y="0"/>
                      <a:pt x="3559" y="1268"/>
                      <a:pt x="1643" y="3350"/>
                    </a:cubicBezTo>
                    <a:cubicBezTo>
                      <a:pt x="-274" y="5433"/>
                      <a:pt x="-531" y="8059"/>
                      <a:pt x="964" y="10323"/>
                    </a:cubicBezTo>
                    <a:lnTo>
                      <a:pt x="10894" y="25310"/>
                    </a:lnTo>
                    <a:cubicBezTo>
                      <a:pt x="13173" y="28736"/>
                      <a:pt x="18093" y="30939"/>
                      <a:pt x="23511" y="30939"/>
                    </a:cubicBezTo>
                    <a:lnTo>
                      <a:pt x="920613" y="30939"/>
                    </a:lnTo>
                    <a:cubicBezTo>
                      <a:pt x="925654" y="30939"/>
                      <a:pt x="929986" y="28449"/>
                      <a:pt x="930952" y="24993"/>
                    </a:cubicBezTo>
                    <a:lnTo>
                      <a:pt x="935796" y="7531"/>
                    </a:lnTo>
                    <a:close/>
                  </a:path>
                </a:pathLst>
              </a:custGeom>
              <a:solidFill>
                <a:srgbClr val="141137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4" name="Graphique 28">
              <a:extLst>
                <a:ext uri="{FF2B5EF4-FFF2-40B4-BE49-F238E27FC236}">
                  <a16:creationId xmlns:a16="http://schemas.microsoft.com/office/drawing/2014/main" id="{847631B0-3E22-B401-8665-A6F234262473}"/>
                </a:ext>
              </a:extLst>
            </p:cNvPr>
            <p:cNvGrpSpPr/>
            <p:nvPr/>
          </p:nvGrpSpPr>
          <p:grpSpPr>
            <a:xfrm>
              <a:off x="670132" y="213467"/>
              <a:ext cx="200974" cy="207410"/>
              <a:chOff x="670132" y="213467"/>
              <a:chExt cx="200974" cy="207410"/>
            </a:xfrm>
          </p:grpSpPr>
          <p:sp>
            <p:nvSpPr>
              <p:cNvPr id="525" name="Forme libre : forme 524">
                <a:extLst>
                  <a:ext uri="{FF2B5EF4-FFF2-40B4-BE49-F238E27FC236}">
                    <a16:creationId xmlns:a16="http://schemas.microsoft.com/office/drawing/2014/main" id="{DD76B027-5ED6-05AD-0EB7-5AA33630F596}"/>
                  </a:ext>
                </a:extLst>
              </p:cNvPr>
              <p:cNvSpPr/>
              <p:nvPr/>
            </p:nvSpPr>
            <p:spPr>
              <a:xfrm>
                <a:off x="670132" y="213467"/>
                <a:ext cx="200974" cy="207410"/>
              </a:xfrm>
              <a:custGeom>
                <a:avLst/>
                <a:gdLst>
                  <a:gd name="connsiteX0" fmla="*/ 143531 w 200974"/>
                  <a:gd name="connsiteY0" fmla="*/ 207410 h 207410"/>
                  <a:gd name="connsiteX1" fmla="*/ 12771 w 200974"/>
                  <a:gd name="connsiteY1" fmla="*/ 40716 h 207410"/>
                  <a:gd name="connsiteX2" fmla="*/ 200791 w 200974"/>
                  <a:gd name="connsiteY2" fmla="*/ 72681 h 207410"/>
                  <a:gd name="connsiteX3" fmla="*/ 143531 w 200974"/>
                  <a:gd name="connsiteY3" fmla="*/ 207410 h 207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974" h="207410">
                    <a:moveTo>
                      <a:pt x="143531" y="207410"/>
                    </a:moveTo>
                    <a:cubicBezTo>
                      <a:pt x="143531" y="207410"/>
                      <a:pt x="-50783" y="111408"/>
                      <a:pt x="12771" y="40716"/>
                    </a:cubicBezTo>
                    <a:cubicBezTo>
                      <a:pt x="76310" y="-29976"/>
                      <a:pt x="194784" y="-1724"/>
                      <a:pt x="200791" y="72681"/>
                    </a:cubicBezTo>
                    <a:cubicBezTo>
                      <a:pt x="206798" y="147087"/>
                      <a:pt x="62606" y="129625"/>
                      <a:pt x="143531" y="20741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526" name="Graphique 28">
                <a:extLst>
                  <a:ext uri="{FF2B5EF4-FFF2-40B4-BE49-F238E27FC236}">
                    <a16:creationId xmlns:a16="http://schemas.microsoft.com/office/drawing/2014/main" id="{09C180FC-EFA4-2144-7C06-BD8AB5953559}"/>
                  </a:ext>
                </a:extLst>
              </p:cNvPr>
              <p:cNvGrpSpPr/>
              <p:nvPr/>
            </p:nvGrpSpPr>
            <p:grpSpPr>
              <a:xfrm>
                <a:off x="691596" y="270483"/>
                <a:ext cx="146365" cy="38635"/>
                <a:chOff x="691596" y="270483"/>
                <a:chExt cx="146365" cy="38635"/>
              </a:xfrm>
              <a:solidFill>
                <a:srgbClr val="B1ABE5"/>
              </a:solidFill>
            </p:grpSpPr>
            <p:sp>
              <p:nvSpPr>
                <p:cNvPr id="527" name="Forme libre : forme 526">
                  <a:extLst>
                    <a:ext uri="{FF2B5EF4-FFF2-40B4-BE49-F238E27FC236}">
                      <a16:creationId xmlns:a16="http://schemas.microsoft.com/office/drawing/2014/main" id="{7139179D-CE3C-8A0E-60E2-2A8188162B93}"/>
                    </a:ext>
                  </a:extLst>
                </p:cNvPr>
                <p:cNvSpPr/>
                <p:nvPr/>
              </p:nvSpPr>
              <p:spPr>
                <a:xfrm>
                  <a:off x="697377" y="270483"/>
                  <a:ext cx="89678" cy="3923"/>
                </a:xfrm>
                <a:custGeom>
                  <a:avLst/>
                  <a:gdLst>
                    <a:gd name="connsiteX0" fmla="*/ 0 w 89678"/>
                    <a:gd name="connsiteY0" fmla="*/ 1962 h 3923"/>
                    <a:gd name="connsiteX1" fmla="*/ 1962 w 89678"/>
                    <a:gd name="connsiteY1" fmla="*/ 3924 h 3923"/>
                    <a:gd name="connsiteX2" fmla="*/ 87716 w 89678"/>
                    <a:gd name="connsiteY2" fmla="*/ 3924 h 3923"/>
                    <a:gd name="connsiteX3" fmla="*/ 89678 w 89678"/>
                    <a:gd name="connsiteY3" fmla="*/ 1962 h 3923"/>
                    <a:gd name="connsiteX4" fmla="*/ 87716 w 89678"/>
                    <a:gd name="connsiteY4" fmla="*/ 0 h 3923"/>
                    <a:gd name="connsiteX5" fmla="*/ 1962 w 89678"/>
                    <a:gd name="connsiteY5" fmla="*/ 0 h 3923"/>
                    <a:gd name="connsiteX6" fmla="*/ 0 w 89678"/>
                    <a:gd name="connsiteY6" fmla="*/ 1962 h 3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678" h="3923">
                      <a:moveTo>
                        <a:pt x="0" y="1962"/>
                      </a:moveTo>
                      <a:cubicBezTo>
                        <a:pt x="0" y="3049"/>
                        <a:pt x="875" y="3924"/>
                        <a:pt x="1962" y="3924"/>
                      </a:cubicBezTo>
                      <a:lnTo>
                        <a:pt x="87716" y="3924"/>
                      </a:lnTo>
                      <a:cubicBezTo>
                        <a:pt x="88803" y="3924"/>
                        <a:pt x="89678" y="3049"/>
                        <a:pt x="89678" y="1962"/>
                      </a:cubicBezTo>
                      <a:cubicBezTo>
                        <a:pt x="89678" y="875"/>
                        <a:pt x="88803" y="0"/>
                        <a:pt x="87716" y="0"/>
                      </a:cubicBezTo>
                      <a:lnTo>
                        <a:pt x="1962" y="0"/>
                      </a:lnTo>
                      <a:cubicBezTo>
                        <a:pt x="875" y="0"/>
                        <a:pt x="0" y="875"/>
                        <a:pt x="0" y="1962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8" name="Forme libre : forme 527">
                  <a:extLst>
                    <a:ext uri="{FF2B5EF4-FFF2-40B4-BE49-F238E27FC236}">
                      <a16:creationId xmlns:a16="http://schemas.microsoft.com/office/drawing/2014/main" id="{06B3FC61-7451-F770-4C9E-3364A57244F1}"/>
                    </a:ext>
                  </a:extLst>
                </p:cNvPr>
                <p:cNvSpPr/>
                <p:nvPr/>
              </p:nvSpPr>
              <p:spPr>
                <a:xfrm>
                  <a:off x="808592" y="270483"/>
                  <a:ext cx="29369" cy="3923"/>
                </a:xfrm>
                <a:custGeom>
                  <a:avLst/>
                  <a:gdLst>
                    <a:gd name="connsiteX0" fmla="*/ 1962 w 29369"/>
                    <a:gd name="connsiteY0" fmla="*/ 3924 h 3923"/>
                    <a:gd name="connsiteX1" fmla="*/ 27408 w 29369"/>
                    <a:gd name="connsiteY1" fmla="*/ 3924 h 3923"/>
                    <a:gd name="connsiteX2" fmla="*/ 29370 w 29369"/>
                    <a:gd name="connsiteY2" fmla="*/ 1962 h 3923"/>
                    <a:gd name="connsiteX3" fmla="*/ 27408 w 29369"/>
                    <a:gd name="connsiteY3" fmla="*/ 0 h 3923"/>
                    <a:gd name="connsiteX4" fmla="*/ 1962 w 29369"/>
                    <a:gd name="connsiteY4" fmla="*/ 0 h 3923"/>
                    <a:gd name="connsiteX5" fmla="*/ 0 w 29369"/>
                    <a:gd name="connsiteY5" fmla="*/ 1962 h 3923"/>
                    <a:gd name="connsiteX6" fmla="*/ 1962 w 29369"/>
                    <a:gd name="connsiteY6" fmla="*/ 3924 h 3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369" h="3923">
                      <a:moveTo>
                        <a:pt x="1962" y="3924"/>
                      </a:moveTo>
                      <a:lnTo>
                        <a:pt x="27408" y="3924"/>
                      </a:lnTo>
                      <a:cubicBezTo>
                        <a:pt x="28494" y="3924"/>
                        <a:pt x="29370" y="3049"/>
                        <a:pt x="29370" y="1962"/>
                      </a:cubicBezTo>
                      <a:cubicBezTo>
                        <a:pt x="29370" y="875"/>
                        <a:pt x="28494" y="0"/>
                        <a:pt x="27408" y="0"/>
                      </a:cubicBezTo>
                      <a:lnTo>
                        <a:pt x="1962" y="0"/>
                      </a:lnTo>
                      <a:cubicBezTo>
                        <a:pt x="875" y="0"/>
                        <a:pt x="0" y="875"/>
                        <a:pt x="0" y="1962"/>
                      </a:cubicBezTo>
                      <a:cubicBezTo>
                        <a:pt x="0" y="3049"/>
                        <a:pt x="875" y="3924"/>
                        <a:pt x="1962" y="3924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9" name="Forme libre : forme 528">
                  <a:extLst>
                    <a:ext uri="{FF2B5EF4-FFF2-40B4-BE49-F238E27FC236}">
                      <a16:creationId xmlns:a16="http://schemas.microsoft.com/office/drawing/2014/main" id="{7AA98033-A0DB-3A54-BAAB-EBF0FB432207}"/>
                    </a:ext>
                  </a:extLst>
                </p:cNvPr>
                <p:cNvSpPr/>
                <p:nvPr/>
              </p:nvSpPr>
              <p:spPr>
                <a:xfrm>
                  <a:off x="694494" y="287839"/>
                  <a:ext cx="36130" cy="3923"/>
                </a:xfrm>
                <a:custGeom>
                  <a:avLst/>
                  <a:gdLst>
                    <a:gd name="connsiteX0" fmla="*/ 0 w 36130"/>
                    <a:gd name="connsiteY0" fmla="*/ 1962 h 3923"/>
                    <a:gd name="connsiteX1" fmla="*/ 1962 w 36130"/>
                    <a:gd name="connsiteY1" fmla="*/ 3924 h 3923"/>
                    <a:gd name="connsiteX2" fmla="*/ 34169 w 36130"/>
                    <a:gd name="connsiteY2" fmla="*/ 3924 h 3923"/>
                    <a:gd name="connsiteX3" fmla="*/ 36131 w 36130"/>
                    <a:gd name="connsiteY3" fmla="*/ 1962 h 3923"/>
                    <a:gd name="connsiteX4" fmla="*/ 34169 w 36130"/>
                    <a:gd name="connsiteY4" fmla="*/ 0 h 3923"/>
                    <a:gd name="connsiteX5" fmla="*/ 1962 w 36130"/>
                    <a:gd name="connsiteY5" fmla="*/ 0 h 3923"/>
                    <a:gd name="connsiteX6" fmla="*/ 0 w 36130"/>
                    <a:gd name="connsiteY6" fmla="*/ 1962 h 3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6130" h="3923">
                      <a:moveTo>
                        <a:pt x="0" y="1962"/>
                      </a:moveTo>
                      <a:cubicBezTo>
                        <a:pt x="0" y="3049"/>
                        <a:pt x="875" y="3924"/>
                        <a:pt x="1962" y="3924"/>
                      </a:cubicBezTo>
                      <a:lnTo>
                        <a:pt x="34169" y="3924"/>
                      </a:lnTo>
                      <a:cubicBezTo>
                        <a:pt x="35256" y="3924"/>
                        <a:pt x="36131" y="3049"/>
                        <a:pt x="36131" y="1962"/>
                      </a:cubicBezTo>
                      <a:cubicBezTo>
                        <a:pt x="36131" y="875"/>
                        <a:pt x="35256" y="0"/>
                        <a:pt x="34169" y="0"/>
                      </a:cubicBezTo>
                      <a:lnTo>
                        <a:pt x="1962" y="0"/>
                      </a:lnTo>
                      <a:cubicBezTo>
                        <a:pt x="875" y="0"/>
                        <a:pt x="0" y="875"/>
                        <a:pt x="0" y="1962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" name="Forme libre : forme 529">
                  <a:extLst>
                    <a:ext uri="{FF2B5EF4-FFF2-40B4-BE49-F238E27FC236}">
                      <a16:creationId xmlns:a16="http://schemas.microsoft.com/office/drawing/2014/main" id="{FA919152-09EA-450A-512A-72F9448D445F}"/>
                    </a:ext>
                  </a:extLst>
                </p:cNvPr>
                <p:cNvSpPr/>
                <p:nvPr/>
              </p:nvSpPr>
              <p:spPr>
                <a:xfrm>
                  <a:off x="773940" y="287839"/>
                  <a:ext cx="61138" cy="3923"/>
                </a:xfrm>
                <a:custGeom>
                  <a:avLst/>
                  <a:gdLst>
                    <a:gd name="connsiteX0" fmla="*/ 0 w 61138"/>
                    <a:gd name="connsiteY0" fmla="*/ 1962 h 3923"/>
                    <a:gd name="connsiteX1" fmla="*/ 1962 w 61138"/>
                    <a:gd name="connsiteY1" fmla="*/ 3924 h 3923"/>
                    <a:gd name="connsiteX2" fmla="*/ 59177 w 61138"/>
                    <a:gd name="connsiteY2" fmla="*/ 3924 h 3923"/>
                    <a:gd name="connsiteX3" fmla="*/ 61139 w 61138"/>
                    <a:gd name="connsiteY3" fmla="*/ 1962 h 3923"/>
                    <a:gd name="connsiteX4" fmla="*/ 59177 w 61138"/>
                    <a:gd name="connsiteY4" fmla="*/ 0 h 3923"/>
                    <a:gd name="connsiteX5" fmla="*/ 1962 w 61138"/>
                    <a:gd name="connsiteY5" fmla="*/ 0 h 3923"/>
                    <a:gd name="connsiteX6" fmla="*/ 0 w 61138"/>
                    <a:gd name="connsiteY6" fmla="*/ 1962 h 3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1138" h="3923">
                      <a:moveTo>
                        <a:pt x="0" y="1962"/>
                      </a:moveTo>
                      <a:cubicBezTo>
                        <a:pt x="0" y="3049"/>
                        <a:pt x="875" y="3924"/>
                        <a:pt x="1962" y="3924"/>
                      </a:cubicBezTo>
                      <a:lnTo>
                        <a:pt x="59177" y="3924"/>
                      </a:lnTo>
                      <a:cubicBezTo>
                        <a:pt x="60264" y="3924"/>
                        <a:pt x="61139" y="3049"/>
                        <a:pt x="61139" y="1962"/>
                      </a:cubicBezTo>
                      <a:cubicBezTo>
                        <a:pt x="61139" y="875"/>
                        <a:pt x="60264" y="0"/>
                        <a:pt x="59177" y="0"/>
                      </a:cubicBezTo>
                      <a:lnTo>
                        <a:pt x="1962" y="0"/>
                      </a:lnTo>
                      <a:cubicBezTo>
                        <a:pt x="875" y="0"/>
                        <a:pt x="0" y="875"/>
                        <a:pt x="0" y="1962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1" name="Forme libre : forme 530">
                  <a:extLst>
                    <a:ext uri="{FF2B5EF4-FFF2-40B4-BE49-F238E27FC236}">
                      <a16:creationId xmlns:a16="http://schemas.microsoft.com/office/drawing/2014/main" id="{0F12890A-2855-88E5-3AF7-BBF181802321}"/>
                    </a:ext>
                  </a:extLst>
                </p:cNvPr>
                <p:cNvSpPr/>
                <p:nvPr/>
              </p:nvSpPr>
              <p:spPr>
                <a:xfrm>
                  <a:off x="691596" y="305195"/>
                  <a:ext cx="89512" cy="3923"/>
                </a:xfrm>
                <a:custGeom>
                  <a:avLst/>
                  <a:gdLst>
                    <a:gd name="connsiteX0" fmla="*/ 1962 w 89512"/>
                    <a:gd name="connsiteY0" fmla="*/ 3924 h 3923"/>
                    <a:gd name="connsiteX1" fmla="*/ 87550 w 89512"/>
                    <a:gd name="connsiteY1" fmla="*/ 3924 h 3923"/>
                    <a:gd name="connsiteX2" fmla="*/ 89512 w 89512"/>
                    <a:gd name="connsiteY2" fmla="*/ 1962 h 3923"/>
                    <a:gd name="connsiteX3" fmla="*/ 87550 w 89512"/>
                    <a:gd name="connsiteY3" fmla="*/ 0 h 3923"/>
                    <a:gd name="connsiteX4" fmla="*/ 1962 w 89512"/>
                    <a:gd name="connsiteY4" fmla="*/ 0 h 3923"/>
                    <a:gd name="connsiteX5" fmla="*/ 0 w 89512"/>
                    <a:gd name="connsiteY5" fmla="*/ 1962 h 3923"/>
                    <a:gd name="connsiteX6" fmla="*/ 1962 w 89512"/>
                    <a:gd name="connsiteY6" fmla="*/ 3924 h 3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512" h="3923">
                      <a:moveTo>
                        <a:pt x="1962" y="3924"/>
                      </a:moveTo>
                      <a:lnTo>
                        <a:pt x="87550" y="3924"/>
                      </a:lnTo>
                      <a:cubicBezTo>
                        <a:pt x="88637" y="3924"/>
                        <a:pt x="89512" y="3049"/>
                        <a:pt x="89512" y="1962"/>
                      </a:cubicBezTo>
                      <a:cubicBezTo>
                        <a:pt x="89512" y="875"/>
                        <a:pt x="88637" y="0"/>
                        <a:pt x="87550" y="0"/>
                      </a:cubicBezTo>
                      <a:lnTo>
                        <a:pt x="1962" y="0"/>
                      </a:lnTo>
                      <a:cubicBezTo>
                        <a:pt x="875" y="0"/>
                        <a:pt x="0" y="875"/>
                        <a:pt x="0" y="1962"/>
                      </a:cubicBezTo>
                      <a:cubicBezTo>
                        <a:pt x="0" y="3049"/>
                        <a:pt x="875" y="3924"/>
                        <a:pt x="1962" y="3924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2" name="Forme libre : forme 531">
                  <a:extLst>
                    <a:ext uri="{FF2B5EF4-FFF2-40B4-BE49-F238E27FC236}">
                      <a16:creationId xmlns:a16="http://schemas.microsoft.com/office/drawing/2014/main" id="{7B566C50-B87A-7F8D-5400-13D008FE0A27}"/>
                    </a:ext>
                  </a:extLst>
                </p:cNvPr>
                <p:cNvSpPr/>
                <p:nvPr/>
              </p:nvSpPr>
              <p:spPr>
                <a:xfrm>
                  <a:off x="798631" y="305195"/>
                  <a:ext cx="33550" cy="3923"/>
                </a:xfrm>
                <a:custGeom>
                  <a:avLst/>
                  <a:gdLst>
                    <a:gd name="connsiteX0" fmla="*/ 1962 w 33550"/>
                    <a:gd name="connsiteY0" fmla="*/ 3924 h 3923"/>
                    <a:gd name="connsiteX1" fmla="*/ 31588 w 33550"/>
                    <a:gd name="connsiteY1" fmla="*/ 3924 h 3923"/>
                    <a:gd name="connsiteX2" fmla="*/ 33550 w 33550"/>
                    <a:gd name="connsiteY2" fmla="*/ 1962 h 3923"/>
                    <a:gd name="connsiteX3" fmla="*/ 31588 w 33550"/>
                    <a:gd name="connsiteY3" fmla="*/ 0 h 3923"/>
                    <a:gd name="connsiteX4" fmla="*/ 1962 w 33550"/>
                    <a:gd name="connsiteY4" fmla="*/ 0 h 3923"/>
                    <a:gd name="connsiteX5" fmla="*/ 0 w 33550"/>
                    <a:gd name="connsiteY5" fmla="*/ 1962 h 3923"/>
                    <a:gd name="connsiteX6" fmla="*/ 1962 w 33550"/>
                    <a:gd name="connsiteY6" fmla="*/ 3924 h 3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3550" h="3923">
                      <a:moveTo>
                        <a:pt x="1962" y="3924"/>
                      </a:moveTo>
                      <a:lnTo>
                        <a:pt x="31588" y="3924"/>
                      </a:lnTo>
                      <a:cubicBezTo>
                        <a:pt x="32675" y="3924"/>
                        <a:pt x="33550" y="3049"/>
                        <a:pt x="33550" y="1962"/>
                      </a:cubicBezTo>
                      <a:cubicBezTo>
                        <a:pt x="33550" y="875"/>
                        <a:pt x="32675" y="0"/>
                        <a:pt x="31588" y="0"/>
                      </a:cubicBezTo>
                      <a:lnTo>
                        <a:pt x="1962" y="0"/>
                      </a:lnTo>
                      <a:cubicBezTo>
                        <a:pt x="875" y="0"/>
                        <a:pt x="0" y="875"/>
                        <a:pt x="0" y="1962"/>
                      </a:cubicBezTo>
                      <a:cubicBezTo>
                        <a:pt x="0" y="3049"/>
                        <a:pt x="875" y="3924"/>
                        <a:pt x="1962" y="3924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613" name="Graphique 8">
            <a:extLst>
              <a:ext uri="{FF2B5EF4-FFF2-40B4-BE49-F238E27FC236}">
                <a16:creationId xmlns:a16="http://schemas.microsoft.com/office/drawing/2014/main" id="{147005B0-07A0-079F-0630-D79A05A7A427}"/>
              </a:ext>
            </a:extLst>
          </p:cNvPr>
          <p:cNvGrpSpPr/>
          <p:nvPr/>
        </p:nvGrpSpPr>
        <p:grpSpPr>
          <a:xfrm>
            <a:off x="2925186" y="1843433"/>
            <a:ext cx="859469" cy="885627"/>
            <a:chOff x="0" y="0"/>
            <a:chExt cx="1181999" cy="1176646"/>
          </a:xfrm>
        </p:grpSpPr>
        <p:grpSp>
          <p:nvGrpSpPr>
            <p:cNvPr id="614" name="Graphique 8">
              <a:extLst>
                <a:ext uri="{FF2B5EF4-FFF2-40B4-BE49-F238E27FC236}">
                  <a16:creationId xmlns:a16="http://schemas.microsoft.com/office/drawing/2014/main" id="{5269E7E4-F0A3-37B6-55F5-94B4043EB87B}"/>
                </a:ext>
              </a:extLst>
            </p:cNvPr>
            <p:cNvGrpSpPr/>
            <p:nvPr/>
          </p:nvGrpSpPr>
          <p:grpSpPr>
            <a:xfrm>
              <a:off x="42125" y="65058"/>
              <a:ext cx="1060528" cy="982503"/>
              <a:chOff x="42125" y="65058"/>
              <a:chExt cx="1060528" cy="982503"/>
            </a:xfrm>
          </p:grpSpPr>
          <p:sp>
            <p:nvSpPr>
              <p:cNvPr id="695" name="Forme libre : forme 694">
                <a:extLst>
                  <a:ext uri="{FF2B5EF4-FFF2-40B4-BE49-F238E27FC236}">
                    <a16:creationId xmlns:a16="http://schemas.microsoft.com/office/drawing/2014/main" id="{04795E2C-5823-88B4-7F22-7BFD32228A46}"/>
                  </a:ext>
                </a:extLst>
              </p:cNvPr>
              <p:cNvSpPr/>
              <p:nvPr/>
            </p:nvSpPr>
            <p:spPr>
              <a:xfrm rot="-5249400">
                <a:off x="81137" y="26046"/>
                <a:ext cx="982503" cy="1060528"/>
              </a:xfrm>
              <a:custGeom>
                <a:avLst/>
                <a:gdLst>
                  <a:gd name="connsiteX0" fmla="*/ 982504 w 982503"/>
                  <a:gd name="connsiteY0" fmla="*/ 530264 h 1060528"/>
                  <a:gd name="connsiteX1" fmla="*/ 491252 w 982503"/>
                  <a:gd name="connsiteY1" fmla="*/ 1060528 h 1060528"/>
                  <a:gd name="connsiteX2" fmla="*/ 0 w 982503"/>
                  <a:gd name="connsiteY2" fmla="*/ 530264 h 1060528"/>
                  <a:gd name="connsiteX3" fmla="*/ 491252 w 982503"/>
                  <a:gd name="connsiteY3" fmla="*/ 0 h 1060528"/>
                  <a:gd name="connsiteX4" fmla="*/ 982504 w 982503"/>
                  <a:gd name="connsiteY4" fmla="*/ 530264 h 1060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2503" h="1060528">
                    <a:moveTo>
                      <a:pt x="982504" y="530264"/>
                    </a:moveTo>
                    <a:cubicBezTo>
                      <a:pt x="982504" y="823121"/>
                      <a:pt x="762563" y="1060528"/>
                      <a:pt x="491252" y="1060528"/>
                    </a:cubicBezTo>
                    <a:cubicBezTo>
                      <a:pt x="219941" y="1060528"/>
                      <a:pt x="0" y="823121"/>
                      <a:pt x="0" y="530264"/>
                    </a:cubicBezTo>
                    <a:cubicBezTo>
                      <a:pt x="0" y="237407"/>
                      <a:pt x="219941" y="0"/>
                      <a:pt x="491252" y="0"/>
                    </a:cubicBezTo>
                    <a:cubicBezTo>
                      <a:pt x="762563" y="0"/>
                      <a:pt x="982504" y="237407"/>
                      <a:pt x="982504" y="530264"/>
                    </a:cubicBezTo>
                    <a:close/>
                  </a:path>
                </a:pathLst>
              </a:custGeom>
              <a:solidFill>
                <a:srgbClr val="FFD040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696" name="Graphique 8">
                <a:extLst>
                  <a:ext uri="{FF2B5EF4-FFF2-40B4-BE49-F238E27FC236}">
                    <a16:creationId xmlns:a16="http://schemas.microsoft.com/office/drawing/2014/main" id="{868555E9-D7C9-9EE3-EAD3-AD261697544F}"/>
                  </a:ext>
                </a:extLst>
              </p:cNvPr>
              <p:cNvGrpSpPr/>
              <p:nvPr/>
            </p:nvGrpSpPr>
            <p:grpSpPr>
              <a:xfrm>
                <a:off x="90011" y="77455"/>
                <a:ext cx="961986" cy="962990"/>
                <a:chOff x="90011" y="77455"/>
                <a:chExt cx="961986" cy="962990"/>
              </a:xfrm>
              <a:solidFill>
                <a:srgbClr val="FFFFFF"/>
              </a:solidFill>
            </p:grpSpPr>
            <p:sp>
              <p:nvSpPr>
                <p:cNvPr id="697" name="Forme libre : forme 696">
                  <a:extLst>
                    <a:ext uri="{FF2B5EF4-FFF2-40B4-BE49-F238E27FC236}">
                      <a16:creationId xmlns:a16="http://schemas.microsoft.com/office/drawing/2014/main" id="{31FC4454-DFC2-8E16-6258-960E1919615D}"/>
                    </a:ext>
                  </a:extLst>
                </p:cNvPr>
                <p:cNvSpPr/>
                <p:nvPr/>
              </p:nvSpPr>
              <p:spPr>
                <a:xfrm>
                  <a:off x="435458" y="80220"/>
                  <a:ext cx="273362" cy="960225"/>
                </a:xfrm>
                <a:custGeom>
                  <a:avLst/>
                  <a:gdLst>
                    <a:gd name="connsiteX0" fmla="*/ 273363 w 273362"/>
                    <a:gd name="connsiteY0" fmla="*/ 478490 h 960225"/>
                    <a:gd name="connsiteX1" fmla="*/ 268357 w 273362"/>
                    <a:gd name="connsiteY1" fmla="*/ 608462 h 960225"/>
                    <a:gd name="connsiteX2" fmla="*/ 251885 w 273362"/>
                    <a:gd name="connsiteY2" fmla="*/ 737518 h 960225"/>
                    <a:gd name="connsiteX3" fmla="*/ 218912 w 273362"/>
                    <a:gd name="connsiteY3" fmla="*/ 863445 h 960225"/>
                    <a:gd name="connsiteX4" fmla="*/ 190275 w 273362"/>
                    <a:gd name="connsiteY4" fmla="*/ 922203 h 960225"/>
                    <a:gd name="connsiteX5" fmla="*/ 168753 w 273362"/>
                    <a:gd name="connsiteY5" fmla="*/ 947245 h 960225"/>
                    <a:gd name="connsiteX6" fmla="*/ 154624 w 273362"/>
                    <a:gd name="connsiteY6" fmla="*/ 956326 h 960225"/>
                    <a:gd name="connsiteX7" fmla="*/ 138079 w 273362"/>
                    <a:gd name="connsiteY7" fmla="*/ 960211 h 960225"/>
                    <a:gd name="connsiteX8" fmla="*/ 121345 w 273362"/>
                    <a:gd name="connsiteY8" fmla="*/ 957155 h 960225"/>
                    <a:gd name="connsiteX9" fmla="*/ 106881 w 273362"/>
                    <a:gd name="connsiteY9" fmla="*/ 948570 h 960225"/>
                    <a:gd name="connsiteX10" fmla="*/ 84880 w 273362"/>
                    <a:gd name="connsiteY10" fmla="*/ 923905 h 960225"/>
                    <a:gd name="connsiteX11" fmla="*/ 55835 w 273362"/>
                    <a:gd name="connsiteY11" fmla="*/ 865351 h 960225"/>
                    <a:gd name="connsiteX12" fmla="*/ 36438 w 273362"/>
                    <a:gd name="connsiteY12" fmla="*/ 803129 h 960225"/>
                    <a:gd name="connsiteX13" fmla="*/ 22542 w 273362"/>
                    <a:gd name="connsiteY13" fmla="*/ 739526 h 960225"/>
                    <a:gd name="connsiteX14" fmla="*/ 5721 w 273362"/>
                    <a:gd name="connsiteY14" fmla="*/ 610514 h 960225"/>
                    <a:gd name="connsiteX15" fmla="*/ 16 w 273362"/>
                    <a:gd name="connsiteY15" fmla="*/ 480542 h 960225"/>
                    <a:gd name="connsiteX16" fmla="*/ 1341 w 273362"/>
                    <a:gd name="connsiteY16" fmla="*/ 415512 h 960225"/>
                    <a:gd name="connsiteX17" fmla="*/ 5037 w 273362"/>
                    <a:gd name="connsiteY17" fmla="*/ 350584 h 960225"/>
                    <a:gd name="connsiteX18" fmla="*/ 20359 w 273362"/>
                    <a:gd name="connsiteY18" fmla="*/ 221427 h 960225"/>
                    <a:gd name="connsiteX19" fmla="*/ 33208 w 273362"/>
                    <a:gd name="connsiteY19" fmla="*/ 157634 h 960225"/>
                    <a:gd name="connsiteX20" fmla="*/ 51412 w 273362"/>
                    <a:gd name="connsiteY20" fmla="*/ 95121 h 960225"/>
                    <a:gd name="connsiteX21" fmla="*/ 79248 w 273362"/>
                    <a:gd name="connsiteY21" fmla="*/ 36174 h 960225"/>
                    <a:gd name="connsiteX22" fmla="*/ 100741 w 273362"/>
                    <a:gd name="connsiteY22" fmla="*/ 11408 h 960225"/>
                    <a:gd name="connsiteX23" fmla="*/ 114972 w 273362"/>
                    <a:gd name="connsiteY23" fmla="*/ 2910 h 960225"/>
                    <a:gd name="connsiteX24" fmla="*/ 131342 w 273362"/>
                    <a:gd name="connsiteY24" fmla="*/ 29 h 960225"/>
                    <a:gd name="connsiteX25" fmla="*/ 147523 w 273362"/>
                    <a:gd name="connsiteY25" fmla="*/ 3797 h 960225"/>
                    <a:gd name="connsiteX26" fmla="*/ 161565 w 273362"/>
                    <a:gd name="connsiteY26" fmla="*/ 12528 h 960225"/>
                    <a:gd name="connsiteX27" fmla="*/ 183508 w 273362"/>
                    <a:gd name="connsiteY27" fmla="*/ 36858 h 960225"/>
                    <a:gd name="connsiteX28" fmla="*/ 213600 w 273362"/>
                    <a:gd name="connsiteY28" fmla="*/ 94670 h 960225"/>
                    <a:gd name="connsiteX29" fmla="*/ 249280 w 273362"/>
                    <a:gd name="connsiteY29" fmla="*/ 219753 h 960225"/>
                    <a:gd name="connsiteX30" fmla="*/ 267571 w 273362"/>
                    <a:gd name="connsiteY30" fmla="*/ 348547 h 960225"/>
                    <a:gd name="connsiteX31" fmla="*/ 273363 w 273362"/>
                    <a:gd name="connsiteY31" fmla="*/ 478490 h 960225"/>
                    <a:gd name="connsiteX32" fmla="*/ 265112 w 273362"/>
                    <a:gd name="connsiteY32" fmla="*/ 478490 h 960225"/>
                    <a:gd name="connsiteX33" fmla="*/ 260048 w 273362"/>
                    <a:gd name="connsiteY33" fmla="*/ 349187 h 960225"/>
                    <a:gd name="connsiteX34" fmla="*/ 243343 w 273362"/>
                    <a:gd name="connsiteY34" fmla="*/ 220903 h 960225"/>
                    <a:gd name="connsiteX35" fmla="*/ 209672 w 273362"/>
                    <a:gd name="connsiteY35" fmla="*/ 96227 h 960225"/>
                    <a:gd name="connsiteX36" fmla="*/ 180787 w 273362"/>
                    <a:gd name="connsiteY36" fmla="*/ 38750 h 960225"/>
                    <a:gd name="connsiteX37" fmla="*/ 159761 w 273362"/>
                    <a:gd name="connsiteY37" fmla="*/ 14740 h 960225"/>
                    <a:gd name="connsiteX38" fmla="*/ 131269 w 273362"/>
                    <a:gd name="connsiteY38" fmla="*/ 2473 h 960225"/>
                    <a:gd name="connsiteX39" fmla="*/ 115961 w 273362"/>
                    <a:gd name="connsiteY39" fmla="*/ 5384 h 960225"/>
                    <a:gd name="connsiteX40" fmla="*/ 102559 w 273362"/>
                    <a:gd name="connsiteY40" fmla="*/ 13649 h 960225"/>
                    <a:gd name="connsiteX41" fmla="*/ 82042 w 273362"/>
                    <a:gd name="connsiteY41" fmla="*/ 37993 h 960225"/>
                    <a:gd name="connsiteX42" fmla="*/ 55413 w 273362"/>
                    <a:gd name="connsiteY42" fmla="*/ 96518 h 960225"/>
                    <a:gd name="connsiteX43" fmla="*/ 38214 w 273362"/>
                    <a:gd name="connsiteY43" fmla="*/ 158798 h 960225"/>
                    <a:gd name="connsiteX44" fmla="*/ 26325 w 273362"/>
                    <a:gd name="connsiteY44" fmla="*/ 222387 h 960225"/>
                    <a:gd name="connsiteX45" fmla="*/ 9446 w 273362"/>
                    <a:gd name="connsiteY45" fmla="*/ 480527 h 960225"/>
                    <a:gd name="connsiteX46" fmla="*/ 13840 w 273362"/>
                    <a:gd name="connsiteY46" fmla="*/ 609859 h 960225"/>
                    <a:gd name="connsiteX47" fmla="*/ 29294 w 273362"/>
                    <a:gd name="connsiteY47" fmla="*/ 738289 h 960225"/>
                    <a:gd name="connsiteX48" fmla="*/ 42463 w 273362"/>
                    <a:gd name="connsiteY48" fmla="*/ 801572 h 960225"/>
                    <a:gd name="connsiteX49" fmla="*/ 61059 w 273362"/>
                    <a:gd name="connsiteY49" fmla="*/ 863372 h 960225"/>
                    <a:gd name="connsiteX50" fmla="*/ 88969 w 273362"/>
                    <a:gd name="connsiteY50" fmla="*/ 921111 h 960225"/>
                    <a:gd name="connsiteX51" fmla="*/ 109748 w 273362"/>
                    <a:gd name="connsiteY51" fmla="*/ 944917 h 960225"/>
                    <a:gd name="connsiteX52" fmla="*/ 137919 w 273362"/>
                    <a:gd name="connsiteY52" fmla="*/ 955831 h 960225"/>
                    <a:gd name="connsiteX53" fmla="*/ 165683 w 273362"/>
                    <a:gd name="connsiteY53" fmla="*/ 943651 h 960225"/>
                    <a:gd name="connsiteX54" fmla="*/ 186040 w 273362"/>
                    <a:gd name="connsiteY54" fmla="*/ 919423 h 960225"/>
                    <a:gd name="connsiteX55" fmla="*/ 213542 w 273362"/>
                    <a:gd name="connsiteY55" fmla="*/ 861466 h 960225"/>
                    <a:gd name="connsiteX56" fmla="*/ 244944 w 273362"/>
                    <a:gd name="connsiteY56" fmla="*/ 736281 h 960225"/>
                    <a:gd name="connsiteX57" fmla="*/ 260325 w 273362"/>
                    <a:gd name="connsiteY57" fmla="*/ 607836 h 960225"/>
                    <a:gd name="connsiteX58" fmla="*/ 265097 w 273362"/>
                    <a:gd name="connsiteY58" fmla="*/ 478490 h 960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</a:cxnLst>
                  <a:rect l="l" t="t" r="r" b="b"/>
                  <a:pathLst>
                    <a:path w="273362" h="960225">
                      <a:moveTo>
                        <a:pt x="273363" y="478490"/>
                      </a:moveTo>
                      <a:cubicBezTo>
                        <a:pt x="273319" y="521853"/>
                        <a:pt x="271733" y="565216"/>
                        <a:pt x="268357" y="608462"/>
                      </a:cubicBezTo>
                      <a:cubicBezTo>
                        <a:pt x="264894" y="651694"/>
                        <a:pt x="259568" y="694795"/>
                        <a:pt x="251885" y="737518"/>
                      </a:cubicBezTo>
                      <a:cubicBezTo>
                        <a:pt x="244027" y="780168"/>
                        <a:pt x="234030" y="822599"/>
                        <a:pt x="218912" y="863445"/>
                      </a:cubicBezTo>
                      <a:cubicBezTo>
                        <a:pt x="211243" y="883787"/>
                        <a:pt x="202352" y="903839"/>
                        <a:pt x="190275" y="922203"/>
                      </a:cubicBezTo>
                      <a:cubicBezTo>
                        <a:pt x="184192" y="931312"/>
                        <a:pt x="177280" y="940043"/>
                        <a:pt x="168753" y="947245"/>
                      </a:cubicBezTo>
                      <a:cubicBezTo>
                        <a:pt x="164490" y="950825"/>
                        <a:pt x="159790" y="953997"/>
                        <a:pt x="154624" y="956326"/>
                      </a:cubicBezTo>
                      <a:cubicBezTo>
                        <a:pt x="149458" y="958639"/>
                        <a:pt x="143812" y="960109"/>
                        <a:pt x="138079" y="960211"/>
                      </a:cubicBezTo>
                      <a:cubicBezTo>
                        <a:pt x="132346" y="960371"/>
                        <a:pt x="126613" y="959265"/>
                        <a:pt x="121345" y="957155"/>
                      </a:cubicBezTo>
                      <a:cubicBezTo>
                        <a:pt x="116063" y="955059"/>
                        <a:pt x="111247" y="952018"/>
                        <a:pt x="106881" y="948570"/>
                      </a:cubicBezTo>
                      <a:cubicBezTo>
                        <a:pt x="98136" y="941585"/>
                        <a:pt x="91078" y="932942"/>
                        <a:pt x="84880" y="923905"/>
                      </a:cubicBezTo>
                      <a:cubicBezTo>
                        <a:pt x="72598" y="905687"/>
                        <a:pt x="63577" y="885664"/>
                        <a:pt x="55835" y="865351"/>
                      </a:cubicBezTo>
                      <a:cubicBezTo>
                        <a:pt x="48138" y="844994"/>
                        <a:pt x="41866" y="824141"/>
                        <a:pt x="36438" y="803129"/>
                      </a:cubicBezTo>
                      <a:cubicBezTo>
                        <a:pt x="31011" y="782103"/>
                        <a:pt x="26471" y="760858"/>
                        <a:pt x="22542" y="739526"/>
                      </a:cubicBezTo>
                      <a:cubicBezTo>
                        <a:pt x="14713" y="696832"/>
                        <a:pt x="9358" y="653731"/>
                        <a:pt x="5721" y="610514"/>
                      </a:cubicBezTo>
                      <a:cubicBezTo>
                        <a:pt x="2112" y="567282"/>
                        <a:pt x="293" y="523919"/>
                        <a:pt x="16" y="480542"/>
                      </a:cubicBezTo>
                      <a:cubicBezTo>
                        <a:pt x="-114" y="458860"/>
                        <a:pt x="555" y="437179"/>
                        <a:pt x="1341" y="415512"/>
                      </a:cubicBezTo>
                      <a:cubicBezTo>
                        <a:pt x="2185" y="393845"/>
                        <a:pt x="3407" y="372193"/>
                        <a:pt x="5037" y="350584"/>
                      </a:cubicBezTo>
                      <a:cubicBezTo>
                        <a:pt x="8311" y="307352"/>
                        <a:pt x="13171" y="264208"/>
                        <a:pt x="20359" y="221427"/>
                      </a:cubicBezTo>
                      <a:cubicBezTo>
                        <a:pt x="23968" y="200036"/>
                        <a:pt x="28159" y="178748"/>
                        <a:pt x="33208" y="157634"/>
                      </a:cubicBezTo>
                      <a:cubicBezTo>
                        <a:pt x="38272" y="136534"/>
                        <a:pt x="44136" y="115595"/>
                        <a:pt x="51412" y="95121"/>
                      </a:cubicBezTo>
                      <a:cubicBezTo>
                        <a:pt x="58760" y="74706"/>
                        <a:pt x="67331" y="54523"/>
                        <a:pt x="79248" y="36174"/>
                      </a:cubicBezTo>
                      <a:cubicBezTo>
                        <a:pt x="85243" y="27065"/>
                        <a:pt x="92141" y="18378"/>
                        <a:pt x="100741" y="11408"/>
                      </a:cubicBezTo>
                      <a:cubicBezTo>
                        <a:pt x="105033" y="7959"/>
                        <a:pt x="109777" y="4947"/>
                        <a:pt x="114972" y="2910"/>
                      </a:cubicBezTo>
                      <a:cubicBezTo>
                        <a:pt x="120152" y="844"/>
                        <a:pt x="125769" y="-190"/>
                        <a:pt x="131342" y="29"/>
                      </a:cubicBezTo>
                      <a:cubicBezTo>
                        <a:pt x="136930" y="189"/>
                        <a:pt x="142445" y="1571"/>
                        <a:pt x="147523" y="3797"/>
                      </a:cubicBezTo>
                      <a:cubicBezTo>
                        <a:pt x="152616" y="6038"/>
                        <a:pt x="157272" y="9080"/>
                        <a:pt x="161565" y="12528"/>
                      </a:cubicBezTo>
                      <a:cubicBezTo>
                        <a:pt x="170136" y="19469"/>
                        <a:pt x="177222" y="27953"/>
                        <a:pt x="183508" y="36858"/>
                      </a:cubicBezTo>
                      <a:cubicBezTo>
                        <a:pt x="196008" y="54785"/>
                        <a:pt x="205437" y="74560"/>
                        <a:pt x="213600" y="94670"/>
                      </a:cubicBezTo>
                      <a:cubicBezTo>
                        <a:pt x="229723" y="135065"/>
                        <a:pt x="240666" y="177249"/>
                        <a:pt x="249280" y="219753"/>
                      </a:cubicBezTo>
                      <a:cubicBezTo>
                        <a:pt x="257749" y="262316"/>
                        <a:pt x="263657" y="305344"/>
                        <a:pt x="267571" y="348547"/>
                      </a:cubicBezTo>
                      <a:cubicBezTo>
                        <a:pt x="271384" y="391750"/>
                        <a:pt x="273232" y="435127"/>
                        <a:pt x="273363" y="478490"/>
                      </a:cubicBezTo>
                      <a:close/>
                      <a:moveTo>
                        <a:pt x="265112" y="478490"/>
                      </a:moveTo>
                      <a:cubicBezTo>
                        <a:pt x="265214" y="435345"/>
                        <a:pt x="263599" y="392186"/>
                        <a:pt x="260048" y="349187"/>
                      </a:cubicBezTo>
                      <a:cubicBezTo>
                        <a:pt x="256556" y="306188"/>
                        <a:pt x="251274" y="263305"/>
                        <a:pt x="243343" y="220903"/>
                      </a:cubicBezTo>
                      <a:cubicBezTo>
                        <a:pt x="235384" y="178544"/>
                        <a:pt x="225096" y="136462"/>
                        <a:pt x="209672" y="96227"/>
                      </a:cubicBezTo>
                      <a:cubicBezTo>
                        <a:pt x="201872" y="76190"/>
                        <a:pt x="192807" y="56517"/>
                        <a:pt x="180787" y="38750"/>
                      </a:cubicBezTo>
                      <a:cubicBezTo>
                        <a:pt x="174748" y="29932"/>
                        <a:pt x="167924" y="21550"/>
                        <a:pt x="159761" y="14740"/>
                      </a:cubicBezTo>
                      <a:cubicBezTo>
                        <a:pt x="151670" y="7988"/>
                        <a:pt x="141833" y="2793"/>
                        <a:pt x="131269" y="2473"/>
                      </a:cubicBezTo>
                      <a:cubicBezTo>
                        <a:pt x="126031" y="2313"/>
                        <a:pt x="120807" y="3375"/>
                        <a:pt x="115961" y="5384"/>
                      </a:cubicBezTo>
                      <a:cubicBezTo>
                        <a:pt x="111101" y="7363"/>
                        <a:pt x="106634" y="10287"/>
                        <a:pt x="102559" y="13649"/>
                      </a:cubicBezTo>
                      <a:cubicBezTo>
                        <a:pt x="94411" y="20444"/>
                        <a:pt x="87790" y="29000"/>
                        <a:pt x="82042" y="37993"/>
                      </a:cubicBezTo>
                      <a:cubicBezTo>
                        <a:pt x="70605" y="56139"/>
                        <a:pt x="62398" y="76190"/>
                        <a:pt x="55413" y="96518"/>
                      </a:cubicBezTo>
                      <a:cubicBezTo>
                        <a:pt x="48487" y="116905"/>
                        <a:pt x="42943" y="137771"/>
                        <a:pt x="38214" y="158798"/>
                      </a:cubicBezTo>
                      <a:cubicBezTo>
                        <a:pt x="33499" y="179839"/>
                        <a:pt x="29614" y="201069"/>
                        <a:pt x="26325" y="222387"/>
                      </a:cubicBezTo>
                      <a:cubicBezTo>
                        <a:pt x="13302" y="307730"/>
                        <a:pt x="9126" y="394252"/>
                        <a:pt x="9446" y="480527"/>
                      </a:cubicBezTo>
                      <a:cubicBezTo>
                        <a:pt x="9286" y="523672"/>
                        <a:pt x="10683" y="566831"/>
                        <a:pt x="13840" y="609859"/>
                      </a:cubicBezTo>
                      <a:cubicBezTo>
                        <a:pt x="17027" y="652887"/>
                        <a:pt x="21931" y="695799"/>
                        <a:pt x="29294" y="738289"/>
                      </a:cubicBezTo>
                      <a:cubicBezTo>
                        <a:pt x="32975" y="759534"/>
                        <a:pt x="37297" y="780662"/>
                        <a:pt x="42463" y="801572"/>
                      </a:cubicBezTo>
                      <a:cubicBezTo>
                        <a:pt x="47643" y="822483"/>
                        <a:pt x="53653" y="843189"/>
                        <a:pt x="61059" y="863372"/>
                      </a:cubicBezTo>
                      <a:cubicBezTo>
                        <a:pt x="68509" y="883496"/>
                        <a:pt x="77211" y="903301"/>
                        <a:pt x="88969" y="921111"/>
                      </a:cubicBezTo>
                      <a:cubicBezTo>
                        <a:pt x="94891" y="929944"/>
                        <a:pt x="101614" y="938311"/>
                        <a:pt x="109748" y="944917"/>
                      </a:cubicBezTo>
                      <a:cubicBezTo>
                        <a:pt x="117795" y="951509"/>
                        <a:pt x="127646" y="956180"/>
                        <a:pt x="137919" y="955831"/>
                      </a:cubicBezTo>
                      <a:cubicBezTo>
                        <a:pt x="148178" y="955554"/>
                        <a:pt x="157811" y="950461"/>
                        <a:pt x="165683" y="943651"/>
                      </a:cubicBezTo>
                      <a:cubicBezTo>
                        <a:pt x="173643" y="936812"/>
                        <a:pt x="180234" y="928329"/>
                        <a:pt x="186040" y="919423"/>
                      </a:cubicBezTo>
                      <a:cubicBezTo>
                        <a:pt x="197594" y="901467"/>
                        <a:pt x="206179" y="881634"/>
                        <a:pt x="213542" y="861466"/>
                      </a:cubicBezTo>
                      <a:cubicBezTo>
                        <a:pt x="228064" y="820969"/>
                        <a:pt x="237581" y="778727"/>
                        <a:pt x="244944" y="736281"/>
                      </a:cubicBezTo>
                      <a:cubicBezTo>
                        <a:pt x="252263" y="693776"/>
                        <a:pt x="257109" y="650865"/>
                        <a:pt x="260325" y="607836"/>
                      </a:cubicBezTo>
                      <a:cubicBezTo>
                        <a:pt x="263613" y="564808"/>
                        <a:pt x="265126" y="521649"/>
                        <a:pt x="265097" y="47849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8" name="Forme libre : forme 697">
                  <a:extLst>
                    <a:ext uri="{FF2B5EF4-FFF2-40B4-BE49-F238E27FC236}">
                      <a16:creationId xmlns:a16="http://schemas.microsoft.com/office/drawing/2014/main" id="{42E25003-657C-6EB2-84D5-F737ACBC1CB9}"/>
                    </a:ext>
                  </a:extLst>
                </p:cNvPr>
                <p:cNvSpPr/>
                <p:nvPr/>
              </p:nvSpPr>
              <p:spPr>
                <a:xfrm>
                  <a:off x="188757" y="77455"/>
                  <a:ext cx="738769" cy="962990"/>
                </a:xfrm>
                <a:custGeom>
                  <a:avLst/>
                  <a:gdLst>
                    <a:gd name="connsiteX0" fmla="*/ 738769 w 738769"/>
                    <a:gd name="connsiteY0" fmla="*/ 481255 h 962990"/>
                    <a:gd name="connsiteX1" fmla="*/ 716244 w 738769"/>
                    <a:gd name="connsiteY1" fmla="*/ 646936 h 962990"/>
                    <a:gd name="connsiteX2" fmla="*/ 646732 w 738769"/>
                    <a:gd name="connsiteY2" fmla="*/ 798794 h 962990"/>
                    <a:gd name="connsiteX3" fmla="*/ 528459 w 738769"/>
                    <a:gd name="connsiteY3" fmla="*/ 915961 h 962990"/>
                    <a:gd name="connsiteX4" fmla="*/ 452385 w 738769"/>
                    <a:gd name="connsiteY4" fmla="*/ 950709 h 962990"/>
                    <a:gd name="connsiteX5" fmla="*/ 369705 w 738769"/>
                    <a:gd name="connsiteY5" fmla="*/ 962990 h 962990"/>
                    <a:gd name="connsiteX6" fmla="*/ 286995 w 738769"/>
                    <a:gd name="connsiteY6" fmla="*/ 950796 h 962990"/>
                    <a:gd name="connsiteX7" fmla="*/ 210848 w 738769"/>
                    <a:gd name="connsiteY7" fmla="*/ 916121 h 962990"/>
                    <a:gd name="connsiteX8" fmla="*/ 92328 w 738769"/>
                    <a:gd name="connsiteY8" fmla="*/ 799026 h 962990"/>
                    <a:gd name="connsiteX9" fmla="*/ 22584 w 738769"/>
                    <a:gd name="connsiteY9" fmla="*/ 647096 h 962990"/>
                    <a:gd name="connsiteX10" fmla="*/ 5690 w 738769"/>
                    <a:gd name="connsiteY10" fmla="*/ 564940 h 962990"/>
                    <a:gd name="connsiteX11" fmla="*/ 0 w 738769"/>
                    <a:gd name="connsiteY11" fmla="*/ 481255 h 962990"/>
                    <a:gd name="connsiteX12" fmla="*/ 5748 w 738769"/>
                    <a:gd name="connsiteY12" fmla="*/ 397585 h 962990"/>
                    <a:gd name="connsiteX13" fmla="*/ 22715 w 738769"/>
                    <a:gd name="connsiteY13" fmla="*/ 315458 h 962990"/>
                    <a:gd name="connsiteX14" fmla="*/ 92575 w 738769"/>
                    <a:gd name="connsiteY14" fmla="*/ 163658 h 962990"/>
                    <a:gd name="connsiteX15" fmla="*/ 211081 w 738769"/>
                    <a:gd name="connsiteY15" fmla="*/ 46768 h 962990"/>
                    <a:gd name="connsiteX16" fmla="*/ 287155 w 738769"/>
                    <a:gd name="connsiteY16" fmla="*/ 12267 h 962990"/>
                    <a:gd name="connsiteX17" fmla="*/ 369705 w 738769"/>
                    <a:gd name="connsiteY17" fmla="*/ 0 h 962990"/>
                    <a:gd name="connsiteX18" fmla="*/ 452225 w 738769"/>
                    <a:gd name="connsiteY18" fmla="*/ 12354 h 962990"/>
                    <a:gd name="connsiteX19" fmla="*/ 528212 w 738769"/>
                    <a:gd name="connsiteY19" fmla="*/ 46942 h 962990"/>
                    <a:gd name="connsiteX20" fmla="*/ 646470 w 738769"/>
                    <a:gd name="connsiteY20" fmla="*/ 163891 h 962990"/>
                    <a:gd name="connsiteX21" fmla="*/ 716098 w 738769"/>
                    <a:gd name="connsiteY21" fmla="*/ 315618 h 962990"/>
                    <a:gd name="connsiteX22" fmla="*/ 738755 w 738769"/>
                    <a:gd name="connsiteY22" fmla="*/ 481270 h 962990"/>
                    <a:gd name="connsiteX23" fmla="*/ 729311 w 738769"/>
                    <a:gd name="connsiteY23" fmla="*/ 481255 h 962990"/>
                    <a:gd name="connsiteX24" fmla="*/ 707950 w 738769"/>
                    <a:gd name="connsiteY24" fmla="*/ 317873 h 962990"/>
                    <a:gd name="connsiteX25" fmla="*/ 641261 w 738769"/>
                    <a:gd name="connsiteY25" fmla="*/ 167354 h 962990"/>
                    <a:gd name="connsiteX26" fmla="*/ 589764 w 738769"/>
                    <a:gd name="connsiteY26" fmla="*/ 102834 h 962990"/>
                    <a:gd name="connsiteX27" fmla="*/ 526015 w 738769"/>
                    <a:gd name="connsiteY27" fmla="*/ 50420 h 962990"/>
                    <a:gd name="connsiteX28" fmla="*/ 451192 w 738769"/>
                    <a:gd name="connsiteY28" fmla="*/ 15759 h 962990"/>
                    <a:gd name="connsiteX29" fmla="*/ 369705 w 738769"/>
                    <a:gd name="connsiteY29" fmla="*/ 3405 h 962990"/>
                    <a:gd name="connsiteX30" fmla="*/ 288247 w 738769"/>
                    <a:gd name="connsiteY30" fmla="*/ 15846 h 962990"/>
                    <a:gd name="connsiteX31" fmla="*/ 213497 w 738769"/>
                    <a:gd name="connsiteY31" fmla="*/ 50580 h 962990"/>
                    <a:gd name="connsiteX32" fmla="*/ 149864 w 738769"/>
                    <a:gd name="connsiteY32" fmla="*/ 103052 h 962990"/>
                    <a:gd name="connsiteX33" fmla="*/ 98498 w 738769"/>
                    <a:gd name="connsiteY33" fmla="*/ 167602 h 962990"/>
                    <a:gd name="connsiteX34" fmla="*/ 32056 w 738769"/>
                    <a:gd name="connsiteY34" fmla="*/ 318048 h 962990"/>
                    <a:gd name="connsiteX35" fmla="*/ 16094 w 738769"/>
                    <a:gd name="connsiteY35" fmla="*/ 398968 h 962990"/>
                    <a:gd name="connsiteX36" fmla="*/ 10753 w 738769"/>
                    <a:gd name="connsiteY36" fmla="*/ 481270 h 962990"/>
                    <a:gd name="connsiteX37" fmla="*/ 16166 w 738769"/>
                    <a:gd name="connsiteY37" fmla="*/ 563572 h 962990"/>
                    <a:gd name="connsiteX38" fmla="*/ 32187 w 738769"/>
                    <a:gd name="connsiteY38" fmla="*/ 644462 h 962990"/>
                    <a:gd name="connsiteX39" fmla="*/ 98760 w 738769"/>
                    <a:gd name="connsiteY39" fmla="*/ 794777 h 962990"/>
                    <a:gd name="connsiteX40" fmla="*/ 150126 w 738769"/>
                    <a:gd name="connsiteY40" fmla="*/ 859225 h 962990"/>
                    <a:gd name="connsiteX41" fmla="*/ 213729 w 738769"/>
                    <a:gd name="connsiteY41" fmla="*/ 911566 h 962990"/>
                    <a:gd name="connsiteX42" fmla="*/ 288407 w 738769"/>
                    <a:gd name="connsiteY42" fmla="*/ 946140 h 962990"/>
                    <a:gd name="connsiteX43" fmla="*/ 369705 w 738769"/>
                    <a:gd name="connsiteY43" fmla="*/ 958654 h 962990"/>
                    <a:gd name="connsiteX44" fmla="*/ 451032 w 738769"/>
                    <a:gd name="connsiteY44" fmla="*/ 946242 h 962990"/>
                    <a:gd name="connsiteX45" fmla="*/ 525782 w 738769"/>
                    <a:gd name="connsiteY45" fmla="*/ 911741 h 962990"/>
                    <a:gd name="connsiteX46" fmla="*/ 589502 w 738769"/>
                    <a:gd name="connsiteY46" fmla="*/ 859443 h 962990"/>
                    <a:gd name="connsiteX47" fmla="*/ 640999 w 738769"/>
                    <a:gd name="connsiteY47" fmla="*/ 795010 h 962990"/>
                    <a:gd name="connsiteX48" fmla="*/ 707804 w 738769"/>
                    <a:gd name="connsiteY48" fmla="*/ 644623 h 962990"/>
                    <a:gd name="connsiteX49" fmla="*/ 729311 w 738769"/>
                    <a:gd name="connsiteY49" fmla="*/ 481284 h 9629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</a:cxnLst>
                  <a:rect l="l" t="t" r="r" b="b"/>
                  <a:pathLst>
                    <a:path w="738769" h="962990">
                      <a:moveTo>
                        <a:pt x="738769" y="481255"/>
                      </a:moveTo>
                      <a:cubicBezTo>
                        <a:pt x="738449" y="537147"/>
                        <a:pt x="731232" y="593053"/>
                        <a:pt x="716244" y="646936"/>
                      </a:cubicBezTo>
                      <a:cubicBezTo>
                        <a:pt x="700965" y="700703"/>
                        <a:pt x="677945" y="752389"/>
                        <a:pt x="646732" y="798794"/>
                      </a:cubicBezTo>
                      <a:cubicBezTo>
                        <a:pt x="615563" y="845096"/>
                        <a:pt x="575882" y="886174"/>
                        <a:pt x="528459" y="915961"/>
                      </a:cubicBezTo>
                      <a:cubicBezTo>
                        <a:pt x="504770" y="930788"/>
                        <a:pt x="479174" y="942662"/>
                        <a:pt x="452385" y="950709"/>
                      </a:cubicBezTo>
                      <a:cubicBezTo>
                        <a:pt x="425611" y="958770"/>
                        <a:pt x="397672" y="962976"/>
                        <a:pt x="369705" y="962990"/>
                      </a:cubicBezTo>
                      <a:cubicBezTo>
                        <a:pt x="341737" y="963005"/>
                        <a:pt x="313784" y="958843"/>
                        <a:pt x="286995" y="950796"/>
                      </a:cubicBezTo>
                      <a:cubicBezTo>
                        <a:pt x="260192" y="942779"/>
                        <a:pt x="234567" y="930934"/>
                        <a:pt x="210848" y="916121"/>
                      </a:cubicBezTo>
                      <a:cubicBezTo>
                        <a:pt x="163367" y="886378"/>
                        <a:pt x="123584" y="845329"/>
                        <a:pt x="92328" y="799026"/>
                      </a:cubicBezTo>
                      <a:cubicBezTo>
                        <a:pt x="61043" y="752622"/>
                        <a:pt x="37950" y="700892"/>
                        <a:pt x="22584" y="647096"/>
                      </a:cubicBezTo>
                      <a:cubicBezTo>
                        <a:pt x="15031" y="620147"/>
                        <a:pt x="9400" y="592660"/>
                        <a:pt x="5690" y="564940"/>
                      </a:cubicBezTo>
                      <a:cubicBezTo>
                        <a:pt x="1994" y="537205"/>
                        <a:pt x="131" y="509237"/>
                        <a:pt x="0" y="481255"/>
                      </a:cubicBezTo>
                      <a:cubicBezTo>
                        <a:pt x="160" y="453273"/>
                        <a:pt x="2037" y="425305"/>
                        <a:pt x="5748" y="397585"/>
                      </a:cubicBezTo>
                      <a:cubicBezTo>
                        <a:pt x="9487" y="369865"/>
                        <a:pt x="15148" y="342392"/>
                        <a:pt x="22715" y="315458"/>
                      </a:cubicBezTo>
                      <a:cubicBezTo>
                        <a:pt x="38124" y="261691"/>
                        <a:pt x="61261" y="210019"/>
                        <a:pt x="92575" y="163658"/>
                      </a:cubicBezTo>
                      <a:cubicBezTo>
                        <a:pt x="123846" y="117414"/>
                        <a:pt x="163615" y="76423"/>
                        <a:pt x="211081" y="46768"/>
                      </a:cubicBezTo>
                      <a:cubicBezTo>
                        <a:pt x="234800" y="32013"/>
                        <a:pt x="260410" y="20285"/>
                        <a:pt x="287155" y="12267"/>
                      </a:cubicBezTo>
                      <a:cubicBezTo>
                        <a:pt x="313886" y="4220"/>
                        <a:pt x="341781" y="15"/>
                        <a:pt x="369705" y="0"/>
                      </a:cubicBezTo>
                      <a:cubicBezTo>
                        <a:pt x="397629" y="44"/>
                        <a:pt x="425509" y="4264"/>
                        <a:pt x="452225" y="12354"/>
                      </a:cubicBezTo>
                      <a:cubicBezTo>
                        <a:pt x="478956" y="20401"/>
                        <a:pt x="504537" y="32158"/>
                        <a:pt x="528212" y="46942"/>
                      </a:cubicBezTo>
                      <a:cubicBezTo>
                        <a:pt x="575605" y="76642"/>
                        <a:pt x="615287" y="117647"/>
                        <a:pt x="646470" y="163891"/>
                      </a:cubicBezTo>
                      <a:cubicBezTo>
                        <a:pt x="677712" y="210237"/>
                        <a:pt x="700776" y="261880"/>
                        <a:pt x="716098" y="315618"/>
                      </a:cubicBezTo>
                      <a:cubicBezTo>
                        <a:pt x="731130" y="369487"/>
                        <a:pt x="738391" y="425378"/>
                        <a:pt x="738755" y="481270"/>
                      </a:cubicBezTo>
                      <a:close/>
                      <a:moveTo>
                        <a:pt x="729311" y="481255"/>
                      </a:moveTo>
                      <a:cubicBezTo>
                        <a:pt x="729267" y="426178"/>
                        <a:pt x="722443" y="371044"/>
                        <a:pt x="707950" y="317873"/>
                      </a:cubicBezTo>
                      <a:cubicBezTo>
                        <a:pt x="693398" y="264775"/>
                        <a:pt x="671499" y="213482"/>
                        <a:pt x="641261" y="167354"/>
                      </a:cubicBezTo>
                      <a:cubicBezTo>
                        <a:pt x="626157" y="144305"/>
                        <a:pt x="609001" y="122580"/>
                        <a:pt x="589764" y="102834"/>
                      </a:cubicBezTo>
                      <a:cubicBezTo>
                        <a:pt x="570527" y="83117"/>
                        <a:pt x="549282" y="65248"/>
                        <a:pt x="526015" y="50420"/>
                      </a:cubicBezTo>
                      <a:cubicBezTo>
                        <a:pt x="502718" y="35680"/>
                        <a:pt x="477573" y="23791"/>
                        <a:pt x="451192" y="15759"/>
                      </a:cubicBezTo>
                      <a:cubicBezTo>
                        <a:pt x="424825" y="7727"/>
                        <a:pt x="397294" y="3507"/>
                        <a:pt x="369705" y="3405"/>
                      </a:cubicBezTo>
                      <a:cubicBezTo>
                        <a:pt x="342115" y="3536"/>
                        <a:pt x="314599" y="7785"/>
                        <a:pt x="288247" y="15846"/>
                      </a:cubicBezTo>
                      <a:cubicBezTo>
                        <a:pt x="261880" y="23908"/>
                        <a:pt x="236764" y="35811"/>
                        <a:pt x="213497" y="50580"/>
                      </a:cubicBezTo>
                      <a:cubicBezTo>
                        <a:pt x="190273" y="65437"/>
                        <a:pt x="169057" y="83321"/>
                        <a:pt x="149864" y="103052"/>
                      </a:cubicBezTo>
                      <a:cubicBezTo>
                        <a:pt x="130671" y="122813"/>
                        <a:pt x="113558" y="144553"/>
                        <a:pt x="98498" y="167602"/>
                      </a:cubicBezTo>
                      <a:cubicBezTo>
                        <a:pt x="68347" y="213729"/>
                        <a:pt x="46506" y="264994"/>
                        <a:pt x="32056" y="318048"/>
                      </a:cubicBezTo>
                      <a:cubicBezTo>
                        <a:pt x="24839" y="344604"/>
                        <a:pt x="19644" y="371684"/>
                        <a:pt x="16094" y="398968"/>
                      </a:cubicBezTo>
                      <a:cubicBezTo>
                        <a:pt x="12543" y="426251"/>
                        <a:pt x="10797" y="453753"/>
                        <a:pt x="10753" y="481270"/>
                      </a:cubicBezTo>
                      <a:cubicBezTo>
                        <a:pt x="10826" y="508786"/>
                        <a:pt x="12587" y="536288"/>
                        <a:pt x="16166" y="563572"/>
                      </a:cubicBezTo>
                      <a:cubicBezTo>
                        <a:pt x="19732" y="590841"/>
                        <a:pt x="24955" y="617906"/>
                        <a:pt x="32187" y="644462"/>
                      </a:cubicBezTo>
                      <a:cubicBezTo>
                        <a:pt x="46695" y="697502"/>
                        <a:pt x="68580" y="748708"/>
                        <a:pt x="98760" y="794777"/>
                      </a:cubicBezTo>
                      <a:cubicBezTo>
                        <a:pt x="113820" y="817798"/>
                        <a:pt x="130947" y="839494"/>
                        <a:pt x="150126" y="859225"/>
                      </a:cubicBezTo>
                      <a:cubicBezTo>
                        <a:pt x="169319" y="878913"/>
                        <a:pt x="190506" y="896782"/>
                        <a:pt x="213729" y="911566"/>
                      </a:cubicBezTo>
                      <a:cubicBezTo>
                        <a:pt x="236982" y="926277"/>
                        <a:pt x="262098" y="938079"/>
                        <a:pt x="288407" y="946140"/>
                      </a:cubicBezTo>
                      <a:cubicBezTo>
                        <a:pt x="314701" y="954216"/>
                        <a:pt x="342159" y="958494"/>
                        <a:pt x="369705" y="958654"/>
                      </a:cubicBezTo>
                      <a:cubicBezTo>
                        <a:pt x="397250" y="958523"/>
                        <a:pt x="424723" y="954289"/>
                        <a:pt x="451032" y="946242"/>
                      </a:cubicBezTo>
                      <a:cubicBezTo>
                        <a:pt x="477355" y="938224"/>
                        <a:pt x="502500" y="926438"/>
                        <a:pt x="525782" y="911741"/>
                      </a:cubicBezTo>
                      <a:cubicBezTo>
                        <a:pt x="549035" y="896971"/>
                        <a:pt x="570265" y="879131"/>
                        <a:pt x="589502" y="859443"/>
                      </a:cubicBezTo>
                      <a:cubicBezTo>
                        <a:pt x="608724" y="839726"/>
                        <a:pt x="625895" y="818030"/>
                        <a:pt x="640999" y="795010"/>
                      </a:cubicBezTo>
                      <a:cubicBezTo>
                        <a:pt x="671251" y="748941"/>
                        <a:pt x="693209" y="697691"/>
                        <a:pt x="707804" y="644623"/>
                      </a:cubicBezTo>
                      <a:cubicBezTo>
                        <a:pt x="722341" y="591481"/>
                        <a:pt x="729209" y="536346"/>
                        <a:pt x="729311" y="48128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9" name="Forme libre : forme 698">
                  <a:extLst>
                    <a:ext uri="{FF2B5EF4-FFF2-40B4-BE49-F238E27FC236}">
                      <a16:creationId xmlns:a16="http://schemas.microsoft.com/office/drawing/2014/main" id="{DFB61E65-1C07-76F4-302C-36FC70483CEF}"/>
                    </a:ext>
                  </a:extLst>
                </p:cNvPr>
                <p:cNvSpPr/>
                <p:nvPr/>
              </p:nvSpPr>
              <p:spPr>
                <a:xfrm>
                  <a:off x="128427" y="365818"/>
                  <a:ext cx="885155" cy="5893"/>
                </a:xfrm>
                <a:custGeom>
                  <a:avLst/>
                  <a:gdLst>
                    <a:gd name="connsiteX0" fmla="*/ 611 w 885155"/>
                    <a:gd name="connsiteY0" fmla="*/ 2328 h 5893"/>
                    <a:gd name="connsiteX1" fmla="*/ 111128 w 885155"/>
                    <a:gd name="connsiteY1" fmla="*/ 1179 h 5893"/>
                    <a:gd name="connsiteX2" fmla="*/ 221645 w 885155"/>
                    <a:gd name="connsiteY2" fmla="*/ 524 h 5893"/>
                    <a:gd name="connsiteX3" fmla="*/ 332162 w 885155"/>
                    <a:gd name="connsiteY3" fmla="*/ 189 h 5893"/>
                    <a:gd name="connsiteX4" fmla="*/ 442679 w 885155"/>
                    <a:gd name="connsiteY4" fmla="*/ 0 h 5893"/>
                    <a:gd name="connsiteX5" fmla="*/ 663714 w 885155"/>
                    <a:gd name="connsiteY5" fmla="*/ 582 h 5893"/>
                    <a:gd name="connsiteX6" fmla="*/ 774231 w 885155"/>
                    <a:gd name="connsiteY6" fmla="*/ 1295 h 5893"/>
                    <a:gd name="connsiteX7" fmla="*/ 884748 w 885155"/>
                    <a:gd name="connsiteY7" fmla="*/ 2532 h 5893"/>
                    <a:gd name="connsiteX8" fmla="*/ 885155 w 885155"/>
                    <a:gd name="connsiteY8" fmla="*/ 2954 h 5893"/>
                    <a:gd name="connsiteX9" fmla="*/ 884748 w 885155"/>
                    <a:gd name="connsiteY9" fmla="*/ 3361 h 5893"/>
                    <a:gd name="connsiteX10" fmla="*/ 774231 w 885155"/>
                    <a:gd name="connsiteY10" fmla="*/ 4598 h 5893"/>
                    <a:gd name="connsiteX11" fmla="*/ 663714 w 885155"/>
                    <a:gd name="connsiteY11" fmla="*/ 5311 h 5893"/>
                    <a:gd name="connsiteX12" fmla="*/ 442679 w 885155"/>
                    <a:gd name="connsiteY12" fmla="*/ 5893 h 5893"/>
                    <a:gd name="connsiteX13" fmla="*/ 332162 w 885155"/>
                    <a:gd name="connsiteY13" fmla="*/ 5704 h 5893"/>
                    <a:gd name="connsiteX14" fmla="*/ 221645 w 885155"/>
                    <a:gd name="connsiteY14" fmla="*/ 5369 h 5893"/>
                    <a:gd name="connsiteX15" fmla="*/ 111128 w 885155"/>
                    <a:gd name="connsiteY15" fmla="*/ 4715 h 5893"/>
                    <a:gd name="connsiteX16" fmla="*/ 611 w 885155"/>
                    <a:gd name="connsiteY16" fmla="*/ 3565 h 5893"/>
                    <a:gd name="connsiteX17" fmla="*/ 0 w 885155"/>
                    <a:gd name="connsiteY17" fmla="*/ 2939 h 5893"/>
                    <a:gd name="connsiteX18" fmla="*/ 611 w 885155"/>
                    <a:gd name="connsiteY18" fmla="*/ 2328 h 5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885155" h="5893">
                      <a:moveTo>
                        <a:pt x="611" y="2328"/>
                      </a:moveTo>
                      <a:cubicBezTo>
                        <a:pt x="37455" y="1790"/>
                        <a:pt x="74284" y="1572"/>
                        <a:pt x="111128" y="1179"/>
                      </a:cubicBezTo>
                      <a:lnTo>
                        <a:pt x="221645" y="524"/>
                      </a:lnTo>
                      <a:cubicBezTo>
                        <a:pt x="258489" y="247"/>
                        <a:pt x="295318" y="276"/>
                        <a:pt x="332162" y="189"/>
                      </a:cubicBezTo>
                      <a:lnTo>
                        <a:pt x="442679" y="0"/>
                      </a:lnTo>
                      <a:lnTo>
                        <a:pt x="663714" y="582"/>
                      </a:lnTo>
                      <a:lnTo>
                        <a:pt x="774231" y="1295"/>
                      </a:lnTo>
                      <a:cubicBezTo>
                        <a:pt x="811075" y="1717"/>
                        <a:pt x="847904" y="1964"/>
                        <a:pt x="884748" y="2532"/>
                      </a:cubicBezTo>
                      <a:cubicBezTo>
                        <a:pt x="884981" y="2532"/>
                        <a:pt x="885155" y="2721"/>
                        <a:pt x="885155" y="2954"/>
                      </a:cubicBezTo>
                      <a:cubicBezTo>
                        <a:pt x="885155" y="3172"/>
                        <a:pt x="884966" y="3361"/>
                        <a:pt x="884748" y="3361"/>
                      </a:cubicBezTo>
                      <a:cubicBezTo>
                        <a:pt x="847904" y="3929"/>
                        <a:pt x="811075" y="4176"/>
                        <a:pt x="774231" y="4598"/>
                      </a:cubicBezTo>
                      <a:lnTo>
                        <a:pt x="663714" y="5311"/>
                      </a:lnTo>
                      <a:lnTo>
                        <a:pt x="442679" y="5893"/>
                      </a:lnTo>
                      <a:lnTo>
                        <a:pt x="332162" y="5704"/>
                      </a:lnTo>
                      <a:cubicBezTo>
                        <a:pt x="295318" y="5617"/>
                        <a:pt x="258489" y="5646"/>
                        <a:pt x="221645" y="5369"/>
                      </a:cubicBezTo>
                      <a:lnTo>
                        <a:pt x="111128" y="4715"/>
                      </a:lnTo>
                      <a:cubicBezTo>
                        <a:pt x="74284" y="4322"/>
                        <a:pt x="37455" y="4103"/>
                        <a:pt x="611" y="3565"/>
                      </a:cubicBezTo>
                      <a:cubicBezTo>
                        <a:pt x="262" y="3565"/>
                        <a:pt x="0" y="3274"/>
                        <a:pt x="0" y="2939"/>
                      </a:cubicBezTo>
                      <a:cubicBezTo>
                        <a:pt x="0" y="2605"/>
                        <a:pt x="276" y="2328"/>
                        <a:pt x="611" y="23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0" name="Forme libre : forme 699">
                  <a:extLst>
                    <a:ext uri="{FF2B5EF4-FFF2-40B4-BE49-F238E27FC236}">
                      <a16:creationId xmlns:a16="http://schemas.microsoft.com/office/drawing/2014/main" id="{3C505D09-8250-B0C5-FC84-96AB853B20AD}"/>
                    </a:ext>
                  </a:extLst>
                </p:cNvPr>
                <p:cNvSpPr/>
                <p:nvPr/>
              </p:nvSpPr>
              <p:spPr>
                <a:xfrm>
                  <a:off x="256639" y="180711"/>
                  <a:ext cx="628703" cy="5893"/>
                </a:xfrm>
                <a:custGeom>
                  <a:avLst/>
                  <a:gdLst>
                    <a:gd name="connsiteX0" fmla="*/ 611 w 628703"/>
                    <a:gd name="connsiteY0" fmla="*/ 2328 h 5893"/>
                    <a:gd name="connsiteX1" fmla="*/ 79072 w 628703"/>
                    <a:gd name="connsiteY1" fmla="*/ 1179 h 5893"/>
                    <a:gd name="connsiteX2" fmla="*/ 157532 w 628703"/>
                    <a:gd name="connsiteY2" fmla="*/ 524 h 5893"/>
                    <a:gd name="connsiteX3" fmla="*/ 235993 w 628703"/>
                    <a:gd name="connsiteY3" fmla="*/ 189 h 5893"/>
                    <a:gd name="connsiteX4" fmla="*/ 314453 w 628703"/>
                    <a:gd name="connsiteY4" fmla="*/ 0 h 5893"/>
                    <a:gd name="connsiteX5" fmla="*/ 392914 w 628703"/>
                    <a:gd name="connsiteY5" fmla="*/ 218 h 5893"/>
                    <a:gd name="connsiteX6" fmla="*/ 471375 w 628703"/>
                    <a:gd name="connsiteY6" fmla="*/ 582 h 5893"/>
                    <a:gd name="connsiteX7" fmla="*/ 549835 w 628703"/>
                    <a:gd name="connsiteY7" fmla="*/ 1295 h 5893"/>
                    <a:gd name="connsiteX8" fmla="*/ 628296 w 628703"/>
                    <a:gd name="connsiteY8" fmla="*/ 2532 h 5893"/>
                    <a:gd name="connsiteX9" fmla="*/ 628703 w 628703"/>
                    <a:gd name="connsiteY9" fmla="*/ 2954 h 5893"/>
                    <a:gd name="connsiteX10" fmla="*/ 628296 w 628703"/>
                    <a:gd name="connsiteY10" fmla="*/ 3361 h 5893"/>
                    <a:gd name="connsiteX11" fmla="*/ 549835 w 628703"/>
                    <a:gd name="connsiteY11" fmla="*/ 4598 h 5893"/>
                    <a:gd name="connsiteX12" fmla="*/ 471375 w 628703"/>
                    <a:gd name="connsiteY12" fmla="*/ 5311 h 5893"/>
                    <a:gd name="connsiteX13" fmla="*/ 392914 w 628703"/>
                    <a:gd name="connsiteY13" fmla="*/ 5675 h 5893"/>
                    <a:gd name="connsiteX14" fmla="*/ 314453 w 628703"/>
                    <a:gd name="connsiteY14" fmla="*/ 5893 h 5893"/>
                    <a:gd name="connsiteX15" fmla="*/ 235993 w 628703"/>
                    <a:gd name="connsiteY15" fmla="*/ 5704 h 5893"/>
                    <a:gd name="connsiteX16" fmla="*/ 157532 w 628703"/>
                    <a:gd name="connsiteY16" fmla="*/ 5369 h 5893"/>
                    <a:gd name="connsiteX17" fmla="*/ 79072 w 628703"/>
                    <a:gd name="connsiteY17" fmla="*/ 4715 h 5893"/>
                    <a:gd name="connsiteX18" fmla="*/ 611 w 628703"/>
                    <a:gd name="connsiteY18" fmla="*/ 3565 h 5893"/>
                    <a:gd name="connsiteX19" fmla="*/ 0 w 628703"/>
                    <a:gd name="connsiteY19" fmla="*/ 2925 h 5893"/>
                    <a:gd name="connsiteX20" fmla="*/ 611 w 628703"/>
                    <a:gd name="connsiteY20" fmla="*/ 2314 h 5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28703" h="5893">
                      <a:moveTo>
                        <a:pt x="611" y="2328"/>
                      </a:moveTo>
                      <a:cubicBezTo>
                        <a:pt x="26760" y="1790"/>
                        <a:pt x="52923" y="1572"/>
                        <a:pt x="79072" y="1179"/>
                      </a:cubicBezTo>
                      <a:lnTo>
                        <a:pt x="157532" y="524"/>
                      </a:lnTo>
                      <a:cubicBezTo>
                        <a:pt x="183681" y="247"/>
                        <a:pt x="209844" y="276"/>
                        <a:pt x="235993" y="189"/>
                      </a:cubicBezTo>
                      <a:lnTo>
                        <a:pt x="314453" y="0"/>
                      </a:lnTo>
                      <a:lnTo>
                        <a:pt x="392914" y="218"/>
                      </a:lnTo>
                      <a:cubicBezTo>
                        <a:pt x="419063" y="349"/>
                        <a:pt x="445226" y="276"/>
                        <a:pt x="471375" y="582"/>
                      </a:cubicBezTo>
                      <a:lnTo>
                        <a:pt x="549835" y="1295"/>
                      </a:lnTo>
                      <a:cubicBezTo>
                        <a:pt x="575984" y="1717"/>
                        <a:pt x="602147" y="1964"/>
                        <a:pt x="628296" y="2532"/>
                      </a:cubicBezTo>
                      <a:cubicBezTo>
                        <a:pt x="628529" y="2532"/>
                        <a:pt x="628703" y="2721"/>
                        <a:pt x="628703" y="2954"/>
                      </a:cubicBezTo>
                      <a:cubicBezTo>
                        <a:pt x="628703" y="3172"/>
                        <a:pt x="628514" y="3361"/>
                        <a:pt x="628296" y="3361"/>
                      </a:cubicBezTo>
                      <a:cubicBezTo>
                        <a:pt x="602147" y="3929"/>
                        <a:pt x="575984" y="4176"/>
                        <a:pt x="549835" y="4598"/>
                      </a:cubicBezTo>
                      <a:lnTo>
                        <a:pt x="471375" y="5311"/>
                      </a:lnTo>
                      <a:cubicBezTo>
                        <a:pt x="445226" y="5617"/>
                        <a:pt x="419063" y="5544"/>
                        <a:pt x="392914" y="5675"/>
                      </a:cubicBezTo>
                      <a:lnTo>
                        <a:pt x="314453" y="5893"/>
                      </a:lnTo>
                      <a:lnTo>
                        <a:pt x="235993" y="5704"/>
                      </a:lnTo>
                      <a:cubicBezTo>
                        <a:pt x="209844" y="5617"/>
                        <a:pt x="183681" y="5646"/>
                        <a:pt x="157532" y="5369"/>
                      </a:cubicBezTo>
                      <a:lnTo>
                        <a:pt x="79072" y="4715"/>
                      </a:lnTo>
                      <a:cubicBezTo>
                        <a:pt x="52923" y="4322"/>
                        <a:pt x="26760" y="4103"/>
                        <a:pt x="611" y="3565"/>
                      </a:cubicBezTo>
                      <a:cubicBezTo>
                        <a:pt x="262" y="3565"/>
                        <a:pt x="0" y="3274"/>
                        <a:pt x="0" y="2925"/>
                      </a:cubicBezTo>
                      <a:cubicBezTo>
                        <a:pt x="0" y="2590"/>
                        <a:pt x="276" y="2328"/>
                        <a:pt x="611" y="23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1" name="Forme libre : forme 700">
                  <a:extLst>
                    <a:ext uri="{FF2B5EF4-FFF2-40B4-BE49-F238E27FC236}">
                      <a16:creationId xmlns:a16="http://schemas.microsoft.com/office/drawing/2014/main" id="{A749BF06-07E3-6F9F-A4FB-7C4E9B012D4A}"/>
                    </a:ext>
                  </a:extLst>
                </p:cNvPr>
                <p:cNvSpPr/>
                <p:nvPr/>
              </p:nvSpPr>
              <p:spPr>
                <a:xfrm>
                  <a:off x="90011" y="550925"/>
                  <a:ext cx="961986" cy="5893"/>
                </a:xfrm>
                <a:custGeom>
                  <a:avLst/>
                  <a:gdLst>
                    <a:gd name="connsiteX0" fmla="*/ 612 w 961986"/>
                    <a:gd name="connsiteY0" fmla="*/ 2328 h 5893"/>
                    <a:gd name="connsiteX1" fmla="*/ 120733 w 961986"/>
                    <a:gd name="connsiteY1" fmla="*/ 1179 h 5893"/>
                    <a:gd name="connsiteX2" fmla="*/ 240854 w 961986"/>
                    <a:gd name="connsiteY2" fmla="*/ 524 h 5893"/>
                    <a:gd name="connsiteX3" fmla="*/ 360974 w 961986"/>
                    <a:gd name="connsiteY3" fmla="*/ 189 h 5893"/>
                    <a:gd name="connsiteX4" fmla="*/ 481095 w 961986"/>
                    <a:gd name="connsiteY4" fmla="*/ 0 h 5893"/>
                    <a:gd name="connsiteX5" fmla="*/ 721337 w 961986"/>
                    <a:gd name="connsiteY5" fmla="*/ 582 h 5893"/>
                    <a:gd name="connsiteX6" fmla="*/ 841458 w 961986"/>
                    <a:gd name="connsiteY6" fmla="*/ 1295 h 5893"/>
                    <a:gd name="connsiteX7" fmla="*/ 961579 w 961986"/>
                    <a:gd name="connsiteY7" fmla="*/ 2532 h 5893"/>
                    <a:gd name="connsiteX8" fmla="*/ 961987 w 961986"/>
                    <a:gd name="connsiteY8" fmla="*/ 2954 h 5893"/>
                    <a:gd name="connsiteX9" fmla="*/ 961579 w 961986"/>
                    <a:gd name="connsiteY9" fmla="*/ 3361 h 5893"/>
                    <a:gd name="connsiteX10" fmla="*/ 841458 w 961986"/>
                    <a:gd name="connsiteY10" fmla="*/ 4598 h 5893"/>
                    <a:gd name="connsiteX11" fmla="*/ 721337 w 961986"/>
                    <a:gd name="connsiteY11" fmla="*/ 5311 h 5893"/>
                    <a:gd name="connsiteX12" fmla="*/ 481095 w 961986"/>
                    <a:gd name="connsiteY12" fmla="*/ 5893 h 5893"/>
                    <a:gd name="connsiteX13" fmla="*/ 360974 w 961986"/>
                    <a:gd name="connsiteY13" fmla="*/ 5704 h 5893"/>
                    <a:gd name="connsiteX14" fmla="*/ 240854 w 961986"/>
                    <a:gd name="connsiteY14" fmla="*/ 5369 h 5893"/>
                    <a:gd name="connsiteX15" fmla="*/ 120733 w 961986"/>
                    <a:gd name="connsiteY15" fmla="*/ 4715 h 5893"/>
                    <a:gd name="connsiteX16" fmla="*/ 612 w 961986"/>
                    <a:gd name="connsiteY16" fmla="*/ 3565 h 5893"/>
                    <a:gd name="connsiteX17" fmla="*/ 1 w 961986"/>
                    <a:gd name="connsiteY17" fmla="*/ 2939 h 5893"/>
                    <a:gd name="connsiteX18" fmla="*/ 612 w 961986"/>
                    <a:gd name="connsiteY18" fmla="*/ 2328 h 5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961986" h="5893">
                      <a:moveTo>
                        <a:pt x="612" y="2328"/>
                      </a:moveTo>
                      <a:lnTo>
                        <a:pt x="120733" y="1179"/>
                      </a:lnTo>
                      <a:lnTo>
                        <a:pt x="240854" y="524"/>
                      </a:lnTo>
                      <a:cubicBezTo>
                        <a:pt x="280899" y="247"/>
                        <a:pt x="320929" y="276"/>
                        <a:pt x="360974" y="189"/>
                      </a:cubicBezTo>
                      <a:lnTo>
                        <a:pt x="481095" y="0"/>
                      </a:lnTo>
                      <a:lnTo>
                        <a:pt x="721337" y="582"/>
                      </a:lnTo>
                      <a:lnTo>
                        <a:pt x="841458" y="1295"/>
                      </a:lnTo>
                      <a:cubicBezTo>
                        <a:pt x="881503" y="1717"/>
                        <a:pt x="921534" y="1964"/>
                        <a:pt x="961579" y="2532"/>
                      </a:cubicBezTo>
                      <a:cubicBezTo>
                        <a:pt x="961812" y="2532"/>
                        <a:pt x="961987" y="2721"/>
                        <a:pt x="961987" y="2954"/>
                      </a:cubicBezTo>
                      <a:cubicBezTo>
                        <a:pt x="961987" y="3187"/>
                        <a:pt x="961797" y="3361"/>
                        <a:pt x="961579" y="3361"/>
                      </a:cubicBezTo>
                      <a:cubicBezTo>
                        <a:pt x="921534" y="3929"/>
                        <a:pt x="881503" y="4176"/>
                        <a:pt x="841458" y="4598"/>
                      </a:cubicBezTo>
                      <a:lnTo>
                        <a:pt x="721337" y="5311"/>
                      </a:lnTo>
                      <a:lnTo>
                        <a:pt x="481095" y="5893"/>
                      </a:lnTo>
                      <a:lnTo>
                        <a:pt x="360974" y="5704"/>
                      </a:lnTo>
                      <a:cubicBezTo>
                        <a:pt x="320929" y="5617"/>
                        <a:pt x="280899" y="5646"/>
                        <a:pt x="240854" y="5369"/>
                      </a:cubicBezTo>
                      <a:lnTo>
                        <a:pt x="120733" y="4715"/>
                      </a:lnTo>
                      <a:lnTo>
                        <a:pt x="612" y="3565"/>
                      </a:lnTo>
                      <a:cubicBezTo>
                        <a:pt x="262" y="3565"/>
                        <a:pt x="-14" y="3274"/>
                        <a:pt x="1" y="2939"/>
                      </a:cubicBezTo>
                      <a:cubicBezTo>
                        <a:pt x="1" y="2605"/>
                        <a:pt x="277" y="2328"/>
                        <a:pt x="612" y="23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2" name="Forme libre : forme 701">
                  <a:extLst>
                    <a:ext uri="{FF2B5EF4-FFF2-40B4-BE49-F238E27FC236}">
                      <a16:creationId xmlns:a16="http://schemas.microsoft.com/office/drawing/2014/main" id="{FAEC4277-40CC-D6D9-1042-33E40E3C8611}"/>
                    </a:ext>
                  </a:extLst>
                </p:cNvPr>
                <p:cNvSpPr/>
                <p:nvPr/>
              </p:nvSpPr>
              <p:spPr>
                <a:xfrm>
                  <a:off x="128427" y="736032"/>
                  <a:ext cx="885155" cy="5893"/>
                </a:xfrm>
                <a:custGeom>
                  <a:avLst/>
                  <a:gdLst>
                    <a:gd name="connsiteX0" fmla="*/ 611 w 885155"/>
                    <a:gd name="connsiteY0" fmla="*/ 2328 h 5893"/>
                    <a:gd name="connsiteX1" fmla="*/ 111128 w 885155"/>
                    <a:gd name="connsiteY1" fmla="*/ 1179 h 5893"/>
                    <a:gd name="connsiteX2" fmla="*/ 221645 w 885155"/>
                    <a:gd name="connsiteY2" fmla="*/ 524 h 5893"/>
                    <a:gd name="connsiteX3" fmla="*/ 332162 w 885155"/>
                    <a:gd name="connsiteY3" fmla="*/ 189 h 5893"/>
                    <a:gd name="connsiteX4" fmla="*/ 442679 w 885155"/>
                    <a:gd name="connsiteY4" fmla="*/ 0 h 5893"/>
                    <a:gd name="connsiteX5" fmla="*/ 663714 w 885155"/>
                    <a:gd name="connsiteY5" fmla="*/ 582 h 5893"/>
                    <a:gd name="connsiteX6" fmla="*/ 774231 w 885155"/>
                    <a:gd name="connsiteY6" fmla="*/ 1295 h 5893"/>
                    <a:gd name="connsiteX7" fmla="*/ 884748 w 885155"/>
                    <a:gd name="connsiteY7" fmla="*/ 2532 h 5893"/>
                    <a:gd name="connsiteX8" fmla="*/ 885155 w 885155"/>
                    <a:gd name="connsiteY8" fmla="*/ 2954 h 5893"/>
                    <a:gd name="connsiteX9" fmla="*/ 884748 w 885155"/>
                    <a:gd name="connsiteY9" fmla="*/ 3361 h 5893"/>
                    <a:gd name="connsiteX10" fmla="*/ 774231 w 885155"/>
                    <a:gd name="connsiteY10" fmla="*/ 4598 h 5893"/>
                    <a:gd name="connsiteX11" fmla="*/ 663714 w 885155"/>
                    <a:gd name="connsiteY11" fmla="*/ 5311 h 5893"/>
                    <a:gd name="connsiteX12" fmla="*/ 442679 w 885155"/>
                    <a:gd name="connsiteY12" fmla="*/ 5893 h 5893"/>
                    <a:gd name="connsiteX13" fmla="*/ 332162 w 885155"/>
                    <a:gd name="connsiteY13" fmla="*/ 5704 h 5893"/>
                    <a:gd name="connsiteX14" fmla="*/ 221645 w 885155"/>
                    <a:gd name="connsiteY14" fmla="*/ 5369 h 5893"/>
                    <a:gd name="connsiteX15" fmla="*/ 111128 w 885155"/>
                    <a:gd name="connsiteY15" fmla="*/ 4715 h 5893"/>
                    <a:gd name="connsiteX16" fmla="*/ 611 w 885155"/>
                    <a:gd name="connsiteY16" fmla="*/ 3565 h 5893"/>
                    <a:gd name="connsiteX17" fmla="*/ 0 w 885155"/>
                    <a:gd name="connsiteY17" fmla="*/ 2939 h 5893"/>
                    <a:gd name="connsiteX18" fmla="*/ 611 w 885155"/>
                    <a:gd name="connsiteY18" fmla="*/ 2328 h 5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885155" h="5893">
                      <a:moveTo>
                        <a:pt x="611" y="2328"/>
                      </a:moveTo>
                      <a:cubicBezTo>
                        <a:pt x="37455" y="1790"/>
                        <a:pt x="74284" y="1572"/>
                        <a:pt x="111128" y="1179"/>
                      </a:cubicBezTo>
                      <a:lnTo>
                        <a:pt x="221645" y="524"/>
                      </a:lnTo>
                      <a:cubicBezTo>
                        <a:pt x="258489" y="247"/>
                        <a:pt x="295318" y="276"/>
                        <a:pt x="332162" y="189"/>
                      </a:cubicBezTo>
                      <a:lnTo>
                        <a:pt x="442679" y="0"/>
                      </a:lnTo>
                      <a:lnTo>
                        <a:pt x="663714" y="582"/>
                      </a:lnTo>
                      <a:lnTo>
                        <a:pt x="774231" y="1295"/>
                      </a:lnTo>
                      <a:cubicBezTo>
                        <a:pt x="811075" y="1717"/>
                        <a:pt x="847904" y="1964"/>
                        <a:pt x="884748" y="2532"/>
                      </a:cubicBezTo>
                      <a:cubicBezTo>
                        <a:pt x="884981" y="2532"/>
                        <a:pt x="885155" y="2721"/>
                        <a:pt x="885155" y="2954"/>
                      </a:cubicBezTo>
                      <a:cubicBezTo>
                        <a:pt x="885155" y="3172"/>
                        <a:pt x="884966" y="3361"/>
                        <a:pt x="884748" y="3361"/>
                      </a:cubicBezTo>
                      <a:cubicBezTo>
                        <a:pt x="847904" y="3929"/>
                        <a:pt x="811075" y="4176"/>
                        <a:pt x="774231" y="4598"/>
                      </a:cubicBezTo>
                      <a:lnTo>
                        <a:pt x="663714" y="5311"/>
                      </a:lnTo>
                      <a:lnTo>
                        <a:pt x="442679" y="5893"/>
                      </a:lnTo>
                      <a:lnTo>
                        <a:pt x="332162" y="5704"/>
                      </a:lnTo>
                      <a:cubicBezTo>
                        <a:pt x="295318" y="5617"/>
                        <a:pt x="258489" y="5646"/>
                        <a:pt x="221645" y="5369"/>
                      </a:cubicBezTo>
                      <a:lnTo>
                        <a:pt x="111128" y="4715"/>
                      </a:lnTo>
                      <a:cubicBezTo>
                        <a:pt x="74284" y="4322"/>
                        <a:pt x="37455" y="4103"/>
                        <a:pt x="611" y="3565"/>
                      </a:cubicBezTo>
                      <a:cubicBezTo>
                        <a:pt x="262" y="3565"/>
                        <a:pt x="0" y="3274"/>
                        <a:pt x="0" y="2939"/>
                      </a:cubicBezTo>
                      <a:cubicBezTo>
                        <a:pt x="0" y="2605"/>
                        <a:pt x="276" y="2328"/>
                        <a:pt x="611" y="23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3" name="Forme libre : forme 702">
                  <a:extLst>
                    <a:ext uri="{FF2B5EF4-FFF2-40B4-BE49-F238E27FC236}">
                      <a16:creationId xmlns:a16="http://schemas.microsoft.com/office/drawing/2014/main" id="{9337ED30-A5E9-19ED-1DAB-CE44315F1E4C}"/>
                    </a:ext>
                  </a:extLst>
                </p:cNvPr>
                <p:cNvSpPr/>
                <p:nvPr/>
              </p:nvSpPr>
              <p:spPr>
                <a:xfrm>
                  <a:off x="270870" y="921896"/>
                  <a:ext cx="632079" cy="4365"/>
                </a:xfrm>
                <a:custGeom>
                  <a:avLst/>
                  <a:gdLst>
                    <a:gd name="connsiteX0" fmla="*/ 629896 w 632079"/>
                    <a:gd name="connsiteY0" fmla="*/ 4365 h 4365"/>
                    <a:gd name="connsiteX1" fmla="*/ 2183 w 632079"/>
                    <a:gd name="connsiteY1" fmla="*/ 4365 h 4365"/>
                    <a:gd name="connsiteX2" fmla="*/ 0 w 632079"/>
                    <a:gd name="connsiteY2" fmla="*/ 2183 h 4365"/>
                    <a:gd name="connsiteX3" fmla="*/ 2183 w 632079"/>
                    <a:gd name="connsiteY3" fmla="*/ 0 h 4365"/>
                    <a:gd name="connsiteX4" fmla="*/ 629896 w 632079"/>
                    <a:gd name="connsiteY4" fmla="*/ 0 h 4365"/>
                    <a:gd name="connsiteX5" fmla="*/ 632079 w 632079"/>
                    <a:gd name="connsiteY5" fmla="*/ 2183 h 4365"/>
                    <a:gd name="connsiteX6" fmla="*/ 629896 w 632079"/>
                    <a:gd name="connsiteY6" fmla="*/ 4365 h 4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32079" h="4365">
                      <a:moveTo>
                        <a:pt x="629896" y="4365"/>
                      </a:moveTo>
                      <a:lnTo>
                        <a:pt x="2183" y="4365"/>
                      </a:lnTo>
                      <a:cubicBezTo>
                        <a:pt x="975" y="4365"/>
                        <a:pt x="0" y="3390"/>
                        <a:pt x="0" y="2183"/>
                      </a:cubicBezTo>
                      <a:cubicBezTo>
                        <a:pt x="0" y="975"/>
                        <a:pt x="975" y="0"/>
                        <a:pt x="2183" y="0"/>
                      </a:cubicBezTo>
                      <a:lnTo>
                        <a:pt x="629896" y="0"/>
                      </a:lnTo>
                      <a:cubicBezTo>
                        <a:pt x="631104" y="0"/>
                        <a:pt x="632079" y="975"/>
                        <a:pt x="632079" y="2183"/>
                      </a:cubicBezTo>
                      <a:cubicBezTo>
                        <a:pt x="632079" y="3390"/>
                        <a:pt x="631104" y="4365"/>
                        <a:pt x="629896" y="43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15" name="Graphique 8">
              <a:extLst>
                <a:ext uri="{FF2B5EF4-FFF2-40B4-BE49-F238E27FC236}">
                  <a16:creationId xmlns:a16="http://schemas.microsoft.com/office/drawing/2014/main" id="{DF92E317-FFE4-5B39-BBED-0275A38EB3ED}"/>
                </a:ext>
              </a:extLst>
            </p:cNvPr>
            <p:cNvGrpSpPr/>
            <p:nvPr/>
          </p:nvGrpSpPr>
          <p:grpSpPr>
            <a:xfrm>
              <a:off x="0" y="367652"/>
              <a:ext cx="599016" cy="434937"/>
              <a:chOff x="0" y="367652"/>
              <a:chExt cx="599016" cy="434937"/>
            </a:xfrm>
          </p:grpSpPr>
          <p:sp>
            <p:nvSpPr>
              <p:cNvPr id="690" name="Forme libre : forme 689">
                <a:extLst>
                  <a:ext uri="{FF2B5EF4-FFF2-40B4-BE49-F238E27FC236}">
                    <a16:creationId xmlns:a16="http://schemas.microsoft.com/office/drawing/2014/main" id="{78A1EDEC-1A75-74FD-49D9-60C3D963C0AC}"/>
                  </a:ext>
                </a:extLst>
              </p:cNvPr>
              <p:cNvSpPr/>
              <p:nvPr/>
            </p:nvSpPr>
            <p:spPr>
              <a:xfrm>
                <a:off x="183271" y="423994"/>
                <a:ext cx="415745" cy="302637"/>
              </a:xfrm>
              <a:custGeom>
                <a:avLst/>
                <a:gdLst>
                  <a:gd name="connsiteX0" fmla="*/ 415745 w 415745"/>
                  <a:gd name="connsiteY0" fmla="*/ 171065 h 302637"/>
                  <a:gd name="connsiteX1" fmla="*/ 12339 w 415745"/>
                  <a:gd name="connsiteY1" fmla="*/ 0 h 302637"/>
                  <a:gd name="connsiteX2" fmla="*/ 0 w 415745"/>
                  <a:gd name="connsiteY2" fmla="*/ 150199 h 302637"/>
                  <a:gd name="connsiteX3" fmla="*/ 11568 w 415745"/>
                  <a:gd name="connsiteY3" fmla="*/ 150024 h 302637"/>
                  <a:gd name="connsiteX4" fmla="*/ 317378 w 415745"/>
                  <a:gd name="connsiteY4" fmla="*/ 302638 h 302637"/>
                  <a:gd name="connsiteX5" fmla="*/ 396479 w 415745"/>
                  <a:gd name="connsiteY5" fmla="*/ 192703 h 302637"/>
                  <a:gd name="connsiteX6" fmla="*/ 415745 w 415745"/>
                  <a:gd name="connsiteY6" fmla="*/ 171065 h 302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5745" h="302637">
                    <a:moveTo>
                      <a:pt x="415745" y="171065"/>
                    </a:moveTo>
                    <a:cubicBezTo>
                      <a:pt x="319154" y="79450"/>
                      <a:pt x="155713" y="204"/>
                      <a:pt x="12339" y="0"/>
                    </a:cubicBezTo>
                    <a:lnTo>
                      <a:pt x="0" y="150199"/>
                    </a:lnTo>
                    <a:cubicBezTo>
                      <a:pt x="3842" y="150082"/>
                      <a:pt x="7698" y="150024"/>
                      <a:pt x="11568" y="150024"/>
                    </a:cubicBezTo>
                    <a:cubicBezTo>
                      <a:pt x="130947" y="150024"/>
                      <a:pt x="246804" y="217338"/>
                      <a:pt x="317378" y="302638"/>
                    </a:cubicBezTo>
                    <a:cubicBezTo>
                      <a:pt x="336921" y="261530"/>
                      <a:pt x="377431" y="234480"/>
                      <a:pt x="396479" y="192703"/>
                    </a:cubicBezTo>
                    <a:lnTo>
                      <a:pt x="415745" y="171065"/>
                    </a:lnTo>
                    <a:close/>
                  </a:path>
                </a:pathLst>
              </a:custGeom>
              <a:solidFill>
                <a:srgbClr val="8078D5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Forme libre : forme 690">
                <a:extLst>
                  <a:ext uri="{FF2B5EF4-FFF2-40B4-BE49-F238E27FC236}">
                    <a16:creationId xmlns:a16="http://schemas.microsoft.com/office/drawing/2014/main" id="{0538AE00-FED4-1FBF-9805-0DFEB8E24572}"/>
                  </a:ext>
                </a:extLst>
              </p:cNvPr>
              <p:cNvSpPr/>
              <p:nvPr/>
            </p:nvSpPr>
            <p:spPr>
              <a:xfrm>
                <a:off x="19249" y="367652"/>
                <a:ext cx="252494" cy="137451"/>
              </a:xfrm>
              <a:custGeom>
                <a:avLst/>
                <a:gdLst>
                  <a:gd name="connsiteX0" fmla="*/ 232093 w 252494"/>
                  <a:gd name="connsiteY0" fmla="*/ 0 h 137451"/>
                  <a:gd name="connsiteX1" fmla="*/ 0 w 252494"/>
                  <a:gd name="connsiteY1" fmla="*/ 112773 h 137451"/>
                  <a:gd name="connsiteX2" fmla="*/ 33002 w 252494"/>
                  <a:gd name="connsiteY2" fmla="*/ 137452 h 137451"/>
                  <a:gd name="connsiteX3" fmla="*/ 242556 w 252494"/>
                  <a:gd name="connsiteY3" fmla="*/ 137452 h 137451"/>
                  <a:gd name="connsiteX4" fmla="*/ 252494 w 252494"/>
                  <a:gd name="connsiteY4" fmla="*/ 6228 h 137451"/>
                  <a:gd name="connsiteX5" fmla="*/ 232093 w 252494"/>
                  <a:gd name="connsiteY5" fmla="*/ 0 h 137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2494" h="137451">
                    <a:moveTo>
                      <a:pt x="232093" y="0"/>
                    </a:moveTo>
                    <a:lnTo>
                      <a:pt x="0" y="112773"/>
                    </a:lnTo>
                    <a:lnTo>
                      <a:pt x="33002" y="137452"/>
                    </a:lnTo>
                    <a:lnTo>
                      <a:pt x="242556" y="137452"/>
                    </a:lnTo>
                    <a:lnTo>
                      <a:pt x="252494" y="6228"/>
                    </a:lnTo>
                    <a:lnTo>
                      <a:pt x="232093" y="0"/>
                    </a:lnTo>
                    <a:close/>
                  </a:path>
                </a:pathLst>
              </a:custGeom>
              <a:solidFill>
                <a:srgbClr val="8078D5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692" name="Graphique 8">
                <a:extLst>
                  <a:ext uri="{FF2B5EF4-FFF2-40B4-BE49-F238E27FC236}">
                    <a16:creationId xmlns:a16="http://schemas.microsoft.com/office/drawing/2014/main" id="{306B4574-AE51-3873-1505-499EF56AF733}"/>
                  </a:ext>
                </a:extLst>
              </p:cNvPr>
              <p:cNvGrpSpPr/>
              <p:nvPr/>
            </p:nvGrpSpPr>
            <p:grpSpPr>
              <a:xfrm>
                <a:off x="0" y="367652"/>
                <a:ext cx="582878" cy="434937"/>
                <a:chOff x="0" y="367652"/>
                <a:chExt cx="582878" cy="434937"/>
              </a:xfrm>
              <a:solidFill>
                <a:srgbClr val="4438B7"/>
              </a:solidFill>
            </p:grpSpPr>
            <p:sp>
              <p:nvSpPr>
                <p:cNvPr id="693" name="Forme libre : forme 692">
                  <a:extLst>
                    <a:ext uri="{FF2B5EF4-FFF2-40B4-BE49-F238E27FC236}">
                      <a16:creationId xmlns:a16="http://schemas.microsoft.com/office/drawing/2014/main" id="{E274D55F-CB87-18DB-0D28-453DD0BC4B84}"/>
                    </a:ext>
                  </a:extLst>
                </p:cNvPr>
                <p:cNvSpPr/>
                <p:nvPr/>
              </p:nvSpPr>
              <p:spPr>
                <a:xfrm>
                  <a:off x="0" y="367652"/>
                  <a:ext cx="251341" cy="293514"/>
                </a:xfrm>
                <a:custGeom>
                  <a:avLst/>
                  <a:gdLst>
                    <a:gd name="connsiteX0" fmla="*/ 251342 w 251341"/>
                    <a:gd name="connsiteY0" fmla="*/ 0 h 293514"/>
                    <a:gd name="connsiteX1" fmla="*/ 229078 w 251341"/>
                    <a:gd name="connsiteY1" fmla="*/ 293514 h 293514"/>
                    <a:gd name="connsiteX2" fmla="*/ 1030 w 251341"/>
                    <a:gd name="connsiteY2" fmla="*/ 124850 h 293514"/>
                    <a:gd name="connsiteX3" fmla="*/ 1438 w 251341"/>
                    <a:gd name="connsiteY3" fmla="*/ 120514 h 293514"/>
                    <a:gd name="connsiteX4" fmla="*/ 251342 w 251341"/>
                    <a:gd name="connsiteY4" fmla="*/ 0 h 2935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1341" h="293514">
                      <a:moveTo>
                        <a:pt x="251342" y="0"/>
                      </a:moveTo>
                      <a:lnTo>
                        <a:pt x="229078" y="293514"/>
                      </a:lnTo>
                      <a:lnTo>
                        <a:pt x="1030" y="124850"/>
                      </a:lnTo>
                      <a:cubicBezTo>
                        <a:pt x="-512" y="123715"/>
                        <a:pt x="-279" y="121343"/>
                        <a:pt x="1438" y="120514"/>
                      </a:cubicBezTo>
                      <a:lnTo>
                        <a:pt x="251342" y="0"/>
                      </a:lnTo>
                      <a:close/>
                    </a:path>
                  </a:pathLst>
                </a:custGeom>
                <a:solidFill>
                  <a:srgbClr val="4438B7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4" name="Forme libre : forme 693">
                  <a:extLst>
                    <a:ext uri="{FF2B5EF4-FFF2-40B4-BE49-F238E27FC236}">
                      <a16:creationId xmlns:a16="http://schemas.microsoft.com/office/drawing/2014/main" id="{40D40A96-E8AE-BD4D-8C87-EB016C4DD98C}"/>
                    </a:ext>
                  </a:extLst>
                </p:cNvPr>
                <p:cNvSpPr/>
                <p:nvPr/>
              </p:nvSpPr>
              <p:spPr>
                <a:xfrm>
                  <a:off x="161662" y="432987"/>
                  <a:ext cx="421216" cy="369602"/>
                </a:xfrm>
                <a:custGeom>
                  <a:avLst/>
                  <a:gdLst>
                    <a:gd name="connsiteX0" fmla="*/ 325047 w 421216"/>
                    <a:gd name="connsiteY0" fmla="*/ 369603 h 369602"/>
                    <a:gd name="connsiteX1" fmla="*/ 421216 w 421216"/>
                    <a:gd name="connsiteY1" fmla="*/ 181658 h 369602"/>
                    <a:gd name="connsiteX2" fmla="*/ 12340 w 421216"/>
                    <a:gd name="connsiteY2" fmla="*/ 0 h 369602"/>
                    <a:gd name="connsiteX3" fmla="*/ 0 w 421216"/>
                    <a:gd name="connsiteY3" fmla="*/ 150199 h 369602"/>
                    <a:gd name="connsiteX4" fmla="*/ 11568 w 421216"/>
                    <a:gd name="connsiteY4" fmla="*/ 150024 h 369602"/>
                    <a:gd name="connsiteX5" fmla="*/ 325047 w 421216"/>
                    <a:gd name="connsiteY5" fmla="*/ 369603 h 369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21216" h="369602">
                      <a:moveTo>
                        <a:pt x="325047" y="369603"/>
                      </a:moveTo>
                      <a:cubicBezTo>
                        <a:pt x="346641" y="320623"/>
                        <a:pt x="386715" y="221776"/>
                        <a:pt x="421216" y="181658"/>
                      </a:cubicBezTo>
                      <a:cubicBezTo>
                        <a:pt x="323068" y="77369"/>
                        <a:pt x="166831" y="204"/>
                        <a:pt x="12340" y="0"/>
                      </a:cubicBezTo>
                      <a:lnTo>
                        <a:pt x="0" y="150199"/>
                      </a:lnTo>
                      <a:cubicBezTo>
                        <a:pt x="3842" y="150082"/>
                        <a:pt x="7698" y="150024"/>
                        <a:pt x="11568" y="150024"/>
                      </a:cubicBezTo>
                      <a:cubicBezTo>
                        <a:pt x="137495" y="150024"/>
                        <a:pt x="303089" y="240082"/>
                        <a:pt x="325047" y="369603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16" name="Graphique 8">
              <a:extLst>
                <a:ext uri="{FF2B5EF4-FFF2-40B4-BE49-F238E27FC236}">
                  <a16:creationId xmlns:a16="http://schemas.microsoft.com/office/drawing/2014/main" id="{8818A2C3-6D01-53B4-A3AD-8C4AE911E86B}"/>
                </a:ext>
              </a:extLst>
            </p:cNvPr>
            <p:cNvGrpSpPr/>
            <p:nvPr/>
          </p:nvGrpSpPr>
          <p:grpSpPr>
            <a:xfrm>
              <a:off x="444282" y="0"/>
              <a:ext cx="313619" cy="622415"/>
              <a:chOff x="444282" y="0"/>
              <a:chExt cx="313619" cy="622415"/>
            </a:xfrm>
          </p:grpSpPr>
          <p:grpSp>
            <p:nvGrpSpPr>
              <p:cNvPr id="683" name="Graphique 8">
                <a:extLst>
                  <a:ext uri="{FF2B5EF4-FFF2-40B4-BE49-F238E27FC236}">
                    <a16:creationId xmlns:a16="http://schemas.microsoft.com/office/drawing/2014/main" id="{CC56197E-0ED4-6885-1B84-65633BB99290}"/>
                  </a:ext>
                </a:extLst>
              </p:cNvPr>
              <p:cNvGrpSpPr/>
              <p:nvPr/>
            </p:nvGrpSpPr>
            <p:grpSpPr>
              <a:xfrm>
                <a:off x="444282" y="0"/>
                <a:ext cx="313619" cy="622415"/>
                <a:chOff x="444282" y="0"/>
                <a:chExt cx="313619" cy="622415"/>
              </a:xfrm>
            </p:grpSpPr>
            <p:sp>
              <p:nvSpPr>
                <p:cNvPr id="685" name="Forme libre : forme 684">
                  <a:extLst>
                    <a:ext uri="{FF2B5EF4-FFF2-40B4-BE49-F238E27FC236}">
                      <a16:creationId xmlns:a16="http://schemas.microsoft.com/office/drawing/2014/main" id="{EC571659-2299-C149-ABAD-69374D456501}"/>
                    </a:ext>
                  </a:extLst>
                </p:cNvPr>
                <p:cNvSpPr/>
                <p:nvPr/>
              </p:nvSpPr>
              <p:spPr>
                <a:xfrm>
                  <a:off x="464751" y="391"/>
                  <a:ext cx="293150" cy="242337"/>
                </a:xfrm>
                <a:custGeom>
                  <a:avLst/>
                  <a:gdLst>
                    <a:gd name="connsiteX0" fmla="*/ 145018 w 293150"/>
                    <a:gd name="connsiteY0" fmla="*/ 2692 h 242337"/>
                    <a:gd name="connsiteX1" fmla="*/ 118040 w 293150"/>
                    <a:gd name="connsiteY1" fmla="*/ 0 h 242337"/>
                    <a:gd name="connsiteX2" fmla="*/ 124414 w 293150"/>
                    <a:gd name="connsiteY2" fmla="*/ 13169 h 242337"/>
                    <a:gd name="connsiteX3" fmla="*/ 0 w 293150"/>
                    <a:gd name="connsiteY3" fmla="*/ 227990 h 242337"/>
                    <a:gd name="connsiteX4" fmla="*/ 222999 w 293150"/>
                    <a:gd name="connsiteY4" fmla="*/ 227990 h 242337"/>
                    <a:gd name="connsiteX5" fmla="*/ 271862 w 293150"/>
                    <a:gd name="connsiteY5" fmla="*/ 242337 h 242337"/>
                    <a:gd name="connsiteX6" fmla="*/ 293150 w 293150"/>
                    <a:gd name="connsiteY6" fmla="*/ 230449 h 242337"/>
                    <a:gd name="connsiteX7" fmla="*/ 145018 w 293150"/>
                    <a:gd name="connsiteY7" fmla="*/ 2692 h 242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3150" h="242337">
                      <a:moveTo>
                        <a:pt x="145018" y="2692"/>
                      </a:moveTo>
                      <a:lnTo>
                        <a:pt x="118040" y="0"/>
                      </a:lnTo>
                      <a:lnTo>
                        <a:pt x="124414" y="13169"/>
                      </a:lnTo>
                      <a:lnTo>
                        <a:pt x="0" y="227990"/>
                      </a:lnTo>
                      <a:lnTo>
                        <a:pt x="222999" y="227990"/>
                      </a:lnTo>
                      <a:lnTo>
                        <a:pt x="271862" y="242337"/>
                      </a:lnTo>
                      <a:lnTo>
                        <a:pt x="293150" y="230449"/>
                      </a:lnTo>
                      <a:lnTo>
                        <a:pt x="145018" y="2692"/>
                      </a:lnTo>
                      <a:close/>
                    </a:path>
                  </a:pathLst>
                </a:custGeom>
                <a:solidFill>
                  <a:srgbClr val="8078D5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6" name="Forme libre : forme 685">
                  <a:extLst>
                    <a:ext uri="{FF2B5EF4-FFF2-40B4-BE49-F238E27FC236}">
                      <a16:creationId xmlns:a16="http://schemas.microsoft.com/office/drawing/2014/main" id="{BA34781A-56C5-F6DF-03E0-44FCB9DE01F4}"/>
                    </a:ext>
                  </a:extLst>
                </p:cNvPr>
                <p:cNvSpPr/>
                <p:nvPr/>
              </p:nvSpPr>
              <p:spPr>
                <a:xfrm>
                  <a:off x="537158" y="208911"/>
                  <a:ext cx="151755" cy="398443"/>
                </a:xfrm>
                <a:custGeom>
                  <a:avLst/>
                  <a:gdLst>
                    <a:gd name="connsiteX0" fmla="*/ 0 w 151755"/>
                    <a:gd name="connsiteY0" fmla="*/ 0 h 398443"/>
                    <a:gd name="connsiteX1" fmla="*/ 0 w 151755"/>
                    <a:gd name="connsiteY1" fmla="*/ 276300 h 398443"/>
                    <a:gd name="connsiteX2" fmla="*/ 49504 w 151755"/>
                    <a:gd name="connsiteY2" fmla="*/ 398444 h 398443"/>
                    <a:gd name="connsiteX3" fmla="*/ 151755 w 151755"/>
                    <a:gd name="connsiteY3" fmla="*/ 305504 h 398443"/>
                    <a:gd name="connsiteX4" fmla="*/ 151755 w 151755"/>
                    <a:gd name="connsiteY4" fmla="*/ 0 h 398443"/>
                    <a:gd name="connsiteX5" fmla="*/ 0 w 151755"/>
                    <a:gd name="connsiteY5" fmla="*/ 0 h 3984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1755" h="398443">
                      <a:moveTo>
                        <a:pt x="0" y="0"/>
                      </a:moveTo>
                      <a:lnTo>
                        <a:pt x="0" y="276300"/>
                      </a:lnTo>
                      <a:cubicBezTo>
                        <a:pt x="24344" y="296192"/>
                        <a:pt x="27342" y="374187"/>
                        <a:pt x="49504" y="398444"/>
                      </a:cubicBezTo>
                      <a:cubicBezTo>
                        <a:pt x="74095" y="374478"/>
                        <a:pt x="120921" y="323868"/>
                        <a:pt x="151755" y="305504"/>
                      </a:cubicBezTo>
                      <a:lnTo>
                        <a:pt x="1517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078D5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87" name="Graphique 8">
                  <a:extLst>
                    <a:ext uri="{FF2B5EF4-FFF2-40B4-BE49-F238E27FC236}">
                      <a16:creationId xmlns:a16="http://schemas.microsoft.com/office/drawing/2014/main" id="{EED92E9D-22ED-774B-9DC0-FF17FCD9A1A0}"/>
                    </a:ext>
                  </a:extLst>
                </p:cNvPr>
                <p:cNvGrpSpPr/>
                <p:nvPr/>
              </p:nvGrpSpPr>
              <p:grpSpPr>
                <a:xfrm>
                  <a:off x="444282" y="0"/>
                  <a:ext cx="292316" cy="622415"/>
                  <a:chOff x="444282" y="0"/>
                  <a:chExt cx="292316" cy="622415"/>
                </a:xfrm>
                <a:solidFill>
                  <a:srgbClr val="4438B7"/>
                </a:solidFill>
              </p:grpSpPr>
              <p:sp>
                <p:nvSpPr>
                  <p:cNvPr id="688" name="Forme libre : forme 687">
                    <a:extLst>
                      <a:ext uri="{FF2B5EF4-FFF2-40B4-BE49-F238E27FC236}">
                        <a16:creationId xmlns:a16="http://schemas.microsoft.com/office/drawing/2014/main" id="{F504C56B-0228-0779-3B8C-85011F90E5AA}"/>
                      </a:ext>
                    </a:extLst>
                  </p:cNvPr>
                  <p:cNvSpPr/>
                  <p:nvPr/>
                </p:nvSpPr>
                <p:spPr>
                  <a:xfrm>
                    <a:off x="444282" y="0"/>
                    <a:ext cx="292316" cy="243005"/>
                  </a:xfrm>
                  <a:custGeom>
                    <a:avLst/>
                    <a:gdLst>
                      <a:gd name="connsiteX0" fmla="*/ 2761 w 292316"/>
                      <a:gd name="connsiteY0" fmla="*/ 242990 h 243005"/>
                      <a:gd name="connsiteX1" fmla="*/ 292317 w 292316"/>
                      <a:gd name="connsiteY1" fmla="*/ 242990 h 243005"/>
                      <a:gd name="connsiteX2" fmla="*/ 139834 w 292316"/>
                      <a:gd name="connsiteY2" fmla="*/ 362 h 243005"/>
                      <a:gd name="connsiteX3" fmla="*/ 138510 w 292316"/>
                      <a:gd name="connsiteY3" fmla="*/ 391 h 243005"/>
                      <a:gd name="connsiteX4" fmla="*/ 374 w 292316"/>
                      <a:gd name="connsiteY4" fmla="*/ 238843 h 243005"/>
                      <a:gd name="connsiteX5" fmla="*/ 2775 w 292316"/>
                      <a:gd name="connsiteY5" fmla="*/ 243005 h 243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92316" h="243005">
                        <a:moveTo>
                          <a:pt x="2761" y="242990"/>
                        </a:moveTo>
                        <a:lnTo>
                          <a:pt x="292317" y="242990"/>
                        </a:lnTo>
                        <a:lnTo>
                          <a:pt x="139834" y="362"/>
                        </a:lnTo>
                        <a:cubicBezTo>
                          <a:pt x="139528" y="-133"/>
                          <a:pt x="138801" y="-118"/>
                          <a:pt x="138510" y="391"/>
                        </a:cubicBezTo>
                        <a:lnTo>
                          <a:pt x="374" y="238843"/>
                        </a:lnTo>
                        <a:cubicBezTo>
                          <a:pt x="-688" y="240691"/>
                          <a:pt x="636" y="243005"/>
                          <a:pt x="2775" y="243005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9" name="Forme libre : forme 688">
                    <a:extLst>
                      <a:ext uri="{FF2B5EF4-FFF2-40B4-BE49-F238E27FC236}">
                        <a16:creationId xmlns:a16="http://schemas.microsoft.com/office/drawing/2014/main" id="{319CB3DB-984E-F630-F913-63814028703D}"/>
                      </a:ext>
                    </a:extLst>
                  </p:cNvPr>
                  <p:cNvSpPr/>
                  <p:nvPr/>
                </p:nvSpPr>
                <p:spPr>
                  <a:xfrm>
                    <a:off x="509569" y="223521"/>
                    <a:ext cx="154185" cy="398894"/>
                  </a:xfrm>
                  <a:custGeom>
                    <a:avLst/>
                    <a:gdLst>
                      <a:gd name="connsiteX0" fmla="*/ 0 w 154185"/>
                      <a:gd name="connsiteY0" fmla="*/ 0 h 398894"/>
                      <a:gd name="connsiteX1" fmla="*/ 0 w 154185"/>
                      <a:gd name="connsiteY1" fmla="*/ 326284 h 398894"/>
                      <a:gd name="connsiteX2" fmla="*/ 70690 w 154185"/>
                      <a:gd name="connsiteY2" fmla="*/ 398895 h 398894"/>
                      <a:gd name="connsiteX3" fmla="*/ 154185 w 154185"/>
                      <a:gd name="connsiteY3" fmla="*/ 306858 h 398894"/>
                      <a:gd name="connsiteX4" fmla="*/ 154185 w 154185"/>
                      <a:gd name="connsiteY4" fmla="*/ 0 h 398894"/>
                      <a:gd name="connsiteX5" fmla="*/ 0 w 154185"/>
                      <a:gd name="connsiteY5" fmla="*/ 0 h 398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54185" h="398894">
                        <a:moveTo>
                          <a:pt x="0" y="0"/>
                        </a:moveTo>
                        <a:lnTo>
                          <a:pt x="0" y="326284"/>
                        </a:lnTo>
                        <a:cubicBezTo>
                          <a:pt x="27589" y="346175"/>
                          <a:pt x="48543" y="374638"/>
                          <a:pt x="70690" y="398895"/>
                        </a:cubicBezTo>
                        <a:cubicBezTo>
                          <a:pt x="95282" y="374929"/>
                          <a:pt x="124152" y="325804"/>
                          <a:pt x="154185" y="306858"/>
                        </a:cubicBezTo>
                        <a:lnTo>
                          <a:pt x="15418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438B7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84" name="Forme libre : forme 683">
                <a:extLst>
                  <a:ext uri="{FF2B5EF4-FFF2-40B4-BE49-F238E27FC236}">
                    <a16:creationId xmlns:a16="http://schemas.microsoft.com/office/drawing/2014/main" id="{C845C221-025D-8B18-230E-F9224195A2C9}"/>
                  </a:ext>
                </a:extLst>
              </p:cNvPr>
              <p:cNvSpPr/>
              <p:nvPr/>
            </p:nvSpPr>
            <p:spPr>
              <a:xfrm>
                <a:off x="459500" y="21129"/>
                <a:ext cx="121012" cy="215895"/>
              </a:xfrm>
              <a:custGeom>
                <a:avLst/>
                <a:gdLst>
                  <a:gd name="connsiteX0" fmla="*/ 51699 w 121012"/>
                  <a:gd name="connsiteY0" fmla="*/ 215881 h 215895"/>
                  <a:gd name="connsiteX1" fmla="*/ 3112 w 121012"/>
                  <a:gd name="connsiteY1" fmla="*/ 215881 h 215895"/>
                  <a:gd name="connsiteX2" fmla="*/ 435 w 121012"/>
                  <a:gd name="connsiteY2" fmla="*/ 214338 h 215895"/>
                  <a:gd name="connsiteX3" fmla="*/ 406 w 121012"/>
                  <a:gd name="connsiteY3" fmla="*/ 211239 h 215895"/>
                  <a:gd name="connsiteX4" fmla="*/ 118533 w 121012"/>
                  <a:gd name="connsiteY4" fmla="*/ 681 h 215895"/>
                  <a:gd name="connsiteX5" fmla="*/ 120338 w 121012"/>
                  <a:gd name="connsiteY5" fmla="*/ 172 h 215895"/>
                  <a:gd name="connsiteX6" fmla="*/ 120847 w 121012"/>
                  <a:gd name="connsiteY6" fmla="*/ 1977 h 215895"/>
                  <a:gd name="connsiteX7" fmla="*/ 2719 w 121012"/>
                  <a:gd name="connsiteY7" fmla="*/ 212548 h 215895"/>
                  <a:gd name="connsiteX8" fmla="*/ 2719 w 121012"/>
                  <a:gd name="connsiteY8" fmla="*/ 213014 h 215895"/>
                  <a:gd name="connsiteX9" fmla="*/ 3112 w 121012"/>
                  <a:gd name="connsiteY9" fmla="*/ 213247 h 215895"/>
                  <a:gd name="connsiteX10" fmla="*/ 51699 w 121012"/>
                  <a:gd name="connsiteY10" fmla="*/ 213247 h 215895"/>
                  <a:gd name="connsiteX11" fmla="*/ 53023 w 121012"/>
                  <a:gd name="connsiteY11" fmla="*/ 214571 h 215895"/>
                  <a:gd name="connsiteX12" fmla="*/ 51699 w 121012"/>
                  <a:gd name="connsiteY12" fmla="*/ 215895 h 215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012" h="215895">
                    <a:moveTo>
                      <a:pt x="51699" y="215881"/>
                    </a:moveTo>
                    <a:lnTo>
                      <a:pt x="3112" y="215881"/>
                    </a:lnTo>
                    <a:cubicBezTo>
                      <a:pt x="1992" y="215881"/>
                      <a:pt x="988" y="215299"/>
                      <a:pt x="435" y="214338"/>
                    </a:cubicBezTo>
                    <a:cubicBezTo>
                      <a:pt x="-133" y="213378"/>
                      <a:pt x="-147" y="212214"/>
                      <a:pt x="406" y="211239"/>
                    </a:cubicBezTo>
                    <a:lnTo>
                      <a:pt x="118533" y="681"/>
                    </a:lnTo>
                    <a:cubicBezTo>
                      <a:pt x="118897" y="41"/>
                      <a:pt x="119697" y="-192"/>
                      <a:pt x="120338" y="172"/>
                    </a:cubicBezTo>
                    <a:cubicBezTo>
                      <a:pt x="120978" y="536"/>
                      <a:pt x="121196" y="1336"/>
                      <a:pt x="120847" y="1977"/>
                    </a:cubicBezTo>
                    <a:lnTo>
                      <a:pt x="2719" y="212548"/>
                    </a:lnTo>
                    <a:cubicBezTo>
                      <a:pt x="2603" y="212752"/>
                      <a:pt x="2676" y="212927"/>
                      <a:pt x="2719" y="213014"/>
                    </a:cubicBezTo>
                    <a:cubicBezTo>
                      <a:pt x="2763" y="213101"/>
                      <a:pt x="2894" y="213247"/>
                      <a:pt x="3112" y="213247"/>
                    </a:cubicBezTo>
                    <a:lnTo>
                      <a:pt x="51699" y="213247"/>
                    </a:lnTo>
                    <a:cubicBezTo>
                      <a:pt x="52427" y="213247"/>
                      <a:pt x="53023" y="213843"/>
                      <a:pt x="53023" y="214571"/>
                    </a:cubicBezTo>
                    <a:cubicBezTo>
                      <a:pt x="53023" y="215299"/>
                      <a:pt x="52427" y="215895"/>
                      <a:pt x="51699" y="215895"/>
                    </a:cubicBezTo>
                    <a:close/>
                  </a:path>
                </a:pathLst>
              </a:custGeom>
              <a:solidFill>
                <a:srgbClr val="B1ABE5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7" name="Graphique 8">
              <a:extLst>
                <a:ext uri="{FF2B5EF4-FFF2-40B4-BE49-F238E27FC236}">
                  <a16:creationId xmlns:a16="http://schemas.microsoft.com/office/drawing/2014/main" id="{55637F46-3141-ADE5-1B14-3C1D35B29E07}"/>
                </a:ext>
              </a:extLst>
            </p:cNvPr>
            <p:cNvGrpSpPr/>
            <p:nvPr/>
          </p:nvGrpSpPr>
          <p:grpSpPr>
            <a:xfrm>
              <a:off x="479226" y="349652"/>
              <a:ext cx="702773" cy="822511"/>
              <a:chOff x="479226" y="349652"/>
              <a:chExt cx="702773" cy="822511"/>
            </a:xfrm>
          </p:grpSpPr>
          <p:sp>
            <p:nvSpPr>
              <p:cNvPr id="679" name="Forme libre : forme 678">
                <a:extLst>
                  <a:ext uri="{FF2B5EF4-FFF2-40B4-BE49-F238E27FC236}">
                    <a16:creationId xmlns:a16="http://schemas.microsoft.com/office/drawing/2014/main" id="{64DB77AC-4096-2D91-484E-EC2CEAAC2554}"/>
                  </a:ext>
                </a:extLst>
              </p:cNvPr>
              <p:cNvSpPr/>
              <p:nvPr/>
            </p:nvSpPr>
            <p:spPr>
              <a:xfrm>
                <a:off x="511006" y="428738"/>
                <a:ext cx="532639" cy="743411"/>
              </a:xfrm>
              <a:custGeom>
                <a:avLst/>
                <a:gdLst>
                  <a:gd name="connsiteX0" fmla="*/ 520285 w 532639"/>
                  <a:gd name="connsiteY0" fmla="*/ 15 h 743411"/>
                  <a:gd name="connsiteX1" fmla="*/ 24843 w 532639"/>
                  <a:gd name="connsiteY1" fmla="*/ 322253 h 743411"/>
                  <a:gd name="connsiteX2" fmla="*/ 24843 w 532639"/>
                  <a:gd name="connsiteY2" fmla="*/ 322253 h 743411"/>
                  <a:gd name="connsiteX3" fmla="*/ 24843 w 532639"/>
                  <a:gd name="connsiteY3" fmla="*/ 322311 h 743411"/>
                  <a:gd name="connsiteX4" fmla="*/ 24610 w 532639"/>
                  <a:gd name="connsiteY4" fmla="*/ 322850 h 743411"/>
                  <a:gd name="connsiteX5" fmla="*/ 24712 w 532639"/>
                  <a:gd name="connsiteY5" fmla="*/ 322850 h 743411"/>
                  <a:gd name="connsiteX6" fmla="*/ 10816 w 532639"/>
                  <a:gd name="connsiteY6" fmla="*/ 743411 h 743411"/>
                  <a:gd name="connsiteX7" fmla="*/ 159021 w 532639"/>
                  <a:gd name="connsiteY7" fmla="*/ 743411 h 743411"/>
                  <a:gd name="connsiteX8" fmla="*/ 165350 w 532639"/>
                  <a:gd name="connsiteY8" fmla="*/ 743411 h 743411"/>
                  <a:gd name="connsiteX9" fmla="*/ 177181 w 532639"/>
                  <a:gd name="connsiteY9" fmla="*/ 730926 h 743411"/>
                  <a:gd name="connsiteX10" fmla="*/ 182346 w 532639"/>
                  <a:gd name="connsiteY10" fmla="*/ 375322 h 743411"/>
                  <a:gd name="connsiteX11" fmla="*/ 224225 w 532639"/>
                  <a:gd name="connsiteY11" fmla="*/ 284958 h 743411"/>
                  <a:gd name="connsiteX12" fmla="*/ 521071 w 532639"/>
                  <a:gd name="connsiteY12" fmla="*/ 147507 h 743411"/>
                  <a:gd name="connsiteX13" fmla="*/ 532640 w 532639"/>
                  <a:gd name="connsiteY13" fmla="*/ 147579 h 743411"/>
                  <a:gd name="connsiteX14" fmla="*/ 520300 w 532639"/>
                  <a:gd name="connsiteY14" fmla="*/ 0 h 743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32639" h="743411">
                    <a:moveTo>
                      <a:pt x="520285" y="15"/>
                    </a:moveTo>
                    <a:cubicBezTo>
                      <a:pt x="297767" y="320"/>
                      <a:pt x="107232" y="125054"/>
                      <a:pt x="24843" y="322253"/>
                    </a:cubicBezTo>
                    <a:lnTo>
                      <a:pt x="24843" y="322253"/>
                    </a:lnTo>
                    <a:cubicBezTo>
                      <a:pt x="24843" y="322253"/>
                      <a:pt x="24843" y="322311"/>
                      <a:pt x="24843" y="322311"/>
                    </a:cubicBezTo>
                    <a:cubicBezTo>
                      <a:pt x="24770" y="322486"/>
                      <a:pt x="24698" y="322675"/>
                      <a:pt x="24610" y="322850"/>
                    </a:cubicBezTo>
                    <a:lnTo>
                      <a:pt x="24712" y="322850"/>
                    </a:lnTo>
                    <a:cubicBezTo>
                      <a:pt x="-18520" y="417840"/>
                      <a:pt x="7396" y="578589"/>
                      <a:pt x="10816" y="743411"/>
                    </a:cubicBezTo>
                    <a:lnTo>
                      <a:pt x="159021" y="743411"/>
                    </a:lnTo>
                    <a:cubicBezTo>
                      <a:pt x="159021" y="743411"/>
                      <a:pt x="165350" y="743411"/>
                      <a:pt x="165350" y="743411"/>
                    </a:cubicBezTo>
                    <a:cubicBezTo>
                      <a:pt x="172146" y="743411"/>
                      <a:pt x="177544" y="737707"/>
                      <a:pt x="177181" y="730926"/>
                    </a:cubicBezTo>
                    <a:cubicBezTo>
                      <a:pt x="170443" y="605989"/>
                      <a:pt x="164652" y="480280"/>
                      <a:pt x="182346" y="375322"/>
                    </a:cubicBezTo>
                    <a:cubicBezTo>
                      <a:pt x="187948" y="342101"/>
                      <a:pt x="202398" y="310918"/>
                      <a:pt x="224225" y="284958"/>
                    </a:cubicBezTo>
                    <a:cubicBezTo>
                      <a:pt x="294799" y="201012"/>
                      <a:pt x="401576" y="147507"/>
                      <a:pt x="521071" y="147507"/>
                    </a:cubicBezTo>
                    <a:cubicBezTo>
                      <a:pt x="524942" y="147507"/>
                      <a:pt x="528798" y="147463"/>
                      <a:pt x="532640" y="147579"/>
                    </a:cubicBezTo>
                    <a:lnTo>
                      <a:pt x="520300" y="0"/>
                    </a:lnTo>
                    <a:close/>
                  </a:path>
                </a:pathLst>
              </a:custGeom>
              <a:solidFill>
                <a:srgbClr val="8078D5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Forme libre : forme 679">
                <a:extLst>
                  <a:ext uri="{FF2B5EF4-FFF2-40B4-BE49-F238E27FC236}">
                    <a16:creationId xmlns:a16="http://schemas.microsoft.com/office/drawing/2014/main" id="{1883B6EB-D21C-8648-5D79-03759B054045}"/>
                  </a:ext>
                </a:extLst>
              </p:cNvPr>
              <p:cNvSpPr/>
              <p:nvPr/>
            </p:nvSpPr>
            <p:spPr>
              <a:xfrm>
                <a:off x="479226" y="415001"/>
                <a:ext cx="532317" cy="757162"/>
              </a:xfrm>
              <a:custGeom>
                <a:avLst/>
                <a:gdLst>
                  <a:gd name="connsiteX0" fmla="*/ 520562 w 532317"/>
                  <a:gd name="connsiteY0" fmla="*/ 3347 h 757162"/>
                  <a:gd name="connsiteX1" fmla="*/ 516910 w 532317"/>
                  <a:gd name="connsiteY1" fmla="*/ 0 h 757162"/>
                  <a:gd name="connsiteX2" fmla="*/ 24843 w 532317"/>
                  <a:gd name="connsiteY2" fmla="*/ 328263 h 757162"/>
                  <a:gd name="connsiteX3" fmla="*/ 24843 w 532317"/>
                  <a:gd name="connsiteY3" fmla="*/ 328263 h 757162"/>
                  <a:gd name="connsiteX4" fmla="*/ 24843 w 532317"/>
                  <a:gd name="connsiteY4" fmla="*/ 328263 h 757162"/>
                  <a:gd name="connsiteX5" fmla="*/ 24610 w 532317"/>
                  <a:gd name="connsiteY5" fmla="*/ 328787 h 757162"/>
                  <a:gd name="connsiteX6" fmla="*/ 24712 w 532317"/>
                  <a:gd name="connsiteY6" fmla="*/ 328787 h 757162"/>
                  <a:gd name="connsiteX7" fmla="*/ 10641 w 532317"/>
                  <a:gd name="connsiteY7" fmla="*/ 749363 h 757162"/>
                  <a:gd name="connsiteX8" fmla="*/ 18615 w 532317"/>
                  <a:gd name="connsiteY8" fmla="*/ 757162 h 757162"/>
                  <a:gd name="connsiteX9" fmla="*/ 175187 w 532317"/>
                  <a:gd name="connsiteY9" fmla="*/ 757162 h 757162"/>
                  <a:gd name="connsiteX10" fmla="*/ 178825 w 532317"/>
                  <a:gd name="connsiteY10" fmla="*/ 753321 h 757162"/>
                  <a:gd name="connsiteX11" fmla="*/ 182172 w 532317"/>
                  <a:gd name="connsiteY11" fmla="*/ 383194 h 757162"/>
                  <a:gd name="connsiteX12" fmla="*/ 224807 w 532317"/>
                  <a:gd name="connsiteY12" fmla="*/ 289469 h 757162"/>
                  <a:gd name="connsiteX13" fmla="*/ 521071 w 532317"/>
                  <a:gd name="connsiteY13" fmla="*/ 150184 h 757162"/>
                  <a:gd name="connsiteX14" fmla="*/ 528638 w 532317"/>
                  <a:gd name="connsiteY14" fmla="*/ 150199 h 757162"/>
                  <a:gd name="connsiteX15" fmla="*/ 532305 w 532317"/>
                  <a:gd name="connsiteY15" fmla="*/ 146255 h 757162"/>
                  <a:gd name="connsiteX16" fmla="*/ 520576 w 532317"/>
                  <a:gd name="connsiteY16" fmla="*/ 3332 h 757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2317" h="757162">
                    <a:moveTo>
                      <a:pt x="520562" y="3347"/>
                    </a:moveTo>
                    <a:cubicBezTo>
                      <a:pt x="520402" y="1455"/>
                      <a:pt x="518816" y="-14"/>
                      <a:pt x="516910" y="0"/>
                    </a:cubicBezTo>
                    <a:cubicBezTo>
                      <a:pt x="295832" y="1572"/>
                      <a:pt x="106810" y="127659"/>
                      <a:pt x="24843" y="328263"/>
                    </a:cubicBezTo>
                    <a:lnTo>
                      <a:pt x="24843" y="328263"/>
                    </a:lnTo>
                    <a:cubicBezTo>
                      <a:pt x="24843" y="328263"/>
                      <a:pt x="24843" y="328263"/>
                      <a:pt x="24843" y="328263"/>
                    </a:cubicBezTo>
                    <a:cubicBezTo>
                      <a:pt x="24770" y="328437"/>
                      <a:pt x="24697" y="328612"/>
                      <a:pt x="24610" y="328787"/>
                    </a:cubicBezTo>
                    <a:lnTo>
                      <a:pt x="24712" y="328787"/>
                    </a:lnTo>
                    <a:cubicBezTo>
                      <a:pt x="-17850" y="424025"/>
                      <a:pt x="6610" y="584206"/>
                      <a:pt x="10641" y="749363"/>
                    </a:cubicBezTo>
                    <a:cubicBezTo>
                      <a:pt x="10743" y="753699"/>
                      <a:pt x="14279" y="757162"/>
                      <a:pt x="18615" y="757162"/>
                    </a:cubicBezTo>
                    <a:lnTo>
                      <a:pt x="175187" y="757162"/>
                    </a:lnTo>
                    <a:cubicBezTo>
                      <a:pt x="177268" y="757162"/>
                      <a:pt x="178927" y="755402"/>
                      <a:pt x="178825" y="753321"/>
                    </a:cubicBezTo>
                    <a:cubicBezTo>
                      <a:pt x="171724" y="616771"/>
                      <a:pt x="163546" y="496680"/>
                      <a:pt x="182172" y="383194"/>
                    </a:cubicBezTo>
                    <a:cubicBezTo>
                      <a:pt x="187832" y="348736"/>
                      <a:pt x="202514" y="316345"/>
                      <a:pt x="224807" y="289469"/>
                    </a:cubicBezTo>
                    <a:cubicBezTo>
                      <a:pt x="295381" y="204388"/>
                      <a:pt x="401896" y="150184"/>
                      <a:pt x="521071" y="150184"/>
                    </a:cubicBezTo>
                    <a:cubicBezTo>
                      <a:pt x="523603" y="150184"/>
                      <a:pt x="526121" y="150184"/>
                      <a:pt x="528638" y="150199"/>
                    </a:cubicBezTo>
                    <a:cubicBezTo>
                      <a:pt x="530777" y="150228"/>
                      <a:pt x="532479" y="148394"/>
                      <a:pt x="532305" y="146255"/>
                    </a:cubicBezTo>
                    <a:lnTo>
                      <a:pt x="520576" y="3332"/>
                    </a:lnTo>
                    <a:close/>
                  </a:path>
                </a:pathLst>
              </a:custGeom>
              <a:solidFill>
                <a:srgbClr val="4438B7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Forme libre : forme 680">
                <a:extLst>
                  <a:ext uri="{FF2B5EF4-FFF2-40B4-BE49-F238E27FC236}">
                    <a16:creationId xmlns:a16="http://schemas.microsoft.com/office/drawing/2014/main" id="{03EA0BD7-D2FD-6AD6-C4FD-FD44315B0FA9}"/>
                  </a:ext>
                </a:extLst>
              </p:cNvPr>
              <p:cNvSpPr/>
              <p:nvPr/>
            </p:nvSpPr>
            <p:spPr>
              <a:xfrm>
                <a:off x="944435" y="364057"/>
                <a:ext cx="237564" cy="297646"/>
              </a:xfrm>
              <a:custGeom>
                <a:avLst/>
                <a:gdLst>
                  <a:gd name="connsiteX0" fmla="*/ 236982 w 237564"/>
                  <a:gd name="connsiteY0" fmla="*/ 139547 h 297646"/>
                  <a:gd name="connsiteX1" fmla="*/ 237564 w 237564"/>
                  <a:gd name="connsiteY1" fmla="*/ 139125 h 297646"/>
                  <a:gd name="connsiteX2" fmla="*/ 232064 w 237564"/>
                  <a:gd name="connsiteY2" fmla="*/ 108742 h 297646"/>
                  <a:gd name="connsiteX3" fmla="*/ 231540 w 237564"/>
                  <a:gd name="connsiteY3" fmla="*/ 108494 h 297646"/>
                  <a:gd name="connsiteX4" fmla="*/ 231438 w 237564"/>
                  <a:gd name="connsiteY4" fmla="*/ 107942 h 297646"/>
                  <a:gd name="connsiteX5" fmla="*/ 230900 w 237564"/>
                  <a:gd name="connsiteY5" fmla="*/ 108189 h 297646"/>
                  <a:gd name="connsiteX6" fmla="*/ 6548 w 237564"/>
                  <a:gd name="connsiteY6" fmla="*/ 0 h 297646"/>
                  <a:gd name="connsiteX7" fmla="*/ 22031 w 237564"/>
                  <a:gd name="connsiteY7" fmla="*/ 204038 h 297646"/>
                  <a:gd name="connsiteX8" fmla="*/ 18116 w 237564"/>
                  <a:gd name="connsiteY8" fmla="*/ 205828 h 297646"/>
                  <a:gd name="connsiteX9" fmla="*/ 0 w 237564"/>
                  <a:gd name="connsiteY9" fmla="*/ 279108 h 297646"/>
                  <a:gd name="connsiteX10" fmla="*/ 23064 w 237564"/>
                  <a:gd name="connsiteY10" fmla="*/ 297647 h 297646"/>
                  <a:gd name="connsiteX11" fmla="*/ 28812 w 237564"/>
                  <a:gd name="connsiteY11" fmla="*/ 293412 h 297646"/>
                  <a:gd name="connsiteX12" fmla="*/ 28812 w 237564"/>
                  <a:gd name="connsiteY12" fmla="*/ 293514 h 297646"/>
                  <a:gd name="connsiteX13" fmla="*/ 236779 w 237564"/>
                  <a:gd name="connsiteY13" fmla="*/ 139692 h 297646"/>
                  <a:gd name="connsiteX14" fmla="*/ 236982 w 237564"/>
                  <a:gd name="connsiteY14" fmla="*/ 139547 h 297646"/>
                  <a:gd name="connsiteX15" fmla="*/ 236982 w 237564"/>
                  <a:gd name="connsiteY15" fmla="*/ 139547 h 29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7564" h="297646">
                    <a:moveTo>
                      <a:pt x="236982" y="139547"/>
                    </a:moveTo>
                    <a:lnTo>
                      <a:pt x="237564" y="139125"/>
                    </a:lnTo>
                    <a:lnTo>
                      <a:pt x="232064" y="108742"/>
                    </a:lnTo>
                    <a:lnTo>
                      <a:pt x="231540" y="108494"/>
                    </a:lnTo>
                    <a:lnTo>
                      <a:pt x="231438" y="107942"/>
                    </a:lnTo>
                    <a:lnTo>
                      <a:pt x="230900" y="108189"/>
                    </a:lnTo>
                    <a:lnTo>
                      <a:pt x="6548" y="0"/>
                    </a:lnTo>
                    <a:lnTo>
                      <a:pt x="22031" y="204038"/>
                    </a:lnTo>
                    <a:lnTo>
                      <a:pt x="18116" y="205828"/>
                    </a:lnTo>
                    <a:lnTo>
                      <a:pt x="0" y="279108"/>
                    </a:lnTo>
                    <a:lnTo>
                      <a:pt x="23064" y="297647"/>
                    </a:lnTo>
                    <a:lnTo>
                      <a:pt x="28812" y="293412"/>
                    </a:lnTo>
                    <a:lnTo>
                      <a:pt x="28812" y="293514"/>
                    </a:lnTo>
                    <a:lnTo>
                      <a:pt x="236779" y="139692"/>
                    </a:lnTo>
                    <a:lnTo>
                      <a:pt x="236982" y="139547"/>
                    </a:lnTo>
                    <a:lnTo>
                      <a:pt x="236982" y="139547"/>
                    </a:lnTo>
                    <a:close/>
                  </a:path>
                </a:pathLst>
              </a:custGeom>
              <a:solidFill>
                <a:srgbClr val="8078D5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Forme libre : forme 681">
                <a:extLst>
                  <a:ext uri="{FF2B5EF4-FFF2-40B4-BE49-F238E27FC236}">
                    <a16:creationId xmlns:a16="http://schemas.microsoft.com/office/drawing/2014/main" id="{E72B5488-FA69-3328-FD78-56B78F4984AA}"/>
                  </a:ext>
                </a:extLst>
              </p:cNvPr>
              <p:cNvSpPr/>
              <p:nvPr/>
            </p:nvSpPr>
            <p:spPr>
              <a:xfrm>
                <a:off x="922186" y="349652"/>
                <a:ext cx="253687" cy="293514"/>
              </a:xfrm>
              <a:custGeom>
                <a:avLst/>
                <a:gdLst>
                  <a:gd name="connsiteX0" fmla="*/ 0 w 253687"/>
                  <a:gd name="connsiteY0" fmla="*/ 0 h 293514"/>
                  <a:gd name="connsiteX1" fmla="*/ 22249 w 253687"/>
                  <a:gd name="connsiteY1" fmla="*/ 293514 h 293514"/>
                  <a:gd name="connsiteX2" fmla="*/ 253687 w 253687"/>
                  <a:gd name="connsiteY2" fmla="*/ 122347 h 293514"/>
                  <a:gd name="connsiteX3" fmla="*/ 0 w 253687"/>
                  <a:gd name="connsiteY3" fmla="*/ 0 h 293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3687" h="293514">
                    <a:moveTo>
                      <a:pt x="0" y="0"/>
                    </a:moveTo>
                    <a:lnTo>
                      <a:pt x="22249" y="293514"/>
                    </a:lnTo>
                    <a:lnTo>
                      <a:pt x="253687" y="1223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38B7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" name="Graphique 8">
              <a:extLst>
                <a:ext uri="{FF2B5EF4-FFF2-40B4-BE49-F238E27FC236}">
                  <a16:creationId xmlns:a16="http://schemas.microsoft.com/office/drawing/2014/main" id="{AF4F9E5A-9312-641D-4273-1B5B47B81331}"/>
                </a:ext>
              </a:extLst>
            </p:cNvPr>
            <p:cNvGrpSpPr/>
            <p:nvPr/>
          </p:nvGrpSpPr>
          <p:grpSpPr>
            <a:xfrm>
              <a:off x="104665" y="40800"/>
              <a:ext cx="531442" cy="418364"/>
              <a:chOff x="104665" y="40800"/>
              <a:chExt cx="531442" cy="418364"/>
            </a:xfrm>
          </p:grpSpPr>
          <p:grpSp>
            <p:nvGrpSpPr>
              <p:cNvPr id="656" name="Graphique 8">
                <a:extLst>
                  <a:ext uri="{FF2B5EF4-FFF2-40B4-BE49-F238E27FC236}">
                    <a16:creationId xmlns:a16="http://schemas.microsoft.com/office/drawing/2014/main" id="{C50DF5F1-A8B1-1E49-272F-D1B4A0CFA2BB}"/>
                  </a:ext>
                </a:extLst>
              </p:cNvPr>
              <p:cNvGrpSpPr/>
              <p:nvPr/>
            </p:nvGrpSpPr>
            <p:grpSpPr>
              <a:xfrm>
                <a:off x="265252" y="40800"/>
                <a:ext cx="370855" cy="370854"/>
                <a:chOff x="265252" y="40800"/>
                <a:chExt cx="370855" cy="370854"/>
              </a:xfrm>
            </p:grpSpPr>
            <p:grpSp>
              <p:nvGrpSpPr>
                <p:cNvPr id="668" name="Graphique 8">
                  <a:extLst>
                    <a:ext uri="{FF2B5EF4-FFF2-40B4-BE49-F238E27FC236}">
                      <a16:creationId xmlns:a16="http://schemas.microsoft.com/office/drawing/2014/main" id="{DA92EE86-7388-5ABC-1655-2E694786CB7B}"/>
                    </a:ext>
                  </a:extLst>
                </p:cNvPr>
                <p:cNvGrpSpPr/>
                <p:nvPr/>
              </p:nvGrpSpPr>
              <p:grpSpPr>
                <a:xfrm>
                  <a:off x="265252" y="40800"/>
                  <a:ext cx="293164" cy="209116"/>
                  <a:chOff x="265252" y="40800"/>
                  <a:chExt cx="293164" cy="209116"/>
                </a:xfrm>
                <a:solidFill>
                  <a:srgbClr val="B1ABE5"/>
                </a:solidFill>
              </p:grpSpPr>
              <p:sp>
                <p:nvSpPr>
                  <p:cNvPr id="677" name="Forme libre : forme 676">
                    <a:extLst>
                      <a:ext uri="{FF2B5EF4-FFF2-40B4-BE49-F238E27FC236}">
                        <a16:creationId xmlns:a16="http://schemas.microsoft.com/office/drawing/2014/main" id="{9E6C86C1-9858-D5D8-B5F2-B2DD9902D494}"/>
                      </a:ext>
                    </a:extLst>
                  </p:cNvPr>
                  <p:cNvSpPr/>
                  <p:nvPr/>
                </p:nvSpPr>
                <p:spPr>
                  <a:xfrm>
                    <a:off x="265252" y="40800"/>
                    <a:ext cx="264815" cy="209116"/>
                  </a:xfrm>
                  <a:custGeom>
                    <a:avLst/>
                    <a:gdLst>
                      <a:gd name="connsiteX0" fmla="*/ 5588 w 264815"/>
                      <a:gd name="connsiteY0" fmla="*/ 209102 h 209116"/>
                      <a:gd name="connsiteX1" fmla="*/ 976 w 264815"/>
                      <a:gd name="connsiteY1" fmla="*/ 204940 h 209116"/>
                      <a:gd name="connsiteX2" fmla="*/ 1 w 264815"/>
                      <a:gd name="connsiteY2" fmla="*/ 189138 h 209116"/>
                      <a:gd name="connsiteX3" fmla="*/ 4555 w 264815"/>
                      <a:gd name="connsiteY3" fmla="*/ 184409 h 209116"/>
                      <a:gd name="connsiteX4" fmla="*/ 4643 w 264815"/>
                      <a:gd name="connsiteY4" fmla="*/ 184409 h 209116"/>
                      <a:gd name="connsiteX5" fmla="*/ 9284 w 264815"/>
                      <a:gd name="connsiteY5" fmla="*/ 188963 h 209116"/>
                      <a:gd name="connsiteX6" fmla="*/ 10216 w 264815"/>
                      <a:gd name="connsiteY6" fmla="*/ 203980 h 209116"/>
                      <a:gd name="connsiteX7" fmla="*/ 6083 w 264815"/>
                      <a:gd name="connsiteY7" fmla="*/ 209088 h 209116"/>
                      <a:gd name="connsiteX8" fmla="*/ 5588 w 264815"/>
                      <a:gd name="connsiteY8" fmla="*/ 209117 h 209116"/>
                      <a:gd name="connsiteX9" fmla="*/ 5894 w 264815"/>
                      <a:gd name="connsiteY9" fmla="*/ 168650 h 209116"/>
                      <a:gd name="connsiteX10" fmla="*/ 5341 w 264815"/>
                      <a:gd name="connsiteY10" fmla="*/ 168620 h 209116"/>
                      <a:gd name="connsiteX11" fmla="*/ 1281 w 264815"/>
                      <a:gd name="connsiteY11" fmla="*/ 163469 h 209116"/>
                      <a:gd name="connsiteX12" fmla="*/ 3799 w 264815"/>
                      <a:gd name="connsiteY12" fmla="*/ 147856 h 209116"/>
                      <a:gd name="connsiteX13" fmla="*/ 9284 w 264815"/>
                      <a:gd name="connsiteY13" fmla="*/ 144247 h 209116"/>
                      <a:gd name="connsiteX14" fmla="*/ 12893 w 264815"/>
                      <a:gd name="connsiteY14" fmla="*/ 149733 h 209116"/>
                      <a:gd name="connsiteX15" fmla="*/ 10492 w 264815"/>
                      <a:gd name="connsiteY15" fmla="*/ 164575 h 209116"/>
                      <a:gd name="connsiteX16" fmla="*/ 5879 w 264815"/>
                      <a:gd name="connsiteY16" fmla="*/ 168679 h 209116"/>
                      <a:gd name="connsiteX17" fmla="*/ 15090 w 264815"/>
                      <a:gd name="connsiteY17" fmla="*/ 129274 h 209116"/>
                      <a:gd name="connsiteX18" fmla="*/ 13533 w 264815"/>
                      <a:gd name="connsiteY18" fmla="*/ 128997 h 209116"/>
                      <a:gd name="connsiteX19" fmla="*/ 10710 w 264815"/>
                      <a:gd name="connsiteY19" fmla="*/ 123060 h 209116"/>
                      <a:gd name="connsiteX20" fmla="*/ 16662 w 264815"/>
                      <a:gd name="connsiteY20" fmla="*/ 108393 h 209116"/>
                      <a:gd name="connsiteX21" fmla="*/ 22817 w 264815"/>
                      <a:gd name="connsiteY21" fmla="*/ 106094 h 209116"/>
                      <a:gd name="connsiteX22" fmla="*/ 25116 w 264815"/>
                      <a:gd name="connsiteY22" fmla="*/ 112249 h 209116"/>
                      <a:gd name="connsiteX23" fmla="*/ 19470 w 264815"/>
                      <a:gd name="connsiteY23" fmla="*/ 126174 h 209116"/>
                      <a:gd name="connsiteX24" fmla="*/ 15090 w 264815"/>
                      <a:gd name="connsiteY24" fmla="*/ 129259 h 209116"/>
                      <a:gd name="connsiteX25" fmla="*/ 32872 w 264815"/>
                      <a:gd name="connsiteY25" fmla="*/ 92939 h 209116"/>
                      <a:gd name="connsiteX26" fmla="*/ 30384 w 264815"/>
                      <a:gd name="connsiteY26" fmla="*/ 92212 h 209116"/>
                      <a:gd name="connsiteX27" fmla="*/ 28972 w 264815"/>
                      <a:gd name="connsiteY27" fmla="*/ 85794 h 209116"/>
                      <a:gd name="connsiteX28" fmla="*/ 38052 w 264815"/>
                      <a:gd name="connsiteY28" fmla="*/ 72815 h 209116"/>
                      <a:gd name="connsiteX29" fmla="*/ 44557 w 264815"/>
                      <a:gd name="connsiteY29" fmla="*/ 71956 h 209116"/>
                      <a:gd name="connsiteX30" fmla="*/ 45415 w 264815"/>
                      <a:gd name="connsiteY30" fmla="*/ 78461 h 209116"/>
                      <a:gd name="connsiteX31" fmla="*/ 36786 w 264815"/>
                      <a:gd name="connsiteY31" fmla="*/ 90786 h 209116"/>
                      <a:gd name="connsiteX32" fmla="*/ 32872 w 264815"/>
                      <a:gd name="connsiteY32" fmla="*/ 92925 h 209116"/>
                      <a:gd name="connsiteX33" fmla="*/ 58308 w 264815"/>
                      <a:gd name="connsiteY33" fmla="*/ 61479 h 209116"/>
                      <a:gd name="connsiteX34" fmla="*/ 55005 w 264815"/>
                      <a:gd name="connsiteY34" fmla="*/ 60097 h 209116"/>
                      <a:gd name="connsiteX35" fmla="*/ 55048 w 264815"/>
                      <a:gd name="connsiteY35" fmla="*/ 53534 h 209116"/>
                      <a:gd name="connsiteX36" fmla="*/ 66762 w 264815"/>
                      <a:gd name="connsiteY36" fmla="*/ 42897 h 209116"/>
                      <a:gd name="connsiteX37" fmla="*/ 73296 w 264815"/>
                      <a:gd name="connsiteY37" fmla="*/ 43494 h 209116"/>
                      <a:gd name="connsiteX38" fmla="*/ 72699 w 264815"/>
                      <a:gd name="connsiteY38" fmla="*/ 50027 h 209116"/>
                      <a:gd name="connsiteX39" fmla="*/ 61553 w 264815"/>
                      <a:gd name="connsiteY39" fmla="*/ 60141 h 209116"/>
                      <a:gd name="connsiteX40" fmla="*/ 58293 w 264815"/>
                      <a:gd name="connsiteY40" fmla="*/ 61479 h 209116"/>
                      <a:gd name="connsiteX41" fmla="*/ 90059 w 264815"/>
                      <a:gd name="connsiteY41" fmla="*/ 36436 h 209116"/>
                      <a:gd name="connsiteX42" fmla="*/ 86115 w 264815"/>
                      <a:gd name="connsiteY42" fmla="*/ 34239 h 209116"/>
                      <a:gd name="connsiteX43" fmla="*/ 87599 w 264815"/>
                      <a:gd name="connsiteY43" fmla="*/ 27851 h 209116"/>
                      <a:gd name="connsiteX44" fmla="*/ 101380 w 264815"/>
                      <a:gd name="connsiteY44" fmla="*/ 20066 h 209116"/>
                      <a:gd name="connsiteX45" fmla="*/ 107622 w 264815"/>
                      <a:gd name="connsiteY45" fmla="*/ 22089 h 209116"/>
                      <a:gd name="connsiteX46" fmla="*/ 105599 w 264815"/>
                      <a:gd name="connsiteY46" fmla="*/ 28331 h 209116"/>
                      <a:gd name="connsiteX47" fmla="*/ 92503 w 264815"/>
                      <a:gd name="connsiteY47" fmla="*/ 35723 h 209116"/>
                      <a:gd name="connsiteX48" fmla="*/ 90059 w 264815"/>
                      <a:gd name="connsiteY48" fmla="*/ 36422 h 209116"/>
                      <a:gd name="connsiteX49" fmla="*/ 260192 w 264815"/>
                      <a:gd name="connsiteY49" fmla="*/ 25377 h 209116"/>
                      <a:gd name="connsiteX50" fmla="*/ 258272 w 264815"/>
                      <a:gd name="connsiteY50" fmla="*/ 24955 h 209116"/>
                      <a:gd name="connsiteX51" fmla="*/ 244317 w 264815"/>
                      <a:gd name="connsiteY51" fmla="*/ 19324 h 209116"/>
                      <a:gd name="connsiteX52" fmla="*/ 241494 w 264815"/>
                      <a:gd name="connsiteY52" fmla="*/ 13402 h 209116"/>
                      <a:gd name="connsiteX53" fmla="*/ 247416 w 264815"/>
                      <a:gd name="connsiteY53" fmla="*/ 10579 h 209116"/>
                      <a:gd name="connsiteX54" fmla="*/ 262099 w 264815"/>
                      <a:gd name="connsiteY54" fmla="*/ 16501 h 209116"/>
                      <a:gd name="connsiteX55" fmla="*/ 264398 w 264815"/>
                      <a:gd name="connsiteY55" fmla="*/ 22656 h 209116"/>
                      <a:gd name="connsiteX56" fmla="*/ 260163 w 264815"/>
                      <a:gd name="connsiteY56" fmla="*/ 25377 h 209116"/>
                      <a:gd name="connsiteX57" fmla="*/ 126553 w 264815"/>
                      <a:gd name="connsiteY57" fmla="*/ 19048 h 209116"/>
                      <a:gd name="connsiteX58" fmla="*/ 122159 w 264815"/>
                      <a:gd name="connsiteY58" fmla="*/ 15919 h 209116"/>
                      <a:gd name="connsiteX59" fmla="*/ 125040 w 264815"/>
                      <a:gd name="connsiteY59" fmla="*/ 10011 h 209116"/>
                      <a:gd name="connsiteX60" fmla="*/ 140202 w 264815"/>
                      <a:gd name="connsiteY60" fmla="*/ 5500 h 209116"/>
                      <a:gd name="connsiteX61" fmla="*/ 145834 w 264815"/>
                      <a:gd name="connsiteY61" fmla="*/ 8876 h 209116"/>
                      <a:gd name="connsiteX62" fmla="*/ 142458 w 264815"/>
                      <a:gd name="connsiteY62" fmla="*/ 14508 h 209116"/>
                      <a:gd name="connsiteX63" fmla="*/ 128052 w 264815"/>
                      <a:gd name="connsiteY63" fmla="*/ 18786 h 209116"/>
                      <a:gd name="connsiteX64" fmla="*/ 126539 w 264815"/>
                      <a:gd name="connsiteY64" fmla="*/ 19048 h 209116"/>
                      <a:gd name="connsiteX65" fmla="*/ 221719 w 264815"/>
                      <a:gd name="connsiteY65" fmla="*/ 12892 h 209116"/>
                      <a:gd name="connsiteX66" fmla="*/ 220787 w 264815"/>
                      <a:gd name="connsiteY66" fmla="*/ 12805 h 209116"/>
                      <a:gd name="connsiteX67" fmla="*/ 205931 w 264815"/>
                      <a:gd name="connsiteY67" fmla="*/ 10433 h 209116"/>
                      <a:gd name="connsiteX68" fmla="*/ 201856 w 264815"/>
                      <a:gd name="connsiteY68" fmla="*/ 5282 h 209116"/>
                      <a:gd name="connsiteX69" fmla="*/ 207007 w 264815"/>
                      <a:gd name="connsiteY69" fmla="*/ 1208 h 209116"/>
                      <a:gd name="connsiteX70" fmla="*/ 222636 w 264815"/>
                      <a:gd name="connsiteY70" fmla="*/ 3696 h 209116"/>
                      <a:gd name="connsiteX71" fmla="*/ 226259 w 264815"/>
                      <a:gd name="connsiteY71" fmla="*/ 9167 h 209116"/>
                      <a:gd name="connsiteX72" fmla="*/ 221719 w 264815"/>
                      <a:gd name="connsiteY72" fmla="*/ 12878 h 209116"/>
                      <a:gd name="connsiteX73" fmla="*/ 166016 w 264815"/>
                      <a:gd name="connsiteY73" fmla="*/ 10259 h 209116"/>
                      <a:gd name="connsiteX74" fmla="*/ 161404 w 264815"/>
                      <a:gd name="connsiteY74" fmla="*/ 6112 h 209116"/>
                      <a:gd name="connsiteX75" fmla="*/ 165522 w 264815"/>
                      <a:gd name="connsiteY75" fmla="*/ 1004 h 209116"/>
                      <a:gd name="connsiteX76" fmla="*/ 181324 w 264815"/>
                      <a:gd name="connsiteY76" fmla="*/ 0 h 209116"/>
                      <a:gd name="connsiteX77" fmla="*/ 181426 w 264815"/>
                      <a:gd name="connsiteY77" fmla="*/ 0 h 209116"/>
                      <a:gd name="connsiteX78" fmla="*/ 186068 w 264815"/>
                      <a:gd name="connsiteY78" fmla="*/ 4540 h 209116"/>
                      <a:gd name="connsiteX79" fmla="*/ 181528 w 264815"/>
                      <a:gd name="connsiteY79" fmla="*/ 9284 h 209116"/>
                      <a:gd name="connsiteX80" fmla="*/ 166526 w 264815"/>
                      <a:gd name="connsiteY80" fmla="*/ 10244 h 209116"/>
                      <a:gd name="connsiteX81" fmla="*/ 166031 w 264815"/>
                      <a:gd name="connsiteY81" fmla="*/ 10273 h 2091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</a:cxnLst>
                    <a:rect l="l" t="t" r="r" b="b"/>
                    <a:pathLst>
                      <a:path w="264815" h="209116">
                        <a:moveTo>
                          <a:pt x="5588" y="209102"/>
                        </a:moveTo>
                        <a:cubicBezTo>
                          <a:pt x="3246" y="209102"/>
                          <a:pt x="1223" y="207327"/>
                          <a:pt x="976" y="204940"/>
                        </a:cubicBezTo>
                        <a:cubicBezTo>
                          <a:pt x="423" y="199731"/>
                          <a:pt x="103" y="194405"/>
                          <a:pt x="1" y="189138"/>
                        </a:cubicBezTo>
                        <a:cubicBezTo>
                          <a:pt x="-43" y="186577"/>
                          <a:pt x="1994" y="184452"/>
                          <a:pt x="4555" y="184409"/>
                        </a:cubicBezTo>
                        <a:lnTo>
                          <a:pt x="4643" y="184409"/>
                        </a:lnTo>
                        <a:cubicBezTo>
                          <a:pt x="7160" y="184409"/>
                          <a:pt x="9241" y="186431"/>
                          <a:pt x="9284" y="188963"/>
                        </a:cubicBezTo>
                        <a:cubicBezTo>
                          <a:pt x="9386" y="193969"/>
                          <a:pt x="9692" y="199018"/>
                          <a:pt x="10216" y="203980"/>
                        </a:cubicBezTo>
                        <a:cubicBezTo>
                          <a:pt x="10478" y="206527"/>
                          <a:pt x="8630" y="208811"/>
                          <a:pt x="6083" y="209088"/>
                        </a:cubicBezTo>
                        <a:cubicBezTo>
                          <a:pt x="5923" y="209102"/>
                          <a:pt x="5763" y="209117"/>
                          <a:pt x="5588" y="209117"/>
                        </a:cubicBezTo>
                        <a:close/>
                        <a:moveTo>
                          <a:pt x="5894" y="168650"/>
                        </a:moveTo>
                        <a:cubicBezTo>
                          <a:pt x="5719" y="168650"/>
                          <a:pt x="5530" y="168650"/>
                          <a:pt x="5341" y="168620"/>
                        </a:cubicBezTo>
                        <a:cubicBezTo>
                          <a:pt x="2795" y="168315"/>
                          <a:pt x="976" y="166016"/>
                          <a:pt x="1281" y="163469"/>
                        </a:cubicBezTo>
                        <a:cubicBezTo>
                          <a:pt x="1907" y="158245"/>
                          <a:pt x="2751" y="152978"/>
                          <a:pt x="3799" y="147856"/>
                        </a:cubicBezTo>
                        <a:cubicBezTo>
                          <a:pt x="4308" y="145338"/>
                          <a:pt x="6752" y="143738"/>
                          <a:pt x="9284" y="144247"/>
                        </a:cubicBezTo>
                        <a:cubicBezTo>
                          <a:pt x="11802" y="144771"/>
                          <a:pt x="13417" y="147215"/>
                          <a:pt x="12893" y="149733"/>
                        </a:cubicBezTo>
                        <a:cubicBezTo>
                          <a:pt x="11889" y="154608"/>
                          <a:pt x="11089" y="159613"/>
                          <a:pt x="10492" y="164575"/>
                        </a:cubicBezTo>
                        <a:cubicBezTo>
                          <a:pt x="10216" y="166932"/>
                          <a:pt x="8208" y="168679"/>
                          <a:pt x="5879" y="168679"/>
                        </a:cubicBezTo>
                        <a:close/>
                        <a:moveTo>
                          <a:pt x="15090" y="129274"/>
                        </a:moveTo>
                        <a:cubicBezTo>
                          <a:pt x="14567" y="129274"/>
                          <a:pt x="14043" y="129186"/>
                          <a:pt x="13533" y="128997"/>
                        </a:cubicBezTo>
                        <a:cubicBezTo>
                          <a:pt x="11118" y="128139"/>
                          <a:pt x="9852" y="125476"/>
                          <a:pt x="10710" y="123060"/>
                        </a:cubicBezTo>
                        <a:cubicBezTo>
                          <a:pt x="12471" y="118113"/>
                          <a:pt x="14479" y="113165"/>
                          <a:pt x="16662" y="108393"/>
                        </a:cubicBezTo>
                        <a:cubicBezTo>
                          <a:pt x="17724" y="106064"/>
                          <a:pt x="20489" y="105031"/>
                          <a:pt x="22817" y="106094"/>
                        </a:cubicBezTo>
                        <a:cubicBezTo>
                          <a:pt x="25145" y="107156"/>
                          <a:pt x="26178" y="109906"/>
                          <a:pt x="25116" y="112249"/>
                        </a:cubicBezTo>
                        <a:cubicBezTo>
                          <a:pt x="23035" y="116789"/>
                          <a:pt x="21144" y="121474"/>
                          <a:pt x="19470" y="126174"/>
                        </a:cubicBezTo>
                        <a:cubicBezTo>
                          <a:pt x="18801" y="128081"/>
                          <a:pt x="17011" y="129259"/>
                          <a:pt x="15090" y="129259"/>
                        </a:cubicBezTo>
                        <a:close/>
                        <a:moveTo>
                          <a:pt x="32872" y="92939"/>
                        </a:moveTo>
                        <a:cubicBezTo>
                          <a:pt x="32014" y="92939"/>
                          <a:pt x="31155" y="92706"/>
                          <a:pt x="30384" y="92212"/>
                        </a:cubicBezTo>
                        <a:cubicBezTo>
                          <a:pt x="28216" y="90829"/>
                          <a:pt x="27590" y="87963"/>
                          <a:pt x="28972" y="85794"/>
                        </a:cubicBezTo>
                        <a:cubicBezTo>
                          <a:pt x="31795" y="81356"/>
                          <a:pt x="34851" y="76991"/>
                          <a:pt x="38052" y="72815"/>
                        </a:cubicBezTo>
                        <a:cubicBezTo>
                          <a:pt x="39609" y="70778"/>
                          <a:pt x="42520" y="70399"/>
                          <a:pt x="44557" y="71956"/>
                        </a:cubicBezTo>
                        <a:cubicBezTo>
                          <a:pt x="46594" y="73513"/>
                          <a:pt x="46987" y="76423"/>
                          <a:pt x="45415" y="78461"/>
                        </a:cubicBezTo>
                        <a:cubicBezTo>
                          <a:pt x="42374" y="82419"/>
                          <a:pt x="39478" y="86566"/>
                          <a:pt x="36786" y="90786"/>
                        </a:cubicBezTo>
                        <a:cubicBezTo>
                          <a:pt x="35899" y="92168"/>
                          <a:pt x="34400" y="92925"/>
                          <a:pt x="32872" y="92925"/>
                        </a:cubicBezTo>
                        <a:close/>
                        <a:moveTo>
                          <a:pt x="58308" y="61479"/>
                        </a:moveTo>
                        <a:cubicBezTo>
                          <a:pt x="57115" y="61479"/>
                          <a:pt x="55907" y="61014"/>
                          <a:pt x="55005" y="60097"/>
                        </a:cubicBezTo>
                        <a:cubicBezTo>
                          <a:pt x="53200" y="58278"/>
                          <a:pt x="53215" y="55339"/>
                          <a:pt x="55048" y="53534"/>
                        </a:cubicBezTo>
                        <a:cubicBezTo>
                          <a:pt x="58788" y="49853"/>
                          <a:pt x="62731" y="46273"/>
                          <a:pt x="66762" y="42897"/>
                        </a:cubicBezTo>
                        <a:cubicBezTo>
                          <a:pt x="68726" y="41253"/>
                          <a:pt x="71666" y="41515"/>
                          <a:pt x="73296" y="43494"/>
                        </a:cubicBezTo>
                        <a:cubicBezTo>
                          <a:pt x="74940" y="45458"/>
                          <a:pt x="74678" y="48398"/>
                          <a:pt x="72699" y="50027"/>
                        </a:cubicBezTo>
                        <a:cubicBezTo>
                          <a:pt x="68857" y="53229"/>
                          <a:pt x="65103" y="56634"/>
                          <a:pt x="61553" y="60141"/>
                        </a:cubicBezTo>
                        <a:cubicBezTo>
                          <a:pt x="60650" y="61028"/>
                          <a:pt x="59472" y="61479"/>
                          <a:pt x="58293" y="61479"/>
                        </a:cubicBezTo>
                        <a:close/>
                        <a:moveTo>
                          <a:pt x="90059" y="36436"/>
                        </a:moveTo>
                        <a:cubicBezTo>
                          <a:pt x="88502" y="36436"/>
                          <a:pt x="86988" y="35665"/>
                          <a:pt x="86115" y="34239"/>
                        </a:cubicBezTo>
                        <a:cubicBezTo>
                          <a:pt x="84762" y="32057"/>
                          <a:pt x="85431" y="29204"/>
                          <a:pt x="87599" y="27851"/>
                        </a:cubicBezTo>
                        <a:cubicBezTo>
                          <a:pt x="92067" y="25072"/>
                          <a:pt x="96694" y="22453"/>
                          <a:pt x="101380" y="20066"/>
                        </a:cubicBezTo>
                        <a:cubicBezTo>
                          <a:pt x="103664" y="18902"/>
                          <a:pt x="106458" y="19804"/>
                          <a:pt x="107622" y="22089"/>
                        </a:cubicBezTo>
                        <a:cubicBezTo>
                          <a:pt x="108786" y="24373"/>
                          <a:pt x="107884" y="27167"/>
                          <a:pt x="105599" y="28331"/>
                        </a:cubicBezTo>
                        <a:cubicBezTo>
                          <a:pt x="101147" y="30601"/>
                          <a:pt x="96738" y="33090"/>
                          <a:pt x="92503" y="35723"/>
                        </a:cubicBezTo>
                        <a:cubicBezTo>
                          <a:pt x="91747" y="36204"/>
                          <a:pt x="90888" y="36422"/>
                          <a:pt x="90059" y="36422"/>
                        </a:cubicBezTo>
                        <a:close/>
                        <a:moveTo>
                          <a:pt x="260192" y="25377"/>
                        </a:moveTo>
                        <a:cubicBezTo>
                          <a:pt x="259552" y="25377"/>
                          <a:pt x="258897" y="25247"/>
                          <a:pt x="258272" y="24955"/>
                        </a:cubicBezTo>
                        <a:cubicBezTo>
                          <a:pt x="253732" y="22889"/>
                          <a:pt x="249032" y="20998"/>
                          <a:pt x="244317" y="19324"/>
                        </a:cubicBezTo>
                        <a:cubicBezTo>
                          <a:pt x="241901" y="18466"/>
                          <a:pt x="240635" y="15817"/>
                          <a:pt x="241494" y="13402"/>
                        </a:cubicBezTo>
                        <a:cubicBezTo>
                          <a:pt x="242352" y="10986"/>
                          <a:pt x="245001" y="9720"/>
                          <a:pt x="247416" y="10579"/>
                        </a:cubicBezTo>
                        <a:cubicBezTo>
                          <a:pt x="252378" y="12340"/>
                          <a:pt x="257326" y="14333"/>
                          <a:pt x="262099" y="16501"/>
                        </a:cubicBezTo>
                        <a:cubicBezTo>
                          <a:pt x="264427" y="17563"/>
                          <a:pt x="265460" y="20314"/>
                          <a:pt x="264398" y="22656"/>
                        </a:cubicBezTo>
                        <a:cubicBezTo>
                          <a:pt x="263626" y="24373"/>
                          <a:pt x="261939" y="25377"/>
                          <a:pt x="260163" y="25377"/>
                        </a:cubicBezTo>
                        <a:close/>
                        <a:moveTo>
                          <a:pt x="126553" y="19048"/>
                        </a:moveTo>
                        <a:cubicBezTo>
                          <a:pt x="124633" y="19048"/>
                          <a:pt x="122828" y="17840"/>
                          <a:pt x="122159" y="15919"/>
                        </a:cubicBezTo>
                        <a:cubicBezTo>
                          <a:pt x="121329" y="13489"/>
                          <a:pt x="122610" y="10855"/>
                          <a:pt x="125040" y="10011"/>
                        </a:cubicBezTo>
                        <a:cubicBezTo>
                          <a:pt x="130002" y="8294"/>
                          <a:pt x="135109" y="6781"/>
                          <a:pt x="140202" y="5500"/>
                        </a:cubicBezTo>
                        <a:cubicBezTo>
                          <a:pt x="142691" y="4889"/>
                          <a:pt x="145208" y="6388"/>
                          <a:pt x="145834" y="8876"/>
                        </a:cubicBezTo>
                        <a:cubicBezTo>
                          <a:pt x="146459" y="11365"/>
                          <a:pt x="144946" y="13882"/>
                          <a:pt x="142458" y="14508"/>
                        </a:cubicBezTo>
                        <a:cubicBezTo>
                          <a:pt x="137612" y="15730"/>
                          <a:pt x="132767" y="17171"/>
                          <a:pt x="128052" y="18786"/>
                        </a:cubicBezTo>
                        <a:cubicBezTo>
                          <a:pt x="127557" y="18960"/>
                          <a:pt x="127033" y="19048"/>
                          <a:pt x="126539" y="19048"/>
                        </a:cubicBezTo>
                        <a:close/>
                        <a:moveTo>
                          <a:pt x="221719" y="12892"/>
                        </a:moveTo>
                        <a:cubicBezTo>
                          <a:pt x="221413" y="12892"/>
                          <a:pt x="221108" y="12863"/>
                          <a:pt x="220787" y="12805"/>
                        </a:cubicBezTo>
                        <a:cubicBezTo>
                          <a:pt x="215898" y="11816"/>
                          <a:pt x="210893" y="11015"/>
                          <a:pt x="205931" y="10433"/>
                        </a:cubicBezTo>
                        <a:cubicBezTo>
                          <a:pt x="203384" y="10142"/>
                          <a:pt x="201565" y="7829"/>
                          <a:pt x="201856" y="5282"/>
                        </a:cubicBezTo>
                        <a:cubicBezTo>
                          <a:pt x="202147" y="2736"/>
                          <a:pt x="204461" y="902"/>
                          <a:pt x="207007" y="1208"/>
                        </a:cubicBezTo>
                        <a:cubicBezTo>
                          <a:pt x="212231" y="1819"/>
                          <a:pt x="217499" y="2648"/>
                          <a:pt x="222636" y="3696"/>
                        </a:cubicBezTo>
                        <a:cubicBezTo>
                          <a:pt x="225153" y="4205"/>
                          <a:pt x="226768" y="6664"/>
                          <a:pt x="226259" y="9167"/>
                        </a:cubicBezTo>
                        <a:cubicBezTo>
                          <a:pt x="225808" y="11365"/>
                          <a:pt x="223872" y="12878"/>
                          <a:pt x="221719" y="12878"/>
                        </a:cubicBezTo>
                        <a:close/>
                        <a:moveTo>
                          <a:pt x="166016" y="10259"/>
                        </a:moveTo>
                        <a:cubicBezTo>
                          <a:pt x="163674" y="10259"/>
                          <a:pt x="161666" y="8483"/>
                          <a:pt x="161404" y="6112"/>
                        </a:cubicBezTo>
                        <a:cubicBezTo>
                          <a:pt x="161127" y="3565"/>
                          <a:pt x="162975" y="1281"/>
                          <a:pt x="165522" y="1004"/>
                        </a:cubicBezTo>
                        <a:cubicBezTo>
                          <a:pt x="170746" y="451"/>
                          <a:pt x="176057" y="102"/>
                          <a:pt x="181324" y="0"/>
                        </a:cubicBezTo>
                        <a:cubicBezTo>
                          <a:pt x="181353" y="0"/>
                          <a:pt x="181397" y="0"/>
                          <a:pt x="181426" y="0"/>
                        </a:cubicBezTo>
                        <a:cubicBezTo>
                          <a:pt x="183944" y="0"/>
                          <a:pt x="186010" y="2008"/>
                          <a:pt x="186068" y="4540"/>
                        </a:cubicBezTo>
                        <a:cubicBezTo>
                          <a:pt x="186126" y="7101"/>
                          <a:pt x="184089" y="9226"/>
                          <a:pt x="181528" y="9284"/>
                        </a:cubicBezTo>
                        <a:cubicBezTo>
                          <a:pt x="176537" y="9386"/>
                          <a:pt x="171488" y="9706"/>
                          <a:pt x="166526" y="10244"/>
                        </a:cubicBezTo>
                        <a:cubicBezTo>
                          <a:pt x="166366" y="10259"/>
                          <a:pt x="166191" y="10273"/>
                          <a:pt x="166031" y="1027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8" name="Forme libre : forme 677">
                    <a:extLst>
                      <a:ext uri="{FF2B5EF4-FFF2-40B4-BE49-F238E27FC236}">
                        <a16:creationId xmlns:a16="http://schemas.microsoft.com/office/drawing/2014/main" id="{8E213F2E-920D-8144-6143-A50A62234A54}"/>
                      </a:ext>
                    </a:extLst>
                  </p:cNvPr>
                  <p:cNvSpPr/>
                  <p:nvPr/>
                </p:nvSpPr>
                <p:spPr>
                  <a:xfrm>
                    <a:off x="542954" y="68897"/>
                    <a:ext cx="15462" cy="13403"/>
                  </a:xfrm>
                  <a:custGeom>
                    <a:avLst/>
                    <a:gdLst>
                      <a:gd name="connsiteX0" fmla="*/ 10822 w 15462"/>
                      <a:gd name="connsiteY0" fmla="*/ 13404 h 13403"/>
                      <a:gd name="connsiteX1" fmla="*/ 8174 w 15462"/>
                      <a:gd name="connsiteY1" fmla="*/ 12574 h 13403"/>
                      <a:gd name="connsiteX2" fmla="*/ 2149 w 15462"/>
                      <a:gd name="connsiteY2" fmla="*/ 8558 h 13403"/>
                      <a:gd name="connsiteX3" fmla="*/ 723 w 15462"/>
                      <a:gd name="connsiteY3" fmla="*/ 2156 h 13403"/>
                      <a:gd name="connsiteX4" fmla="*/ 7140 w 15462"/>
                      <a:gd name="connsiteY4" fmla="*/ 730 h 13403"/>
                      <a:gd name="connsiteX5" fmla="*/ 13470 w 15462"/>
                      <a:gd name="connsiteY5" fmla="*/ 4950 h 13403"/>
                      <a:gd name="connsiteX6" fmla="*/ 14634 w 15462"/>
                      <a:gd name="connsiteY6" fmla="*/ 11410 h 13403"/>
                      <a:gd name="connsiteX7" fmla="*/ 10822 w 15462"/>
                      <a:gd name="connsiteY7" fmla="*/ 13404 h 134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5462" h="13403">
                        <a:moveTo>
                          <a:pt x="10822" y="13404"/>
                        </a:moveTo>
                        <a:cubicBezTo>
                          <a:pt x="9905" y="13404"/>
                          <a:pt x="8988" y="13142"/>
                          <a:pt x="8174" y="12574"/>
                        </a:cubicBezTo>
                        <a:cubicBezTo>
                          <a:pt x="6209" y="11207"/>
                          <a:pt x="4186" y="9853"/>
                          <a:pt x="2149" y="8558"/>
                        </a:cubicBezTo>
                        <a:cubicBezTo>
                          <a:pt x="-19" y="7176"/>
                          <a:pt x="-645" y="4309"/>
                          <a:pt x="723" y="2156"/>
                        </a:cubicBezTo>
                        <a:cubicBezTo>
                          <a:pt x="2106" y="-12"/>
                          <a:pt x="4972" y="-653"/>
                          <a:pt x="7140" y="730"/>
                        </a:cubicBezTo>
                        <a:cubicBezTo>
                          <a:pt x="9279" y="2083"/>
                          <a:pt x="11404" y="3509"/>
                          <a:pt x="13470" y="4950"/>
                        </a:cubicBezTo>
                        <a:cubicBezTo>
                          <a:pt x="15580" y="6419"/>
                          <a:pt x="16089" y="9315"/>
                          <a:pt x="14634" y="11410"/>
                        </a:cubicBezTo>
                        <a:cubicBezTo>
                          <a:pt x="13732" y="12705"/>
                          <a:pt x="12292" y="13404"/>
                          <a:pt x="10822" y="13404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69" name="Graphique 8">
                  <a:extLst>
                    <a:ext uri="{FF2B5EF4-FFF2-40B4-BE49-F238E27FC236}">
                      <a16:creationId xmlns:a16="http://schemas.microsoft.com/office/drawing/2014/main" id="{3AC03A29-D7FC-0E2D-73B1-D5F23B21C8F5}"/>
                    </a:ext>
                  </a:extLst>
                </p:cNvPr>
                <p:cNvGrpSpPr/>
                <p:nvPr/>
              </p:nvGrpSpPr>
              <p:grpSpPr>
                <a:xfrm>
                  <a:off x="336149" y="185493"/>
                  <a:ext cx="299958" cy="226161"/>
                  <a:chOff x="336149" y="185493"/>
                  <a:chExt cx="299958" cy="226161"/>
                </a:xfrm>
                <a:solidFill>
                  <a:srgbClr val="B1ABE5"/>
                </a:solidFill>
              </p:grpSpPr>
              <p:sp>
                <p:nvSpPr>
                  <p:cNvPr id="674" name="Forme libre : forme 673">
                    <a:extLst>
                      <a:ext uri="{FF2B5EF4-FFF2-40B4-BE49-F238E27FC236}">
                        <a16:creationId xmlns:a16="http://schemas.microsoft.com/office/drawing/2014/main" id="{296ED33C-48E0-6410-5F6C-B2CDA783EF53}"/>
                      </a:ext>
                    </a:extLst>
                  </p:cNvPr>
                  <p:cNvSpPr/>
                  <p:nvPr/>
                </p:nvSpPr>
                <p:spPr>
                  <a:xfrm>
                    <a:off x="623238" y="185493"/>
                    <a:ext cx="10600" cy="16594"/>
                  </a:xfrm>
                  <a:custGeom>
                    <a:avLst/>
                    <a:gdLst>
                      <a:gd name="connsiteX0" fmla="*/ 5972 w 10600"/>
                      <a:gd name="connsiteY0" fmla="*/ 16594 h 16594"/>
                      <a:gd name="connsiteX1" fmla="*/ 1388 w 10600"/>
                      <a:gd name="connsiteY1" fmla="*/ 12680 h 16594"/>
                      <a:gd name="connsiteX2" fmla="*/ 93 w 10600"/>
                      <a:gd name="connsiteY2" fmla="*/ 5564 h 16594"/>
                      <a:gd name="connsiteX3" fmla="*/ 3716 w 10600"/>
                      <a:gd name="connsiteY3" fmla="*/ 93 h 16594"/>
                      <a:gd name="connsiteX4" fmla="*/ 9188 w 10600"/>
                      <a:gd name="connsiteY4" fmla="*/ 3716 h 16594"/>
                      <a:gd name="connsiteX5" fmla="*/ 10541 w 10600"/>
                      <a:gd name="connsiteY5" fmla="*/ 11210 h 16594"/>
                      <a:gd name="connsiteX6" fmla="*/ 6685 w 10600"/>
                      <a:gd name="connsiteY6" fmla="*/ 16536 h 16594"/>
                      <a:gd name="connsiteX7" fmla="*/ 5943 w 10600"/>
                      <a:gd name="connsiteY7" fmla="*/ 16594 h 165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600" h="16594">
                        <a:moveTo>
                          <a:pt x="5972" y="16594"/>
                        </a:moveTo>
                        <a:cubicBezTo>
                          <a:pt x="3731" y="16594"/>
                          <a:pt x="1752" y="14965"/>
                          <a:pt x="1388" y="12680"/>
                        </a:cubicBezTo>
                        <a:cubicBezTo>
                          <a:pt x="1010" y="10323"/>
                          <a:pt x="573" y="7922"/>
                          <a:pt x="93" y="5564"/>
                        </a:cubicBezTo>
                        <a:cubicBezTo>
                          <a:pt x="-416" y="3047"/>
                          <a:pt x="1214" y="602"/>
                          <a:pt x="3716" y="93"/>
                        </a:cubicBezTo>
                        <a:cubicBezTo>
                          <a:pt x="6234" y="-416"/>
                          <a:pt x="8678" y="1214"/>
                          <a:pt x="9188" y="3716"/>
                        </a:cubicBezTo>
                        <a:cubicBezTo>
                          <a:pt x="9697" y="6205"/>
                          <a:pt x="10148" y="8722"/>
                          <a:pt x="10541" y="11210"/>
                        </a:cubicBezTo>
                        <a:cubicBezTo>
                          <a:pt x="10948" y="13742"/>
                          <a:pt x="9217" y="16129"/>
                          <a:pt x="6685" y="16536"/>
                        </a:cubicBezTo>
                        <a:cubicBezTo>
                          <a:pt x="6438" y="16580"/>
                          <a:pt x="6190" y="16594"/>
                          <a:pt x="5943" y="16594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5" name="Forme libre : forme 674">
                    <a:extLst>
                      <a:ext uri="{FF2B5EF4-FFF2-40B4-BE49-F238E27FC236}">
                        <a16:creationId xmlns:a16="http://schemas.microsoft.com/office/drawing/2014/main" id="{C6232FBD-9474-3C2C-B9D8-C53ADA39705F}"/>
                      </a:ext>
                    </a:extLst>
                  </p:cNvPr>
                  <p:cNvSpPr/>
                  <p:nvPr/>
                </p:nvSpPr>
                <p:spPr>
                  <a:xfrm>
                    <a:off x="363341" y="217377"/>
                    <a:ext cx="272766" cy="194277"/>
                  </a:xfrm>
                  <a:custGeom>
                    <a:avLst/>
                    <a:gdLst>
                      <a:gd name="connsiteX0" fmla="*/ 87514 w 272766"/>
                      <a:gd name="connsiteY0" fmla="*/ 194278 h 194277"/>
                      <a:gd name="connsiteX1" fmla="*/ 81082 w 272766"/>
                      <a:gd name="connsiteY1" fmla="*/ 194176 h 194277"/>
                      <a:gd name="connsiteX2" fmla="*/ 76600 w 272766"/>
                      <a:gd name="connsiteY2" fmla="*/ 189374 h 194277"/>
                      <a:gd name="connsiteX3" fmla="*/ 81402 w 272766"/>
                      <a:gd name="connsiteY3" fmla="*/ 184892 h 194277"/>
                      <a:gd name="connsiteX4" fmla="*/ 96201 w 272766"/>
                      <a:gd name="connsiteY4" fmla="*/ 184791 h 194277"/>
                      <a:gd name="connsiteX5" fmla="*/ 101061 w 272766"/>
                      <a:gd name="connsiteY5" fmla="*/ 189200 h 194277"/>
                      <a:gd name="connsiteX6" fmla="*/ 96652 w 272766"/>
                      <a:gd name="connsiteY6" fmla="*/ 194060 h 194277"/>
                      <a:gd name="connsiteX7" fmla="*/ 87514 w 272766"/>
                      <a:gd name="connsiteY7" fmla="*/ 194278 h 194277"/>
                      <a:gd name="connsiteX8" fmla="*/ 56694 w 272766"/>
                      <a:gd name="connsiteY8" fmla="*/ 191673 h 194277"/>
                      <a:gd name="connsiteX9" fmla="*/ 55908 w 272766"/>
                      <a:gd name="connsiteY9" fmla="*/ 191601 h 194277"/>
                      <a:gd name="connsiteX10" fmla="*/ 40673 w 272766"/>
                      <a:gd name="connsiteY10" fmla="*/ 188341 h 194277"/>
                      <a:gd name="connsiteX11" fmla="*/ 37341 w 272766"/>
                      <a:gd name="connsiteY11" fmla="*/ 182681 h 194277"/>
                      <a:gd name="connsiteX12" fmla="*/ 43001 w 272766"/>
                      <a:gd name="connsiteY12" fmla="*/ 179348 h 194277"/>
                      <a:gd name="connsiteX13" fmla="*/ 57480 w 272766"/>
                      <a:gd name="connsiteY13" fmla="*/ 182448 h 194277"/>
                      <a:gd name="connsiteX14" fmla="*/ 61278 w 272766"/>
                      <a:gd name="connsiteY14" fmla="*/ 187803 h 194277"/>
                      <a:gd name="connsiteX15" fmla="*/ 56709 w 272766"/>
                      <a:gd name="connsiteY15" fmla="*/ 191659 h 194277"/>
                      <a:gd name="connsiteX16" fmla="*/ 120909 w 272766"/>
                      <a:gd name="connsiteY16" fmla="*/ 191164 h 194277"/>
                      <a:gd name="connsiteX17" fmla="*/ 116354 w 272766"/>
                      <a:gd name="connsiteY17" fmla="*/ 187381 h 194277"/>
                      <a:gd name="connsiteX18" fmla="*/ 120065 w 272766"/>
                      <a:gd name="connsiteY18" fmla="*/ 181953 h 194277"/>
                      <a:gd name="connsiteX19" fmla="*/ 134471 w 272766"/>
                      <a:gd name="connsiteY19" fmla="*/ 178606 h 194277"/>
                      <a:gd name="connsiteX20" fmla="*/ 140189 w 272766"/>
                      <a:gd name="connsiteY20" fmla="*/ 181837 h 194277"/>
                      <a:gd name="connsiteX21" fmla="*/ 136959 w 272766"/>
                      <a:gd name="connsiteY21" fmla="*/ 187555 h 194277"/>
                      <a:gd name="connsiteX22" fmla="*/ 121782 w 272766"/>
                      <a:gd name="connsiteY22" fmla="*/ 191077 h 194277"/>
                      <a:gd name="connsiteX23" fmla="*/ 120923 w 272766"/>
                      <a:gd name="connsiteY23" fmla="*/ 191149 h 194277"/>
                      <a:gd name="connsiteX24" fmla="*/ 18424 w 272766"/>
                      <a:gd name="connsiteY24" fmla="*/ 180672 h 194277"/>
                      <a:gd name="connsiteX25" fmla="*/ 16663 w 272766"/>
                      <a:gd name="connsiteY25" fmla="*/ 180323 h 194277"/>
                      <a:gd name="connsiteX26" fmla="*/ 2519 w 272766"/>
                      <a:gd name="connsiteY26" fmla="*/ 173790 h 194277"/>
                      <a:gd name="connsiteX27" fmla="*/ 511 w 272766"/>
                      <a:gd name="connsiteY27" fmla="*/ 167533 h 194277"/>
                      <a:gd name="connsiteX28" fmla="*/ 6768 w 272766"/>
                      <a:gd name="connsiteY28" fmla="*/ 165525 h 194277"/>
                      <a:gd name="connsiteX29" fmla="*/ 20199 w 272766"/>
                      <a:gd name="connsiteY29" fmla="*/ 171738 h 194277"/>
                      <a:gd name="connsiteX30" fmla="*/ 22717 w 272766"/>
                      <a:gd name="connsiteY30" fmla="*/ 177806 h 194277"/>
                      <a:gd name="connsiteX31" fmla="*/ 18424 w 272766"/>
                      <a:gd name="connsiteY31" fmla="*/ 180687 h 194277"/>
                      <a:gd name="connsiteX32" fmla="*/ 158946 w 272766"/>
                      <a:gd name="connsiteY32" fmla="*/ 179508 h 194277"/>
                      <a:gd name="connsiteX33" fmla="*/ 154682 w 272766"/>
                      <a:gd name="connsiteY33" fmla="*/ 176700 h 194277"/>
                      <a:gd name="connsiteX34" fmla="*/ 157098 w 272766"/>
                      <a:gd name="connsiteY34" fmla="*/ 170588 h 194277"/>
                      <a:gd name="connsiteX35" fmla="*/ 170412 w 272766"/>
                      <a:gd name="connsiteY35" fmla="*/ 164157 h 194277"/>
                      <a:gd name="connsiteX36" fmla="*/ 176699 w 272766"/>
                      <a:gd name="connsiteY36" fmla="*/ 166048 h 194277"/>
                      <a:gd name="connsiteX37" fmla="*/ 174807 w 272766"/>
                      <a:gd name="connsiteY37" fmla="*/ 172335 h 194277"/>
                      <a:gd name="connsiteX38" fmla="*/ 160779 w 272766"/>
                      <a:gd name="connsiteY38" fmla="*/ 179116 h 194277"/>
                      <a:gd name="connsiteX39" fmla="*/ 158946 w 272766"/>
                      <a:gd name="connsiteY39" fmla="*/ 179494 h 194277"/>
                      <a:gd name="connsiteX40" fmla="*/ 193505 w 272766"/>
                      <a:gd name="connsiteY40" fmla="*/ 159806 h 194277"/>
                      <a:gd name="connsiteX41" fmla="*/ 189751 w 272766"/>
                      <a:gd name="connsiteY41" fmla="*/ 157900 h 194277"/>
                      <a:gd name="connsiteX42" fmla="*/ 190784 w 272766"/>
                      <a:gd name="connsiteY42" fmla="*/ 151410 h 194277"/>
                      <a:gd name="connsiteX43" fmla="*/ 202382 w 272766"/>
                      <a:gd name="connsiteY43" fmla="*/ 142213 h 194277"/>
                      <a:gd name="connsiteX44" fmla="*/ 208930 w 272766"/>
                      <a:gd name="connsiteY44" fmla="*/ 142694 h 194277"/>
                      <a:gd name="connsiteX45" fmla="*/ 208449 w 272766"/>
                      <a:gd name="connsiteY45" fmla="*/ 149242 h 194277"/>
                      <a:gd name="connsiteX46" fmla="*/ 196241 w 272766"/>
                      <a:gd name="connsiteY46" fmla="*/ 158918 h 194277"/>
                      <a:gd name="connsiteX47" fmla="*/ 193520 w 272766"/>
                      <a:gd name="connsiteY47" fmla="*/ 159806 h 194277"/>
                      <a:gd name="connsiteX48" fmla="*/ 222943 w 272766"/>
                      <a:gd name="connsiteY48" fmla="*/ 133032 h 194277"/>
                      <a:gd name="connsiteX49" fmla="*/ 219872 w 272766"/>
                      <a:gd name="connsiteY49" fmla="*/ 131867 h 194277"/>
                      <a:gd name="connsiteX50" fmla="*/ 219465 w 272766"/>
                      <a:gd name="connsiteY50" fmla="*/ 125319 h 194277"/>
                      <a:gd name="connsiteX51" fmla="*/ 228792 w 272766"/>
                      <a:gd name="connsiteY51" fmla="*/ 113824 h 194277"/>
                      <a:gd name="connsiteX52" fmla="*/ 235282 w 272766"/>
                      <a:gd name="connsiteY52" fmla="*/ 112863 h 194277"/>
                      <a:gd name="connsiteX53" fmla="*/ 236242 w 272766"/>
                      <a:gd name="connsiteY53" fmla="*/ 119353 h 194277"/>
                      <a:gd name="connsiteX54" fmla="*/ 226435 w 272766"/>
                      <a:gd name="connsiteY54" fmla="*/ 131445 h 194277"/>
                      <a:gd name="connsiteX55" fmla="*/ 222957 w 272766"/>
                      <a:gd name="connsiteY55" fmla="*/ 133017 h 194277"/>
                      <a:gd name="connsiteX56" fmla="*/ 245846 w 272766"/>
                      <a:gd name="connsiteY56" fmla="*/ 100480 h 194277"/>
                      <a:gd name="connsiteX57" fmla="*/ 243620 w 272766"/>
                      <a:gd name="connsiteY57" fmla="*/ 99898 h 194277"/>
                      <a:gd name="connsiteX58" fmla="*/ 241786 w 272766"/>
                      <a:gd name="connsiteY58" fmla="*/ 93598 h 194277"/>
                      <a:gd name="connsiteX59" fmla="*/ 248364 w 272766"/>
                      <a:gd name="connsiteY59" fmla="*/ 80341 h 194277"/>
                      <a:gd name="connsiteX60" fmla="*/ 254490 w 272766"/>
                      <a:gd name="connsiteY60" fmla="*/ 77984 h 194277"/>
                      <a:gd name="connsiteX61" fmla="*/ 256847 w 272766"/>
                      <a:gd name="connsiteY61" fmla="*/ 84110 h 194277"/>
                      <a:gd name="connsiteX62" fmla="*/ 249921 w 272766"/>
                      <a:gd name="connsiteY62" fmla="*/ 98065 h 194277"/>
                      <a:gd name="connsiteX63" fmla="*/ 245846 w 272766"/>
                      <a:gd name="connsiteY63" fmla="*/ 100466 h 194277"/>
                      <a:gd name="connsiteX64" fmla="*/ 261052 w 272766"/>
                      <a:gd name="connsiteY64" fmla="*/ 63680 h 194277"/>
                      <a:gd name="connsiteX65" fmla="*/ 259772 w 272766"/>
                      <a:gd name="connsiteY65" fmla="*/ 63491 h 194277"/>
                      <a:gd name="connsiteX66" fmla="*/ 256600 w 272766"/>
                      <a:gd name="connsiteY66" fmla="*/ 57743 h 194277"/>
                      <a:gd name="connsiteX67" fmla="*/ 260092 w 272766"/>
                      <a:gd name="connsiteY67" fmla="*/ 43366 h 194277"/>
                      <a:gd name="connsiteX68" fmla="*/ 265549 w 272766"/>
                      <a:gd name="connsiteY68" fmla="*/ 39714 h 194277"/>
                      <a:gd name="connsiteX69" fmla="*/ 269201 w 272766"/>
                      <a:gd name="connsiteY69" fmla="*/ 45171 h 194277"/>
                      <a:gd name="connsiteX70" fmla="*/ 265520 w 272766"/>
                      <a:gd name="connsiteY70" fmla="*/ 60304 h 194277"/>
                      <a:gd name="connsiteX71" fmla="*/ 261067 w 272766"/>
                      <a:gd name="connsiteY71" fmla="*/ 63666 h 194277"/>
                      <a:gd name="connsiteX72" fmla="*/ 267790 w 272766"/>
                      <a:gd name="connsiteY72" fmla="*/ 24464 h 194277"/>
                      <a:gd name="connsiteX73" fmla="*/ 267499 w 272766"/>
                      <a:gd name="connsiteY73" fmla="*/ 24464 h 194277"/>
                      <a:gd name="connsiteX74" fmla="*/ 263148 w 272766"/>
                      <a:gd name="connsiteY74" fmla="*/ 19546 h 194277"/>
                      <a:gd name="connsiteX75" fmla="*/ 263482 w 272766"/>
                      <a:gd name="connsiteY75" fmla="*/ 8662 h 194277"/>
                      <a:gd name="connsiteX76" fmla="*/ 263439 w 272766"/>
                      <a:gd name="connsiteY76" fmla="*/ 4747 h 194277"/>
                      <a:gd name="connsiteX77" fmla="*/ 267979 w 272766"/>
                      <a:gd name="connsiteY77" fmla="*/ 4 h 194277"/>
                      <a:gd name="connsiteX78" fmla="*/ 272722 w 272766"/>
                      <a:gd name="connsiteY78" fmla="*/ 4544 h 194277"/>
                      <a:gd name="connsiteX79" fmla="*/ 272766 w 272766"/>
                      <a:gd name="connsiteY79" fmla="*/ 8662 h 194277"/>
                      <a:gd name="connsiteX80" fmla="*/ 272417 w 272766"/>
                      <a:gd name="connsiteY80" fmla="*/ 20113 h 194277"/>
                      <a:gd name="connsiteX81" fmla="*/ 267790 w 272766"/>
                      <a:gd name="connsiteY81" fmla="*/ 24479 h 1942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</a:cxnLst>
                    <a:rect l="l" t="t" r="r" b="b"/>
                    <a:pathLst>
                      <a:path w="272766" h="194277">
                        <a:moveTo>
                          <a:pt x="87514" y="194278"/>
                        </a:moveTo>
                        <a:cubicBezTo>
                          <a:pt x="85375" y="194278"/>
                          <a:pt x="83236" y="194234"/>
                          <a:pt x="81082" y="194176"/>
                        </a:cubicBezTo>
                        <a:cubicBezTo>
                          <a:pt x="78521" y="194089"/>
                          <a:pt x="76513" y="191935"/>
                          <a:pt x="76600" y="189374"/>
                        </a:cubicBezTo>
                        <a:cubicBezTo>
                          <a:pt x="76687" y="186813"/>
                          <a:pt x="78841" y="184791"/>
                          <a:pt x="81402" y="184892"/>
                        </a:cubicBezTo>
                        <a:cubicBezTo>
                          <a:pt x="86364" y="185052"/>
                          <a:pt x="91326" y="185023"/>
                          <a:pt x="96201" y="184791"/>
                        </a:cubicBezTo>
                        <a:cubicBezTo>
                          <a:pt x="98762" y="184674"/>
                          <a:pt x="100944" y="186639"/>
                          <a:pt x="101061" y="189200"/>
                        </a:cubicBezTo>
                        <a:cubicBezTo>
                          <a:pt x="101192" y="191761"/>
                          <a:pt x="99213" y="193943"/>
                          <a:pt x="96652" y="194060"/>
                        </a:cubicBezTo>
                        <a:cubicBezTo>
                          <a:pt x="93640" y="194205"/>
                          <a:pt x="90555" y="194278"/>
                          <a:pt x="87514" y="194278"/>
                        </a:cubicBezTo>
                        <a:close/>
                        <a:moveTo>
                          <a:pt x="56694" y="191673"/>
                        </a:moveTo>
                        <a:cubicBezTo>
                          <a:pt x="56432" y="191673"/>
                          <a:pt x="56170" y="191644"/>
                          <a:pt x="55908" y="191601"/>
                        </a:cubicBezTo>
                        <a:cubicBezTo>
                          <a:pt x="50801" y="190727"/>
                          <a:pt x="45679" y="189636"/>
                          <a:pt x="40673" y="188341"/>
                        </a:cubicBezTo>
                        <a:cubicBezTo>
                          <a:pt x="38185" y="187701"/>
                          <a:pt x="36701" y="185169"/>
                          <a:pt x="37341" y="182681"/>
                        </a:cubicBezTo>
                        <a:cubicBezTo>
                          <a:pt x="37981" y="180192"/>
                          <a:pt x="40527" y="178694"/>
                          <a:pt x="43001" y="179348"/>
                        </a:cubicBezTo>
                        <a:cubicBezTo>
                          <a:pt x="47759" y="180585"/>
                          <a:pt x="52620" y="181618"/>
                          <a:pt x="57480" y="182448"/>
                        </a:cubicBezTo>
                        <a:cubicBezTo>
                          <a:pt x="60012" y="182884"/>
                          <a:pt x="61700" y="185285"/>
                          <a:pt x="61278" y="187803"/>
                        </a:cubicBezTo>
                        <a:cubicBezTo>
                          <a:pt x="60885" y="190073"/>
                          <a:pt x="58920" y="191659"/>
                          <a:pt x="56709" y="191659"/>
                        </a:cubicBezTo>
                        <a:close/>
                        <a:moveTo>
                          <a:pt x="120909" y="191164"/>
                        </a:moveTo>
                        <a:cubicBezTo>
                          <a:pt x="118726" y="191164"/>
                          <a:pt x="116776" y="189607"/>
                          <a:pt x="116354" y="187381"/>
                        </a:cubicBezTo>
                        <a:cubicBezTo>
                          <a:pt x="115874" y="184863"/>
                          <a:pt x="117533" y="182433"/>
                          <a:pt x="120065" y="181953"/>
                        </a:cubicBezTo>
                        <a:cubicBezTo>
                          <a:pt x="124881" y="181051"/>
                          <a:pt x="129727" y="179916"/>
                          <a:pt x="134471" y="178606"/>
                        </a:cubicBezTo>
                        <a:cubicBezTo>
                          <a:pt x="136944" y="177922"/>
                          <a:pt x="139505" y="179363"/>
                          <a:pt x="140189" y="181837"/>
                        </a:cubicBezTo>
                        <a:cubicBezTo>
                          <a:pt x="140873" y="184310"/>
                          <a:pt x="139433" y="186871"/>
                          <a:pt x="136959" y="187555"/>
                        </a:cubicBezTo>
                        <a:cubicBezTo>
                          <a:pt x="131968" y="188938"/>
                          <a:pt x="126860" y="190131"/>
                          <a:pt x="121782" y="191077"/>
                        </a:cubicBezTo>
                        <a:cubicBezTo>
                          <a:pt x="121491" y="191135"/>
                          <a:pt x="121200" y="191149"/>
                          <a:pt x="120923" y="191149"/>
                        </a:cubicBezTo>
                        <a:close/>
                        <a:moveTo>
                          <a:pt x="18424" y="180672"/>
                        </a:moveTo>
                        <a:cubicBezTo>
                          <a:pt x="17827" y="180672"/>
                          <a:pt x="17231" y="180556"/>
                          <a:pt x="16663" y="180323"/>
                        </a:cubicBezTo>
                        <a:cubicBezTo>
                          <a:pt x="11876" y="178359"/>
                          <a:pt x="7118" y="176147"/>
                          <a:pt x="2519" y="173790"/>
                        </a:cubicBezTo>
                        <a:cubicBezTo>
                          <a:pt x="235" y="172611"/>
                          <a:pt x="-653" y="169817"/>
                          <a:pt x="511" y="167533"/>
                        </a:cubicBezTo>
                        <a:cubicBezTo>
                          <a:pt x="1690" y="165248"/>
                          <a:pt x="4484" y="164360"/>
                          <a:pt x="6768" y="165525"/>
                        </a:cubicBezTo>
                        <a:cubicBezTo>
                          <a:pt x="11134" y="167765"/>
                          <a:pt x="15659" y="169861"/>
                          <a:pt x="20199" y="171738"/>
                        </a:cubicBezTo>
                        <a:cubicBezTo>
                          <a:pt x="22571" y="172713"/>
                          <a:pt x="23706" y="175434"/>
                          <a:pt x="22717" y="177806"/>
                        </a:cubicBezTo>
                        <a:cubicBezTo>
                          <a:pt x="21975" y="179596"/>
                          <a:pt x="20243" y="180687"/>
                          <a:pt x="18424" y="180687"/>
                        </a:cubicBezTo>
                        <a:close/>
                        <a:moveTo>
                          <a:pt x="158946" y="179508"/>
                        </a:moveTo>
                        <a:cubicBezTo>
                          <a:pt x="157156" y="179508"/>
                          <a:pt x="155439" y="178461"/>
                          <a:pt x="154682" y="176700"/>
                        </a:cubicBezTo>
                        <a:cubicBezTo>
                          <a:pt x="153664" y="174343"/>
                          <a:pt x="154755" y="171607"/>
                          <a:pt x="157098" y="170588"/>
                        </a:cubicBezTo>
                        <a:cubicBezTo>
                          <a:pt x="161594" y="168639"/>
                          <a:pt x="166076" y="166485"/>
                          <a:pt x="170412" y="164157"/>
                        </a:cubicBezTo>
                        <a:cubicBezTo>
                          <a:pt x="172668" y="162949"/>
                          <a:pt x="175491" y="163793"/>
                          <a:pt x="176699" y="166048"/>
                        </a:cubicBezTo>
                        <a:cubicBezTo>
                          <a:pt x="177906" y="168304"/>
                          <a:pt x="177062" y="171127"/>
                          <a:pt x="174807" y="172335"/>
                        </a:cubicBezTo>
                        <a:cubicBezTo>
                          <a:pt x="170238" y="174779"/>
                          <a:pt x="165523" y="177064"/>
                          <a:pt x="160779" y="179116"/>
                        </a:cubicBezTo>
                        <a:cubicBezTo>
                          <a:pt x="160183" y="179377"/>
                          <a:pt x="159557" y="179494"/>
                          <a:pt x="158946" y="179494"/>
                        </a:cubicBezTo>
                        <a:close/>
                        <a:moveTo>
                          <a:pt x="193505" y="159806"/>
                        </a:moveTo>
                        <a:cubicBezTo>
                          <a:pt x="192065" y="159806"/>
                          <a:pt x="190653" y="159137"/>
                          <a:pt x="189751" y="157900"/>
                        </a:cubicBezTo>
                        <a:cubicBezTo>
                          <a:pt x="188238" y="155819"/>
                          <a:pt x="188703" y="152923"/>
                          <a:pt x="190784" y="151410"/>
                        </a:cubicBezTo>
                        <a:cubicBezTo>
                          <a:pt x="194757" y="148514"/>
                          <a:pt x="198671" y="145429"/>
                          <a:pt x="202382" y="142213"/>
                        </a:cubicBezTo>
                        <a:cubicBezTo>
                          <a:pt x="204317" y="140540"/>
                          <a:pt x="207256" y="140758"/>
                          <a:pt x="208930" y="142694"/>
                        </a:cubicBezTo>
                        <a:cubicBezTo>
                          <a:pt x="210603" y="144629"/>
                          <a:pt x="210385" y="147568"/>
                          <a:pt x="208449" y="149242"/>
                        </a:cubicBezTo>
                        <a:cubicBezTo>
                          <a:pt x="204535" y="152618"/>
                          <a:pt x="200432" y="155877"/>
                          <a:pt x="196241" y="158918"/>
                        </a:cubicBezTo>
                        <a:cubicBezTo>
                          <a:pt x="195411" y="159515"/>
                          <a:pt x="194466" y="159806"/>
                          <a:pt x="193520" y="159806"/>
                        </a:cubicBezTo>
                        <a:close/>
                        <a:moveTo>
                          <a:pt x="222943" y="133032"/>
                        </a:moveTo>
                        <a:cubicBezTo>
                          <a:pt x="221851" y="133032"/>
                          <a:pt x="220760" y="132653"/>
                          <a:pt x="219872" y="131867"/>
                        </a:cubicBezTo>
                        <a:cubicBezTo>
                          <a:pt x="217951" y="130165"/>
                          <a:pt x="217762" y="127240"/>
                          <a:pt x="219465" y="125319"/>
                        </a:cubicBezTo>
                        <a:cubicBezTo>
                          <a:pt x="222724" y="121623"/>
                          <a:pt x="225853" y="117767"/>
                          <a:pt x="228792" y="113824"/>
                        </a:cubicBezTo>
                        <a:cubicBezTo>
                          <a:pt x="230320" y="111772"/>
                          <a:pt x="233230" y="111336"/>
                          <a:pt x="235282" y="112863"/>
                        </a:cubicBezTo>
                        <a:cubicBezTo>
                          <a:pt x="237334" y="114391"/>
                          <a:pt x="237770" y="117302"/>
                          <a:pt x="236242" y="119353"/>
                        </a:cubicBezTo>
                        <a:cubicBezTo>
                          <a:pt x="233158" y="123500"/>
                          <a:pt x="229854" y="127575"/>
                          <a:pt x="226435" y="131445"/>
                        </a:cubicBezTo>
                        <a:cubicBezTo>
                          <a:pt x="225518" y="132479"/>
                          <a:pt x="224238" y="133017"/>
                          <a:pt x="222957" y="133017"/>
                        </a:cubicBezTo>
                        <a:close/>
                        <a:moveTo>
                          <a:pt x="245846" y="100480"/>
                        </a:moveTo>
                        <a:cubicBezTo>
                          <a:pt x="245090" y="100480"/>
                          <a:pt x="244318" y="100291"/>
                          <a:pt x="243620" y="99898"/>
                        </a:cubicBezTo>
                        <a:cubicBezTo>
                          <a:pt x="241379" y="98661"/>
                          <a:pt x="240550" y="95838"/>
                          <a:pt x="241786" y="93598"/>
                        </a:cubicBezTo>
                        <a:cubicBezTo>
                          <a:pt x="244158" y="89290"/>
                          <a:pt x="246370" y="84823"/>
                          <a:pt x="248364" y="80341"/>
                        </a:cubicBezTo>
                        <a:cubicBezTo>
                          <a:pt x="249411" y="77999"/>
                          <a:pt x="252147" y="76936"/>
                          <a:pt x="254490" y="77984"/>
                        </a:cubicBezTo>
                        <a:cubicBezTo>
                          <a:pt x="256832" y="79032"/>
                          <a:pt x="257895" y="81767"/>
                          <a:pt x="256847" y="84110"/>
                        </a:cubicBezTo>
                        <a:cubicBezTo>
                          <a:pt x="254752" y="88839"/>
                          <a:pt x="252423" y="93539"/>
                          <a:pt x="249921" y="98065"/>
                        </a:cubicBezTo>
                        <a:cubicBezTo>
                          <a:pt x="249077" y="99607"/>
                          <a:pt x="247491" y="100466"/>
                          <a:pt x="245846" y="100466"/>
                        </a:cubicBezTo>
                        <a:close/>
                        <a:moveTo>
                          <a:pt x="261052" y="63680"/>
                        </a:moveTo>
                        <a:cubicBezTo>
                          <a:pt x="260630" y="63680"/>
                          <a:pt x="260194" y="63622"/>
                          <a:pt x="259772" y="63491"/>
                        </a:cubicBezTo>
                        <a:cubicBezTo>
                          <a:pt x="257313" y="62778"/>
                          <a:pt x="255887" y="60202"/>
                          <a:pt x="256600" y="57743"/>
                        </a:cubicBezTo>
                        <a:cubicBezTo>
                          <a:pt x="257953" y="53029"/>
                          <a:pt x="259132" y="48197"/>
                          <a:pt x="260092" y="43366"/>
                        </a:cubicBezTo>
                        <a:cubicBezTo>
                          <a:pt x="260587" y="40849"/>
                          <a:pt x="263046" y="39219"/>
                          <a:pt x="265549" y="39714"/>
                        </a:cubicBezTo>
                        <a:cubicBezTo>
                          <a:pt x="268066" y="40209"/>
                          <a:pt x="269696" y="42653"/>
                          <a:pt x="269201" y="45171"/>
                        </a:cubicBezTo>
                        <a:cubicBezTo>
                          <a:pt x="268197" y="50249"/>
                          <a:pt x="266960" y="55342"/>
                          <a:pt x="265520" y="60304"/>
                        </a:cubicBezTo>
                        <a:cubicBezTo>
                          <a:pt x="264938" y="62341"/>
                          <a:pt x="263075" y="63666"/>
                          <a:pt x="261067" y="63666"/>
                        </a:cubicBezTo>
                        <a:close/>
                        <a:moveTo>
                          <a:pt x="267790" y="24464"/>
                        </a:moveTo>
                        <a:cubicBezTo>
                          <a:pt x="267688" y="24464"/>
                          <a:pt x="267600" y="24464"/>
                          <a:pt x="267499" y="24464"/>
                        </a:cubicBezTo>
                        <a:cubicBezTo>
                          <a:pt x="264938" y="24304"/>
                          <a:pt x="262988" y="22107"/>
                          <a:pt x="263148" y="19546"/>
                        </a:cubicBezTo>
                        <a:cubicBezTo>
                          <a:pt x="263366" y="15937"/>
                          <a:pt x="263482" y="12270"/>
                          <a:pt x="263482" y="8662"/>
                        </a:cubicBezTo>
                        <a:cubicBezTo>
                          <a:pt x="263482" y="7352"/>
                          <a:pt x="263468" y="6042"/>
                          <a:pt x="263439" y="4747"/>
                        </a:cubicBezTo>
                        <a:cubicBezTo>
                          <a:pt x="263381" y="2186"/>
                          <a:pt x="265418" y="62"/>
                          <a:pt x="267979" y="4"/>
                        </a:cubicBezTo>
                        <a:cubicBezTo>
                          <a:pt x="270569" y="-98"/>
                          <a:pt x="272664" y="1983"/>
                          <a:pt x="272722" y="4544"/>
                        </a:cubicBezTo>
                        <a:cubicBezTo>
                          <a:pt x="272752" y="5911"/>
                          <a:pt x="272766" y="7279"/>
                          <a:pt x="272766" y="8662"/>
                        </a:cubicBezTo>
                        <a:cubicBezTo>
                          <a:pt x="272766" y="12459"/>
                          <a:pt x="272650" y="16316"/>
                          <a:pt x="272417" y="20113"/>
                        </a:cubicBezTo>
                        <a:cubicBezTo>
                          <a:pt x="272271" y="22573"/>
                          <a:pt x="270220" y="24479"/>
                          <a:pt x="267790" y="24479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6" name="Forme libre : forme 675">
                    <a:extLst>
                      <a:ext uri="{FF2B5EF4-FFF2-40B4-BE49-F238E27FC236}">
                        <a16:creationId xmlns:a16="http://schemas.microsoft.com/office/drawing/2014/main" id="{13B94233-79F7-68C2-50CC-49D9B4C4E0FA}"/>
                      </a:ext>
                    </a:extLst>
                  </p:cNvPr>
                  <p:cNvSpPr/>
                  <p:nvPr/>
                </p:nvSpPr>
                <p:spPr>
                  <a:xfrm>
                    <a:off x="336149" y="365159"/>
                    <a:ext cx="15272" cy="13682"/>
                  </a:xfrm>
                  <a:custGeom>
                    <a:avLst/>
                    <a:gdLst>
                      <a:gd name="connsiteX0" fmla="*/ 10620 w 15272"/>
                      <a:gd name="connsiteY0" fmla="*/ 13682 h 13682"/>
                      <a:gd name="connsiteX1" fmla="*/ 7957 w 15272"/>
                      <a:gd name="connsiteY1" fmla="*/ 12838 h 13682"/>
                      <a:gd name="connsiteX2" fmla="*/ 1817 w 15272"/>
                      <a:gd name="connsiteY2" fmla="*/ 8327 h 13682"/>
                      <a:gd name="connsiteX3" fmla="*/ 958 w 15272"/>
                      <a:gd name="connsiteY3" fmla="*/ 1823 h 13682"/>
                      <a:gd name="connsiteX4" fmla="*/ 7463 w 15272"/>
                      <a:gd name="connsiteY4" fmla="*/ 964 h 13682"/>
                      <a:gd name="connsiteX5" fmla="*/ 13298 w 15272"/>
                      <a:gd name="connsiteY5" fmla="*/ 5243 h 13682"/>
                      <a:gd name="connsiteX6" fmla="*/ 14433 w 15272"/>
                      <a:gd name="connsiteY6" fmla="*/ 11703 h 13682"/>
                      <a:gd name="connsiteX7" fmla="*/ 10635 w 15272"/>
                      <a:gd name="connsiteY7" fmla="*/ 13682 h 136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5272" h="13682">
                        <a:moveTo>
                          <a:pt x="10620" y="13682"/>
                        </a:moveTo>
                        <a:cubicBezTo>
                          <a:pt x="9704" y="13682"/>
                          <a:pt x="8772" y="13406"/>
                          <a:pt x="7957" y="12838"/>
                        </a:cubicBezTo>
                        <a:cubicBezTo>
                          <a:pt x="5906" y="11398"/>
                          <a:pt x="3839" y="9870"/>
                          <a:pt x="1817" y="8327"/>
                        </a:cubicBezTo>
                        <a:cubicBezTo>
                          <a:pt x="-220" y="6770"/>
                          <a:pt x="-599" y="3860"/>
                          <a:pt x="958" y="1823"/>
                        </a:cubicBezTo>
                        <a:cubicBezTo>
                          <a:pt x="2515" y="-214"/>
                          <a:pt x="5426" y="-607"/>
                          <a:pt x="7463" y="964"/>
                        </a:cubicBezTo>
                        <a:cubicBezTo>
                          <a:pt x="9383" y="2434"/>
                          <a:pt x="11333" y="3875"/>
                          <a:pt x="13298" y="5243"/>
                        </a:cubicBezTo>
                        <a:cubicBezTo>
                          <a:pt x="15393" y="6712"/>
                          <a:pt x="15902" y="9608"/>
                          <a:pt x="14433" y="11703"/>
                        </a:cubicBezTo>
                        <a:cubicBezTo>
                          <a:pt x="13531" y="12984"/>
                          <a:pt x="12090" y="13682"/>
                          <a:pt x="10635" y="13682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70" name="Graphique 8">
                  <a:extLst>
                    <a:ext uri="{FF2B5EF4-FFF2-40B4-BE49-F238E27FC236}">
                      <a16:creationId xmlns:a16="http://schemas.microsoft.com/office/drawing/2014/main" id="{45AF8DB1-D32D-435E-8EB6-F84A3A992785}"/>
                    </a:ext>
                  </a:extLst>
                </p:cNvPr>
                <p:cNvGrpSpPr/>
                <p:nvPr/>
              </p:nvGrpSpPr>
              <p:grpSpPr>
                <a:xfrm>
                  <a:off x="310803" y="84823"/>
                  <a:ext cx="279972" cy="279972"/>
                  <a:chOff x="310803" y="84823"/>
                  <a:chExt cx="279972" cy="279972"/>
                </a:xfrm>
              </p:grpSpPr>
              <p:sp>
                <p:nvSpPr>
                  <p:cNvPr id="671" name="Forme libre : forme 670">
                    <a:extLst>
                      <a:ext uri="{FF2B5EF4-FFF2-40B4-BE49-F238E27FC236}">
                        <a16:creationId xmlns:a16="http://schemas.microsoft.com/office/drawing/2014/main" id="{97AE2565-3FFF-75D3-CD77-A7C016F1E1F3}"/>
                      </a:ext>
                    </a:extLst>
                  </p:cNvPr>
                  <p:cNvSpPr/>
                  <p:nvPr/>
                </p:nvSpPr>
                <p:spPr>
                  <a:xfrm>
                    <a:off x="310803" y="84823"/>
                    <a:ext cx="279972" cy="279972"/>
                  </a:xfrm>
                  <a:custGeom>
                    <a:avLst/>
                    <a:gdLst>
                      <a:gd name="connsiteX0" fmla="*/ 42238 w 279972"/>
                      <a:gd name="connsiteY0" fmla="*/ 240179 h 279972"/>
                      <a:gd name="connsiteX1" fmla="*/ 44668 w 279972"/>
                      <a:gd name="connsiteY1" fmla="*/ 240848 h 279972"/>
                      <a:gd name="connsiteX2" fmla="*/ 69449 w 279972"/>
                      <a:gd name="connsiteY2" fmla="*/ 231739 h 279972"/>
                      <a:gd name="connsiteX3" fmla="*/ 102262 w 279972"/>
                      <a:gd name="connsiteY3" fmla="*/ 249419 h 279972"/>
                      <a:gd name="connsiteX4" fmla="*/ 108301 w 279972"/>
                      <a:gd name="connsiteY4" fmla="*/ 275117 h 279972"/>
                      <a:gd name="connsiteX5" fmla="*/ 110192 w 279972"/>
                      <a:gd name="connsiteY5" fmla="*/ 276776 h 279972"/>
                      <a:gd name="connsiteX6" fmla="*/ 141710 w 279972"/>
                      <a:gd name="connsiteY6" fmla="*/ 279962 h 279972"/>
                      <a:gd name="connsiteX7" fmla="*/ 143893 w 279972"/>
                      <a:gd name="connsiteY7" fmla="*/ 278711 h 279972"/>
                      <a:gd name="connsiteX8" fmla="*/ 154967 w 279972"/>
                      <a:gd name="connsiteY8" fmla="*/ 254759 h 279972"/>
                      <a:gd name="connsiteX9" fmla="*/ 190661 w 279972"/>
                      <a:gd name="connsiteY9" fmla="*/ 244021 h 279972"/>
                      <a:gd name="connsiteX10" fmla="*/ 213114 w 279972"/>
                      <a:gd name="connsiteY10" fmla="*/ 257917 h 279972"/>
                      <a:gd name="connsiteX11" fmla="*/ 215631 w 279972"/>
                      <a:gd name="connsiteY11" fmla="*/ 257757 h 279972"/>
                      <a:gd name="connsiteX12" fmla="*/ 240179 w 279972"/>
                      <a:gd name="connsiteY12" fmla="*/ 237734 h 279972"/>
                      <a:gd name="connsiteX13" fmla="*/ 240848 w 279972"/>
                      <a:gd name="connsiteY13" fmla="*/ 235304 h 279972"/>
                      <a:gd name="connsiteX14" fmla="*/ 231739 w 279972"/>
                      <a:gd name="connsiteY14" fmla="*/ 210524 h 279972"/>
                      <a:gd name="connsiteX15" fmla="*/ 249419 w 279972"/>
                      <a:gd name="connsiteY15" fmla="*/ 177710 h 279972"/>
                      <a:gd name="connsiteX16" fmla="*/ 275117 w 279972"/>
                      <a:gd name="connsiteY16" fmla="*/ 171672 h 279972"/>
                      <a:gd name="connsiteX17" fmla="*/ 276776 w 279972"/>
                      <a:gd name="connsiteY17" fmla="*/ 169780 h 279972"/>
                      <a:gd name="connsiteX18" fmla="*/ 279962 w 279972"/>
                      <a:gd name="connsiteY18" fmla="*/ 138262 h 279972"/>
                      <a:gd name="connsiteX19" fmla="*/ 278711 w 279972"/>
                      <a:gd name="connsiteY19" fmla="*/ 136079 h 279972"/>
                      <a:gd name="connsiteX20" fmla="*/ 254759 w 279972"/>
                      <a:gd name="connsiteY20" fmla="*/ 125006 h 279972"/>
                      <a:gd name="connsiteX21" fmla="*/ 244021 w 279972"/>
                      <a:gd name="connsiteY21" fmla="*/ 89311 h 279972"/>
                      <a:gd name="connsiteX22" fmla="*/ 257917 w 279972"/>
                      <a:gd name="connsiteY22" fmla="*/ 66859 h 279972"/>
                      <a:gd name="connsiteX23" fmla="*/ 257757 w 279972"/>
                      <a:gd name="connsiteY23" fmla="*/ 64341 h 279972"/>
                      <a:gd name="connsiteX24" fmla="*/ 237734 w 279972"/>
                      <a:gd name="connsiteY24" fmla="*/ 39793 h 279972"/>
                      <a:gd name="connsiteX25" fmla="*/ 235304 w 279972"/>
                      <a:gd name="connsiteY25" fmla="*/ 39124 h 279972"/>
                      <a:gd name="connsiteX26" fmla="*/ 210523 w 279972"/>
                      <a:gd name="connsiteY26" fmla="*/ 48233 h 279972"/>
                      <a:gd name="connsiteX27" fmla="*/ 177710 w 279972"/>
                      <a:gd name="connsiteY27" fmla="*/ 30553 h 279972"/>
                      <a:gd name="connsiteX28" fmla="*/ 171672 w 279972"/>
                      <a:gd name="connsiteY28" fmla="*/ 4856 h 279972"/>
                      <a:gd name="connsiteX29" fmla="*/ 169780 w 279972"/>
                      <a:gd name="connsiteY29" fmla="*/ 3197 h 279972"/>
                      <a:gd name="connsiteX30" fmla="*/ 138262 w 279972"/>
                      <a:gd name="connsiteY30" fmla="*/ 10 h 279972"/>
                      <a:gd name="connsiteX31" fmla="*/ 136079 w 279972"/>
                      <a:gd name="connsiteY31" fmla="*/ 1261 h 279972"/>
                      <a:gd name="connsiteX32" fmla="*/ 125006 w 279972"/>
                      <a:gd name="connsiteY32" fmla="*/ 25213 h 279972"/>
                      <a:gd name="connsiteX33" fmla="*/ 89311 w 279972"/>
                      <a:gd name="connsiteY33" fmla="*/ 35952 h 279972"/>
                      <a:gd name="connsiteX34" fmla="*/ 66859 w 279972"/>
                      <a:gd name="connsiteY34" fmla="*/ 22055 h 279972"/>
                      <a:gd name="connsiteX35" fmla="*/ 64341 w 279972"/>
                      <a:gd name="connsiteY35" fmla="*/ 22215 h 279972"/>
                      <a:gd name="connsiteX36" fmla="*/ 39793 w 279972"/>
                      <a:gd name="connsiteY36" fmla="*/ 42238 h 279972"/>
                      <a:gd name="connsiteX37" fmla="*/ 39124 w 279972"/>
                      <a:gd name="connsiteY37" fmla="*/ 44668 h 279972"/>
                      <a:gd name="connsiteX38" fmla="*/ 48233 w 279972"/>
                      <a:gd name="connsiteY38" fmla="*/ 69449 h 279972"/>
                      <a:gd name="connsiteX39" fmla="*/ 30553 w 279972"/>
                      <a:gd name="connsiteY39" fmla="*/ 102262 h 279972"/>
                      <a:gd name="connsiteX40" fmla="*/ 4855 w 279972"/>
                      <a:gd name="connsiteY40" fmla="*/ 108301 h 279972"/>
                      <a:gd name="connsiteX41" fmla="*/ 3197 w 279972"/>
                      <a:gd name="connsiteY41" fmla="*/ 110192 h 279972"/>
                      <a:gd name="connsiteX42" fmla="*/ 10 w 279972"/>
                      <a:gd name="connsiteY42" fmla="*/ 141710 h 279972"/>
                      <a:gd name="connsiteX43" fmla="*/ 1261 w 279972"/>
                      <a:gd name="connsiteY43" fmla="*/ 143893 h 279972"/>
                      <a:gd name="connsiteX44" fmla="*/ 25213 w 279972"/>
                      <a:gd name="connsiteY44" fmla="*/ 154967 h 279972"/>
                      <a:gd name="connsiteX45" fmla="*/ 35952 w 279972"/>
                      <a:gd name="connsiteY45" fmla="*/ 190661 h 279972"/>
                      <a:gd name="connsiteX46" fmla="*/ 22055 w 279972"/>
                      <a:gd name="connsiteY46" fmla="*/ 213114 h 279972"/>
                      <a:gd name="connsiteX47" fmla="*/ 22215 w 279972"/>
                      <a:gd name="connsiteY47" fmla="*/ 215631 h 279972"/>
                      <a:gd name="connsiteX48" fmla="*/ 42238 w 279972"/>
                      <a:gd name="connsiteY48" fmla="*/ 240179 h 2799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279972" h="279972">
                        <a:moveTo>
                          <a:pt x="42238" y="240179"/>
                        </a:moveTo>
                        <a:cubicBezTo>
                          <a:pt x="42820" y="240892"/>
                          <a:pt x="43795" y="241169"/>
                          <a:pt x="44668" y="240848"/>
                        </a:cubicBezTo>
                        <a:lnTo>
                          <a:pt x="69449" y="231739"/>
                        </a:lnTo>
                        <a:cubicBezTo>
                          <a:pt x="79227" y="239262"/>
                          <a:pt x="90257" y="245287"/>
                          <a:pt x="102262" y="249419"/>
                        </a:cubicBezTo>
                        <a:lnTo>
                          <a:pt x="108301" y="275117"/>
                        </a:lnTo>
                        <a:cubicBezTo>
                          <a:pt x="108519" y="276019"/>
                          <a:pt x="109276" y="276688"/>
                          <a:pt x="110192" y="276776"/>
                        </a:cubicBezTo>
                        <a:lnTo>
                          <a:pt x="141710" y="279962"/>
                        </a:lnTo>
                        <a:cubicBezTo>
                          <a:pt x="142627" y="280050"/>
                          <a:pt x="143515" y="279555"/>
                          <a:pt x="143893" y="278711"/>
                        </a:cubicBezTo>
                        <a:lnTo>
                          <a:pt x="154967" y="254759"/>
                        </a:lnTo>
                        <a:cubicBezTo>
                          <a:pt x="167553" y="253130"/>
                          <a:pt x="179573" y="249434"/>
                          <a:pt x="190661" y="244021"/>
                        </a:cubicBezTo>
                        <a:lnTo>
                          <a:pt x="213114" y="257917"/>
                        </a:lnTo>
                        <a:cubicBezTo>
                          <a:pt x="213899" y="258397"/>
                          <a:pt x="214903" y="258339"/>
                          <a:pt x="215631" y="257757"/>
                        </a:cubicBezTo>
                        <a:lnTo>
                          <a:pt x="240179" y="237734"/>
                        </a:lnTo>
                        <a:cubicBezTo>
                          <a:pt x="240892" y="237152"/>
                          <a:pt x="241168" y="236178"/>
                          <a:pt x="240848" y="235304"/>
                        </a:cubicBezTo>
                        <a:lnTo>
                          <a:pt x="231739" y="210524"/>
                        </a:lnTo>
                        <a:cubicBezTo>
                          <a:pt x="239262" y="200745"/>
                          <a:pt x="245287" y="189715"/>
                          <a:pt x="249419" y="177710"/>
                        </a:cubicBezTo>
                        <a:lnTo>
                          <a:pt x="275117" y="171672"/>
                        </a:lnTo>
                        <a:cubicBezTo>
                          <a:pt x="276019" y="171453"/>
                          <a:pt x="276688" y="170697"/>
                          <a:pt x="276776" y="169780"/>
                        </a:cubicBezTo>
                        <a:lnTo>
                          <a:pt x="279962" y="138262"/>
                        </a:lnTo>
                        <a:cubicBezTo>
                          <a:pt x="280050" y="137345"/>
                          <a:pt x="279555" y="136457"/>
                          <a:pt x="278711" y="136079"/>
                        </a:cubicBezTo>
                        <a:lnTo>
                          <a:pt x="254759" y="125006"/>
                        </a:lnTo>
                        <a:cubicBezTo>
                          <a:pt x="253130" y="112419"/>
                          <a:pt x="249434" y="100399"/>
                          <a:pt x="244021" y="89311"/>
                        </a:cubicBezTo>
                        <a:lnTo>
                          <a:pt x="257917" y="66859"/>
                        </a:lnTo>
                        <a:cubicBezTo>
                          <a:pt x="258397" y="66073"/>
                          <a:pt x="258339" y="65069"/>
                          <a:pt x="257757" y="64341"/>
                        </a:cubicBezTo>
                        <a:lnTo>
                          <a:pt x="237734" y="39793"/>
                        </a:lnTo>
                        <a:cubicBezTo>
                          <a:pt x="237152" y="39080"/>
                          <a:pt x="236177" y="38804"/>
                          <a:pt x="235304" y="39124"/>
                        </a:cubicBezTo>
                        <a:lnTo>
                          <a:pt x="210523" y="48233"/>
                        </a:lnTo>
                        <a:cubicBezTo>
                          <a:pt x="200745" y="40710"/>
                          <a:pt x="189715" y="34686"/>
                          <a:pt x="177710" y="30553"/>
                        </a:cubicBezTo>
                        <a:lnTo>
                          <a:pt x="171672" y="4856"/>
                        </a:lnTo>
                        <a:cubicBezTo>
                          <a:pt x="171453" y="3953"/>
                          <a:pt x="170697" y="3284"/>
                          <a:pt x="169780" y="3197"/>
                        </a:cubicBezTo>
                        <a:lnTo>
                          <a:pt x="138262" y="10"/>
                        </a:lnTo>
                        <a:cubicBezTo>
                          <a:pt x="137345" y="-77"/>
                          <a:pt x="136457" y="417"/>
                          <a:pt x="136079" y="1261"/>
                        </a:cubicBezTo>
                        <a:lnTo>
                          <a:pt x="125006" y="25213"/>
                        </a:lnTo>
                        <a:cubicBezTo>
                          <a:pt x="112419" y="26843"/>
                          <a:pt x="100399" y="30539"/>
                          <a:pt x="89311" y="35952"/>
                        </a:cubicBezTo>
                        <a:lnTo>
                          <a:pt x="66859" y="22055"/>
                        </a:lnTo>
                        <a:cubicBezTo>
                          <a:pt x="66073" y="21560"/>
                          <a:pt x="65054" y="21633"/>
                          <a:pt x="64341" y="22215"/>
                        </a:cubicBezTo>
                        <a:lnTo>
                          <a:pt x="39793" y="42238"/>
                        </a:lnTo>
                        <a:cubicBezTo>
                          <a:pt x="39080" y="42820"/>
                          <a:pt x="38804" y="43795"/>
                          <a:pt x="39124" y="44668"/>
                        </a:cubicBezTo>
                        <a:lnTo>
                          <a:pt x="48233" y="69449"/>
                        </a:lnTo>
                        <a:cubicBezTo>
                          <a:pt x="40710" y="79227"/>
                          <a:pt x="34686" y="90257"/>
                          <a:pt x="30553" y="102262"/>
                        </a:cubicBezTo>
                        <a:lnTo>
                          <a:pt x="4855" y="108301"/>
                        </a:lnTo>
                        <a:cubicBezTo>
                          <a:pt x="3953" y="108519"/>
                          <a:pt x="3284" y="109276"/>
                          <a:pt x="3197" y="110192"/>
                        </a:cubicBezTo>
                        <a:lnTo>
                          <a:pt x="10" y="141710"/>
                        </a:lnTo>
                        <a:cubicBezTo>
                          <a:pt x="-77" y="142627"/>
                          <a:pt x="417" y="143515"/>
                          <a:pt x="1261" y="143893"/>
                        </a:cubicBezTo>
                        <a:lnTo>
                          <a:pt x="25213" y="154967"/>
                        </a:lnTo>
                        <a:cubicBezTo>
                          <a:pt x="26842" y="167554"/>
                          <a:pt x="30539" y="179573"/>
                          <a:pt x="35952" y="190661"/>
                        </a:cubicBezTo>
                        <a:lnTo>
                          <a:pt x="22055" y="213114"/>
                        </a:lnTo>
                        <a:cubicBezTo>
                          <a:pt x="21560" y="213899"/>
                          <a:pt x="21633" y="214903"/>
                          <a:pt x="22215" y="215631"/>
                        </a:cubicBezTo>
                        <a:lnTo>
                          <a:pt x="42238" y="240179"/>
                        </a:lnTo>
                        <a:close/>
                      </a:path>
                    </a:pathLst>
                  </a:custGeom>
                  <a:solidFill>
                    <a:srgbClr val="DAD9FC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2" name="Forme libre : forme 671">
                    <a:extLst>
                      <a:ext uri="{FF2B5EF4-FFF2-40B4-BE49-F238E27FC236}">
                        <a16:creationId xmlns:a16="http://schemas.microsoft.com/office/drawing/2014/main" id="{CA6D8C81-C4D1-A3F1-5D24-2C18F8FCBC37}"/>
                      </a:ext>
                    </a:extLst>
                  </p:cNvPr>
                  <p:cNvSpPr/>
                  <p:nvPr/>
                </p:nvSpPr>
                <p:spPr>
                  <a:xfrm>
                    <a:off x="418935" y="192938"/>
                    <a:ext cx="63693" cy="63687"/>
                  </a:xfrm>
                  <a:custGeom>
                    <a:avLst/>
                    <a:gdLst>
                      <a:gd name="connsiteX0" fmla="*/ 31832 w 63693"/>
                      <a:gd name="connsiteY0" fmla="*/ 63687 h 63687"/>
                      <a:gd name="connsiteX1" fmla="*/ 343 w 63693"/>
                      <a:gd name="connsiteY1" fmla="*/ 36491 h 63687"/>
                      <a:gd name="connsiteX2" fmla="*/ 27205 w 63693"/>
                      <a:gd name="connsiteY2" fmla="*/ 345 h 63687"/>
                      <a:gd name="connsiteX3" fmla="*/ 50836 w 63693"/>
                      <a:gd name="connsiteY3" fmla="*/ 6282 h 63687"/>
                      <a:gd name="connsiteX4" fmla="*/ 63350 w 63693"/>
                      <a:gd name="connsiteY4" fmla="*/ 27192 h 63687"/>
                      <a:gd name="connsiteX5" fmla="*/ 36489 w 63693"/>
                      <a:gd name="connsiteY5" fmla="*/ 63338 h 63687"/>
                      <a:gd name="connsiteX6" fmla="*/ 31818 w 63693"/>
                      <a:gd name="connsiteY6" fmla="*/ 63687 h 63687"/>
                      <a:gd name="connsiteX7" fmla="*/ 31905 w 63693"/>
                      <a:gd name="connsiteY7" fmla="*/ 7417 h 63687"/>
                      <a:gd name="connsiteX8" fmla="*/ 28296 w 63693"/>
                      <a:gd name="connsiteY8" fmla="*/ 7679 h 63687"/>
                      <a:gd name="connsiteX9" fmla="*/ 7706 w 63693"/>
                      <a:gd name="connsiteY9" fmla="*/ 35399 h 63687"/>
                      <a:gd name="connsiteX10" fmla="*/ 35426 w 63693"/>
                      <a:gd name="connsiteY10" fmla="*/ 55990 h 63687"/>
                      <a:gd name="connsiteX11" fmla="*/ 56016 w 63693"/>
                      <a:gd name="connsiteY11" fmla="*/ 28269 h 63687"/>
                      <a:gd name="connsiteX12" fmla="*/ 46427 w 63693"/>
                      <a:gd name="connsiteY12" fmla="*/ 12234 h 63687"/>
                      <a:gd name="connsiteX13" fmla="*/ 31920 w 63693"/>
                      <a:gd name="connsiteY13" fmla="*/ 7417 h 636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63693" h="63687">
                        <a:moveTo>
                          <a:pt x="31832" y="63687"/>
                        </a:moveTo>
                        <a:cubicBezTo>
                          <a:pt x="16306" y="63687"/>
                          <a:pt x="2686" y="52293"/>
                          <a:pt x="343" y="36491"/>
                        </a:cubicBezTo>
                        <a:cubicBezTo>
                          <a:pt x="-2218" y="19117"/>
                          <a:pt x="9831" y="2906"/>
                          <a:pt x="27205" y="345"/>
                        </a:cubicBezTo>
                        <a:cubicBezTo>
                          <a:pt x="35616" y="-892"/>
                          <a:pt x="44012" y="1218"/>
                          <a:pt x="50836" y="6282"/>
                        </a:cubicBezTo>
                        <a:cubicBezTo>
                          <a:pt x="57661" y="11361"/>
                          <a:pt x="62113" y="18782"/>
                          <a:pt x="63350" y="27192"/>
                        </a:cubicBezTo>
                        <a:cubicBezTo>
                          <a:pt x="65911" y="44567"/>
                          <a:pt x="53863" y="60777"/>
                          <a:pt x="36489" y="63338"/>
                        </a:cubicBezTo>
                        <a:cubicBezTo>
                          <a:pt x="34917" y="63571"/>
                          <a:pt x="33360" y="63687"/>
                          <a:pt x="31818" y="63687"/>
                        </a:cubicBezTo>
                        <a:close/>
                        <a:moveTo>
                          <a:pt x="31905" y="7417"/>
                        </a:moveTo>
                        <a:cubicBezTo>
                          <a:pt x="30712" y="7417"/>
                          <a:pt x="29504" y="7505"/>
                          <a:pt x="28296" y="7679"/>
                        </a:cubicBezTo>
                        <a:cubicBezTo>
                          <a:pt x="14982" y="9644"/>
                          <a:pt x="5742" y="22070"/>
                          <a:pt x="7706" y="35399"/>
                        </a:cubicBezTo>
                        <a:cubicBezTo>
                          <a:pt x="9671" y="48714"/>
                          <a:pt x="22097" y="57968"/>
                          <a:pt x="35426" y="55990"/>
                        </a:cubicBezTo>
                        <a:cubicBezTo>
                          <a:pt x="48741" y="54025"/>
                          <a:pt x="57981" y="41598"/>
                          <a:pt x="56016" y="28269"/>
                        </a:cubicBezTo>
                        <a:cubicBezTo>
                          <a:pt x="55071" y="21823"/>
                          <a:pt x="51666" y="16119"/>
                          <a:pt x="46427" y="12234"/>
                        </a:cubicBezTo>
                        <a:cubicBezTo>
                          <a:pt x="42178" y="9076"/>
                          <a:pt x="37129" y="7417"/>
                          <a:pt x="31920" y="741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3" name="Forme libre : forme 672">
                    <a:extLst>
                      <a:ext uri="{FF2B5EF4-FFF2-40B4-BE49-F238E27FC236}">
                        <a16:creationId xmlns:a16="http://schemas.microsoft.com/office/drawing/2014/main" id="{321A707D-AAC4-CB2F-469C-FECDB22DB666}"/>
                      </a:ext>
                    </a:extLst>
                  </p:cNvPr>
                  <p:cNvSpPr/>
                  <p:nvPr/>
                </p:nvSpPr>
                <p:spPr>
                  <a:xfrm>
                    <a:off x="372991" y="146025"/>
                    <a:ext cx="156615" cy="156610"/>
                  </a:xfrm>
                  <a:custGeom>
                    <a:avLst/>
                    <a:gdLst>
                      <a:gd name="connsiteX0" fmla="*/ 78432 w 156615"/>
                      <a:gd name="connsiteY0" fmla="*/ 156596 h 156610"/>
                      <a:gd name="connsiteX1" fmla="*/ 70399 w 156615"/>
                      <a:gd name="connsiteY1" fmla="*/ 156189 h 156610"/>
                      <a:gd name="connsiteX2" fmla="*/ 70399 w 156615"/>
                      <a:gd name="connsiteY2" fmla="*/ 156189 h 156610"/>
                      <a:gd name="connsiteX3" fmla="*/ 67867 w 156615"/>
                      <a:gd name="connsiteY3" fmla="*/ 155898 h 156610"/>
                      <a:gd name="connsiteX4" fmla="*/ 55615 w 156615"/>
                      <a:gd name="connsiteY4" fmla="*/ 153250 h 156610"/>
                      <a:gd name="connsiteX5" fmla="*/ 55455 w 156615"/>
                      <a:gd name="connsiteY5" fmla="*/ 153206 h 156610"/>
                      <a:gd name="connsiteX6" fmla="*/ 54989 w 156615"/>
                      <a:gd name="connsiteY6" fmla="*/ 153060 h 156610"/>
                      <a:gd name="connsiteX7" fmla="*/ 54087 w 156615"/>
                      <a:gd name="connsiteY7" fmla="*/ 152769 h 156610"/>
                      <a:gd name="connsiteX8" fmla="*/ 52807 w 156615"/>
                      <a:gd name="connsiteY8" fmla="*/ 151009 h 156610"/>
                      <a:gd name="connsiteX9" fmla="*/ 52894 w 156615"/>
                      <a:gd name="connsiteY9" fmla="*/ 150427 h 156610"/>
                      <a:gd name="connsiteX10" fmla="*/ 55237 w 156615"/>
                      <a:gd name="connsiteY10" fmla="*/ 149233 h 156610"/>
                      <a:gd name="connsiteX11" fmla="*/ 70778 w 156615"/>
                      <a:gd name="connsiteY11" fmla="*/ 152493 h 156610"/>
                      <a:gd name="connsiteX12" fmla="*/ 136884 w 156615"/>
                      <a:gd name="connsiteY12" fmla="*/ 124409 h 156610"/>
                      <a:gd name="connsiteX13" fmla="*/ 152498 w 156615"/>
                      <a:gd name="connsiteY13" fmla="*/ 85804 h 156610"/>
                      <a:gd name="connsiteX14" fmla="*/ 152890 w 156615"/>
                      <a:gd name="connsiteY14" fmla="*/ 78136 h 156610"/>
                      <a:gd name="connsiteX15" fmla="*/ 136084 w 156615"/>
                      <a:gd name="connsiteY15" fmla="*/ 31135 h 156610"/>
                      <a:gd name="connsiteX16" fmla="*/ 85809 w 156615"/>
                      <a:gd name="connsiteY16" fmla="*/ 4084 h 156610"/>
                      <a:gd name="connsiteX17" fmla="*/ 4089 w 156615"/>
                      <a:gd name="connsiteY17" fmla="*/ 70773 h 156610"/>
                      <a:gd name="connsiteX18" fmla="*/ 3711 w 156615"/>
                      <a:gd name="connsiteY18" fmla="*/ 78339 h 156610"/>
                      <a:gd name="connsiteX19" fmla="*/ 10753 w 156615"/>
                      <a:gd name="connsiteY19" fmla="*/ 109945 h 156610"/>
                      <a:gd name="connsiteX20" fmla="*/ 10928 w 156615"/>
                      <a:gd name="connsiteY20" fmla="*/ 110731 h 156610"/>
                      <a:gd name="connsiteX21" fmla="*/ 9866 w 156615"/>
                      <a:gd name="connsiteY21" fmla="*/ 112419 h 156610"/>
                      <a:gd name="connsiteX22" fmla="*/ 7392 w 156615"/>
                      <a:gd name="connsiteY22" fmla="*/ 111531 h 156610"/>
                      <a:gd name="connsiteX23" fmla="*/ 0 w 156615"/>
                      <a:gd name="connsiteY23" fmla="*/ 78354 h 156610"/>
                      <a:gd name="connsiteX24" fmla="*/ 393 w 156615"/>
                      <a:gd name="connsiteY24" fmla="*/ 70409 h 156610"/>
                      <a:gd name="connsiteX25" fmla="*/ 86187 w 156615"/>
                      <a:gd name="connsiteY25" fmla="*/ 403 h 156610"/>
                      <a:gd name="connsiteX26" fmla="*/ 138965 w 156615"/>
                      <a:gd name="connsiteY26" fmla="*/ 28807 h 156610"/>
                      <a:gd name="connsiteX27" fmla="*/ 156616 w 156615"/>
                      <a:gd name="connsiteY27" fmla="*/ 78150 h 156610"/>
                      <a:gd name="connsiteX28" fmla="*/ 156208 w 156615"/>
                      <a:gd name="connsiteY28" fmla="*/ 86197 h 156610"/>
                      <a:gd name="connsiteX29" fmla="*/ 127819 w 156615"/>
                      <a:gd name="connsiteY29" fmla="*/ 138975 h 156610"/>
                      <a:gd name="connsiteX30" fmla="*/ 78461 w 156615"/>
                      <a:gd name="connsiteY30" fmla="*/ 156611 h 1566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156615" h="156610">
                        <a:moveTo>
                          <a:pt x="78432" y="156596"/>
                        </a:moveTo>
                        <a:cubicBezTo>
                          <a:pt x="75769" y="156596"/>
                          <a:pt x="73091" y="156465"/>
                          <a:pt x="70399" y="156189"/>
                        </a:cubicBezTo>
                        <a:lnTo>
                          <a:pt x="70399" y="156189"/>
                        </a:lnTo>
                        <a:cubicBezTo>
                          <a:pt x="69555" y="156102"/>
                          <a:pt x="68711" y="156000"/>
                          <a:pt x="67867" y="155898"/>
                        </a:cubicBezTo>
                        <a:cubicBezTo>
                          <a:pt x="63706" y="155345"/>
                          <a:pt x="59602" y="154457"/>
                          <a:pt x="55615" y="153250"/>
                        </a:cubicBezTo>
                        <a:cubicBezTo>
                          <a:pt x="55557" y="153235"/>
                          <a:pt x="55513" y="153220"/>
                          <a:pt x="55455" y="153206"/>
                        </a:cubicBezTo>
                        <a:cubicBezTo>
                          <a:pt x="55295" y="153162"/>
                          <a:pt x="55149" y="153119"/>
                          <a:pt x="54989" y="153060"/>
                        </a:cubicBezTo>
                        <a:cubicBezTo>
                          <a:pt x="54684" y="152973"/>
                          <a:pt x="54393" y="152871"/>
                          <a:pt x="54087" y="152769"/>
                        </a:cubicBezTo>
                        <a:cubicBezTo>
                          <a:pt x="53301" y="152522"/>
                          <a:pt x="52807" y="151794"/>
                          <a:pt x="52807" y="151009"/>
                        </a:cubicBezTo>
                        <a:cubicBezTo>
                          <a:pt x="52807" y="150820"/>
                          <a:pt x="52836" y="150630"/>
                          <a:pt x="52894" y="150427"/>
                        </a:cubicBezTo>
                        <a:cubicBezTo>
                          <a:pt x="53214" y="149452"/>
                          <a:pt x="54262" y="148913"/>
                          <a:pt x="55237" y="149233"/>
                        </a:cubicBezTo>
                        <a:cubicBezTo>
                          <a:pt x="60257" y="150863"/>
                          <a:pt x="65481" y="151955"/>
                          <a:pt x="70778" y="152493"/>
                        </a:cubicBezTo>
                        <a:cubicBezTo>
                          <a:pt x="97072" y="155156"/>
                          <a:pt x="121605" y="143762"/>
                          <a:pt x="136884" y="124409"/>
                        </a:cubicBezTo>
                        <a:cubicBezTo>
                          <a:pt x="145382" y="113655"/>
                          <a:pt x="151013" y="100428"/>
                          <a:pt x="152498" y="85804"/>
                        </a:cubicBezTo>
                        <a:cubicBezTo>
                          <a:pt x="152759" y="83243"/>
                          <a:pt x="152890" y="80682"/>
                          <a:pt x="152890" y="78136"/>
                        </a:cubicBezTo>
                        <a:cubicBezTo>
                          <a:pt x="152890" y="61023"/>
                          <a:pt x="147055" y="44566"/>
                          <a:pt x="136084" y="31135"/>
                        </a:cubicBezTo>
                        <a:cubicBezTo>
                          <a:pt x="123482" y="15696"/>
                          <a:pt x="105628" y="6092"/>
                          <a:pt x="85809" y="4084"/>
                        </a:cubicBezTo>
                        <a:cubicBezTo>
                          <a:pt x="44876" y="-63"/>
                          <a:pt x="8236" y="29855"/>
                          <a:pt x="4089" y="70773"/>
                        </a:cubicBezTo>
                        <a:cubicBezTo>
                          <a:pt x="3827" y="73290"/>
                          <a:pt x="3711" y="75822"/>
                          <a:pt x="3711" y="78339"/>
                        </a:cubicBezTo>
                        <a:cubicBezTo>
                          <a:pt x="3711" y="89253"/>
                          <a:pt x="6097" y="100050"/>
                          <a:pt x="10753" y="109945"/>
                        </a:cubicBezTo>
                        <a:cubicBezTo>
                          <a:pt x="10870" y="110207"/>
                          <a:pt x="10928" y="110469"/>
                          <a:pt x="10928" y="110731"/>
                        </a:cubicBezTo>
                        <a:cubicBezTo>
                          <a:pt x="10928" y="111429"/>
                          <a:pt x="10535" y="112098"/>
                          <a:pt x="9866" y="112419"/>
                        </a:cubicBezTo>
                        <a:cubicBezTo>
                          <a:pt x="8935" y="112855"/>
                          <a:pt x="7829" y="112462"/>
                          <a:pt x="7392" y="111531"/>
                        </a:cubicBezTo>
                        <a:cubicBezTo>
                          <a:pt x="2517" y="101141"/>
                          <a:pt x="0" y="89820"/>
                          <a:pt x="0" y="78354"/>
                        </a:cubicBezTo>
                        <a:cubicBezTo>
                          <a:pt x="0" y="75706"/>
                          <a:pt x="131" y="73057"/>
                          <a:pt x="393" y="70409"/>
                        </a:cubicBezTo>
                        <a:cubicBezTo>
                          <a:pt x="4744" y="27454"/>
                          <a:pt x="43246" y="-3948"/>
                          <a:pt x="86187" y="403"/>
                        </a:cubicBezTo>
                        <a:cubicBezTo>
                          <a:pt x="106996" y="2513"/>
                          <a:pt x="125738" y="12597"/>
                          <a:pt x="138965" y="28807"/>
                        </a:cubicBezTo>
                        <a:cubicBezTo>
                          <a:pt x="150475" y="42907"/>
                          <a:pt x="156601" y="60194"/>
                          <a:pt x="156616" y="78150"/>
                        </a:cubicBezTo>
                        <a:cubicBezTo>
                          <a:pt x="156616" y="80813"/>
                          <a:pt x="156485" y="83505"/>
                          <a:pt x="156208" y="86197"/>
                        </a:cubicBezTo>
                        <a:cubicBezTo>
                          <a:pt x="154098" y="107006"/>
                          <a:pt x="144014" y="125748"/>
                          <a:pt x="127819" y="138975"/>
                        </a:cubicBezTo>
                        <a:cubicBezTo>
                          <a:pt x="113704" y="150485"/>
                          <a:pt x="96431" y="156611"/>
                          <a:pt x="78461" y="15661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657" name="Graphique 8">
                <a:extLst>
                  <a:ext uri="{FF2B5EF4-FFF2-40B4-BE49-F238E27FC236}">
                    <a16:creationId xmlns:a16="http://schemas.microsoft.com/office/drawing/2014/main" id="{DB14F371-A2A8-B9BA-0583-B4547F0C3609}"/>
                  </a:ext>
                </a:extLst>
              </p:cNvPr>
              <p:cNvGrpSpPr/>
              <p:nvPr/>
            </p:nvGrpSpPr>
            <p:grpSpPr>
              <a:xfrm>
                <a:off x="104665" y="211623"/>
                <a:ext cx="234886" cy="247541"/>
                <a:chOff x="104665" y="211623"/>
                <a:chExt cx="234886" cy="247541"/>
              </a:xfrm>
            </p:grpSpPr>
            <p:grpSp>
              <p:nvGrpSpPr>
                <p:cNvPr id="658" name="Graphique 8">
                  <a:extLst>
                    <a:ext uri="{FF2B5EF4-FFF2-40B4-BE49-F238E27FC236}">
                      <a16:creationId xmlns:a16="http://schemas.microsoft.com/office/drawing/2014/main" id="{6F15F719-719E-AD0F-10AD-CDDDF7FEA7E3}"/>
                    </a:ext>
                  </a:extLst>
                </p:cNvPr>
                <p:cNvGrpSpPr/>
                <p:nvPr/>
              </p:nvGrpSpPr>
              <p:grpSpPr>
                <a:xfrm>
                  <a:off x="104665" y="211623"/>
                  <a:ext cx="147958" cy="160641"/>
                  <a:chOff x="104665" y="211623"/>
                  <a:chExt cx="147958" cy="160641"/>
                </a:xfrm>
                <a:solidFill>
                  <a:srgbClr val="B1ABE5"/>
                </a:solidFill>
              </p:grpSpPr>
              <p:sp>
                <p:nvSpPr>
                  <p:cNvPr id="666" name="Forme libre : forme 665">
                    <a:extLst>
                      <a:ext uri="{FF2B5EF4-FFF2-40B4-BE49-F238E27FC236}">
                        <a16:creationId xmlns:a16="http://schemas.microsoft.com/office/drawing/2014/main" id="{971BACF0-3F87-2B06-9B63-F2794A507ECD}"/>
                      </a:ext>
                    </a:extLst>
                  </p:cNvPr>
                  <p:cNvSpPr/>
                  <p:nvPr/>
                </p:nvSpPr>
                <p:spPr>
                  <a:xfrm>
                    <a:off x="107722" y="359587"/>
                    <a:ext cx="7553" cy="12677"/>
                  </a:xfrm>
                  <a:custGeom>
                    <a:avLst/>
                    <a:gdLst>
                      <a:gd name="connsiteX0" fmla="*/ 4684 w 7553"/>
                      <a:gd name="connsiteY0" fmla="*/ 12678 h 12677"/>
                      <a:gd name="connsiteX1" fmla="*/ 1934 w 7553"/>
                      <a:gd name="connsiteY1" fmla="*/ 10611 h 12677"/>
                      <a:gd name="connsiteX2" fmla="*/ 72 w 7553"/>
                      <a:gd name="connsiteY2" fmla="*/ 3510 h 12677"/>
                      <a:gd name="connsiteX3" fmla="*/ 2225 w 7553"/>
                      <a:gd name="connsiteY3" fmla="*/ 76 h 12677"/>
                      <a:gd name="connsiteX4" fmla="*/ 5659 w 7553"/>
                      <a:gd name="connsiteY4" fmla="*/ 2230 h 12677"/>
                      <a:gd name="connsiteX5" fmla="*/ 7435 w 7553"/>
                      <a:gd name="connsiteY5" fmla="*/ 8996 h 12677"/>
                      <a:gd name="connsiteX6" fmla="*/ 5485 w 7553"/>
                      <a:gd name="connsiteY6" fmla="*/ 12561 h 12677"/>
                      <a:gd name="connsiteX7" fmla="*/ 4670 w 7553"/>
                      <a:gd name="connsiteY7" fmla="*/ 12678 h 126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7553" h="12677">
                        <a:moveTo>
                          <a:pt x="4684" y="12678"/>
                        </a:moveTo>
                        <a:cubicBezTo>
                          <a:pt x="3448" y="12678"/>
                          <a:pt x="2298" y="11863"/>
                          <a:pt x="1934" y="10611"/>
                        </a:cubicBezTo>
                        <a:cubicBezTo>
                          <a:pt x="1250" y="8269"/>
                          <a:pt x="625" y="5882"/>
                          <a:pt x="72" y="3510"/>
                        </a:cubicBezTo>
                        <a:cubicBezTo>
                          <a:pt x="-278" y="1968"/>
                          <a:pt x="683" y="425"/>
                          <a:pt x="2225" y="76"/>
                        </a:cubicBezTo>
                        <a:cubicBezTo>
                          <a:pt x="3768" y="-288"/>
                          <a:pt x="5310" y="687"/>
                          <a:pt x="5659" y="2230"/>
                        </a:cubicBezTo>
                        <a:cubicBezTo>
                          <a:pt x="6183" y="4500"/>
                          <a:pt x="6780" y="6770"/>
                          <a:pt x="7435" y="8996"/>
                        </a:cubicBezTo>
                        <a:cubicBezTo>
                          <a:pt x="7886" y="10509"/>
                          <a:pt x="7013" y="12110"/>
                          <a:pt x="5485" y="12561"/>
                        </a:cubicBezTo>
                        <a:cubicBezTo>
                          <a:pt x="5208" y="12634"/>
                          <a:pt x="4946" y="12678"/>
                          <a:pt x="4670" y="12678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7" name="Forme libre : forme 666">
                    <a:extLst>
                      <a:ext uri="{FF2B5EF4-FFF2-40B4-BE49-F238E27FC236}">
                        <a16:creationId xmlns:a16="http://schemas.microsoft.com/office/drawing/2014/main" id="{43803F9B-EFAA-723F-C62F-BB9CF6E2B18C}"/>
                      </a:ext>
                    </a:extLst>
                  </p:cNvPr>
                  <p:cNvSpPr/>
                  <p:nvPr/>
                </p:nvSpPr>
                <p:spPr>
                  <a:xfrm>
                    <a:off x="104665" y="211623"/>
                    <a:ext cx="147958" cy="138988"/>
                  </a:xfrm>
                  <a:custGeom>
                    <a:avLst/>
                    <a:gdLst>
                      <a:gd name="connsiteX0" fmla="*/ 3492 w 147958"/>
                      <a:gd name="connsiteY0" fmla="*/ 138989 h 138988"/>
                      <a:gd name="connsiteX1" fmla="*/ 640 w 147958"/>
                      <a:gd name="connsiteY1" fmla="*/ 136413 h 138988"/>
                      <a:gd name="connsiteX2" fmla="*/ 0 w 147958"/>
                      <a:gd name="connsiteY2" fmla="*/ 123812 h 138988"/>
                      <a:gd name="connsiteX3" fmla="*/ 29 w 147958"/>
                      <a:gd name="connsiteY3" fmla="*/ 121163 h 138988"/>
                      <a:gd name="connsiteX4" fmla="*/ 2954 w 147958"/>
                      <a:gd name="connsiteY4" fmla="*/ 118355 h 138988"/>
                      <a:gd name="connsiteX5" fmla="*/ 5762 w 147958"/>
                      <a:gd name="connsiteY5" fmla="*/ 121280 h 138988"/>
                      <a:gd name="connsiteX6" fmla="*/ 5733 w 147958"/>
                      <a:gd name="connsiteY6" fmla="*/ 123812 h 138988"/>
                      <a:gd name="connsiteX7" fmla="*/ 6344 w 147958"/>
                      <a:gd name="connsiteY7" fmla="*/ 135831 h 138988"/>
                      <a:gd name="connsiteX8" fmla="*/ 3783 w 147958"/>
                      <a:gd name="connsiteY8" fmla="*/ 138974 h 138988"/>
                      <a:gd name="connsiteX9" fmla="*/ 3492 w 147958"/>
                      <a:gd name="connsiteY9" fmla="*/ 138974 h 138988"/>
                      <a:gd name="connsiteX10" fmla="*/ 4118 w 147958"/>
                      <a:gd name="connsiteY10" fmla="*/ 109217 h 138988"/>
                      <a:gd name="connsiteX11" fmla="*/ 3711 w 147958"/>
                      <a:gd name="connsiteY11" fmla="*/ 109188 h 138988"/>
                      <a:gd name="connsiteX12" fmla="*/ 1281 w 147958"/>
                      <a:gd name="connsiteY12" fmla="*/ 105943 h 138988"/>
                      <a:gd name="connsiteX13" fmla="*/ 4380 w 147958"/>
                      <a:gd name="connsiteY13" fmla="*/ 90999 h 138988"/>
                      <a:gd name="connsiteX14" fmla="*/ 7901 w 147958"/>
                      <a:gd name="connsiteY14" fmla="*/ 88991 h 138988"/>
                      <a:gd name="connsiteX15" fmla="*/ 9909 w 147958"/>
                      <a:gd name="connsiteY15" fmla="*/ 92512 h 138988"/>
                      <a:gd name="connsiteX16" fmla="*/ 6956 w 147958"/>
                      <a:gd name="connsiteY16" fmla="*/ 106772 h 138988"/>
                      <a:gd name="connsiteX17" fmla="*/ 4118 w 147958"/>
                      <a:gd name="connsiteY17" fmla="*/ 109231 h 138988"/>
                      <a:gd name="connsiteX18" fmla="*/ 11947 w 147958"/>
                      <a:gd name="connsiteY18" fmla="*/ 80493 h 138988"/>
                      <a:gd name="connsiteX19" fmla="*/ 10855 w 147958"/>
                      <a:gd name="connsiteY19" fmla="*/ 80274 h 138988"/>
                      <a:gd name="connsiteX20" fmla="*/ 9298 w 147958"/>
                      <a:gd name="connsiteY20" fmla="*/ 76535 h 138988"/>
                      <a:gd name="connsiteX21" fmla="*/ 15977 w 147958"/>
                      <a:gd name="connsiteY21" fmla="*/ 62798 h 138988"/>
                      <a:gd name="connsiteX22" fmla="*/ 19892 w 147958"/>
                      <a:gd name="connsiteY22" fmla="*/ 61721 h 138988"/>
                      <a:gd name="connsiteX23" fmla="*/ 20983 w 147958"/>
                      <a:gd name="connsiteY23" fmla="*/ 65621 h 138988"/>
                      <a:gd name="connsiteX24" fmla="*/ 14610 w 147958"/>
                      <a:gd name="connsiteY24" fmla="*/ 78717 h 138988"/>
                      <a:gd name="connsiteX25" fmla="*/ 11961 w 147958"/>
                      <a:gd name="connsiteY25" fmla="*/ 80493 h 138988"/>
                      <a:gd name="connsiteX26" fmla="*/ 26600 w 147958"/>
                      <a:gd name="connsiteY26" fmla="*/ 54562 h 138988"/>
                      <a:gd name="connsiteX27" fmla="*/ 24897 w 147958"/>
                      <a:gd name="connsiteY27" fmla="*/ 53995 h 138988"/>
                      <a:gd name="connsiteX28" fmla="*/ 24301 w 147958"/>
                      <a:gd name="connsiteY28" fmla="*/ 49978 h 138988"/>
                      <a:gd name="connsiteX29" fmla="*/ 34137 w 147958"/>
                      <a:gd name="connsiteY29" fmla="*/ 38294 h 138988"/>
                      <a:gd name="connsiteX30" fmla="*/ 38197 w 147958"/>
                      <a:gd name="connsiteY30" fmla="*/ 38192 h 138988"/>
                      <a:gd name="connsiteX31" fmla="*/ 38299 w 147958"/>
                      <a:gd name="connsiteY31" fmla="*/ 42252 h 138988"/>
                      <a:gd name="connsiteX32" fmla="*/ 28928 w 147958"/>
                      <a:gd name="connsiteY32" fmla="*/ 53383 h 138988"/>
                      <a:gd name="connsiteX33" fmla="*/ 26629 w 147958"/>
                      <a:gd name="connsiteY33" fmla="*/ 54548 h 138988"/>
                      <a:gd name="connsiteX34" fmla="*/ 47146 w 147958"/>
                      <a:gd name="connsiteY34" fmla="*/ 33012 h 138988"/>
                      <a:gd name="connsiteX35" fmla="*/ 44920 w 147958"/>
                      <a:gd name="connsiteY35" fmla="*/ 31964 h 138988"/>
                      <a:gd name="connsiteX36" fmla="*/ 45313 w 147958"/>
                      <a:gd name="connsiteY36" fmla="*/ 27933 h 138988"/>
                      <a:gd name="connsiteX37" fmla="*/ 57681 w 147958"/>
                      <a:gd name="connsiteY37" fmla="*/ 18999 h 138988"/>
                      <a:gd name="connsiteX38" fmla="*/ 61639 w 147958"/>
                      <a:gd name="connsiteY38" fmla="*/ 19886 h 138988"/>
                      <a:gd name="connsiteX39" fmla="*/ 60752 w 147958"/>
                      <a:gd name="connsiteY39" fmla="*/ 23844 h 138988"/>
                      <a:gd name="connsiteX40" fmla="*/ 48951 w 147958"/>
                      <a:gd name="connsiteY40" fmla="*/ 32371 h 138988"/>
                      <a:gd name="connsiteX41" fmla="*/ 47132 w 147958"/>
                      <a:gd name="connsiteY41" fmla="*/ 33026 h 138988"/>
                      <a:gd name="connsiteX42" fmla="*/ 72291 w 147958"/>
                      <a:gd name="connsiteY42" fmla="*/ 17093 h 138988"/>
                      <a:gd name="connsiteX43" fmla="*/ 69701 w 147958"/>
                      <a:gd name="connsiteY43" fmla="*/ 15448 h 138988"/>
                      <a:gd name="connsiteX44" fmla="*/ 71069 w 147958"/>
                      <a:gd name="connsiteY44" fmla="*/ 11636 h 138988"/>
                      <a:gd name="connsiteX45" fmla="*/ 85241 w 147958"/>
                      <a:gd name="connsiteY45" fmla="*/ 5990 h 138988"/>
                      <a:gd name="connsiteX46" fmla="*/ 88865 w 147958"/>
                      <a:gd name="connsiteY46" fmla="*/ 7823 h 138988"/>
                      <a:gd name="connsiteX47" fmla="*/ 87031 w 147958"/>
                      <a:gd name="connsiteY47" fmla="*/ 11447 h 138988"/>
                      <a:gd name="connsiteX48" fmla="*/ 73513 w 147958"/>
                      <a:gd name="connsiteY48" fmla="*/ 16831 h 138988"/>
                      <a:gd name="connsiteX49" fmla="*/ 72291 w 147958"/>
                      <a:gd name="connsiteY49" fmla="*/ 17107 h 138988"/>
                      <a:gd name="connsiteX50" fmla="*/ 100564 w 147958"/>
                      <a:gd name="connsiteY50" fmla="*/ 7809 h 138988"/>
                      <a:gd name="connsiteX51" fmla="*/ 97756 w 147958"/>
                      <a:gd name="connsiteY51" fmla="*/ 5495 h 138988"/>
                      <a:gd name="connsiteX52" fmla="*/ 100026 w 147958"/>
                      <a:gd name="connsiteY52" fmla="*/ 2134 h 138988"/>
                      <a:gd name="connsiteX53" fmla="*/ 115159 w 147958"/>
                      <a:gd name="connsiteY53" fmla="*/ 140 h 138988"/>
                      <a:gd name="connsiteX54" fmla="*/ 118215 w 147958"/>
                      <a:gd name="connsiteY54" fmla="*/ 2803 h 138988"/>
                      <a:gd name="connsiteX55" fmla="*/ 115552 w 147958"/>
                      <a:gd name="connsiteY55" fmla="*/ 5859 h 138988"/>
                      <a:gd name="connsiteX56" fmla="*/ 101117 w 147958"/>
                      <a:gd name="connsiteY56" fmla="*/ 7765 h 138988"/>
                      <a:gd name="connsiteX57" fmla="*/ 100564 w 147958"/>
                      <a:gd name="connsiteY57" fmla="*/ 7823 h 138988"/>
                      <a:gd name="connsiteX58" fmla="*/ 145091 w 147958"/>
                      <a:gd name="connsiteY58" fmla="*/ 7445 h 138988"/>
                      <a:gd name="connsiteX59" fmla="*/ 144582 w 147958"/>
                      <a:gd name="connsiteY59" fmla="*/ 7401 h 138988"/>
                      <a:gd name="connsiteX60" fmla="*/ 132009 w 147958"/>
                      <a:gd name="connsiteY60" fmla="*/ 5859 h 138988"/>
                      <a:gd name="connsiteX61" fmla="*/ 130118 w 147958"/>
                      <a:gd name="connsiteY61" fmla="*/ 5743 h 138988"/>
                      <a:gd name="connsiteX62" fmla="*/ 127397 w 147958"/>
                      <a:gd name="connsiteY62" fmla="*/ 2730 h 138988"/>
                      <a:gd name="connsiteX63" fmla="*/ 130409 w 147958"/>
                      <a:gd name="connsiteY63" fmla="*/ 9 h 138988"/>
                      <a:gd name="connsiteX64" fmla="*/ 132417 w 147958"/>
                      <a:gd name="connsiteY64" fmla="*/ 140 h 138988"/>
                      <a:gd name="connsiteX65" fmla="*/ 145586 w 147958"/>
                      <a:gd name="connsiteY65" fmla="*/ 1755 h 138988"/>
                      <a:gd name="connsiteX66" fmla="*/ 147914 w 147958"/>
                      <a:gd name="connsiteY66" fmla="*/ 5073 h 138988"/>
                      <a:gd name="connsiteX67" fmla="*/ 145091 w 147958"/>
                      <a:gd name="connsiteY67" fmla="*/ 7445 h 1389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</a:cxnLst>
                    <a:rect l="l" t="t" r="r" b="b"/>
                    <a:pathLst>
                      <a:path w="147958" h="138988">
                        <a:moveTo>
                          <a:pt x="3492" y="138989"/>
                        </a:moveTo>
                        <a:cubicBezTo>
                          <a:pt x="2037" y="138989"/>
                          <a:pt x="786" y="137883"/>
                          <a:pt x="640" y="136413"/>
                        </a:cubicBezTo>
                        <a:cubicBezTo>
                          <a:pt x="218" y="132237"/>
                          <a:pt x="0" y="128003"/>
                          <a:pt x="0" y="123812"/>
                        </a:cubicBezTo>
                        <a:cubicBezTo>
                          <a:pt x="0" y="122924"/>
                          <a:pt x="0" y="122051"/>
                          <a:pt x="29" y="121163"/>
                        </a:cubicBezTo>
                        <a:cubicBezTo>
                          <a:pt x="58" y="119577"/>
                          <a:pt x="1455" y="118384"/>
                          <a:pt x="2954" y="118355"/>
                        </a:cubicBezTo>
                        <a:cubicBezTo>
                          <a:pt x="4540" y="118384"/>
                          <a:pt x="5791" y="119694"/>
                          <a:pt x="5762" y="121280"/>
                        </a:cubicBezTo>
                        <a:cubicBezTo>
                          <a:pt x="5748" y="122124"/>
                          <a:pt x="5733" y="122968"/>
                          <a:pt x="5733" y="123812"/>
                        </a:cubicBezTo>
                        <a:cubicBezTo>
                          <a:pt x="5733" y="127813"/>
                          <a:pt x="5937" y="131859"/>
                          <a:pt x="6344" y="135831"/>
                        </a:cubicBezTo>
                        <a:cubicBezTo>
                          <a:pt x="6504" y="137403"/>
                          <a:pt x="5355" y="138814"/>
                          <a:pt x="3783" y="138974"/>
                        </a:cubicBezTo>
                        <a:cubicBezTo>
                          <a:pt x="3681" y="138974"/>
                          <a:pt x="3580" y="138974"/>
                          <a:pt x="3492" y="138974"/>
                        </a:cubicBezTo>
                        <a:close/>
                        <a:moveTo>
                          <a:pt x="4118" y="109217"/>
                        </a:moveTo>
                        <a:cubicBezTo>
                          <a:pt x="3987" y="109217"/>
                          <a:pt x="3842" y="109217"/>
                          <a:pt x="3711" y="109188"/>
                        </a:cubicBezTo>
                        <a:cubicBezTo>
                          <a:pt x="2139" y="108955"/>
                          <a:pt x="1048" y="107514"/>
                          <a:pt x="1281" y="105943"/>
                        </a:cubicBezTo>
                        <a:cubicBezTo>
                          <a:pt x="2008" y="100908"/>
                          <a:pt x="3041" y="95888"/>
                          <a:pt x="4380" y="90999"/>
                        </a:cubicBezTo>
                        <a:cubicBezTo>
                          <a:pt x="4802" y="89471"/>
                          <a:pt x="6373" y="88569"/>
                          <a:pt x="7901" y="88991"/>
                        </a:cubicBezTo>
                        <a:cubicBezTo>
                          <a:pt x="9429" y="89413"/>
                          <a:pt x="10331" y="90984"/>
                          <a:pt x="9909" y="92512"/>
                        </a:cubicBezTo>
                        <a:cubicBezTo>
                          <a:pt x="8643" y="97168"/>
                          <a:pt x="7639" y="101970"/>
                          <a:pt x="6956" y="106772"/>
                        </a:cubicBezTo>
                        <a:cubicBezTo>
                          <a:pt x="6752" y="108198"/>
                          <a:pt x="5529" y="109231"/>
                          <a:pt x="4118" y="109231"/>
                        </a:cubicBezTo>
                        <a:close/>
                        <a:moveTo>
                          <a:pt x="11947" y="80493"/>
                        </a:moveTo>
                        <a:cubicBezTo>
                          <a:pt x="11583" y="80493"/>
                          <a:pt x="11219" y="80420"/>
                          <a:pt x="10855" y="80274"/>
                        </a:cubicBezTo>
                        <a:cubicBezTo>
                          <a:pt x="9386" y="79678"/>
                          <a:pt x="8687" y="77990"/>
                          <a:pt x="9298" y="76535"/>
                        </a:cubicBezTo>
                        <a:cubicBezTo>
                          <a:pt x="11234" y="71849"/>
                          <a:pt x="13475" y="67222"/>
                          <a:pt x="15977" y="62798"/>
                        </a:cubicBezTo>
                        <a:cubicBezTo>
                          <a:pt x="16763" y="61416"/>
                          <a:pt x="18509" y="60936"/>
                          <a:pt x="19892" y="61721"/>
                        </a:cubicBezTo>
                        <a:cubicBezTo>
                          <a:pt x="21274" y="62507"/>
                          <a:pt x="21754" y="64253"/>
                          <a:pt x="20983" y="65621"/>
                        </a:cubicBezTo>
                        <a:cubicBezTo>
                          <a:pt x="18597" y="69841"/>
                          <a:pt x="16458" y="74250"/>
                          <a:pt x="14610" y="78717"/>
                        </a:cubicBezTo>
                        <a:cubicBezTo>
                          <a:pt x="14158" y="79823"/>
                          <a:pt x="13082" y="80493"/>
                          <a:pt x="11961" y="80493"/>
                        </a:cubicBezTo>
                        <a:close/>
                        <a:moveTo>
                          <a:pt x="26600" y="54562"/>
                        </a:moveTo>
                        <a:cubicBezTo>
                          <a:pt x="26003" y="54562"/>
                          <a:pt x="25407" y="54373"/>
                          <a:pt x="24897" y="53995"/>
                        </a:cubicBezTo>
                        <a:cubicBezTo>
                          <a:pt x="23631" y="53049"/>
                          <a:pt x="23355" y="51259"/>
                          <a:pt x="24301" y="49978"/>
                        </a:cubicBezTo>
                        <a:cubicBezTo>
                          <a:pt x="27327" y="45890"/>
                          <a:pt x="30630" y="41961"/>
                          <a:pt x="34137" y="38294"/>
                        </a:cubicBezTo>
                        <a:cubicBezTo>
                          <a:pt x="35229" y="37144"/>
                          <a:pt x="37048" y="37115"/>
                          <a:pt x="38197" y="38192"/>
                        </a:cubicBezTo>
                        <a:cubicBezTo>
                          <a:pt x="39347" y="39283"/>
                          <a:pt x="39390" y="41102"/>
                          <a:pt x="38299" y="42252"/>
                        </a:cubicBezTo>
                        <a:cubicBezTo>
                          <a:pt x="34967" y="45744"/>
                          <a:pt x="31809" y="49498"/>
                          <a:pt x="28928" y="53383"/>
                        </a:cubicBezTo>
                        <a:cubicBezTo>
                          <a:pt x="28360" y="54140"/>
                          <a:pt x="27502" y="54548"/>
                          <a:pt x="26629" y="54548"/>
                        </a:cubicBezTo>
                        <a:close/>
                        <a:moveTo>
                          <a:pt x="47146" y="33012"/>
                        </a:moveTo>
                        <a:cubicBezTo>
                          <a:pt x="46317" y="33012"/>
                          <a:pt x="45487" y="32648"/>
                          <a:pt x="44920" y="31964"/>
                        </a:cubicBezTo>
                        <a:cubicBezTo>
                          <a:pt x="43916" y="30742"/>
                          <a:pt x="44090" y="28937"/>
                          <a:pt x="45313" y="27933"/>
                        </a:cubicBezTo>
                        <a:cubicBezTo>
                          <a:pt x="49242" y="24717"/>
                          <a:pt x="53403" y="21705"/>
                          <a:pt x="57681" y="18999"/>
                        </a:cubicBezTo>
                        <a:cubicBezTo>
                          <a:pt x="59020" y="18140"/>
                          <a:pt x="60795" y="18548"/>
                          <a:pt x="61639" y="19886"/>
                        </a:cubicBezTo>
                        <a:cubicBezTo>
                          <a:pt x="62483" y="21225"/>
                          <a:pt x="62090" y="23000"/>
                          <a:pt x="60752" y="23844"/>
                        </a:cubicBezTo>
                        <a:cubicBezTo>
                          <a:pt x="56663" y="26434"/>
                          <a:pt x="52690" y="29301"/>
                          <a:pt x="48951" y="32371"/>
                        </a:cubicBezTo>
                        <a:cubicBezTo>
                          <a:pt x="48412" y="32808"/>
                          <a:pt x="47772" y="33026"/>
                          <a:pt x="47132" y="33026"/>
                        </a:cubicBezTo>
                        <a:close/>
                        <a:moveTo>
                          <a:pt x="72291" y="17093"/>
                        </a:moveTo>
                        <a:cubicBezTo>
                          <a:pt x="71214" y="17093"/>
                          <a:pt x="70181" y="16481"/>
                          <a:pt x="69701" y="15448"/>
                        </a:cubicBezTo>
                        <a:cubicBezTo>
                          <a:pt x="69031" y="14022"/>
                          <a:pt x="69642" y="12305"/>
                          <a:pt x="71069" y="11636"/>
                        </a:cubicBezTo>
                        <a:cubicBezTo>
                          <a:pt x="75652" y="9468"/>
                          <a:pt x="80425" y="7561"/>
                          <a:pt x="85241" y="5990"/>
                        </a:cubicBezTo>
                        <a:cubicBezTo>
                          <a:pt x="86755" y="5495"/>
                          <a:pt x="88370" y="6325"/>
                          <a:pt x="88865" y="7823"/>
                        </a:cubicBezTo>
                        <a:cubicBezTo>
                          <a:pt x="89359" y="9322"/>
                          <a:pt x="88545" y="10952"/>
                          <a:pt x="87031" y="11447"/>
                        </a:cubicBezTo>
                        <a:cubicBezTo>
                          <a:pt x="82433" y="12960"/>
                          <a:pt x="77893" y="14764"/>
                          <a:pt x="73513" y="16831"/>
                        </a:cubicBezTo>
                        <a:cubicBezTo>
                          <a:pt x="73120" y="17020"/>
                          <a:pt x="72698" y="17107"/>
                          <a:pt x="72291" y="17107"/>
                        </a:cubicBezTo>
                        <a:close/>
                        <a:moveTo>
                          <a:pt x="100564" y="7809"/>
                        </a:moveTo>
                        <a:cubicBezTo>
                          <a:pt x="99225" y="7809"/>
                          <a:pt x="98018" y="6863"/>
                          <a:pt x="97756" y="5495"/>
                        </a:cubicBezTo>
                        <a:cubicBezTo>
                          <a:pt x="97450" y="3938"/>
                          <a:pt x="98469" y="2439"/>
                          <a:pt x="100026" y="2134"/>
                        </a:cubicBezTo>
                        <a:cubicBezTo>
                          <a:pt x="104988" y="1159"/>
                          <a:pt x="110081" y="490"/>
                          <a:pt x="115159" y="140"/>
                        </a:cubicBezTo>
                        <a:cubicBezTo>
                          <a:pt x="116745" y="53"/>
                          <a:pt x="118113" y="1217"/>
                          <a:pt x="118215" y="2803"/>
                        </a:cubicBezTo>
                        <a:cubicBezTo>
                          <a:pt x="118331" y="4389"/>
                          <a:pt x="117138" y="5757"/>
                          <a:pt x="115552" y="5859"/>
                        </a:cubicBezTo>
                        <a:cubicBezTo>
                          <a:pt x="110706" y="6194"/>
                          <a:pt x="105846" y="6834"/>
                          <a:pt x="101117" y="7765"/>
                        </a:cubicBezTo>
                        <a:cubicBezTo>
                          <a:pt x="100928" y="7809"/>
                          <a:pt x="100739" y="7823"/>
                          <a:pt x="100564" y="7823"/>
                        </a:cubicBezTo>
                        <a:close/>
                        <a:moveTo>
                          <a:pt x="145091" y="7445"/>
                        </a:moveTo>
                        <a:cubicBezTo>
                          <a:pt x="144931" y="7445"/>
                          <a:pt x="144756" y="7445"/>
                          <a:pt x="144582" y="7401"/>
                        </a:cubicBezTo>
                        <a:cubicBezTo>
                          <a:pt x="140464" y="6674"/>
                          <a:pt x="136244" y="6150"/>
                          <a:pt x="132009" y="5859"/>
                        </a:cubicBezTo>
                        <a:cubicBezTo>
                          <a:pt x="131369" y="5815"/>
                          <a:pt x="130743" y="5772"/>
                          <a:pt x="130118" y="5743"/>
                        </a:cubicBezTo>
                        <a:cubicBezTo>
                          <a:pt x="128532" y="5655"/>
                          <a:pt x="127324" y="4316"/>
                          <a:pt x="127397" y="2730"/>
                        </a:cubicBezTo>
                        <a:cubicBezTo>
                          <a:pt x="127469" y="1144"/>
                          <a:pt x="128837" y="-122"/>
                          <a:pt x="130409" y="9"/>
                        </a:cubicBezTo>
                        <a:cubicBezTo>
                          <a:pt x="131078" y="53"/>
                          <a:pt x="131747" y="82"/>
                          <a:pt x="132417" y="140"/>
                        </a:cubicBezTo>
                        <a:cubicBezTo>
                          <a:pt x="136826" y="446"/>
                          <a:pt x="141264" y="984"/>
                          <a:pt x="145586" y="1755"/>
                        </a:cubicBezTo>
                        <a:cubicBezTo>
                          <a:pt x="147143" y="2032"/>
                          <a:pt x="148190" y="3516"/>
                          <a:pt x="147914" y="5073"/>
                        </a:cubicBezTo>
                        <a:cubicBezTo>
                          <a:pt x="147667" y="6456"/>
                          <a:pt x="146459" y="7445"/>
                          <a:pt x="145091" y="7445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59" name="Graphique 8">
                  <a:extLst>
                    <a:ext uri="{FF2B5EF4-FFF2-40B4-BE49-F238E27FC236}">
                      <a16:creationId xmlns:a16="http://schemas.microsoft.com/office/drawing/2014/main" id="{AA8B7045-A56A-7D7D-6553-FB1CFC7B84F6}"/>
                    </a:ext>
                  </a:extLst>
                </p:cNvPr>
                <p:cNvGrpSpPr/>
                <p:nvPr/>
              </p:nvGrpSpPr>
              <p:grpSpPr>
                <a:xfrm>
                  <a:off x="152127" y="386721"/>
                  <a:ext cx="187424" cy="72443"/>
                  <a:chOff x="152127" y="386721"/>
                  <a:chExt cx="187424" cy="72443"/>
                </a:xfrm>
                <a:solidFill>
                  <a:srgbClr val="B1ABE5"/>
                </a:solidFill>
              </p:grpSpPr>
              <p:sp>
                <p:nvSpPr>
                  <p:cNvPr id="664" name="Forme libre : forme 663">
                    <a:extLst>
                      <a:ext uri="{FF2B5EF4-FFF2-40B4-BE49-F238E27FC236}">
                        <a16:creationId xmlns:a16="http://schemas.microsoft.com/office/drawing/2014/main" id="{74416E82-B826-EC0C-BECC-2523A1E6A0CE}"/>
                      </a:ext>
                    </a:extLst>
                  </p:cNvPr>
                  <p:cNvSpPr/>
                  <p:nvPr/>
                </p:nvSpPr>
                <p:spPr>
                  <a:xfrm>
                    <a:off x="170679" y="386721"/>
                    <a:ext cx="168872" cy="72443"/>
                  </a:xfrm>
                  <a:custGeom>
                    <a:avLst/>
                    <a:gdLst>
                      <a:gd name="connsiteX0" fmla="*/ 59535 w 168872"/>
                      <a:gd name="connsiteY0" fmla="*/ 72444 h 72443"/>
                      <a:gd name="connsiteX1" fmla="*/ 56668 w 168872"/>
                      <a:gd name="connsiteY1" fmla="*/ 69606 h 72443"/>
                      <a:gd name="connsiteX2" fmla="*/ 59491 w 168872"/>
                      <a:gd name="connsiteY2" fmla="*/ 66696 h 72443"/>
                      <a:gd name="connsiteX3" fmla="*/ 73766 w 168872"/>
                      <a:gd name="connsiteY3" fmla="*/ 65648 h 72443"/>
                      <a:gd name="connsiteX4" fmla="*/ 76996 w 168872"/>
                      <a:gd name="connsiteY4" fmla="*/ 68108 h 72443"/>
                      <a:gd name="connsiteX5" fmla="*/ 74537 w 168872"/>
                      <a:gd name="connsiteY5" fmla="*/ 71338 h 72443"/>
                      <a:gd name="connsiteX6" fmla="*/ 59564 w 168872"/>
                      <a:gd name="connsiteY6" fmla="*/ 72444 h 72443"/>
                      <a:gd name="connsiteX7" fmla="*/ 59520 w 168872"/>
                      <a:gd name="connsiteY7" fmla="*/ 72444 h 72443"/>
                      <a:gd name="connsiteX8" fmla="*/ 44882 w 168872"/>
                      <a:gd name="connsiteY8" fmla="*/ 71745 h 72443"/>
                      <a:gd name="connsiteX9" fmla="*/ 44576 w 168872"/>
                      <a:gd name="connsiteY9" fmla="*/ 71731 h 72443"/>
                      <a:gd name="connsiteX10" fmla="*/ 29763 w 168872"/>
                      <a:gd name="connsiteY10" fmla="*/ 69243 h 72443"/>
                      <a:gd name="connsiteX11" fmla="*/ 27609 w 168872"/>
                      <a:gd name="connsiteY11" fmla="*/ 65808 h 72443"/>
                      <a:gd name="connsiteX12" fmla="*/ 31043 w 168872"/>
                      <a:gd name="connsiteY12" fmla="*/ 63655 h 72443"/>
                      <a:gd name="connsiteX13" fmla="*/ 45173 w 168872"/>
                      <a:gd name="connsiteY13" fmla="*/ 66041 h 72443"/>
                      <a:gd name="connsiteX14" fmla="*/ 47719 w 168872"/>
                      <a:gd name="connsiteY14" fmla="*/ 69199 h 72443"/>
                      <a:gd name="connsiteX15" fmla="*/ 44867 w 168872"/>
                      <a:gd name="connsiteY15" fmla="*/ 71760 h 72443"/>
                      <a:gd name="connsiteX16" fmla="*/ 88550 w 168872"/>
                      <a:gd name="connsiteY16" fmla="*/ 68515 h 72443"/>
                      <a:gd name="connsiteX17" fmla="*/ 85771 w 168872"/>
                      <a:gd name="connsiteY17" fmla="*/ 66376 h 72443"/>
                      <a:gd name="connsiteX18" fmla="*/ 87808 w 168872"/>
                      <a:gd name="connsiteY18" fmla="*/ 62869 h 72443"/>
                      <a:gd name="connsiteX19" fmla="*/ 101413 w 168872"/>
                      <a:gd name="connsiteY19" fmla="*/ 58387 h 72443"/>
                      <a:gd name="connsiteX20" fmla="*/ 105138 w 168872"/>
                      <a:gd name="connsiteY20" fmla="*/ 59988 h 72443"/>
                      <a:gd name="connsiteX21" fmla="*/ 103538 w 168872"/>
                      <a:gd name="connsiteY21" fmla="*/ 63713 h 72443"/>
                      <a:gd name="connsiteX22" fmla="*/ 89278 w 168872"/>
                      <a:gd name="connsiteY22" fmla="*/ 68399 h 72443"/>
                      <a:gd name="connsiteX23" fmla="*/ 88550 w 168872"/>
                      <a:gd name="connsiteY23" fmla="*/ 68500 h 72443"/>
                      <a:gd name="connsiteX24" fmla="*/ 16332 w 168872"/>
                      <a:gd name="connsiteY24" fmla="*/ 65125 h 72443"/>
                      <a:gd name="connsiteX25" fmla="*/ 15342 w 168872"/>
                      <a:gd name="connsiteY25" fmla="*/ 64950 h 72443"/>
                      <a:gd name="connsiteX26" fmla="*/ 1562 w 168872"/>
                      <a:gd name="connsiteY26" fmla="*/ 58955 h 72443"/>
                      <a:gd name="connsiteX27" fmla="*/ 311 w 168872"/>
                      <a:gd name="connsiteY27" fmla="*/ 55099 h 72443"/>
                      <a:gd name="connsiteX28" fmla="*/ 4167 w 168872"/>
                      <a:gd name="connsiteY28" fmla="*/ 53847 h 72443"/>
                      <a:gd name="connsiteX29" fmla="*/ 17292 w 168872"/>
                      <a:gd name="connsiteY29" fmla="*/ 59566 h 72443"/>
                      <a:gd name="connsiteX30" fmla="*/ 19009 w 168872"/>
                      <a:gd name="connsiteY30" fmla="*/ 63247 h 72443"/>
                      <a:gd name="connsiteX31" fmla="*/ 16317 w 168872"/>
                      <a:gd name="connsiteY31" fmla="*/ 65139 h 72443"/>
                      <a:gd name="connsiteX32" fmla="*/ 115746 w 168872"/>
                      <a:gd name="connsiteY32" fmla="*/ 57689 h 72443"/>
                      <a:gd name="connsiteX33" fmla="*/ 113229 w 168872"/>
                      <a:gd name="connsiteY33" fmla="*/ 56190 h 72443"/>
                      <a:gd name="connsiteX34" fmla="*/ 114364 w 168872"/>
                      <a:gd name="connsiteY34" fmla="*/ 52290 h 72443"/>
                      <a:gd name="connsiteX35" fmla="*/ 126500 w 168872"/>
                      <a:gd name="connsiteY35" fmla="*/ 44680 h 72443"/>
                      <a:gd name="connsiteX36" fmla="*/ 130501 w 168872"/>
                      <a:gd name="connsiteY36" fmla="*/ 45349 h 72443"/>
                      <a:gd name="connsiteX37" fmla="*/ 129832 w 168872"/>
                      <a:gd name="connsiteY37" fmla="*/ 49351 h 72443"/>
                      <a:gd name="connsiteX38" fmla="*/ 117114 w 168872"/>
                      <a:gd name="connsiteY38" fmla="*/ 57325 h 72443"/>
                      <a:gd name="connsiteX39" fmla="*/ 115746 w 168872"/>
                      <a:gd name="connsiteY39" fmla="*/ 57674 h 72443"/>
                      <a:gd name="connsiteX40" fmla="*/ 139567 w 168872"/>
                      <a:gd name="connsiteY40" fmla="*/ 40664 h 72443"/>
                      <a:gd name="connsiteX41" fmla="*/ 137457 w 168872"/>
                      <a:gd name="connsiteY41" fmla="*/ 39733 h 72443"/>
                      <a:gd name="connsiteX42" fmla="*/ 137632 w 168872"/>
                      <a:gd name="connsiteY42" fmla="*/ 35687 h 72443"/>
                      <a:gd name="connsiteX43" fmla="*/ 147599 w 168872"/>
                      <a:gd name="connsiteY43" fmla="*/ 25400 h 72443"/>
                      <a:gd name="connsiteX44" fmla="*/ 151644 w 168872"/>
                      <a:gd name="connsiteY44" fmla="*/ 25094 h 72443"/>
                      <a:gd name="connsiteX45" fmla="*/ 151950 w 168872"/>
                      <a:gd name="connsiteY45" fmla="*/ 29139 h 72443"/>
                      <a:gd name="connsiteX46" fmla="*/ 141502 w 168872"/>
                      <a:gd name="connsiteY46" fmla="*/ 39936 h 72443"/>
                      <a:gd name="connsiteX47" fmla="*/ 139567 w 168872"/>
                      <a:gd name="connsiteY47" fmla="*/ 40693 h 72443"/>
                      <a:gd name="connsiteX48" fmla="*/ 158614 w 168872"/>
                      <a:gd name="connsiteY48" fmla="*/ 18415 h 72443"/>
                      <a:gd name="connsiteX49" fmla="*/ 157028 w 168872"/>
                      <a:gd name="connsiteY49" fmla="*/ 17935 h 72443"/>
                      <a:gd name="connsiteX50" fmla="*/ 156228 w 168872"/>
                      <a:gd name="connsiteY50" fmla="*/ 13962 h 72443"/>
                      <a:gd name="connsiteX51" fmla="*/ 163431 w 168872"/>
                      <a:gd name="connsiteY51" fmla="*/ 1579 h 72443"/>
                      <a:gd name="connsiteX52" fmla="*/ 167287 w 168872"/>
                      <a:gd name="connsiteY52" fmla="*/ 299 h 72443"/>
                      <a:gd name="connsiteX53" fmla="*/ 168568 w 168872"/>
                      <a:gd name="connsiteY53" fmla="*/ 4155 h 72443"/>
                      <a:gd name="connsiteX54" fmla="*/ 161015 w 168872"/>
                      <a:gd name="connsiteY54" fmla="*/ 17149 h 72443"/>
                      <a:gd name="connsiteX55" fmla="*/ 158629 w 168872"/>
                      <a:gd name="connsiteY55" fmla="*/ 18429 h 72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</a:cxnLst>
                    <a:rect l="l" t="t" r="r" b="b"/>
                    <a:pathLst>
                      <a:path w="168872" h="72443">
                        <a:moveTo>
                          <a:pt x="59535" y="72444"/>
                        </a:moveTo>
                        <a:cubicBezTo>
                          <a:pt x="57963" y="72444"/>
                          <a:pt x="56683" y="71178"/>
                          <a:pt x="56668" y="69606"/>
                        </a:cubicBezTo>
                        <a:cubicBezTo>
                          <a:pt x="56654" y="68020"/>
                          <a:pt x="57920" y="66725"/>
                          <a:pt x="59491" y="66696"/>
                        </a:cubicBezTo>
                        <a:cubicBezTo>
                          <a:pt x="64264" y="66638"/>
                          <a:pt x="69066" y="66289"/>
                          <a:pt x="73766" y="65648"/>
                        </a:cubicBezTo>
                        <a:cubicBezTo>
                          <a:pt x="75323" y="65459"/>
                          <a:pt x="76778" y="66536"/>
                          <a:pt x="76996" y="68108"/>
                        </a:cubicBezTo>
                        <a:cubicBezTo>
                          <a:pt x="77215" y="69679"/>
                          <a:pt x="76109" y="71120"/>
                          <a:pt x="74537" y="71338"/>
                        </a:cubicBezTo>
                        <a:cubicBezTo>
                          <a:pt x="69604" y="72007"/>
                          <a:pt x="64569" y="72371"/>
                          <a:pt x="59564" y="72444"/>
                        </a:cubicBezTo>
                        <a:lnTo>
                          <a:pt x="59520" y="72444"/>
                        </a:lnTo>
                        <a:close/>
                        <a:moveTo>
                          <a:pt x="44882" y="71745"/>
                        </a:moveTo>
                        <a:cubicBezTo>
                          <a:pt x="44780" y="71745"/>
                          <a:pt x="44678" y="71745"/>
                          <a:pt x="44576" y="71731"/>
                        </a:cubicBezTo>
                        <a:cubicBezTo>
                          <a:pt x="39614" y="71192"/>
                          <a:pt x="34637" y="70363"/>
                          <a:pt x="29763" y="69243"/>
                        </a:cubicBezTo>
                        <a:cubicBezTo>
                          <a:pt x="28220" y="68879"/>
                          <a:pt x="27260" y="67351"/>
                          <a:pt x="27609" y="65808"/>
                        </a:cubicBezTo>
                        <a:cubicBezTo>
                          <a:pt x="27958" y="64266"/>
                          <a:pt x="29515" y="63306"/>
                          <a:pt x="31043" y="63655"/>
                        </a:cubicBezTo>
                        <a:cubicBezTo>
                          <a:pt x="35685" y="64732"/>
                          <a:pt x="40429" y="65532"/>
                          <a:pt x="45173" y="66041"/>
                        </a:cubicBezTo>
                        <a:cubicBezTo>
                          <a:pt x="46744" y="66216"/>
                          <a:pt x="47879" y="67627"/>
                          <a:pt x="47719" y="69199"/>
                        </a:cubicBezTo>
                        <a:cubicBezTo>
                          <a:pt x="47559" y="70669"/>
                          <a:pt x="46322" y="71760"/>
                          <a:pt x="44867" y="71760"/>
                        </a:cubicBezTo>
                        <a:close/>
                        <a:moveTo>
                          <a:pt x="88550" y="68515"/>
                        </a:moveTo>
                        <a:cubicBezTo>
                          <a:pt x="87284" y="68515"/>
                          <a:pt x="86120" y="67657"/>
                          <a:pt x="85771" y="66376"/>
                        </a:cubicBezTo>
                        <a:cubicBezTo>
                          <a:pt x="85363" y="64848"/>
                          <a:pt x="86280" y="63277"/>
                          <a:pt x="87808" y="62869"/>
                        </a:cubicBezTo>
                        <a:cubicBezTo>
                          <a:pt x="92421" y="61647"/>
                          <a:pt x="97004" y="60148"/>
                          <a:pt x="101413" y="58387"/>
                        </a:cubicBezTo>
                        <a:cubicBezTo>
                          <a:pt x="102898" y="57805"/>
                          <a:pt x="104556" y="58518"/>
                          <a:pt x="105138" y="59988"/>
                        </a:cubicBezTo>
                        <a:cubicBezTo>
                          <a:pt x="105721" y="61458"/>
                          <a:pt x="105008" y="63131"/>
                          <a:pt x="103538" y="63713"/>
                        </a:cubicBezTo>
                        <a:cubicBezTo>
                          <a:pt x="98911" y="65547"/>
                          <a:pt x="94109" y="67133"/>
                          <a:pt x="89278" y="68399"/>
                        </a:cubicBezTo>
                        <a:cubicBezTo>
                          <a:pt x="89030" y="68457"/>
                          <a:pt x="88783" y="68500"/>
                          <a:pt x="88550" y="68500"/>
                        </a:cubicBezTo>
                        <a:close/>
                        <a:moveTo>
                          <a:pt x="16332" y="65125"/>
                        </a:moveTo>
                        <a:cubicBezTo>
                          <a:pt x="16012" y="65125"/>
                          <a:pt x="15677" y="65066"/>
                          <a:pt x="15342" y="64950"/>
                        </a:cubicBezTo>
                        <a:cubicBezTo>
                          <a:pt x="10642" y="63233"/>
                          <a:pt x="6015" y="61225"/>
                          <a:pt x="1562" y="58955"/>
                        </a:cubicBezTo>
                        <a:cubicBezTo>
                          <a:pt x="151" y="58242"/>
                          <a:pt x="-402" y="56510"/>
                          <a:pt x="311" y="55099"/>
                        </a:cubicBezTo>
                        <a:cubicBezTo>
                          <a:pt x="1024" y="53687"/>
                          <a:pt x="2756" y="53134"/>
                          <a:pt x="4167" y="53847"/>
                        </a:cubicBezTo>
                        <a:cubicBezTo>
                          <a:pt x="8401" y="56015"/>
                          <a:pt x="12825" y="57936"/>
                          <a:pt x="17292" y="59566"/>
                        </a:cubicBezTo>
                        <a:cubicBezTo>
                          <a:pt x="18777" y="60104"/>
                          <a:pt x="19548" y="61749"/>
                          <a:pt x="19009" y="63247"/>
                        </a:cubicBezTo>
                        <a:cubicBezTo>
                          <a:pt x="18587" y="64412"/>
                          <a:pt x="17481" y="65139"/>
                          <a:pt x="16317" y="65139"/>
                        </a:cubicBezTo>
                        <a:close/>
                        <a:moveTo>
                          <a:pt x="115746" y="57689"/>
                        </a:moveTo>
                        <a:cubicBezTo>
                          <a:pt x="114728" y="57689"/>
                          <a:pt x="113753" y="57150"/>
                          <a:pt x="113229" y="56190"/>
                        </a:cubicBezTo>
                        <a:cubicBezTo>
                          <a:pt x="112472" y="54793"/>
                          <a:pt x="112982" y="53062"/>
                          <a:pt x="114364" y="52290"/>
                        </a:cubicBezTo>
                        <a:cubicBezTo>
                          <a:pt x="118540" y="50006"/>
                          <a:pt x="122615" y="47445"/>
                          <a:pt x="126500" y="44680"/>
                        </a:cubicBezTo>
                        <a:cubicBezTo>
                          <a:pt x="127795" y="43749"/>
                          <a:pt x="129585" y="44054"/>
                          <a:pt x="130501" y="45349"/>
                        </a:cubicBezTo>
                        <a:cubicBezTo>
                          <a:pt x="131418" y="46644"/>
                          <a:pt x="131127" y="48434"/>
                          <a:pt x="129832" y="49351"/>
                        </a:cubicBezTo>
                        <a:cubicBezTo>
                          <a:pt x="125772" y="52261"/>
                          <a:pt x="121494" y="54939"/>
                          <a:pt x="117114" y="57325"/>
                        </a:cubicBezTo>
                        <a:cubicBezTo>
                          <a:pt x="116678" y="57558"/>
                          <a:pt x="116212" y="57674"/>
                          <a:pt x="115746" y="57674"/>
                        </a:cubicBezTo>
                        <a:close/>
                        <a:moveTo>
                          <a:pt x="139567" y="40664"/>
                        </a:moveTo>
                        <a:cubicBezTo>
                          <a:pt x="138796" y="40664"/>
                          <a:pt x="138010" y="40344"/>
                          <a:pt x="137457" y="39733"/>
                        </a:cubicBezTo>
                        <a:cubicBezTo>
                          <a:pt x="136380" y="38568"/>
                          <a:pt x="136467" y="36750"/>
                          <a:pt x="137632" y="35687"/>
                        </a:cubicBezTo>
                        <a:cubicBezTo>
                          <a:pt x="141153" y="32457"/>
                          <a:pt x="144500" y="28994"/>
                          <a:pt x="147599" y="25400"/>
                        </a:cubicBezTo>
                        <a:cubicBezTo>
                          <a:pt x="148632" y="24192"/>
                          <a:pt x="150437" y="24061"/>
                          <a:pt x="151644" y="25094"/>
                        </a:cubicBezTo>
                        <a:cubicBezTo>
                          <a:pt x="152852" y="26127"/>
                          <a:pt x="152983" y="27931"/>
                          <a:pt x="151950" y="29139"/>
                        </a:cubicBezTo>
                        <a:cubicBezTo>
                          <a:pt x="148705" y="32923"/>
                          <a:pt x="145198" y="36560"/>
                          <a:pt x="141502" y="39936"/>
                        </a:cubicBezTo>
                        <a:cubicBezTo>
                          <a:pt x="140949" y="40446"/>
                          <a:pt x="140251" y="40693"/>
                          <a:pt x="139567" y="40693"/>
                        </a:cubicBezTo>
                        <a:close/>
                        <a:moveTo>
                          <a:pt x="158614" y="18415"/>
                        </a:moveTo>
                        <a:cubicBezTo>
                          <a:pt x="158062" y="18415"/>
                          <a:pt x="157523" y="18255"/>
                          <a:pt x="157028" y="17935"/>
                        </a:cubicBezTo>
                        <a:cubicBezTo>
                          <a:pt x="155704" y="17062"/>
                          <a:pt x="155355" y="15272"/>
                          <a:pt x="156228" y="13962"/>
                        </a:cubicBezTo>
                        <a:cubicBezTo>
                          <a:pt x="158876" y="9990"/>
                          <a:pt x="161292" y="5828"/>
                          <a:pt x="163431" y="1579"/>
                        </a:cubicBezTo>
                        <a:cubicBezTo>
                          <a:pt x="164144" y="168"/>
                          <a:pt x="165861" y="-400"/>
                          <a:pt x="167287" y="299"/>
                        </a:cubicBezTo>
                        <a:cubicBezTo>
                          <a:pt x="168699" y="1012"/>
                          <a:pt x="169281" y="2729"/>
                          <a:pt x="168568" y="4155"/>
                        </a:cubicBezTo>
                        <a:cubicBezTo>
                          <a:pt x="166327" y="8607"/>
                          <a:pt x="163795" y="12973"/>
                          <a:pt x="161015" y="17149"/>
                        </a:cubicBezTo>
                        <a:cubicBezTo>
                          <a:pt x="160463" y="17978"/>
                          <a:pt x="159546" y="18429"/>
                          <a:pt x="158629" y="18429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5" name="Forme libre : forme 664">
                    <a:extLst>
                      <a:ext uri="{FF2B5EF4-FFF2-40B4-BE49-F238E27FC236}">
                        <a16:creationId xmlns:a16="http://schemas.microsoft.com/office/drawing/2014/main" id="{75E4BFDA-78EA-BA26-A555-19A51603565A}"/>
                      </a:ext>
                    </a:extLst>
                  </p:cNvPr>
                  <p:cNvSpPr/>
                  <p:nvPr/>
                </p:nvSpPr>
                <p:spPr>
                  <a:xfrm>
                    <a:off x="152127" y="428559"/>
                    <a:ext cx="11539" cy="9928"/>
                  </a:xfrm>
                  <a:custGeom>
                    <a:avLst/>
                    <a:gdLst>
                      <a:gd name="connsiteX0" fmla="*/ 8677 w 11539"/>
                      <a:gd name="connsiteY0" fmla="*/ 9914 h 9928"/>
                      <a:gd name="connsiteX1" fmla="*/ 7076 w 11539"/>
                      <a:gd name="connsiteY1" fmla="*/ 9419 h 9928"/>
                      <a:gd name="connsiteX2" fmla="*/ 1125 w 11539"/>
                      <a:gd name="connsiteY2" fmla="*/ 5141 h 9928"/>
                      <a:gd name="connsiteX3" fmla="*/ 586 w 11539"/>
                      <a:gd name="connsiteY3" fmla="*/ 1125 h 9928"/>
                      <a:gd name="connsiteX4" fmla="*/ 4602 w 11539"/>
                      <a:gd name="connsiteY4" fmla="*/ 586 h 9928"/>
                      <a:gd name="connsiteX5" fmla="*/ 10277 w 11539"/>
                      <a:gd name="connsiteY5" fmla="*/ 4675 h 9928"/>
                      <a:gd name="connsiteX6" fmla="*/ 11049 w 11539"/>
                      <a:gd name="connsiteY6" fmla="*/ 8662 h 9928"/>
                      <a:gd name="connsiteX7" fmla="*/ 8677 w 11539"/>
                      <a:gd name="connsiteY7" fmla="*/ 9928 h 9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539" h="9928">
                        <a:moveTo>
                          <a:pt x="8677" y="9914"/>
                        </a:moveTo>
                        <a:cubicBezTo>
                          <a:pt x="8124" y="9914"/>
                          <a:pt x="7571" y="9754"/>
                          <a:pt x="7076" y="9419"/>
                        </a:cubicBezTo>
                        <a:cubicBezTo>
                          <a:pt x="5039" y="8051"/>
                          <a:pt x="3045" y="6596"/>
                          <a:pt x="1125" y="5141"/>
                        </a:cubicBezTo>
                        <a:cubicBezTo>
                          <a:pt x="-127" y="4180"/>
                          <a:pt x="-374" y="2376"/>
                          <a:pt x="586" y="1125"/>
                        </a:cubicBezTo>
                        <a:cubicBezTo>
                          <a:pt x="1547" y="-127"/>
                          <a:pt x="3351" y="-374"/>
                          <a:pt x="4602" y="586"/>
                        </a:cubicBezTo>
                        <a:cubicBezTo>
                          <a:pt x="6421" y="1983"/>
                          <a:pt x="8342" y="3366"/>
                          <a:pt x="10277" y="4675"/>
                        </a:cubicBezTo>
                        <a:cubicBezTo>
                          <a:pt x="11587" y="5563"/>
                          <a:pt x="11936" y="7353"/>
                          <a:pt x="11049" y="8662"/>
                        </a:cubicBezTo>
                        <a:cubicBezTo>
                          <a:pt x="10496" y="9477"/>
                          <a:pt x="9594" y="9928"/>
                          <a:pt x="8677" y="9928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660" name="Graphique 8">
                  <a:extLst>
                    <a:ext uri="{FF2B5EF4-FFF2-40B4-BE49-F238E27FC236}">
                      <a16:creationId xmlns:a16="http://schemas.microsoft.com/office/drawing/2014/main" id="{B7692745-2E98-6E03-F3F8-F86420EB1F41}"/>
                    </a:ext>
                  </a:extLst>
                </p:cNvPr>
                <p:cNvGrpSpPr/>
                <p:nvPr/>
              </p:nvGrpSpPr>
              <p:grpSpPr>
                <a:xfrm>
                  <a:off x="134881" y="240656"/>
                  <a:ext cx="187404" cy="187390"/>
                  <a:chOff x="134881" y="240656"/>
                  <a:chExt cx="187404" cy="187390"/>
                </a:xfrm>
              </p:grpSpPr>
              <p:sp>
                <p:nvSpPr>
                  <p:cNvPr id="661" name="Forme libre : forme 660">
                    <a:extLst>
                      <a:ext uri="{FF2B5EF4-FFF2-40B4-BE49-F238E27FC236}">
                        <a16:creationId xmlns:a16="http://schemas.microsoft.com/office/drawing/2014/main" id="{5DD7ADA5-893C-D999-E048-1621BCB62486}"/>
                      </a:ext>
                    </a:extLst>
                  </p:cNvPr>
                  <p:cNvSpPr/>
                  <p:nvPr/>
                </p:nvSpPr>
                <p:spPr>
                  <a:xfrm>
                    <a:off x="134881" y="240656"/>
                    <a:ext cx="187404" cy="187390"/>
                  </a:xfrm>
                  <a:custGeom>
                    <a:avLst/>
                    <a:gdLst>
                      <a:gd name="connsiteX0" fmla="*/ 28309 w 187404"/>
                      <a:gd name="connsiteY0" fmla="*/ 160769 h 187390"/>
                      <a:gd name="connsiteX1" fmla="*/ 29939 w 187404"/>
                      <a:gd name="connsiteY1" fmla="*/ 161220 h 187390"/>
                      <a:gd name="connsiteX2" fmla="*/ 46527 w 187404"/>
                      <a:gd name="connsiteY2" fmla="*/ 155123 h 187390"/>
                      <a:gd name="connsiteX3" fmla="*/ 68485 w 187404"/>
                      <a:gd name="connsiteY3" fmla="*/ 166954 h 187390"/>
                      <a:gd name="connsiteX4" fmla="*/ 72530 w 187404"/>
                      <a:gd name="connsiteY4" fmla="*/ 184139 h 187390"/>
                      <a:gd name="connsiteX5" fmla="*/ 73796 w 187404"/>
                      <a:gd name="connsiteY5" fmla="*/ 185245 h 187390"/>
                      <a:gd name="connsiteX6" fmla="*/ 94881 w 187404"/>
                      <a:gd name="connsiteY6" fmla="*/ 187384 h 187390"/>
                      <a:gd name="connsiteX7" fmla="*/ 96351 w 187404"/>
                      <a:gd name="connsiteY7" fmla="*/ 186554 h 187390"/>
                      <a:gd name="connsiteX8" fmla="*/ 103757 w 187404"/>
                      <a:gd name="connsiteY8" fmla="*/ 170519 h 187390"/>
                      <a:gd name="connsiteX9" fmla="*/ 127636 w 187404"/>
                      <a:gd name="connsiteY9" fmla="*/ 163330 h 187390"/>
                      <a:gd name="connsiteX10" fmla="*/ 142667 w 187404"/>
                      <a:gd name="connsiteY10" fmla="*/ 172629 h 187390"/>
                      <a:gd name="connsiteX11" fmla="*/ 144355 w 187404"/>
                      <a:gd name="connsiteY11" fmla="*/ 172512 h 187390"/>
                      <a:gd name="connsiteX12" fmla="*/ 160784 w 187404"/>
                      <a:gd name="connsiteY12" fmla="*/ 159110 h 187390"/>
                      <a:gd name="connsiteX13" fmla="*/ 161235 w 187404"/>
                      <a:gd name="connsiteY13" fmla="*/ 157481 h 187390"/>
                      <a:gd name="connsiteX14" fmla="*/ 155138 w 187404"/>
                      <a:gd name="connsiteY14" fmla="*/ 140892 h 187390"/>
                      <a:gd name="connsiteX15" fmla="*/ 166968 w 187404"/>
                      <a:gd name="connsiteY15" fmla="*/ 118934 h 187390"/>
                      <a:gd name="connsiteX16" fmla="*/ 184153 w 187404"/>
                      <a:gd name="connsiteY16" fmla="*/ 114889 h 187390"/>
                      <a:gd name="connsiteX17" fmla="*/ 185259 w 187404"/>
                      <a:gd name="connsiteY17" fmla="*/ 113623 h 187390"/>
                      <a:gd name="connsiteX18" fmla="*/ 187398 w 187404"/>
                      <a:gd name="connsiteY18" fmla="*/ 92538 h 187390"/>
                      <a:gd name="connsiteX19" fmla="*/ 186569 w 187404"/>
                      <a:gd name="connsiteY19" fmla="*/ 91069 h 187390"/>
                      <a:gd name="connsiteX20" fmla="*/ 170533 w 187404"/>
                      <a:gd name="connsiteY20" fmla="*/ 83662 h 187390"/>
                      <a:gd name="connsiteX21" fmla="*/ 163345 w 187404"/>
                      <a:gd name="connsiteY21" fmla="*/ 59783 h 187390"/>
                      <a:gd name="connsiteX22" fmla="*/ 172643 w 187404"/>
                      <a:gd name="connsiteY22" fmla="*/ 44752 h 187390"/>
                      <a:gd name="connsiteX23" fmla="*/ 172527 w 187404"/>
                      <a:gd name="connsiteY23" fmla="*/ 43064 h 187390"/>
                      <a:gd name="connsiteX24" fmla="*/ 159125 w 187404"/>
                      <a:gd name="connsiteY24" fmla="*/ 26635 h 187390"/>
                      <a:gd name="connsiteX25" fmla="*/ 157495 w 187404"/>
                      <a:gd name="connsiteY25" fmla="*/ 26184 h 187390"/>
                      <a:gd name="connsiteX26" fmla="*/ 140907 w 187404"/>
                      <a:gd name="connsiteY26" fmla="*/ 32281 h 187390"/>
                      <a:gd name="connsiteX27" fmla="*/ 118949 w 187404"/>
                      <a:gd name="connsiteY27" fmla="*/ 20451 h 187390"/>
                      <a:gd name="connsiteX28" fmla="*/ 114904 w 187404"/>
                      <a:gd name="connsiteY28" fmla="*/ 3251 h 187390"/>
                      <a:gd name="connsiteX29" fmla="*/ 113638 w 187404"/>
                      <a:gd name="connsiteY29" fmla="*/ 2146 h 187390"/>
                      <a:gd name="connsiteX30" fmla="*/ 92553 w 187404"/>
                      <a:gd name="connsiteY30" fmla="*/ 7 h 187390"/>
                      <a:gd name="connsiteX31" fmla="*/ 91083 w 187404"/>
                      <a:gd name="connsiteY31" fmla="*/ 836 h 187390"/>
                      <a:gd name="connsiteX32" fmla="*/ 83676 w 187404"/>
                      <a:gd name="connsiteY32" fmla="*/ 16871 h 187390"/>
                      <a:gd name="connsiteX33" fmla="*/ 59783 w 187404"/>
                      <a:gd name="connsiteY33" fmla="*/ 24060 h 187390"/>
                      <a:gd name="connsiteX34" fmla="*/ 44752 w 187404"/>
                      <a:gd name="connsiteY34" fmla="*/ 14762 h 187390"/>
                      <a:gd name="connsiteX35" fmla="*/ 43064 w 187404"/>
                      <a:gd name="connsiteY35" fmla="*/ 14878 h 187390"/>
                      <a:gd name="connsiteX36" fmla="*/ 26635 w 187404"/>
                      <a:gd name="connsiteY36" fmla="*/ 28280 h 187390"/>
                      <a:gd name="connsiteX37" fmla="*/ 26184 w 187404"/>
                      <a:gd name="connsiteY37" fmla="*/ 29909 h 187390"/>
                      <a:gd name="connsiteX38" fmla="*/ 32281 w 187404"/>
                      <a:gd name="connsiteY38" fmla="*/ 46498 h 187390"/>
                      <a:gd name="connsiteX39" fmla="*/ 20451 w 187404"/>
                      <a:gd name="connsiteY39" fmla="*/ 68456 h 187390"/>
                      <a:gd name="connsiteX40" fmla="*/ 3251 w 187404"/>
                      <a:gd name="connsiteY40" fmla="*/ 72501 h 187390"/>
                      <a:gd name="connsiteX41" fmla="*/ 2146 w 187404"/>
                      <a:gd name="connsiteY41" fmla="*/ 73767 h 187390"/>
                      <a:gd name="connsiteX42" fmla="*/ 7 w 187404"/>
                      <a:gd name="connsiteY42" fmla="*/ 94852 h 187390"/>
                      <a:gd name="connsiteX43" fmla="*/ 836 w 187404"/>
                      <a:gd name="connsiteY43" fmla="*/ 96322 h 187390"/>
                      <a:gd name="connsiteX44" fmla="*/ 16871 w 187404"/>
                      <a:gd name="connsiteY44" fmla="*/ 103728 h 187390"/>
                      <a:gd name="connsiteX45" fmla="*/ 24060 w 187404"/>
                      <a:gd name="connsiteY45" fmla="*/ 127607 h 187390"/>
                      <a:gd name="connsiteX46" fmla="*/ 14762 w 187404"/>
                      <a:gd name="connsiteY46" fmla="*/ 142638 h 187390"/>
                      <a:gd name="connsiteX47" fmla="*/ 14878 w 187404"/>
                      <a:gd name="connsiteY47" fmla="*/ 144326 h 187390"/>
                      <a:gd name="connsiteX48" fmla="*/ 28280 w 187404"/>
                      <a:gd name="connsiteY48" fmla="*/ 160755 h 1873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187404" h="187390">
                        <a:moveTo>
                          <a:pt x="28309" y="160769"/>
                        </a:moveTo>
                        <a:cubicBezTo>
                          <a:pt x="28702" y="161249"/>
                          <a:pt x="29357" y="161424"/>
                          <a:pt x="29939" y="161220"/>
                        </a:cubicBezTo>
                        <a:lnTo>
                          <a:pt x="46527" y="155123"/>
                        </a:lnTo>
                        <a:cubicBezTo>
                          <a:pt x="53061" y="160158"/>
                          <a:pt x="60453" y="164189"/>
                          <a:pt x="68485" y="166954"/>
                        </a:cubicBezTo>
                        <a:lnTo>
                          <a:pt x="72530" y="184139"/>
                        </a:lnTo>
                        <a:cubicBezTo>
                          <a:pt x="72676" y="184735"/>
                          <a:pt x="73185" y="185186"/>
                          <a:pt x="73796" y="185245"/>
                        </a:cubicBezTo>
                        <a:lnTo>
                          <a:pt x="94881" y="187384"/>
                        </a:lnTo>
                        <a:cubicBezTo>
                          <a:pt x="95492" y="187442"/>
                          <a:pt x="96089" y="187107"/>
                          <a:pt x="96351" y="186554"/>
                        </a:cubicBezTo>
                        <a:lnTo>
                          <a:pt x="103757" y="170519"/>
                        </a:lnTo>
                        <a:cubicBezTo>
                          <a:pt x="112182" y="169427"/>
                          <a:pt x="120229" y="166954"/>
                          <a:pt x="127636" y="163330"/>
                        </a:cubicBezTo>
                        <a:lnTo>
                          <a:pt x="142667" y="172629"/>
                        </a:lnTo>
                        <a:cubicBezTo>
                          <a:pt x="143191" y="172949"/>
                          <a:pt x="143875" y="172905"/>
                          <a:pt x="144355" y="172512"/>
                        </a:cubicBezTo>
                        <a:lnTo>
                          <a:pt x="160784" y="159110"/>
                        </a:lnTo>
                        <a:cubicBezTo>
                          <a:pt x="161264" y="158718"/>
                          <a:pt x="161439" y="158063"/>
                          <a:pt x="161235" y="157481"/>
                        </a:cubicBezTo>
                        <a:lnTo>
                          <a:pt x="155138" y="140892"/>
                        </a:lnTo>
                        <a:cubicBezTo>
                          <a:pt x="160173" y="134359"/>
                          <a:pt x="164203" y="126967"/>
                          <a:pt x="166968" y="118934"/>
                        </a:cubicBezTo>
                        <a:lnTo>
                          <a:pt x="184153" y="114889"/>
                        </a:lnTo>
                        <a:cubicBezTo>
                          <a:pt x="184750" y="114744"/>
                          <a:pt x="185201" y="114234"/>
                          <a:pt x="185259" y="113623"/>
                        </a:cubicBezTo>
                        <a:lnTo>
                          <a:pt x="187398" y="92538"/>
                        </a:lnTo>
                        <a:cubicBezTo>
                          <a:pt x="187456" y="91927"/>
                          <a:pt x="187122" y="91330"/>
                          <a:pt x="186569" y="91069"/>
                        </a:cubicBezTo>
                        <a:lnTo>
                          <a:pt x="170533" y="83662"/>
                        </a:lnTo>
                        <a:cubicBezTo>
                          <a:pt x="169442" y="75237"/>
                          <a:pt x="166968" y="67190"/>
                          <a:pt x="163345" y="59783"/>
                        </a:cubicBezTo>
                        <a:lnTo>
                          <a:pt x="172643" y="44752"/>
                        </a:lnTo>
                        <a:cubicBezTo>
                          <a:pt x="172963" y="44228"/>
                          <a:pt x="172920" y="43544"/>
                          <a:pt x="172527" y="43064"/>
                        </a:cubicBezTo>
                        <a:lnTo>
                          <a:pt x="159125" y="26635"/>
                        </a:lnTo>
                        <a:cubicBezTo>
                          <a:pt x="158732" y="26155"/>
                          <a:pt x="158077" y="25981"/>
                          <a:pt x="157495" y="26184"/>
                        </a:cubicBezTo>
                        <a:lnTo>
                          <a:pt x="140907" y="32281"/>
                        </a:lnTo>
                        <a:cubicBezTo>
                          <a:pt x="134373" y="27247"/>
                          <a:pt x="126981" y="23216"/>
                          <a:pt x="118949" y="20451"/>
                        </a:cubicBezTo>
                        <a:lnTo>
                          <a:pt x="114904" y="3251"/>
                        </a:lnTo>
                        <a:cubicBezTo>
                          <a:pt x="114758" y="2655"/>
                          <a:pt x="114249" y="2204"/>
                          <a:pt x="113638" y="2146"/>
                        </a:cubicBezTo>
                        <a:lnTo>
                          <a:pt x="92553" y="7"/>
                        </a:lnTo>
                        <a:cubicBezTo>
                          <a:pt x="91942" y="-52"/>
                          <a:pt x="91345" y="283"/>
                          <a:pt x="91083" y="836"/>
                        </a:cubicBezTo>
                        <a:lnTo>
                          <a:pt x="83676" y="16871"/>
                        </a:lnTo>
                        <a:cubicBezTo>
                          <a:pt x="75251" y="17963"/>
                          <a:pt x="67204" y="20437"/>
                          <a:pt x="59783" y="24060"/>
                        </a:cubicBezTo>
                        <a:lnTo>
                          <a:pt x="44752" y="14762"/>
                        </a:lnTo>
                        <a:cubicBezTo>
                          <a:pt x="44228" y="14441"/>
                          <a:pt x="43544" y="14485"/>
                          <a:pt x="43064" y="14878"/>
                        </a:cubicBezTo>
                        <a:lnTo>
                          <a:pt x="26635" y="28280"/>
                        </a:lnTo>
                        <a:cubicBezTo>
                          <a:pt x="26155" y="28673"/>
                          <a:pt x="25981" y="29327"/>
                          <a:pt x="26184" y="29909"/>
                        </a:cubicBezTo>
                        <a:lnTo>
                          <a:pt x="32281" y="46498"/>
                        </a:lnTo>
                        <a:cubicBezTo>
                          <a:pt x="27247" y="53031"/>
                          <a:pt x="23216" y="60424"/>
                          <a:pt x="20451" y="68456"/>
                        </a:cubicBezTo>
                        <a:lnTo>
                          <a:pt x="3251" y="72501"/>
                        </a:lnTo>
                        <a:cubicBezTo>
                          <a:pt x="2655" y="72647"/>
                          <a:pt x="2204" y="73156"/>
                          <a:pt x="2146" y="73767"/>
                        </a:cubicBezTo>
                        <a:lnTo>
                          <a:pt x="7" y="94852"/>
                        </a:lnTo>
                        <a:cubicBezTo>
                          <a:pt x="-52" y="95463"/>
                          <a:pt x="283" y="96060"/>
                          <a:pt x="836" y="96322"/>
                        </a:cubicBezTo>
                        <a:lnTo>
                          <a:pt x="16871" y="103728"/>
                        </a:lnTo>
                        <a:cubicBezTo>
                          <a:pt x="17963" y="112153"/>
                          <a:pt x="20437" y="120200"/>
                          <a:pt x="24060" y="127607"/>
                        </a:cubicBezTo>
                        <a:lnTo>
                          <a:pt x="14762" y="142638"/>
                        </a:lnTo>
                        <a:cubicBezTo>
                          <a:pt x="14441" y="143162"/>
                          <a:pt x="14485" y="143846"/>
                          <a:pt x="14878" y="144326"/>
                        </a:cubicBezTo>
                        <a:lnTo>
                          <a:pt x="28280" y="160755"/>
                        </a:lnTo>
                        <a:close/>
                      </a:path>
                    </a:pathLst>
                  </a:custGeom>
                  <a:solidFill>
                    <a:srgbClr val="DAD9FC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2" name="Forme libre : forme 661">
                    <a:extLst>
                      <a:ext uri="{FF2B5EF4-FFF2-40B4-BE49-F238E27FC236}">
                        <a16:creationId xmlns:a16="http://schemas.microsoft.com/office/drawing/2014/main" id="{14111242-5A7F-54B1-232B-8E1CC0987519}"/>
                      </a:ext>
                    </a:extLst>
                  </p:cNvPr>
                  <p:cNvSpPr/>
                  <p:nvPr/>
                </p:nvSpPr>
                <p:spPr>
                  <a:xfrm>
                    <a:off x="206901" y="312679"/>
                    <a:ext cx="43381" cy="43375"/>
                  </a:xfrm>
                  <a:custGeom>
                    <a:avLst/>
                    <a:gdLst>
                      <a:gd name="connsiteX0" fmla="*/ 21654 w 43381"/>
                      <a:gd name="connsiteY0" fmla="*/ 43376 h 43375"/>
                      <a:gd name="connsiteX1" fmla="*/ 8761 w 43381"/>
                      <a:gd name="connsiteY1" fmla="*/ 39097 h 43375"/>
                      <a:gd name="connsiteX2" fmla="*/ 234 w 43381"/>
                      <a:gd name="connsiteY2" fmla="*/ 24852 h 43375"/>
                      <a:gd name="connsiteX3" fmla="*/ 18525 w 43381"/>
                      <a:gd name="connsiteY3" fmla="*/ 231 h 43375"/>
                      <a:gd name="connsiteX4" fmla="*/ 43146 w 43381"/>
                      <a:gd name="connsiteY4" fmla="*/ 18522 h 43375"/>
                      <a:gd name="connsiteX5" fmla="*/ 39101 w 43381"/>
                      <a:gd name="connsiteY5" fmla="*/ 34616 h 43375"/>
                      <a:gd name="connsiteX6" fmla="*/ 24855 w 43381"/>
                      <a:gd name="connsiteY6" fmla="*/ 43143 h 43375"/>
                      <a:gd name="connsiteX7" fmla="*/ 21654 w 43381"/>
                      <a:gd name="connsiteY7" fmla="*/ 43376 h 43375"/>
                      <a:gd name="connsiteX8" fmla="*/ 21712 w 43381"/>
                      <a:gd name="connsiteY8" fmla="*/ 5717 h 43375"/>
                      <a:gd name="connsiteX9" fmla="*/ 19369 w 43381"/>
                      <a:gd name="connsiteY9" fmla="*/ 5891 h 43375"/>
                      <a:gd name="connsiteX10" fmla="*/ 5909 w 43381"/>
                      <a:gd name="connsiteY10" fmla="*/ 24008 h 43375"/>
                      <a:gd name="connsiteX11" fmla="*/ 12181 w 43381"/>
                      <a:gd name="connsiteY11" fmla="*/ 34485 h 43375"/>
                      <a:gd name="connsiteX12" fmla="*/ 24026 w 43381"/>
                      <a:gd name="connsiteY12" fmla="*/ 37468 h 43375"/>
                      <a:gd name="connsiteX13" fmla="*/ 24026 w 43381"/>
                      <a:gd name="connsiteY13" fmla="*/ 37468 h 43375"/>
                      <a:gd name="connsiteX14" fmla="*/ 34503 w 43381"/>
                      <a:gd name="connsiteY14" fmla="*/ 31196 h 43375"/>
                      <a:gd name="connsiteX15" fmla="*/ 37486 w 43381"/>
                      <a:gd name="connsiteY15" fmla="*/ 19351 h 43375"/>
                      <a:gd name="connsiteX16" fmla="*/ 21712 w 43381"/>
                      <a:gd name="connsiteY16" fmla="*/ 5717 h 433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3381" h="43375">
                        <a:moveTo>
                          <a:pt x="21654" y="43376"/>
                        </a:moveTo>
                        <a:cubicBezTo>
                          <a:pt x="17026" y="43376"/>
                          <a:pt x="12545" y="41906"/>
                          <a:pt x="8761" y="39097"/>
                        </a:cubicBezTo>
                        <a:cubicBezTo>
                          <a:pt x="4105" y="35649"/>
                          <a:pt x="1078" y="30585"/>
                          <a:pt x="234" y="24852"/>
                        </a:cubicBezTo>
                        <a:cubicBezTo>
                          <a:pt x="-1512" y="13022"/>
                          <a:pt x="6695" y="1977"/>
                          <a:pt x="18525" y="231"/>
                        </a:cubicBezTo>
                        <a:cubicBezTo>
                          <a:pt x="30370" y="-1501"/>
                          <a:pt x="41400" y="6692"/>
                          <a:pt x="43146" y="18522"/>
                        </a:cubicBezTo>
                        <a:cubicBezTo>
                          <a:pt x="43990" y="24255"/>
                          <a:pt x="42549" y="29974"/>
                          <a:pt x="39101" y="34616"/>
                        </a:cubicBezTo>
                        <a:cubicBezTo>
                          <a:pt x="35652" y="39272"/>
                          <a:pt x="30588" y="42299"/>
                          <a:pt x="24855" y="43143"/>
                        </a:cubicBezTo>
                        <a:cubicBezTo>
                          <a:pt x="23778" y="43303"/>
                          <a:pt x="22716" y="43376"/>
                          <a:pt x="21654" y="43376"/>
                        </a:cubicBezTo>
                        <a:close/>
                        <a:moveTo>
                          <a:pt x="21712" y="5717"/>
                        </a:moveTo>
                        <a:cubicBezTo>
                          <a:pt x="20941" y="5717"/>
                          <a:pt x="20155" y="5775"/>
                          <a:pt x="19369" y="5891"/>
                        </a:cubicBezTo>
                        <a:cubicBezTo>
                          <a:pt x="10667" y="7172"/>
                          <a:pt x="4629" y="15306"/>
                          <a:pt x="5909" y="24008"/>
                        </a:cubicBezTo>
                        <a:cubicBezTo>
                          <a:pt x="6535" y="28228"/>
                          <a:pt x="8761" y="31953"/>
                          <a:pt x="12181" y="34485"/>
                        </a:cubicBezTo>
                        <a:cubicBezTo>
                          <a:pt x="15600" y="37031"/>
                          <a:pt x="19806" y="38079"/>
                          <a:pt x="24026" y="37468"/>
                        </a:cubicBezTo>
                        <a:lnTo>
                          <a:pt x="24026" y="37468"/>
                        </a:lnTo>
                        <a:cubicBezTo>
                          <a:pt x="28245" y="36842"/>
                          <a:pt x="31971" y="34616"/>
                          <a:pt x="34503" y="31196"/>
                        </a:cubicBezTo>
                        <a:cubicBezTo>
                          <a:pt x="37049" y="27777"/>
                          <a:pt x="38097" y="23571"/>
                          <a:pt x="37486" y="19351"/>
                        </a:cubicBezTo>
                        <a:cubicBezTo>
                          <a:pt x="36321" y="11435"/>
                          <a:pt x="29482" y="5717"/>
                          <a:pt x="21712" y="571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3" name="Forme libre : forme 662">
                    <a:extLst>
                      <a:ext uri="{FF2B5EF4-FFF2-40B4-BE49-F238E27FC236}">
                        <a16:creationId xmlns:a16="http://schemas.microsoft.com/office/drawing/2014/main" id="{09CE1BCB-FCAF-702F-E4F2-2B2D7E7DB4B0}"/>
                      </a:ext>
                    </a:extLst>
                  </p:cNvPr>
                  <p:cNvSpPr/>
                  <p:nvPr/>
                </p:nvSpPr>
                <p:spPr>
                  <a:xfrm>
                    <a:off x="174948" y="280043"/>
                    <a:ext cx="108043" cy="108038"/>
                  </a:xfrm>
                  <a:custGeom>
                    <a:avLst/>
                    <a:gdLst>
                      <a:gd name="connsiteX0" fmla="*/ 54029 w 108043"/>
                      <a:gd name="connsiteY0" fmla="*/ 108038 h 108038"/>
                      <a:gd name="connsiteX1" fmla="*/ 48543 w 108043"/>
                      <a:gd name="connsiteY1" fmla="*/ 107762 h 108038"/>
                      <a:gd name="connsiteX2" fmla="*/ 37761 w 108043"/>
                      <a:gd name="connsiteY2" fmla="*/ 105550 h 108038"/>
                      <a:gd name="connsiteX3" fmla="*/ 37295 w 108043"/>
                      <a:gd name="connsiteY3" fmla="*/ 105404 h 108038"/>
                      <a:gd name="connsiteX4" fmla="*/ 35316 w 108043"/>
                      <a:gd name="connsiteY4" fmla="*/ 102683 h 108038"/>
                      <a:gd name="connsiteX5" fmla="*/ 35462 w 108043"/>
                      <a:gd name="connsiteY5" fmla="*/ 101796 h 108038"/>
                      <a:gd name="connsiteX6" fmla="*/ 39070 w 108043"/>
                      <a:gd name="connsiteY6" fmla="*/ 99948 h 108038"/>
                      <a:gd name="connsiteX7" fmla="*/ 49125 w 108043"/>
                      <a:gd name="connsiteY7" fmla="*/ 102058 h 108038"/>
                      <a:gd name="connsiteX8" fmla="*/ 49125 w 108043"/>
                      <a:gd name="connsiteY8" fmla="*/ 102058 h 108038"/>
                      <a:gd name="connsiteX9" fmla="*/ 49693 w 108043"/>
                      <a:gd name="connsiteY9" fmla="*/ 102116 h 108038"/>
                      <a:gd name="connsiteX10" fmla="*/ 73047 w 108043"/>
                      <a:gd name="connsiteY10" fmla="*/ 98420 h 108038"/>
                      <a:gd name="connsiteX11" fmla="*/ 84179 w 108043"/>
                      <a:gd name="connsiteY11" fmla="*/ 91712 h 108038"/>
                      <a:gd name="connsiteX12" fmla="*/ 84267 w 108043"/>
                      <a:gd name="connsiteY12" fmla="*/ 91639 h 108038"/>
                      <a:gd name="connsiteX13" fmla="*/ 84528 w 108043"/>
                      <a:gd name="connsiteY13" fmla="*/ 91435 h 108038"/>
                      <a:gd name="connsiteX14" fmla="*/ 102034 w 108043"/>
                      <a:gd name="connsiteY14" fmla="*/ 58898 h 108038"/>
                      <a:gd name="connsiteX15" fmla="*/ 102281 w 108043"/>
                      <a:gd name="connsiteY15" fmla="*/ 53936 h 108038"/>
                      <a:gd name="connsiteX16" fmla="*/ 91397 w 108043"/>
                      <a:gd name="connsiteY16" fmla="*/ 23510 h 108038"/>
                      <a:gd name="connsiteX17" fmla="*/ 58860 w 108043"/>
                      <a:gd name="connsiteY17" fmla="*/ 6004 h 108038"/>
                      <a:gd name="connsiteX18" fmla="*/ 23471 w 108043"/>
                      <a:gd name="connsiteY18" fmla="*/ 16627 h 108038"/>
                      <a:gd name="connsiteX19" fmla="*/ 5966 w 108043"/>
                      <a:gd name="connsiteY19" fmla="*/ 49164 h 108038"/>
                      <a:gd name="connsiteX20" fmla="*/ 5719 w 108043"/>
                      <a:gd name="connsiteY20" fmla="*/ 54067 h 108038"/>
                      <a:gd name="connsiteX21" fmla="*/ 10273 w 108043"/>
                      <a:gd name="connsiteY21" fmla="*/ 74526 h 108038"/>
                      <a:gd name="connsiteX22" fmla="*/ 10550 w 108043"/>
                      <a:gd name="connsiteY22" fmla="*/ 75749 h 108038"/>
                      <a:gd name="connsiteX23" fmla="*/ 8905 w 108043"/>
                      <a:gd name="connsiteY23" fmla="*/ 78339 h 108038"/>
                      <a:gd name="connsiteX24" fmla="*/ 5093 w 108043"/>
                      <a:gd name="connsiteY24" fmla="*/ 76957 h 108038"/>
                      <a:gd name="connsiteX25" fmla="*/ 0 w 108043"/>
                      <a:gd name="connsiteY25" fmla="*/ 54067 h 108038"/>
                      <a:gd name="connsiteX26" fmla="*/ 276 w 108043"/>
                      <a:gd name="connsiteY26" fmla="*/ 48582 h 108038"/>
                      <a:gd name="connsiteX27" fmla="*/ 19863 w 108043"/>
                      <a:gd name="connsiteY27" fmla="*/ 12174 h 108038"/>
                      <a:gd name="connsiteX28" fmla="*/ 59457 w 108043"/>
                      <a:gd name="connsiteY28" fmla="*/ 286 h 108038"/>
                      <a:gd name="connsiteX29" fmla="*/ 95864 w 108043"/>
                      <a:gd name="connsiteY29" fmla="*/ 19872 h 108038"/>
                      <a:gd name="connsiteX30" fmla="*/ 108043 w 108043"/>
                      <a:gd name="connsiteY30" fmla="*/ 53922 h 108038"/>
                      <a:gd name="connsiteX31" fmla="*/ 107767 w 108043"/>
                      <a:gd name="connsiteY31" fmla="*/ 59466 h 108038"/>
                      <a:gd name="connsiteX32" fmla="*/ 54058 w 108043"/>
                      <a:gd name="connsiteY32" fmla="*/ 108038 h 108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108043" h="108038">
                        <a:moveTo>
                          <a:pt x="54029" y="108038"/>
                        </a:moveTo>
                        <a:cubicBezTo>
                          <a:pt x="52210" y="108038"/>
                          <a:pt x="50391" y="107951"/>
                          <a:pt x="48543" y="107762"/>
                        </a:cubicBezTo>
                        <a:cubicBezTo>
                          <a:pt x="44891" y="107398"/>
                          <a:pt x="41253" y="106656"/>
                          <a:pt x="37761" y="105550"/>
                        </a:cubicBezTo>
                        <a:cubicBezTo>
                          <a:pt x="37601" y="105506"/>
                          <a:pt x="37440" y="105448"/>
                          <a:pt x="37295" y="105404"/>
                        </a:cubicBezTo>
                        <a:cubicBezTo>
                          <a:pt x="36087" y="105011"/>
                          <a:pt x="35316" y="103891"/>
                          <a:pt x="35316" y="102683"/>
                        </a:cubicBezTo>
                        <a:cubicBezTo>
                          <a:pt x="35316" y="102392"/>
                          <a:pt x="35360" y="102087"/>
                          <a:pt x="35462" y="101796"/>
                        </a:cubicBezTo>
                        <a:cubicBezTo>
                          <a:pt x="35956" y="100282"/>
                          <a:pt x="37571" y="99467"/>
                          <a:pt x="39070" y="99948"/>
                        </a:cubicBezTo>
                        <a:cubicBezTo>
                          <a:pt x="42330" y="101010"/>
                          <a:pt x="45706" y="101708"/>
                          <a:pt x="49125" y="102058"/>
                        </a:cubicBezTo>
                        <a:lnTo>
                          <a:pt x="49125" y="102058"/>
                        </a:lnTo>
                        <a:cubicBezTo>
                          <a:pt x="49314" y="102072"/>
                          <a:pt x="49503" y="102087"/>
                          <a:pt x="49693" y="102116"/>
                        </a:cubicBezTo>
                        <a:cubicBezTo>
                          <a:pt x="57798" y="102858"/>
                          <a:pt x="65772" y="101548"/>
                          <a:pt x="73047" y="98420"/>
                        </a:cubicBezTo>
                        <a:cubicBezTo>
                          <a:pt x="76991" y="96717"/>
                          <a:pt x="80745" y="94476"/>
                          <a:pt x="84179" y="91712"/>
                        </a:cubicBezTo>
                        <a:cubicBezTo>
                          <a:pt x="84208" y="91682"/>
                          <a:pt x="84237" y="91668"/>
                          <a:pt x="84267" y="91639"/>
                        </a:cubicBezTo>
                        <a:cubicBezTo>
                          <a:pt x="84354" y="91566"/>
                          <a:pt x="84441" y="91508"/>
                          <a:pt x="84528" y="91435"/>
                        </a:cubicBezTo>
                        <a:cubicBezTo>
                          <a:pt x="94525" y="83286"/>
                          <a:pt x="100739" y="71718"/>
                          <a:pt x="102034" y="58898"/>
                        </a:cubicBezTo>
                        <a:cubicBezTo>
                          <a:pt x="102208" y="57240"/>
                          <a:pt x="102281" y="55581"/>
                          <a:pt x="102281" y="53936"/>
                        </a:cubicBezTo>
                        <a:cubicBezTo>
                          <a:pt x="102281" y="42863"/>
                          <a:pt x="98498" y="32211"/>
                          <a:pt x="91397" y="23510"/>
                        </a:cubicBezTo>
                        <a:cubicBezTo>
                          <a:pt x="83248" y="13513"/>
                          <a:pt x="71680" y="7300"/>
                          <a:pt x="58860" y="6004"/>
                        </a:cubicBezTo>
                        <a:cubicBezTo>
                          <a:pt x="46040" y="4709"/>
                          <a:pt x="33453" y="8478"/>
                          <a:pt x="23471" y="16627"/>
                        </a:cubicBezTo>
                        <a:cubicBezTo>
                          <a:pt x="13475" y="24776"/>
                          <a:pt x="7261" y="36344"/>
                          <a:pt x="5966" y="49164"/>
                        </a:cubicBezTo>
                        <a:cubicBezTo>
                          <a:pt x="5806" y="50793"/>
                          <a:pt x="5719" y="52438"/>
                          <a:pt x="5719" y="54067"/>
                        </a:cubicBezTo>
                        <a:cubicBezTo>
                          <a:pt x="5719" y="61139"/>
                          <a:pt x="7261" y="68124"/>
                          <a:pt x="10273" y="74526"/>
                        </a:cubicBezTo>
                        <a:cubicBezTo>
                          <a:pt x="10462" y="74919"/>
                          <a:pt x="10550" y="75341"/>
                          <a:pt x="10550" y="75749"/>
                        </a:cubicBezTo>
                        <a:cubicBezTo>
                          <a:pt x="10550" y="76826"/>
                          <a:pt x="9939" y="77859"/>
                          <a:pt x="8905" y="78339"/>
                        </a:cubicBezTo>
                        <a:cubicBezTo>
                          <a:pt x="7465" y="79008"/>
                          <a:pt x="5762" y="78397"/>
                          <a:pt x="5093" y="76957"/>
                        </a:cubicBezTo>
                        <a:cubicBezTo>
                          <a:pt x="1732" y="69797"/>
                          <a:pt x="0" y="61969"/>
                          <a:pt x="0" y="54067"/>
                        </a:cubicBezTo>
                        <a:cubicBezTo>
                          <a:pt x="0" y="52248"/>
                          <a:pt x="87" y="50415"/>
                          <a:pt x="276" y="48582"/>
                        </a:cubicBezTo>
                        <a:cubicBezTo>
                          <a:pt x="1732" y="34219"/>
                          <a:pt x="8687" y="21298"/>
                          <a:pt x="19863" y="12174"/>
                        </a:cubicBezTo>
                        <a:cubicBezTo>
                          <a:pt x="31038" y="3051"/>
                          <a:pt x="45094" y="-1184"/>
                          <a:pt x="59457" y="286"/>
                        </a:cubicBezTo>
                        <a:cubicBezTo>
                          <a:pt x="73819" y="1741"/>
                          <a:pt x="86740" y="8696"/>
                          <a:pt x="95864" y="19872"/>
                        </a:cubicBezTo>
                        <a:cubicBezTo>
                          <a:pt x="103809" y="29607"/>
                          <a:pt x="108029" y="41524"/>
                          <a:pt x="108043" y="53922"/>
                        </a:cubicBezTo>
                        <a:cubicBezTo>
                          <a:pt x="108043" y="55755"/>
                          <a:pt x="107956" y="57618"/>
                          <a:pt x="107767" y="59466"/>
                        </a:cubicBezTo>
                        <a:cubicBezTo>
                          <a:pt x="104944" y="87259"/>
                          <a:pt x="81414" y="108038"/>
                          <a:pt x="54058" y="10803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619" name="Graphique 8">
              <a:extLst>
                <a:ext uri="{FF2B5EF4-FFF2-40B4-BE49-F238E27FC236}">
                  <a16:creationId xmlns:a16="http://schemas.microsoft.com/office/drawing/2014/main" id="{C0A26EDB-0DFD-DC64-0B3D-14F20B609F2C}"/>
                </a:ext>
              </a:extLst>
            </p:cNvPr>
            <p:cNvGrpSpPr/>
            <p:nvPr/>
          </p:nvGrpSpPr>
          <p:grpSpPr>
            <a:xfrm>
              <a:off x="179821" y="497059"/>
              <a:ext cx="425446" cy="678219"/>
              <a:chOff x="179821" y="497059"/>
              <a:chExt cx="425446" cy="678219"/>
            </a:xfrm>
          </p:grpSpPr>
          <p:sp>
            <p:nvSpPr>
              <p:cNvPr id="633" name="Forme libre : forme 632">
                <a:extLst>
                  <a:ext uri="{FF2B5EF4-FFF2-40B4-BE49-F238E27FC236}">
                    <a16:creationId xmlns:a16="http://schemas.microsoft.com/office/drawing/2014/main" id="{6D16E052-3D0F-42C2-0CCC-77B0F0D2E34D}"/>
                  </a:ext>
                </a:extLst>
              </p:cNvPr>
              <p:cNvSpPr/>
              <p:nvPr/>
            </p:nvSpPr>
            <p:spPr>
              <a:xfrm>
                <a:off x="314509" y="1146117"/>
                <a:ext cx="75450" cy="7294"/>
              </a:xfrm>
              <a:custGeom>
                <a:avLst/>
                <a:gdLst>
                  <a:gd name="connsiteX0" fmla="*/ 73309 w 75450"/>
                  <a:gd name="connsiteY0" fmla="*/ 0 h 7294"/>
                  <a:gd name="connsiteX1" fmla="*/ 20270 w 75450"/>
                  <a:gd name="connsiteY1" fmla="*/ 3711 h 7294"/>
                  <a:gd name="connsiteX2" fmla="*/ 0 w 75450"/>
                  <a:gd name="connsiteY2" fmla="*/ 1732 h 7294"/>
                  <a:gd name="connsiteX3" fmla="*/ 29 w 75450"/>
                  <a:gd name="connsiteY3" fmla="*/ 2852 h 7294"/>
                  <a:gd name="connsiteX4" fmla="*/ 3507 w 75450"/>
                  <a:gd name="connsiteY4" fmla="*/ 6301 h 7294"/>
                  <a:gd name="connsiteX5" fmla="*/ 72960 w 75450"/>
                  <a:gd name="connsiteY5" fmla="*/ 6373 h 7294"/>
                  <a:gd name="connsiteX6" fmla="*/ 75085 w 75450"/>
                  <a:gd name="connsiteY6" fmla="*/ 2459 h 7294"/>
                  <a:gd name="connsiteX7" fmla="*/ 73324 w 75450"/>
                  <a:gd name="connsiteY7" fmla="*/ 0 h 7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5450" h="7294">
                    <a:moveTo>
                      <a:pt x="73309" y="0"/>
                    </a:moveTo>
                    <a:cubicBezTo>
                      <a:pt x="60388" y="1120"/>
                      <a:pt x="37950" y="2939"/>
                      <a:pt x="20270" y="3711"/>
                    </a:cubicBezTo>
                    <a:cubicBezTo>
                      <a:pt x="9633" y="4176"/>
                      <a:pt x="3521" y="3143"/>
                      <a:pt x="0" y="1732"/>
                    </a:cubicBezTo>
                    <a:cubicBezTo>
                      <a:pt x="0" y="2124"/>
                      <a:pt x="15" y="2503"/>
                      <a:pt x="29" y="2852"/>
                    </a:cubicBezTo>
                    <a:cubicBezTo>
                      <a:pt x="116" y="4715"/>
                      <a:pt x="1630" y="6199"/>
                      <a:pt x="3507" y="6301"/>
                    </a:cubicBezTo>
                    <a:cubicBezTo>
                      <a:pt x="36931" y="8163"/>
                      <a:pt x="63502" y="6941"/>
                      <a:pt x="72960" y="6373"/>
                    </a:cubicBezTo>
                    <a:cubicBezTo>
                      <a:pt x="74910" y="6257"/>
                      <a:pt x="76089" y="4133"/>
                      <a:pt x="75085" y="2459"/>
                    </a:cubicBezTo>
                    <a:cubicBezTo>
                      <a:pt x="74590" y="1630"/>
                      <a:pt x="73979" y="815"/>
                      <a:pt x="73324" y="0"/>
                    </a:cubicBezTo>
                    <a:close/>
                  </a:path>
                </a:pathLst>
              </a:custGeom>
              <a:solidFill>
                <a:srgbClr val="4438B7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Forme libre : forme 633">
                <a:extLst>
                  <a:ext uri="{FF2B5EF4-FFF2-40B4-BE49-F238E27FC236}">
                    <a16:creationId xmlns:a16="http://schemas.microsoft.com/office/drawing/2014/main" id="{D9E66B23-8C7C-5E87-892C-403F9BF988F6}"/>
                  </a:ext>
                </a:extLst>
              </p:cNvPr>
              <p:cNvSpPr/>
              <p:nvPr/>
            </p:nvSpPr>
            <p:spPr>
              <a:xfrm>
                <a:off x="314477" y="1120012"/>
                <a:ext cx="73327" cy="29919"/>
              </a:xfrm>
              <a:custGeom>
                <a:avLst/>
                <a:gdLst>
                  <a:gd name="connsiteX0" fmla="*/ 20288 w 73327"/>
                  <a:gd name="connsiteY0" fmla="*/ 29816 h 29919"/>
                  <a:gd name="connsiteX1" fmla="*/ 73327 w 73327"/>
                  <a:gd name="connsiteY1" fmla="*/ 26105 h 29919"/>
                  <a:gd name="connsiteX2" fmla="*/ 20288 w 73327"/>
                  <a:gd name="connsiteY2" fmla="*/ 0 h 29919"/>
                  <a:gd name="connsiteX3" fmla="*/ 8894 w 73327"/>
                  <a:gd name="connsiteY3" fmla="*/ 0 h 29919"/>
                  <a:gd name="connsiteX4" fmla="*/ 3 w 73327"/>
                  <a:gd name="connsiteY4" fmla="*/ 27822 h 29919"/>
                  <a:gd name="connsiteX5" fmla="*/ 20273 w 73327"/>
                  <a:gd name="connsiteY5" fmla="*/ 29801 h 29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3327" h="29919">
                    <a:moveTo>
                      <a:pt x="20288" y="29816"/>
                    </a:moveTo>
                    <a:cubicBezTo>
                      <a:pt x="37967" y="29044"/>
                      <a:pt x="60406" y="27225"/>
                      <a:pt x="73327" y="26105"/>
                    </a:cubicBezTo>
                    <a:cubicBezTo>
                      <a:pt x="60624" y="10506"/>
                      <a:pt x="20288" y="0"/>
                      <a:pt x="20288" y="0"/>
                    </a:cubicBezTo>
                    <a:lnTo>
                      <a:pt x="8894" y="0"/>
                    </a:lnTo>
                    <a:cubicBezTo>
                      <a:pt x="1065" y="11292"/>
                      <a:pt x="-70" y="22045"/>
                      <a:pt x="3" y="27822"/>
                    </a:cubicBezTo>
                    <a:cubicBezTo>
                      <a:pt x="3525" y="29234"/>
                      <a:pt x="9651" y="30281"/>
                      <a:pt x="20273" y="29801"/>
                    </a:cubicBezTo>
                    <a:close/>
                  </a:path>
                </a:pathLst>
              </a:custGeom>
              <a:solidFill>
                <a:srgbClr val="332989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Forme libre : forme 634">
                <a:extLst>
                  <a:ext uri="{FF2B5EF4-FFF2-40B4-BE49-F238E27FC236}">
                    <a16:creationId xmlns:a16="http://schemas.microsoft.com/office/drawing/2014/main" id="{951F9A27-57A3-6AEF-E157-FEADCB123A89}"/>
                  </a:ext>
                </a:extLst>
              </p:cNvPr>
              <p:cNvSpPr/>
              <p:nvPr/>
            </p:nvSpPr>
            <p:spPr>
              <a:xfrm>
                <a:off x="321450" y="1101415"/>
                <a:ext cx="21259" cy="25823"/>
              </a:xfrm>
              <a:custGeom>
                <a:avLst/>
                <a:gdLst>
                  <a:gd name="connsiteX0" fmla="*/ 15 w 21259"/>
                  <a:gd name="connsiteY0" fmla="*/ 0 h 25823"/>
                  <a:gd name="connsiteX1" fmla="*/ 1077 w 21259"/>
                  <a:gd name="connsiteY1" fmla="*/ 21099 h 25823"/>
                  <a:gd name="connsiteX2" fmla="*/ 5195 w 21259"/>
                  <a:gd name="connsiteY2" fmla="*/ 25625 h 25823"/>
                  <a:gd name="connsiteX3" fmla="*/ 13751 w 21259"/>
                  <a:gd name="connsiteY3" fmla="*/ 24912 h 25823"/>
                  <a:gd name="connsiteX4" fmla="*/ 17578 w 21259"/>
                  <a:gd name="connsiteY4" fmla="*/ 20532 h 25823"/>
                  <a:gd name="connsiteX5" fmla="*/ 21259 w 21259"/>
                  <a:gd name="connsiteY5" fmla="*/ 0 h 25823"/>
                  <a:gd name="connsiteX6" fmla="*/ 0 w 21259"/>
                  <a:gd name="connsiteY6" fmla="*/ 0 h 25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59" h="25823">
                    <a:moveTo>
                      <a:pt x="15" y="0"/>
                    </a:moveTo>
                    <a:lnTo>
                      <a:pt x="1077" y="21099"/>
                    </a:lnTo>
                    <a:cubicBezTo>
                      <a:pt x="1193" y="23384"/>
                      <a:pt x="2896" y="25305"/>
                      <a:pt x="5195" y="25625"/>
                    </a:cubicBezTo>
                    <a:cubicBezTo>
                      <a:pt x="7465" y="25945"/>
                      <a:pt x="10521" y="25989"/>
                      <a:pt x="13751" y="24912"/>
                    </a:cubicBezTo>
                    <a:cubicBezTo>
                      <a:pt x="15744" y="24257"/>
                      <a:pt x="17214" y="22569"/>
                      <a:pt x="17578" y="20532"/>
                    </a:cubicBezTo>
                    <a:lnTo>
                      <a:pt x="2125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392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636" name="Graphique 8">
                <a:extLst>
                  <a:ext uri="{FF2B5EF4-FFF2-40B4-BE49-F238E27FC236}">
                    <a16:creationId xmlns:a16="http://schemas.microsoft.com/office/drawing/2014/main" id="{D2F4BE1D-3787-D18A-3FAC-49EA3DAD9F4A}"/>
                  </a:ext>
                </a:extLst>
              </p:cNvPr>
              <p:cNvGrpSpPr/>
              <p:nvPr/>
            </p:nvGrpSpPr>
            <p:grpSpPr>
              <a:xfrm>
                <a:off x="179821" y="1107902"/>
                <a:ext cx="42646" cy="67376"/>
                <a:chOff x="179821" y="1107902"/>
                <a:chExt cx="42646" cy="67376"/>
              </a:xfrm>
            </p:grpSpPr>
            <p:sp>
              <p:nvSpPr>
                <p:cNvPr id="654" name="Forme libre : forme 653">
                  <a:extLst>
                    <a:ext uri="{FF2B5EF4-FFF2-40B4-BE49-F238E27FC236}">
                      <a16:creationId xmlns:a16="http://schemas.microsoft.com/office/drawing/2014/main" id="{FD5C1A5A-1EEB-B8A5-92C2-740095CB3523}"/>
                    </a:ext>
                  </a:extLst>
                </p:cNvPr>
                <p:cNvSpPr/>
                <p:nvPr/>
              </p:nvSpPr>
              <p:spPr>
                <a:xfrm>
                  <a:off x="179821" y="1161643"/>
                  <a:ext cx="28900" cy="13635"/>
                </a:xfrm>
                <a:custGeom>
                  <a:avLst/>
                  <a:gdLst>
                    <a:gd name="connsiteX0" fmla="*/ 9416 w 28900"/>
                    <a:gd name="connsiteY0" fmla="*/ 8804 h 13635"/>
                    <a:gd name="connsiteX1" fmla="*/ 205 w 28900"/>
                    <a:gd name="connsiteY1" fmla="*/ 0 h 13635"/>
                    <a:gd name="connsiteX2" fmla="*/ 191 w 28900"/>
                    <a:gd name="connsiteY2" fmla="*/ 102 h 13635"/>
                    <a:gd name="connsiteX3" fmla="*/ 5094 w 28900"/>
                    <a:gd name="connsiteY3" fmla="*/ 10841 h 13635"/>
                    <a:gd name="connsiteX4" fmla="*/ 18685 w 28900"/>
                    <a:gd name="connsiteY4" fmla="*/ 13591 h 13635"/>
                    <a:gd name="connsiteX5" fmla="*/ 28871 w 28900"/>
                    <a:gd name="connsiteY5" fmla="*/ 7508 h 13635"/>
                    <a:gd name="connsiteX6" fmla="*/ 28900 w 28900"/>
                    <a:gd name="connsiteY6" fmla="*/ 7450 h 13635"/>
                    <a:gd name="connsiteX7" fmla="*/ 9402 w 28900"/>
                    <a:gd name="connsiteY7" fmla="*/ 8789 h 13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900" h="13635">
                      <a:moveTo>
                        <a:pt x="9416" y="8804"/>
                      </a:moveTo>
                      <a:cubicBezTo>
                        <a:pt x="3814" y="7799"/>
                        <a:pt x="1267" y="4031"/>
                        <a:pt x="205" y="0"/>
                      </a:cubicBezTo>
                      <a:cubicBezTo>
                        <a:pt x="205" y="29"/>
                        <a:pt x="205" y="73"/>
                        <a:pt x="191" y="102"/>
                      </a:cubicBezTo>
                      <a:cubicBezTo>
                        <a:pt x="-639" y="4351"/>
                        <a:pt x="1282" y="8745"/>
                        <a:pt x="5094" y="10841"/>
                      </a:cubicBezTo>
                      <a:cubicBezTo>
                        <a:pt x="9707" y="13373"/>
                        <a:pt x="14771" y="13795"/>
                        <a:pt x="18685" y="13591"/>
                      </a:cubicBezTo>
                      <a:cubicBezTo>
                        <a:pt x="22891" y="13373"/>
                        <a:pt x="26761" y="11117"/>
                        <a:pt x="28871" y="7508"/>
                      </a:cubicBezTo>
                      <a:lnTo>
                        <a:pt x="28900" y="7450"/>
                      </a:lnTo>
                      <a:cubicBezTo>
                        <a:pt x="24680" y="10157"/>
                        <a:pt x="18744" y="10462"/>
                        <a:pt x="9402" y="8789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5" name="Forme libre : forme 654">
                  <a:extLst>
                    <a:ext uri="{FF2B5EF4-FFF2-40B4-BE49-F238E27FC236}">
                      <a16:creationId xmlns:a16="http://schemas.microsoft.com/office/drawing/2014/main" id="{CDEAE121-D74A-5A06-9583-8CA6DA705C79}"/>
                    </a:ext>
                  </a:extLst>
                </p:cNvPr>
                <p:cNvSpPr/>
                <p:nvPr/>
              </p:nvSpPr>
              <p:spPr>
                <a:xfrm>
                  <a:off x="180026" y="1107902"/>
                  <a:ext cx="42441" cy="63581"/>
                </a:xfrm>
                <a:custGeom>
                  <a:avLst/>
                  <a:gdLst>
                    <a:gd name="connsiteX0" fmla="*/ 35636 w 42441"/>
                    <a:gd name="connsiteY0" fmla="*/ 3 h 63581"/>
                    <a:gd name="connsiteX1" fmla="*/ 26236 w 42441"/>
                    <a:gd name="connsiteY1" fmla="*/ 3 h 63581"/>
                    <a:gd name="connsiteX2" fmla="*/ 0 w 42441"/>
                    <a:gd name="connsiteY2" fmla="*/ 53741 h 63581"/>
                    <a:gd name="connsiteX3" fmla="*/ 9211 w 42441"/>
                    <a:gd name="connsiteY3" fmla="*/ 62544 h 63581"/>
                    <a:gd name="connsiteX4" fmla="*/ 28710 w 42441"/>
                    <a:gd name="connsiteY4" fmla="*/ 61205 h 63581"/>
                    <a:gd name="connsiteX5" fmla="*/ 42111 w 42441"/>
                    <a:gd name="connsiteY5" fmla="*/ 17566 h 63581"/>
                    <a:gd name="connsiteX6" fmla="*/ 35636 w 42441"/>
                    <a:gd name="connsiteY6" fmla="*/ 3 h 635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2441" h="63581">
                      <a:moveTo>
                        <a:pt x="35636" y="3"/>
                      </a:moveTo>
                      <a:lnTo>
                        <a:pt x="26236" y="3"/>
                      </a:lnTo>
                      <a:cubicBezTo>
                        <a:pt x="11932" y="-376"/>
                        <a:pt x="2939" y="38636"/>
                        <a:pt x="0" y="53741"/>
                      </a:cubicBezTo>
                      <a:cubicBezTo>
                        <a:pt x="1062" y="57757"/>
                        <a:pt x="3594" y="61526"/>
                        <a:pt x="9211" y="62544"/>
                      </a:cubicBezTo>
                      <a:cubicBezTo>
                        <a:pt x="18553" y="64232"/>
                        <a:pt x="24490" y="63912"/>
                        <a:pt x="28710" y="61205"/>
                      </a:cubicBezTo>
                      <a:cubicBezTo>
                        <a:pt x="36436" y="48051"/>
                        <a:pt x="40278" y="28800"/>
                        <a:pt x="42111" y="17566"/>
                      </a:cubicBezTo>
                      <a:cubicBezTo>
                        <a:pt x="44207" y="4790"/>
                        <a:pt x="35636" y="3"/>
                        <a:pt x="35636" y="3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7" name="Forme libre : forme 636">
                <a:extLst>
                  <a:ext uri="{FF2B5EF4-FFF2-40B4-BE49-F238E27FC236}">
                    <a16:creationId xmlns:a16="http://schemas.microsoft.com/office/drawing/2014/main" id="{BEF11EF3-A460-4DC1-A043-7ECEA8533EAA}"/>
                  </a:ext>
                </a:extLst>
              </p:cNvPr>
              <p:cNvSpPr/>
              <p:nvPr/>
            </p:nvSpPr>
            <p:spPr>
              <a:xfrm>
                <a:off x="202091" y="1088334"/>
                <a:ext cx="25386" cy="29836"/>
              </a:xfrm>
              <a:custGeom>
                <a:avLst/>
                <a:gdLst>
                  <a:gd name="connsiteX0" fmla="*/ 5393 w 25386"/>
                  <a:gd name="connsiteY0" fmla="*/ 0 h 29836"/>
                  <a:gd name="connsiteX1" fmla="*/ 169 w 25386"/>
                  <a:gd name="connsiteY1" fmla="*/ 20750 h 29836"/>
                  <a:gd name="connsiteX2" fmla="*/ 3094 w 25386"/>
                  <a:gd name="connsiteY2" fmla="*/ 27138 h 29836"/>
                  <a:gd name="connsiteX3" fmla="*/ 13891 w 25386"/>
                  <a:gd name="connsiteY3" fmla="*/ 29757 h 29836"/>
                  <a:gd name="connsiteX4" fmla="*/ 17732 w 25386"/>
                  <a:gd name="connsiteY4" fmla="*/ 26614 h 29836"/>
                  <a:gd name="connsiteX5" fmla="*/ 25386 w 25386"/>
                  <a:gd name="connsiteY5" fmla="*/ 4787 h 29836"/>
                  <a:gd name="connsiteX6" fmla="*/ 5378 w 25386"/>
                  <a:gd name="connsiteY6" fmla="*/ 15 h 29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386" h="29836">
                    <a:moveTo>
                      <a:pt x="5393" y="0"/>
                    </a:moveTo>
                    <a:lnTo>
                      <a:pt x="169" y="20750"/>
                    </a:lnTo>
                    <a:cubicBezTo>
                      <a:pt x="-471" y="23297"/>
                      <a:pt x="751" y="25930"/>
                      <a:pt x="3094" y="27138"/>
                    </a:cubicBezTo>
                    <a:cubicBezTo>
                      <a:pt x="6019" y="28637"/>
                      <a:pt x="10122" y="30209"/>
                      <a:pt x="13891" y="29757"/>
                    </a:cubicBezTo>
                    <a:cubicBezTo>
                      <a:pt x="15666" y="29539"/>
                      <a:pt x="17136" y="28288"/>
                      <a:pt x="17732" y="26614"/>
                    </a:cubicBezTo>
                    <a:lnTo>
                      <a:pt x="25386" y="4787"/>
                    </a:lnTo>
                    <a:lnTo>
                      <a:pt x="5378" y="15"/>
                    </a:lnTo>
                    <a:close/>
                  </a:path>
                </a:pathLst>
              </a:custGeom>
              <a:solidFill>
                <a:srgbClr val="F4A392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Forme libre : forme 637">
                <a:extLst>
                  <a:ext uri="{FF2B5EF4-FFF2-40B4-BE49-F238E27FC236}">
                    <a16:creationId xmlns:a16="http://schemas.microsoft.com/office/drawing/2014/main" id="{4BC08822-EBFF-60E5-695A-7E2E9964FE80}"/>
                  </a:ext>
                </a:extLst>
              </p:cNvPr>
              <p:cNvSpPr/>
              <p:nvPr/>
            </p:nvSpPr>
            <p:spPr>
              <a:xfrm>
                <a:off x="203425" y="809153"/>
                <a:ext cx="187595" cy="301747"/>
              </a:xfrm>
              <a:custGeom>
                <a:avLst/>
                <a:gdLst>
                  <a:gd name="connsiteX0" fmla="*/ 187581 w 187595"/>
                  <a:gd name="connsiteY0" fmla="*/ 5893 h 301747"/>
                  <a:gd name="connsiteX1" fmla="*/ 141730 w 187595"/>
                  <a:gd name="connsiteY1" fmla="*/ 298913 h 301747"/>
                  <a:gd name="connsiteX2" fmla="*/ 114810 w 187595"/>
                  <a:gd name="connsiteY2" fmla="*/ 299655 h 301747"/>
                  <a:gd name="connsiteX3" fmla="*/ 128910 w 187595"/>
                  <a:gd name="connsiteY3" fmla="*/ 84136 h 301747"/>
                  <a:gd name="connsiteX4" fmla="*/ 24082 w 187595"/>
                  <a:gd name="connsiteY4" fmla="*/ 292758 h 301747"/>
                  <a:gd name="connsiteX5" fmla="*/ 0 w 187595"/>
                  <a:gd name="connsiteY5" fmla="*/ 284012 h 301747"/>
                  <a:gd name="connsiteX6" fmla="*/ 108524 w 187595"/>
                  <a:gd name="connsiteY6" fmla="*/ 0 h 301747"/>
                  <a:gd name="connsiteX7" fmla="*/ 187595 w 187595"/>
                  <a:gd name="connsiteY7" fmla="*/ 5893 h 301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7595" h="301747">
                    <a:moveTo>
                      <a:pt x="187581" y="5893"/>
                    </a:moveTo>
                    <a:cubicBezTo>
                      <a:pt x="187581" y="5893"/>
                      <a:pt x="140958" y="297312"/>
                      <a:pt x="141730" y="298913"/>
                    </a:cubicBezTo>
                    <a:cubicBezTo>
                      <a:pt x="141730" y="298913"/>
                      <a:pt x="128852" y="304762"/>
                      <a:pt x="114810" y="299655"/>
                    </a:cubicBezTo>
                    <a:cubicBezTo>
                      <a:pt x="114810" y="299655"/>
                      <a:pt x="119030" y="143869"/>
                      <a:pt x="128910" y="84136"/>
                    </a:cubicBezTo>
                    <a:cubicBezTo>
                      <a:pt x="128910" y="84136"/>
                      <a:pt x="49343" y="223377"/>
                      <a:pt x="24082" y="292758"/>
                    </a:cubicBezTo>
                    <a:cubicBezTo>
                      <a:pt x="24082" y="292758"/>
                      <a:pt x="10899" y="291186"/>
                      <a:pt x="0" y="284012"/>
                    </a:cubicBezTo>
                    <a:cubicBezTo>
                      <a:pt x="0" y="284012"/>
                      <a:pt x="85678" y="33381"/>
                      <a:pt x="108524" y="0"/>
                    </a:cubicBezTo>
                    <a:lnTo>
                      <a:pt x="187595" y="5893"/>
                    </a:lnTo>
                    <a:close/>
                  </a:path>
                </a:pathLst>
              </a:custGeom>
              <a:solidFill>
                <a:srgbClr val="332989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Forme libre : forme 638">
                <a:extLst>
                  <a:ext uri="{FF2B5EF4-FFF2-40B4-BE49-F238E27FC236}">
                    <a16:creationId xmlns:a16="http://schemas.microsoft.com/office/drawing/2014/main" id="{F23E994C-65B7-E6BC-E70C-DF28B25FFB2B}"/>
                  </a:ext>
                </a:extLst>
              </p:cNvPr>
              <p:cNvSpPr/>
              <p:nvPr/>
            </p:nvSpPr>
            <p:spPr>
              <a:xfrm>
                <a:off x="332808" y="858630"/>
                <a:ext cx="33006" cy="33159"/>
              </a:xfrm>
              <a:custGeom>
                <a:avLst/>
                <a:gdLst>
                  <a:gd name="connsiteX0" fmla="*/ 1375 w 33006"/>
                  <a:gd name="connsiteY0" fmla="*/ 33145 h 33159"/>
                  <a:gd name="connsiteX1" fmla="*/ 647 w 33006"/>
                  <a:gd name="connsiteY1" fmla="*/ 32941 h 33159"/>
                  <a:gd name="connsiteX2" fmla="*/ 211 w 33006"/>
                  <a:gd name="connsiteY2" fmla="*/ 31049 h 33159"/>
                  <a:gd name="connsiteX3" fmla="*/ 17629 w 33006"/>
                  <a:gd name="connsiteY3" fmla="*/ 3227 h 33159"/>
                  <a:gd name="connsiteX4" fmla="*/ 18531 w 33006"/>
                  <a:gd name="connsiteY4" fmla="*/ 2602 h 33159"/>
                  <a:gd name="connsiteX5" fmla="*/ 31350 w 33006"/>
                  <a:gd name="connsiteY5" fmla="*/ 26 h 33159"/>
                  <a:gd name="connsiteX6" fmla="*/ 32980 w 33006"/>
                  <a:gd name="connsiteY6" fmla="*/ 1103 h 33159"/>
                  <a:gd name="connsiteX7" fmla="*/ 31903 w 33006"/>
                  <a:gd name="connsiteY7" fmla="*/ 2733 h 33159"/>
                  <a:gd name="connsiteX8" fmla="*/ 19666 w 33006"/>
                  <a:gd name="connsiteY8" fmla="*/ 5192 h 33159"/>
                  <a:gd name="connsiteX9" fmla="*/ 2553 w 33006"/>
                  <a:gd name="connsiteY9" fmla="*/ 32519 h 33159"/>
                  <a:gd name="connsiteX10" fmla="*/ 1389 w 33006"/>
                  <a:gd name="connsiteY10" fmla="*/ 33159 h 33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3006" h="33159">
                    <a:moveTo>
                      <a:pt x="1375" y="33145"/>
                    </a:moveTo>
                    <a:cubicBezTo>
                      <a:pt x="1127" y="33145"/>
                      <a:pt x="865" y="33072"/>
                      <a:pt x="647" y="32941"/>
                    </a:cubicBezTo>
                    <a:cubicBezTo>
                      <a:pt x="7" y="32534"/>
                      <a:pt x="-197" y="31690"/>
                      <a:pt x="211" y="31049"/>
                    </a:cubicBezTo>
                    <a:lnTo>
                      <a:pt x="17629" y="3227"/>
                    </a:lnTo>
                    <a:cubicBezTo>
                      <a:pt x="17832" y="2907"/>
                      <a:pt x="18152" y="2689"/>
                      <a:pt x="18531" y="2602"/>
                    </a:cubicBezTo>
                    <a:lnTo>
                      <a:pt x="31350" y="26"/>
                    </a:lnTo>
                    <a:cubicBezTo>
                      <a:pt x="32107" y="-120"/>
                      <a:pt x="32820" y="361"/>
                      <a:pt x="32980" y="1103"/>
                    </a:cubicBezTo>
                    <a:cubicBezTo>
                      <a:pt x="33126" y="1845"/>
                      <a:pt x="32646" y="2572"/>
                      <a:pt x="31903" y="2733"/>
                    </a:cubicBezTo>
                    <a:lnTo>
                      <a:pt x="19666" y="5192"/>
                    </a:lnTo>
                    <a:lnTo>
                      <a:pt x="2553" y="32519"/>
                    </a:lnTo>
                    <a:cubicBezTo>
                      <a:pt x="2292" y="32941"/>
                      <a:pt x="1840" y="33159"/>
                      <a:pt x="1389" y="33159"/>
                    </a:cubicBezTo>
                    <a:close/>
                  </a:path>
                </a:pathLst>
              </a:custGeom>
              <a:solidFill>
                <a:srgbClr val="332989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Forme libre : forme 639">
                <a:extLst>
                  <a:ext uri="{FF2B5EF4-FFF2-40B4-BE49-F238E27FC236}">
                    <a16:creationId xmlns:a16="http://schemas.microsoft.com/office/drawing/2014/main" id="{C4DC4495-6E20-5E79-94C4-CB169C12E70C}"/>
                  </a:ext>
                </a:extLst>
              </p:cNvPr>
              <p:cNvSpPr/>
              <p:nvPr/>
            </p:nvSpPr>
            <p:spPr>
              <a:xfrm>
                <a:off x="489736" y="529680"/>
                <a:ext cx="115531" cy="125082"/>
              </a:xfrm>
              <a:custGeom>
                <a:avLst/>
                <a:gdLst>
                  <a:gd name="connsiteX0" fmla="*/ 115203 w 115531"/>
                  <a:gd name="connsiteY0" fmla="*/ 0 h 125082"/>
                  <a:gd name="connsiteX1" fmla="*/ 64608 w 115531"/>
                  <a:gd name="connsiteY1" fmla="*/ 15774 h 125082"/>
                  <a:gd name="connsiteX2" fmla="*/ 56052 w 115531"/>
                  <a:gd name="connsiteY2" fmla="*/ 24373 h 125082"/>
                  <a:gd name="connsiteX3" fmla="*/ 0 w 115531"/>
                  <a:gd name="connsiteY3" fmla="*/ 83350 h 125082"/>
                  <a:gd name="connsiteX4" fmla="*/ 15832 w 115531"/>
                  <a:gd name="connsiteY4" fmla="*/ 125083 h 125082"/>
                  <a:gd name="connsiteX5" fmla="*/ 61261 w 115531"/>
                  <a:gd name="connsiteY5" fmla="*/ 44803 h 125082"/>
                  <a:gd name="connsiteX6" fmla="*/ 75405 w 115531"/>
                  <a:gd name="connsiteY6" fmla="*/ 44411 h 125082"/>
                  <a:gd name="connsiteX7" fmla="*/ 87933 w 115531"/>
                  <a:gd name="connsiteY7" fmla="*/ 37295 h 125082"/>
                  <a:gd name="connsiteX8" fmla="*/ 95224 w 115531"/>
                  <a:gd name="connsiteY8" fmla="*/ 27502 h 125082"/>
                  <a:gd name="connsiteX9" fmla="*/ 95791 w 115531"/>
                  <a:gd name="connsiteY9" fmla="*/ 12354 h 125082"/>
                  <a:gd name="connsiteX10" fmla="*/ 111958 w 115531"/>
                  <a:gd name="connsiteY10" fmla="*/ 7348 h 125082"/>
                  <a:gd name="connsiteX11" fmla="*/ 115203 w 115531"/>
                  <a:gd name="connsiteY11" fmla="*/ 15 h 125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5531" h="125082">
                    <a:moveTo>
                      <a:pt x="115203" y="0"/>
                    </a:moveTo>
                    <a:cubicBezTo>
                      <a:pt x="115203" y="0"/>
                      <a:pt x="83743" y="6941"/>
                      <a:pt x="64608" y="15774"/>
                    </a:cubicBezTo>
                    <a:cubicBezTo>
                      <a:pt x="60810" y="17534"/>
                      <a:pt x="57783" y="20590"/>
                      <a:pt x="56052" y="24373"/>
                    </a:cubicBezTo>
                    <a:cubicBezTo>
                      <a:pt x="50333" y="36902"/>
                      <a:pt x="33206" y="68347"/>
                      <a:pt x="0" y="83350"/>
                    </a:cubicBezTo>
                    <a:cubicBezTo>
                      <a:pt x="4787" y="89694"/>
                      <a:pt x="12485" y="102892"/>
                      <a:pt x="15832" y="125083"/>
                    </a:cubicBezTo>
                    <a:cubicBezTo>
                      <a:pt x="35782" y="110241"/>
                      <a:pt x="52996" y="85445"/>
                      <a:pt x="61261" y="44803"/>
                    </a:cubicBezTo>
                    <a:cubicBezTo>
                      <a:pt x="61261" y="44803"/>
                      <a:pt x="67562" y="48223"/>
                      <a:pt x="75405" y="44411"/>
                    </a:cubicBezTo>
                    <a:cubicBezTo>
                      <a:pt x="79552" y="42402"/>
                      <a:pt x="84339" y="39536"/>
                      <a:pt x="87933" y="37295"/>
                    </a:cubicBezTo>
                    <a:cubicBezTo>
                      <a:pt x="91513" y="35054"/>
                      <a:pt x="94191" y="31576"/>
                      <a:pt x="95224" y="27502"/>
                    </a:cubicBezTo>
                    <a:cubicBezTo>
                      <a:pt x="96591" y="22133"/>
                      <a:pt x="95791" y="17418"/>
                      <a:pt x="95791" y="12354"/>
                    </a:cubicBezTo>
                    <a:lnTo>
                      <a:pt x="111958" y="7348"/>
                    </a:lnTo>
                    <a:cubicBezTo>
                      <a:pt x="111958" y="7348"/>
                      <a:pt x="116818" y="5515"/>
                      <a:pt x="115203" y="15"/>
                    </a:cubicBezTo>
                    <a:close/>
                  </a:path>
                </a:pathLst>
              </a:custGeom>
              <a:solidFill>
                <a:srgbClr val="F4A392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Forme libre : forme 640">
                <a:extLst>
                  <a:ext uri="{FF2B5EF4-FFF2-40B4-BE49-F238E27FC236}">
                    <a16:creationId xmlns:a16="http://schemas.microsoft.com/office/drawing/2014/main" id="{21A8FEE4-4942-1D93-4E18-0E6F20F4B8BE}"/>
                  </a:ext>
                </a:extLst>
              </p:cNvPr>
              <p:cNvSpPr/>
              <p:nvPr/>
            </p:nvSpPr>
            <p:spPr>
              <a:xfrm>
                <a:off x="232290" y="610895"/>
                <a:ext cx="273292" cy="212264"/>
              </a:xfrm>
              <a:custGeom>
                <a:avLst/>
                <a:gdLst>
                  <a:gd name="connsiteX0" fmla="*/ 273292 w 273292"/>
                  <a:gd name="connsiteY0" fmla="*/ 43868 h 212264"/>
                  <a:gd name="connsiteX1" fmla="*/ 257460 w 273292"/>
                  <a:gd name="connsiteY1" fmla="*/ 2135 h 212264"/>
                  <a:gd name="connsiteX2" fmla="*/ 175828 w 273292"/>
                  <a:gd name="connsiteY2" fmla="*/ 2600 h 212264"/>
                  <a:gd name="connsiteX3" fmla="*/ 166064 w 273292"/>
                  <a:gd name="connsiteY3" fmla="*/ 680 h 212264"/>
                  <a:gd name="connsiteX4" fmla="*/ 38332 w 273292"/>
                  <a:gd name="connsiteY4" fmla="*/ 14052 h 212264"/>
                  <a:gd name="connsiteX5" fmla="*/ 15079 w 273292"/>
                  <a:gd name="connsiteY5" fmla="*/ 35210 h 212264"/>
                  <a:gd name="connsiteX6" fmla="*/ 40239 w 273292"/>
                  <a:gd name="connsiteY6" fmla="*/ 171526 h 212264"/>
                  <a:gd name="connsiteX7" fmla="*/ 54790 w 273292"/>
                  <a:gd name="connsiteY7" fmla="*/ 143981 h 212264"/>
                  <a:gd name="connsiteX8" fmla="*/ 59432 w 273292"/>
                  <a:gd name="connsiteY8" fmla="*/ 76099 h 212264"/>
                  <a:gd name="connsiteX9" fmla="*/ 79120 w 273292"/>
                  <a:gd name="connsiteY9" fmla="*/ 181450 h 212264"/>
                  <a:gd name="connsiteX10" fmla="*/ 75424 w 273292"/>
                  <a:gd name="connsiteY10" fmla="*/ 202521 h 212264"/>
                  <a:gd name="connsiteX11" fmla="*/ 75118 w 273292"/>
                  <a:gd name="connsiteY11" fmla="*/ 203248 h 212264"/>
                  <a:gd name="connsiteX12" fmla="*/ 76864 w 273292"/>
                  <a:gd name="connsiteY12" fmla="*/ 206653 h 212264"/>
                  <a:gd name="connsiteX13" fmla="*/ 156663 w 273292"/>
                  <a:gd name="connsiteY13" fmla="*/ 211339 h 212264"/>
                  <a:gd name="connsiteX14" fmla="*/ 160549 w 273292"/>
                  <a:gd name="connsiteY14" fmla="*/ 208021 h 212264"/>
                  <a:gd name="connsiteX15" fmla="*/ 173048 w 273292"/>
                  <a:gd name="connsiteY15" fmla="*/ 61024 h 212264"/>
                  <a:gd name="connsiteX16" fmla="*/ 273263 w 273292"/>
                  <a:gd name="connsiteY16" fmla="*/ 43897 h 21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3292" h="212264">
                    <a:moveTo>
                      <a:pt x="273292" y="43868"/>
                    </a:moveTo>
                    <a:cubicBezTo>
                      <a:pt x="269945" y="21677"/>
                      <a:pt x="262233" y="8479"/>
                      <a:pt x="257460" y="2135"/>
                    </a:cubicBezTo>
                    <a:cubicBezTo>
                      <a:pt x="236827" y="11448"/>
                      <a:pt x="210008" y="14431"/>
                      <a:pt x="175828" y="2600"/>
                    </a:cubicBezTo>
                    <a:cubicBezTo>
                      <a:pt x="172684" y="1509"/>
                      <a:pt x="169396" y="869"/>
                      <a:pt x="166064" y="680"/>
                    </a:cubicBezTo>
                    <a:cubicBezTo>
                      <a:pt x="147874" y="-383"/>
                      <a:pt x="87938" y="-2333"/>
                      <a:pt x="38332" y="14052"/>
                    </a:cubicBezTo>
                    <a:cubicBezTo>
                      <a:pt x="27899" y="17501"/>
                      <a:pt x="19445" y="25213"/>
                      <a:pt x="15079" y="35210"/>
                    </a:cubicBezTo>
                    <a:cubicBezTo>
                      <a:pt x="1663" y="66000"/>
                      <a:pt x="-20062" y="136123"/>
                      <a:pt x="40239" y="171526"/>
                    </a:cubicBezTo>
                    <a:cubicBezTo>
                      <a:pt x="44866" y="160031"/>
                      <a:pt x="50221" y="150776"/>
                      <a:pt x="54790" y="143981"/>
                    </a:cubicBezTo>
                    <a:cubicBezTo>
                      <a:pt x="45084" y="127596"/>
                      <a:pt x="42203" y="105231"/>
                      <a:pt x="59432" y="76099"/>
                    </a:cubicBezTo>
                    <a:cubicBezTo>
                      <a:pt x="72004" y="110033"/>
                      <a:pt x="77897" y="159536"/>
                      <a:pt x="79120" y="181450"/>
                    </a:cubicBezTo>
                    <a:cubicBezTo>
                      <a:pt x="79527" y="188668"/>
                      <a:pt x="78261" y="195871"/>
                      <a:pt x="75424" y="202521"/>
                    </a:cubicBezTo>
                    <a:lnTo>
                      <a:pt x="75118" y="203248"/>
                    </a:lnTo>
                    <a:cubicBezTo>
                      <a:pt x="74507" y="204674"/>
                      <a:pt x="75351" y="206304"/>
                      <a:pt x="76864" y="206653"/>
                    </a:cubicBezTo>
                    <a:cubicBezTo>
                      <a:pt x="110812" y="214278"/>
                      <a:pt x="146114" y="212212"/>
                      <a:pt x="156663" y="211339"/>
                    </a:cubicBezTo>
                    <a:cubicBezTo>
                      <a:pt x="158541" y="211179"/>
                      <a:pt x="160112" y="209840"/>
                      <a:pt x="160549" y="208021"/>
                    </a:cubicBezTo>
                    <a:cubicBezTo>
                      <a:pt x="177050" y="138466"/>
                      <a:pt x="177093" y="91014"/>
                      <a:pt x="173048" y="61024"/>
                    </a:cubicBezTo>
                    <a:cubicBezTo>
                      <a:pt x="188487" y="64472"/>
                      <a:pt x="235706" y="71835"/>
                      <a:pt x="273263" y="43897"/>
                    </a:cubicBezTo>
                    <a:close/>
                  </a:path>
                </a:pathLst>
              </a:custGeom>
              <a:solidFill>
                <a:srgbClr val="DAD9FC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Forme libre : forme 641">
                <a:extLst>
                  <a:ext uri="{FF2B5EF4-FFF2-40B4-BE49-F238E27FC236}">
                    <a16:creationId xmlns:a16="http://schemas.microsoft.com/office/drawing/2014/main" id="{55B491AE-76A8-E681-764F-52CF681641A4}"/>
                  </a:ext>
                </a:extLst>
              </p:cNvPr>
              <p:cNvSpPr/>
              <p:nvPr/>
            </p:nvSpPr>
            <p:spPr>
              <a:xfrm>
                <a:off x="392013" y="628254"/>
                <a:ext cx="14793" cy="45513"/>
              </a:xfrm>
              <a:custGeom>
                <a:avLst/>
                <a:gdLst>
                  <a:gd name="connsiteX0" fmla="*/ 13427 w 14793"/>
                  <a:gd name="connsiteY0" fmla="*/ 45513 h 45513"/>
                  <a:gd name="connsiteX1" fmla="*/ 12060 w 14793"/>
                  <a:gd name="connsiteY1" fmla="*/ 44320 h 45513"/>
                  <a:gd name="connsiteX2" fmla="*/ 215 w 14793"/>
                  <a:gd name="connsiteY2" fmla="*/ 2121 h 45513"/>
                  <a:gd name="connsiteX3" fmla="*/ 637 w 14793"/>
                  <a:gd name="connsiteY3" fmla="*/ 215 h 45513"/>
                  <a:gd name="connsiteX4" fmla="*/ 2529 w 14793"/>
                  <a:gd name="connsiteY4" fmla="*/ 637 h 45513"/>
                  <a:gd name="connsiteX5" fmla="*/ 14781 w 14793"/>
                  <a:gd name="connsiteY5" fmla="*/ 43942 h 45513"/>
                  <a:gd name="connsiteX6" fmla="*/ 13602 w 14793"/>
                  <a:gd name="connsiteY6" fmla="*/ 45484 h 45513"/>
                  <a:gd name="connsiteX7" fmla="*/ 13427 w 14793"/>
                  <a:gd name="connsiteY7" fmla="*/ 45484 h 45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793" h="45513">
                    <a:moveTo>
                      <a:pt x="13427" y="45513"/>
                    </a:moveTo>
                    <a:cubicBezTo>
                      <a:pt x="12744" y="45513"/>
                      <a:pt x="12162" y="45004"/>
                      <a:pt x="12060" y="44320"/>
                    </a:cubicBezTo>
                    <a:cubicBezTo>
                      <a:pt x="8189" y="15028"/>
                      <a:pt x="288" y="2252"/>
                      <a:pt x="215" y="2121"/>
                    </a:cubicBezTo>
                    <a:cubicBezTo>
                      <a:pt x="-193" y="1481"/>
                      <a:pt x="-3" y="622"/>
                      <a:pt x="637" y="215"/>
                    </a:cubicBezTo>
                    <a:cubicBezTo>
                      <a:pt x="1277" y="-193"/>
                      <a:pt x="2121" y="-3"/>
                      <a:pt x="2529" y="637"/>
                    </a:cubicBezTo>
                    <a:cubicBezTo>
                      <a:pt x="2863" y="1161"/>
                      <a:pt x="10823" y="13966"/>
                      <a:pt x="14781" y="43942"/>
                    </a:cubicBezTo>
                    <a:cubicBezTo>
                      <a:pt x="14883" y="44698"/>
                      <a:pt x="14344" y="45382"/>
                      <a:pt x="13602" y="45484"/>
                    </a:cubicBezTo>
                    <a:cubicBezTo>
                      <a:pt x="13544" y="45484"/>
                      <a:pt x="13486" y="45484"/>
                      <a:pt x="13427" y="45484"/>
                    </a:cubicBezTo>
                    <a:close/>
                  </a:path>
                </a:pathLst>
              </a:custGeom>
              <a:solidFill>
                <a:srgbClr val="B1ABE5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Forme libre : forme 642">
                <a:extLst>
                  <a:ext uri="{FF2B5EF4-FFF2-40B4-BE49-F238E27FC236}">
                    <a16:creationId xmlns:a16="http://schemas.microsoft.com/office/drawing/2014/main" id="{2AAF2A62-6017-32E3-DC73-68B999BFAEA8}"/>
                  </a:ext>
                </a:extLst>
              </p:cNvPr>
              <p:cNvSpPr/>
              <p:nvPr/>
            </p:nvSpPr>
            <p:spPr>
              <a:xfrm>
                <a:off x="315052" y="571035"/>
                <a:ext cx="40397" cy="55316"/>
              </a:xfrm>
              <a:custGeom>
                <a:avLst/>
                <a:gdLst>
                  <a:gd name="connsiteX0" fmla="*/ 6602 w 40397"/>
                  <a:gd name="connsiteY0" fmla="*/ 0 h 55316"/>
                  <a:gd name="connsiteX1" fmla="*/ 141 w 40397"/>
                  <a:gd name="connsiteY1" fmla="*/ 47059 h 55316"/>
                  <a:gd name="connsiteX2" fmla="*/ 1873 w 40397"/>
                  <a:gd name="connsiteY2" fmla="*/ 51250 h 55316"/>
                  <a:gd name="connsiteX3" fmla="*/ 36156 w 40397"/>
                  <a:gd name="connsiteY3" fmla="*/ 50711 h 55316"/>
                  <a:gd name="connsiteX4" fmla="*/ 40390 w 40397"/>
                  <a:gd name="connsiteY4" fmla="*/ 43523 h 55316"/>
                  <a:gd name="connsiteX5" fmla="*/ 38906 w 40397"/>
                  <a:gd name="connsiteY5" fmla="*/ 8440 h 55316"/>
                  <a:gd name="connsiteX6" fmla="*/ 6602 w 40397"/>
                  <a:gd name="connsiteY6" fmla="*/ 15 h 5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397" h="55316">
                    <a:moveTo>
                      <a:pt x="6602" y="0"/>
                    </a:moveTo>
                    <a:cubicBezTo>
                      <a:pt x="6602" y="0"/>
                      <a:pt x="3168" y="36306"/>
                      <a:pt x="141" y="47059"/>
                    </a:cubicBezTo>
                    <a:cubicBezTo>
                      <a:pt x="-324" y="48689"/>
                      <a:pt x="389" y="50406"/>
                      <a:pt x="1873" y="51250"/>
                    </a:cubicBezTo>
                    <a:cubicBezTo>
                      <a:pt x="7009" y="54189"/>
                      <a:pt x="19320" y="58962"/>
                      <a:pt x="36156" y="50711"/>
                    </a:cubicBezTo>
                    <a:cubicBezTo>
                      <a:pt x="38877" y="49373"/>
                      <a:pt x="40521" y="46535"/>
                      <a:pt x="40390" y="43523"/>
                    </a:cubicBezTo>
                    <a:lnTo>
                      <a:pt x="38906" y="8440"/>
                    </a:lnTo>
                    <a:lnTo>
                      <a:pt x="6602" y="15"/>
                    </a:lnTo>
                    <a:close/>
                  </a:path>
                </a:pathLst>
              </a:custGeom>
              <a:solidFill>
                <a:srgbClr val="F4A392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644" name="Graphique 8">
                <a:extLst>
                  <a:ext uri="{FF2B5EF4-FFF2-40B4-BE49-F238E27FC236}">
                    <a16:creationId xmlns:a16="http://schemas.microsoft.com/office/drawing/2014/main" id="{7264591E-CE09-225A-D5DB-0919D0110384}"/>
                  </a:ext>
                </a:extLst>
              </p:cNvPr>
              <p:cNvGrpSpPr/>
              <p:nvPr/>
            </p:nvGrpSpPr>
            <p:grpSpPr>
              <a:xfrm>
                <a:off x="290929" y="497059"/>
                <a:ext cx="78018" cy="91034"/>
                <a:chOff x="290929" y="497059"/>
                <a:chExt cx="78018" cy="91034"/>
              </a:xfrm>
            </p:grpSpPr>
            <p:sp>
              <p:nvSpPr>
                <p:cNvPr id="651" name="Forme libre : forme 650">
                  <a:extLst>
                    <a:ext uri="{FF2B5EF4-FFF2-40B4-BE49-F238E27FC236}">
                      <a16:creationId xmlns:a16="http://schemas.microsoft.com/office/drawing/2014/main" id="{9FDB9065-5EB1-2C9B-CFA4-9292675DBDCA}"/>
                    </a:ext>
                  </a:extLst>
                </p:cNvPr>
                <p:cNvSpPr/>
                <p:nvPr/>
              </p:nvSpPr>
              <p:spPr>
                <a:xfrm>
                  <a:off x="310643" y="524573"/>
                  <a:ext cx="56481" cy="63520"/>
                </a:xfrm>
                <a:custGeom>
                  <a:avLst/>
                  <a:gdLst>
                    <a:gd name="connsiteX0" fmla="*/ 44057 w 56481"/>
                    <a:gd name="connsiteY0" fmla="*/ 15 h 63520"/>
                    <a:gd name="connsiteX1" fmla="*/ 55786 w 56481"/>
                    <a:gd name="connsiteY1" fmla="*/ 38488 h 63520"/>
                    <a:gd name="connsiteX2" fmla="*/ 44057 w 56481"/>
                    <a:gd name="connsiteY2" fmla="*/ 62993 h 63520"/>
                    <a:gd name="connsiteX3" fmla="*/ 8858 w 56481"/>
                    <a:gd name="connsiteY3" fmla="*/ 44833 h 63520"/>
                    <a:gd name="connsiteX4" fmla="*/ 360 w 56481"/>
                    <a:gd name="connsiteY4" fmla="*/ 16181 h 63520"/>
                    <a:gd name="connsiteX5" fmla="*/ 44057 w 56481"/>
                    <a:gd name="connsiteY5" fmla="*/ 0 h 635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6481" h="63520">
                      <a:moveTo>
                        <a:pt x="44057" y="15"/>
                      </a:moveTo>
                      <a:cubicBezTo>
                        <a:pt x="44057" y="15"/>
                        <a:pt x="55043" y="25247"/>
                        <a:pt x="55786" y="38488"/>
                      </a:cubicBezTo>
                      <a:cubicBezTo>
                        <a:pt x="56528" y="51730"/>
                        <a:pt x="59380" y="60330"/>
                        <a:pt x="44057" y="62993"/>
                      </a:cubicBezTo>
                      <a:cubicBezTo>
                        <a:pt x="28749" y="65655"/>
                        <a:pt x="15842" y="58031"/>
                        <a:pt x="8858" y="44833"/>
                      </a:cubicBezTo>
                      <a:cubicBezTo>
                        <a:pt x="8858" y="44833"/>
                        <a:pt x="-2100" y="24504"/>
                        <a:pt x="360" y="16181"/>
                      </a:cubicBezTo>
                      <a:cubicBezTo>
                        <a:pt x="2819" y="7858"/>
                        <a:pt x="44057" y="0"/>
                        <a:pt x="44057" y="0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2" name="Forme libre : forme 651">
                  <a:extLst>
                    <a:ext uri="{FF2B5EF4-FFF2-40B4-BE49-F238E27FC236}">
                      <a16:creationId xmlns:a16="http://schemas.microsoft.com/office/drawing/2014/main" id="{530F233E-92F8-3A44-FC3F-20768532F322}"/>
                    </a:ext>
                  </a:extLst>
                </p:cNvPr>
                <p:cNvSpPr/>
                <p:nvPr/>
              </p:nvSpPr>
              <p:spPr>
                <a:xfrm>
                  <a:off x="290929" y="497059"/>
                  <a:ext cx="78018" cy="77090"/>
                </a:xfrm>
                <a:custGeom>
                  <a:avLst/>
                  <a:gdLst>
                    <a:gd name="connsiteX0" fmla="*/ 33810 w 78018"/>
                    <a:gd name="connsiteY0" fmla="*/ 62873 h 77090"/>
                    <a:gd name="connsiteX1" fmla="*/ 34683 w 78018"/>
                    <a:gd name="connsiteY1" fmla="*/ 62495 h 77090"/>
                    <a:gd name="connsiteX2" fmla="*/ 35716 w 78018"/>
                    <a:gd name="connsiteY2" fmla="*/ 59614 h 77090"/>
                    <a:gd name="connsiteX3" fmla="*/ 34784 w 78018"/>
                    <a:gd name="connsiteY3" fmla="*/ 43651 h 77090"/>
                    <a:gd name="connsiteX4" fmla="*/ 75543 w 78018"/>
                    <a:gd name="connsiteY4" fmla="*/ 25258 h 77090"/>
                    <a:gd name="connsiteX5" fmla="*/ 68529 w 78018"/>
                    <a:gd name="connsiteY5" fmla="*/ 99 h 77090"/>
                    <a:gd name="connsiteX6" fmla="*/ 67147 w 78018"/>
                    <a:gd name="connsiteY6" fmla="*/ 550 h 77090"/>
                    <a:gd name="connsiteX7" fmla="*/ 66506 w 78018"/>
                    <a:gd name="connsiteY7" fmla="*/ 1758 h 77090"/>
                    <a:gd name="connsiteX8" fmla="*/ 64586 w 78018"/>
                    <a:gd name="connsiteY8" fmla="*/ 1554 h 77090"/>
                    <a:gd name="connsiteX9" fmla="*/ 62708 w 78018"/>
                    <a:gd name="connsiteY9" fmla="*/ 1292 h 77090"/>
                    <a:gd name="connsiteX10" fmla="*/ 42599 w 78018"/>
                    <a:gd name="connsiteY10" fmla="*/ 11463 h 77090"/>
                    <a:gd name="connsiteX11" fmla="*/ 10906 w 78018"/>
                    <a:gd name="connsiteY11" fmla="*/ 35648 h 77090"/>
                    <a:gd name="connsiteX12" fmla="*/ 9291 w 78018"/>
                    <a:gd name="connsiteY12" fmla="*/ 36506 h 77090"/>
                    <a:gd name="connsiteX13" fmla="*/ 2684 w 78018"/>
                    <a:gd name="connsiteY13" fmla="*/ 37772 h 77090"/>
                    <a:gd name="connsiteX14" fmla="*/ 10993 w 78018"/>
                    <a:gd name="connsiteY14" fmla="*/ 62757 h 77090"/>
                    <a:gd name="connsiteX15" fmla="*/ 10949 w 78018"/>
                    <a:gd name="connsiteY15" fmla="*/ 64430 h 77090"/>
                    <a:gd name="connsiteX16" fmla="*/ 13772 w 78018"/>
                    <a:gd name="connsiteY16" fmla="*/ 73219 h 77090"/>
                    <a:gd name="connsiteX17" fmla="*/ 30535 w 78018"/>
                    <a:gd name="connsiteY17" fmla="*/ 76872 h 77090"/>
                    <a:gd name="connsiteX18" fmla="*/ 31379 w 78018"/>
                    <a:gd name="connsiteY18" fmla="*/ 75620 h 77090"/>
                    <a:gd name="connsiteX19" fmla="*/ 28848 w 78018"/>
                    <a:gd name="connsiteY19" fmla="*/ 64139 h 77090"/>
                    <a:gd name="connsiteX20" fmla="*/ 29866 w 78018"/>
                    <a:gd name="connsiteY20" fmla="*/ 62873 h 77090"/>
                    <a:gd name="connsiteX21" fmla="*/ 33810 w 78018"/>
                    <a:gd name="connsiteY21" fmla="*/ 62873 h 77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78018" h="77090">
                      <a:moveTo>
                        <a:pt x="33810" y="62873"/>
                      </a:moveTo>
                      <a:lnTo>
                        <a:pt x="34683" y="62495"/>
                      </a:lnTo>
                      <a:cubicBezTo>
                        <a:pt x="35789" y="62000"/>
                        <a:pt x="36269" y="60691"/>
                        <a:pt x="35716" y="59614"/>
                      </a:cubicBezTo>
                      <a:cubicBezTo>
                        <a:pt x="33562" y="55438"/>
                        <a:pt x="29342" y="45877"/>
                        <a:pt x="34784" y="43651"/>
                      </a:cubicBezTo>
                      <a:cubicBezTo>
                        <a:pt x="41798" y="40770"/>
                        <a:pt x="69562" y="35109"/>
                        <a:pt x="75543" y="25258"/>
                      </a:cubicBezTo>
                      <a:cubicBezTo>
                        <a:pt x="81305" y="15785"/>
                        <a:pt x="76197" y="3577"/>
                        <a:pt x="68529" y="99"/>
                      </a:cubicBezTo>
                      <a:cubicBezTo>
                        <a:pt x="68020" y="-134"/>
                        <a:pt x="67408" y="55"/>
                        <a:pt x="67147" y="550"/>
                      </a:cubicBezTo>
                      <a:lnTo>
                        <a:pt x="66506" y="1758"/>
                      </a:lnTo>
                      <a:cubicBezTo>
                        <a:pt x="66070" y="2587"/>
                        <a:pt x="64847" y="2456"/>
                        <a:pt x="64586" y="1554"/>
                      </a:cubicBezTo>
                      <a:cubicBezTo>
                        <a:pt x="64338" y="696"/>
                        <a:pt x="63189" y="521"/>
                        <a:pt x="62708" y="1292"/>
                      </a:cubicBezTo>
                      <a:cubicBezTo>
                        <a:pt x="60860" y="4246"/>
                        <a:pt x="55898" y="9019"/>
                        <a:pt x="42599" y="11463"/>
                      </a:cubicBezTo>
                      <a:cubicBezTo>
                        <a:pt x="23711" y="14956"/>
                        <a:pt x="11211" y="22595"/>
                        <a:pt x="10906" y="35648"/>
                      </a:cubicBezTo>
                      <a:cubicBezTo>
                        <a:pt x="10891" y="36477"/>
                        <a:pt x="10004" y="36943"/>
                        <a:pt x="9291" y="36506"/>
                      </a:cubicBezTo>
                      <a:cubicBezTo>
                        <a:pt x="7894" y="35662"/>
                        <a:pt x="5667" y="35255"/>
                        <a:pt x="2684" y="37772"/>
                      </a:cubicBezTo>
                      <a:cubicBezTo>
                        <a:pt x="-2510" y="42138"/>
                        <a:pt x="-386" y="53459"/>
                        <a:pt x="10993" y="62757"/>
                      </a:cubicBezTo>
                      <a:cubicBezTo>
                        <a:pt x="11531" y="63193"/>
                        <a:pt x="11531" y="64037"/>
                        <a:pt x="10949" y="64430"/>
                      </a:cubicBezTo>
                      <a:cubicBezTo>
                        <a:pt x="8883" y="65769"/>
                        <a:pt x="5813" y="68970"/>
                        <a:pt x="13772" y="73219"/>
                      </a:cubicBezTo>
                      <a:cubicBezTo>
                        <a:pt x="22008" y="77628"/>
                        <a:pt x="28164" y="77264"/>
                        <a:pt x="30535" y="76872"/>
                      </a:cubicBezTo>
                      <a:cubicBezTo>
                        <a:pt x="31118" y="76770"/>
                        <a:pt x="31510" y="76202"/>
                        <a:pt x="31379" y="75620"/>
                      </a:cubicBezTo>
                      <a:lnTo>
                        <a:pt x="28848" y="64139"/>
                      </a:lnTo>
                      <a:cubicBezTo>
                        <a:pt x="28702" y="63484"/>
                        <a:pt x="29197" y="62873"/>
                        <a:pt x="29866" y="62873"/>
                      </a:cubicBezTo>
                      <a:lnTo>
                        <a:pt x="33810" y="62873"/>
                      </a:lnTo>
                      <a:close/>
                    </a:path>
                  </a:pathLst>
                </a:custGeom>
                <a:solidFill>
                  <a:srgbClr val="352213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3" name="Forme libre : forme 652">
                  <a:extLst>
                    <a:ext uri="{FF2B5EF4-FFF2-40B4-BE49-F238E27FC236}">
                      <a16:creationId xmlns:a16="http://schemas.microsoft.com/office/drawing/2014/main" id="{6C2F507A-30AB-8424-698A-979F4791D5EC}"/>
                    </a:ext>
                  </a:extLst>
                </p:cNvPr>
                <p:cNvSpPr/>
                <p:nvPr/>
              </p:nvSpPr>
              <p:spPr>
                <a:xfrm>
                  <a:off x="311398" y="549949"/>
                  <a:ext cx="13806" cy="19470"/>
                </a:xfrm>
                <a:custGeom>
                  <a:avLst/>
                  <a:gdLst>
                    <a:gd name="connsiteX0" fmla="*/ 13807 w 13806"/>
                    <a:gd name="connsiteY0" fmla="*/ 12399 h 19470"/>
                    <a:gd name="connsiteX1" fmla="*/ 2384 w 13806"/>
                    <a:gd name="connsiteY1" fmla="*/ 801 h 19470"/>
                    <a:gd name="connsiteX2" fmla="*/ 11944 w 13806"/>
                    <a:gd name="connsiteY2" fmla="*/ 19470 h 19470"/>
                    <a:gd name="connsiteX3" fmla="*/ 13807 w 13806"/>
                    <a:gd name="connsiteY3" fmla="*/ 12413 h 19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806" h="19470">
                      <a:moveTo>
                        <a:pt x="13807" y="12399"/>
                      </a:moveTo>
                      <a:cubicBezTo>
                        <a:pt x="13807" y="12399"/>
                        <a:pt x="9616" y="-3724"/>
                        <a:pt x="2384" y="801"/>
                      </a:cubicBezTo>
                      <a:cubicBezTo>
                        <a:pt x="-4848" y="5327"/>
                        <a:pt x="6138" y="18859"/>
                        <a:pt x="11944" y="19470"/>
                      </a:cubicBezTo>
                      <a:lnTo>
                        <a:pt x="13807" y="12413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5" name="Forme libre : forme 644">
                <a:extLst>
                  <a:ext uri="{FF2B5EF4-FFF2-40B4-BE49-F238E27FC236}">
                    <a16:creationId xmlns:a16="http://schemas.microsoft.com/office/drawing/2014/main" id="{E9579DD3-44B1-88B8-4A0B-C31546753EED}"/>
                  </a:ext>
                </a:extLst>
              </p:cNvPr>
              <p:cNvSpPr/>
              <p:nvPr/>
            </p:nvSpPr>
            <p:spPr>
              <a:xfrm>
                <a:off x="554800" y="545090"/>
                <a:ext cx="24689" cy="25639"/>
              </a:xfrm>
              <a:custGeom>
                <a:avLst/>
                <a:gdLst>
                  <a:gd name="connsiteX0" fmla="*/ 4593 w 24689"/>
                  <a:gd name="connsiteY0" fmla="*/ 25640 h 25639"/>
                  <a:gd name="connsiteX1" fmla="*/ 3720 w 24689"/>
                  <a:gd name="connsiteY1" fmla="*/ 25334 h 25639"/>
                  <a:gd name="connsiteX2" fmla="*/ 3517 w 24689"/>
                  <a:gd name="connsiteY2" fmla="*/ 23399 h 25639"/>
                  <a:gd name="connsiteX3" fmla="*/ 19334 w 24689"/>
                  <a:gd name="connsiteY3" fmla="*/ 6723 h 25639"/>
                  <a:gd name="connsiteX4" fmla="*/ 21880 w 24689"/>
                  <a:gd name="connsiteY4" fmla="*/ 4220 h 25639"/>
                  <a:gd name="connsiteX5" fmla="*/ 21691 w 24689"/>
                  <a:gd name="connsiteY5" fmla="*/ 2925 h 25639"/>
                  <a:gd name="connsiteX6" fmla="*/ 9293 w 24689"/>
                  <a:gd name="connsiteY6" fmla="*/ 5414 h 25639"/>
                  <a:gd name="connsiteX7" fmla="*/ 2265 w 24689"/>
                  <a:gd name="connsiteY7" fmla="*/ 11438 h 25639"/>
                  <a:gd name="connsiteX8" fmla="*/ 330 w 24689"/>
                  <a:gd name="connsiteY8" fmla="*/ 11292 h 25639"/>
                  <a:gd name="connsiteX9" fmla="*/ 475 w 24689"/>
                  <a:gd name="connsiteY9" fmla="*/ 9357 h 25639"/>
                  <a:gd name="connsiteX10" fmla="*/ 7780 w 24689"/>
                  <a:gd name="connsiteY10" fmla="*/ 3085 h 25639"/>
                  <a:gd name="connsiteX11" fmla="*/ 8406 w 24689"/>
                  <a:gd name="connsiteY11" fmla="*/ 2780 h 25639"/>
                  <a:gd name="connsiteX12" fmla="*/ 22142 w 24689"/>
                  <a:gd name="connsiteY12" fmla="*/ 30 h 25639"/>
                  <a:gd name="connsiteX13" fmla="*/ 23554 w 24689"/>
                  <a:gd name="connsiteY13" fmla="*/ 612 h 25639"/>
                  <a:gd name="connsiteX14" fmla="*/ 24572 w 24689"/>
                  <a:gd name="connsiteY14" fmla="*/ 4861 h 25639"/>
                  <a:gd name="connsiteX15" fmla="*/ 20702 w 24689"/>
                  <a:gd name="connsiteY15" fmla="*/ 9124 h 25639"/>
                  <a:gd name="connsiteX16" fmla="*/ 5670 w 24689"/>
                  <a:gd name="connsiteY16" fmla="*/ 25131 h 25639"/>
                  <a:gd name="connsiteX17" fmla="*/ 4608 w 24689"/>
                  <a:gd name="connsiteY17" fmla="*/ 25640 h 25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689" h="25639">
                    <a:moveTo>
                      <a:pt x="4593" y="25640"/>
                    </a:moveTo>
                    <a:cubicBezTo>
                      <a:pt x="4288" y="25640"/>
                      <a:pt x="3982" y="25538"/>
                      <a:pt x="3720" y="25334"/>
                    </a:cubicBezTo>
                    <a:cubicBezTo>
                      <a:pt x="3124" y="24854"/>
                      <a:pt x="3036" y="23981"/>
                      <a:pt x="3517" y="23399"/>
                    </a:cubicBezTo>
                    <a:cubicBezTo>
                      <a:pt x="4710" y="21929"/>
                      <a:pt x="15259" y="9022"/>
                      <a:pt x="19334" y="6723"/>
                    </a:cubicBezTo>
                    <a:cubicBezTo>
                      <a:pt x="20818" y="5894"/>
                      <a:pt x="21691" y="5021"/>
                      <a:pt x="21880" y="4220"/>
                    </a:cubicBezTo>
                    <a:cubicBezTo>
                      <a:pt x="21968" y="3842"/>
                      <a:pt x="21909" y="3406"/>
                      <a:pt x="21691" y="2925"/>
                    </a:cubicBezTo>
                    <a:lnTo>
                      <a:pt x="9293" y="5414"/>
                    </a:lnTo>
                    <a:lnTo>
                      <a:pt x="2265" y="11438"/>
                    </a:lnTo>
                    <a:cubicBezTo>
                      <a:pt x="1698" y="11933"/>
                      <a:pt x="825" y="11874"/>
                      <a:pt x="330" y="11292"/>
                    </a:cubicBezTo>
                    <a:cubicBezTo>
                      <a:pt x="-165" y="10710"/>
                      <a:pt x="-92" y="9852"/>
                      <a:pt x="475" y="9357"/>
                    </a:cubicBezTo>
                    <a:lnTo>
                      <a:pt x="7780" y="3085"/>
                    </a:lnTo>
                    <a:cubicBezTo>
                      <a:pt x="7955" y="2925"/>
                      <a:pt x="8173" y="2824"/>
                      <a:pt x="8406" y="2780"/>
                    </a:cubicBezTo>
                    <a:lnTo>
                      <a:pt x="22142" y="30"/>
                    </a:lnTo>
                    <a:cubicBezTo>
                      <a:pt x="22695" y="-87"/>
                      <a:pt x="23248" y="146"/>
                      <a:pt x="23554" y="612"/>
                    </a:cubicBezTo>
                    <a:cubicBezTo>
                      <a:pt x="24558" y="2110"/>
                      <a:pt x="24892" y="3493"/>
                      <a:pt x="24572" y="4861"/>
                    </a:cubicBezTo>
                    <a:cubicBezTo>
                      <a:pt x="24194" y="6476"/>
                      <a:pt x="22928" y="7858"/>
                      <a:pt x="20702" y="9124"/>
                    </a:cubicBezTo>
                    <a:cubicBezTo>
                      <a:pt x="17646" y="10856"/>
                      <a:pt x="8813" y="21260"/>
                      <a:pt x="5670" y="25131"/>
                    </a:cubicBezTo>
                    <a:cubicBezTo>
                      <a:pt x="5394" y="25465"/>
                      <a:pt x="5001" y="25640"/>
                      <a:pt x="4608" y="25640"/>
                    </a:cubicBezTo>
                    <a:close/>
                  </a:path>
                </a:pathLst>
              </a:custGeom>
              <a:solidFill>
                <a:srgbClr val="F4A392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Forme libre : forme 645">
                <a:extLst>
                  <a:ext uri="{FF2B5EF4-FFF2-40B4-BE49-F238E27FC236}">
                    <a16:creationId xmlns:a16="http://schemas.microsoft.com/office/drawing/2014/main" id="{A9BA2D2A-93C2-1328-57B9-4F10E5228C5E}"/>
                  </a:ext>
                </a:extLst>
              </p:cNvPr>
              <p:cNvSpPr/>
              <p:nvPr/>
            </p:nvSpPr>
            <p:spPr>
              <a:xfrm>
                <a:off x="272558" y="754862"/>
                <a:ext cx="100680" cy="45589"/>
              </a:xfrm>
              <a:custGeom>
                <a:avLst/>
                <a:gdLst>
                  <a:gd name="connsiteX0" fmla="*/ 52123 w 100680"/>
                  <a:gd name="connsiteY0" fmla="*/ 44993 h 45589"/>
                  <a:gd name="connsiteX1" fmla="*/ 100680 w 100680"/>
                  <a:gd name="connsiteY1" fmla="*/ 45589 h 45589"/>
                  <a:gd name="connsiteX2" fmla="*/ 83685 w 100680"/>
                  <a:gd name="connsiteY2" fmla="*/ 29597 h 45589"/>
                  <a:gd name="connsiteX3" fmla="*/ 68144 w 100680"/>
                  <a:gd name="connsiteY3" fmla="*/ 28142 h 45589"/>
                  <a:gd name="connsiteX4" fmla="*/ 59515 w 100680"/>
                  <a:gd name="connsiteY4" fmla="*/ 35840 h 45589"/>
                  <a:gd name="connsiteX5" fmla="*/ 14551 w 100680"/>
                  <a:gd name="connsiteY5" fmla="*/ 0 h 45589"/>
                  <a:gd name="connsiteX6" fmla="*/ 0 w 100680"/>
                  <a:gd name="connsiteY6" fmla="*/ 27546 h 45589"/>
                  <a:gd name="connsiteX7" fmla="*/ 52137 w 100680"/>
                  <a:gd name="connsiteY7" fmla="*/ 44993 h 45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0680" h="45589">
                    <a:moveTo>
                      <a:pt x="52123" y="44993"/>
                    </a:moveTo>
                    <a:lnTo>
                      <a:pt x="100680" y="45589"/>
                    </a:lnTo>
                    <a:lnTo>
                      <a:pt x="83685" y="29597"/>
                    </a:lnTo>
                    <a:cubicBezTo>
                      <a:pt x="79465" y="25625"/>
                      <a:pt x="73018" y="24985"/>
                      <a:pt x="68144" y="28142"/>
                    </a:cubicBezTo>
                    <a:cubicBezTo>
                      <a:pt x="65292" y="29990"/>
                      <a:pt x="62192" y="32508"/>
                      <a:pt x="59515" y="35840"/>
                    </a:cubicBezTo>
                    <a:cubicBezTo>
                      <a:pt x="59515" y="35840"/>
                      <a:pt x="29234" y="24766"/>
                      <a:pt x="14551" y="0"/>
                    </a:cubicBezTo>
                    <a:cubicBezTo>
                      <a:pt x="9982" y="6795"/>
                      <a:pt x="4627" y="16036"/>
                      <a:pt x="0" y="27546"/>
                    </a:cubicBezTo>
                    <a:cubicBezTo>
                      <a:pt x="13169" y="35272"/>
                      <a:pt x="30223" y="41355"/>
                      <a:pt x="52137" y="44993"/>
                    </a:cubicBezTo>
                    <a:close/>
                  </a:path>
                </a:pathLst>
              </a:custGeom>
              <a:solidFill>
                <a:srgbClr val="F4A392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647" name="Graphique 8">
                <a:extLst>
                  <a:ext uri="{FF2B5EF4-FFF2-40B4-BE49-F238E27FC236}">
                    <a16:creationId xmlns:a16="http://schemas.microsoft.com/office/drawing/2014/main" id="{40EA2344-8A89-87BC-252A-BF88A52711D3}"/>
                  </a:ext>
                </a:extLst>
              </p:cNvPr>
              <p:cNvGrpSpPr/>
              <p:nvPr/>
            </p:nvGrpSpPr>
            <p:grpSpPr>
              <a:xfrm>
                <a:off x="324651" y="695405"/>
                <a:ext cx="247779" cy="110720"/>
                <a:chOff x="324651" y="695405"/>
                <a:chExt cx="247779" cy="110720"/>
              </a:xfrm>
            </p:grpSpPr>
            <p:sp>
              <p:nvSpPr>
                <p:cNvPr id="648" name="Forme libre : forme 647">
                  <a:extLst>
                    <a:ext uri="{FF2B5EF4-FFF2-40B4-BE49-F238E27FC236}">
                      <a16:creationId xmlns:a16="http://schemas.microsoft.com/office/drawing/2014/main" id="{3EF6EF6E-74EF-3F35-E07A-E7AF80724044}"/>
                    </a:ext>
                  </a:extLst>
                </p:cNvPr>
                <p:cNvSpPr/>
                <p:nvPr/>
              </p:nvSpPr>
              <p:spPr>
                <a:xfrm>
                  <a:off x="324651" y="795081"/>
                  <a:ext cx="134293" cy="11044"/>
                </a:xfrm>
                <a:custGeom>
                  <a:avLst/>
                  <a:gdLst>
                    <a:gd name="connsiteX0" fmla="*/ 5253 w 134293"/>
                    <a:gd name="connsiteY0" fmla="*/ 11045 h 11044"/>
                    <a:gd name="connsiteX1" fmla="*/ 5529 w 134293"/>
                    <a:gd name="connsiteY1" fmla="*/ 11045 h 11044"/>
                    <a:gd name="connsiteX2" fmla="*/ 128779 w 134293"/>
                    <a:gd name="connsiteY2" fmla="*/ 10914 h 11044"/>
                    <a:gd name="connsiteX3" fmla="*/ 134294 w 134293"/>
                    <a:gd name="connsiteY3" fmla="*/ 5457 h 11044"/>
                    <a:gd name="connsiteX4" fmla="*/ 128764 w 134293"/>
                    <a:gd name="connsiteY4" fmla="*/ 1 h 11044"/>
                    <a:gd name="connsiteX5" fmla="*/ 5515 w 134293"/>
                    <a:gd name="connsiteY5" fmla="*/ 131 h 11044"/>
                    <a:gd name="connsiteX6" fmla="*/ 0 w 134293"/>
                    <a:gd name="connsiteY6" fmla="*/ 5588 h 11044"/>
                    <a:gd name="connsiteX7" fmla="*/ 5238 w 134293"/>
                    <a:gd name="connsiteY7" fmla="*/ 11030 h 11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4293" h="11044">
                      <a:moveTo>
                        <a:pt x="5253" y="11045"/>
                      </a:moveTo>
                      <a:cubicBezTo>
                        <a:pt x="5340" y="11045"/>
                        <a:pt x="5442" y="11045"/>
                        <a:pt x="5529" y="11045"/>
                      </a:cubicBezTo>
                      <a:lnTo>
                        <a:pt x="128779" y="10914"/>
                      </a:lnTo>
                      <a:cubicBezTo>
                        <a:pt x="131820" y="10914"/>
                        <a:pt x="134294" y="8469"/>
                        <a:pt x="134294" y="5457"/>
                      </a:cubicBezTo>
                      <a:cubicBezTo>
                        <a:pt x="134294" y="2445"/>
                        <a:pt x="131806" y="-43"/>
                        <a:pt x="128764" y="1"/>
                      </a:cubicBezTo>
                      <a:lnTo>
                        <a:pt x="5515" y="131"/>
                      </a:lnTo>
                      <a:cubicBezTo>
                        <a:pt x="2474" y="131"/>
                        <a:pt x="0" y="2576"/>
                        <a:pt x="0" y="5588"/>
                      </a:cubicBezTo>
                      <a:cubicBezTo>
                        <a:pt x="0" y="8513"/>
                        <a:pt x="2328" y="10885"/>
                        <a:pt x="5238" y="1103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9" name="Forme libre : forme 648">
                  <a:extLst>
                    <a:ext uri="{FF2B5EF4-FFF2-40B4-BE49-F238E27FC236}">
                      <a16:creationId xmlns:a16="http://schemas.microsoft.com/office/drawing/2014/main" id="{7C497BD6-A904-CBC9-DB6F-F20080D79F4E}"/>
                    </a:ext>
                  </a:extLst>
                </p:cNvPr>
                <p:cNvSpPr/>
                <p:nvPr/>
              </p:nvSpPr>
              <p:spPr>
                <a:xfrm>
                  <a:off x="396433" y="695405"/>
                  <a:ext cx="175997" cy="110662"/>
                </a:xfrm>
                <a:custGeom>
                  <a:avLst/>
                  <a:gdLst>
                    <a:gd name="connsiteX0" fmla="*/ 167791 w 175997"/>
                    <a:gd name="connsiteY0" fmla="*/ 0 h 110662"/>
                    <a:gd name="connsiteX1" fmla="*/ 65146 w 175997"/>
                    <a:gd name="connsiteY1" fmla="*/ 0 h 110662"/>
                    <a:gd name="connsiteX2" fmla="*/ 47452 w 175997"/>
                    <a:gd name="connsiteY2" fmla="*/ 11103 h 110662"/>
                    <a:gd name="connsiteX3" fmla="*/ 0 w 175997"/>
                    <a:gd name="connsiteY3" fmla="*/ 110663 h 110662"/>
                    <a:gd name="connsiteX4" fmla="*/ 127557 w 175997"/>
                    <a:gd name="connsiteY4" fmla="*/ 110663 h 110662"/>
                    <a:gd name="connsiteX5" fmla="*/ 138616 w 175997"/>
                    <a:gd name="connsiteY5" fmla="*/ 103227 h 110662"/>
                    <a:gd name="connsiteX6" fmla="*/ 175416 w 175997"/>
                    <a:gd name="connsiteY6" fmla="*/ 11103 h 110662"/>
                    <a:gd name="connsiteX7" fmla="*/ 167791 w 175997"/>
                    <a:gd name="connsiteY7" fmla="*/ 15 h 110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5997" h="110662">
                      <a:moveTo>
                        <a:pt x="167791" y="0"/>
                      </a:moveTo>
                      <a:lnTo>
                        <a:pt x="65146" y="0"/>
                      </a:lnTo>
                      <a:cubicBezTo>
                        <a:pt x="57579" y="0"/>
                        <a:pt x="50682" y="4322"/>
                        <a:pt x="47452" y="11103"/>
                      </a:cubicBezTo>
                      <a:lnTo>
                        <a:pt x="0" y="110663"/>
                      </a:lnTo>
                      <a:lnTo>
                        <a:pt x="127557" y="110663"/>
                      </a:lnTo>
                      <a:cubicBezTo>
                        <a:pt x="132431" y="110663"/>
                        <a:pt x="136826" y="107709"/>
                        <a:pt x="138616" y="103227"/>
                      </a:cubicBezTo>
                      <a:lnTo>
                        <a:pt x="175416" y="11103"/>
                      </a:lnTo>
                      <a:cubicBezTo>
                        <a:pt x="177540" y="5777"/>
                        <a:pt x="173582" y="15"/>
                        <a:pt x="167791" y="15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" name="Forme libre : forme 649">
                  <a:extLst>
                    <a:ext uri="{FF2B5EF4-FFF2-40B4-BE49-F238E27FC236}">
                      <a16:creationId xmlns:a16="http://schemas.microsoft.com/office/drawing/2014/main" id="{DEE56D7F-301C-C694-FE22-2AF4046B9149}"/>
                    </a:ext>
                  </a:extLst>
                </p:cNvPr>
                <p:cNvSpPr/>
                <p:nvPr/>
              </p:nvSpPr>
              <p:spPr>
                <a:xfrm rot="-4305601">
                  <a:off x="486576" y="740790"/>
                  <a:ext cx="26046" cy="16151"/>
                </a:xfrm>
                <a:custGeom>
                  <a:avLst/>
                  <a:gdLst>
                    <a:gd name="connsiteX0" fmla="*/ 26047 w 26046"/>
                    <a:gd name="connsiteY0" fmla="*/ 8076 h 16151"/>
                    <a:gd name="connsiteX1" fmla="*/ 13023 w 26046"/>
                    <a:gd name="connsiteY1" fmla="*/ 16152 h 16151"/>
                    <a:gd name="connsiteX2" fmla="*/ 0 w 26046"/>
                    <a:gd name="connsiteY2" fmla="*/ 8076 h 16151"/>
                    <a:gd name="connsiteX3" fmla="*/ 13023 w 26046"/>
                    <a:gd name="connsiteY3" fmla="*/ 0 h 16151"/>
                    <a:gd name="connsiteX4" fmla="*/ 26047 w 26046"/>
                    <a:gd name="connsiteY4" fmla="*/ 8076 h 16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046" h="16151">
                      <a:moveTo>
                        <a:pt x="26047" y="8076"/>
                      </a:moveTo>
                      <a:cubicBezTo>
                        <a:pt x="26047" y="12536"/>
                        <a:pt x="20216" y="16152"/>
                        <a:pt x="13023" y="16152"/>
                      </a:cubicBezTo>
                      <a:cubicBezTo>
                        <a:pt x="5831" y="16152"/>
                        <a:pt x="0" y="12536"/>
                        <a:pt x="0" y="8076"/>
                      </a:cubicBezTo>
                      <a:cubicBezTo>
                        <a:pt x="0" y="3616"/>
                        <a:pt x="5831" y="0"/>
                        <a:pt x="13023" y="0"/>
                      </a:cubicBezTo>
                      <a:cubicBezTo>
                        <a:pt x="20216" y="0"/>
                        <a:pt x="26047" y="3616"/>
                        <a:pt x="26047" y="8076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20" name="Graphique 8">
              <a:extLst>
                <a:ext uri="{FF2B5EF4-FFF2-40B4-BE49-F238E27FC236}">
                  <a16:creationId xmlns:a16="http://schemas.microsoft.com/office/drawing/2014/main" id="{3C3493CC-D7FC-5918-4EDD-E538C2899FCF}"/>
                </a:ext>
              </a:extLst>
            </p:cNvPr>
            <p:cNvGrpSpPr/>
            <p:nvPr/>
          </p:nvGrpSpPr>
          <p:grpSpPr>
            <a:xfrm>
              <a:off x="631989" y="819321"/>
              <a:ext cx="407240" cy="357325"/>
              <a:chOff x="631989" y="819321"/>
              <a:chExt cx="407240" cy="357325"/>
            </a:xfrm>
          </p:grpSpPr>
          <p:sp>
            <p:nvSpPr>
              <p:cNvPr id="621" name="Forme libre : forme 620">
                <a:extLst>
                  <a:ext uri="{FF2B5EF4-FFF2-40B4-BE49-F238E27FC236}">
                    <a16:creationId xmlns:a16="http://schemas.microsoft.com/office/drawing/2014/main" id="{20C13BEB-EFFB-291E-E1BE-27C4138A1616}"/>
                  </a:ext>
                </a:extLst>
              </p:cNvPr>
              <p:cNvSpPr/>
              <p:nvPr/>
            </p:nvSpPr>
            <p:spPr>
              <a:xfrm>
                <a:off x="638887" y="1004082"/>
                <a:ext cx="394987" cy="172564"/>
              </a:xfrm>
              <a:custGeom>
                <a:avLst/>
                <a:gdLst>
                  <a:gd name="connsiteX0" fmla="*/ 0 w 394987"/>
                  <a:gd name="connsiteY0" fmla="*/ 0 h 172564"/>
                  <a:gd name="connsiteX1" fmla="*/ 4176 w 394987"/>
                  <a:gd name="connsiteY1" fmla="*/ 129914 h 172564"/>
                  <a:gd name="connsiteX2" fmla="*/ 46273 w 394987"/>
                  <a:gd name="connsiteY2" fmla="*/ 170730 h 172564"/>
                  <a:gd name="connsiteX3" fmla="*/ 357365 w 394987"/>
                  <a:gd name="connsiteY3" fmla="*/ 172564 h 172564"/>
                  <a:gd name="connsiteX4" fmla="*/ 387777 w 394987"/>
                  <a:gd name="connsiteY4" fmla="*/ 146604 h 172564"/>
                  <a:gd name="connsiteX5" fmla="*/ 391866 w 394987"/>
                  <a:gd name="connsiteY5" fmla="*/ 0 h 172564"/>
                  <a:gd name="connsiteX6" fmla="*/ 15 w 394987"/>
                  <a:gd name="connsiteY6" fmla="*/ 0 h 172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4987" h="172564">
                    <a:moveTo>
                      <a:pt x="0" y="0"/>
                    </a:moveTo>
                    <a:lnTo>
                      <a:pt x="4176" y="129914"/>
                    </a:lnTo>
                    <a:cubicBezTo>
                      <a:pt x="4904" y="152570"/>
                      <a:pt x="23500" y="170599"/>
                      <a:pt x="46273" y="170730"/>
                    </a:cubicBezTo>
                    <a:lnTo>
                      <a:pt x="357365" y="172564"/>
                    </a:lnTo>
                    <a:cubicBezTo>
                      <a:pt x="372586" y="172651"/>
                      <a:pt x="385551" y="161592"/>
                      <a:pt x="387777" y="146604"/>
                    </a:cubicBezTo>
                    <a:cubicBezTo>
                      <a:pt x="392638" y="113791"/>
                      <a:pt x="398836" y="55091"/>
                      <a:pt x="391866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332989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Forme libre : forme 621">
                <a:extLst>
                  <a:ext uri="{FF2B5EF4-FFF2-40B4-BE49-F238E27FC236}">
                    <a16:creationId xmlns:a16="http://schemas.microsoft.com/office/drawing/2014/main" id="{C1B2C17A-012C-F6A0-2783-FE785DC5221F}"/>
                  </a:ext>
                </a:extLst>
              </p:cNvPr>
              <p:cNvSpPr/>
              <p:nvPr/>
            </p:nvSpPr>
            <p:spPr>
              <a:xfrm>
                <a:off x="647471" y="1003194"/>
                <a:ext cx="377751" cy="166030"/>
              </a:xfrm>
              <a:custGeom>
                <a:avLst/>
                <a:gdLst>
                  <a:gd name="connsiteX0" fmla="*/ 342334 w 377751"/>
                  <a:gd name="connsiteY0" fmla="*/ 166016 h 166030"/>
                  <a:gd name="connsiteX1" fmla="*/ 341403 w 377751"/>
                  <a:gd name="connsiteY1" fmla="*/ 165128 h 166030"/>
                  <a:gd name="connsiteX2" fmla="*/ 342290 w 377751"/>
                  <a:gd name="connsiteY2" fmla="*/ 164168 h 166030"/>
                  <a:gd name="connsiteX3" fmla="*/ 347631 w 377751"/>
                  <a:gd name="connsiteY3" fmla="*/ 163455 h 166030"/>
                  <a:gd name="connsiteX4" fmla="*/ 348751 w 377751"/>
                  <a:gd name="connsiteY4" fmla="*/ 164153 h 166030"/>
                  <a:gd name="connsiteX5" fmla="*/ 348053 w 377751"/>
                  <a:gd name="connsiteY5" fmla="*/ 165274 h 166030"/>
                  <a:gd name="connsiteX6" fmla="*/ 342363 w 377751"/>
                  <a:gd name="connsiteY6" fmla="*/ 166030 h 166030"/>
                  <a:gd name="connsiteX7" fmla="*/ 342334 w 377751"/>
                  <a:gd name="connsiteY7" fmla="*/ 166030 h 166030"/>
                  <a:gd name="connsiteX8" fmla="*/ 329340 w 377751"/>
                  <a:gd name="connsiteY8" fmla="*/ 165972 h 166030"/>
                  <a:gd name="connsiteX9" fmla="*/ 329340 w 377751"/>
                  <a:gd name="connsiteY9" fmla="*/ 165972 h 166030"/>
                  <a:gd name="connsiteX10" fmla="*/ 323767 w 377751"/>
                  <a:gd name="connsiteY10" fmla="*/ 165943 h 166030"/>
                  <a:gd name="connsiteX11" fmla="*/ 322850 w 377751"/>
                  <a:gd name="connsiteY11" fmla="*/ 165012 h 166030"/>
                  <a:gd name="connsiteX12" fmla="*/ 323781 w 377751"/>
                  <a:gd name="connsiteY12" fmla="*/ 164095 h 166030"/>
                  <a:gd name="connsiteX13" fmla="*/ 323781 w 377751"/>
                  <a:gd name="connsiteY13" fmla="*/ 164095 h 166030"/>
                  <a:gd name="connsiteX14" fmla="*/ 329354 w 377751"/>
                  <a:gd name="connsiteY14" fmla="*/ 164124 h 166030"/>
                  <a:gd name="connsiteX15" fmla="*/ 330271 w 377751"/>
                  <a:gd name="connsiteY15" fmla="*/ 165055 h 166030"/>
                  <a:gd name="connsiteX16" fmla="*/ 329340 w 377751"/>
                  <a:gd name="connsiteY16" fmla="*/ 165972 h 166030"/>
                  <a:gd name="connsiteX17" fmla="*/ 310772 w 377751"/>
                  <a:gd name="connsiteY17" fmla="*/ 165870 h 166030"/>
                  <a:gd name="connsiteX18" fmla="*/ 310772 w 377751"/>
                  <a:gd name="connsiteY18" fmla="*/ 165870 h 166030"/>
                  <a:gd name="connsiteX19" fmla="*/ 305199 w 377751"/>
                  <a:gd name="connsiteY19" fmla="*/ 165841 h 166030"/>
                  <a:gd name="connsiteX20" fmla="*/ 304283 w 377751"/>
                  <a:gd name="connsiteY20" fmla="*/ 164910 h 166030"/>
                  <a:gd name="connsiteX21" fmla="*/ 305214 w 377751"/>
                  <a:gd name="connsiteY21" fmla="*/ 163993 h 166030"/>
                  <a:gd name="connsiteX22" fmla="*/ 305214 w 377751"/>
                  <a:gd name="connsiteY22" fmla="*/ 163993 h 166030"/>
                  <a:gd name="connsiteX23" fmla="*/ 310787 w 377751"/>
                  <a:gd name="connsiteY23" fmla="*/ 164022 h 166030"/>
                  <a:gd name="connsiteX24" fmla="*/ 311704 w 377751"/>
                  <a:gd name="connsiteY24" fmla="*/ 164954 h 166030"/>
                  <a:gd name="connsiteX25" fmla="*/ 310772 w 377751"/>
                  <a:gd name="connsiteY25" fmla="*/ 165870 h 166030"/>
                  <a:gd name="connsiteX26" fmla="*/ 292205 w 377751"/>
                  <a:gd name="connsiteY26" fmla="*/ 165754 h 166030"/>
                  <a:gd name="connsiteX27" fmla="*/ 292205 w 377751"/>
                  <a:gd name="connsiteY27" fmla="*/ 165754 h 166030"/>
                  <a:gd name="connsiteX28" fmla="*/ 286632 w 377751"/>
                  <a:gd name="connsiteY28" fmla="*/ 165725 h 166030"/>
                  <a:gd name="connsiteX29" fmla="*/ 285715 w 377751"/>
                  <a:gd name="connsiteY29" fmla="*/ 164793 h 166030"/>
                  <a:gd name="connsiteX30" fmla="*/ 286646 w 377751"/>
                  <a:gd name="connsiteY30" fmla="*/ 163877 h 166030"/>
                  <a:gd name="connsiteX31" fmla="*/ 286646 w 377751"/>
                  <a:gd name="connsiteY31" fmla="*/ 163877 h 166030"/>
                  <a:gd name="connsiteX32" fmla="*/ 292220 w 377751"/>
                  <a:gd name="connsiteY32" fmla="*/ 163906 h 166030"/>
                  <a:gd name="connsiteX33" fmla="*/ 293136 w 377751"/>
                  <a:gd name="connsiteY33" fmla="*/ 164837 h 166030"/>
                  <a:gd name="connsiteX34" fmla="*/ 292205 w 377751"/>
                  <a:gd name="connsiteY34" fmla="*/ 165754 h 166030"/>
                  <a:gd name="connsiteX35" fmla="*/ 273637 w 377751"/>
                  <a:gd name="connsiteY35" fmla="*/ 165652 h 166030"/>
                  <a:gd name="connsiteX36" fmla="*/ 273637 w 377751"/>
                  <a:gd name="connsiteY36" fmla="*/ 165652 h 166030"/>
                  <a:gd name="connsiteX37" fmla="*/ 268064 w 377751"/>
                  <a:gd name="connsiteY37" fmla="*/ 165623 h 166030"/>
                  <a:gd name="connsiteX38" fmla="*/ 267148 w 377751"/>
                  <a:gd name="connsiteY38" fmla="*/ 164692 h 166030"/>
                  <a:gd name="connsiteX39" fmla="*/ 268079 w 377751"/>
                  <a:gd name="connsiteY39" fmla="*/ 163775 h 166030"/>
                  <a:gd name="connsiteX40" fmla="*/ 273652 w 377751"/>
                  <a:gd name="connsiteY40" fmla="*/ 163804 h 166030"/>
                  <a:gd name="connsiteX41" fmla="*/ 274569 w 377751"/>
                  <a:gd name="connsiteY41" fmla="*/ 164735 h 166030"/>
                  <a:gd name="connsiteX42" fmla="*/ 273637 w 377751"/>
                  <a:gd name="connsiteY42" fmla="*/ 165652 h 166030"/>
                  <a:gd name="connsiteX43" fmla="*/ 255070 w 377751"/>
                  <a:gd name="connsiteY43" fmla="*/ 165550 h 166030"/>
                  <a:gd name="connsiteX44" fmla="*/ 255070 w 377751"/>
                  <a:gd name="connsiteY44" fmla="*/ 165550 h 166030"/>
                  <a:gd name="connsiteX45" fmla="*/ 249497 w 377751"/>
                  <a:gd name="connsiteY45" fmla="*/ 165521 h 166030"/>
                  <a:gd name="connsiteX46" fmla="*/ 248580 w 377751"/>
                  <a:gd name="connsiteY46" fmla="*/ 164590 h 166030"/>
                  <a:gd name="connsiteX47" fmla="*/ 249511 w 377751"/>
                  <a:gd name="connsiteY47" fmla="*/ 163673 h 166030"/>
                  <a:gd name="connsiteX48" fmla="*/ 249511 w 377751"/>
                  <a:gd name="connsiteY48" fmla="*/ 163673 h 166030"/>
                  <a:gd name="connsiteX49" fmla="*/ 255085 w 377751"/>
                  <a:gd name="connsiteY49" fmla="*/ 163702 h 166030"/>
                  <a:gd name="connsiteX50" fmla="*/ 256001 w 377751"/>
                  <a:gd name="connsiteY50" fmla="*/ 164633 h 166030"/>
                  <a:gd name="connsiteX51" fmla="*/ 255070 w 377751"/>
                  <a:gd name="connsiteY51" fmla="*/ 165550 h 166030"/>
                  <a:gd name="connsiteX52" fmla="*/ 236503 w 377751"/>
                  <a:gd name="connsiteY52" fmla="*/ 165434 h 166030"/>
                  <a:gd name="connsiteX53" fmla="*/ 236503 w 377751"/>
                  <a:gd name="connsiteY53" fmla="*/ 165434 h 166030"/>
                  <a:gd name="connsiteX54" fmla="*/ 230929 w 377751"/>
                  <a:gd name="connsiteY54" fmla="*/ 165405 h 166030"/>
                  <a:gd name="connsiteX55" fmla="*/ 230013 w 377751"/>
                  <a:gd name="connsiteY55" fmla="*/ 164473 h 166030"/>
                  <a:gd name="connsiteX56" fmla="*/ 230944 w 377751"/>
                  <a:gd name="connsiteY56" fmla="*/ 163557 h 166030"/>
                  <a:gd name="connsiteX57" fmla="*/ 230944 w 377751"/>
                  <a:gd name="connsiteY57" fmla="*/ 163557 h 166030"/>
                  <a:gd name="connsiteX58" fmla="*/ 236517 w 377751"/>
                  <a:gd name="connsiteY58" fmla="*/ 163586 h 166030"/>
                  <a:gd name="connsiteX59" fmla="*/ 237434 w 377751"/>
                  <a:gd name="connsiteY59" fmla="*/ 164517 h 166030"/>
                  <a:gd name="connsiteX60" fmla="*/ 236503 w 377751"/>
                  <a:gd name="connsiteY60" fmla="*/ 165434 h 166030"/>
                  <a:gd name="connsiteX61" fmla="*/ 217935 w 377751"/>
                  <a:gd name="connsiteY61" fmla="*/ 165332 h 166030"/>
                  <a:gd name="connsiteX62" fmla="*/ 217935 w 377751"/>
                  <a:gd name="connsiteY62" fmla="*/ 165332 h 166030"/>
                  <a:gd name="connsiteX63" fmla="*/ 212362 w 377751"/>
                  <a:gd name="connsiteY63" fmla="*/ 165303 h 166030"/>
                  <a:gd name="connsiteX64" fmla="*/ 211445 w 377751"/>
                  <a:gd name="connsiteY64" fmla="*/ 164372 h 166030"/>
                  <a:gd name="connsiteX65" fmla="*/ 212376 w 377751"/>
                  <a:gd name="connsiteY65" fmla="*/ 163455 h 166030"/>
                  <a:gd name="connsiteX66" fmla="*/ 212376 w 377751"/>
                  <a:gd name="connsiteY66" fmla="*/ 163455 h 166030"/>
                  <a:gd name="connsiteX67" fmla="*/ 217950 w 377751"/>
                  <a:gd name="connsiteY67" fmla="*/ 163484 h 166030"/>
                  <a:gd name="connsiteX68" fmla="*/ 218866 w 377751"/>
                  <a:gd name="connsiteY68" fmla="*/ 164415 h 166030"/>
                  <a:gd name="connsiteX69" fmla="*/ 217935 w 377751"/>
                  <a:gd name="connsiteY69" fmla="*/ 165332 h 166030"/>
                  <a:gd name="connsiteX70" fmla="*/ 199368 w 377751"/>
                  <a:gd name="connsiteY70" fmla="*/ 165230 h 166030"/>
                  <a:gd name="connsiteX71" fmla="*/ 199368 w 377751"/>
                  <a:gd name="connsiteY71" fmla="*/ 165230 h 166030"/>
                  <a:gd name="connsiteX72" fmla="*/ 193795 w 377751"/>
                  <a:gd name="connsiteY72" fmla="*/ 165201 h 166030"/>
                  <a:gd name="connsiteX73" fmla="*/ 192878 w 377751"/>
                  <a:gd name="connsiteY73" fmla="*/ 164270 h 166030"/>
                  <a:gd name="connsiteX74" fmla="*/ 193809 w 377751"/>
                  <a:gd name="connsiteY74" fmla="*/ 163353 h 166030"/>
                  <a:gd name="connsiteX75" fmla="*/ 193809 w 377751"/>
                  <a:gd name="connsiteY75" fmla="*/ 163353 h 166030"/>
                  <a:gd name="connsiteX76" fmla="*/ 199382 w 377751"/>
                  <a:gd name="connsiteY76" fmla="*/ 163382 h 166030"/>
                  <a:gd name="connsiteX77" fmla="*/ 200299 w 377751"/>
                  <a:gd name="connsiteY77" fmla="*/ 164313 h 166030"/>
                  <a:gd name="connsiteX78" fmla="*/ 199368 w 377751"/>
                  <a:gd name="connsiteY78" fmla="*/ 165230 h 166030"/>
                  <a:gd name="connsiteX79" fmla="*/ 180800 w 377751"/>
                  <a:gd name="connsiteY79" fmla="*/ 165114 h 166030"/>
                  <a:gd name="connsiteX80" fmla="*/ 180800 w 377751"/>
                  <a:gd name="connsiteY80" fmla="*/ 165114 h 166030"/>
                  <a:gd name="connsiteX81" fmla="*/ 175227 w 377751"/>
                  <a:gd name="connsiteY81" fmla="*/ 165085 h 166030"/>
                  <a:gd name="connsiteX82" fmla="*/ 174310 w 377751"/>
                  <a:gd name="connsiteY82" fmla="*/ 164153 h 166030"/>
                  <a:gd name="connsiteX83" fmla="*/ 175242 w 377751"/>
                  <a:gd name="connsiteY83" fmla="*/ 163236 h 166030"/>
                  <a:gd name="connsiteX84" fmla="*/ 175242 w 377751"/>
                  <a:gd name="connsiteY84" fmla="*/ 163236 h 166030"/>
                  <a:gd name="connsiteX85" fmla="*/ 180815 w 377751"/>
                  <a:gd name="connsiteY85" fmla="*/ 163266 h 166030"/>
                  <a:gd name="connsiteX86" fmla="*/ 181731 w 377751"/>
                  <a:gd name="connsiteY86" fmla="*/ 164197 h 166030"/>
                  <a:gd name="connsiteX87" fmla="*/ 180800 w 377751"/>
                  <a:gd name="connsiteY87" fmla="*/ 165114 h 166030"/>
                  <a:gd name="connsiteX88" fmla="*/ 162233 w 377751"/>
                  <a:gd name="connsiteY88" fmla="*/ 165012 h 166030"/>
                  <a:gd name="connsiteX89" fmla="*/ 162233 w 377751"/>
                  <a:gd name="connsiteY89" fmla="*/ 165012 h 166030"/>
                  <a:gd name="connsiteX90" fmla="*/ 156660 w 377751"/>
                  <a:gd name="connsiteY90" fmla="*/ 164983 h 166030"/>
                  <a:gd name="connsiteX91" fmla="*/ 155743 w 377751"/>
                  <a:gd name="connsiteY91" fmla="*/ 164051 h 166030"/>
                  <a:gd name="connsiteX92" fmla="*/ 156674 w 377751"/>
                  <a:gd name="connsiteY92" fmla="*/ 163135 h 166030"/>
                  <a:gd name="connsiteX93" fmla="*/ 156674 w 377751"/>
                  <a:gd name="connsiteY93" fmla="*/ 163135 h 166030"/>
                  <a:gd name="connsiteX94" fmla="*/ 162247 w 377751"/>
                  <a:gd name="connsiteY94" fmla="*/ 163164 h 166030"/>
                  <a:gd name="connsiteX95" fmla="*/ 163164 w 377751"/>
                  <a:gd name="connsiteY95" fmla="*/ 164095 h 166030"/>
                  <a:gd name="connsiteX96" fmla="*/ 162233 w 377751"/>
                  <a:gd name="connsiteY96" fmla="*/ 165012 h 166030"/>
                  <a:gd name="connsiteX97" fmla="*/ 143665 w 377751"/>
                  <a:gd name="connsiteY97" fmla="*/ 164910 h 166030"/>
                  <a:gd name="connsiteX98" fmla="*/ 143665 w 377751"/>
                  <a:gd name="connsiteY98" fmla="*/ 164910 h 166030"/>
                  <a:gd name="connsiteX99" fmla="*/ 138092 w 377751"/>
                  <a:gd name="connsiteY99" fmla="*/ 164881 h 166030"/>
                  <a:gd name="connsiteX100" fmla="*/ 137175 w 377751"/>
                  <a:gd name="connsiteY100" fmla="*/ 163950 h 166030"/>
                  <a:gd name="connsiteX101" fmla="*/ 138107 w 377751"/>
                  <a:gd name="connsiteY101" fmla="*/ 163033 h 166030"/>
                  <a:gd name="connsiteX102" fmla="*/ 138107 w 377751"/>
                  <a:gd name="connsiteY102" fmla="*/ 163033 h 166030"/>
                  <a:gd name="connsiteX103" fmla="*/ 143680 w 377751"/>
                  <a:gd name="connsiteY103" fmla="*/ 163062 h 166030"/>
                  <a:gd name="connsiteX104" fmla="*/ 144597 w 377751"/>
                  <a:gd name="connsiteY104" fmla="*/ 163993 h 166030"/>
                  <a:gd name="connsiteX105" fmla="*/ 143665 w 377751"/>
                  <a:gd name="connsiteY105" fmla="*/ 164910 h 166030"/>
                  <a:gd name="connsiteX106" fmla="*/ 125098 w 377751"/>
                  <a:gd name="connsiteY106" fmla="*/ 164793 h 166030"/>
                  <a:gd name="connsiteX107" fmla="*/ 125098 w 377751"/>
                  <a:gd name="connsiteY107" fmla="*/ 164793 h 166030"/>
                  <a:gd name="connsiteX108" fmla="*/ 119525 w 377751"/>
                  <a:gd name="connsiteY108" fmla="*/ 164764 h 166030"/>
                  <a:gd name="connsiteX109" fmla="*/ 118608 w 377751"/>
                  <a:gd name="connsiteY109" fmla="*/ 163833 h 166030"/>
                  <a:gd name="connsiteX110" fmla="*/ 119539 w 377751"/>
                  <a:gd name="connsiteY110" fmla="*/ 162916 h 166030"/>
                  <a:gd name="connsiteX111" fmla="*/ 119539 w 377751"/>
                  <a:gd name="connsiteY111" fmla="*/ 162916 h 166030"/>
                  <a:gd name="connsiteX112" fmla="*/ 125112 w 377751"/>
                  <a:gd name="connsiteY112" fmla="*/ 162946 h 166030"/>
                  <a:gd name="connsiteX113" fmla="*/ 126029 w 377751"/>
                  <a:gd name="connsiteY113" fmla="*/ 163877 h 166030"/>
                  <a:gd name="connsiteX114" fmla="*/ 125098 w 377751"/>
                  <a:gd name="connsiteY114" fmla="*/ 164793 h 166030"/>
                  <a:gd name="connsiteX115" fmla="*/ 106530 w 377751"/>
                  <a:gd name="connsiteY115" fmla="*/ 164692 h 166030"/>
                  <a:gd name="connsiteX116" fmla="*/ 106530 w 377751"/>
                  <a:gd name="connsiteY116" fmla="*/ 164692 h 166030"/>
                  <a:gd name="connsiteX117" fmla="*/ 100957 w 377751"/>
                  <a:gd name="connsiteY117" fmla="*/ 164663 h 166030"/>
                  <a:gd name="connsiteX118" fmla="*/ 100041 w 377751"/>
                  <a:gd name="connsiteY118" fmla="*/ 163731 h 166030"/>
                  <a:gd name="connsiteX119" fmla="*/ 100972 w 377751"/>
                  <a:gd name="connsiteY119" fmla="*/ 162815 h 166030"/>
                  <a:gd name="connsiteX120" fmla="*/ 100972 w 377751"/>
                  <a:gd name="connsiteY120" fmla="*/ 162815 h 166030"/>
                  <a:gd name="connsiteX121" fmla="*/ 106545 w 377751"/>
                  <a:gd name="connsiteY121" fmla="*/ 162844 h 166030"/>
                  <a:gd name="connsiteX122" fmla="*/ 107462 w 377751"/>
                  <a:gd name="connsiteY122" fmla="*/ 163775 h 166030"/>
                  <a:gd name="connsiteX123" fmla="*/ 106530 w 377751"/>
                  <a:gd name="connsiteY123" fmla="*/ 164692 h 166030"/>
                  <a:gd name="connsiteX124" fmla="*/ 87963 w 377751"/>
                  <a:gd name="connsiteY124" fmla="*/ 164590 h 166030"/>
                  <a:gd name="connsiteX125" fmla="*/ 87963 w 377751"/>
                  <a:gd name="connsiteY125" fmla="*/ 164590 h 166030"/>
                  <a:gd name="connsiteX126" fmla="*/ 82390 w 377751"/>
                  <a:gd name="connsiteY126" fmla="*/ 164561 h 166030"/>
                  <a:gd name="connsiteX127" fmla="*/ 81473 w 377751"/>
                  <a:gd name="connsiteY127" fmla="*/ 163629 h 166030"/>
                  <a:gd name="connsiteX128" fmla="*/ 82404 w 377751"/>
                  <a:gd name="connsiteY128" fmla="*/ 162713 h 166030"/>
                  <a:gd name="connsiteX129" fmla="*/ 87978 w 377751"/>
                  <a:gd name="connsiteY129" fmla="*/ 162742 h 166030"/>
                  <a:gd name="connsiteX130" fmla="*/ 88894 w 377751"/>
                  <a:gd name="connsiteY130" fmla="*/ 163673 h 166030"/>
                  <a:gd name="connsiteX131" fmla="*/ 87963 w 377751"/>
                  <a:gd name="connsiteY131" fmla="*/ 164590 h 166030"/>
                  <a:gd name="connsiteX132" fmla="*/ 69396 w 377751"/>
                  <a:gd name="connsiteY132" fmla="*/ 164473 h 166030"/>
                  <a:gd name="connsiteX133" fmla="*/ 69396 w 377751"/>
                  <a:gd name="connsiteY133" fmla="*/ 164473 h 166030"/>
                  <a:gd name="connsiteX134" fmla="*/ 63822 w 377751"/>
                  <a:gd name="connsiteY134" fmla="*/ 164444 h 166030"/>
                  <a:gd name="connsiteX135" fmla="*/ 62906 w 377751"/>
                  <a:gd name="connsiteY135" fmla="*/ 163513 h 166030"/>
                  <a:gd name="connsiteX136" fmla="*/ 63837 w 377751"/>
                  <a:gd name="connsiteY136" fmla="*/ 162596 h 166030"/>
                  <a:gd name="connsiteX137" fmla="*/ 63837 w 377751"/>
                  <a:gd name="connsiteY137" fmla="*/ 162596 h 166030"/>
                  <a:gd name="connsiteX138" fmla="*/ 69410 w 377751"/>
                  <a:gd name="connsiteY138" fmla="*/ 162625 h 166030"/>
                  <a:gd name="connsiteX139" fmla="*/ 70327 w 377751"/>
                  <a:gd name="connsiteY139" fmla="*/ 163557 h 166030"/>
                  <a:gd name="connsiteX140" fmla="*/ 69396 w 377751"/>
                  <a:gd name="connsiteY140" fmla="*/ 164473 h 166030"/>
                  <a:gd name="connsiteX141" fmla="*/ 50828 w 377751"/>
                  <a:gd name="connsiteY141" fmla="*/ 164372 h 166030"/>
                  <a:gd name="connsiteX142" fmla="*/ 50828 w 377751"/>
                  <a:gd name="connsiteY142" fmla="*/ 164372 h 166030"/>
                  <a:gd name="connsiteX143" fmla="*/ 45255 w 377751"/>
                  <a:gd name="connsiteY143" fmla="*/ 164342 h 166030"/>
                  <a:gd name="connsiteX144" fmla="*/ 44338 w 377751"/>
                  <a:gd name="connsiteY144" fmla="*/ 163411 h 166030"/>
                  <a:gd name="connsiteX145" fmla="*/ 45269 w 377751"/>
                  <a:gd name="connsiteY145" fmla="*/ 162494 h 166030"/>
                  <a:gd name="connsiteX146" fmla="*/ 45269 w 377751"/>
                  <a:gd name="connsiteY146" fmla="*/ 162494 h 166030"/>
                  <a:gd name="connsiteX147" fmla="*/ 50843 w 377751"/>
                  <a:gd name="connsiteY147" fmla="*/ 162523 h 166030"/>
                  <a:gd name="connsiteX148" fmla="*/ 51759 w 377751"/>
                  <a:gd name="connsiteY148" fmla="*/ 163455 h 166030"/>
                  <a:gd name="connsiteX149" fmla="*/ 50828 w 377751"/>
                  <a:gd name="connsiteY149" fmla="*/ 164372 h 166030"/>
                  <a:gd name="connsiteX150" fmla="*/ 32479 w 377751"/>
                  <a:gd name="connsiteY150" fmla="*/ 162291 h 166030"/>
                  <a:gd name="connsiteX151" fmla="*/ 32188 w 377751"/>
                  <a:gd name="connsiteY151" fmla="*/ 162247 h 166030"/>
                  <a:gd name="connsiteX152" fmla="*/ 26920 w 377751"/>
                  <a:gd name="connsiteY152" fmla="*/ 160093 h 166030"/>
                  <a:gd name="connsiteX153" fmla="*/ 26498 w 377751"/>
                  <a:gd name="connsiteY153" fmla="*/ 158857 h 166030"/>
                  <a:gd name="connsiteX154" fmla="*/ 27735 w 377751"/>
                  <a:gd name="connsiteY154" fmla="*/ 158435 h 166030"/>
                  <a:gd name="connsiteX155" fmla="*/ 32770 w 377751"/>
                  <a:gd name="connsiteY155" fmla="*/ 160501 h 166030"/>
                  <a:gd name="connsiteX156" fmla="*/ 33367 w 377751"/>
                  <a:gd name="connsiteY156" fmla="*/ 161680 h 166030"/>
                  <a:gd name="connsiteX157" fmla="*/ 32479 w 377751"/>
                  <a:gd name="connsiteY157" fmla="*/ 162320 h 166030"/>
                  <a:gd name="connsiteX158" fmla="*/ 359432 w 377751"/>
                  <a:gd name="connsiteY158" fmla="*/ 159701 h 166030"/>
                  <a:gd name="connsiteX159" fmla="*/ 358704 w 377751"/>
                  <a:gd name="connsiteY159" fmla="*/ 159351 h 166030"/>
                  <a:gd name="connsiteX160" fmla="*/ 358850 w 377751"/>
                  <a:gd name="connsiteY160" fmla="*/ 158042 h 166030"/>
                  <a:gd name="connsiteX161" fmla="*/ 362706 w 377751"/>
                  <a:gd name="connsiteY161" fmla="*/ 154287 h 166030"/>
                  <a:gd name="connsiteX162" fmla="*/ 364016 w 377751"/>
                  <a:gd name="connsiteY162" fmla="*/ 154186 h 166030"/>
                  <a:gd name="connsiteX163" fmla="*/ 364117 w 377751"/>
                  <a:gd name="connsiteY163" fmla="*/ 155495 h 166030"/>
                  <a:gd name="connsiteX164" fmla="*/ 359999 w 377751"/>
                  <a:gd name="connsiteY164" fmla="*/ 159497 h 166030"/>
                  <a:gd name="connsiteX165" fmla="*/ 359417 w 377751"/>
                  <a:gd name="connsiteY165" fmla="*/ 159701 h 166030"/>
                  <a:gd name="connsiteX166" fmla="*/ 16807 w 377751"/>
                  <a:gd name="connsiteY166" fmla="*/ 152687 h 166030"/>
                  <a:gd name="connsiteX167" fmla="*/ 16152 w 377751"/>
                  <a:gd name="connsiteY167" fmla="*/ 152425 h 166030"/>
                  <a:gd name="connsiteX168" fmla="*/ 12384 w 377751"/>
                  <a:gd name="connsiteY168" fmla="*/ 148147 h 166030"/>
                  <a:gd name="connsiteX169" fmla="*/ 12558 w 377751"/>
                  <a:gd name="connsiteY169" fmla="*/ 146852 h 166030"/>
                  <a:gd name="connsiteX170" fmla="*/ 13853 w 377751"/>
                  <a:gd name="connsiteY170" fmla="*/ 147026 h 166030"/>
                  <a:gd name="connsiteX171" fmla="*/ 17447 w 377751"/>
                  <a:gd name="connsiteY171" fmla="*/ 151101 h 166030"/>
                  <a:gd name="connsiteX172" fmla="*/ 17447 w 377751"/>
                  <a:gd name="connsiteY172" fmla="*/ 152410 h 166030"/>
                  <a:gd name="connsiteX173" fmla="*/ 16793 w 377751"/>
                  <a:gd name="connsiteY173" fmla="*/ 152687 h 166030"/>
                  <a:gd name="connsiteX174" fmla="*/ 369370 w 377751"/>
                  <a:gd name="connsiteY174" fmla="*/ 144393 h 166030"/>
                  <a:gd name="connsiteX175" fmla="*/ 369138 w 377751"/>
                  <a:gd name="connsiteY175" fmla="*/ 144363 h 166030"/>
                  <a:gd name="connsiteX176" fmla="*/ 368468 w 377751"/>
                  <a:gd name="connsiteY176" fmla="*/ 143228 h 166030"/>
                  <a:gd name="connsiteX177" fmla="*/ 369065 w 377751"/>
                  <a:gd name="connsiteY177" fmla="*/ 140318 h 166030"/>
                  <a:gd name="connsiteX178" fmla="*/ 369429 w 377751"/>
                  <a:gd name="connsiteY178" fmla="*/ 137859 h 166030"/>
                  <a:gd name="connsiteX179" fmla="*/ 370476 w 377751"/>
                  <a:gd name="connsiteY179" fmla="*/ 137073 h 166030"/>
                  <a:gd name="connsiteX180" fmla="*/ 371262 w 377751"/>
                  <a:gd name="connsiteY180" fmla="*/ 138121 h 166030"/>
                  <a:gd name="connsiteX181" fmla="*/ 370898 w 377751"/>
                  <a:gd name="connsiteY181" fmla="*/ 140595 h 166030"/>
                  <a:gd name="connsiteX182" fmla="*/ 370273 w 377751"/>
                  <a:gd name="connsiteY182" fmla="*/ 143709 h 166030"/>
                  <a:gd name="connsiteX183" fmla="*/ 369370 w 377751"/>
                  <a:gd name="connsiteY183" fmla="*/ 144407 h 166030"/>
                  <a:gd name="connsiteX184" fmla="*/ 7029 w 377751"/>
                  <a:gd name="connsiteY184" fmla="*/ 137088 h 166030"/>
                  <a:gd name="connsiteX185" fmla="*/ 6156 w 377751"/>
                  <a:gd name="connsiteY185" fmla="*/ 136462 h 166030"/>
                  <a:gd name="connsiteX186" fmla="*/ 4700 w 377751"/>
                  <a:gd name="connsiteY186" fmla="*/ 130962 h 166030"/>
                  <a:gd name="connsiteX187" fmla="*/ 5443 w 377751"/>
                  <a:gd name="connsiteY187" fmla="*/ 129870 h 166030"/>
                  <a:gd name="connsiteX188" fmla="*/ 6534 w 377751"/>
                  <a:gd name="connsiteY188" fmla="*/ 130612 h 166030"/>
                  <a:gd name="connsiteX189" fmla="*/ 7916 w 377751"/>
                  <a:gd name="connsiteY189" fmla="*/ 135865 h 166030"/>
                  <a:gd name="connsiteX190" fmla="*/ 7334 w 377751"/>
                  <a:gd name="connsiteY190" fmla="*/ 137044 h 166030"/>
                  <a:gd name="connsiteX191" fmla="*/ 7029 w 377751"/>
                  <a:gd name="connsiteY191" fmla="*/ 137088 h 166030"/>
                  <a:gd name="connsiteX192" fmla="*/ 372062 w 377751"/>
                  <a:gd name="connsiteY192" fmla="*/ 126029 h 166030"/>
                  <a:gd name="connsiteX193" fmla="*/ 371946 w 377751"/>
                  <a:gd name="connsiteY193" fmla="*/ 126029 h 166030"/>
                  <a:gd name="connsiteX194" fmla="*/ 371146 w 377751"/>
                  <a:gd name="connsiteY194" fmla="*/ 124996 h 166030"/>
                  <a:gd name="connsiteX195" fmla="*/ 371800 w 377751"/>
                  <a:gd name="connsiteY195" fmla="*/ 119466 h 166030"/>
                  <a:gd name="connsiteX196" fmla="*/ 372834 w 377751"/>
                  <a:gd name="connsiteY196" fmla="*/ 118651 h 166030"/>
                  <a:gd name="connsiteX197" fmla="*/ 373649 w 377751"/>
                  <a:gd name="connsiteY197" fmla="*/ 119684 h 166030"/>
                  <a:gd name="connsiteX198" fmla="*/ 372979 w 377751"/>
                  <a:gd name="connsiteY198" fmla="*/ 125228 h 166030"/>
                  <a:gd name="connsiteX199" fmla="*/ 372062 w 377751"/>
                  <a:gd name="connsiteY199" fmla="*/ 126043 h 166030"/>
                  <a:gd name="connsiteX200" fmla="*/ 4700 w 377751"/>
                  <a:gd name="connsiteY200" fmla="*/ 118768 h 166030"/>
                  <a:gd name="connsiteX201" fmla="*/ 3769 w 377751"/>
                  <a:gd name="connsiteY201" fmla="*/ 117866 h 166030"/>
                  <a:gd name="connsiteX202" fmla="*/ 3595 w 377751"/>
                  <a:gd name="connsiteY202" fmla="*/ 112292 h 166030"/>
                  <a:gd name="connsiteX203" fmla="*/ 4497 w 377751"/>
                  <a:gd name="connsiteY203" fmla="*/ 111332 h 166030"/>
                  <a:gd name="connsiteX204" fmla="*/ 5457 w 377751"/>
                  <a:gd name="connsiteY204" fmla="*/ 112234 h 166030"/>
                  <a:gd name="connsiteX205" fmla="*/ 5632 w 377751"/>
                  <a:gd name="connsiteY205" fmla="*/ 117807 h 166030"/>
                  <a:gd name="connsiteX206" fmla="*/ 4730 w 377751"/>
                  <a:gd name="connsiteY206" fmla="*/ 118768 h 166030"/>
                  <a:gd name="connsiteX207" fmla="*/ 4700 w 377751"/>
                  <a:gd name="connsiteY207" fmla="*/ 118768 h 166030"/>
                  <a:gd name="connsiteX208" fmla="*/ 374085 w 377751"/>
                  <a:gd name="connsiteY208" fmla="*/ 107563 h 166030"/>
                  <a:gd name="connsiteX209" fmla="*/ 373998 w 377751"/>
                  <a:gd name="connsiteY209" fmla="*/ 107563 h 166030"/>
                  <a:gd name="connsiteX210" fmla="*/ 373168 w 377751"/>
                  <a:gd name="connsiteY210" fmla="*/ 106545 h 166030"/>
                  <a:gd name="connsiteX211" fmla="*/ 373678 w 377751"/>
                  <a:gd name="connsiteY211" fmla="*/ 101001 h 166030"/>
                  <a:gd name="connsiteX212" fmla="*/ 374682 w 377751"/>
                  <a:gd name="connsiteY212" fmla="*/ 100157 h 166030"/>
                  <a:gd name="connsiteX213" fmla="*/ 375526 w 377751"/>
                  <a:gd name="connsiteY213" fmla="*/ 101161 h 166030"/>
                  <a:gd name="connsiteX214" fmla="*/ 375016 w 377751"/>
                  <a:gd name="connsiteY214" fmla="*/ 106719 h 166030"/>
                  <a:gd name="connsiteX215" fmla="*/ 374100 w 377751"/>
                  <a:gd name="connsiteY215" fmla="*/ 107563 h 166030"/>
                  <a:gd name="connsiteX216" fmla="*/ 4089 w 377751"/>
                  <a:gd name="connsiteY216" fmla="*/ 100200 h 166030"/>
                  <a:gd name="connsiteX217" fmla="*/ 3158 w 377751"/>
                  <a:gd name="connsiteY217" fmla="*/ 99298 h 166030"/>
                  <a:gd name="connsiteX218" fmla="*/ 2983 w 377751"/>
                  <a:gd name="connsiteY218" fmla="*/ 93725 h 166030"/>
                  <a:gd name="connsiteX219" fmla="*/ 3886 w 377751"/>
                  <a:gd name="connsiteY219" fmla="*/ 92765 h 166030"/>
                  <a:gd name="connsiteX220" fmla="*/ 4846 w 377751"/>
                  <a:gd name="connsiteY220" fmla="*/ 93667 h 166030"/>
                  <a:gd name="connsiteX221" fmla="*/ 5021 w 377751"/>
                  <a:gd name="connsiteY221" fmla="*/ 99240 h 166030"/>
                  <a:gd name="connsiteX222" fmla="*/ 4118 w 377751"/>
                  <a:gd name="connsiteY222" fmla="*/ 100200 h 166030"/>
                  <a:gd name="connsiteX223" fmla="*/ 4089 w 377751"/>
                  <a:gd name="connsiteY223" fmla="*/ 100200 h 166030"/>
                  <a:gd name="connsiteX224" fmla="*/ 375584 w 377751"/>
                  <a:gd name="connsiteY224" fmla="*/ 89054 h 166030"/>
                  <a:gd name="connsiteX225" fmla="*/ 375526 w 377751"/>
                  <a:gd name="connsiteY225" fmla="*/ 89054 h 166030"/>
                  <a:gd name="connsiteX226" fmla="*/ 374667 w 377751"/>
                  <a:gd name="connsiteY226" fmla="*/ 88064 h 166030"/>
                  <a:gd name="connsiteX227" fmla="*/ 375002 w 377751"/>
                  <a:gd name="connsiteY227" fmla="*/ 82506 h 166030"/>
                  <a:gd name="connsiteX228" fmla="*/ 375977 w 377751"/>
                  <a:gd name="connsiteY228" fmla="*/ 81633 h 166030"/>
                  <a:gd name="connsiteX229" fmla="*/ 376850 w 377751"/>
                  <a:gd name="connsiteY229" fmla="*/ 82608 h 166030"/>
                  <a:gd name="connsiteX230" fmla="*/ 376515 w 377751"/>
                  <a:gd name="connsiteY230" fmla="*/ 88181 h 166030"/>
                  <a:gd name="connsiteX231" fmla="*/ 375584 w 377751"/>
                  <a:gd name="connsiteY231" fmla="*/ 89054 h 166030"/>
                  <a:gd name="connsiteX232" fmla="*/ 3493 w 377751"/>
                  <a:gd name="connsiteY232" fmla="*/ 81647 h 166030"/>
                  <a:gd name="connsiteX233" fmla="*/ 2561 w 377751"/>
                  <a:gd name="connsiteY233" fmla="*/ 80745 h 166030"/>
                  <a:gd name="connsiteX234" fmla="*/ 2387 w 377751"/>
                  <a:gd name="connsiteY234" fmla="*/ 75172 h 166030"/>
                  <a:gd name="connsiteX235" fmla="*/ 3289 w 377751"/>
                  <a:gd name="connsiteY235" fmla="*/ 74212 h 166030"/>
                  <a:gd name="connsiteX236" fmla="*/ 4249 w 377751"/>
                  <a:gd name="connsiteY236" fmla="*/ 75114 h 166030"/>
                  <a:gd name="connsiteX237" fmla="*/ 4424 w 377751"/>
                  <a:gd name="connsiteY237" fmla="*/ 80687 h 166030"/>
                  <a:gd name="connsiteX238" fmla="*/ 3522 w 377751"/>
                  <a:gd name="connsiteY238" fmla="*/ 81647 h 166030"/>
                  <a:gd name="connsiteX239" fmla="*/ 3493 w 377751"/>
                  <a:gd name="connsiteY239" fmla="*/ 81647 h 166030"/>
                  <a:gd name="connsiteX240" fmla="*/ 376515 w 377751"/>
                  <a:gd name="connsiteY240" fmla="*/ 70516 h 166030"/>
                  <a:gd name="connsiteX241" fmla="*/ 376486 w 377751"/>
                  <a:gd name="connsiteY241" fmla="*/ 70516 h 166030"/>
                  <a:gd name="connsiteX242" fmla="*/ 375584 w 377751"/>
                  <a:gd name="connsiteY242" fmla="*/ 69555 h 166030"/>
                  <a:gd name="connsiteX243" fmla="*/ 375744 w 377751"/>
                  <a:gd name="connsiteY243" fmla="*/ 63997 h 166030"/>
                  <a:gd name="connsiteX244" fmla="*/ 376690 w 377751"/>
                  <a:gd name="connsiteY244" fmla="*/ 63094 h 166030"/>
                  <a:gd name="connsiteX245" fmla="*/ 377592 w 377751"/>
                  <a:gd name="connsiteY245" fmla="*/ 64040 h 166030"/>
                  <a:gd name="connsiteX246" fmla="*/ 377432 w 377751"/>
                  <a:gd name="connsiteY246" fmla="*/ 69613 h 166030"/>
                  <a:gd name="connsiteX247" fmla="*/ 376501 w 377751"/>
                  <a:gd name="connsiteY247" fmla="*/ 70516 h 166030"/>
                  <a:gd name="connsiteX248" fmla="*/ 2896 w 377751"/>
                  <a:gd name="connsiteY248" fmla="*/ 63094 h 166030"/>
                  <a:gd name="connsiteX249" fmla="*/ 1965 w 377751"/>
                  <a:gd name="connsiteY249" fmla="*/ 62192 h 166030"/>
                  <a:gd name="connsiteX250" fmla="*/ 1790 w 377751"/>
                  <a:gd name="connsiteY250" fmla="*/ 56619 h 166030"/>
                  <a:gd name="connsiteX251" fmla="*/ 2692 w 377751"/>
                  <a:gd name="connsiteY251" fmla="*/ 55659 h 166030"/>
                  <a:gd name="connsiteX252" fmla="*/ 3653 w 377751"/>
                  <a:gd name="connsiteY252" fmla="*/ 56561 h 166030"/>
                  <a:gd name="connsiteX253" fmla="*/ 3827 w 377751"/>
                  <a:gd name="connsiteY253" fmla="*/ 62134 h 166030"/>
                  <a:gd name="connsiteX254" fmla="*/ 2925 w 377751"/>
                  <a:gd name="connsiteY254" fmla="*/ 63094 h 166030"/>
                  <a:gd name="connsiteX255" fmla="*/ 2896 w 377751"/>
                  <a:gd name="connsiteY255" fmla="*/ 63094 h 166030"/>
                  <a:gd name="connsiteX256" fmla="*/ 376821 w 377751"/>
                  <a:gd name="connsiteY256" fmla="*/ 51948 h 166030"/>
                  <a:gd name="connsiteX257" fmla="*/ 375889 w 377751"/>
                  <a:gd name="connsiteY257" fmla="*/ 51017 h 166030"/>
                  <a:gd name="connsiteX258" fmla="*/ 375846 w 377751"/>
                  <a:gd name="connsiteY258" fmla="*/ 45458 h 166030"/>
                  <a:gd name="connsiteX259" fmla="*/ 376763 w 377751"/>
                  <a:gd name="connsiteY259" fmla="*/ 44512 h 166030"/>
                  <a:gd name="connsiteX260" fmla="*/ 377708 w 377751"/>
                  <a:gd name="connsiteY260" fmla="*/ 45429 h 166030"/>
                  <a:gd name="connsiteX261" fmla="*/ 377752 w 377751"/>
                  <a:gd name="connsiteY261" fmla="*/ 51002 h 166030"/>
                  <a:gd name="connsiteX262" fmla="*/ 376821 w 377751"/>
                  <a:gd name="connsiteY262" fmla="*/ 51934 h 166030"/>
                  <a:gd name="connsiteX263" fmla="*/ 376821 w 377751"/>
                  <a:gd name="connsiteY263" fmla="*/ 51934 h 166030"/>
                  <a:gd name="connsiteX264" fmla="*/ 2300 w 377751"/>
                  <a:gd name="connsiteY264" fmla="*/ 44542 h 166030"/>
                  <a:gd name="connsiteX265" fmla="*/ 1368 w 377751"/>
                  <a:gd name="connsiteY265" fmla="*/ 43639 h 166030"/>
                  <a:gd name="connsiteX266" fmla="*/ 1194 w 377751"/>
                  <a:gd name="connsiteY266" fmla="*/ 38066 h 166030"/>
                  <a:gd name="connsiteX267" fmla="*/ 2096 w 377751"/>
                  <a:gd name="connsiteY267" fmla="*/ 37106 h 166030"/>
                  <a:gd name="connsiteX268" fmla="*/ 3056 w 377751"/>
                  <a:gd name="connsiteY268" fmla="*/ 38008 h 166030"/>
                  <a:gd name="connsiteX269" fmla="*/ 3231 w 377751"/>
                  <a:gd name="connsiteY269" fmla="*/ 43581 h 166030"/>
                  <a:gd name="connsiteX270" fmla="*/ 2329 w 377751"/>
                  <a:gd name="connsiteY270" fmla="*/ 44542 h 166030"/>
                  <a:gd name="connsiteX271" fmla="*/ 2300 w 377751"/>
                  <a:gd name="connsiteY271" fmla="*/ 44542 h 166030"/>
                  <a:gd name="connsiteX272" fmla="*/ 376428 w 377751"/>
                  <a:gd name="connsiteY272" fmla="*/ 33395 h 166030"/>
                  <a:gd name="connsiteX273" fmla="*/ 375497 w 377751"/>
                  <a:gd name="connsiteY273" fmla="*/ 32508 h 166030"/>
                  <a:gd name="connsiteX274" fmla="*/ 375235 w 377751"/>
                  <a:gd name="connsiteY274" fmla="*/ 26964 h 166030"/>
                  <a:gd name="connsiteX275" fmla="*/ 376108 w 377751"/>
                  <a:gd name="connsiteY275" fmla="*/ 25989 h 166030"/>
                  <a:gd name="connsiteX276" fmla="*/ 377083 w 377751"/>
                  <a:gd name="connsiteY276" fmla="*/ 26862 h 166030"/>
                  <a:gd name="connsiteX277" fmla="*/ 377359 w 377751"/>
                  <a:gd name="connsiteY277" fmla="*/ 32435 h 166030"/>
                  <a:gd name="connsiteX278" fmla="*/ 376471 w 377751"/>
                  <a:gd name="connsiteY278" fmla="*/ 33395 h 166030"/>
                  <a:gd name="connsiteX279" fmla="*/ 376428 w 377751"/>
                  <a:gd name="connsiteY279" fmla="*/ 33395 h 166030"/>
                  <a:gd name="connsiteX280" fmla="*/ 1703 w 377751"/>
                  <a:gd name="connsiteY280" fmla="*/ 25989 h 166030"/>
                  <a:gd name="connsiteX281" fmla="*/ 772 w 377751"/>
                  <a:gd name="connsiteY281" fmla="*/ 25086 h 166030"/>
                  <a:gd name="connsiteX282" fmla="*/ 597 w 377751"/>
                  <a:gd name="connsiteY282" fmla="*/ 19513 h 166030"/>
                  <a:gd name="connsiteX283" fmla="*/ 1499 w 377751"/>
                  <a:gd name="connsiteY283" fmla="*/ 18553 h 166030"/>
                  <a:gd name="connsiteX284" fmla="*/ 2460 w 377751"/>
                  <a:gd name="connsiteY284" fmla="*/ 19455 h 166030"/>
                  <a:gd name="connsiteX285" fmla="*/ 2634 w 377751"/>
                  <a:gd name="connsiteY285" fmla="*/ 25014 h 166030"/>
                  <a:gd name="connsiteX286" fmla="*/ 1732 w 377751"/>
                  <a:gd name="connsiteY286" fmla="*/ 25974 h 166030"/>
                  <a:gd name="connsiteX287" fmla="*/ 1703 w 377751"/>
                  <a:gd name="connsiteY287" fmla="*/ 25974 h 166030"/>
                  <a:gd name="connsiteX288" fmla="*/ 375235 w 377751"/>
                  <a:gd name="connsiteY288" fmla="*/ 14871 h 166030"/>
                  <a:gd name="connsiteX289" fmla="*/ 374318 w 377751"/>
                  <a:gd name="connsiteY289" fmla="*/ 14027 h 166030"/>
                  <a:gd name="connsiteX290" fmla="*/ 373780 w 377751"/>
                  <a:gd name="connsiteY290" fmla="*/ 8498 h 166030"/>
                  <a:gd name="connsiteX291" fmla="*/ 374609 w 377751"/>
                  <a:gd name="connsiteY291" fmla="*/ 7479 h 166030"/>
                  <a:gd name="connsiteX292" fmla="*/ 375627 w 377751"/>
                  <a:gd name="connsiteY292" fmla="*/ 8309 h 166030"/>
                  <a:gd name="connsiteX293" fmla="*/ 376166 w 377751"/>
                  <a:gd name="connsiteY293" fmla="*/ 13867 h 166030"/>
                  <a:gd name="connsiteX294" fmla="*/ 375322 w 377751"/>
                  <a:gd name="connsiteY294" fmla="*/ 14871 h 166030"/>
                  <a:gd name="connsiteX295" fmla="*/ 375235 w 377751"/>
                  <a:gd name="connsiteY295" fmla="*/ 14871 h 166030"/>
                  <a:gd name="connsiteX296" fmla="*/ 1106 w 377751"/>
                  <a:gd name="connsiteY296" fmla="*/ 7436 h 166030"/>
                  <a:gd name="connsiteX297" fmla="*/ 175 w 377751"/>
                  <a:gd name="connsiteY297" fmla="*/ 6534 h 166030"/>
                  <a:gd name="connsiteX298" fmla="*/ 0 w 377751"/>
                  <a:gd name="connsiteY298" fmla="*/ 960 h 166030"/>
                  <a:gd name="connsiteX299" fmla="*/ 903 w 377751"/>
                  <a:gd name="connsiteY299" fmla="*/ 0 h 166030"/>
                  <a:gd name="connsiteX300" fmla="*/ 1863 w 377751"/>
                  <a:gd name="connsiteY300" fmla="*/ 902 h 166030"/>
                  <a:gd name="connsiteX301" fmla="*/ 2038 w 377751"/>
                  <a:gd name="connsiteY301" fmla="*/ 6475 h 166030"/>
                  <a:gd name="connsiteX302" fmla="*/ 1135 w 377751"/>
                  <a:gd name="connsiteY302" fmla="*/ 7436 h 166030"/>
                  <a:gd name="connsiteX303" fmla="*/ 1106 w 377751"/>
                  <a:gd name="connsiteY303" fmla="*/ 7436 h 166030"/>
                  <a:gd name="connsiteX304" fmla="*/ 368352 w 377751"/>
                  <a:gd name="connsiteY304" fmla="*/ 1863 h 166030"/>
                  <a:gd name="connsiteX305" fmla="*/ 362779 w 377751"/>
                  <a:gd name="connsiteY305" fmla="*/ 1863 h 166030"/>
                  <a:gd name="connsiteX306" fmla="*/ 361847 w 377751"/>
                  <a:gd name="connsiteY306" fmla="*/ 931 h 166030"/>
                  <a:gd name="connsiteX307" fmla="*/ 362779 w 377751"/>
                  <a:gd name="connsiteY307" fmla="*/ 0 h 166030"/>
                  <a:gd name="connsiteX308" fmla="*/ 368352 w 377751"/>
                  <a:gd name="connsiteY308" fmla="*/ 0 h 166030"/>
                  <a:gd name="connsiteX309" fmla="*/ 369283 w 377751"/>
                  <a:gd name="connsiteY309" fmla="*/ 931 h 166030"/>
                  <a:gd name="connsiteX310" fmla="*/ 368352 w 377751"/>
                  <a:gd name="connsiteY310" fmla="*/ 1863 h 166030"/>
                  <a:gd name="connsiteX311" fmla="*/ 349784 w 377751"/>
                  <a:gd name="connsiteY311" fmla="*/ 1863 h 166030"/>
                  <a:gd name="connsiteX312" fmla="*/ 344211 w 377751"/>
                  <a:gd name="connsiteY312" fmla="*/ 1863 h 166030"/>
                  <a:gd name="connsiteX313" fmla="*/ 343280 w 377751"/>
                  <a:gd name="connsiteY313" fmla="*/ 931 h 166030"/>
                  <a:gd name="connsiteX314" fmla="*/ 344211 w 377751"/>
                  <a:gd name="connsiteY314" fmla="*/ 0 h 166030"/>
                  <a:gd name="connsiteX315" fmla="*/ 349784 w 377751"/>
                  <a:gd name="connsiteY315" fmla="*/ 0 h 166030"/>
                  <a:gd name="connsiteX316" fmla="*/ 350716 w 377751"/>
                  <a:gd name="connsiteY316" fmla="*/ 931 h 166030"/>
                  <a:gd name="connsiteX317" fmla="*/ 349784 w 377751"/>
                  <a:gd name="connsiteY317" fmla="*/ 1863 h 166030"/>
                  <a:gd name="connsiteX318" fmla="*/ 331217 w 377751"/>
                  <a:gd name="connsiteY318" fmla="*/ 1863 h 166030"/>
                  <a:gd name="connsiteX319" fmla="*/ 325644 w 377751"/>
                  <a:gd name="connsiteY319" fmla="*/ 1863 h 166030"/>
                  <a:gd name="connsiteX320" fmla="*/ 324713 w 377751"/>
                  <a:gd name="connsiteY320" fmla="*/ 931 h 166030"/>
                  <a:gd name="connsiteX321" fmla="*/ 325644 w 377751"/>
                  <a:gd name="connsiteY321" fmla="*/ 0 h 166030"/>
                  <a:gd name="connsiteX322" fmla="*/ 331217 w 377751"/>
                  <a:gd name="connsiteY322" fmla="*/ 0 h 166030"/>
                  <a:gd name="connsiteX323" fmla="*/ 332148 w 377751"/>
                  <a:gd name="connsiteY323" fmla="*/ 931 h 166030"/>
                  <a:gd name="connsiteX324" fmla="*/ 331217 w 377751"/>
                  <a:gd name="connsiteY324" fmla="*/ 1863 h 166030"/>
                  <a:gd name="connsiteX325" fmla="*/ 312650 w 377751"/>
                  <a:gd name="connsiteY325" fmla="*/ 1863 h 166030"/>
                  <a:gd name="connsiteX326" fmla="*/ 307076 w 377751"/>
                  <a:gd name="connsiteY326" fmla="*/ 1863 h 166030"/>
                  <a:gd name="connsiteX327" fmla="*/ 306145 w 377751"/>
                  <a:gd name="connsiteY327" fmla="*/ 931 h 166030"/>
                  <a:gd name="connsiteX328" fmla="*/ 307076 w 377751"/>
                  <a:gd name="connsiteY328" fmla="*/ 0 h 166030"/>
                  <a:gd name="connsiteX329" fmla="*/ 312650 w 377751"/>
                  <a:gd name="connsiteY329" fmla="*/ 0 h 166030"/>
                  <a:gd name="connsiteX330" fmla="*/ 313581 w 377751"/>
                  <a:gd name="connsiteY330" fmla="*/ 931 h 166030"/>
                  <a:gd name="connsiteX331" fmla="*/ 312650 w 377751"/>
                  <a:gd name="connsiteY331" fmla="*/ 1863 h 166030"/>
                  <a:gd name="connsiteX332" fmla="*/ 294082 w 377751"/>
                  <a:gd name="connsiteY332" fmla="*/ 1863 h 166030"/>
                  <a:gd name="connsiteX333" fmla="*/ 288509 w 377751"/>
                  <a:gd name="connsiteY333" fmla="*/ 1863 h 166030"/>
                  <a:gd name="connsiteX334" fmla="*/ 287578 w 377751"/>
                  <a:gd name="connsiteY334" fmla="*/ 931 h 166030"/>
                  <a:gd name="connsiteX335" fmla="*/ 288509 w 377751"/>
                  <a:gd name="connsiteY335" fmla="*/ 0 h 166030"/>
                  <a:gd name="connsiteX336" fmla="*/ 294082 w 377751"/>
                  <a:gd name="connsiteY336" fmla="*/ 0 h 166030"/>
                  <a:gd name="connsiteX337" fmla="*/ 295013 w 377751"/>
                  <a:gd name="connsiteY337" fmla="*/ 931 h 166030"/>
                  <a:gd name="connsiteX338" fmla="*/ 294082 w 377751"/>
                  <a:gd name="connsiteY338" fmla="*/ 1863 h 166030"/>
                  <a:gd name="connsiteX339" fmla="*/ 275515 w 377751"/>
                  <a:gd name="connsiteY339" fmla="*/ 1863 h 166030"/>
                  <a:gd name="connsiteX340" fmla="*/ 269941 w 377751"/>
                  <a:gd name="connsiteY340" fmla="*/ 1863 h 166030"/>
                  <a:gd name="connsiteX341" fmla="*/ 269010 w 377751"/>
                  <a:gd name="connsiteY341" fmla="*/ 931 h 166030"/>
                  <a:gd name="connsiteX342" fmla="*/ 269941 w 377751"/>
                  <a:gd name="connsiteY342" fmla="*/ 0 h 166030"/>
                  <a:gd name="connsiteX343" fmla="*/ 275515 w 377751"/>
                  <a:gd name="connsiteY343" fmla="*/ 0 h 166030"/>
                  <a:gd name="connsiteX344" fmla="*/ 276446 w 377751"/>
                  <a:gd name="connsiteY344" fmla="*/ 931 h 166030"/>
                  <a:gd name="connsiteX345" fmla="*/ 275515 w 377751"/>
                  <a:gd name="connsiteY345" fmla="*/ 1863 h 166030"/>
                  <a:gd name="connsiteX346" fmla="*/ 256947 w 377751"/>
                  <a:gd name="connsiteY346" fmla="*/ 1863 h 166030"/>
                  <a:gd name="connsiteX347" fmla="*/ 251374 w 377751"/>
                  <a:gd name="connsiteY347" fmla="*/ 1863 h 166030"/>
                  <a:gd name="connsiteX348" fmla="*/ 250443 w 377751"/>
                  <a:gd name="connsiteY348" fmla="*/ 931 h 166030"/>
                  <a:gd name="connsiteX349" fmla="*/ 251374 w 377751"/>
                  <a:gd name="connsiteY349" fmla="*/ 0 h 166030"/>
                  <a:gd name="connsiteX350" fmla="*/ 256947 w 377751"/>
                  <a:gd name="connsiteY350" fmla="*/ 0 h 166030"/>
                  <a:gd name="connsiteX351" fmla="*/ 257878 w 377751"/>
                  <a:gd name="connsiteY351" fmla="*/ 931 h 166030"/>
                  <a:gd name="connsiteX352" fmla="*/ 256947 w 377751"/>
                  <a:gd name="connsiteY352" fmla="*/ 1863 h 166030"/>
                  <a:gd name="connsiteX353" fmla="*/ 238380 w 377751"/>
                  <a:gd name="connsiteY353" fmla="*/ 1863 h 166030"/>
                  <a:gd name="connsiteX354" fmla="*/ 232807 w 377751"/>
                  <a:gd name="connsiteY354" fmla="*/ 1863 h 166030"/>
                  <a:gd name="connsiteX355" fmla="*/ 231875 w 377751"/>
                  <a:gd name="connsiteY355" fmla="*/ 931 h 166030"/>
                  <a:gd name="connsiteX356" fmla="*/ 232807 w 377751"/>
                  <a:gd name="connsiteY356" fmla="*/ 0 h 166030"/>
                  <a:gd name="connsiteX357" fmla="*/ 238380 w 377751"/>
                  <a:gd name="connsiteY357" fmla="*/ 0 h 166030"/>
                  <a:gd name="connsiteX358" fmla="*/ 239311 w 377751"/>
                  <a:gd name="connsiteY358" fmla="*/ 931 h 166030"/>
                  <a:gd name="connsiteX359" fmla="*/ 238380 w 377751"/>
                  <a:gd name="connsiteY359" fmla="*/ 1863 h 166030"/>
                  <a:gd name="connsiteX360" fmla="*/ 219812 w 377751"/>
                  <a:gd name="connsiteY360" fmla="*/ 1863 h 166030"/>
                  <a:gd name="connsiteX361" fmla="*/ 214239 w 377751"/>
                  <a:gd name="connsiteY361" fmla="*/ 1863 h 166030"/>
                  <a:gd name="connsiteX362" fmla="*/ 213308 w 377751"/>
                  <a:gd name="connsiteY362" fmla="*/ 931 h 166030"/>
                  <a:gd name="connsiteX363" fmla="*/ 214239 w 377751"/>
                  <a:gd name="connsiteY363" fmla="*/ 0 h 166030"/>
                  <a:gd name="connsiteX364" fmla="*/ 219812 w 377751"/>
                  <a:gd name="connsiteY364" fmla="*/ 0 h 166030"/>
                  <a:gd name="connsiteX365" fmla="*/ 220743 w 377751"/>
                  <a:gd name="connsiteY365" fmla="*/ 931 h 166030"/>
                  <a:gd name="connsiteX366" fmla="*/ 219812 w 377751"/>
                  <a:gd name="connsiteY366" fmla="*/ 1863 h 166030"/>
                  <a:gd name="connsiteX367" fmla="*/ 201245 w 377751"/>
                  <a:gd name="connsiteY367" fmla="*/ 1863 h 166030"/>
                  <a:gd name="connsiteX368" fmla="*/ 195672 w 377751"/>
                  <a:gd name="connsiteY368" fmla="*/ 1863 h 166030"/>
                  <a:gd name="connsiteX369" fmla="*/ 194740 w 377751"/>
                  <a:gd name="connsiteY369" fmla="*/ 931 h 166030"/>
                  <a:gd name="connsiteX370" fmla="*/ 195672 w 377751"/>
                  <a:gd name="connsiteY370" fmla="*/ 0 h 166030"/>
                  <a:gd name="connsiteX371" fmla="*/ 201245 w 377751"/>
                  <a:gd name="connsiteY371" fmla="*/ 0 h 166030"/>
                  <a:gd name="connsiteX372" fmla="*/ 202176 w 377751"/>
                  <a:gd name="connsiteY372" fmla="*/ 931 h 166030"/>
                  <a:gd name="connsiteX373" fmla="*/ 201245 w 377751"/>
                  <a:gd name="connsiteY373" fmla="*/ 1863 h 166030"/>
                  <a:gd name="connsiteX374" fmla="*/ 182677 w 377751"/>
                  <a:gd name="connsiteY374" fmla="*/ 1863 h 166030"/>
                  <a:gd name="connsiteX375" fmla="*/ 177104 w 377751"/>
                  <a:gd name="connsiteY375" fmla="*/ 1863 h 166030"/>
                  <a:gd name="connsiteX376" fmla="*/ 176173 w 377751"/>
                  <a:gd name="connsiteY376" fmla="*/ 931 h 166030"/>
                  <a:gd name="connsiteX377" fmla="*/ 177104 w 377751"/>
                  <a:gd name="connsiteY377" fmla="*/ 0 h 166030"/>
                  <a:gd name="connsiteX378" fmla="*/ 182677 w 377751"/>
                  <a:gd name="connsiteY378" fmla="*/ 0 h 166030"/>
                  <a:gd name="connsiteX379" fmla="*/ 183609 w 377751"/>
                  <a:gd name="connsiteY379" fmla="*/ 931 h 166030"/>
                  <a:gd name="connsiteX380" fmla="*/ 182677 w 377751"/>
                  <a:gd name="connsiteY380" fmla="*/ 1863 h 166030"/>
                  <a:gd name="connsiteX381" fmla="*/ 164110 w 377751"/>
                  <a:gd name="connsiteY381" fmla="*/ 1863 h 166030"/>
                  <a:gd name="connsiteX382" fmla="*/ 158537 w 377751"/>
                  <a:gd name="connsiteY382" fmla="*/ 1863 h 166030"/>
                  <a:gd name="connsiteX383" fmla="*/ 157605 w 377751"/>
                  <a:gd name="connsiteY383" fmla="*/ 931 h 166030"/>
                  <a:gd name="connsiteX384" fmla="*/ 158537 w 377751"/>
                  <a:gd name="connsiteY384" fmla="*/ 0 h 166030"/>
                  <a:gd name="connsiteX385" fmla="*/ 164110 w 377751"/>
                  <a:gd name="connsiteY385" fmla="*/ 0 h 166030"/>
                  <a:gd name="connsiteX386" fmla="*/ 165041 w 377751"/>
                  <a:gd name="connsiteY386" fmla="*/ 931 h 166030"/>
                  <a:gd name="connsiteX387" fmla="*/ 164110 w 377751"/>
                  <a:gd name="connsiteY387" fmla="*/ 1863 h 166030"/>
                  <a:gd name="connsiteX388" fmla="*/ 145542 w 377751"/>
                  <a:gd name="connsiteY388" fmla="*/ 1863 h 166030"/>
                  <a:gd name="connsiteX389" fmla="*/ 139969 w 377751"/>
                  <a:gd name="connsiteY389" fmla="*/ 1863 h 166030"/>
                  <a:gd name="connsiteX390" fmla="*/ 139038 w 377751"/>
                  <a:gd name="connsiteY390" fmla="*/ 931 h 166030"/>
                  <a:gd name="connsiteX391" fmla="*/ 139969 w 377751"/>
                  <a:gd name="connsiteY391" fmla="*/ 0 h 166030"/>
                  <a:gd name="connsiteX392" fmla="*/ 145542 w 377751"/>
                  <a:gd name="connsiteY392" fmla="*/ 0 h 166030"/>
                  <a:gd name="connsiteX393" fmla="*/ 146474 w 377751"/>
                  <a:gd name="connsiteY393" fmla="*/ 931 h 166030"/>
                  <a:gd name="connsiteX394" fmla="*/ 145542 w 377751"/>
                  <a:gd name="connsiteY394" fmla="*/ 1863 h 166030"/>
                  <a:gd name="connsiteX395" fmla="*/ 126975 w 377751"/>
                  <a:gd name="connsiteY395" fmla="*/ 1863 h 166030"/>
                  <a:gd name="connsiteX396" fmla="*/ 121402 w 377751"/>
                  <a:gd name="connsiteY396" fmla="*/ 1863 h 166030"/>
                  <a:gd name="connsiteX397" fmla="*/ 120471 w 377751"/>
                  <a:gd name="connsiteY397" fmla="*/ 931 h 166030"/>
                  <a:gd name="connsiteX398" fmla="*/ 121402 w 377751"/>
                  <a:gd name="connsiteY398" fmla="*/ 0 h 166030"/>
                  <a:gd name="connsiteX399" fmla="*/ 126975 w 377751"/>
                  <a:gd name="connsiteY399" fmla="*/ 0 h 166030"/>
                  <a:gd name="connsiteX400" fmla="*/ 127906 w 377751"/>
                  <a:gd name="connsiteY400" fmla="*/ 931 h 166030"/>
                  <a:gd name="connsiteX401" fmla="*/ 126975 w 377751"/>
                  <a:gd name="connsiteY401" fmla="*/ 1863 h 166030"/>
                  <a:gd name="connsiteX402" fmla="*/ 108408 w 377751"/>
                  <a:gd name="connsiteY402" fmla="*/ 1863 h 166030"/>
                  <a:gd name="connsiteX403" fmla="*/ 102834 w 377751"/>
                  <a:gd name="connsiteY403" fmla="*/ 1863 h 166030"/>
                  <a:gd name="connsiteX404" fmla="*/ 101903 w 377751"/>
                  <a:gd name="connsiteY404" fmla="*/ 931 h 166030"/>
                  <a:gd name="connsiteX405" fmla="*/ 102834 w 377751"/>
                  <a:gd name="connsiteY405" fmla="*/ 0 h 166030"/>
                  <a:gd name="connsiteX406" fmla="*/ 108408 w 377751"/>
                  <a:gd name="connsiteY406" fmla="*/ 0 h 166030"/>
                  <a:gd name="connsiteX407" fmla="*/ 109339 w 377751"/>
                  <a:gd name="connsiteY407" fmla="*/ 931 h 166030"/>
                  <a:gd name="connsiteX408" fmla="*/ 108408 w 377751"/>
                  <a:gd name="connsiteY408" fmla="*/ 1863 h 166030"/>
                  <a:gd name="connsiteX409" fmla="*/ 89840 w 377751"/>
                  <a:gd name="connsiteY409" fmla="*/ 1863 h 166030"/>
                  <a:gd name="connsiteX410" fmla="*/ 84267 w 377751"/>
                  <a:gd name="connsiteY410" fmla="*/ 1863 h 166030"/>
                  <a:gd name="connsiteX411" fmla="*/ 83336 w 377751"/>
                  <a:gd name="connsiteY411" fmla="*/ 931 h 166030"/>
                  <a:gd name="connsiteX412" fmla="*/ 84267 w 377751"/>
                  <a:gd name="connsiteY412" fmla="*/ 0 h 166030"/>
                  <a:gd name="connsiteX413" fmla="*/ 89840 w 377751"/>
                  <a:gd name="connsiteY413" fmla="*/ 0 h 166030"/>
                  <a:gd name="connsiteX414" fmla="*/ 90771 w 377751"/>
                  <a:gd name="connsiteY414" fmla="*/ 931 h 166030"/>
                  <a:gd name="connsiteX415" fmla="*/ 89840 w 377751"/>
                  <a:gd name="connsiteY415" fmla="*/ 1863 h 166030"/>
                  <a:gd name="connsiteX416" fmla="*/ 71273 w 377751"/>
                  <a:gd name="connsiteY416" fmla="*/ 1863 h 166030"/>
                  <a:gd name="connsiteX417" fmla="*/ 65699 w 377751"/>
                  <a:gd name="connsiteY417" fmla="*/ 1863 h 166030"/>
                  <a:gd name="connsiteX418" fmla="*/ 64768 w 377751"/>
                  <a:gd name="connsiteY418" fmla="*/ 931 h 166030"/>
                  <a:gd name="connsiteX419" fmla="*/ 65699 w 377751"/>
                  <a:gd name="connsiteY419" fmla="*/ 0 h 166030"/>
                  <a:gd name="connsiteX420" fmla="*/ 71273 w 377751"/>
                  <a:gd name="connsiteY420" fmla="*/ 0 h 166030"/>
                  <a:gd name="connsiteX421" fmla="*/ 72204 w 377751"/>
                  <a:gd name="connsiteY421" fmla="*/ 931 h 166030"/>
                  <a:gd name="connsiteX422" fmla="*/ 71273 w 377751"/>
                  <a:gd name="connsiteY422" fmla="*/ 1863 h 166030"/>
                  <a:gd name="connsiteX423" fmla="*/ 52705 w 377751"/>
                  <a:gd name="connsiteY423" fmla="*/ 1863 h 166030"/>
                  <a:gd name="connsiteX424" fmla="*/ 47132 w 377751"/>
                  <a:gd name="connsiteY424" fmla="*/ 1863 h 166030"/>
                  <a:gd name="connsiteX425" fmla="*/ 46201 w 377751"/>
                  <a:gd name="connsiteY425" fmla="*/ 931 h 166030"/>
                  <a:gd name="connsiteX426" fmla="*/ 47132 w 377751"/>
                  <a:gd name="connsiteY426" fmla="*/ 0 h 166030"/>
                  <a:gd name="connsiteX427" fmla="*/ 52705 w 377751"/>
                  <a:gd name="connsiteY427" fmla="*/ 0 h 166030"/>
                  <a:gd name="connsiteX428" fmla="*/ 53636 w 377751"/>
                  <a:gd name="connsiteY428" fmla="*/ 931 h 166030"/>
                  <a:gd name="connsiteX429" fmla="*/ 52705 w 377751"/>
                  <a:gd name="connsiteY429" fmla="*/ 1863 h 166030"/>
                  <a:gd name="connsiteX430" fmla="*/ 34138 w 377751"/>
                  <a:gd name="connsiteY430" fmla="*/ 1863 h 166030"/>
                  <a:gd name="connsiteX431" fmla="*/ 28565 w 377751"/>
                  <a:gd name="connsiteY431" fmla="*/ 1863 h 166030"/>
                  <a:gd name="connsiteX432" fmla="*/ 27633 w 377751"/>
                  <a:gd name="connsiteY432" fmla="*/ 931 h 166030"/>
                  <a:gd name="connsiteX433" fmla="*/ 28565 w 377751"/>
                  <a:gd name="connsiteY433" fmla="*/ 0 h 166030"/>
                  <a:gd name="connsiteX434" fmla="*/ 34138 w 377751"/>
                  <a:gd name="connsiteY434" fmla="*/ 0 h 166030"/>
                  <a:gd name="connsiteX435" fmla="*/ 35069 w 377751"/>
                  <a:gd name="connsiteY435" fmla="*/ 931 h 166030"/>
                  <a:gd name="connsiteX436" fmla="*/ 34138 w 377751"/>
                  <a:gd name="connsiteY436" fmla="*/ 1863 h 166030"/>
                  <a:gd name="connsiteX437" fmla="*/ 15570 w 377751"/>
                  <a:gd name="connsiteY437" fmla="*/ 1863 h 166030"/>
                  <a:gd name="connsiteX438" fmla="*/ 9997 w 377751"/>
                  <a:gd name="connsiteY438" fmla="*/ 1863 h 166030"/>
                  <a:gd name="connsiteX439" fmla="*/ 9066 w 377751"/>
                  <a:gd name="connsiteY439" fmla="*/ 931 h 166030"/>
                  <a:gd name="connsiteX440" fmla="*/ 9997 w 377751"/>
                  <a:gd name="connsiteY440" fmla="*/ 0 h 166030"/>
                  <a:gd name="connsiteX441" fmla="*/ 15570 w 377751"/>
                  <a:gd name="connsiteY441" fmla="*/ 0 h 166030"/>
                  <a:gd name="connsiteX442" fmla="*/ 16502 w 377751"/>
                  <a:gd name="connsiteY442" fmla="*/ 931 h 166030"/>
                  <a:gd name="connsiteX443" fmla="*/ 15570 w 377751"/>
                  <a:gd name="connsiteY443" fmla="*/ 1863 h 166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</a:cxnLst>
                <a:rect l="l" t="t" r="r" b="b"/>
                <a:pathLst>
                  <a:path w="377751" h="166030">
                    <a:moveTo>
                      <a:pt x="342334" y="166016"/>
                    </a:moveTo>
                    <a:cubicBezTo>
                      <a:pt x="341839" y="166016"/>
                      <a:pt x="341432" y="165623"/>
                      <a:pt x="341403" y="165128"/>
                    </a:cubicBezTo>
                    <a:cubicBezTo>
                      <a:pt x="341388" y="164619"/>
                      <a:pt x="341781" y="164182"/>
                      <a:pt x="342290" y="164168"/>
                    </a:cubicBezTo>
                    <a:cubicBezTo>
                      <a:pt x="344095" y="164095"/>
                      <a:pt x="345885" y="163862"/>
                      <a:pt x="347631" y="163455"/>
                    </a:cubicBezTo>
                    <a:cubicBezTo>
                      <a:pt x="348126" y="163338"/>
                      <a:pt x="348635" y="163644"/>
                      <a:pt x="348751" y="164153"/>
                    </a:cubicBezTo>
                    <a:cubicBezTo>
                      <a:pt x="348868" y="164648"/>
                      <a:pt x="348562" y="165157"/>
                      <a:pt x="348053" y="165274"/>
                    </a:cubicBezTo>
                    <a:cubicBezTo>
                      <a:pt x="346190" y="165710"/>
                      <a:pt x="344284" y="165958"/>
                      <a:pt x="342363" y="166030"/>
                    </a:cubicBezTo>
                    <a:lnTo>
                      <a:pt x="342334" y="166030"/>
                    </a:lnTo>
                    <a:close/>
                    <a:moveTo>
                      <a:pt x="329340" y="165972"/>
                    </a:moveTo>
                    <a:lnTo>
                      <a:pt x="329340" y="165972"/>
                    </a:lnTo>
                    <a:lnTo>
                      <a:pt x="323767" y="165943"/>
                    </a:lnTo>
                    <a:cubicBezTo>
                      <a:pt x="323257" y="165943"/>
                      <a:pt x="322835" y="165521"/>
                      <a:pt x="322850" y="165012"/>
                    </a:cubicBezTo>
                    <a:cubicBezTo>
                      <a:pt x="322850" y="164502"/>
                      <a:pt x="323272" y="164095"/>
                      <a:pt x="323781" y="164095"/>
                    </a:cubicBezTo>
                    <a:lnTo>
                      <a:pt x="323781" y="164095"/>
                    </a:lnTo>
                    <a:lnTo>
                      <a:pt x="329354" y="164124"/>
                    </a:lnTo>
                    <a:cubicBezTo>
                      <a:pt x="329864" y="164124"/>
                      <a:pt x="330286" y="164546"/>
                      <a:pt x="330271" y="165055"/>
                    </a:cubicBezTo>
                    <a:cubicBezTo>
                      <a:pt x="330271" y="165565"/>
                      <a:pt x="329849" y="165972"/>
                      <a:pt x="329340" y="165972"/>
                    </a:cubicBezTo>
                    <a:close/>
                    <a:moveTo>
                      <a:pt x="310772" y="165870"/>
                    </a:moveTo>
                    <a:lnTo>
                      <a:pt x="310772" y="165870"/>
                    </a:lnTo>
                    <a:lnTo>
                      <a:pt x="305199" y="165841"/>
                    </a:lnTo>
                    <a:cubicBezTo>
                      <a:pt x="304690" y="165841"/>
                      <a:pt x="304268" y="165419"/>
                      <a:pt x="304283" y="164910"/>
                    </a:cubicBezTo>
                    <a:cubicBezTo>
                      <a:pt x="304283" y="164401"/>
                      <a:pt x="304704" y="163993"/>
                      <a:pt x="305214" y="163993"/>
                    </a:cubicBezTo>
                    <a:lnTo>
                      <a:pt x="305214" y="163993"/>
                    </a:lnTo>
                    <a:lnTo>
                      <a:pt x="310787" y="164022"/>
                    </a:lnTo>
                    <a:cubicBezTo>
                      <a:pt x="311296" y="164022"/>
                      <a:pt x="311718" y="164444"/>
                      <a:pt x="311704" y="164954"/>
                    </a:cubicBezTo>
                    <a:cubicBezTo>
                      <a:pt x="311704" y="165463"/>
                      <a:pt x="311282" y="165870"/>
                      <a:pt x="310772" y="165870"/>
                    </a:cubicBezTo>
                    <a:close/>
                    <a:moveTo>
                      <a:pt x="292205" y="165754"/>
                    </a:moveTo>
                    <a:lnTo>
                      <a:pt x="292205" y="165754"/>
                    </a:lnTo>
                    <a:lnTo>
                      <a:pt x="286632" y="165725"/>
                    </a:lnTo>
                    <a:cubicBezTo>
                      <a:pt x="286123" y="165725"/>
                      <a:pt x="285700" y="165303"/>
                      <a:pt x="285715" y="164793"/>
                    </a:cubicBezTo>
                    <a:cubicBezTo>
                      <a:pt x="285715" y="164284"/>
                      <a:pt x="286137" y="163877"/>
                      <a:pt x="286646" y="163877"/>
                    </a:cubicBezTo>
                    <a:lnTo>
                      <a:pt x="286646" y="163877"/>
                    </a:lnTo>
                    <a:lnTo>
                      <a:pt x="292220" y="163906"/>
                    </a:lnTo>
                    <a:cubicBezTo>
                      <a:pt x="292729" y="163906"/>
                      <a:pt x="293151" y="164328"/>
                      <a:pt x="293136" y="164837"/>
                    </a:cubicBezTo>
                    <a:cubicBezTo>
                      <a:pt x="293136" y="165346"/>
                      <a:pt x="292714" y="165754"/>
                      <a:pt x="292205" y="165754"/>
                    </a:cubicBezTo>
                    <a:close/>
                    <a:moveTo>
                      <a:pt x="273637" y="165652"/>
                    </a:moveTo>
                    <a:lnTo>
                      <a:pt x="273637" y="165652"/>
                    </a:lnTo>
                    <a:lnTo>
                      <a:pt x="268064" y="165623"/>
                    </a:lnTo>
                    <a:cubicBezTo>
                      <a:pt x="267555" y="165623"/>
                      <a:pt x="267133" y="165201"/>
                      <a:pt x="267148" y="164692"/>
                    </a:cubicBezTo>
                    <a:cubicBezTo>
                      <a:pt x="267148" y="164182"/>
                      <a:pt x="267642" y="163760"/>
                      <a:pt x="268079" y="163775"/>
                    </a:cubicBezTo>
                    <a:lnTo>
                      <a:pt x="273652" y="163804"/>
                    </a:lnTo>
                    <a:cubicBezTo>
                      <a:pt x="274161" y="163804"/>
                      <a:pt x="274583" y="164226"/>
                      <a:pt x="274569" y="164735"/>
                    </a:cubicBezTo>
                    <a:cubicBezTo>
                      <a:pt x="274569" y="165245"/>
                      <a:pt x="274147" y="165652"/>
                      <a:pt x="273637" y="165652"/>
                    </a:cubicBezTo>
                    <a:close/>
                    <a:moveTo>
                      <a:pt x="255070" y="165550"/>
                    </a:moveTo>
                    <a:lnTo>
                      <a:pt x="255070" y="165550"/>
                    </a:lnTo>
                    <a:lnTo>
                      <a:pt x="249497" y="165521"/>
                    </a:lnTo>
                    <a:cubicBezTo>
                      <a:pt x="248988" y="165521"/>
                      <a:pt x="248566" y="165099"/>
                      <a:pt x="248580" y="164590"/>
                    </a:cubicBezTo>
                    <a:cubicBezTo>
                      <a:pt x="248580" y="164080"/>
                      <a:pt x="249002" y="163673"/>
                      <a:pt x="249511" y="163673"/>
                    </a:cubicBezTo>
                    <a:lnTo>
                      <a:pt x="249511" y="163673"/>
                    </a:lnTo>
                    <a:lnTo>
                      <a:pt x="255085" y="163702"/>
                    </a:lnTo>
                    <a:cubicBezTo>
                      <a:pt x="255594" y="163702"/>
                      <a:pt x="256016" y="164124"/>
                      <a:pt x="256001" y="164633"/>
                    </a:cubicBezTo>
                    <a:cubicBezTo>
                      <a:pt x="256001" y="165143"/>
                      <a:pt x="255579" y="165550"/>
                      <a:pt x="255070" y="165550"/>
                    </a:cubicBezTo>
                    <a:close/>
                    <a:moveTo>
                      <a:pt x="236503" y="165434"/>
                    </a:moveTo>
                    <a:lnTo>
                      <a:pt x="236503" y="165434"/>
                    </a:lnTo>
                    <a:lnTo>
                      <a:pt x="230929" y="165405"/>
                    </a:lnTo>
                    <a:cubicBezTo>
                      <a:pt x="230420" y="165405"/>
                      <a:pt x="229998" y="164983"/>
                      <a:pt x="230013" y="164473"/>
                    </a:cubicBezTo>
                    <a:cubicBezTo>
                      <a:pt x="230013" y="163964"/>
                      <a:pt x="230435" y="163557"/>
                      <a:pt x="230944" y="163557"/>
                    </a:cubicBezTo>
                    <a:lnTo>
                      <a:pt x="230944" y="163557"/>
                    </a:lnTo>
                    <a:lnTo>
                      <a:pt x="236517" y="163586"/>
                    </a:lnTo>
                    <a:cubicBezTo>
                      <a:pt x="237026" y="163586"/>
                      <a:pt x="237448" y="164008"/>
                      <a:pt x="237434" y="164517"/>
                    </a:cubicBezTo>
                    <a:cubicBezTo>
                      <a:pt x="237434" y="165026"/>
                      <a:pt x="237012" y="165434"/>
                      <a:pt x="236503" y="165434"/>
                    </a:cubicBezTo>
                    <a:close/>
                    <a:moveTo>
                      <a:pt x="217935" y="165332"/>
                    </a:moveTo>
                    <a:lnTo>
                      <a:pt x="217935" y="165332"/>
                    </a:lnTo>
                    <a:lnTo>
                      <a:pt x="212362" y="165303"/>
                    </a:lnTo>
                    <a:cubicBezTo>
                      <a:pt x="211853" y="165303"/>
                      <a:pt x="211431" y="164881"/>
                      <a:pt x="211445" y="164372"/>
                    </a:cubicBezTo>
                    <a:cubicBezTo>
                      <a:pt x="211445" y="163862"/>
                      <a:pt x="211867" y="163455"/>
                      <a:pt x="212376" y="163455"/>
                    </a:cubicBezTo>
                    <a:lnTo>
                      <a:pt x="212376" y="163455"/>
                    </a:lnTo>
                    <a:lnTo>
                      <a:pt x="217950" y="163484"/>
                    </a:lnTo>
                    <a:cubicBezTo>
                      <a:pt x="218459" y="163484"/>
                      <a:pt x="218881" y="163906"/>
                      <a:pt x="218866" y="164415"/>
                    </a:cubicBezTo>
                    <a:cubicBezTo>
                      <a:pt x="218866" y="164924"/>
                      <a:pt x="218444" y="165332"/>
                      <a:pt x="217935" y="165332"/>
                    </a:cubicBezTo>
                    <a:close/>
                    <a:moveTo>
                      <a:pt x="199368" y="165230"/>
                    </a:moveTo>
                    <a:lnTo>
                      <a:pt x="199368" y="165230"/>
                    </a:lnTo>
                    <a:lnTo>
                      <a:pt x="193795" y="165201"/>
                    </a:lnTo>
                    <a:cubicBezTo>
                      <a:pt x="193285" y="165201"/>
                      <a:pt x="192863" y="164779"/>
                      <a:pt x="192878" y="164270"/>
                    </a:cubicBezTo>
                    <a:cubicBezTo>
                      <a:pt x="192878" y="163760"/>
                      <a:pt x="193300" y="163353"/>
                      <a:pt x="193809" y="163353"/>
                    </a:cubicBezTo>
                    <a:lnTo>
                      <a:pt x="193809" y="163353"/>
                    </a:lnTo>
                    <a:lnTo>
                      <a:pt x="199382" y="163382"/>
                    </a:lnTo>
                    <a:cubicBezTo>
                      <a:pt x="199892" y="163382"/>
                      <a:pt x="200314" y="163804"/>
                      <a:pt x="200299" y="164313"/>
                    </a:cubicBezTo>
                    <a:cubicBezTo>
                      <a:pt x="200299" y="164823"/>
                      <a:pt x="199877" y="165230"/>
                      <a:pt x="199368" y="165230"/>
                    </a:cubicBezTo>
                    <a:close/>
                    <a:moveTo>
                      <a:pt x="180800" y="165114"/>
                    </a:moveTo>
                    <a:lnTo>
                      <a:pt x="180800" y="165114"/>
                    </a:lnTo>
                    <a:lnTo>
                      <a:pt x="175227" y="165085"/>
                    </a:lnTo>
                    <a:cubicBezTo>
                      <a:pt x="174718" y="165085"/>
                      <a:pt x="174296" y="164663"/>
                      <a:pt x="174310" y="164153"/>
                    </a:cubicBezTo>
                    <a:cubicBezTo>
                      <a:pt x="174310" y="163644"/>
                      <a:pt x="174732" y="163236"/>
                      <a:pt x="175242" y="163236"/>
                    </a:cubicBezTo>
                    <a:lnTo>
                      <a:pt x="175242" y="163236"/>
                    </a:lnTo>
                    <a:lnTo>
                      <a:pt x="180815" y="163266"/>
                    </a:lnTo>
                    <a:cubicBezTo>
                      <a:pt x="181324" y="163266"/>
                      <a:pt x="181746" y="163688"/>
                      <a:pt x="181731" y="164197"/>
                    </a:cubicBezTo>
                    <a:cubicBezTo>
                      <a:pt x="181731" y="164706"/>
                      <a:pt x="181310" y="165114"/>
                      <a:pt x="180800" y="165114"/>
                    </a:cubicBezTo>
                    <a:close/>
                    <a:moveTo>
                      <a:pt x="162233" y="165012"/>
                    </a:moveTo>
                    <a:lnTo>
                      <a:pt x="162233" y="165012"/>
                    </a:lnTo>
                    <a:lnTo>
                      <a:pt x="156660" y="164983"/>
                    </a:lnTo>
                    <a:cubicBezTo>
                      <a:pt x="156150" y="164983"/>
                      <a:pt x="155728" y="164561"/>
                      <a:pt x="155743" y="164051"/>
                    </a:cubicBezTo>
                    <a:cubicBezTo>
                      <a:pt x="155743" y="163542"/>
                      <a:pt x="156165" y="163135"/>
                      <a:pt x="156674" y="163135"/>
                    </a:cubicBezTo>
                    <a:lnTo>
                      <a:pt x="156674" y="163135"/>
                    </a:lnTo>
                    <a:lnTo>
                      <a:pt x="162247" y="163164"/>
                    </a:lnTo>
                    <a:cubicBezTo>
                      <a:pt x="162757" y="163164"/>
                      <a:pt x="163179" y="163586"/>
                      <a:pt x="163164" y="164095"/>
                    </a:cubicBezTo>
                    <a:cubicBezTo>
                      <a:pt x="163164" y="164604"/>
                      <a:pt x="162742" y="165012"/>
                      <a:pt x="162233" y="165012"/>
                    </a:cubicBezTo>
                    <a:close/>
                    <a:moveTo>
                      <a:pt x="143665" y="164910"/>
                    </a:moveTo>
                    <a:lnTo>
                      <a:pt x="143665" y="164910"/>
                    </a:lnTo>
                    <a:lnTo>
                      <a:pt x="138092" y="164881"/>
                    </a:lnTo>
                    <a:cubicBezTo>
                      <a:pt x="137583" y="164881"/>
                      <a:pt x="137161" y="164459"/>
                      <a:pt x="137175" y="163950"/>
                    </a:cubicBezTo>
                    <a:cubicBezTo>
                      <a:pt x="137175" y="163440"/>
                      <a:pt x="137597" y="163033"/>
                      <a:pt x="138107" y="163033"/>
                    </a:cubicBezTo>
                    <a:lnTo>
                      <a:pt x="138107" y="163033"/>
                    </a:lnTo>
                    <a:lnTo>
                      <a:pt x="143680" y="163062"/>
                    </a:lnTo>
                    <a:cubicBezTo>
                      <a:pt x="144189" y="163062"/>
                      <a:pt x="144611" y="163484"/>
                      <a:pt x="144597" y="163993"/>
                    </a:cubicBezTo>
                    <a:cubicBezTo>
                      <a:pt x="144597" y="164502"/>
                      <a:pt x="144175" y="164910"/>
                      <a:pt x="143665" y="164910"/>
                    </a:cubicBezTo>
                    <a:close/>
                    <a:moveTo>
                      <a:pt x="125098" y="164793"/>
                    </a:moveTo>
                    <a:lnTo>
                      <a:pt x="125098" y="164793"/>
                    </a:lnTo>
                    <a:lnTo>
                      <a:pt x="119525" y="164764"/>
                    </a:lnTo>
                    <a:cubicBezTo>
                      <a:pt x="119015" y="164764"/>
                      <a:pt x="118593" y="164342"/>
                      <a:pt x="118608" y="163833"/>
                    </a:cubicBezTo>
                    <a:cubicBezTo>
                      <a:pt x="118608" y="163324"/>
                      <a:pt x="119030" y="162916"/>
                      <a:pt x="119539" y="162916"/>
                    </a:cubicBezTo>
                    <a:lnTo>
                      <a:pt x="119539" y="162916"/>
                    </a:lnTo>
                    <a:lnTo>
                      <a:pt x="125112" y="162946"/>
                    </a:lnTo>
                    <a:cubicBezTo>
                      <a:pt x="125622" y="162946"/>
                      <a:pt x="126044" y="163367"/>
                      <a:pt x="126029" y="163877"/>
                    </a:cubicBezTo>
                    <a:cubicBezTo>
                      <a:pt x="126029" y="164386"/>
                      <a:pt x="125607" y="164793"/>
                      <a:pt x="125098" y="164793"/>
                    </a:cubicBezTo>
                    <a:close/>
                    <a:moveTo>
                      <a:pt x="106530" y="164692"/>
                    </a:moveTo>
                    <a:lnTo>
                      <a:pt x="106530" y="164692"/>
                    </a:lnTo>
                    <a:lnTo>
                      <a:pt x="100957" y="164663"/>
                    </a:lnTo>
                    <a:cubicBezTo>
                      <a:pt x="100448" y="164663"/>
                      <a:pt x="100026" y="164241"/>
                      <a:pt x="100041" y="163731"/>
                    </a:cubicBezTo>
                    <a:cubicBezTo>
                      <a:pt x="100041" y="163222"/>
                      <a:pt x="100463" y="162815"/>
                      <a:pt x="100972" y="162815"/>
                    </a:cubicBezTo>
                    <a:lnTo>
                      <a:pt x="100972" y="162815"/>
                    </a:lnTo>
                    <a:lnTo>
                      <a:pt x="106545" y="162844"/>
                    </a:lnTo>
                    <a:cubicBezTo>
                      <a:pt x="107054" y="162844"/>
                      <a:pt x="107476" y="163266"/>
                      <a:pt x="107462" y="163775"/>
                    </a:cubicBezTo>
                    <a:cubicBezTo>
                      <a:pt x="107462" y="164284"/>
                      <a:pt x="107040" y="164692"/>
                      <a:pt x="106530" y="164692"/>
                    </a:cubicBezTo>
                    <a:close/>
                    <a:moveTo>
                      <a:pt x="87963" y="164590"/>
                    </a:moveTo>
                    <a:lnTo>
                      <a:pt x="87963" y="164590"/>
                    </a:lnTo>
                    <a:lnTo>
                      <a:pt x="82390" y="164561"/>
                    </a:lnTo>
                    <a:cubicBezTo>
                      <a:pt x="81881" y="164561"/>
                      <a:pt x="81459" y="164139"/>
                      <a:pt x="81473" y="163629"/>
                    </a:cubicBezTo>
                    <a:cubicBezTo>
                      <a:pt x="81473" y="163120"/>
                      <a:pt x="81953" y="162771"/>
                      <a:pt x="82404" y="162713"/>
                    </a:cubicBezTo>
                    <a:lnTo>
                      <a:pt x="87978" y="162742"/>
                    </a:lnTo>
                    <a:cubicBezTo>
                      <a:pt x="88487" y="162742"/>
                      <a:pt x="88909" y="163164"/>
                      <a:pt x="88894" y="163673"/>
                    </a:cubicBezTo>
                    <a:cubicBezTo>
                      <a:pt x="88894" y="164182"/>
                      <a:pt x="88472" y="164590"/>
                      <a:pt x="87963" y="164590"/>
                    </a:cubicBezTo>
                    <a:close/>
                    <a:moveTo>
                      <a:pt x="69396" y="164473"/>
                    </a:moveTo>
                    <a:lnTo>
                      <a:pt x="69396" y="164473"/>
                    </a:lnTo>
                    <a:lnTo>
                      <a:pt x="63822" y="164444"/>
                    </a:lnTo>
                    <a:cubicBezTo>
                      <a:pt x="63313" y="164444"/>
                      <a:pt x="62891" y="164022"/>
                      <a:pt x="62906" y="163513"/>
                    </a:cubicBezTo>
                    <a:cubicBezTo>
                      <a:pt x="62906" y="163004"/>
                      <a:pt x="63328" y="162596"/>
                      <a:pt x="63837" y="162596"/>
                    </a:cubicBezTo>
                    <a:lnTo>
                      <a:pt x="63837" y="162596"/>
                    </a:lnTo>
                    <a:lnTo>
                      <a:pt x="69410" y="162625"/>
                    </a:lnTo>
                    <a:cubicBezTo>
                      <a:pt x="69919" y="162625"/>
                      <a:pt x="70341" y="163047"/>
                      <a:pt x="70327" y="163557"/>
                    </a:cubicBezTo>
                    <a:cubicBezTo>
                      <a:pt x="70327" y="164066"/>
                      <a:pt x="69905" y="164473"/>
                      <a:pt x="69396" y="164473"/>
                    </a:cubicBezTo>
                    <a:close/>
                    <a:moveTo>
                      <a:pt x="50828" y="164372"/>
                    </a:moveTo>
                    <a:lnTo>
                      <a:pt x="50828" y="164372"/>
                    </a:lnTo>
                    <a:lnTo>
                      <a:pt x="45255" y="164342"/>
                    </a:lnTo>
                    <a:cubicBezTo>
                      <a:pt x="44746" y="164342"/>
                      <a:pt x="44324" y="163920"/>
                      <a:pt x="44338" y="163411"/>
                    </a:cubicBezTo>
                    <a:cubicBezTo>
                      <a:pt x="44338" y="162902"/>
                      <a:pt x="44760" y="162494"/>
                      <a:pt x="45269" y="162494"/>
                    </a:cubicBezTo>
                    <a:lnTo>
                      <a:pt x="45269" y="162494"/>
                    </a:lnTo>
                    <a:lnTo>
                      <a:pt x="50843" y="162523"/>
                    </a:lnTo>
                    <a:cubicBezTo>
                      <a:pt x="51352" y="162523"/>
                      <a:pt x="51774" y="162946"/>
                      <a:pt x="51759" y="163455"/>
                    </a:cubicBezTo>
                    <a:cubicBezTo>
                      <a:pt x="51759" y="163964"/>
                      <a:pt x="51337" y="164372"/>
                      <a:pt x="50828" y="164372"/>
                    </a:cubicBezTo>
                    <a:close/>
                    <a:moveTo>
                      <a:pt x="32479" y="162291"/>
                    </a:moveTo>
                    <a:cubicBezTo>
                      <a:pt x="32377" y="162291"/>
                      <a:pt x="32290" y="162291"/>
                      <a:pt x="32188" y="162247"/>
                    </a:cubicBezTo>
                    <a:cubicBezTo>
                      <a:pt x="30398" y="161650"/>
                      <a:pt x="28623" y="160937"/>
                      <a:pt x="26920" y="160093"/>
                    </a:cubicBezTo>
                    <a:cubicBezTo>
                      <a:pt x="26455" y="159861"/>
                      <a:pt x="26266" y="159308"/>
                      <a:pt x="26498" y="158857"/>
                    </a:cubicBezTo>
                    <a:cubicBezTo>
                      <a:pt x="26731" y="158391"/>
                      <a:pt x="27284" y="158216"/>
                      <a:pt x="27735" y="158435"/>
                    </a:cubicBezTo>
                    <a:cubicBezTo>
                      <a:pt x="29365" y="159235"/>
                      <a:pt x="31053" y="159933"/>
                      <a:pt x="32770" y="160501"/>
                    </a:cubicBezTo>
                    <a:cubicBezTo>
                      <a:pt x="33250" y="160661"/>
                      <a:pt x="33527" y="161185"/>
                      <a:pt x="33367" y="161680"/>
                    </a:cubicBezTo>
                    <a:cubicBezTo>
                      <a:pt x="33236" y="162072"/>
                      <a:pt x="32872" y="162320"/>
                      <a:pt x="32479" y="162320"/>
                    </a:cubicBezTo>
                    <a:close/>
                    <a:moveTo>
                      <a:pt x="359432" y="159701"/>
                    </a:moveTo>
                    <a:cubicBezTo>
                      <a:pt x="359155" y="159701"/>
                      <a:pt x="358893" y="159584"/>
                      <a:pt x="358704" y="159351"/>
                    </a:cubicBezTo>
                    <a:cubicBezTo>
                      <a:pt x="358384" y="158944"/>
                      <a:pt x="358442" y="158362"/>
                      <a:pt x="358850" y="158042"/>
                    </a:cubicBezTo>
                    <a:cubicBezTo>
                      <a:pt x="360261" y="156921"/>
                      <a:pt x="361556" y="155655"/>
                      <a:pt x="362706" y="154287"/>
                    </a:cubicBezTo>
                    <a:cubicBezTo>
                      <a:pt x="363041" y="153895"/>
                      <a:pt x="363623" y="153851"/>
                      <a:pt x="364016" y="154186"/>
                    </a:cubicBezTo>
                    <a:cubicBezTo>
                      <a:pt x="364408" y="154520"/>
                      <a:pt x="364452" y="155102"/>
                      <a:pt x="364117" y="155495"/>
                    </a:cubicBezTo>
                    <a:cubicBezTo>
                      <a:pt x="362881" y="156950"/>
                      <a:pt x="361498" y="158289"/>
                      <a:pt x="359999" y="159497"/>
                    </a:cubicBezTo>
                    <a:cubicBezTo>
                      <a:pt x="359825" y="159628"/>
                      <a:pt x="359621" y="159701"/>
                      <a:pt x="359417" y="159701"/>
                    </a:cubicBezTo>
                    <a:close/>
                    <a:moveTo>
                      <a:pt x="16807" y="152687"/>
                    </a:moveTo>
                    <a:cubicBezTo>
                      <a:pt x="16574" y="152687"/>
                      <a:pt x="16342" y="152599"/>
                      <a:pt x="16152" y="152425"/>
                    </a:cubicBezTo>
                    <a:cubicBezTo>
                      <a:pt x="14799" y="151086"/>
                      <a:pt x="13533" y="149646"/>
                      <a:pt x="12384" y="148147"/>
                    </a:cubicBezTo>
                    <a:cubicBezTo>
                      <a:pt x="12078" y="147739"/>
                      <a:pt x="12151" y="147157"/>
                      <a:pt x="12558" y="146852"/>
                    </a:cubicBezTo>
                    <a:cubicBezTo>
                      <a:pt x="12966" y="146546"/>
                      <a:pt x="13548" y="146619"/>
                      <a:pt x="13853" y="147026"/>
                    </a:cubicBezTo>
                    <a:cubicBezTo>
                      <a:pt x="14945" y="148452"/>
                      <a:pt x="16152" y="149835"/>
                      <a:pt x="17447" y="151101"/>
                    </a:cubicBezTo>
                    <a:cubicBezTo>
                      <a:pt x="17811" y="151465"/>
                      <a:pt x="17811" y="152047"/>
                      <a:pt x="17447" y="152410"/>
                    </a:cubicBezTo>
                    <a:cubicBezTo>
                      <a:pt x="17273" y="152599"/>
                      <a:pt x="17025" y="152687"/>
                      <a:pt x="16793" y="152687"/>
                    </a:cubicBezTo>
                    <a:close/>
                    <a:moveTo>
                      <a:pt x="369370" y="144393"/>
                    </a:moveTo>
                    <a:cubicBezTo>
                      <a:pt x="369298" y="144393"/>
                      <a:pt x="369210" y="144393"/>
                      <a:pt x="369138" y="144363"/>
                    </a:cubicBezTo>
                    <a:cubicBezTo>
                      <a:pt x="368643" y="144232"/>
                      <a:pt x="368337" y="143723"/>
                      <a:pt x="368468" y="143228"/>
                    </a:cubicBezTo>
                    <a:cubicBezTo>
                      <a:pt x="368716" y="142268"/>
                      <a:pt x="368919" y="141293"/>
                      <a:pt x="369065" y="140318"/>
                    </a:cubicBezTo>
                    <a:lnTo>
                      <a:pt x="369429" y="137859"/>
                    </a:lnTo>
                    <a:cubicBezTo>
                      <a:pt x="369501" y="137350"/>
                      <a:pt x="369967" y="137001"/>
                      <a:pt x="370476" y="137073"/>
                    </a:cubicBezTo>
                    <a:cubicBezTo>
                      <a:pt x="370986" y="137146"/>
                      <a:pt x="371335" y="137626"/>
                      <a:pt x="371262" y="138121"/>
                    </a:cubicBezTo>
                    <a:lnTo>
                      <a:pt x="370898" y="140595"/>
                    </a:lnTo>
                    <a:cubicBezTo>
                      <a:pt x="370738" y="141642"/>
                      <a:pt x="370535" y="142690"/>
                      <a:pt x="370273" y="143709"/>
                    </a:cubicBezTo>
                    <a:cubicBezTo>
                      <a:pt x="370171" y="144131"/>
                      <a:pt x="369792" y="144407"/>
                      <a:pt x="369370" y="144407"/>
                    </a:cubicBezTo>
                    <a:close/>
                    <a:moveTo>
                      <a:pt x="7029" y="137088"/>
                    </a:moveTo>
                    <a:cubicBezTo>
                      <a:pt x="6636" y="137088"/>
                      <a:pt x="6287" y="136840"/>
                      <a:pt x="6156" y="136462"/>
                    </a:cubicBezTo>
                    <a:cubicBezTo>
                      <a:pt x="5544" y="134672"/>
                      <a:pt x="5050" y="132824"/>
                      <a:pt x="4700" y="130962"/>
                    </a:cubicBezTo>
                    <a:cubicBezTo>
                      <a:pt x="4599" y="130452"/>
                      <a:pt x="4933" y="129972"/>
                      <a:pt x="5443" y="129870"/>
                    </a:cubicBezTo>
                    <a:cubicBezTo>
                      <a:pt x="5937" y="129783"/>
                      <a:pt x="6432" y="130103"/>
                      <a:pt x="6534" y="130612"/>
                    </a:cubicBezTo>
                    <a:cubicBezTo>
                      <a:pt x="6869" y="132388"/>
                      <a:pt x="7334" y="134163"/>
                      <a:pt x="7916" y="135865"/>
                    </a:cubicBezTo>
                    <a:cubicBezTo>
                      <a:pt x="8076" y="136346"/>
                      <a:pt x="7829" y="136884"/>
                      <a:pt x="7334" y="137044"/>
                    </a:cubicBezTo>
                    <a:cubicBezTo>
                      <a:pt x="7232" y="137073"/>
                      <a:pt x="7131" y="137088"/>
                      <a:pt x="7029" y="137088"/>
                    </a:cubicBezTo>
                    <a:close/>
                    <a:moveTo>
                      <a:pt x="372062" y="126029"/>
                    </a:moveTo>
                    <a:cubicBezTo>
                      <a:pt x="372062" y="126029"/>
                      <a:pt x="371990" y="126029"/>
                      <a:pt x="371946" y="126029"/>
                    </a:cubicBezTo>
                    <a:cubicBezTo>
                      <a:pt x="371437" y="125971"/>
                      <a:pt x="371073" y="125505"/>
                      <a:pt x="371146" y="124996"/>
                    </a:cubicBezTo>
                    <a:cubicBezTo>
                      <a:pt x="371364" y="123206"/>
                      <a:pt x="371582" y="121358"/>
                      <a:pt x="371800" y="119466"/>
                    </a:cubicBezTo>
                    <a:cubicBezTo>
                      <a:pt x="371859" y="118957"/>
                      <a:pt x="372324" y="118593"/>
                      <a:pt x="372834" y="118651"/>
                    </a:cubicBezTo>
                    <a:cubicBezTo>
                      <a:pt x="373343" y="118710"/>
                      <a:pt x="373707" y="119175"/>
                      <a:pt x="373649" y="119684"/>
                    </a:cubicBezTo>
                    <a:cubicBezTo>
                      <a:pt x="373430" y="121576"/>
                      <a:pt x="373212" y="123424"/>
                      <a:pt x="372979" y="125228"/>
                    </a:cubicBezTo>
                    <a:cubicBezTo>
                      <a:pt x="372921" y="125694"/>
                      <a:pt x="372528" y="126043"/>
                      <a:pt x="372062" y="126043"/>
                    </a:cubicBezTo>
                    <a:close/>
                    <a:moveTo>
                      <a:pt x="4700" y="118768"/>
                    </a:moveTo>
                    <a:cubicBezTo>
                      <a:pt x="4206" y="118768"/>
                      <a:pt x="3784" y="118375"/>
                      <a:pt x="3769" y="117866"/>
                    </a:cubicBezTo>
                    <a:lnTo>
                      <a:pt x="3595" y="112292"/>
                    </a:lnTo>
                    <a:cubicBezTo>
                      <a:pt x="3580" y="111783"/>
                      <a:pt x="3973" y="111347"/>
                      <a:pt x="4497" y="111332"/>
                    </a:cubicBezTo>
                    <a:cubicBezTo>
                      <a:pt x="4962" y="111303"/>
                      <a:pt x="5443" y="111710"/>
                      <a:pt x="5457" y="112234"/>
                    </a:cubicBezTo>
                    <a:lnTo>
                      <a:pt x="5632" y="117807"/>
                    </a:lnTo>
                    <a:cubicBezTo>
                      <a:pt x="5646" y="118317"/>
                      <a:pt x="5253" y="118753"/>
                      <a:pt x="4730" y="118768"/>
                    </a:cubicBezTo>
                    <a:lnTo>
                      <a:pt x="4700" y="118768"/>
                    </a:lnTo>
                    <a:close/>
                    <a:moveTo>
                      <a:pt x="374085" y="107563"/>
                    </a:moveTo>
                    <a:cubicBezTo>
                      <a:pt x="374085" y="107563"/>
                      <a:pt x="374027" y="107563"/>
                      <a:pt x="373998" y="107563"/>
                    </a:cubicBezTo>
                    <a:cubicBezTo>
                      <a:pt x="373488" y="107520"/>
                      <a:pt x="373110" y="107054"/>
                      <a:pt x="373168" y="106545"/>
                    </a:cubicBezTo>
                    <a:cubicBezTo>
                      <a:pt x="373343" y="104726"/>
                      <a:pt x="373518" y="102878"/>
                      <a:pt x="373678" y="101001"/>
                    </a:cubicBezTo>
                    <a:cubicBezTo>
                      <a:pt x="373721" y="100491"/>
                      <a:pt x="374172" y="100142"/>
                      <a:pt x="374682" y="100157"/>
                    </a:cubicBezTo>
                    <a:cubicBezTo>
                      <a:pt x="375191" y="100200"/>
                      <a:pt x="375569" y="100651"/>
                      <a:pt x="375526" y="101161"/>
                    </a:cubicBezTo>
                    <a:cubicBezTo>
                      <a:pt x="375366" y="103038"/>
                      <a:pt x="375191" y="104886"/>
                      <a:pt x="375016" y="106719"/>
                    </a:cubicBezTo>
                    <a:cubicBezTo>
                      <a:pt x="374973" y="107199"/>
                      <a:pt x="374565" y="107563"/>
                      <a:pt x="374100" y="107563"/>
                    </a:cubicBezTo>
                    <a:close/>
                    <a:moveTo>
                      <a:pt x="4089" y="100200"/>
                    </a:moveTo>
                    <a:cubicBezTo>
                      <a:pt x="3595" y="100200"/>
                      <a:pt x="3173" y="99807"/>
                      <a:pt x="3158" y="99298"/>
                    </a:cubicBezTo>
                    <a:lnTo>
                      <a:pt x="2983" y="93725"/>
                    </a:lnTo>
                    <a:cubicBezTo>
                      <a:pt x="2969" y="93216"/>
                      <a:pt x="3362" y="92779"/>
                      <a:pt x="3886" y="92765"/>
                    </a:cubicBezTo>
                    <a:cubicBezTo>
                      <a:pt x="4395" y="92765"/>
                      <a:pt x="4831" y="93157"/>
                      <a:pt x="4846" y="93667"/>
                    </a:cubicBezTo>
                    <a:lnTo>
                      <a:pt x="5021" y="99240"/>
                    </a:lnTo>
                    <a:cubicBezTo>
                      <a:pt x="5035" y="99749"/>
                      <a:pt x="4642" y="100186"/>
                      <a:pt x="4118" y="100200"/>
                    </a:cubicBezTo>
                    <a:lnTo>
                      <a:pt x="4089" y="100200"/>
                    </a:lnTo>
                    <a:close/>
                    <a:moveTo>
                      <a:pt x="375584" y="89054"/>
                    </a:moveTo>
                    <a:cubicBezTo>
                      <a:pt x="375584" y="89054"/>
                      <a:pt x="375540" y="89054"/>
                      <a:pt x="375526" y="89054"/>
                    </a:cubicBezTo>
                    <a:cubicBezTo>
                      <a:pt x="375016" y="89025"/>
                      <a:pt x="374623" y="88574"/>
                      <a:pt x="374667" y="88064"/>
                    </a:cubicBezTo>
                    <a:cubicBezTo>
                      <a:pt x="374784" y="86231"/>
                      <a:pt x="374900" y="84383"/>
                      <a:pt x="375002" y="82506"/>
                    </a:cubicBezTo>
                    <a:cubicBezTo>
                      <a:pt x="375031" y="81997"/>
                      <a:pt x="375467" y="81589"/>
                      <a:pt x="375977" y="81633"/>
                    </a:cubicBezTo>
                    <a:cubicBezTo>
                      <a:pt x="376486" y="81662"/>
                      <a:pt x="376879" y="82098"/>
                      <a:pt x="376850" y="82608"/>
                    </a:cubicBezTo>
                    <a:cubicBezTo>
                      <a:pt x="376748" y="84485"/>
                      <a:pt x="376632" y="86333"/>
                      <a:pt x="376515" y="88181"/>
                    </a:cubicBezTo>
                    <a:cubicBezTo>
                      <a:pt x="376486" y="88676"/>
                      <a:pt x="376079" y="89054"/>
                      <a:pt x="375584" y="89054"/>
                    </a:cubicBezTo>
                    <a:close/>
                    <a:moveTo>
                      <a:pt x="3493" y="81647"/>
                    </a:moveTo>
                    <a:cubicBezTo>
                      <a:pt x="2998" y="81647"/>
                      <a:pt x="2576" y="81254"/>
                      <a:pt x="2561" y="80745"/>
                    </a:cubicBezTo>
                    <a:lnTo>
                      <a:pt x="2387" y="75172"/>
                    </a:lnTo>
                    <a:cubicBezTo>
                      <a:pt x="2372" y="74663"/>
                      <a:pt x="2765" y="74226"/>
                      <a:pt x="3289" y="74212"/>
                    </a:cubicBezTo>
                    <a:cubicBezTo>
                      <a:pt x="3784" y="74183"/>
                      <a:pt x="4235" y="74605"/>
                      <a:pt x="4249" y="75114"/>
                    </a:cubicBezTo>
                    <a:lnTo>
                      <a:pt x="4424" y="80687"/>
                    </a:lnTo>
                    <a:cubicBezTo>
                      <a:pt x="4439" y="81196"/>
                      <a:pt x="4046" y="81633"/>
                      <a:pt x="3522" y="81647"/>
                    </a:cubicBezTo>
                    <a:lnTo>
                      <a:pt x="3493" y="81647"/>
                    </a:lnTo>
                    <a:close/>
                    <a:moveTo>
                      <a:pt x="376515" y="70516"/>
                    </a:moveTo>
                    <a:lnTo>
                      <a:pt x="376486" y="70516"/>
                    </a:lnTo>
                    <a:cubicBezTo>
                      <a:pt x="375977" y="70501"/>
                      <a:pt x="375569" y="70065"/>
                      <a:pt x="375584" y="69555"/>
                    </a:cubicBezTo>
                    <a:cubicBezTo>
                      <a:pt x="375642" y="67707"/>
                      <a:pt x="375700" y="65859"/>
                      <a:pt x="375744" y="63997"/>
                    </a:cubicBezTo>
                    <a:cubicBezTo>
                      <a:pt x="375744" y="63487"/>
                      <a:pt x="376253" y="63109"/>
                      <a:pt x="376690" y="63094"/>
                    </a:cubicBezTo>
                    <a:cubicBezTo>
                      <a:pt x="377199" y="63094"/>
                      <a:pt x="377607" y="63531"/>
                      <a:pt x="377592" y="64040"/>
                    </a:cubicBezTo>
                    <a:cubicBezTo>
                      <a:pt x="377548" y="65917"/>
                      <a:pt x="377490" y="67765"/>
                      <a:pt x="377432" y="69613"/>
                    </a:cubicBezTo>
                    <a:cubicBezTo>
                      <a:pt x="377417" y="70123"/>
                      <a:pt x="377010" y="70516"/>
                      <a:pt x="376501" y="70516"/>
                    </a:cubicBezTo>
                    <a:close/>
                    <a:moveTo>
                      <a:pt x="2896" y="63094"/>
                    </a:moveTo>
                    <a:cubicBezTo>
                      <a:pt x="2401" y="63094"/>
                      <a:pt x="1979" y="62702"/>
                      <a:pt x="1965" y="62192"/>
                    </a:cubicBezTo>
                    <a:lnTo>
                      <a:pt x="1790" y="56619"/>
                    </a:lnTo>
                    <a:cubicBezTo>
                      <a:pt x="1776" y="56110"/>
                      <a:pt x="2169" y="55673"/>
                      <a:pt x="2692" y="55659"/>
                    </a:cubicBezTo>
                    <a:cubicBezTo>
                      <a:pt x="3187" y="55688"/>
                      <a:pt x="3638" y="56052"/>
                      <a:pt x="3653" y="56561"/>
                    </a:cubicBezTo>
                    <a:lnTo>
                      <a:pt x="3827" y="62134"/>
                    </a:lnTo>
                    <a:cubicBezTo>
                      <a:pt x="3842" y="62643"/>
                      <a:pt x="3449" y="63080"/>
                      <a:pt x="2925" y="63094"/>
                    </a:cubicBezTo>
                    <a:lnTo>
                      <a:pt x="2896" y="63094"/>
                    </a:lnTo>
                    <a:close/>
                    <a:moveTo>
                      <a:pt x="376821" y="51948"/>
                    </a:moveTo>
                    <a:cubicBezTo>
                      <a:pt x="376311" y="51948"/>
                      <a:pt x="375889" y="51526"/>
                      <a:pt x="375889" y="51017"/>
                    </a:cubicBezTo>
                    <a:cubicBezTo>
                      <a:pt x="375889" y="49169"/>
                      <a:pt x="375875" y="47321"/>
                      <a:pt x="375846" y="45458"/>
                    </a:cubicBezTo>
                    <a:cubicBezTo>
                      <a:pt x="375846" y="44949"/>
                      <a:pt x="376253" y="44527"/>
                      <a:pt x="376763" y="44512"/>
                    </a:cubicBezTo>
                    <a:cubicBezTo>
                      <a:pt x="377214" y="44512"/>
                      <a:pt x="377694" y="44920"/>
                      <a:pt x="377708" y="45429"/>
                    </a:cubicBezTo>
                    <a:cubicBezTo>
                      <a:pt x="377737" y="47292"/>
                      <a:pt x="377737" y="49154"/>
                      <a:pt x="377752" y="51002"/>
                    </a:cubicBezTo>
                    <a:cubicBezTo>
                      <a:pt x="377752" y="51512"/>
                      <a:pt x="377345" y="51934"/>
                      <a:pt x="376821" y="51934"/>
                    </a:cubicBezTo>
                    <a:lnTo>
                      <a:pt x="376821" y="51934"/>
                    </a:lnTo>
                    <a:close/>
                    <a:moveTo>
                      <a:pt x="2300" y="44542"/>
                    </a:moveTo>
                    <a:cubicBezTo>
                      <a:pt x="1805" y="44542"/>
                      <a:pt x="1383" y="44149"/>
                      <a:pt x="1368" y="43639"/>
                    </a:cubicBezTo>
                    <a:lnTo>
                      <a:pt x="1194" y="38066"/>
                    </a:lnTo>
                    <a:cubicBezTo>
                      <a:pt x="1179" y="37557"/>
                      <a:pt x="1572" y="37120"/>
                      <a:pt x="2096" y="37106"/>
                    </a:cubicBezTo>
                    <a:cubicBezTo>
                      <a:pt x="2532" y="37106"/>
                      <a:pt x="3042" y="37484"/>
                      <a:pt x="3056" y="38008"/>
                    </a:cubicBezTo>
                    <a:lnTo>
                      <a:pt x="3231" y="43581"/>
                    </a:lnTo>
                    <a:cubicBezTo>
                      <a:pt x="3245" y="44090"/>
                      <a:pt x="2852" y="44527"/>
                      <a:pt x="2329" y="44542"/>
                    </a:cubicBezTo>
                    <a:lnTo>
                      <a:pt x="2300" y="44542"/>
                    </a:lnTo>
                    <a:close/>
                    <a:moveTo>
                      <a:pt x="376428" y="33395"/>
                    </a:moveTo>
                    <a:cubicBezTo>
                      <a:pt x="375933" y="33395"/>
                      <a:pt x="375526" y="33002"/>
                      <a:pt x="375497" y="32508"/>
                    </a:cubicBezTo>
                    <a:cubicBezTo>
                      <a:pt x="375424" y="30660"/>
                      <a:pt x="375337" y="28812"/>
                      <a:pt x="375235" y="26964"/>
                    </a:cubicBezTo>
                    <a:cubicBezTo>
                      <a:pt x="375206" y="26454"/>
                      <a:pt x="375598" y="26018"/>
                      <a:pt x="376108" y="25989"/>
                    </a:cubicBezTo>
                    <a:cubicBezTo>
                      <a:pt x="376617" y="25945"/>
                      <a:pt x="377054" y="26352"/>
                      <a:pt x="377083" y="26862"/>
                    </a:cubicBezTo>
                    <a:cubicBezTo>
                      <a:pt x="377184" y="28724"/>
                      <a:pt x="377272" y="30572"/>
                      <a:pt x="377359" y="32435"/>
                    </a:cubicBezTo>
                    <a:cubicBezTo>
                      <a:pt x="377374" y="32944"/>
                      <a:pt x="376981" y="33381"/>
                      <a:pt x="376471" y="33395"/>
                    </a:cubicBezTo>
                    <a:lnTo>
                      <a:pt x="376428" y="33395"/>
                    </a:lnTo>
                    <a:close/>
                    <a:moveTo>
                      <a:pt x="1703" y="25989"/>
                    </a:moveTo>
                    <a:cubicBezTo>
                      <a:pt x="1208" y="25989"/>
                      <a:pt x="786" y="25596"/>
                      <a:pt x="772" y="25086"/>
                    </a:cubicBezTo>
                    <a:lnTo>
                      <a:pt x="597" y="19513"/>
                    </a:lnTo>
                    <a:cubicBezTo>
                      <a:pt x="582" y="19004"/>
                      <a:pt x="975" y="18567"/>
                      <a:pt x="1499" y="18553"/>
                    </a:cubicBezTo>
                    <a:cubicBezTo>
                      <a:pt x="1936" y="18495"/>
                      <a:pt x="2445" y="18931"/>
                      <a:pt x="2460" y="19455"/>
                    </a:cubicBezTo>
                    <a:lnTo>
                      <a:pt x="2634" y="25014"/>
                    </a:lnTo>
                    <a:cubicBezTo>
                      <a:pt x="2649" y="25523"/>
                      <a:pt x="2256" y="25960"/>
                      <a:pt x="1732" y="25974"/>
                    </a:cubicBezTo>
                    <a:lnTo>
                      <a:pt x="1703" y="25974"/>
                    </a:lnTo>
                    <a:close/>
                    <a:moveTo>
                      <a:pt x="375235" y="14871"/>
                    </a:moveTo>
                    <a:cubicBezTo>
                      <a:pt x="374754" y="14871"/>
                      <a:pt x="374347" y="14508"/>
                      <a:pt x="374318" y="14027"/>
                    </a:cubicBezTo>
                    <a:cubicBezTo>
                      <a:pt x="374158" y="12179"/>
                      <a:pt x="373983" y="10331"/>
                      <a:pt x="373780" y="8498"/>
                    </a:cubicBezTo>
                    <a:cubicBezTo>
                      <a:pt x="373721" y="7989"/>
                      <a:pt x="374100" y="7538"/>
                      <a:pt x="374609" y="7479"/>
                    </a:cubicBezTo>
                    <a:cubicBezTo>
                      <a:pt x="375118" y="7436"/>
                      <a:pt x="375569" y="7800"/>
                      <a:pt x="375627" y="8309"/>
                    </a:cubicBezTo>
                    <a:cubicBezTo>
                      <a:pt x="375817" y="10157"/>
                      <a:pt x="375991" y="12019"/>
                      <a:pt x="376166" y="13867"/>
                    </a:cubicBezTo>
                    <a:cubicBezTo>
                      <a:pt x="376210" y="14377"/>
                      <a:pt x="375831" y="14828"/>
                      <a:pt x="375322" y="14871"/>
                    </a:cubicBezTo>
                    <a:cubicBezTo>
                      <a:pt x="375293" y="14871"/>
                      <a:pt x="375264" y="14871"/>
                      <a:pt x="375235" y="14871"/>
                    </a:cubicBezTo>
                    <a:close/>
                    <a:moveTo>
                      <a:pt x="1106" y="7436"/>
                    </a:moveTo>
                    <a:cubicBezTo>
                      <a:pt x="612" y="7436"/>
                      <a:pt x="190" y="7043"/>
                      <a:pt x="175" y="6534"/>
                    </a:cubicBezTo>
                    <a:lnTo>
                      <a:pt x="0" y="960"/>
                    </a:lnTo>
                    <a:cubicBezTo>
                      <a:pt x="-14" y="451"/>
                      <a:pt x="379" y="15"/>
                      <a:pt x="903" y="0"/>
                    </a:cubicBezTo>
                    <a:cubicBezTo>
                      <a:pt x="1339" y="0"/>
                      <a:pt x="1848" y="378"/>
                      <a:pt x="1863" y="902"/>
                    </a:cubicBezTo>
                    <a:lnTo>
                      <a:pt x="2038" y="6475"/>
                    </a:lnTo>
                    <a:cubicBezTo>
                      <a:pt x="2052" y="6985"/>
                      <a:pt x="1659" y="7421"/>
                      <a:pt x="1135" y="7436"/>
                    </a:cubicBezTo>
                    <a:lnTo>
                      <a:pt x="1106" y="7436"/>
                    </a:lnTo>
                    <a:close/>
                    <a:moveTo>
                      <a:pt x="368352" y="1863"/>
                    </a:moveTo>
                    <a:lnTo>
                      <a:pt x="362779" y="1863"/>
                    </a:lnTo>
                    <a:cubicBezTo>
                      <a:pt x="362269" y="1863"/>
                      <a:pt x="361847" y="1441"/>
                      <a:pt x="361847" y="931"/>
                    </a:cubicBezTo>
                    <a:cubicBezTo>
                      <a:pt x="361847" y="422"/>
                      <a:pt x="362269" y="0"/>
                      <a:pt x="362779" y="0"/>
                    </a:cubicBezTo>
                    <a:lnTo>
                      <a:pt x="368352" y="0"/>
                    </a:lnTo>
                    <a:cubicBezTo>
                      <a:pt x="368861" y="0"/>
                      <a:pt x="369283" y="422"/>
                      <a:pt x="369283" y="931"/>
                    </a:cubicBezTo>
                    <a:cubicBezTo>
                      <a:pt x="369283" y="1441"/>
                      <a:pt x="368861" y="1863"/>
                      <a:pt x="368352" y="1863"/>
                    </a:cubicBezTo>
                    <a:close/>
                    <a:moveTo>
                      <a:pt x="349784" y="1863"/>
                    </a:moveTo>
                    <a:lnTo>
                      <a:pt x="344211" y="1863"/>
                    </a:lnTo>
                    <a:cubicBezTo>
                      <a:pt x="343702" y="1863"/>
                      <a:pt x="343280" y="1441"/>
                      <a:pt x="343280" y="931"/>
                    </a:cubicBezTo>
                    <a:cubicBezTo>
                      <a:pt x="343280" y="422"/>
                      <a:pt x="343702" y="0"/>
                      <a:pt x="344211" y="0"/>
                    </a:cubicBezTo>
                    <a:lnTo>
                      <a:pt x="349784" y="0"/>
                    </a:lnTo>
                    <a:cubicBezTo>
                      <a:pt x="350294" y="0"/>
                      <a:pt x="350716" y="422"/>
                      <a:pt x="350716" y="931"/>
                    </a:cubicBezTo>
                    <a:cubicBezTo>
                      <a:pt x="350716" y="1441"/>
                      <a:pt x="350294" y="1863"/>
                      <a:pt x="349784" y="1863"/>
                    </a:cubicBezTo>
                    <a:close/>
                    <a:moveTo>
                      <a:pt x="331217" y="1863"/>
                    </a:moveTo>
                    <a:lnTo>
                      <a:pt x="325644" y="1863"/>
                    </a:lnTo>
                    <a:cubicBezTo>
                      <a:pt x="325135" y="1863"/>
                      <a:pt x="324713" y="1441"/>
                      <a:pt x="324713" y="931"/>
                    </a:cubicBezTo>
                    <a:cubicBezTo>
                      <a:pt x="324713" y="422"/>
                      <a:pt x="325135" y="0"/>
                      <a:pt x="325644" y="0"/>
                    </a:cubicBezTo>
                    <a:lnTo>
                      <a:pt x="331217" y="0"/>
                    </a:lnTo>
                    <a:cubicBezTo>
                      <a:pt x="331726" y="0"/>
                      <a:pt x="332148" y="422"/>
                      <a:pt x="332148" y="931"/>
                    </a:cubicBezTo>
                    <a:cubicBezTo>
                      <a:pt x="332148" y="1441"/>
                      <a:pt x="331726" y="1863"/>
                      <a:pt x="331217" y="1863"/>
                    </a:cubicBezTo>
                    <a:close/>
                    <a:moveTo>
                      <a:pt x="312650" y="1863"/>
                    </a:moveTo>
                    <a:lnTo>
                      <a:pt x="307076" y="1863"/>
                    </a:lnTo>
                    <a:cubicBezTo>
                      <a:pt x="306567" y="1863"/>
                      <a:pt x="306145" y="1441"/>
                      <a:pt x="306145" y="931"/>
                    </a:cubicBezTo>
                    <a:cubicBezTo>
                      <a:pt x="306145" y="422"/>
                      <a:pt x="306567" y="0"/>
                      <a:pt x="307076" y="0"/>
                    </a:cubicBezTo>
                    <a:lnTo>
                      <a:pt x="312650" y="0"/>
                    </a:lnTo>
                    <a:cubicBezTo>
                      <a:pt x="313159" y="0"/>
                      <a:pt x="313581" y="422"/>
                      <a:pt x="313581" y="931"/>
                    </a:cubicBezTo>
                    <a:cubicBezTo>
                      <a:pt x="313581" y="1441"/>
                      <a:pt x="313159" y="1863"/>
                      <a:pt x="312650" y="1863"/>
                    </a:cubicBezTo>
                    <a:close/>
                    <a:moveTo>
                      <a:pt x="294082" y="1863"/>
                    </a:moveTo>
                    <a:lnTo>
                      <a:pt x="288509" y="1863"/>
                    </a:lnTo>
                    <a:cubicBezTo>
                      <a:pt x="288000" y="1863"/>
                      <a:pt x="287578" y="1441"/>
                      <a:pt x="287578" y="931"/>
                    </a:cubicBezTo>
                    <a:cubicBezTo>
                      <a:pt x="287578" y="422"/>
                      <a:pt x="288000" y="0"/>
                      <a:pt x="288509" y="0"/>
                    </a:cubicBezTo>
                    <a:lnTo>
                      <a:pt x="294082" y="0"/>
                    </a:lnTo>
                    <a:cubicBezTo>
                      <a:pt x="294591" y="0"/>
                      <a:pt x="295013" y="422"/>
                      <a:pt x="295013" y="931"/>
                    </a:cubicBezTo>
                    <a:cubicBezTo>
                      <a:pt x="295013" y="1441"/>
                      <a:pt x="294591" y="1863"/>
                      <a:pt x="294082" y="1863"/>
                    </a:cubicBezTo>
                    <a:close/>
                    <a:moveTo>
                      <a:pt x="275515" y="1863"/>
                    </a:moveTo>
                    <a:lnTo>
                      <a:pt x="269941" y="1863"/>
                    </a:lnTo>
                    <a:cubicBezTo>
                      <a:pt x="269432" y="1863"/>
                      <a:pt x="269010" y="1441"/>
                      <a:pt x="269010" y="931"/>
                    </a:cubicBezTo>
                    <a:cubicBezTo>
                      <a:pt x="269010" y="422"/>
                      <a:pt x="269432" y="0"/>
                      <a:pt x="269941" y="0"/>
                    </a:cubicBezTo>
                    <a:lnTo>
                      <a:pt x="275515" y="0"/>
                    </a:lnTo>
                    <a:cubicBezTo>
                      <a:pt x="276024" y="0"/>
                      <a:pt x="276446" y="422"/>
                      <a:pt x="276446" y="931"/>
                    </a:cubicBezTo>
                    <a:cubicBezTo>
                      <a:pt x="276446" y="1441"/>
                      <a:pt x="276024" y="1863"/>
                      <a:pt x="275515" y="1863"/>
                    </a:cubicBezTo>
                    <a:close/>
                    <a:moveTo>
                      <a:pt x="256947" y="1863"/>
                    </a:moveTo>
                    <a:lnTo>
                      <a:pt x="251374" y="1863"/>
                    </a:lnTo>
                    <a:cubicBezTo>
                      <a:pt x="250865" y="1863"/>
                      <a:pt x="250443" y="1441"/>
                      <a:pt x="250443" y="931"/>
                    </a:cubicBezTo>
                    <a:cubicBezTo>
                      <a:pt x="250443" y="422"/>
                      <a:pt x="250865" y="0"/>
                      <a:pt x="251374" y="0"/>
                    </a:cubicBezTo>
                    <a:lnTo>
                      <a:pt x="256947" y="0"/>
                    </a:lnTo>
                    <a:cubicBezTo>
                      <a:pt x="257456" y="0"/>
                      <a:pt x="257878" y="422"/>
                      <a:pt x="257878" y="931"/>
                    </a:cubicBezTo>
                    <a:cubicBezTo>
                      <a:pt x="257878" y="1441"/>
                      <a:pt x="257456" y="1863"/>
                      <a:pt x="256947" y="1863"/>
                    </a:cubicBezTo>
                    <a:close/>
                    <a:moveTo>
                      <a:pt x="238380" y="1863"/>
                    </a:moveTo>
                    <a:lnTo>
                      <a:pt x="232807" y="1863"/>
                    </a:lnTo>
                    <a:cubicBezTo>
                      <a:pt x="232297" y="1863"/>
                      <a:pt x="231875" y="1441"/>
                      <a:pt x="231875" y="931"/>
                    </a:cubicBezTo>
                    <a:cubicBezTo>
                      <a:pt x="231875" y="422"/>
                      <a:pt x="232297" y="0"/>
                      <a:pt x="232807" y="0"/>
                    </a:cubicBezTo>
                    <a:lnTo>
                      <a:pt x="238380" y="0"/>
                    </a:lnTo>
                    <a:cubicBezTo>
                      <a:pt x="238889" y="0"/>
                      <a:pt x="239311" y="422"/>
                      <a:pt x="239311" y="931"/>
                    </a:cubicBezTo>
                    <a:cubicBezTo>
                      <a:pt x="239311" y="1441"/>
                      <a:pt x="238889" y="1863"/>
                      <a:pt x="238380" y="1863"/>
                    </a:cubicBezTo>
                    <a:close/>
                    <a:moveTo>
                      <a:pt x="219812" y="1863"/>
                    </a:moveTo>
                    <a:lnTo>
                      <a:pt x="214239" y="1863"/>
                    </a:lnTo>
                    <a:cubicBezTo>
                      <a:pt x="213730" y="1863"/>
                      <a:pt x="213308" y="1441"/>
                      <a:pt x="213308" y="931"/>
                    </a:cubicBezTo>
                    <a:cubicBezTo>
                      <a:pt x="213308" y="422"/>
                      <a:pt x="213730" y="0"/>
                      <a:pt x="214239" y="0"/>
                    </a:cubicBezTo>
                    <a:lnTo>
                      <a:pt x="219812" y="0"/>
                    </a:lnTo>
                    <a:cubicBezTo>
                      <a:pt x="220322" y="0"/>
                      <a:pt x="220743" y="422"/>
                      <a:pt x="220743" y="931"/>
                    </a:cubicBezTo>
                    <a:cubicBezTo>
                      <a:pt x="220743" y="1441"/>
                      <a:pt x="220322" y="1863"/>
                      <a:pt x="219812" y="1863"/>
                    </a:cubicBezTo>
                    <a:close/>
                    <a:moveTo>
                      <a:pt x="201245" y="1863"/>
                    </a:moveTo>
                    <a:lnTo>
                      <a:pt x="195672" y="1863"/>
                    </a:lnTo>
                    <a:cubicBezTo>
                      <a:pt x="195162" y="1863"/>
                      <a:pt x="194740" y="1441"/>
                      <a:pt x="194740" y="931"/>
                    </a:cubicBezTo>
                    <a:cubicBezTo>
                      <a:pt x="194740" y="422"/>
                      <a:pt x="195162" y="0"/>
                      <a:pt x="195672" y="0"/>
                    </a:cubicBezTo>
                    <a:lnTo>
                      <a:pt x="201245" y="0"/>
                    </a:lnTo>
                    <a:cubicBezTo>
                      <a:pt x="201754" y="0"/>
                      <a:pt x="202176" y="422"/>
                      <a:pt x="202176" y="931"/>
                    </a:cubicBezTo>
                    <a:cubicBezTo>
                      <a:pt x="202176" y="1441"/>
                      <a:pt x="201754" y="1863"/>
                      <a:pt x="201245" y="1863"/>
                    </a:cubicBezTo>
                    <a:close/>
                    <a:moveTo>
                      <a:pt x="182677" y="1863"/>
                    </a:moveTo>
                    <a:lnTo>
                      <a:pt x="177104" y="1863"/>
                    </a:lnTo>
                    <a:cubicBezTo>
                      <a:pt x="176595" y="1863"/>
                      <a:pt x="176173" y="1441"/>
                      <a:pt x="176173" y="931"/>
                    </a:cubicBezTo>
                    <a:cubicBezTo>
                      <a:pt x="176173" y="422"/>
                      <a:pt x="176595" y="0"/>
                      <a:pt x="177104" y="0"/>
                    </a:cubicBezTo>
                    <a:lnTo>
                      <a:pt x="182677" y="0"/>
                    </a:lnTo>
                    <a:cubicBezTo>
                      <a:pt x="183187" y="0"/>
                      <a:pt x="183609" y="422"/>
                      <a:pt x="183609" y="931"/>
                    </a:cubicBezTo>
                    <a:cubicBezTo>
                      <a:pt x="183609" y="1441"/>
                      <a:pt x="183187" y="1863"/>
                      <a:pt x="182677" y="1863"/>
                    </a:cubicBezTo>
                    <a:close/>
                    <a:moveTo>
                      <a:pt x="164110" y="1863"/>
                    </a:moveTo>
                    <a:lnTo>
                      <a:pt x="158537" y="1863"/>
                    </a:lnTo>
                    <a:cubicBezTo>
                      <a:pt x="158027" y="1863"/>
                      <a:pt x="157605" y="1441"/>
                      <a:pt x="157605" y="931"/>
                    </a:cubicBezTo>
                    <a:cubicBezTo>
                      <a:pt x="157605" y="422"/>
                      <a:pt x="158027" y="0"/>
                      <a:pt x="158537" y="0"/>
                    </a:cubicBezTo>
                    <a:lnTo>
                      <a:pt x="164110" y="0"/>
                    </a:lnTo>
                    <a:cubicBezTo>
                      <a:pt x="164619" y="0"/>
                      <a:pt x="165041" y="422"/>
                      <a:pt x="165041" y="931"/>
                    </a:cubicBezTo>
                    <a:cubicBezTo>
                      <a:pt x="165041" y="1441"/>
                      <a:pt x="164619" y="1863"/>
                      <a:pt x="164110" y="1863"/>
                    </a:cubicBezTo>
                    <a:close/>
                    <a:moveTo>
                      <a:pt x="145542" y="1863"/>
                    </a:moveTo>
                    <a:lnTo>
                      <a:pt x="139969" y="1863"/>
                    </a:lnTo>
                    <a:cubicBezTo>
                      <a:pt x="139460" y="1863"/>
                      <a:pt x="139038" y="1441"/>
                      <a:pt x="139038" y="931"/>
                    </a:cubicBezTo>
                    <a:cubicBezTo>
                      <a:pt x="139038" y="422"/>
                      <a:pt x="139460" y="0"/>
                      <a:pt x="139969" y="0"/>
                    </a:cubicBezTo>
                    <a:lnTo>
                      <a:pt x="145542" y="0"/>
                    </a:lnTo>
                    <a:cubicBezTo>
                      <a:pt x="146052" y="0"/>
                      <a:pt x="146474" y="422"/>
                      <a:pt x="146474" y="931"/>
                    </a:cubicBezTo>
                    <a:cubicBezTo>
                      <a:pt x="146474" y="1441"/>
                      <a:pt x="146052" y="1863"/>
                      <a:pt x="145542" y="1863"/>
                    </a:cubicBezTo>
                    <a:close/>
                    <a:moveTo>
                      <a:pt x="126975" y="1863"/>
                    </a:moveTo>
                    <a:lnTo>
                      <a:pt x="121402" y="1863"/>
                    </a:lnTo>
                    <a:cubicBezTo>
                      <a:pt x="120893" y="1863"/>
                      <a:pt x="120471" y="1441"/>
                      <a:pt x="120471" y="931"/>
                    </a:cubicBezTo>
                    <a:cubicBezTo>
                      <a:pt x="120471" y="422"/>
                      <a:pt x="120893" y="0"/>
                      <a:pt x="121402" y="0"/>
                    </a:cubicBezTo>
                    <a:lnTo>
                      <a:pt x="126975" y="0"/>
                    </a:lnTo>
                    <a:cubicBezTo>
                      <a:pt x="127484" y="0"/>
                      <a:pt x="127906" y="422"/>
                      <a:pt x="127906" y="931"/>
                    </a:cubicBezTo>
                    <a:cubicBezTo>
                      <a:pt x="127906" y="1441"/>
                      <a:pt x="127484" y="1863"/>
                      <a:pt x="126975" y="1863"/>
                    </a:cubicBezTo>
                    <a:close/>
                    <a:moveTo>
                      <a:pt x="108408" y="1863"/>
                    </a:moveTo>
                    <a:lnTo>
                      <a:pt x="102834" y="1863"/>
                    </a:lnTo>
                    <a:cubicBezTo>
                      <a:pt x="102325" y="1863"/>
                      <a:pt x="101903" y="1441"/>
                      <a:pt x="101903" y="931"/>
                    </a:cubicBezTo>
                    <a:cubicBezTo>
                      <a:pt x="101903" y="422"/>
                      <a:pt x="102325" y="0"/>
                      <a:pt x="102834" y="0"/>
                    </a:cubicBezTo>
                    <a:lnTo>
                      <a:pt x="108408" y="0"/>
                    </a:lnTo>
                    <a:cubicBezTo>
                      <a:pt x="108917" y="0"/>
                      <a:pt x="109339" y="422"/>
                      <a:pt x="109339" y="931"/>
                    </a:cubicBezTo>
                    <a:cubicBezTo>
                      <a:pt x="109339" y="1441"/>
                      <a:pt x="108917" y="1863"/>
                      <a:pt x="108408" y="1863"/>
                    </a:cubicBezTo>
                    <a:close/>
                    <a:moveTo>
                      <a:pt x="89840" y="1863"/>
                    </a:moveTo>
                    <a:lnTo>
                      <a:pt x="84267" y="1863"/>
                    </a:lnTo>
                    <a:cubicBezTo>
                      <a:pt x="83758" y="1863"/>
                      <a:pt x="83336" y="1441"/>
                      <a:pt x="83336" y="931"/>
                    </a:cubicBezTo>
                    <a:cubicBezTo>
                      <a:pt x="83336" y="422"/>
                      <a:pt x="83758" y="0"/>
                      <a:pt x="84267" y="0"/>
                    </a:cubicBezTo>
                    <a:lnTo>
                      <a:pt x="89840" y="0"/>
                    </a:lnTo>
                    <a:cubicBezTo>
                      <a:pt x="90349" y="0"/>
                      <a:pt x="90771" y="422"/>
                      <a:pt x="90771" y="931"/>
                    </a:cubicBezTo>
                    <a:cubicBezTo>
                      <a:pt x="90771" y="1441"/>
                      <a:pt x="90349" y="1863"/>
                      <a:pt x="89840" y="1863"/>
                    </a:cubicBezTo>
                    <a:close/>
                    <a:moveTo>
                      <a:pt x="71273" y="1863"/>
                    </a:moveTo>
                    <a:lnTo>
                      <a:pt x="65699" y="1863"/>
                    </a:lnTo>
                    <a:cubicBezTo>
                      <a:pt x="65190" y="1863"/>
                      <a:pt x="64768" y="1441"/>
                      <a:pt x="64768" y="931"/>
                    </a:cubicBezTo>
                    <a:cubicBezTo>
                      <a:pt x="64768" y="422"/>
                      <a:pt x="65190" y="0"/>
                      <a:pt x="65699" y="0"/>
                    </a:cubicBezTo>
                    <a:lnTo>
                      <a:pt x="71273" y="0"/>
                    </a:lnTo>
                    <a:cubicBezTo>
                      <a:pt x="71782" y="0"/>
                      <a:pt x="72204" y="422"/>
                      <a:pt x="72204" y="931"/>
                    </a:cubicBezTo>
                    <a:cubicBezTo>
                      <a:pt x="72204" y="1441"/>
                      <a:pt x="71782" y="1863"/>
                      <a:pt x="71273" y="1863"/>
                    </a:cubicBezTo>
                    <a:close/>
                    <a:moveTo>
                      <a:pt x="52705" y="1863"/>
                    </a:moveTo>
                    <a:lnTo>
                      <a:pt x="47132" y="1863"/>
                    </a:lnTo>
                    <a:cubicBezTo>
                      <a:pt x="46623" y="1863"/>
                      <a:pt x="46201" y="1441"/>
                      <a:pt x="46201" y="931"/>
                    </a:cubicBezTo>
                    <a:cubicBezTo>
                      <a:pt x="46201" y="422"/>
                      <a:pt x="46623" y="0"/>
                      <a:pt x="47132" y="0"/>
                    </a:cubicBezTo>
                    <a:lnTo>
                      <a:pt x="52705" y="0"/>
                    </a:lnTo>
                    <a:cubicBezTo>
                      <a:pt x="53214" y="0"/>
                      <a:pt x="53636" y="422"/>
                      <a:pt x="53636" y="931"/>
                    </a:cubicBezTo>
                    <a:cubicBezTo>
                      <a:pt x="53636" y="1441"/>
                      <a:pt x="53214" y="1863"/>
                      <a:pt x="52705" y="1863"/>
                    </a:cubicBezTo>
                    <a:close/>
                    <a:moveTo>
                      <a:pt x="34138" y="1863"/>
                    </a:moveTo>
                    <a:lnTo>
                      <a:pt x="28565" y="1863"/>
                    </a:lnTo>
                    <a:cubicBezTo>
                      <a:pt x="28055" y="1863"/>
                      <a:pt x="27633" y="1441"/>
                      <a:pt x="27633" y="931"/>
                    </a:cubicBezTo>
                    <a:cubicBezTo>
                      <a:pt x="27633" y="422"/>
                      <a:pt x="28055" y="0"/>
                      <a:pt x="28565" y="0"/>
                    </a:cubicBezTo>
                    <a:lnTo>
                      <a:pt x="34138" y="0"/>
                    </a:lnTo>
                    <a:cubicBezTo>
                      <a:pt x="34647" y="0"/>
                      <a:pt x="35069" y="422"/>
                      <a:pt x="35069" y="931"/>
                    </a:cubicBezTo>
                    <a:cubicBezTo>
                      <a:pt x="35069" y="1441"/>
                      <a:pt x="34647" y="1863"/>
                      <a:pt x="34138" y="1863"/>
                    </a:cubicBezTo>
                    <a:close/>
                    <a:moveTo>
                      <a:pt x="15570" y="1863"/>
                    </a:moveTo>
                    <a:lnTo>
                      <a:pt x="9997" y="1863"/>
                    </a:lnTo>
                    <a:cubicBezTo>
                      <a:pt x="9488" y="1863"/>
                      <a:pt x="9066" y="1441"/>
                      <a:pt x="9066" y="931"/>
                    </a:cubicBezTo>
                    <a:cubicBezTo>
                      <a:pt x="9066" y="422"/>
                      <a:pt x="9488" y="0"/>
                      <a:pt x="9997" y="0"/>
                    </a:cubicBezTo>
                    <a:lnTo>
                      <a:pt x="15570" y="0"/>
                    </a:lnTo>
                    <a:cubicBezTo>
                      <a:pt x="16080" y="0"/>
                      <a:pt x="16502" y="422"/>
                      <a:pt x="16502" y="931"/>
                    </a:cubicBezTo>
                    <a:cubicBezTo>
                      <a:pt x="16502" y="1441"/>
                      <a:pt x="16080" y="1863"/>
                      <a:pt x="15570" y="18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Forme libre : forme 622">
                <a:extLst>
                  <a:ext uri="{FF2B5EF4-FFF2-40B4-BE49-F238E27FC236}">
                    <a16:creationId xmlns:a16="http://schemas.microsoft.com/office/drawing/2014/main" id="{8B367CA2-8AEA-2A83-B361-FE6CEEBDF770}"/>
                  </a:ext>
                </a:extLst>
              </p:cNvPr>
              <p:cNvSpPr/>
              <p:nvPr/>
            </p:nvSpPr>
            <p:spPr>
              <a:xfrm>
                <a:off x="730050" y="893603"/>
                <a:ext cx="53810" cy="17685"/>
              </a:xfrm>
              <a:custGeom>
                <a:avLst/>
                <a:gdLst>
                  <a:gd name="connsiteX0" fmla="*/ 0 w 53810"/>
                  <a:gd name="connsiteY0" fmla="*/ 16172 h 17685"/>
                  <a:gd name="connsiteX1" fmla="*/ 931 w 53810"/>
                  <a:gd name="connsiteY1" fmla="*/ 6146 h 17685"/>
                  <a:gd name="connsiteX2" fmla="*/ 6781 w 53810"/>
                  <a:gd name="connsiteY2" fmla="*/ 1650 h 17685"/>
                  <a:gd name="connsiteX3" fmla="*/ 52079 w 53810"/>
                  <a:gd name="connsiteY3" fmla="*/ 6044 h 17685"/>
                  <a:gd name="connsiteX4" fmla="*/ 53811 w 53810"/>
                  <a:gd name="connsiteY4" fmla="*/ 17685 h 17685"/>
                  <a:gd name="connsiteX5" fmla="*/ 0 w 53810"/>
                  <a:gd name="connsiteY5" fmla="*/ 16172 h 17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810" h="17685">
                    <a:moveTo>
                      <a:pt x="0" y="16172"/>
                    </a:moveTo>
                    <a:lnTo>
                      <a:pt x="931" y="6146"/>
                    </a:lnTo>
                    <a:cubicBezTo>
                      <a:pt x="1994" y="3760"/>
                      <a:pt x="4176" y="2057"/>
                      <a:pt x="6781" y="1650"/>
                    </a:cubicBezTo>
                    <a:cubicBezTo>
                      <a:pt x="16472" y="107"/>
                      <a:pt x="40511" y="-2599"/>
                      <a:pt x="52079" y="6044"/>
                    </a:cubicBezTo>
                    <a:lnTo>
                      <a:pt x="53811" y="17685"/>
                    </a:lnTo>
                    <a:lnTo>
                      <a:pt x="0" y="16172"/>
                    </a:lnTo>
                    <a:close/>
                  </a:path>
                </a:pathLst>
              </a:custGeom>
              <a:solidFill>
                <a:srgbClr val="332989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Forme libre : forme 623">
                <a:extLst>
                  <a:ext uri="{FF2B5EF4-FFF2-40B4-BE49-F238E27FC236}">
                    <a16:creationId xmlns:a16="http://schemas.microsoft.com/office/drawing/2014/main" id="{410A4833-426F-B85F-789C-8E29B5BD1590}"/>
                  </a:ext>
                </a:extLst>
              </p:cNvPr>
              <p:cNvSpPr/>
              <p:nvPr/>
            </p:nvSpPr>
            <p:spPr>
              <a:xfrm>
                <a:off x="748996" y="862890"/>
                <a:ext cx="15962" cy="37640"/>
              </a:xfrm>
              <a:custGeom>
                <a:avLst/>
                <a:gdLst>
                  <a:gd name="connsiteX0" fmla="*/ 11336 w 15962"/>
                  <a:gd name="connsiteY0" fmla="*/ 37237 h 37640"/>
                  <a:gd name="connsiteX1" fmla="*/ 4627 w 15962"/>
                  <a:gd name="connsiteY1" fmla="*/ 37237 h 37640"/>
                  <a:gd name="connsiteX2" fmla="*/ 0 w 15962"/>
                  <a:gd name="connsiteY2" fmla="*/ 31373 h 37640"/>
                  <a:gd name="connsiteX3" fmla="*/ 0 w 15962"/>
                  <a:gd name="connsiteY3" fmla="*/ 0 h 37640"/>
                  <a:gd name="connsiteX4" fmla="*/ 15963 w 15962"/>
                  <a:gd name="connsiteY4" fmla="*/ 0 h 37640"/>
                  <a:gd name="connsiteX5" fmla="*/ 15963 w 15962"/>
                  <a:gd name="connsiteY5" fmla="*/ 31343 h 37640"/>
                  <a:gd name="connsiteX6" fmla="*/ 11321 w 15962"/>
                  <a:gd name="connsiteY6" fmla="*/ 37237 h 37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962" h="37640">
                    <a:moveTo>
                      <a:pt x="11336" y="37237"/>
                    </a:moveTo>
                    <a:cubicBezTo>
                      <a:pt x="9109" y="37775"/>
                      <a:pt x="6868" y="37775"/>
                      <a:pt x="4627" y="37237"/>
                    </a:cubicBezTo>
                    <a:cubicBezTo>
                      <a:pt x="1921" y="36567"/>
                      <a:pt x="0" y="34152"/>
                      <a:pt x="0" y="31373"/>
                    </a:cubicBezTo>
                    <a:lnTo>
                      <a:pt x="0" y="0"/>
                    </a:lnTo>
                    <a:lnTo>
                      <a:pt x="15963" y="0"/>
                    </a:lnTo>
                    <a:lnTo>
                      <a:pt x="15963" y="31343"/>
                    </a:lnTo>
                    <a:cubicBezTo>
                      <a:pt x="15963" y="34137"/>
                      <a:pt x="14042" y="36582"/>
                      <a:pt x="11321" y="37237"/>
                    </a:cubicBezTo>
                    <a:close/>
                  </a:path>
                </a:pathLst>
              </a:custGeom>
              <a:solidFill>
                <a:srgbClr val="332989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Forme libre : forme 624">
                <a:extLst>
                  <a:ext uri="{FF2B5EF4-FFF2-40B4-BE49-F238E27FC236}">
                    <a16:creationId xmlns:a16="http://schemas.microsoft.com/office/drawing/2014/main" id="{F438B938-5A19-A2DE-6C24-2A41D607AC15}"/>
                  </a:ext>
                </a:extLst>
              </p:cNvPr>
              <p:cNvSpPr/>
              <p:nvPr/>
            </p:nvSpPr>
            <p:spPr>
              <a:xfrm>
                <a:off x="884672" y="893603"/>
                <a:ext cx="53810" cy="17685"/>
              </a:xfrm>
              <a:custGeom>
                <a:avLst/>
                <a:gdLst>
                  <a:gd name="connsiteX0" fmla="*/ 15 w 53810"/>
                  <a:gd name="connsiteY0" fmla="*/ 16172 h 17685"/>
                  <a:gd name="connsiteX1" fmla="*/ 946 w 53810"/>
                  <a:gd name="connsiteY1" fmla="*/ 6146 h 17685"/>
                  <a:gd name="connsiteX2" fmla="*/ 6781 w 53810"/>
                  <a:gd name="connsiteY2" fmla="*/ 1650 h 17685"/>
                  <a:gd name="connsiteX3" fmla="*/ 52079 w 53810"/>
                  <a:gd name="connsiteY3" fmla="*/ 6044 h 17685"/>
                  <a:gd name="connsiteX4" fmla="*/ 53811 w 53810"/>
                  <a:gd name="connsiteY4" fmla="*/ 17685 h 17685"/>
                  <a:gd name="connsiteX5" fmla="*/ 0 w 53810"/>
                  <a:gd name="connsiteY5" fmla="*/ 16172 h 17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810" h="17685">
                    <a:moveTo>
                      <a:pt x="15" y="16172"/>
                    </a:moveTo>
                    <a:lnTo>
                      <a:pt x="946" y="6146"/>
                    </a:lnTo>
                    <a:cubicBezTo>
                      <a:pt x="2008" y="3760"/>
                      <a:pt x="4191" y="2057"/>
                      <a:pt x="6781" y="1650"/>
                    </a:cubicBezTo>
                    <a:cubicBezTo>
                      <a:pt x="16472" y="107"/>
                      <a:pt x="40511" y="-2599"/>
                      <a:pt x="52079" y="6044"/>
                    </a:cubicBezTo>
                    <a:lnTo>
                      <a:pt x="53811" y="17685"/>
                    </a:lnTo>
                    <a:lnTo>
                      <a:pt x="0" y="16172"/>
                    </a:lnTo>
                    <a:close/>
                  </a:path>
                </a:pathLst>
              </a:custGeom>
              <a:solidFill>
                <a:srgbClr val="332989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Forme libre : forme 625">
                <a:extLst>
                  <a:ext uri="{FF2B5EF4-FFF2-40B4-BE49-F238E27FC236}">
                    <a16:creationId xmlns:a16="http://schemas.microsoft.com/office/drawing/2014/main" id="{77F82234-D288-C201-0603-1BE9259544F3}"/>
                  </a:ext>
                </a:extLst>
              </p:cNvPr>
              <p:cNvSpPr/>
              <p:nvPr/>
            </p:nvSpPr>
            <p:spPr>
              <a:xfrm>
                <a:off x="903633" y="859587"/>
                <a:ext cx="15962" cy="40943"/>
              </a:xfrm>
              <a:custGeom>
                <a:avLst/>
                <a:gdLst>
                  <a:gd name="connsiteX0" fmla="*/ 11335 w 15962"/>
                  <a:gd name="connsiteY0" fmla="*/ 40540 h 40943"/>
                  <a:gd name="connsiteX1" fmla="*/ 4627 w 15962"/>
                  <a:gd name="connsiteY1" fmla="*/ 40540 h 40943"/>
                  <a:gd name="connsiteX2" fmla="*/ 0 w 15962"/>
                  <a:gd name="connsiteY2" fmla="*/ 34676 h 40943"/>
                  <a:gd name="connsiteX3" fmla="*/ 0 w 15962"/>
                  <a:gd name="connsiteY3" fmla="*/ 0 h 40943"/>
                  <a:gd name="connsiteX4" fmla="*/ 15963 w 15962"/>
                  <a:gd name="connsiteY4" fmla="*/ 0 h 40943"/>
                  <a:gd name="connsiteX5" fmla="*/ 15963 w 15962"/>
                  <a:gd name="connsiteY5" fmla="*/ 34661 h 40943"/>
                  <a:gd name="connsiteX6" fmla="*/ 11321 w 15962"/>
                  <a:gd name="connsiteY6" fmla="*/ 40554 h 40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962" h="40943">
                    <a:moveTo>
                      <a:pt x="11335" y="40540"/>
                    </a:moveTo>
                    <a:cubicBezTo>
                      <a:pt x="9109" y="41078"/>
                      <a:pt x="6868" y="41078"/>
                      <a:pt x="4627" y="40540"/>
                    </a:cubicBezTo>
                    <a:cubicBezTo>
                      <a:pt x="1921" y="39871"/>
                      <a:pt x="0" y="37455"/>
                      <a:pt x="0" y="34676"/>
                    </a:cubicBezTo>
                    <a:lnTo>
                      <a:pt x="0" y="0"/>
                    </a:lnTo>
                    <a:lnTo>
                      <a:pt x="15963" y="0"/>
                    </a:lnTo>
                    <a:lnTo>
                      <a:pt x="15963" y="34661"/>
                    </a:lnTo>
                    <a:cubicBezTo>
                      <a:pt x="15963" y="37455"/>
                      <a:pt x="14042" y="39900"/>
                      <a:pt x="11321" y="40554"/>
                    </a:cubicBezTo>
                    <a:close/>
                  </a:path>
                </a:pathLst>
              </a:custGeom>
              <a:solidFill>
                <a:srgbClr val="332989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Forme libre : forme 626">
                <a:extLst>
                  <a:ext uri="{FF2B5EF4-FFF2-40B4-BE49-F238E27FC236}">
                    <a16:creationId xmlns:a16="http://schemas.microsoft.com/office/drawing/2014/main" id="{1C6B5760-9B64-1400-D39D-78E4F1D612FC}"/>
                  </a:ext>
                </a:extLst>
              </p:cNvPr>
              <p:cNvSpPr/>
              <p:nvPr/>
            </p:nvSpPr>
            <p:spPr>
              <a:xfrm>
                <a:off x="739081" y="819321"/>
                <a:ext cx="189068" cy="51252"/>
              </a:xfrm>
              <a:custGeom>
                <a:avLst/>
                <a:gdLst>
                  <a:gd name="connsiteX0" fmla="*/ 8300 w 189068"/>
                  <a:gd name="connsiteY0" fmla="*/ 51252 h 51252"/>
                  <a:gd name="connsiteX1" fmla="*/ 180005 w 189068"/>
                  <a:gd name="connsiteY1" fmla="*/ 45563 h 51252"/>
                  <a:gd name="connsiteX2" fmla="*/ 187907 w 189068"/>
                  <a:gd name="connsiteY2" fmla="*/ 38767 h 51252"/>
                  <a:gd name="connsiteX3" fmla="*/ 188445 w 189068"/>
                  <a:gd name="connsiteY3" fmla="*/ 16999 h 51252"/>
                  <a:gd name="connsiteX4" fmla="*/ 169252 w 189068"/>
                  <a:gd name="connsiteY4" fmla="*/ 236 h 51252"/>
                  <a:gd name="connsiteX5" fmla="*/ 10730 w 189068"/>
                  <a:gd name="connsiteY5" fmla="*/ 17275 h 51252"/>
                  <a:gd name="connsiteX6" fmla="*/ 1243 w 189068"/>
                  <a:gd name="connsiteY6" fmla="*/ 28159 h 51252"/>
                  <a:gd name="connsiteX7" fmla="*/ 835 w 189068"/>
                  <a:gd name="connsiteY7" fmla="*/ 45592 h 51252"/>
                  <a:gd name="connsiteX8" fmla="*/ 8300 w 189068"/>
                  <a:gd name="connsiteY8" fmla="*/ 51238 h 51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068" h="51252">
                    <a:moveTo>
                      <a:pt x="8300" y="51252"/>
                    </a:moveTo>
                    <a:lnTo>
                      <a:pt x="180005" y="45563"/>
                    </a:lnTo>
                    <a:cubicBezTo>
                      <a:pt x="183920" y="45432"/>
                      <a:pt x="187237" y="42609"/>
                      <a:pt x="187907" y="38767"/>
                    </a:cubicBezTo>
                    <a:cubicBezTo>
                      <a:pt x="188852" y="33398"/>
                      <a:pt x="189682" y="25351"/>
                      <a:pt x="188445" y="16999"/>
                    </a:cubicBezTo>
                    <a:cubicBezTo>
                      <a:pt x="187034" y="7511"/>
                      <a:pt x="178885" y="468"/>
                      <a:pt x="169252" y="236"/>
                    </a:cubicBezTo>
                    <a:cubicBezTo>
                      <a:pt x="137224" y="-521"/>
                      <a:pt x="55679" y="-507"/>
                      <a:pt x="10730" y="17275"/>
                    </a:cubicBezTo>
                    <a:cubicBezTo>
                      <a:pt x="5972" y="19152"/>
                      <a:pt x="2450" y="23212"/>
                      <a:pt x="1243" y="28159"/>
                    </a:cubicBezTo>
                    <a:cubicBezTo>
                      <a:pt x="93" y="32874"/>
                      <a:pt x="-664" y="39175"/>
                      <a:pt x="835" y="45592"/>
                    </a:cubicBezTo>
                    <a:cubicBezTo>
                      <a:pt x="1635" y="48997"/>
                      <a:pt x="4779" y="51354"/>
                      <a:pt x="8300" y="51238"/>
                    </a:cubicBezTo>
                    <a:close/>
                  </a:path>
                </a:pathLst>
              </a:custGeom>
              <a:solidFill>
                <a:srgbClr val="332989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Forme libre : forme 627">
                <a:extLst>
                  <a:ext uri="{FF2B5EF4-FFF2-40B4-BE49-F238E27FC236}">
                    <a16:creationId xmlns:a16="http://schemas.microsoft.com/office/drawing/2014/main" id="{B6C3CA76-E213-AF4C-23A5-2CC788F0A5A6}"/>
                  </a:ext>
                </a:extLst>
              </p:cNvPr>
              <p:cNvSpPr/>
              <p:nvPr/>
            </p:nvSpPr>
            <p:spPr>
              <a:xfrm>
                <a:off x="742411" y="829000"/>
                <a:ext cx="56671" cy="33745"/>
              </a:xfrm>
              <a:custGeom>
                <a:avLst/>
                <a:gdLst>
                  <a:gd name="connsiteX0" fmla="*/ 1987 w 56671"/>
                  <a:gd name="connsiteY0" fmla="*/ 33745 h 33745"/>
                  <a:gd name="connsiteX1" fmla="*/ 139 w 56671"/>
                  <a:gd name="connsiteY1" fmla="*/ 32072 h 33745"/>
                  <a:gd name="connsiteX2" fmla="*/ 1202 w 56671"/>
                  <a:gd name="connsiteY2" fmla="*/ 18728 h 33745"/>
                  <a:gd name="connsiteX3" fmla="*/ 11708 w 56671"/>
                  <a:gd name="connsiteY3" fmla="*/ 8048 h 33745"/>
                  <a:gd name="connsiteX4" fmla="*/ 54765 w 56671"/>
                  <a:gd name="connsiteY4" fmla="*/ 1 h 33745"/>
                  <a:gd name="connsiteX5" fmla="*/ 56671 w 56671"/>
                  <a:gd name="connsiteY5" fmla="*/ 1805 h 33745"/>
                  <a:gd name="connsiteX6" fmla="*/ 54867 w 56671"/>
                  <a:gd name="connsiteY6" fmla="*/ 3711 h 33745"/>
                  <a:gd name="connsiteX7" fmla="*/ 12755 w 56671"/>
                  <a:gd name="connsiteY7" fmla="*/ 11598 h 33745"/>
                  <a:gd name="connsiteX8" fmla="*/ 4796 w 56671"/>
                  <a:gd name="connsiteY8" fmla="*/ 19674 h 33745"/>
                  <a:gd name="connsiteX9" fmla="*/ 3850 w 56671"/>
                  <a:gd name="connsiteY9" fmla="*/ 31664 h 33745"/>
                  <a:gd name="connsiteX10" fmla="*/ 2191 w 56671"/>
                  <a:gd name="connsiteY10" fmla="*/ 33702 h 33745"/>
                  <a:gd name="connsiteX11" fmla="*/ 2002 w 56671"/>
                  <a:gd name="connsiteY11" fmla="*/ 33702 h 33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6671" h="33745">
                    <a:moveTo>
                      <a:pt x="1987" y="33745"/>
                    </a:moveTo>
                    <a:cubicBezTo>
                      <a:pt x="1042" y="33745"/>
                      <a:pt x="241" y="33032"/>
                      <a:pt x="139" y="32072"/>
                    </a:cubicBezTo>
                    <a:cubicBezTo>
                      <a:pt x="110" y="31795"/>
                      <a:pt x="-530" y="25145"/>
                      <a:pt x="1202" y="18728"/>
                    </a:cubicBezTo>
                    <a:cubicBezTo>
                      <a:pt x="2584" y="13635"/>
                      <a:pt x="6600" y="9546"/>
                      <a:pt x="11708" y="8048"/>
                    </a:cubicBezTo>
                    <a:cubicBezTo>
                      <a:pt x="21326" y="5225"/>
                      <a:pt x="39704" y="437"/>
                      <a:pt x="54765" y="1"/>
                    </a:cubicBezTo>
                    <a:cubicBezTo>
                      <a:pt x="55798" y="-28"/>
                      <a:pt x="56642" y="786"/>
                      <a:pt x="56671" y="1805"/>
                    </a:cubicBezTo>
                    <a:cubicBezTo>
                      <a:pt x="56700" y="2838"/>
                      <a:pt x="55885" y="3682"/>
                      <a:pt x="54867" y="3711"/>
                    </a:cubicBezTo>
                    <a:cubicBezTo>
                      <a:pt x="40228" y="4119"/>
                      <a:pt x="22199" y="8833"/>
                      <a:pt x="12755" y="11598"/>
                    </a:cubicBezTo>
                    <a:cubicBezTo>
                      <a:pt x="8885" y="12733"/>
                      <a:pt x="5829" y="15833"/>
                      <a:pt x="4796" y="19674"/>
                    </a:cubicBezTo>
                    <a:cubicBezTo>
                      <a:pt x="3239" y="25422"/>
                      <a:pt x="3835" y="31606"/>
                      <a:pt x="3850" y="31664"/>
                    </a:cubicBezTo>
                    <a:cubicBezTo>
                      <a:pt x="3952" y="32683"/>
                      <a:pt x="3210" y="33600"/>
                      <a:pt x="2191" y="33702"/>
                    </a:cubicBezTo>
                    <a:cubicBezTo>
                      <a:pt x="2133" y="33702"/>
                      <a:pt x="2060" y="33702"/>
                      <a:pt x="2002" y="33702"/>
                    </a:cubicBezTo>
                    <a:close/>
                  </a:path>
                </a:pathLst>
              </a:custGeom>
              <a:solidFill>
                <a:srgbClr val="B1ABE5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Forme libre : forme 628">
                <a:extLst>
                  <a:ext uri="{FF2B5EF4-FFF2-40B4-BE49-F238E27FC236}">
                    <a16:creationId xmlns:a16="http://schemas.microsoft.com/office/drawing/2014/main" id="{B6D11995-C5D5-E5A0-9480-36E7276BB398}"/>
                  </a:ext>
                </a:extLst>
              </p:cNvPr>
              <p:cNvSpPr/>
              <p:nvPr/>
            </p:nvSpPr>
            <p:spPr>
              <a:xfrm>
                <a:off x="631989" y="904950"/>
                <a:ext cx="407240" cy="163782"/>
              </a:xfrm>
              <a:custGeom>
                <a:avLst/>
                <a:gdLst>
                  <a:gd name="connsiteX0" fmla="*/ 18393 w 407240"/>
                  <a:gd name="connsiteY0" fmla="*/ 910 h 163782"/>
                  <a:gd name="connsiteX1" fmla="*/ 383543 w 407240"/>
                  <a:gd name="connsiteY1" fmla="*/ 6090 h 163782"/>
                  <a:gd name="connsiteX2" fmla="*/ 395737 w 407240"/>
                  <a:gd name="connsiteY2" fmla="*/ 17077 h 163782"/>
                  <a:gd name="connsiteX3" fmla="*/ 407160 w 407240"/>
                  <a:gd name="connsiteY3" fmla="*/ 121831 h 163782"/>
                  <a:gd name="connsiteX4" fmla="*/ 396988 w 407240"/>
                  <a:gd name="connsiteY4" fmla="*/ 133676 h 163782"/>
                  <a:gd name="connsiteX5" fmla="*/ 237870 w 407240"/>
                  <a:gd name="connsiteY5" fmla="*/ 163783 h 163782"/>
                  <a:gd name="connsiteX6" fmla="*/ 181353 w 407240"/>
                  <a:gd name="connsiteY6" fmla="*/ 163783 h 163782"/>
                  <a:gd name="connsiteX7" fmla="*/ 11816 w 407240"/>
                  <a:gd name="connsiteY7" fmla="*/ 130082 h 163782"/>
                  <a:gd name="connsiteX8" fmla="*/ 1120 w 407240"/>
                  <a:gd name="connsiteY8" fmla="*/ 117772 h 163782"/>
                  <a:gd name="connsiteX9" fmla="*/ 4132 w 407240"/>
                  <a:gd name="connsiteY9" fmla="*/ 13002 h 163782"/>
                  <a:gd name="connsiteX10" fmla="*/ 18393 w 407240"/>
                  <a:gd name="connsiteY10" fmla="*/ 895 h 163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07240" h="163782">
                    <a:moveTo>
                      <a:pt x="18393" y="910"/>
                    </a:moveTo>
                    <a:cubicBezTo>
                      <a:pt x="73862" y="197"/>
                      <a:pt x="313828" y="-2320"/>
                      <a:pt x="383543" y="6090"/>
                    </a:cubicBezTo>
                    <a:cubicBezTo>
                      <a:pt x="389538" y="6818"/>
                      <a:pt x="394442" y="11198"/>
                      <a:pt x="395737" y="17077"/>
                    </a:cubicBezTo>
                    <a:cubicBezTo>
                      <a:pt x="399855" y="35702"/>
                      <a:pt x="408149" y="78949"/>
                      <a:pt x="407160" y="121831"/>
                    </a:cubicBezTo>
                    <a:cubicBezTo>
                      <a:pt x="407029" y="127666"/>
                      <a:pt x="402751" y="132585"/>
                      <a:pt x="396988" y="133676"/>
                    </a:cubicBezTo>
                    <a:lnTo>
                      <a:pt x="237870" y="163783"/>
                    </a:lnTo>
                    <a:lnTo>
                      <a:pt x="181353" y="163783"/>
                    </a:lnTo>
                    <a:lnTo>
                      <a:pt x="11816" y="130082"/>
                    </a:lnTo>
                    <a:cubicBezTo>
                      <a:pt x="5835" y="128889"/>
                      <a:pt x="1440" y="123839"/>
                      <a:pt x="1120" y="117772"/>
                    </a:cubicBezTo>
                    <a:cubicBezTo>
                      <a:pt x="14" y="96206"/>
                      <a:pt x="-1703" y="45582"/>
                      <a:pt x="4132" y="13002"/>
                    </a:cubicBezTo>
                    <a:cubicBezTo>
                      <a:pt x="5369" y="6076"/>
                      <a:pt x="11321" y="997"/>
                      <a:pt x="18393" y="895"/>
                    </a:cubicBezTo>
                    <a:close/>
                  </a:path>
                </a:pathLst>
              </a:custGeom>
              <a:solidFill>
                <a:srgbClr val="332989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Forme libre : forme 629">
                <a:extLst>
                  <a:ext uri="{FF2B5EF4-FFF2-40B4-BE49-F238E27FC236}">
                    <a16:creationId xmlns:a16="http://schemas.microsoft.com/office/drawing/2014/main" id="{B809B490-40B2-1419-CF5E-58F5D5F2DB3E}"/>
                  </a:ext>
                </a:extLst>
              </p:cNvPr>
              <p:cNvSpPr/>
              <p:nvPr/>
            </p:nvSpPr>
            <p:spPr>
              <a:xfrm>
                <a:off x="644780" y="917807"/>
                <a:ext cx="381651" cy="138164"/>
              </a:xfrm>
              <a:custGeom>
                <a:avLst/>
                <a:gdLst>
                  <a:gd name="connsiteX0" fmla="*/ 169915 w 381651"/>
                  <a:gd name="connsiteY0" fmla="*/ 138150 h 138164"/>
                  <a:gd name="connsiteX1" fmla="*/ 169726 w 381651"/>
                  <a:gd name="connsiteY1" fmla="*/ 138135 h 138164"/>
                  <a:gd name="connsiteX2" fmla="*/ 164270 w 381651"/>
                  <a:gd name="connsiteY2" fmla="*/ 137044 h 138164"/>
                  <a:gd name="connsiteX3" fmla="*/ 163542 w 381651"/>
                  <a:gd name="connsiteY3" fmla="*/ 135953 h 138164"/>
                  <a:gd name="connsiteX4" fmla="*/ 164633 w 381651"/>
                  <a:gd name="connsiteY4" fmla="*/ 135225 h 138164"/>
                  <a:gd name="connsiteX5" fmla="*/ 170046 w 381651"/>
                  <a:gd name="connsiteY5" fmla="*/ 136302 h 138164"/>
                  <a:gd name="connsiteX6" fmla="*/ 170177 w 381651"/>
                  <a:gd name="connsiteY6" fmla="*/ 136302 h 138164"/>
                  <a:gd name="connsiteX7" fmla="*/ 175751 w 381651"/>
                  <a:gd name="connsiteY7" fmla="*/ 136302 h 138164"/>
                  <a:gd name="connsiteX8" fmla="*/ 176682 w 381651"/>
                  <a:gd name="connsiteY8" fmla="*/ 137233 h 138164"/>
                  <a:gd name="connsiteX9" fmla="*/ 175751 w 381651"/>
                  <a:gd name="connsiteY9" fmla="*/ 138165 h 138164"/>
                  <a:gd name="connsiteX10" fmla="*/ 170177 w 381651"/>
                  <a:gd name="connsiteY10" fmla="*/ 138165 h 138164"/>
                  <a:gd name="connsiteX11" fmla="*/ 170046 w 381651"/>
                  <a:gd name="connsiteY11" fmla="*/ 138165 h 138164"/>
                  <a:gd name="connsiteX12" fmla="*/ 169915 w 381651"/>
                  <a:gd name="connsiteY12" fmla="*/ 138165 h 138164"/>
                  <a:gd name="connsiteX13" fmla="*/ 212871 w 381651"/>
                  <a:gd name="connsiteY13" fmla="*/ 138150 h 138164"/>
                  <a:gd name="connsiteX14" fmla="*/ 207298 w 381651"/>
                  <a:gd name="connsiteY14" fmla="*/ 138150 h 138164"/>
                  <a:gd name="connsiteX15" fmla="*/ 206366 w 381651"/>
                  <a:gd name="connsiteY15" fmla="*/ 137219 h 138164"/>
                  <a:gd name="connsiteX16" fmla="*/ 207298 w 381651"/>
                  <a:gd name="connsiteY16" fmla="*/ 136288 h 138164"/>
                  <a:gd name="connsiteX17" fmla="*/ 212871 w 381651"/>
                  <a:gd name="connsiteY17" fmla="*/ 136288 h 138164"/>
                  <a:gd name="connsiteX18" fmla="*/ 213802 w 381651"/>
                  <a:gd name="connsiteY18" fmla="*/ 137219 h 138164"/>
                  <a:gd name="connsiteX19" fmla="*/ 212871 w 381651"/>
                  <a:gd name="connsiteY19" fmla="*/ 138150 h 138164"/>
                  <a:gd name="connsiteX20" fmla="*/ 194303 w 381651"/>
                  <a:gd name="connsiteY20" fmla="*/ 138150 h 138164"/>
                  <a:gd name="connsiteX21" fmla="*/ 188730 w 381651"/>
                  <a:gd name="connsiteY21" fmla="*/ 138150 h 138164"/>
                  <a:gd name="connsiteX22" fmla="*/ 187799 w 381651"/>
                  <a:gd name="connsiteY22" fmla="*/ 137219 h 138164"/>
                  <a:gd name="connsiteX23" fmla="*/ 188730 w 381651"/>
                  <a:gd name="connsiteY23" fmla="*/ 136288 h 138164"/>
                  <a:gd name="connsiteX24" fmla="*/ 194303 w 381651"/>
                  <a:gd name="connsiteY24" fmla="*/ 136288 h 138164"/>
                  <a:gd name="connsiteX25" fmla="*/ 195235 w 381651"/>
                  <a:gd name="connsiteY25" fmla="*/ 137219 h 138164"/>
                  <a:gd name="connsiteX26" fmla="*/ 194303 w 381651"/>
                  <a:gd name="connsiteY26" fmla="*/ 138150 h 138164"/>
                  <a:gd name="connsiteX27" fmla="*/ 225836 w 381651"/>
                  <a:gd name="connsiteY27" fmla="*/ 137772 h 138164"/>
                  <a:gd name="connsiteX28" fmla="*/ 224919 w 381651"/>
                  <a:gd name="connsiteY28" fmla="*/ 137015 h 138164"/>
                  <a:gd name="connsiteX29" fmla="*/ 225661 w 381651"/>
                  <a:gd name="connsiteY29" fmla="*/ 135924 h 138164"/>
                  <a:gd name="connsiteX30" fmla="*/ 231133 w 381651"/>
                  <a:gd name="connsiteY30" fmla="*/ 134891 h 138164"/>
                  <a:gd name="connsiteX31" fmla="*/ 232224 w 381651"/>
                  <a:gd name="connsiteY31" fmla="*/ 135633 h 138164"/>
                  <a:gd name="connsiteX32" fmla="*/ 231482 w 381651"/>
                  <a:gd name="connsiteY32" fmla="*/ 136724 h 138164"/>
                  <a:gd name="connsiteX33" fmla="*/ 226011 w 381651"/>
                  <a:gd name="connsiteY33" fmla="*/ 137757 h 138164"/>
                  <a:gd name="connsiteX34" fmla="*/ 225836 w 381651"/>
                  <a:gd name="connsiteY34" fmla="*/ 137772 h 138164"/>
                  <a:gd name="connsiteX35" fmla="*/ 151712 w 381651"/>
                  <a:gd name="connsiteY35" fmla="*/ 134541 h 138164"/>
                  <a:gd name="connsiteX36" fmla="*/ 151523 w 381651"/>
                  <a:gd name="connsiteY36" fmla="*/ 134527 h 138164"/>
                  <a:gd name="connsiteX37" fmla="*/ 146066 w 381651"/>
                  <a:gd name="connsiteY37" fmla="*/ 133435 h 138164"/>
                  <a:gd name="connsiteX38" fmla="*/ 145338 w 381651"/>
                  <a:gd name="connsiteY38" fmla="*/ 132344 h 138164"/>
                  <a:gd name="connsiteX39" fmla="*/ 146430 w 381651"/>
                  <a:gd name="connsiteY39" fmla="*/ 131617 h 138164"/>
                  <a:gd name="connsiteX40" fmla="*/ 151886 w 381651"/>
                  <a:gd name="connsiteY40" fmla="*/ 132708 h 138164"/>
                  <a:gd name="connsiteX41" fmla="*/ 152614 w 381651"/>
                  <a:gd name="connsiteY41" fmla="*/ 133799 h 138164"/>
                  <a:gd name="connsiteX42" fmla="*/ 151712 w 381651"/>
                  <a:gd name="connsiteY42" fmla="*/ 134541 h 138164"/>
                  <a:gd name="connsiteX43" fmla="*/ 244083 w 381651"/>
                  <a:gd name="connsiteY43" fmla="*/ 134323 h 138164"/>
                  <a:gd name="connsiteX44" fmla="*/ 243167 w 381651"/>
                  <a:gd name="connsiteY44" fmla="*/ 133566 h 138164"/>
                  <a:gd name="connsiteX45" fmla="*/ 243909 w 381651"/>
                  <a:gd name="connsiteY45" fmla="*/ 132475 h 138164"/>
                  <a:gd name="connsiteX46" fmla="*/ 249380 w 381651"/>
                  <a:gd name="connsiteY46" fmla="*/ 131442 h 138164"/>
                  <a:gd name="connsiteX47" fmla="*/ 250471 w 381651"/>
                  <a:gd name="connsiteY47" fmla="*/ 132184 h 138164"/>
                  <a:gd name="connsiteX48" fmla="*/ 249729 w 381651"/>
                  <a:gd name="connsiteY48" fmla="*/ 133275 h 138164"/>
                  <a:gd name="connsiteX49" fmla="*/ 244258 w 381651"/>
                  <a:gd name="connsiteY49" fmla="*/ 134308 h 138164"/>
                  <a:gd name="connsiteX50" fmla="*/ 244083 w 381651"/>
                  <a:gd name="connsiteY50" fmla="*/ 134323 h 138164"/>
                  <a:gd name="connsiteX51" fmla="*/ 133494 w 381651"/>
                  <a:gd name="connsiteY51" fmla="*/ 130918 h 138164"/>
                  <a:gd name="connsiteX52" fmla="*/ 133304 w 381651"/>
                  <a:gd name="connsiteY52" fmla="*/ 130904 h 138164"/>
                  <a:gd name="connsiteX53" fmla="*/ 127848 w 381651"/>
                  <a:gd name="connsiteY53" fmla="*/ 129812 h 138164"/>
                  <a:gd name="connsiteX54" fmla="*/ 127120 w 381651"/>
                  <a:gd name="connsiteY54" fmla="*/ 128721 h 138164"/>
                  <a:gd name="connsiteX55" fmla="*/ 128211 w 381651"/>
                  <a:gd name="connsiteY55" fmla="*/ 127993 h 138164"/>
                  <a:gd name="connsiteX56" fmla="*/ 133668 w 381651"/>
                  <a:gd name="connsiteY56" fmla="*/ 129085 h 138164"/>
                  <a:gd name="connsiteX57" fmla="*/ 134396 w 381651"/>
                  <a:gd name="connsiteY57" fmla="*/ 130176 h 138164"/>
                  <a:gd name="connsiteX58" fmla="*/ 133494 w 381651"/>
                  <a:gd name="connsiteY58" fmla="*/ 130918 h 138164"/>
                  <a:gd name="connsiteX59" fmla="*/ 262316 w 381651"/>
                  <a:gd name="connsiteY59" fmla="*/ 130874 h 138164"/>
                  <a:gd name="connsiteX60" fmla="*/ 261399 w 381651"/>
                  <a:gd name="connsiteY60" fmla="*/ 130118 h 138164"/>
                  <a:gd name="connsiteX61" fmla="*/ 262142 w 381651"/>
                  <a:gd name="connsiteY61" fmla="*/ 129026 h 138164"/>
                  <a:gd name="connsiteX62" fmla="*/ 267613 w 381651"/>
                  <a:gd name="connsiteY62" fmla="*/ 127993 h 138164"/>
                  <a:gd name="connsiteX63" fmla="*/ 268704 w 381651"/>
                  <a:gd name="connsiteY63" fmla="*/ 128735 h 138164"/>
                  <a:gd name="connsiteX64" fmla="*/ 267962 w 381651"/>
                  <a:gd name="connsiteY64" fmla="*/ 129827 h 138164"/>
                  <a:gd name="connsiteX65" fmla="*/ 262491 w 381651"/>
                  <a:gd name="connsiteY65" fmla="*/ 130860 h 138164"/>
                  <a:gd name="connsiteX66" fmla="*/ 262316 w 381651"/>
                  <a:gd name="connsiteY66" fmla="*/ 130874 h 138164"/>
                  <a:gd name="connsiteX67" fmla="*/ 280563 w 381651"/>
                  <a:gd name="connsiteY67" fmla="*/ 127426 h 138164"/>
                  <a:gd name="connsiteX68" fmla="*/ 279647 w 381651"/>
                  <a:gd name="connsiteY68" fmla="*/ 126669 h 138164"/>
                  <a:gd name="connsiteX69" fmla="*/ 280389 w 381651"/>
                  <a:gd name="connsiteY69" fmla="*/ 125578 h 138164"/>
                  <a:gd name="connsiteX70" fmla="*/ 285860 w 381651"/>
                  <a:gd name="connsiteY70" fmla="*/ 124545 h 138164"/>
                  <a:gd name="connsiteX71" fmla="*/ 286952 w 381651"/>
                  <a:gd name="connsiteY71" fmla="*/ 125287 h 138164"/>
                  <a:gd name="connsiteX72" fmla="*/ 286209 w 381651"/>
                  <a:gd name="connsiteY72" fmla="*/ 126378 h 138164"/>
                  <a:gd name="connsiteX73" fmla="*/ 280738 w 381651"/>
                  <a:gd name="connsiteY73" fmla="*/ 127411 h 138164"/>
                  <a:gd name="connsiteX74" fmla="*/ 280563 w 381651"/>
                  <a:gd name="connsiteY74" fmla="*/ 127426 h 138164"/>
                  <a:gd name="connsiteX75" fmla="*/ 115290 w 381651"/>
                  <a:gd name="connsiteY75" fmla="*/ 127309 h 138164"/>
                  <a:gd name="connsiteX76" fmla="*/ 115101 w 381651"/>
                  <a:gd name="connsiteY76" fmla="*/ 127295 h 138164"/>
                  <a:gd name="connsiteX77" fmla="*/ 109644 w 381651"/>
                  <a:gd name="connsiteY77" fmla="*/ 126203 h 138164"/>
                  <a:gd name="connsiteX78" fmla="*/ 108916 w 381651"/>
                  <a:gd name="connsiteY78" fmla="*/ 125112 h 138164"/>
                  <a:gd name="connsiteX79" fmla="*/ 110008 w 381651"/>
                  <a:gd name="connsiteY79" fmla="*/ 124384 h 138164"/>
                  <a:gd name="connsiteX80" fmla="*/ 115465 w 381651"/>
                  <a:gd name="connsiteY80" fmla="*/ 125476 h 138164"/>
                  <a:gd name="connsiteX81" fmla="*/ 116192 w 381651"/>
                  <a:gd name="connsiteY81" fmla="*/ 126567 h 138164"/>
                  <a:gd name="connsiteX82" fmla="*/ 115290 w 381651"/>
                  <a:gd name="connsiteY82" fmla="*/ 127309 h 138164"/>
                  <a:gd name="connsiteX83" fmla="*/ 298811 w 381651"/>
                  <a:gd name="connsiteY83" fmla="*/ 123977 h 138164"/>
                  <a:gd name="connsiteX84" fmla="*/ 297894 w 381651"/>
                  <a:gd name="connsiteY84" fmla="*/ 123220 h 138164"/>
                  <a:gd name="connsiteX85" fmla="*/ 298636 w 381651"/>
                  <a:gd name="connsiteY85" fmla="*/ 122129 h 138164"/>
                  <a:gd name="connsiteX86" fmla="*/ 304107 w 381651"/>
                  <a:gd name="connsiteY86" fmla="*/ 121096 h 138164"/>
                  <a:gd name="connsiteX87" fmla="*/ 305199 w 381651"/>
                  <a:gd name="connsiteY87" fmla="*/ 121838 h 138164"/>
                  <a:gd name="connsiteX88" fmla="*/ 304457 w 381651"/>
                  <a:gd name="connsiteY88" fmla="*/ 122929 h 138164"/>
                  <a:gd name="connsiteX89" fmla="*/ 298985 w 381651"/>
                  <a:gd name="connsiteY89" fmla="*/ 123963 h 138164"/>
                  <a:gd name="connsiteX90" fmla="*/ 298811 w 381651"/>
                  <a:gd name="connsiteY90" fmla="*/ 123977 h 138164"/>
                  <a:gd name="connsiteX91" fmla="*/ 97072 w 381651"/>
                  <a:gd name="connsiteY91" fmla="*/ 123686 h 138164"/>
                  <a:gd name="connsiteX92" fmla="*/ 96897 w 381651"/>
                  <a:gd name="connsiteY92" fmla="*/ 123671 h 138164"/>
                  <a:gd name="connsiteX93" fmla="*/ 91440 w 381651"/>
                  <a:gd name="connsiteY93" fmla="*/ 122580 h 138164"/>
                  <a:gd name="connsiteX94" fmla="*/ 90713 w 381651"/>
                  <a:gd name="connsiteY94" fmla="*/ 121489 h 138164"/>
                  <a:gd name="connsiteX95" fmla="*/ 91804 w 381651"/>
                  <a:gd name="connsiteY95" fmla="*/ 120761 h 138164"/>
                  <a:gd name="connsiteX96" fmla="*/ 97261 w 381651"/>
                  <a:gd name="connsiteY96" fmla="*/ 121853 h 138164"/>
                  <a:gd name="connsiteX97" fmla="*/ 97988 w 381651"/>
                  <a:gd name="connsiteY97" fmla="*/ 122944 h 138164"/>
                  <a:gd name="connsiteX98" fmla="*/ 97086 w 381651"/>
                  <a:gd name="connsiteY98" fmla="*/ 123686 h 138164"/>
                  <a:gd name="connsiteX99" fmla="*/ 317044 w 381651"/>
                  <a:gd name="connsiteY99" fmla="*/ 120528 h 138164"/>
                  <a:gd name="connsiteX100" fmla="*/ 316127 w 381651"/>
                  <a:gd name="connsiteY100" fmla="*/ 119772 h 138164"/>
                  <a:gd name="connsiteX101" fmla="*/ 316869 w 381651"/>
                  <a:gd name="connsiteY101" fmla="*/ 118680 h 138164"/>
                  <a:gd name="connsiteX102" fmla="*/ 322340 w 381651"/>
                  <a:gd name="connsiteY102" fmla="*/ 117647 h 138164"/>
                  <a:gd name="connsiteX103" fmla="*/ 323432 w 381651"/>
                  <a:gd name="connsiteY103" fmla="*/ 118389 h 138164"/>
                  <a:gd name="connsiteX104" fmla="*/ 322690 w 381651"/>
                  <a:gd name="connsiteY104" fmla="*/ 119481 h 138164"/>
                  <a:gd name="connsiteX105" fmla="*/ 317218 w 381651"/>
                  <a:gd name="connsiteY105" fmla="*/ 120514 h 138164"/>
                  <a:gd name="connsiteX106" fmla="*/ 317044 w 381651"/>
                  <a:gd name="connsiteY106" fmla="*/ 120528 h 138164"/>
                  <a:gd name="connsiteX107" fmla="*/ 78853 w 381651"/>
                  <a:gd name="connsiteY107" fmla="*/ 120077 h 138164"/>
                  <a:gd name="connsiteX108" fmla="*/ 78664 w 381651"/>
                  <a:gd name="connsiteY108" fmla="*/ 120063 h 138164"/>
                  <a:gd name="connsiteX109" fmla="*/ 73208 w 381651"/>
                  <a:gd name="connsiteY109" fmla="*/ 118971 h 138164"/>
                  <a:gd name="connsiteX110" fmla="*/ 72480 w 381651"/>
                  <a:gd name="connsiteY110" fmla="*/ 117880 h 138164"/>
                  <a:gd name="connsiteX111" fmla="*/ 73571 w 381651"/>
                  <a:gd name="connsiteY111" fmla="*/ 117153 h 138164"/>
                  <a:gd name="connsiteX112" fmla="*/ 79028 w 381651"/>
                  <a:gd name="connsiteY112" fmla="*/ 118244 h 138164"/>
                  <a:gd name="connsiteX113" fmla="*/ 79756 w 381651"/>
                  <a:gd name="connsiteY113" fmla="*/ 119335 h 138164"/>
                  <a:gd name="connsiteX114" fmla="*/ 78853 w 381651"/>
                  <a:gd name="connsiteY114" fmla="*/ 120077 h 138164"/>
                  <a:gd name="connsiteX115" fmla="*/ 335276 w 381651"/>
                  <a:gd name="connsiteY115" fmla="*/ 117080 h 138164"/>
                  <a:gd name="connsiteX116" fmla="*/ 334360 w 381651"/>
                  <a:gd name="connsiteY116" fmla="*/ 116323 h 138164"/>
                  <a:gd name="connsiteX117" fmla="*/ 335102 w 381651"/>
                  <a:gd name="connsiteY117" fmla="*/ 115232 h 138164"/>
                  <a:gd name="connsiteX118" fmla="*/ 340573 w 381651"/>
                  <a:gd name="connsiteY118" fmla="*/ 114199 h 138164"/>
                  <a:gd name="connsiteX119" fmla="*/ 341664 w 381651"/>
                  <a:gd name="connsiteY119" fmla="*/ 114941 h 138164"/>
                  <a:gd name="connsiteX120" fmla="*/ 340922 w 381651"/>
                  <a:gd name="connsiteY120" fmla="*/ 116032 h 138164"/>
                  <a:gd name="connsiteX121" fmla="*/ 335451 w 381651"/>
                  <a:gd name="connsiteY121" fmla="*/ 117065 h 138164"/>
                  <a:gd name="connsiteX122" fmla="*/ 335276 w 381651"/>
                  <a:gd name="connsiteY122" fmla="*/ 117080 h 138164"/>
                  <a:gd name="connsiteX123" fmla="*/ 60635 w 381651"/>
                  <a:gd name="connsiteY123" fmla="*/ 116454 h 138164"/>
                  <a:gd name="connsiteX124" fmla="*/ 60446 w 381651"/>
                  <a:gd name="connsiteY124" fmla="*/ 116440 h 138164"/>
                  <a:gd name="connsiteX125" fmla="*/ 54989 w 381651"/>
                  <a:gd name="connsiteY125" fmla="*/ 115348 h 138164"/>
                  <a:gd name="connsiteX126" fmla="*/ 54262 w 381651"/>
                  <a:gd name="connsiteY126" fmla="*/ 114257 h 138164"/>
                  <a:gd name="connsiteX127" fmla="*/ 55353 w 381651"/>
                  <a:gd name="connsiteY127" fmla="*/ 113529 h 138164"/>
                  <a:gd name="connsiteX128" fmla="*/ 60810 w 381651"/>
                  <a:gd name="connsiteY128" fmla="*/ 114621 h 138164"/>
                  <a:gd name="connsiteX129" fmla="*/ 61537 w 381651"/>
                  <a:gd name="connsiteY129" fmla="*/ 115712 h 138164"/>
                  <a:gd name="connsiteX130" fmla="*/ 60635 w 381651"/>
                  <a:gd name="connsiteY130" fmla="*/ 116454 h 138164"/>
                  <a:gd name="connsiteX131" fmla="*/ 353524 w 381651"/>
                  <a:gd name="connsiteY131" fmla="*/ 113631 h 138164"/>
                  <a:gd name="connsiteX132" fmla="*/ 352607 w 381651"/>
                  <a:gd name="connsiteY132" fmla="*/ 112874 h 138164"/>
                  <a:gd name="connsiteX133" fmla="*/ 353349 w 381651"/>
                  <a:gd name="connsiteY133" fmla="*/ 111783 h 138164"/>
                  <a:gd name="connsiteX134" fmla="*/ 358820 w 381651"/>
                  <a:gd name="connsiteY134" fmla="*/ 110750 h 138164"/>
                  <a:gd name="connsiteX135" fmla="*/ 359912 w 381651"/>
                  <a:gd name="connsiteY135" fmla="*/ 111492 h 138164"/>
                  <a:gd name="connsiteX136" fmla="*/ 359170 w 381651"/>
                  <a:gd name="connsiteY136" fmla="*/ 112583 h 138164"/>
                  <a:gd name="connsiteX137" fmla="*/ 353698 w 381651"/>
                  <a:gd name="connsiteY137" fmla="*/ 113617 h 138164"/>
                  <a:gd name="connsiteX138" fmla="*/ 353524 w 381651"/>
                  <a:gd name="connsiteY138" fmla="*/ 113631 h 138164"/>
                  <a:gd name="connsiteX139" fmla="*/ 42432 w 381651"/>
                  <a:gd name="connsiteY139" fmla="*/ 112831 h 138164"/>
                  <a:gd name="connsiteX140" fmla="*/ 42242 w 381651"/>
                  <a:gd name="connsiteY140" fmla="*/ 112816 h 138164"/>
                  <a:gd name="connsiteX141" fmla="*/ 36786 w 381651"/>
                  <a:gd name="connsiteY141" fmla="*/ 111725 h 138164"/>
                  <a:gd name="connsiteX142" fmla="*/ 36058 w 381651"/>
                  <a:gd name="connsiteY142" fmla="*/ 110634 h 138164"/>
                  <a:gd name="connsiteX143" fmla="*/ 37149 w 381651"/>
                  <a:gd name="connsiteY143" fmla="*/ 109906 h 138164"/>
                  <a:gd name="connsiteX144" fmla="*/ 42606 w 381651"/>
                  <a:gd name="connsiteY144" fmla="*/ 110997 h 138164"/>
                  <a:gd name="connsiteX145" fmla="*/ 43334 w 381651"/>
                  <a:gd name="connsiteY145" fmla="*/ 112089 h 138164"/>
                  <a:gd name="connsiteX146" fmla="*/ 42432 w 381651"/>
                  <a:gd name="connsiteY146" fmla="*/ 112831 h 138164"/>
                  <a:gd name="connsiteX147" fmla="*/ 371771 w 381651"/>
                  <a:gd name="connsiteY147" fmla="*/ 110168 h 138164"/>
                  <a:gd name="connsiteX148" fmla="*/ 370854 w 381651"/>
                  <a:gd name="connsiteY148" fmla="*/ 109411 h 138164"/>
                  <a:gd name="connsiteX149" fmla="*/ 371596 w 381651"/>
                  <a:gd name="connsiteY149" fmla="*/ 108320 h 138164"/>
                  <a:gd name="connsiteX150" fmla="*/ 377068 w 381651"/>
                  <a:gd name="connsiteY150" fmla="*/ 107287 h 138164"/>
                  <a:gd name="connsiteX151" fmla="*/ 378159 w 381651"/>
                  <a:gd name="connsiteY151" fmla="*/ 108029 h 138164"/>
                  <a:gd name="connsiteX152" fmla="*/ 377417 w 381651"/>
                  <a:gd name="connsiteY152" fmla="*/ 109120 h 138164"/>
                  <a:gd name="connsiteX153" fmla="*/ 371946 w 381651"/>
                  <a:gd name="connsiteY153" fmla="*/ 110153 h 138164"/>
                  <a:gd name="connsiteX154" fmla="*/ 371771 w 381651"/>
                  <a:gd name="connsiteY154" fmla="*/ 110168 h 138164"/>
                  <a:gd name="connsiteX155" fmla="*/ 24228 w 381651"/>
                  <a:gd name="connsiteY155" fmla="*/ 109207 h 138164"/>
                  <a:gd name="connsiteX156" fmla="*/ 24039 w 381651"/>
                  <a:gd name="connsiteY156" fmla="*/ 109193 h 138164"/>
                  <a:gd name="connsiteX157" fmla="*/ 18582 w 381651"/>
                  <a:gd name="connsiteY157" fmla="*/ 108102 h 138164"/>
                  <a:gd name="connsiteX158" fmla="*/ 17854 w 381651"/>
                  <a:gd name="connsiteY158" fmla="*/ 107010 h 138164"/>
                  <a:gd name="connsiteX159" fmla="*/ 18946 w 381651"/>
                  <a:gd name="connsiteY159" fmla="*/ 106283 h 138164"/>
                  <a:gd name="connsiteX160" fmla="*/ 24403 w 381651"/>
                  <a:gd name="connsiteY160" fmla="*/ 107374 h 138164"/>
                  <a:gd name="connsiteX161" fmla="*/ 25130 w 381651"/>
                  <a:gd name="connsiteY161" fmla="*/ 108465 h 138164"/>
                  <a:gd name="connsiteX162" fmla="*/ 24228 w 381651"/>
                  <a:gd name="connsiteY162" fmla="*/ 109207 h 138164"/>
                  <a:gd name="connsiteX163" fmla="*/ 6024 w 381651"/>
                  <a:gd name="connsiteY163" fmla="*/ 105584 h 138164"/>
                  <a:gd name="connsiteX164" fmla="*/ 5835 w 381651"/>
                  <a:gd name="connsiteY164" fmla="*/ 105570 h 138164"/>
                  <a:gd name="connsiteX165" fmla="*/ 1120 w 381651"/>
                  <a:gd name="connsiteY165" fmla="*/ 104624 h 138164"/>
                  <a:gd name="connsiteX166" fmla="*/ 1004 w 381651"/>
                  <a:gd name="connsiteY166" fmla="*/ 102412 h 138164"/>
                  <a:gd name="connsiteX167" fmla="*/ 1892 w 381651"/>
                  <a:gd name="connsiteY167" fmla="*/ 101437 h 138164"/>
                  <a:gd name="connsiteX168" fmla="*/ 2867 w 381651"/>
                  <a:gd name="connsiteY168" fmla="*/ 102325 h 138164"/>
                  <a:gd name="connsiteX169" fmla="*/ 2910 w 381651"/>
                  <a:gd name="connsiteY169" fmla="*/ 103081 h 138164"/>
                  <a:gd name="connsiteX170" fmla="*/ 6213 w 381651"/>
                  <a:gd name="connsiteY170" fmla="*/ 103736 h 138164"/>
                  <a:gd name="connsiteX171" fmla="*/ 6941 w 381651"/>
                  <a:gd name="connsiteY171" fmla="*/ 104828 h 138164"/>
                  <a:gd name="connsiteX172" fmla="*/ 6039 w 381651"/>
                  <a:gd name="connsiteY172" fmla="*/ 105570 h 138164"/>
                  <a:gd name="connsiteX173" fmla="*/ 380720 w 381651"/>
                  <a:gd name="connsiteY173" fmla="*/ 98978 h 138164"/>
                  <a:gd name="connsiteX174" fmla="*/ 379789 w 381651"/>
                  <a:gd name="connsiteY174" fmla="*/ 98061 h 138164"/>
                  <a:gd name="connsiteX175" fmla="*/ 379672 w 381651"/>
                  <a:gd name="connsiteY175" fmla="*/ 92503 h 138164"/>
                  <a:gd name="connsiteX176" fmla="*/ 380575 w 381651"/>
                  <a:gd name="connsiteY176" fmla="*/ 91542 h 138164"/>
                  <a:gd name="connsiteX177" fmla="*/ 381535 w 381651"/>
                  <a:gd name="connsiteY177" fmla="*/ 92444 h 138164"/>
                  <a:gd name="connsiteX178" fmla="*/ 381651 w 381651"/>
                  <a:gd name="connsiteY178" fmla="*/ 98032 h 138164"/>
                  <a:gd name="connsiteX179" fmla="*/ 380735 w 381651"/>
                  <a:gd name="connsiteY179" fmla="*/ 98978 h 138164"/>
                  <a:gd name="connsiteX180" fmla="*/ 380735 w 381651"/>
                  <a:gd name="connsiteY180" fmla="*/ 98978 h 138164"/>
                  <a:gd name="connsiteX181" fmla="*/ 1397 w 381651"/>
                  <a:gd name="connsiteY181" fmla="*/ 90320 h 138164"/>
                  <a:gd name="connsiteX182" fmla="*/ 466 w 381651"/>
                  <a:gd name="connsiteY182" fmla="*/ 89418 h 138164"/>
                  <a:gd name="connsiteX183" fmla="*/ 291 w 381651"/>
                  <a:gd name="connsiteY183" fmla="*/ 83845 h 138164"/>
                  <a:gd name="connsiteX184" fmla="*/ 1193 w 381651"/>
                  <a:gd name="connsiteY184" fmla="*/ 82884 h 138164"/>
                  <a:gd name="connsiteX185" fmla="*/ 2154 w 381651"/>
                  <a:gd name="connsiteY185" fmla="*/ 83786 h 138164"/>
                  <a:gd name="connsiteX186" fmla="*/ 2328 w 381651"/>
                  <a:gd name="connsiteY186" fmla="*/ 89345 h 138164"/>
                  <a:gd name="connsiteX187" fmla="*/ 1426 w 381651"/>
                  <a:gd name="connsiteY187" fmla="*/ 90305 h 138164"/>
                  <a:gd name="connsiteX188" fmla="*/ 1397 w 381651"/>
                  <a:gd name="connsiteY188" fmla="*/ 90305 h 138164"/>
                  <a:gd name="connsiteX189" fmla="*/ 379978 w 381651"/>
                  <a:gd name="connsiteY189" fmla="*/ 80440 h 138164"/>
                  <a:gd name="connsiteX190" fmla="*/ 379047 w 381651"/>
                  <a:gd name="connsiteY190" fmla="*/ 79566 h 138164"/>
                  <a:gd name="connsiteX191" fmla="*/ 378654 w 381651"/>
                  <a:gd name="connsiteY191" fmla="*/ 74022 h 138164"/>
                  <a:gd name="connsiteX192" fmla="*/ 379512 w 381651"/>
                  <a:gd name="connsiteY192" fmla="*/ 73018 h 138164"/>
                  <a:gd name="connsiteX193" fmla="*/ 380516 w 381651"/>
                  <a:gd name="connsiteY193" fmla="*/ 73877 h 138164"/>
                  <a:gd name="connsiteX194" fmla="*/ 380909 w 381651"/>
                  <a:gd name="connsiteY194" fmla="*/ 79450 h 138164"/>
                  <a:gd name="connsiteX195" fmla="*/ 380036 w 381651"/>
                  <a:gd name="connsiteY195" fmla="*/ 80440 h 138164"/>
                  <a:gd name="connsiteX196" fmla="*/ 379978 w 381651"/>
                  <a:gd name="connsiteY196" fmla="*/ 80440 h 138164"/>
                  <a:gd name="connsiteX197" fmla="*/ 975 w 381651"/>
                  <a:gd name="connsiteY197" fmla="*/ 71767 h 138164"/>
                  <a:gd name="connsiteX198" fmla="*/ 44 w 381651"/>
                  <a:gd name="connsiteY198" fmla="*/ 70850 h 138164"/>
                  <a:gd name="connsiteX199" fmla="*/ 0 w 381651"/>
                  <a:gd name="connsiteY199" fmla="*/ 65277 h 138164"/>
                  <a:gd name="connsiteX200" fmla="*/ 931 w 381651"/>
                  <a:gd name="connsiteY200" fmla="*/ 64346 h 138164"/>
                  <a:gd name="connsiteX201" fmla="*/ 931 w 381651"/>
                  <a:gd name="connsiteY201" fmla="*/ 64346 h 138164"/>
                  <a:gd name="connsiteX202" fmla="*/ 1863 w 381651"/>
                  <a:gd name="connsiteY202" fmla="*/ 65277 h 138164"/>
                  <a:gd name="connsiteX203" fmla="*/ 1906 w 381651"/>
                  <a:gd name="connsiteY203" fmla="*/ 70836 h 138164"/>
                  <a:gd name="connsiteX204" fmla="*/ 990 w 381651"/>
                  <a:gd name="connsiteY204" fmla="*/ 71782 h 138164"/>
                  <a:gd name="connsiteX205" fmla="*/ 990 w 381651"/>
                  <a:gd name="connsiteY205" fmla="*/ 71782 h 138164"/>
                  <a:gd name="connsiteX206" fmla="*/ 378377 w 381651"/>
                  <a:gd name="connsiteY206" fmla="*/ 61945 h 138164"/>
                  <a:gd name="connsiteX207" fmla="*/ 377461 w 381651"/>
                  <a:gd name="connsiteY207" fmla="*/ 61115 h 138164"/>
                  <a:gd name="connsiteX208" fmla="*/ 376835 w 381651"/>
                  <a:gd name="connsiteY208" fmla="*/ 55586 h 138164"/>
                  <a:gd name="connsiteX209" fmla="*/ 377650 w 381651"/>
                  <a:gd name="connsiteY209" fmla="*/ 54553 h 138164"/>
                  <a:gd name="connsiteX210" fmla="*/ 378683 w 381651"/>
                  <a:gd name="connsiteY210" fmla="*/ 55368 h 138164"/>
                  <a:gd name="connsiteX211" fmla="*/ 379323 w 381651"/>
                  <a:gd name="connsiteY211" fmla="*/ 60912 h 138164"/>
                  <a:gd name="connsiteX212" fmla="*/ 378494 w 381651"/>
                  <a:gd name="connsiteY212" fmla="*/ 61930 h 138164"/>
                  <a:gd name="connsiteX213" fmla="*/ 378392 w 381651"/>
                  <a:gd name="connsiteY213" fmla="*/ 61930 h 138164"/>
                  <a:gd name="connsiteX214" fmla="*/ 1004 w 381651"/>
                  <a:gd name="connsiteY214" fmla="*/ 53200 h 138164"/>
                  <a:gd name="connsiteX215" fmla="*/ 1004 w 381651"/>
                  <a:gd name="connsiteY215" fmla="*/ 53200 h 138164"/>
                  <a:gd name="connsiteX216" fmla="*/ 87 w 381651"/>
                  <a:gd name="connsiteY216" fmla="*/ 52254 h 138164"/>
                  <a:gd name="connsiteX217" fmla="*/ 204 w 381651"/>
                  <a:gd name="connsiteY217" fmla="*/ 46681 h 138164"/>
                  <a:gd name="connsiteX218" fmla="*/ 1150 w 381651"/>
                  <a:gd name="connsiteY218" fmla="*/ 45778 h 138164"/>
                  <a:gd name="connsiteX219" fmla="*/ 2052 w 381651"/>
                  <a:gd name="connsiteY219" fmla="*/ 46724 h 138164"/>
                  <a:gd name="connsiteX220" fmla="*/ 1935 w 381651"/>
                  <a:gd name="connsiteY220" fmla="*/ 52283 h 138164"/>
                  <a:gd name="connsiteX221" fmla="*/ 1004 w 381651"/>
                  <a:gd name="connsiteY221" fmla="*/ 53200 h 138164"/>
                  <a:gd name="connsiteX222" fmla="*/ 376020 w 381651"/>
                  <a:gd name="connsiteY222" fmla="*/ 43523 h 138164"/>
                  <a:gd name="connsiteX223" fmla="*/ 375103 w 381651"/>
                  <a:gd name="connsiteY223" fmla="*/ 42723 h 138164"/>
                  <a:gd name="connsiteX224" fmla="*/ 374259 w 381651"/>
                  <a:gd name="connsiteY224" fmla="*/ 37222 h 138164"/>
                  <a:gd name="connsiteX225" fmla="*/ 375031 w 381651"/>
                  <a:gd name="connsiteY225" fmla="*/ 36160 h 138164"/>
                  <a:gd name="connsiteX226" fmla="*/ 376093 w 381651"/>
                  <a:gd name="connsiteY226" fmla="*/ 36931 h 138164"/>
                  <a:gd name="connsiteX227" fmla="*/ 376937 w 381651"/>
                  <a:gd name="connsiteY227" fmla="*/ 42446 h 138164"/>
                  <a:gd name="connsiteX228" fmla="*/ 376151 w 381651"/>
                  <a:gd name="connsiteY228" fmla="*/ 43494 h 138164"/>
                  <a:gd name="connsiteX229" fmla="*/ 376020 w 381651"/>
                  <a:gd name="connsiteY229" fmla="*/ 43494 h 138164"/>
                  <a:gd name="connsiteX230" fmla="*/ 1601 w 381651"/>
                  <a:gd name="connsiteY230" fmla="*/ 34647 h 138164"/>
                  <a:gd name="connsiteX231" fmla="*/ 1557 w 381651"/>
                  <a:gd name="connsiteY231" fmla="*/ 34647 h 138164"/>
                  <a:gd name="connsiteX232" fmla="*/ 684 w 381651"/>
                  <a:gd name="connsiteY232" fmla="*/ 33672 h 138164"/>
                  <a:gd name="connsiteX233" fmla="*/ 1019 w 381651"/>
                  <a:gd name="connsiteY233" fmla="*/ 28099 h 138164"/>
                  <a:gd name="connsiteX234" fmla="*/ 2008 w 381651"/>
                  <a:gd name="connsiteY234" fmla="*/ 27240 h 138164"/>
                  <a:gd name="connsiteX235" fmla="*/ 2867 w 381651"/>
                  <a:gd name="connsiteY235" fmla="*/ 28230 h 138164"/>
                  <a:gd name="connsiteX236" fmla="*/ 2532 w 381651"/>
                  <a:gd name="connsiteY236" fmla="*/ 33774 h 138164"/>
                  <a:gd name="connsiteX237" fmla="*/ 1601 w 381651"/>
                  <a:gd name="connsiteY237" fmla="*/ 34647 h 138164"/>
                  <a:gd name="connsiteX238" fmla="*/ 372993 w 381651"/>
                  <a:gd name="connsiteY238" fmla="*/ 25203 h 138164"/>
                  <a:gd name="connsiteX239" fmla="*/ 372077 w 381651"/>
                  <a:gd name="connsiteY239" fmla="*/ 24446 h 138164"/>
                  <a:gd name="connsiteX240" fmla="*/ 371043 w 381651"/>
                  <a:gd name="connsiteY240" fmla="*/ 18975 h 138164"/>
                  <a:gd name="connsiteX241" fmla="*/ 371771 w 381651"/>
                  <a:gd name="connsiteY241" fmla="*/ 17884 h 138164"/>
                  <a:gd name="connsiteX242" fmla="*/ 372862 w 381651"/>
                  <a:gd name="connsiteY242" fmla="*/ 18611 h 138164"/>
                  <a:gd name="connsiteX243" fmla="*/ 373896 w 381651"/>
                  <a:gd name="connsiteY243" fmla="*/ 24097 h 138164"/>
                  <a:gd name="connsiteX244" fmla="*/ 373153 w 381651"/>
                  <a:gd name="connsiteY244" fmla="*/ 25174 h 138164"/>
                  <a:gd name="connsiteX245" fmla="*/ 372979 w 381651"/>
                  <a:gd name="connsiteY245" fmla="*/ 25174 h 138164"/>
                  <a:gd name="connsiteX246" fmla="*/ 3056 w 381651"/>
                  <a:gd name="connsiteY246" fmla="*/ 16137 h 138164"/>
                  <a:gd name="connsiteX247" fmla="*/ 2954 w 381651"/>
                  <a:gd name="connsiteY247" fmla="*/ 16137 h 138164"/>
                  <a:gd name="connsiteX248" fmla="*/ 2139 w 381651"/>
                  <a:gd name="connsiteY248" fmla="*/ 15119 h 138164"/>
                  <a:gd name="connsiteX249" fmla="*/ 2823 w 381651"/>
                  <a:gd name="connsiteY249" fmla="*/ 9560 h 138164"/>
                  <a:gd name="connsiteX250" fmla="*/ 3871 w 381651"/>
                  <a:gd name="connsiteY250" fmla="*/ 8760 h 138164"/>
                  <a:gd name="connsiteX251" fmla="*/ 4671 w 381651"/>
                  <a:gd name="connsiteY251" fmla="*/ 9808 h 138164"/>
                  <a:gd name="connsiteX252" fmla="*/ 4002 w 381651"/>
                  <a:gd name="connsiteY252" fmla="*/ 15308 h 138164"/>
                  <a:gd name="connsiteX253" fmla="*/ 3085 w 381651"/>
                  <a:gd name="connsiteY253" fmla="*/ 16137 h 138164"/>
                  <a:gd name="connsiteX254" fmla="*/ 368526 w 381651"/>
                  <a:gd name="connsiteY254" fmla="*/ 7741 h 138164"/>
                  <a:gd name="connsiteX255" fmla="*/ 368424 w 381651"/>
                  <a:gd name="connsiteY255" fmla="*/ 7741 h 138164"/>
                  <a:gd name="connsiteX256" fmla="*/ 362909 w 381651"/>
                  <a:gd name="connsiteY256" fmla="*/ 7145 h 138164"/>
                  <a:gd name="connsiteX257" fmla="*/ 362080 w 381651"/>
                  <a:gd name="connsiteY257" fmla="*/ 6126 h 138164"/>
                  <a:gd name="connsiteX258" fmla="*/ 363098 w 381651"/>
                  <a:gd name="connsiteY258" fmla="*/ 5297 h 138164"/>
                  <a:gd name="connsiteX259" fmla="*/ 368657 w 381651"/>
                  <a:gd name="connsiteY259" fmla="*/ 5893 h 138164"/>
                  <a:gd name="connsiteX260" fmla="*/ 369472 w 381651"/>
                  <a:gd name="connsiteY260" fmla="*/ 6926 h 138164"/>
                  <a:gd name="connsiteX261" fmla="*/ 368555 w 381651"/>
                  <a:gd name="connsiteY261" fmla="*/ 7741 h 138164"/>
                  <a:gd name="connsiteX262" fmla="*/ 350031 w 381651"/>
                  <a:gd name="connsiteY262" fmla="*/ 6068 h 138164"/>
                  <a:gd name="connsiteX263" fmla="*/ 349959 w 381651"/>
                  <a:gd name="connsiteY263" fmla="*/ 6068 h 138164"/>
                  <a:gd name="connsiteX264" fmla="*/ 344415 w 381651"/>
                  <a:gd name="connsiteY264" fmla="*/ 5690 h 138164"/>
                  <a:gd name="connsiteX265" fmla="*/ 343542 w 381651"/>
                  <a:gd name="connsiteY265" fmla="*/ 4700 h 138164"/>
                  <a:gd name="connsiteX266" fmla="*/ 344531 w 381651"/>
                  <a:gd name="connsiteY266" fmla="*/ 3827 h 138164"/>
                  <a:gd name="connsiteX267" fmla="*/ 350090 w 381651"/>
                  <a:gd name="connsiteY267" fmla="*/ 4205 h 138164"/>
                  <a:gd name="connsiteX268" fmla="*/ 350948 w 381651"/>
                  <a:gd name="connsiteY268" fmla="*/ 5195 h 138164"/>
                  <a:gd name="connsiteX269" fmla="*/ 350017 w 381651"/>
                  <a:gd name="connsiteY269" fmla="*/ 6053 h 138164"/>
                  <a:gd name="connsiteX270" fmla="*/ 331493 w 381651"/>
                  <a:gd name="connsiteY270" fmla="*/ 4962 h 138164"/>
                  <a:gd name="connsiteX271" fmla="*/ 331449 w 381651"/>
                  <a:gd name="connsiteY271" fmla="*/ 4962 h 138164"/>
                  <a:gd name="connsiteX272" fmla="*/ 325891 w 381651"/>
                  <a:gd name="connsiteY272" fmla="*/ 4700 h 138164"/>
                  <a:gd name="connsiteX273" fmla="*/ 325003 w 381651"/>
                  <a:gd name="connsiteY273" fmla="*/ 3725 h 138164"/>
                  <a:gd name="connsiteX274" fmla="*/ 325978 w 381651"/>
                  <a:gd name="connsiteY274" fmla="*/ 2838 h 138164"/>
                  <a:gd name="connsiteX275" fmla="*/ 331551 w 381651"/>
                  <a:gd name="connsiteY275" fmla="*/ 3099 h 138164"/>
                  <a:gd name="connsiteX276" fmla="*/ 332424 w 381651"/>
                  <a:gd name="connsiteY276" fmla="*/ 4074 h 138164"/>
                  <a:gd name="connsiteX277" fmla="*/ 331493 w 381651"/>
                  <a:gd name="connsiteY277" fmla="*/ 4962 h 138164"/>
                  <a:gd name="connsiteX278" fmla="*/ 312940 w 381651"/>
                  <a:gd name="connsiteY278" fmla="*/ 4147 h 138164"/>
                  <a:gd name="connsiteX279" fmla="*/ 312911 w 381651"/>
                  <a:gd name="connsiteY279" fmla="*/ 4147 h 138164"/>
                  <a:gd name="connsiteX280" fmla="*/ 307352 w 381651"/>
                  <a:gd name="connsiteY280" fmla="*/ 3943 h 138164"/>
                  <a:gd name="connsiteX281" fmla="*/ 306450 w 381651"/>
                  <a:gd name="connsiteY281" fmla="*/ 2983 h 138164"/>
                  <a:gd name="connsiteX282" fmla="*/ 307411 w 381651"/>
                  <a:gd name="connsiteY282" fmla="*/ 2081 h 138164"/>
                  <a:gd name="connsiteX283" fmla="*/ 312984 w 381651"/>
                  <a:gd name="connsiteY283" fmla="*/ 2285 h 138164"/>
                  <a:gd name="connsiteX284" fmla="*/ 313871 w 381651"/>
                  <a:gd name="connsiteY284" fmla="*/ 3245 h 138164"/>
                  <a:gd name="connsiteX285" fmla="*/ 312940 w 381651"/>
                  <a:gd name="connsiteY285" fmla="*/ 4133 h 138164"/>
                  <a:gd name="connsiteX286" fmla="*/ 294387 w 381651"/>
                  <a:gd name="connsiteY286" fmla="*/ 3536 h 138164"/>
                  <a:gd name="connsiteX287" fmla="*/ 294358 w 381651"/>
                  <a:gd name="connsiteY287" fmla="*/ 3536 h 138164"/>
                  <a:gd name="connsiteX288" fmla="*/ 288785 w 381651"/>
                  <a:gd name="connsiteY288" fmla="*/ 3376 h 138164"/>
                  <a:gd name="connsiteX289" fmla="*/ 287883 w 381651"/>
                  <a:gd name="connsiteY289" fmla="*/ 2416 h 138164"/>
                  <a:gd name="connsiteX290" fmla="*/ 288843 w 381651"/>
                  <a:gd name="connsiteY290" fmla="*/ 1513 h 138164"/>
                  <a:gd name="connsiteX291" fmla="*/ 294416 w 381651"/>
                  <a:gd name="connsiteY291" fmla="*/ 1673 h 138164"/>
                  <a:gd name="connsiteX292" fmla="*/ 295319 w 381651"/>
                  <a:gd name="connsiteY292" fmla="*/ 2634 h 138164"/>
                  <a:gd name="connsiteX293" fmla="*/ 294387 w 381651"/>
                  <a:gd name="connsiteY293" fmla="*/ 3536 h 138164"/>
                  <a:gd name="connsiteX294" fmla="*/ 275820 w 381651"/>
                  <a:gd name="connsiteY294" fmla="*/ 3056 h 138164"/>
                  <a:gd name="connsiteX295" fmla="*/ 275791 w 381651"/>
                  <a:gd name="connsiteY295" fmla="*/ 3056 h 138164"/>
                  <a:gd name="connsiteX296" fmla="*/ 270218 w 381651"/>
                  <a:gd name="connsiteY296" fmla="*/ 2939 h 138164"/>
                  <a:gd name="connsiteX297" fmla="*/ 269315 w 381651"/>
                  <a:gd name="connsiteY297" fmla="*/ 1994 h 138164"/>
                  <a:gd name="connsiteX298" fmla="*/ 270247 w 381651"/>
                  <a:gd name="connsiteY298" fmla="*/ 1091 h 138164"/>
                  <a:gd name="connsiteX299" fmla="*/ 270261 w 381651"/>
                  <a:gd name="connsiteY299" fmla="*/ 1091 h 138164"/>
                  <a:gd name="connsiteX300" fmla="*/ 275834 w 381651"/>
                  <a:gd name="connsiteY300" fmla="*/ 1208 h 138164"/>
                  <a:gd name="connsiteX301" fmla="*/ 276736 w 381651"/>
                  <a:gd name="connsiteY301" fmla="*/ 2154 h 138164"/>
                  <a:gd name="connsiteX302" fmla="*/ 275805 w 381651"/>
                  <a:gd name="connsiteY302" fmla="*/ 3056 h 138164"/>
                  <a:gd name="connsiteX303" fmla="*/ 257252 w 381651"/>
                  <a:gd name="connsiteY303" fmla="*/ 2677 h 138164"/>
                  <a:gd name="connsiteX304" fmla="*/ 257238 w 381651"/>
                  <a:gd name="connsiteY304" fmla="*/ 2677 h 138164"/>
                  <a:gd name="connsiteX305" fmla="*/ 251665 w 381651"/>
                  <a:gd name="connsiteY305" fmla="*/ 2576 h 138164"/>
                  <a:gd name="connsiteX306" fmla="*/ 250748 w 381651"/>
                  <a:gd name="connsiteY306" fmla="*/ 1630 h 138164"/>
                  <a:gd name="connsiteX307" fmla="*/ 251679 w 381651"/>
                  <a:gd name="connsiteY307" fmla="*/ 713 h 138164"/>
                  <a:gd name="connsiteX308" fmla="*/ 251694 w 381651"/>
                  <a:gd name="connsiteY308" fmla="*/ 713 h 138164"/>
                  <a:gd name="connsiteX309" fmla="*/ 257267 w 381651"/>
                  <a:gd name="connsiteY309" fmla="*/ 815 h 138164"/>
                  <a:gd name="connsiteX310" fmla="*/ 258184 w 381651"/>
                  <a:gd name="connsiteY310" fmla="*/ 1761 h 138164"/>
                  <a:gd name="connsiteX311" fmla="*/ 257252 w 381651"/>
                  <a:gd name="connsiteY311" fmla="*/ 2677 h 138164"/>
                  <a:gd name="connsiteX312" fmla="*/ 10273 w 381651"/>
                  <a:gd name="connsiteY312" fmla="*/ 2677 h 138164"/>
                  <a:gd name="connsiteX313" fmla="*/ 9342 w 381651"/>
                  <a:gd name="connsiteY313" fmla="*/ 1761 h 138164"/>
                  <a:gd name="connsiteX314" fmla="*/ 10259 w 381651"/>
                  <a:gd name="connsiteY314" fmla="*/ 815 h 138164"/>
                  <a:gd name="connsiteX315" fmla="*/ 15832 w 381651"/>
                  <a:gd name="connsiteY315" fmla="*/ 742 h 138164"/>
                  <a:gd name="connsiteX316" fmla="*/ 15832 w 381651"/>
                  <a:gd name="connsiteY316" fmla="*/ 742 h 138164"/>
                  <a:gd name="connsiteX317" fmla="*/ 16763 w 381651"/>
                  <a:gd name="connsiteY317" fmla="*/ 1659 h 138164"/>
                  <a:gd name="connsiteX318" fmla="*/ 15846 w 381651"/>
                  <a:gd name="connsiteY318" fmla="*/ 2605 h 138164"/>
                  <a:gd name="connsiteX319" fmla="*/ 10273 w 381651"/>
                  <a:gd name="connsiteY319" fmla="*/ 2677 h 138164"/>
                  <a:gd name="connsiteX320" fmla="*/ 10273 w 381651"/>
                  <a:gd name="connsiteY320" fmla="*/ 2677 h 138164"/>
                  <a:gd name="connsiteX321" fmla="*/ 28855 w 381651"/>
                  <a:gd name="connsiteY321" fmla="*/ 2459 h 138164"/>
                  <a:gd name="connsiteX322" fmla="*/ 27924 w 381651"/>
                  <a:gd name="connsiteY322" fmla="*/ 1542 h 138164"/>
                  <a:gd name="connsiteX323" fmla="*/ 28841 w 381651"/>
                  <a:gd name="connsiteY323" fmla="*/ 611 h 138164"/>
                  <a:gd name="connsiteX324" fmla="*/ 34414 w 381651"/>
                  <a:gd name="connsiteY324" fmla="*/ 553 h 138164"/>
                  <a:gd name="connsiteX325" fmla="*/ 34414 w 381651"/>
                  <a:gd name="connsiteY325" fmla="*/ 553 h 138164"/>
                  <a:gd name="connsiteX326" fmla="*/ 35345 w 381651"/>
                  <a:gd name="connsiteY326" fmla="*/ 1470 h 138164"/>
                  <a:gd name="connsiteX327" fmla="*/ 34428 w 381651"/>
                  <a:gd name="connsiteY327" fmla="*/ 2401 h 138164"/>
                  <a:gd name="connsiteX328" fmla="*/ 28855 w 381651"/>
                  <a:gd name="connsiteY328" fmla="*/ 2459 h 138164"/>
                  <a:gd name="connsiteX329" fmla="*/ 28855 w 381651"/>
                  <a:gd name="connsiteY329" fmla="*/ 2459 h 138164"/>
                  <a:gd name="connsiteX330" fmla="*/ 238699 w 381651"/>
                  <a:gd name="connsiteY330" fmla="*/ 2386 h 138164"/>
                  <a:gd name="connsiteX331" fmla="*/ 238699 w 381651"/>
                  <a:gd name="connsiteY331" fmla="*/ 2386 h 138164"/>
                  <a:gd name="connsiteX332" fmla="*/ 233126 w 381651"/>
                  <a:gd name="connsiteY332" fmla="*/ 2314 h 138164"/>
                  <a:gd name="connsiteX333" fmla="*/ 232210 w 381651"/>
                  <a:gd name="connsiteY333" fmla="*/ 1368 h 138164"/>
                  <a:gd name="connsiteX334" fmla="*/ 233141 w 381651"/>
                  <a:gd name="connsiteY334" fmla="*/ 451 h 138164"/>
                  <a:gd name="connsiteX335" fmla="*/ 233141 w 381651"/>
                  <a:gd name="connsiteY335" fmla="*/ 451 h 138164"/>
                  <a:gd name="connsiteX336" fmla="*/ 238714 w 381651"/>
                  <a:gd name="connsiteY336" fmla="*/ 524 h 138164"/>
                  <a:gd name="connsiteX337" fmla="*/ 239631 w 381651"/>
                  <a:gd name="connsiteY337" fmla="*/ 1470 h 138164"/>
                  <a:gd name="connsiteX338" fmla="*/ 238699 w 381651"/>
                  <a:gd name="connsiteY338" fmla="*/ 2386 h 138164"/>
                  <a:gd name="connsiteX339" fmla="*/ 47437 w 381651"/>
                  <a:gd name="connsiteY339" fmla="*/ 2285 h 138164"/>
                  <a:gd name="connsiteX340" fmla="*/ 46506 w 381651"/>
                  <a:gd name="connsiteY340" fmla="*/ 1368 h 138164"/>
                  <a:gd name="connsiteX341" fmla="*/ 47423 w 381651"/>
                  <a:gd name="connsiteY341" fmla="*/ 437 h 138164"/>
                  <a:gd name="connsiteX342" fmla="*/ 52996 w 381651"/>
                  <a:gd name="connsiteY342" fmla="*/ 393 h 138164"/>
                  <a:gd name="connsiteX343" fmla="*/ 52996 w 381651"/>
                  <a:gd name="connsiteY343" fmla="*/ 393 h 138164"/>
                  <a:gd name="connsiteX344" fmla="*/ 53927 w 381651"/>
                  <a:gd name="connsiteY344" fmla="*/ 1310 h 138164"/>
                  <a:gd name="connsiteX345" fmla="*/ 53010 w 381651"/>
                  <a:gd name="connsiteY345" fmla="*/ 2241 h 138164"/>
                  <a:gd name="connsiteX346" fmla="*/ 47437 w 381651"/>
                  <a:gd name="connsiteY346" fmla="*/ 2285 h 138164"/>
                  <a:gd name="connsiteX347" fmla="*/ 47437 w 381651"/>
                  <a:gd name="connsiteY347" fmla="*/ 2285 h 138164"/>
                  <a:gd name="connsiteX348" fmla="*/ 220132 w 381651"/>
                  <a:gd name="connsiteY348" fmla="*/ 2168 h 138164"/>
                  <a:gd name="connsiteX349" fmla="*/ 220132 w 381651"/>
                  <a:gd name="connsiteY349" fmla="*/ 2168 h 138164"/>
                  <a:gd name="connsiteX350" fmla="*/ 214559 w 381651"/>
                  <a:gd name="connsiteY350" fmla="*/ 2110 h 138164"/>
                  <a:gd name="connsiteX351" fmla="*/ 213642 w 381651"/>
                  <a:gd name="connsiteY351" fmla="*/ 1179 h 138164"/>
                  <a:gd name="connsiteX352" fmla="*/ 214573 w 381651"/>
                  <a:gd name="connsiteY352" fmla="*/ 262 h 138164"/>
                  <a:gd name="connsiteX353" fmla="*/ 214573 w 381651"/>
                  <a:gd name="connsiteY353" fmla="*/ 262 h 138164"/>
                  <a:gd name="connsiteX354" fmla="*/ 220147 w 381651"/>
                  <a:gd name="connsiteY354" fmla="*/ 320 h 138164"/>
                  <a:gd name="connsiteX355" fmla="*/ 221063 w 381651"/>
                  <a:gd name="connsiteY355" fmla="*/ 1251 h 138164"/>
                  <a:gd name="connsiteX356" fmla="*/ 220132 w 381651"/>
                  <a:gd name="connsiteY356" fmla="*/ 2168 h 138164"/>
                  <a:gd name="connsiteX357" fmla="*/ 66005 w 381651"/>
                  <a:gd name="connsiteY357" fmla="*/ 2139 h 138164"/>
                  <a:gd name="connsiteX358" fmla="*/ 65073 w 381651"/>
                  <a:gd name="connsiteY358" fmla="*/ 1222 h 138164"/>
                  <a:gd name="connsiteX359" fmla="*/ 65990 w 381651"/>
                  <a:gd name="connsiteY359" fmla="*/ 291 h 138164"/>
                  <a:gd name="connsiteX360" fmla="*/ 71563 w 381651"/>
                  <a:gd name="connsiteY360" fmla="*/ 247 h 138164"/>
                  <a:gd name="connsiteX361" fmla="*/ 71563 w 381651"/>
                  <a:gd name="connsiteY361" fmla="*/ 247 h 138164"/>
                  <a:gd name="connsiteX362" fmla="*/ 72495 w 381651"/>
                  <a:gd name="connsiteY362" fmla="*/ 1164 h 138164"/>
                  <a:gd name="connsiteX363" fmla="*/ 71578 w 381651"/>
                  <a:gd name="connsiteY363" fmla="*/ 2095 h 138164"/>
                  <a:gd name="connsiteX364" fmla="*/ 66005 w 381651"/>
                  <a:gd name="connsiteY364" fmla="*/ 2139 h 138164"/>
                  <a:gd name="connsiteX365" fmla="*/ 66005 w 381651"/>
                  <a:gd name="connsiteY365" fmla="*/ 2139 h 138164"/>
                  <a:gd name="connsiteX366" fmla="*/ 201565 w 381651"/>
                  <a:gd name="connsiteY366" fmla="*/ 2008 h 138164"/>
                  <a:gd name="connsiteX367" fmla="*/ 201565 w 381651"/>
                  <a:gd name="connsiteY367" fmla="*/ 2008 h 138164"/>
                  <a:gd name="connsiteX368" fmla="*/ 195991 w 381651"/>
                  <a:gd name="connsiteY368" fmla="*/ 1979 h 138164"/>
                  <a:gd name="connsiteX369" fmla="*/ 195075 w 381651"/>
                  <a:gd name="connsiteY369" fmla="*/ 1048 h 138164"/>
                  <a:gd name="connsiteX370" fmla="*/ 196006 w 381651"/>
                  <a:gd name="connsiteY370" fmla="*/ 131 h 138164"/>
                  <a:gd name="connsiteX371" fmla="*/ 196006 w 381651"/>
                  <a:gd name="connsiteY371" fmla="*/ 131 h 138164"/>
                  <a:gd name="connsiteX372" fmla="*/ 201579 w 381651"/>
                  <a:gd name="connsiteY372" fmla="*/ 160 h 138164"/>
                  <a:gd name="connsiteX373" fmla="*/ 202496 w 381651"/>
                  <a:gd name="connsiteY373" fmla="*/ 1091 h 138164"/>
                  <a:gd name="connsiteX374" fmla="*/ 201565 w 381651"/>
                  <a:gd name="connsiteY374" fmla="*/ 2008 h 138164"/>
                  <a:gd name="connsiteX375" fmla="*/ 84572 w 381651"/>
                  <a:gd name="connsiteY375" fmla="*/ 2008 h 138164"/>
                  <a:gd name="connsiteX376" fmla="*/ 83641 w 381651"/>
                  <a:gd name="connsiteY376" fmla="*/ 1091 h 138164"/>
                  <a:gd name="connsiteX377" fmla="*/ 84558 w 381651"/>
                  <a:gd name="connsiteY377" fmla="*/ 160 h 138164"/>
                  <a:gd name="connsiteX378" fmla="*/ 90131 w 381651"/>
                  <a:gd name="connsiteY378" fmla="*/ 131 h 138164"/>
                  <a:gd name="connsiteX379" fmla="*/ 90131 w 381651"/>
                  <a:gd name="connsiteY379" fmla="*/ 131 h 138164"/>
                  <a:gd name="connsiteX380" fmla="*/ 91062 w 381651"/>
                  <a:gd name="connsiteY380" fmla="*/ 1062 h 138164"/>
                  <a:gd name="connsiteX381" fmla="*/ 90145 w 381651"/>
                  <a:gd name="connsiteY381" fmla="*/ 1994 h 138164"/>
                  <a:gd name="connsiteX382" fmla="*/ 84572 w 381651"/>
                  <a:gd name="connsiteY382" fmla="*/ 2023 h 138164"/>
                  <a:gd name="connsiteX383" fmla="*/ 84572 w 381651"/>
                  <a:gd name="connsiteY383" fmla="*/ 2023 h 138164"/>
                  <a:gd name="connsiteX384" fmla="*/ 103140 w 381651"/>
                  <a:gd name="connsiteY384" fmla="*/ 1921 h 138164"/>
                  <a:gd name="connsiteX385" fmla="*/ 102208 w 381651"/>
                  <a:gd name="connsiteY385" fmla="*/ 989 h 138164"/>
                  <a:gd name="connsiteX386" fmla="*/ 103140 w 381651"/>
                  <a:gd name="connsiteY386" fmla="*/ 58 h 138164"/>
                  <a:gd name="connsiteX387" fmla="*/ 108713 w 381651"/>
                  <a:gd name="connsiteY387" fmla="*/ 58 h 138164"/>
                  <a:gd name="connsiteX388" fmla="*/ 108713 w 381651"/>
                  <a:gd name="connsiteY388" fmla="*/ 44 h 138164"/>
                  <a:gd name="connsiteX389" fmla="*/ 109644 w 381651"/>
                  <a:gd name="connsiteY389" fmla="*/ 975 h 138164"/>
                  <a:gd name="connsiteX390" fmla="*/ 108713 w 381651"/>
                  <a:gd name="connsiteY390" fmla="*/ 1906 h 138164"/>
                  <a:gd name="connsiteX391" fmla="*/ 103140 w 381651"/>
                  <a:gd name="connsiteY391" fmla="*/ 1906 h 138164"/>
                  <a:gd name="connsiteX392" fmla="*/ 103140 w 381651"/>
                  <a:gd name="connsiteY392" fmla="*/ 1921 h 138164"/>
                  <a:gd name="connsiteX393" fmla="*/ 182983 w 381651"/>
                  <a:gd name="connsiteY393" fmla="*/ 1921 h 138164"/>
                  <a:gd name="connsiteX394" fmla="*/ 177409 w 381651"/>
                  <a:gd name="connsiteY394" fmla="*/ 1921 h 138164"/>
                  <a:gd name="connsiteX395" fmla="*/ 176478 w 381651"/>
                  <a:gd name="connsiteY395" fmla="*/ 960 h 138164"/>
                  <a:gd name="connsiteX396" fmla="*/ 177409 w 381651"/>
                  <a:gd name="connsiteY396" fmla="*/ 29 h 138164"/>
                  <a:gd name="connsiteX397" fmla="*/ 182983 w 381651"/>
                  <a:gd name="connsiteY397" fmla="*/ 29 h 138164"/>
                  <a:gd name="connsiteX398" fmla="*/ 183914 w 381651"/>
                  <a:gd name="connsiteY398" fmla="*/ 989 h 138164"/>
                  <a:gd name="connsiteX399" fmla="*/ 182983 w 381651"/>
                  <a:gd name="connsiteY399" fmla="*/ 1921 h 138164"/>
                  <a:gd name="connsiteX400" fmla="*/ 121707 w 381651"/>
                  <a:gd name="connsiteY400" fmla="*/ 1877 h 138164"/>
                  <a:gd name="connsiteX401" fmla="*/ 120776 w 381651"/>
                  <a:gd name="connsiteY401" fmla="*/ 946 h 138164"/>
                  <a:gd name="connsiteX402" fmla="*/ 121707 w 381651"/>
                  <a:gd name="connsiteY402" fmla="*/ 15 h 138164"/>
                  <a:gd name="connsiteX403" fmla="*/ 127280 w 381651"/>
                  <a:gd name="connsiteY403" fmla="*/ 15 h 138164"/>
                  <a:gd name="connsiteX404" fmla="*/ 128211 w 381651"/>
                  <a:gd name="connsiteY404" fmla="*/ 931 h 138164"/>
                  <a:gd name="connsiteX405" fmla="*/ 127280 w 381651"/>
                  <a:gd name="connsiteY405" fmla="*/ 1863 h 138164"/>
                  <a:gd name="connsiteX406" fmla="*/ 121707 w 381651"/>
                  <a:gd name="connsiteY406" fmla="*/ 1863 h 138164"/>
                  <a:gd name="connsiteX407" fmla="*/ 121707 w 381651"/>
                  <a:gd name="connsiteY407" fmla="*/ 1863 h 138164"/>
                  <a:gd name="connsiteX408" fmla="*/ 164415 w 381651"/>
                  <a:gd name="connsiteY408" fmla="*/ 1877 h 138164"/>
                  <a:gd name="connsiteX409" fmla="*/ 158842 w 381651"/>
                  <a:gd name="connsiteY409" fmla="*/ 1877 h 138164"/>
                  <a:gd name="connsiteX410" fmla="*/ 157911 w 381651"/>
                  <a:gd name="connsiteY410" fmla="*/ 931 h 138164"/>
                  <a:gd name="connsiteX411" fmla="*/ 158842 w 381651"/>
                  <a:gd name="connsiteY411" fmla="*/ 0 h 138164"/>
                  <a:gd name="connsiteX412" fmla="*/ 164415 w 381651"/>
                  <a:gd name="connsiteY412" fmla="*/ 0 h 138164"/>
                  <a:gd name="connsiteX413" fmla="*/ 165346 w 381651"/>
                  <a:gd name="connsiteY413" fmla="*/ 946 h 138164"/>
                  <a:gd name="connsiteX414" fmla="*/ 164415 w 381651"/>
                  <a:gd name="connsiteY414" fmla="*/ 1877 h 138164"/>
                  <a:gd name="connsiteX415" fmla="*/ 140275 w 381651"/>
                  <a:gd name="connsiteY415" fmla="*/ 1863 h 138164"/>
                  <a:gd name="connsiteX416" fmla="*/ 139343 w 381651"/>
                  <a:gd name="connsiteY416" fmla="*/ 931 h 138164"/>
                  <a:gd name="connsiteX417" fmla="*/ 140275 w 381651"/>
                  <a:gd name="connsiteY417" fmla="*/ 0 h 138164"/>
                  <a:gd name="connsiteX418" fmla="*/ 145833 w 381651"/>
                  <a:gd name="connsiteY418" fmla="*/ 0 h 138164"/>
                  <a:gd name="connsiteX419" fmla="*/ 146764 w 381651"/>
                  <a:gd name="connsiteY419" fmla="*/ 931 h 138164"/>
                  <a:gd name="connsiteX420" fmla="*/ 145848 w 381651"/>
                  <a:gd name="connsiteY420" fmla="*/ 1863 h 138164"/>
                  <a:gd name="connsiteX421" fmla="*/ 140275 w 381651"/>
                  <a:gd name="connsiteY421" fmla="*/ 1863 h 138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</a:cxnLst>
                <a:rect l="l" t="t" r="r" b="b"/>
                <a:pathLst>
                  <a:path w="381651" h="138164">
                    <a:moveTo>
                      <a:pt x="169915" y="138150"/>
                    </a:moveTo>
                    <a:cubicBezTo>
                      <a:pt x="169915" y="138150"/>
                      <a:pt x="169799" y="138150"/>
                      <a:pt x="169726" y="138135"/>
                    </a:cubicBezTo>
                    <a:lnTo>
                      <a:pt x="164270" y="137044"/>
                    </a:lnTo>
                    <a:cubicBezTo>
                      <a:pt x="163760" y="136942"/>
                      <a:pt x="163440" y="136462"/>
                      <a:pt x="163542" y="135953"/>
                    </a:cubicBezTo>
                    <a:cubicBezTo>
                      <a:pt x="163644" y="135458"/>
                      <a:pt x="164124" y="135109"/>
                      <a:pt x="164633" y="135225"/>
                    </a:cubicBezTo>
                    <a:lnTo>
                      <a:pt x="170046" y="136302"/>
                    </a:lnTo>
                    <a:cubicBezTo>
                      <a:pt x="170046" y="136302"/>
                      <a:pt x="170134" y="136302"/>
                      <a:pt x="170177" y="136302"/>
                    </a:cubicBezTo>
                    <a:lnTo>
                      <a:pt x="175751" y="136302"/>
                    </a:lnTo>
                    <a:cubicBezTo>
                      <a:pt x="176260" y="136302"/>
                      <a:pt x="176682" y="136724"/>
                      <a:pt x="176682" y="137233"/>
                    </a:cubicBezTo>
                    <a:cubicBezTo>
                      <a:pt x="176682" y="137743"/>
                      <a:pt x="176260" y="138165"/>
                      <a:pt x="175751" y="138165"/>
                    </a:cubicBezTo>
                    <a:lnTo>
                      <a:pt x="170177" y="138165"/>
                    </a:lnTo>
                    <a:cubicBezTo>
                      <a:pt x="170177" y="138165"/>
                      <a:pt x="170090" y="138165"/>
                      <a:pt x="170046" y="138165"/>
                    </a:cubicBezTo>
                    <a:cubicBezTo>
                      <a:pt x="170003" y="138165"/>
                      <a:pt x="169959" y="138165"/>
                      <a:pt x="169915" y="138165"/>
                    </a:cubicBezTo>
                    <a:close/>
                    <a:moveTo>
                      <a:pt x="212871" y="138150"/>
                    </a:moveTo>
                    <a:lnTo>
                      <a:pt x="207298" y="138150"/>
                    </a:lnTo>
                    <a:cubicBezTo>
                      <a:pt x="206788" y="138150"/>
                      <a:pt x="206366" y="137728"/>
                      <a:pt x="206366" y="137219"/>
                    </a:cubicBezTo>
                    <a:cubicBezTo>
                      <a:pt x="206366" y="136709"/>
                      <a:pt x="206788" y="136288"/>
                      <a:pt x="207298" y="136288"/>
                    </a:cubicBezTo>
                    <a:lnTo>
                      <a:pt x="212871" y="136288"/>
                    </a:lnTo>
                    <a:cubicBezTo>
                      <a:pt x="213380" y="136288"/>
                      <a:pt x="213802" y="136709"/>
                      <a:pt x="213802" y="137219"/>
                    </a:cubicBezTo>
                    <a:cubicBezTo>
                      <a:pt x="213802" y="137728"/>
                      <a:pt x="213380" y="138150"/>
                      <a:pt x="212871" y="138150"/>
                    </a:cubicBezTo>
                    <a:close/>
                    <a:moveTo>
                      <a:pt x="194303" y="138150"/>
                    </a:moveTo>
                    <a:lnTo>
                      <a:pt x="188730" y="138150"/>
                    </a:lnTo>
                    <a:cubicBezTo>
                      <a:pt x="188221" y="138150"/>
                      <a:pt x="187799" y="137728"/>
                      <a:pt x="187799" y="137219"/>
                    </a:cubicBezTo>
                    <a:cubicBezTo>
                      <a:pt x="187799" y="136709"/>
                      <a:pt x="188221" y="136288"/>
                      <a:pt x="188730" y="136288"/>
                    </a:cubicBezTo>
                    <a:lnTo>
                      <a:pt x="194303" y="136288"/>
                    </a:lnTo>
                    <a:cubicBezTo>
                      <a:pt x="194813" y="136288"/>
                      <a:pt x="195235" y="136709"/>
                      <a:pt x="195235" y="137219"/>
                    </a:cubicBezTo>
                    <a:cubicBezTo>
                      <a:pt x="195235" y="137728"/>
                      <a:pt x="194813" y="138150"/>
                      <a:pt x="194303" y="138150"/>
                    </a:cubicBezTo>
                    <a:close/>
                    <a:moveTo>
                      <a:pt x="225836" y="137772"/>
                    </a:moveTo>
                    <a:cubicBezTo>
                      <a:pt x="225400" y="137772"/>
                      <a:pt x="225007" y="137466"/>
                      <a:pt x="224919" y="137015"/>
                    </a:cubicBezTo>
                    <a:cubicBezTo>
                      <a:pt x="224817" y="136506"/>
                      <a:pt x="225152" y="136026"/>
                      <a:pt x="225661" y="135924"/>
                    </a:cubicBezTo>
                    <a:lnTo>
                      <a:pt x="231133" y="134891"/>
                    </a:lnTo>
                    <a:cubicBezTo>
                      <a:pt x="231642" y="134803"/>
                      <a:pt x="232122" y="135123"/>
                      <a:pt x="232224" y="135633"/>
                    </a:cubicBezTo>
                    <a:cubicBezTo>
                      <a:pt x="232326" y="136142"/>
                      <a:pt x="231991" y="136622"/>
                      <a:pt x="231482" y="136724"/>
                    </a:cubicBezTo>
                    <a:lnTo>
                      <a:pt x="226011" y="137757"/>
                    </a:lnTo>
                    <a:cubicBezTo>
                      <a:pt x="226011" y="137757"/>
                      <a:pt x="225894" y="137772"/>
                      <a:pt x="225836" y="137772"/>
                    </a:cubicBezTo>
                    <a:close/>
                    <a:moveTo>
                      <a:pt x="151712" y="134541"/>
                    </a:moveTo>
                    <a:cubicBezTo>
                      <a:pt x="151712" y="134541"/>
                      <a:pt x="151595" y="134541"/>
                      <a:pt x="151523" y="134527"/>
                    </a:cubicBezTo>
                    <a:lnTo>
                      <a:pt x="146066" y="133435"/>
                    </a:lnTo>
                    <a:cubicBezTo>
                      <a:pt x="145557" y="133334"/>
                      <a:pt x="145236" y="132853"/>
                      <a:pt x="145338" y="132344"/>
                    </a:cubicBezTo>
                    <a:cubicBezTo>
                      <a:pt x="145440" y="131849"/>
                      <a:pt x="145920" y="131515"/>
                      <a:pt x="146430" y="131617"/>
                    </a:cubicBezTo>
                    <a:lnTo>
                      <a:pt x="151886" y="132708"/>
                    </a:lnTo>
                    <a:cubicBezTo>
                      <a:pt x="152396" y="132810"/>
                      <a:pt x="152716" y="133290"/>
                      <a:pt x="152614" y="133799"/>
                    </a:cubicBezTo>
                    <a:cubicBezTo>
                      <a:pt x="152527" y="134236"/>
                      <a:pt x="152134" y="134541"/>
                      <a:pt x="151712" y="134541"/>
                    </a:cubicBezTo>
                    <a:close/>
                    <a:moveTo>
                      <a:pt x="244083" y="134323"/>
                    </a:moveTo>
                    <a:cubicBezTo>
                      <a:pt x="243647" y="134323"/>
                      <a:pt x="243254" y="134018"/>
                      <a:pt x="243167" y="133566"/>
                    </a:cubicBezTo>
                    <a:cubicBezTo>
                      <a:pt x="243065" y="133057"/>
                      <a:pt x="243400" y="132577"/>
                      <a:pt x="243909" y="132475"/>
                    </a:cubicBezTo>
                    <a:lnTo>
                      <a:pt x="249380" y="131442"/>
                    </a:lnTo>
                    <a:cubicBezTo>
                      <a:pt x="249889" y="131340"/>
                      <a:pt x="250370" y="131675"/>
                      <a:pt x="250471" y="132184"/>
                    </a:cubicBezTo>
                    <a:cubicBezTo>
                      <a:pt x="250573" y="132693"/>
                      <a:pt x="250239" y="133174"/>
                      <a:pt x="249729" y="133275"/>
                    </a:cubicBezTo>
                    <a:lnTo>
                      <a:pt x="244258" y="134308"/>
                    </a:lnTo>
                    <a:cubicBezTo>
                      <a:pt x="244258" y="134308"/>
                      <a:pt x="244142" y="134323"/>
                      <a:pt x="244083" y="134323"/>
                    </a:cubicBezTo>
                    <a:close/>
                    <a:moveTo>
                      <a:pt x="133494" y="130918"/>
                    </a:moveTo>
                    <a:cubicBezTo>
                      <a:pt x="133494" y="130918"/>
                      <a:pt x="133377" y="130918"/>
                      <a:pt x="133304" y="130904"/>
                    </a:cubicBezTo>
                    <a:lnTo>
                      <a:pt x="127848" y="129812"/>
                    </a:lnTo>
                    <a:cubicBezTo>
                      <a:pt x="127338" y="129710"/>
                      <a:pt x="127018" y="129230"/>
                      <a:pt x="127120" y="128721"/>
                    </a:cubicBezTo>
                    <a:cubicBezTo>
                      <a:pt x="127222" y="128226"/>
                      <a:pt x="127702" y="127891"/>
                      <a:pt x="128211" y="127993"/>
                    </a:cubicBezTo>
                    <a:lnTo>
                      <a:pt x="133668" y="129085"/>
                    </a:lnTo>
                    <a:cubicBezTo>
                      <a:pt x="134178" y="129186"/>
                      <a:pt x="134498" y="129667"/>
                      <a:pt x="134396" y="130176"/>
                    </a:cubicBezTo>
                    <a:cubicBezTo>
                      <a:pt x="134308" y="130612"/>
                      <a:pt x="133916" y="130918"/>
                      <a:pt x="133494" y="130918"/>
                    </a:cubicBezTo>
                    <a:close/>
                    <a:moveTo>
                      <a:pt x="262316" y="130874"/>
                    </a:moveTo>
                    <a:cubicBezTo>
                      <a:pt x="261880" y="130874"/>
                      <a:pt x="261487" y="130569"/>
                      <a:pt x="261399" y="130118"/>
                    </a:cubicBezTo>
                    <a:cubicBezTo>
                      <a:pt x="261298" y="129608"/>
                      <a:pt x="261632" y="129128"/>
                      <a:pt x="262142" y="129026"/>
                    </a:cubicBezTo>
                    <a:lnTo>
                      <a:pt x="267613" y="127993"/>
                    </a:lnTo>
                    <a:cubicBezTo>
                      <a:pt x="268122" y="127906"/>
                      <a:pt x="268602" y="128226"/>
                      <a:pt x="268704" y="128735"/>
                    </a:cubicBezTo>
                    <a:cubicBezTo>
                      <a:pt x="268806" y="129245"/>
                      <a:pt x="268471" y="129725"/>
                      <a:pt x="267962" y="129827"/>
                    </a:cubicBezTo>
                    <a:lnTo>
                      <a:pt x="262491" y="130860"/>
                    </a:lnTo>
                    <a:cubicBezTo>
                      <a:pt x="262491" y="130860"/>
                      <a:pt x="262374" y="130874"/>
                      <a:pt x="262316" y="130874"/>
                    </a:cubicBezTo>
                    <a:close/>
                    <a:moveTo>
                      <a:pt x="280563" y="127426"/>
                    </a:moveTo>
                    <a:cubicBezTo>
                      <a:pt x="280127" y="127426"/>
                      <a:pt x="279734" y="127120"/>
                      <a:pt x="279647" y="126669"/>
                    </a:cubicBezTo>
                    <a:cubicBezTo>
                      <a:pt x="279545" y="126160"/>
                      <a:pt x="279880" y="125680"/>
                      <a:pt x="280389" y="125578"/>
                    </a:cubicBezTo>
                    <a:lnTo>
                      <a:pt x="285860" y="124545"/>
                    </a:lnTo>
                    <a:cubicBezTo>
                      <a:pt x="286369" y="124457"/>
                      <a:pt x="286850" y="124777"/>
                      <a:pt x="286952" y="125287"/>
                    </a:cubicBezTo>
                    <a:cubicBezTo>
                      <a:pt x="287053" y="125796"/>
                      <a:pt x="286719" y="126276"/>
                      <a:pt x="286209" y="126378"/>
                    </a:cubicBezTo>
                    <a:lnTo>
                      <a:pt x="280738" y="127411"/>
                    </a:lnTo>
                    <a:cubicBezTo>
                      <a:pt x="280738" y="127411"/>
                      <a:pt x="280622" y="127426"/>
                      <a:pt x="280563" y="127426"/>
                    </a:cubicBezTo>
                    <a:close/>
                    <a:moveTo>
                      <a:pt x="115290" y="127309"/>
                    </a:moveTo>
                    <a:cubicBezTo>
                      <a:pt x="115290" y="127309"/>
                      <a:pt x="115174" y="127309"/>
                      <a:pt x="115101" y="127295"/>
                    </a:cubicBezTo>
                    <a:lnTo>
                      <a:pt x="109644" y="126203"/>
                    </a:lnTo>
                    <a:cubicBezTo>
                      <a:pt x="109135" y="126102"/>
                      <a:pt x="108815" y="125621"/>
                      <a:pt x="108916" y="125112"/>
                    </a:cubicBezTo>
                    <a:cubicBezTo>
                      <a:pt x="109018" y="124603"/>
                      <a:pt x="109498" y="124283"/>
                      <a:pt x="110008" y="124384"/>
                    </a:cubicBezTo>
                    <a:lnTo>
                      <a:pt x="115465" y="125476"/>
                    </a:lnTo>
                    <a:cubicBezTo>
                      <a:pt x="115974" y="125578"/>
                      <a:pt x="116294" y="126058"/>
                      <a:pt x="116192" y="126567"/>
                    </a:cubicBezTo>
                    <a:cubicBezTo>
                      <a:pt x="116105" y="127004"/>
                      <a:pt x="115712" y="127309"/>
                      <a:pt x="115290" y="127309"/>
                    </a:cubicBezTo>
                    <a:close/>
                    <a:moveTo>
                      <a:pt x="298811" y="123977"/>
                    </a:moveTo>
                    <a:cubicBezTo>
                      <a:pt x="298374" y="123977"/>
                      <a:pt x="297981" y="123671"/>
                      <a:pt x="297894" y="123220"/>
                    </a:cubicBezTo>
                    <a:cubicBezTo>
                      <a:pt x="297792" y="122711"/>
                      <a:pt x="298127" y="122231"/>
                      <a:pt x="298636" y="122129"/>
                    </a:cubicBezTo>
                    <a:lnTo>
                      <a:pt x="304107" y="121096"/>
                    </a:lnTo>
                    <a:cubicBezTo>
                      <a:pt x="304617" y="120994"/>
                      <a:pt x="305097" y="121329"/>
                      <a:pt x="305199" y="121838"/>
                    </a:cubicBezTo>
                    <a:cubicBezTo>
                      <a:pt x="305301" y="122347"/>
                      <a:pt x="304966" y="122828"/>
                      <a:pt x="304457" y="122929"/>
                    </a:cubicBezTo>
                    <a:lnTo>
                      <a:pt x="298985" y="123963"/>
                    </a:lnTo>
                    <a:cubicBezTo>
                      <a:pt x="298985" y="123963"/>
                      <a:pt x="298869" y="123977"/>
                      <a:pt x="298811" y="123977"/>
                    </a:cubicBezTo>
                    <a:close/>
                    <a:moveTo>
                      <a:pt x="97072" y="123686"/>
                    </a:moveTo>
                    <a:cubicBezTo>
                      <a:pt x="97072" y="123686"/>
                      <a:pt x="96955" y="123686"/>
                      <a:pt x="96897" y="123671"/>
                    </a:cubicBezTo>
                    <a:lnTo>
                      <a:pt x="91440" y="122580"/>
                    </a:lnTo>
                    <a:cubicBezTo>
                      <a:pt x="90931" y="122478"/>
                      <a:pt x="90611" y="121998"/>
                      <a:pt x="90713" y="121489"/>
                    </a:cubicBezTo>
                    <a:cubicBezTo>
                      <a:pt x="90815" y="120994"/>
                      <a:pt x="91309" y="120645"/>
                      <a:pt x="91804" y="120761"/>
                    </a:cubicBezTo>
                    <a:lnTo>
                      <a:pt x="97261" y="121853"/>
                    </a:lnTo>
                    <a:cubicBezTo>
                      <a:pt x="97770" y="121954"/>
                      <a:pt x="98090" y="122435"/>
                      <a:pt x="97988" y="122944"/>
                    </a:cubicBezTo>
                    <a:cubicBezTo>
                      <a:pt x="97901" y="123381"/>
                      <a:pt x="97508" y="123686"/>
                      <a:pt x="97086" y="123686"/>
                    </a:cubicBezTo>
                    <a:close/>
                    <a:moveTo>
                      <a:pt x="317044" y="120528"/>
                    </a:moveTo>
                    <a:cubicBezTo>
                      <a:pt x="316607" y="120528"/>
                      <a:pt x="316214" y="120223"/>
                      <a:pt x="316127" y="119772"/>
                    </a:cubicBezTo>
                    <a:cubicBezTo>
                      <a:pt x="316025" y="119262"/>
                      <a:pt x="316360" y="118782"/>
                      <a:pt x="316869" y="118680"/>
                    </a:cubicBezTo>
                    <a:lnTo>
                      <a:pt x="322340" y="117647"/>
                    </a:lnTo>
                    <a:cubicBezTo>
                      <a:pt x="322850" y="117560"/>
                      <a:pt x="323330" y="117880"/>
                      <a:pt x="323432" y="118389"/>
                    </a:cubicBezTo>
                    <a:cubicBezTo>
                      <a:pt x="323534" y="118899"/>
                      <a:pt x="323199" y="119379"/>
                      <a:pt x="322690" y="119481"/>
                    </a:cubicBezTo>
                    <a:lnTo>
                      <a:pt x="317218" y="120514"/>
                    </a:lnTo>
                    <a:cubicBezTo>
                      <a:pt x="317218" y="120514"/>
                      <a:pt x="317102" y="120528"/>
                      <a:pt x="317044" y="120528"/>
                    </a:cubicBezTo>
                    <a:close/>
                    <a:moveTo>
                      <a:pt x="78853" y="120077"/>
                    </a:moveTo>
                    <a:cubicBezTo>
                      <a:pt x="78853" y="120077"/>
                      <a:pt x="78737" y="120077"/>
                      <a:pt x="78664" y="120063"/>
                    </a:cubicBezTo>
                    <a:lnTo>
                      <a:pt x="73208" y="118971"/>
                    </a:lnTo>
                    <a:cubicBezTo>
                      <a:pt x="72698" y="118870"/>
                      <a:pt x="72378" y="118389"/>
                      <a:pt x="72480" y="117880"/>
                    </a:cubicBezTo>
                    <a:cubicBezTo>
                      <a:pt x="72582" y="117385"/>
                      <a:pt x="73062" y="117051"/>
                      <a:pt x="73571" y="117153"/>
                    </a:cubicBezTo>
                    <a:lnTo>
                      <a:pt x="79028" y="118244"/>
                    </a:lnTo>
                    <a:cubicBezTo>
                      <a:pt x="79537" y="118346"/>
                      <a:pt x="79858" y="118826"/>
                      <a:pt x="79756" y="119335"/>
                    </a:cubicBezTo>
                    <a:cubicBezTo>
                      <a:pt x="79668" y="119772"/>
                      <a:pt x="79275" y="120077"/>
                      <a:pt x="78853" y="120077"/>
                    </a:cubicBezTo>
                    <a:close/>
                    <a:moveTo>
                      <a:pt x="335276" y="117080"/>
                    </a:moveTo>
                    <a:cubicBezTo>
                      <a:pt x="334840" y="117080"/>
                      <a:pt x="334447" y="116774"/>
                      <a:pt x="334360" y="116323"/>
                    </a:cubicBezTo>
                    <a:cubicBezTo>
                      <a:pt x="334258" y="115814"/>
                      <a:pt x="334592" y="115334"/>
                      <a:pt x="335102" y="115232"/>
                    </a:cubicBezTo>
                    <a:lnTo>
                      <a:pt x="340573" y="114199"/>
                    </a:lnTo>
                    <a:cubicBezTo>
                      <a:pt x="341082" y="114111"/>
                      <a:pt x="341563" y="114431"/>
                      <a:pt x="341664" y="114941"/>
                    </a:cubicBezTo>
                    <a:cubicBezTo>
                      <a:pt x="341766" y="115450"/>
                      <a:pt x="341432" y="115930"/>
                      <a:pt x="340922" y="116032"/>
                    </a:cubicBezTo>
                    <a:lnTo>
                      <a:pt x="335451" y="117065"/>
                    </a:lnTo>
                    <a:cubicBezTo>
                      <a:pt x="335451" y="117065"/>
                      <a:pt x="335335" y="117080"/>
                      <a:pt x="335276" y="117080"/>
                    </a:cubicBezTo>
                    <a:close/>
                    <a:moveTo>
                      <a:pt x="60635" y="116454"/>
                    </a:moveTo>
                    <a:cubicBezTo>
                      <a:pt x="60635" y="116454"/>
                      <a:pt x="60519" y="116454"/>
                      <a:pt x="60446" y="116440"/>
                    </a:cubicBezTo>
                    <a:lnTo>
                      <a:pt x="54989" y="115348"/>
                    </a:lnTo>
                    <a:cubicBezTo>
                      <a:pt x="54480" y="115246"/>
                      <a:pt x="54160" y="114766"/>
                      <a:pt x="54262" y="114257"/>
                    </a:cubicBezTo>
                    <a:cubicBezTo>
                      <a:pt x="54364" y="113747"/>
                      <a:pt x="54844" y="113427"/>
                      <a:pt x="55353" y="113529"/>
                    </a:cubicBezTo>
                    <a:lnTo>
                      <a:pt x="60810" y="114621"/>
                    </a:lnTo>
                    <a:cubicBezTo>
                      <a:pt x="61319" y="114722"/>
                      <a:pt x="61639" y="115203"/>
                      <a:pt x="61537" y="115712"/>
                    </a:cubicBezTo>
                    <a:cubicBezTo>
                      <a:pt x="61450" y="116148"/>
                      <a:pt x="61057" y="116454"/>
                      <a:pt x="60635" y="116454"/>
                    </a:cubicBezTo>
                    <a:close/>
                    <a:moveTo>
                      <a:pt x="353524" y="113631"/>
                    </a:moveTo>
                    <a:cubicBezTo>
                      <a:pt x="353087" y="113631"/>
                      <a:pt x="352694" y="113326"/>
                      <a:pt x="352607" y="112874"/>
                    </a:cubicBezTo>
                    <a:cubicBezTo>
                      <a:pt x="352505" y="112365"/>
                      <a:pt x="352840" y="111885"/>
                      <a:pt x="353349" y="111783"/>
                    </a:cubicBezTo>
                    <a:lnTo>
                      <a:pt x="358820" y="110750"/>
                    </a:lnTo>
                    <a:cubicBezTo>
                      <a:pt x="359330" y="110663"/>
                      <a:pt x="359810" y="110983"/>
                      <a:pt x="359912" y="111492"/>
                    </a:cubicBezTo>
                    <a:cubicBezTo>
                      <a:pt x="360014" y="112001"/>
                      <a:pt x="359679" y="112482"/>
                      <a:pt x="359170" y="112583"/>
                    </a:cubicBezTo>
                    <a:lnTo>
                      <a:pt x="353698" y="113617"/>
                    </a:lnTo>
                    <a:cubicBezTo>
                      <a:pt x="353698" y="113617"/>
                      <a:pt x="353582" y="113631"/>
                      <a:pt x="353524" y="113631"/>
                    </a:cubicBezTo>
                    <a:close/>
                    <a:moveTo>
                      <a:pt x="42432" y="112831"/>
                    </a:moveTo>
                    <a:cubicBezTo>
                      <a:pt x="42432" y="112831"/>
                      <a:pt x="42315" y="112831"/>
                      <a:pt x="42242" y="112816"/>
                    </a:cubicBezTo>
                    <a:lnTo>
                      <a:pt x="36786" y="111725"/>
                    </a:lnTo>
                    <a:cubicBezTo>
                      <a:pt x="36276" y="111623"/>
                      <a:pt x="35956" y="111143"/>
                      <a:pt x="36058" y="110634"/>
                    </a:cubicBezTo>
                    <a:cubicBezTo>
                      <a:pt x="36160" y="110124"/>
                      <a:pt x="36640" y="109804"/>
                      <a:pt x="37149" y="109906"/>
                    </a:cubicBezTo>
                    <a:lnTo>
                      <a:pt x="42606" y="110997"/>
                    </a:lnTo>
                    <a:cubicBezTo>
                      <a:pt x="43115" y="111099"/>
                      <a:pt x="43436" y="111579"/>
                      <a:pt x="43334" y="112089"/>
                    </a:cubicBezTo>
                    <a:cubicBezTo>
                      <a:pt x="43246" y="112525"/>
                      <a:pt x="42854" y="112831"/>
                      <a:pt x="42432" y="112831"/>
                    </a:cubicBezTo>
                    <a:close/>
                    <a:moveTo>
                      <a:pt x="371771" y="110168"/>
                    </a:moveTo>
                    <a:cubicBezTo>
                      <a:pt x="371334" y="110168"/>
                      <a:pt x="370942" y="109862"/>
                      <a:pt x="370854" y="109411"/>
                    </a:cubicBezTo>
                    <a:cubicBezTo>
                      <a:pt x="370752" y="108902"/>
                      <a:pt x="371087" y="108422"/>
                      <a:pt x="371596" y="108320"/>
                    </a:cubicBezTo>
                    <a:lnTo>
                      <a:pt x="377068" y="107287"/>
                    </a:lnTo>
                    <a:cubicBezTo>
                      <a:pt x="377577" y="107199"/>
                      <a:pt x="378057" y="107520"/>
                      <a:pt x="378159" y="108029"/>
                    </a:cubicBezTo>
                    <a:cubicBezTo>
                      <a:pt x="378261" y="108538"/>
                      <a:pt x="377926" y="109018"/>
                      <a:pt x="377417" y="109120"/>
                    </a:cubicBezTo>
                    <a:lnTo>
                      <a:pt x="371946" y="110153"/>
                    </a:lnTo>
                    <a:cubicBezTo>
                      <a:pt x="371946" y="110153"/>
                      <a:pt x="371829" y="110168"/>
                      <a:pt x="371771" y="110168"/>
                    </a:cubicBezTo>
                    <a:close/>
                    <a:moveTo>
                      <a:pt x="24228" y="109207"/>
                    </a:moveTo>
                    <a:cubicBezTo>
                      <a:pt x="24228" y="109207"/>
                      <a:pt x="24112" y="109207"/>
                      <a:pt x="24039" y="109193"/>
                    </a:cubicBezTo>
                    <a:lnTo>
                      <a:pt x="18582" y="108102"/>
                    </a:lnTo>
                    <a:cubicBezTo>
                      <a:pt x="18073" y="108000"/>
                      <a:pt x="17753" y="107520"/>
                      <a:pt x="17854" y="107010"/>
                    </a:cubicBezTo>
                    <a:cubicBezTo>
                      <a:pt x="17956" y="106516"/>
                      <a:pt x="18437" y="106166"/>
                      <a:pt x="18946" y="106283"/>
                    </a:cubicBezTo>
                    <a:lnTo>
                      <a:pt x="24403" y="107374"/>
                    </a:lnTo>
                    <a:cubicBezTo>
                      <a:pt x="24912" y="107476"/>
                      <a:pt x="25232" y="107956"/>
                      <a:pt x="25130" y="108465"/>
                    </a:cubicBezTo>
                    <a:cubicBezTo>
                      <a:pt x="25043" y="108902"/>
                      <a:pt x="24650" y="109207"/>
                      <a:pt x="24228" y="109207"/>
                    </a:cubicBezTo>
                    <a:close/>
                    <a:moveTo>
                      <a:pt x="6024" y="105584"/>
                    </a:moveTo>
                    <a:cubicBezTo>
                      <a:pt x="6024" y="105584"/>
                      <a:pt x="5908" y="105584"/>
                      <a:pt x="5835" y="105570"/>
                    </a:cubicBezTo>
                    <a:lnTo>
                      <a:pt x="1120" y="104624"/>
                    </a:lnTo>
                    <a:lnTo>
                      <a:pt x="1004" y="102412"/>
                    </a:lnTo>
                    <a:cubicBezTo>
                      <a:pt x="975" y="101903"/>
                      <a:pt x="1368" y="101466"/>
                      <a:pt x="1892" y="101437"/>
                    </a:cubicBezTo>
                    <a:cubicBezTo>
                      <a:pt x="2386" y="101335"/>
                      <a:pt x="2838" y="101801"/>
                      <a:pt x="2867" y="102325"/>
                    </a:cubicBezTo>
                    <a:lnTo>
                      <a:pt x="2910" y="103081"/>
                    </a:lnTo>
                    <a:lnTo>
                      <a:pt x="6213" y="103736"/>
                    </a:lnTo>
                    <a:cubicBezTo>
                      <a:pt x="6723" y="103838"/>
                      <a:pt x="7043" y="104318"/>
                      <a:pt x="6941" y="104828"/>
                    </a:cubicBezTo>
                    <a:cubicBezTo>
                      <a:pt x="6854" y="105264"/>
                      <a:pt x="6461" y="105570"/>
                      <a:pt x="6039" y="105570"/>
                    </a:cubicBezTo>
                    <a:close/>
                    <a:moveTo>
                      <a:pt x="380720" y="98978"/>
                    </a:moveTo>
                    <a:cubicBezTo>
                      <a:pt x="380211" y="98978"/>
                      <a:pt x="379803" y="98570"/>
                      <a:pt x="379789" y="98061"/>
                    </a:cubicBezTo>
                    <a:cubicBezTo>
                      <a:pt x="379760" y="96213"/>
                      <a:pt x="379731" y="94351"/>
                      <a:pt x="379672" y="92503"/>
                    </a:cubicBezTo>
                    <a:cubicBezTo>
                      <a:pt x="379672" y="91993"/>
                      <a:pt x="380065" y="91557"/>
                      <a:pt x="380575" y="91542"/>
                    </a:cubicBezTo>
                    <a:cubicBezTo>
                      <a:pt x="381055" y="91542"/>
                      <a:pt x="381520" y="91935"/>
                      <a:pt x="381535" y="92444"/>
                    </a:cubicBezTo>
                    <a:cubicBezTo>
                      <a:pt x="381593" y="94307"/>
                      <a:pt x="381622" y="96170"/>
                      <a:pt x="381651" y="98032"/>
                    </a:cubicBezTo>
                    <a:cubicBezTo>
                      <a:pt x="381651" y="98541"/>
                      <a:pt x="381244" y="98963"/>
                      <a:pt x="380735" y="98978"/>
                    </a:cubicBezTo>
                    <a:lnTo>
                      <a:pt x="380735" y="98978"/>
                    </a:lnTo>
                    <a:close/>
                    <a:moveTo>
                      <a:pt x="1397" y="90320"/>
                    </a:moveTo>
                    <a:cubicBezTo>
                      <a:pt x="902" y="90320"/>
                      <a:pt x="480" y="89927"/>
                      <a:pt x="466" y="89418"/>
                    </a:cubicBezTo>
                    <a:cubicBezTo>
                      <a:pt x="407" y="87628"/>
                      <a:pt x="349" y="85765"/>
                      <a:pt x="291" y="83845"/>
                    </a:cubicBezTo>
                    <a:cubicBezTo>
                      <a:pt x="291" y="83335"/>
                      <a:pt x="684" y="82899"/>
                      <a:pt x="1193" y="82884"/>
                    </a:cubicBezTo>
                    <a:cubicBezTo>
                      <a:pt x="1688" y="82928"/>
                      <a:pt x="2139" y="83277"/>
                      <a:pt x="2154" y="83786"/>
                    </a:cubicBezTo>
                    <a:cubicBezTo>
                      <a:pt x="2212" y="85707"/>
                      <a:pt x="2255" y="87570"/>
                      <a:pt x="2328" y="89345"/>
                    </a:cubicBezTo>
                    <a:cubicBezTo>
                      <a:pt x="2343" y="89854"/>
                      <a:pt x="1950" y="90291"/>
                      <a:pt x="1426" y="90305"/>
                    </a:cubicBezTo>
                    <a:lnTo>
                      <a:pt x="1397" y="90305"/>
                    </a:lnTo>
                    <a:close/>
                    <a:moveTo>
                      <a:pt x="379978" y="80440"/>
                    </a:moveTo>
                    <a:cubicBezTo>
                      <a:pt x="379498" y="80440"/>
                      <a:pt x="379090" y="80061"/>
                      <a:pt x="379047" y="79566"/>
                    </a:cubicBezTo>
                    <a:cubicBezTo>
                      <a:pt x="378930" y="77704"/>
                      <a:pt x="378799" y="75856"/>
                      <a:pt x="378654" y="74022"/>
                    </a:cubicBezTo>
                    <a:cubicBezTo>
                      <a:pt x="378610" y="73513"/>
                      <a:pt x="378988" y="73062"/>
                      <a:pt x="379512" y="73018"/>
                    </a:cubicBezTo>
                    <a:cubicBezTo>
                      <a:pt x="380022" y="72960"/>
                      <a:pt x="380473" y="73368"/>
                      <a:pt x="380516" y="73877"/>
                    </a:cubicBezTo>
                    <a:cubicBezTo>
                      <a:pt x="380662" y="75725"/>
                      <a:pt x="380793" y="77573"/>
                      <a:pt x="380909" y="79450"/>
                    </a:cubicBezTo>
                    <a:cubicBezTo>
                      <a:pt x="380938" y="79959"/>
                      <a:pt x="380560" y="80410"/>
                      <a:pt x="380036" y="80440"/>
                    </a:cubicBezTo>
                    <a:cubicBezTo>
                      <a:pt x="380022" y="80440"/>
                      <a:pt x="379993" y="80440"/>
                      <a:pt x="379978" y="80440"/>
                    </a:cubicBezTo>
                    <a:close/>
                    <a:moveTo>
                      <a:pt x="975" y="71767"/>
                    </a:moveTo>
                    <a:cubicBezTo>
                      <a:pt x="466" y="71767"/>
                      <a:pt x="58" y="71360"/>
                      <a:pt x="44" y="70850"/>
                    </a:cubicBezTo>
                    <a:cubicBezTo>
                      <a:pt x="29" y="69017"/>
                      <a:pt x="15" y="67154"/>
                      <a:pt x="0" y="65277"/>
                    </a:cubicBezTo>
                    <a:cubicBezTo>
                      <a:pt x="0" y="64768"/>
                      <a:pt x="407" y="64346"/>
                      <a:pt x="931" y="64346"/>
                    </a:cubicBezTo>
                    <a:lnTo>
                      <a:pt x="931" y="64346"/>
                    </a:lnTo>
                    <a:cubicBezTo>
                      <a:pt x="1441" y="64346"/>
                      <a:pt x="1863" y="64753"/>
                      <a:pt x="1863" y="65277"/>
                    </a:cubicBezTo>
                    <a:cubicBezTo>
                      <a:pt x="1863" y="67154"/>
                      <a:pt x="1892" y="69017"/>
                      <a:pt x="1906" y="70836"/>
                    </a:cubicBezTo>
                    <a:cubicBezTo>
                      <a:pt x="1906" y="71345"/>
                      <a:pt x="1499" y="71767"/>
                      <a:pt x="990" y="71782"/>
                    </a:cubicBezTo>
                    <a:lnTo>
                      <a:pt x="990" y="71782"/>
                    </a:lnTo>
                    <a:close/>
                    <a:moveTo>
                      <a:pt x="378377" y="61945"/>
                    </a:moveTo>
                    <a:cubicBezTo>
                      <a:pt x="377912" y="61945"/>
                      <a:pt x="377504" y="61596"/>
                      <a:pt x="377461" y="61115"/>
                    </a:cubicBezTo>
                    <a:cubicBezTo>
                      <a:pt x="377257" y="59253"/>
                      <a:pt x="377053" y="57405"/>
                      <a:pt x="376835" y="55586"/>
                    </a:cubicBezTo>
                    <a:cubicBezTo>
                      <a:pt x="376777" y="55077"/>
                      <a:pt x="377140" y="54611"/>
                      <a:pt x="377650" y="54553"/>
                    </a:cubicBezTo>
                    <a:cubicBezTo>
                      <a:pt x="378174" y="54480"/>
                      <a:pt x="378625" y="54858"/>
                      <a:pt x="378683" y="55368"/>
                    </a:cubicBezTo>
                    <a:cubicBezTo>
                      <a:pt x="378901" y="57187"/>
                      <a:pt x="379119" y="59035"/>
                      <a:pt x="379323" y="60912"/>
                    </a:cubicBezTo>
                    <a:cubicBezTo>
                      <a:pt x="379381" y="61421"/>
                      <a:pt x="379003" y="61887"/>
                      <a:pt x="378494" y="61930"/>
                    </a:cubicBezTo>
                    <a:cubicBezTo>
                      <a:pt x="378465" y="61930"/>
                      <a:pt x="378421" y="61930"/>
                      <a:pt x="378392" y="61930"/>
                    </a:cubicBezTo>
                    <a:close/>
                    <a:moveTo>
                      <a:pt x="1004" y="53200"/>
                    </a:moveTo>
                    <a:lnTo>
                      <a:pt x="1004" y="53200"/>
                    </a:lnTo>
                    <a:cubicBezTo>
                      <a:pt x="495" y="53200"/>
                      <a:pt x="87" y="52763"/>
                      <a:pt x="87" y="52254"/>
                    </a:cubicBezTo>
                    <a:cubicBezTo>
                      <a:pt x="116" y="50406"/>
                      <a:pt x="146" y="48543"/>
                      <a:pt x="204" y="46681"/>
                    </a:cubicBezTo>
                    <a:cubicBezTo>
                      <a:pt x="204" y="46171"/>
                      <a:pt x="640" y="45793"/>
                      <a:pt x="1150" y="45778"/>
                    </a:cubicBezTo>
                    <a:cubicBezTo>
                      <a:pt x="1659" y="45778"/>
                      <a:pt x="2066" y="46215"/>
                      <a:pt x="2052" y="46724"/>
                    </a:cubicBezTo>
                    <a:cubicBezTo>
                      <a:pt x="2008" y="48587"/>
                      <a:pt x="1964" y="50435"/>
                      <a:pt x="1935" y="52283"/>
                    </a:cubicBezTo>
                    <a:cubicBezTo>
                      <a:pt x="1935" y="52792"/>
                      <a:pt x="1513" y="53200"/>
                      <a:pt x="1004" y="53200"/>
                    </a:cubicBezTo>
                    <a:close/>
                    <a:moveTo>
                      <a:pt x="376020" y="43523"/>
                    </a:moveTo>
                    <a:cubicBezTo>
                      <a:pt x="375569" y="43523"/>
                      <a:pt x="375176" y="43188"/>
                      <a:pt x="375103" y="42723"/>
                    </a:cubicBezTo>
                    <a:cubicBezTo>
                      <a:pt x="374827" y="40846"/>
                      <a:pt x="374550" y="39012"/>
                      <a:pt x="374259" y="37222"/>
                    </a:cubicBezTo>
                    <a:cubicBezTo>
                      <a:pt x="374172" y="36713"/>
                      <a:pt x="374521" y="36233"/>
                      <a:pt x="375031" y="36160"/>
                    </a:cubicBezTo>
                    <a:cubicBezTo>
                      <a:pt x="375540" y="36087"/>
                      <a:pt x="376005" y="36422"/>
                      <a:pt x="376093" y="36931"/>
                    </a:cubicBezTo>
                    <a:cubicBezTo>
                      <a:pt x="376369" y="38721"/>
                      <a:pt x="376660" y="40569"/>
                      <a:pt x="376937" y="42446"/>
                    </a:cubicBezTo>
                    <a:cubicBezTo>
                      <a:pt x="377010" y="42955"/>
                      <a:pt x="376660" y="43421"/>
                      <a:pt x="376151" y="43494"/>
                    </a:cubicBezTo>
                    <a:cubicBezTo>
                      <a:pt x="376107" y="43494"/>
                      <a:pt x="376064" y="43494"/>
                      <a:pt x="376020" y="43494"/>
                    </a:cubicBezTo>
                    <a:close/>
                    <a:moveTo>
                      <a:pt x="1601" y="34647"/>
                    </a:moveTo>
                    <a:cubicBezTo>
                      <a:pt x="1601" y="34647"/>
                      <a:pt x="1572" y="34647"/>
                      <a:pt x="1557" y="34647"/>
                    </a:cubicBezTo>
                    <a:cubicBezTo>
                      <a:pt x="1048" y="34618"/>
                      <a:pt x="655" y="34181"/>
                      <a:pt x="684" y="33672"/>
                    </a:cubicBezTo>
                    <a:cubicBezTo>
                      <a:pt x="786" y="31809"/>
                      <a:pt x="888" y="29947"/>
                      <a:pt x="1019" y="28099"/>
                    </a:cubicBezTo>
                    <a:cubicBezTo>
                      <a:pt x="1048" y="27589"/>
                      <a:pt x="1499" y="27182"/>
                      <a:pt x="2008" y="27240"/>
                    </a:cubicBezTo>
                    <a:cubicBezTo>
                      <a:pt x="2517" y="27269"/>
                      <a:pt x="2910" y="27720"/>
                      <a:pt x="2867" y="28230"/>
                    </a:cubicBezTo>
                    <a:cubicBezTo>
                      <a:pt x="2750" y="30063"/>
                      <a:pt x="2634" y="31911"/>
                      <a:pt x="2532" y="33774"/>
                    </a:cubicBezTo>
                    <a:cubicBezTo>
                      <a:pt x="2503" y="34268"/>
                      <a:pt x="2095" y="34647"/>
                      <a:pt x="1601" y="34647"/>
                    </a:cubicBezTo>
                    <a:close/>
                    <a:moveTo>
                      <a:pt x="372993" y="25203"/>
                    </a:moveTo>
                    <a:cubicBezTo>
                      <a:pt x="372557" y="25203"/>
                      <a:pt x="372164" y="24883"/>
                      <a:pt x="372077" y="24446"/>
                    </a:cubicBezTo>
                    <a:cubicBezTo>
                      <a:pt x="371727" y="22525"/>
                      <a:pt x="371378" y="20706"/>
                      <a:pt x="371043" y="18975"/>
                    </a:cubicBezTo>
                    <a:cubicBezTo>
                      <a:pt x="370942" y="18466"/>
                      <a:pt x="371276" y="17985"/>
                      <a:pt x="371771" y="17884"/>
                    </a:cubicBezTo>
                    <a:cubicBezTo>
                      <a:pt x="372280" y="17782"/>
                      <a:pt x="372761" y="18116"/>
                      <a:pt x="372862" y="18611"/>
                    </a:cubicBezTo>
                    <a:cubicBezTo>
                      <a:pt x="373197" y="20343"/>
                      <a:pt x="373546" y="22176"/>
                      <a:pt x="373896" y="24097"/>
                    </a:cubicBezTo>
                    <a:cubicBezTo>
                      <a:pt x="373983" y="24606"/>
                      <a:pt x="373648" y="25086"/>
                      <a:pt x="373153" y="25174"/>
                    </a:cubicBezTo>
                    <a:cubicBezTo>
                      <a:pt x="373095" y="25174"/>
                      <a:pt x="373037" y="25174"/>
                      <a:pt x="372979" y="25174"/>
                    </a:cubicBezTo>
                    <a:close/>
                    <a:moveTo>
                      <a:pt x="3056" y="16137"/>
                    </a:moveTo>
                    <a:cubicBezTo>
                      <a:pt x="3056" y="16137"/>
                      <a:pt x="2983" y="16137"/>
                      <a:pt x="2954" y="16137"/>
                    </a:cubicBezTo>
                    <a:cubicBezTo>
                      <a:pt x="2445" y="16079"/>
                      <a:pt x="2081" y="15628"/>
                      <a:pt x="2139" y="15119"/>
                    </a:cubicBezTo>
                    <a:cubicBezTo>
                      <a:pt x="2343" y="13227"/>
                      <a:pt x="2576" y="11379"/>
                      <a:pt x="2823" y="9560"/>
                    </a:cubicBezTo>
                    <a:cubicBezTo>
                      <a:pt x="2896" y="9051"/>
                      <a:pt x="3361" y="8673"/>
                      <a:pt x="3871" y="8760"/>
                    </a:cubicBezTo>
                    <a:cubicBezTo>
                      <a:pt x="4380" y="8833"/>
                      <a:pt x="4729" y="9298"/>
                      <a:pt x="4671" y="9808"/>
                    </a:cubicBezTo>
                    <a:cubicBezTo>
                      <a:pt x="4424" y="11597"/>
                      <a:pt x="4205" y="13445"/>
                      <a:pt x="4002" y="15308"/>
                    </a:cubicBezTo>
                    <a:cubicBezTo>
                      <a:pt x="3943" y="15788"/>
                      <a:pt x="3551" y="16137"/>
                      <a:pt x="3085" y="16137"/>
                    </a:cubicBezTo>
                    <a:close/>
                    <a:moveTo>
                      <a:pt x="368526" y="7741"/>
                    </a:moveTo>
                    <a:cubicBezTo>
                      <a:pt x="368526" y="7741"/>
                      <a:pt x="368453" y="7741"/>
                      <a:pt x="368424" y="7741"/>
                    </a:cubicBezTo>
                    <a:cubicBezTo>
                      <a:pt x="366707" y="7538"/>
                      <a:pt x="364859" y="7334"/>
                      <a:pt x="362909" y="7145"/>
                    </a:cubicBezTo>
                    <a:cubicBezTo>
                      <a:pt x="362400" y="7101"/>
                      <a:pt x="362022" y="6635"/>
                      <a:pt x="362080" y="6126"/>
                    </a:cubicBezTo>
                    <a:cubicBezTo>
                      <a:pt x="362123" y="5617"/>
                      <a:pt x="362575" y="5268"/>
                      <a:pt x="363098" y="5297"/>
                    </a:cubicBezTo>
                    <a:cubicBezTo>
                      <a:pt x="365077" y="5486"/>
                      <a:pt x="366925" y="5690"/>
                      <a:pt x="368657" y="5893"/>
                    </a:cubicBezTo>
                    <a:cubicBezTo>
                      <a:pt x="369166" y="5952"/>
                      <a:pt x="369530" y="6417"/>
                      <a:pt x="369472" y="6926"/>
                    </a:cubicBezTo>
                    <a:cubicBezTo>
                      <a:pt x="369414" y="7407"/>
                      <a:pt x="369021" y="7741"/>
                      <a:pt x="368555" y="7741"/>
                    </a:cubicBezTo>
                    <a:close/>
                    <a:moveTo>
                      <a:pt x="350031" y="6068"/>
                    </a:moveTo>
                    <a:cubicBezTo>
                      <a:pt x="350031" y="6068"/>
                      <a:pt x="349988" y="6068"/>
                      <a:pt x="349959" y="6068"/>
                    </a:cubicBezTo>
                    <a:cubicBezTo>
                      <a:pt x="348169" y="5937"/>
                      <a:pt x="346321" y="5821"/>
                      <a:pt x="344415" y="5690"/>
                    </a:cubicBezTo>
                    <a:cubicBezTo>
                      <a:pt x="343905" y="5660"/>
                      <a:pt x="343512" y="5209"/>
                      <a:pt x="343542" y="4700"/>
                    </a:cubicBezTo>
                    <a:cubicBezTo>
                      <a:pt x="343571" y="4191"/>
                      <a:pt x="344022" y="3798"/>
                      <a:pt x="344531" y="3827"/>
                    </a:cubicBezTo>
                    <a:cubicBezTo>
                      <a:pt x="346452" y="3943"/>
                      <a:pt x="348300" y="4074"/>
                      <a:pt x="350090" y="4205"/>
                    </a:cubicBezTo>
                    <a:cubicBezTo>
                      <a:pt x="350599" y="4249"/>
                      <a:pt x="350992" y="4686"/>
                      <a:pt x="350948" y="5195"/>
                    </a:cubicBezTo>
                    <a:cubicBezTo>
                      <a:pt x="350919" y="5690"/>
                      <a:pt x="350512" y="6053"/>
                      <a:pt x="350017" y="6053"/>
                    </a:cubicBezTo>
                    <a:close/>
                    <a:moveTo>
                      <a:pt x="331493" y="4962"/>
                    </a:moveTo>
                    <a:cubicBezTo>
                      <a:pt x="331493" y="4962"/>
                      <a:pt x="331464" y="4962"/>
                      <a:pt x="331449" y="4962"/>
                    </a:cubicBezTo>
                    <a:cubicBezTo>
                      <a:pt x="329645" y="4875"/>
                      <a:pt x="327782" y="4787"/>
                      <a:pt x="325891" y="4700"/>
                    </a:cubicBezTo>
                    <a:cubicBezTo>
                      <a:pt x="325381" y="4671"/>
                      <a:pt x="324989" y="4249"/>
                      <a:pt x="325003" y="3725"/>
                    </a:cubicBezTo>
                    <a:cubicBezTo>
                      <a:pt x="325032" y="3216"/>
                      <a:pt x="325469" y="2808"/>
                      <a:pt x="325978" y="2838"/>
                    </a:cubicBezTo>
                    <a:cubicBezTo>
                      <a:pt x="327884" y="2925"/>
                      <a:pt x="329732" y="3012"/>
                      <a:pt x="331551" y="3099"/>
                    </a:cubicBezTo>
                    <a:cubicBezTo>
                      <a:pt x="332061" y="3129"/>
                      <a:pt x="332453" y="3565"/>
                      <a:pt x="332424" y="4074"/>
                    </a:cubicBezTo>
                    <a:cubicBezTo>
                      <a:pt x="332395" y="4569"/>
                      <a:pt x="331988" y="4962"/>
                      <a:pt x="331493" y="4962"/>
                    </a:cubicBezTo>
                    <a:close/>
                    <a:moveTo>
                      <a:pt x="312940" y="4147"/>
                    </a:moveTo>
                    <a:lnTo>
                      <a:pt x="312911" y="4147"/>
                    </a:lnTo>
                    <a:lnTo>
                      <a:pt x="307352" y="3943"/>
                    </a:lnTo>
                    <a:cubicBezTo>
                      <a:pt x="306843" y="3929"/>
                      <a:pt x="306436" y="3492"/>
                      <a:pt x="306450" y="2983"/>
                    </a:cubicBezTo>
                    <a:cubicBezTo>
                      <a:pt x="306465" y="2474"/>
                      <a:pt x="306930" y="2095"/>
                      <a:pt x="307411" y="2081"/>
                    </a:cubicBezTo>
                    <a:lnTo>
                      <a:pt x="312984" y="2285"/>
                    </a:lnTo>
                    <a:cubicBezTo>
                      <a:pt x="313493" y="2299"/>
                      <a:pt x="313901" y="2736"/>
                      <a:pt x="313871" y="3245"/>
                    </a:cubicBezTo>
                    <a:cubicBezTo>
                      <a:pt x="313857" y="3740"/>
                      <a:pt x="313435" y="4133"/>
                      <a:pt x="312940" y="4133"/>
                    </a:cubicBezTo>
                    <a:close/>
                    <a:moveTo>
                      <a:pt x="294387" y="3536"/>
                    </a:moveTo>
                    <a:lnTo>
                      <a:pt x="294358" y="3536"/>
                    </a:lnTo>
                    <a:lnTo>
                      <a:pt x="288785" y="3376"/>
                    </a:lnTo>
                    <a:cubicBezTo>
                      <a:pt x="288276" y="3376"/>
                      <a:pt x="287868" y="2939"/>
                      <a:pt x="287883" y="2416"/>
                    </a:cubicBezTo>
                    <a:cubicBezTo>
                      <a:pt x="287883" y="1906"/>
                      <a:pt x="288247" y="1528"/>
                      <a:pt x="288843" y="1513"/>
                    </a:cubicBezTo>
                    <a:lnTo>
                      <a:pt x="294416" y="1673"/>
                    </a:lnTo>
                    <a:cubicBezTo>
                      <a:pt x="294926" y="1688"/>
                      <a:pt x="295333" y="2125"/>
                      <a:pt x="295319" y="2634"/>
                    </a:cubicBezTo>
                    <a:cubicBezTo>
                      <a:pt x="295304" y="3143"/>
                      <a:pt x="294897" y="3536"/>
                      <a:pt x="294387" y="3536"/>
                    </a:cubicBezTo>
                    <a:close/>
                    <a:moveTo>
                      <a:pt x="275820" y="3056"/>
                    </a:moveTo>
                    <a:lnTo>
                      <a:pt x="275791" y="3056"/>
                    </a:lnTo>
                    <a:lnTo>
                      <a:pt x="270218" y="2939"/>
                    </a:lnTo>
                    <a:cubicBezTo>
                      <a:pt x="269708" y="2939"/>
                      <a:pt x="269301" y="2503"/>
                      <a:pt x="269315" y="1994"/>
                    </a:cubicBezTo>
                    <a:cubicBezTo>
                      <a:pt x="269315" y="1484"/>
                      <a:pt x="269737" y="1091"/>
                      <a:pt x="270247" y="1091"/>
                    </a:cubicBezTo>
                    <a:lnTo>
                      <a:pt x="270261" y="1091"/>
                    </a:lnTo>
                    <a:lnTo>
                      <a:pt x="275834" y="1208"/>
                    </a:lnTo>
                    <a:cubicBezTo>
                      <a:pt x="276344" y="1208"/>
                      <a:pt x="276751" y="1644"/>
                      <a:pt x="276736" y="2154"/>
                    </a:cubicBezTo>
                    <a:cubicBezTo>
                      <a:pt x="276736" y="2663"/>
                      <a:pt x="276315" y="3056"/>
                      <a:pt x="275805" y="3056"/>
                    </a:cubicBezTo>
                    <a:close/>
                    <a:moveTo>
                      <a:pt x="257252" y="2677"/>
                    </a:moveTo>
                    <a:lnTo>
                      <a:pt x="257238" y="2677"/>
                    </a:lnTo>
                    <a:lnTo>
                      <a:pt x="251665" y="2576"/>
                    </a:lnTo>
                    <a:cubicBezTo>
                      <a:pt x="251155" y="2576"/>
                      <a:pt x="250748" y="2139"/>
                      <a:pt x="250748" y="1630"/>
                    </a:cubicBezTo>
                    <a:cubicBezTo>
                      <a:pt x="250748" y="1120"/>
                      <a:pt x="251170" y="713"/>
                      <a:pt x="251679" y="713"/>
                    </a:cubicBezTo>
                    <a:lnTo>
                      <a:pt x="251694" y="713"/>
                    </a:lnTo>
                    <a:lnTo>
                      <a:pt x="257267" y="815"/>
                    </a:lnTo>
                    <a:cubicBezTo>
                      <a:pt x="257776" y="815"/>
                      <a:pt x="258184" y="1251"/>
                      <a:pt x="258184" y="1761"/>
                    </a:cubicBezTo>
                    <a:cubicBezTo>
                      <a:pt x="258184" y="2270"/>
                      <a:pt x="257762" y="2677"/>
                      <a:pt x="257252" y="2677"/>
                    </a:cubicBezTo>
                    <a:close/>
                    <a:moveTo>
                      <a:pt x="10273" y="2677"/>
                    </a:moveTo>
                    <a:cubicBezTo>
                      <a:pt x="9764" y="2677"/>
                      <a:pt x="9357" y="2270"/>
                      <a:pt x="9342" y="1761"/>
                    </a:cubicBezTo>
                    <a:cubicBezTo>
                      <a:pt x="9342" y="1251"/>
                      <a:pt x="9749" y="829"/>
                      <a:pt x="10259" y="815"/>
                    </a:cubicBezTo>
                    <a:lnTo>
                      <a:pt x="15832" y="742"/>
                    </a:lnTo>
                    <a:lnTo>
                      <a:pt x="15832" y="742"/>
                    </a:lnTo>
                    <a:cubicBezTo>
                      <a:pt x="16341" y="742"/>
                      <a:pt x="16763" y="1150"/>
                      <a:pt x="16763" y="1659"/>
                    </a:cubicBezTo>
                    <a:cubicBezTo>
                      <a:pt x="16763" y="2168"/>
                      <a:pt x="16356" y="2590"/>
                      <a:pt x="15846" y="2605"/>
                    </a:cubicBezTo>
                    <a:lnTo>
                      <a:pt x="10273" y="2677"/>
                    </a:lnTo>
                    <a:lnTo>
                      <a:pt x="10273" y="2677"/>
                    </a:lnTo>
                    <a:close/>
                    <a:moveTo>
                      <a:pt x="28855" y="2459"/>
                    </a:moveTo>
                    <a:cubicBezTo>
                      <a:pt x="28346" y="2459"/>
                      <a:pt x="27939" y="2052"/>
                      <a:pt x="27924" y="1542"/>
                    </a:cubicBezTo>
                    <a:cubicBezTo>
                      <a:pt x="27924" y="1033"/>
                      <a:pt x="28331" y="611"/>
                      <a:pt x="28841" y="611"/>
                    </a:cubicBezTo>
                    <a:lnTo>
                      <a:pt x="34414" y="553"/>
                    </a:lnTo>
                    <a:lnTo>
                      <a:pt x="34414" y="553"/>
                    </a:lnTo>
                    <a:cubicBezTo>
                      <a:pt x="34923" y="553"/>
                      <a:pt x="35331" y="960"/>
                      <a:pt x="35345" y="1470"/>
                    </a:cubicBezTo>
                    <a:cubicBezTo>
                      <a:pt x="35345" y="1979"/>
                      <a:pt x="34938" y="2401"/>
                      <a:pt x="34428" y="2401"/>
                    </a:cubicBezTo>
                    <a:lnTo>
                      <a:pt x="28855" y="2459"/>
                    </a:lnTo>
                    <a:lnTo>
                      <a:pt x="28855" y="2459"/>
                    </a:lnTo>
                    <a:close/>
                    <a:moveTo>
                      <a:pt x="238699" y="2386"/>
                    </a:moveTo>
                    <a:lnTo>
                      <a:pt x="238699" y="2386"/>
                    </a:lnTo>
                    <a:lnTo>
                      <a:pt x="233126" y="2314"/>
                    </a:lnTo>
                    <a:cubicBezTo>
                      <a:pt x="232617" y="2314"/>
                      <a:pt x="232210" y="1892"/>
                      <a:pt x="232210" y="1368"/>
                    </a:cubicBezTo>
                    <a:cubicBezTo>
                      <a:pt x="232210" y="859"/>
                      <a:pt x="232632" y="451"/>
                      <a:pt x="233141" y="451"/>
                    </a:cubicBezTo>
                    <a:lnTo>
                      <a:pt x="233141" y="451"/>
                    </a:lnTo>
                    <a:lnTo>
                      <a:pt x="238714" y="524"/>
                    </a:lnTo>
                    <a:cubicBezTo>
                      <a:pt x="239223" y="524"/>
                      <a:pt x="239631" y="946"/>
                      <a:pt x="239631" y="1470"/>
                    </a:cubicBezTo>
                    <a:cubicBezTo>
                      <a:pt x="239631" y="1979"/>
                      <a:pt x="239209" y="2386"/>
                      <a:pt x="238699" y="2386"/>
                    </a:cubicBezTo>
                    <a:close/>
                    <a:moveTo>
                      <a:pt x="47437" y="2285"/>
                    </a:moveTo>
                    <a:cubicBezTo>
                      <a:pt x="46928" y="2285"/>
                      <a:pt x="46520" y="1877"/>
                      <a:pt x="46506" y="1368"/>
                    </a:cubicBezTo>
                    <a:cubicBezTo>
                      <a:pt x="46506" y="859"/>
                      <a:pt x="46913" y="437"/>
                      <a:pt x="47423" y="437"/>
                    </a:cubicBezTo>
                    <a:lnTo>
                      <a:pt x="52996" y="393"/>
                    </a:lnTo>
                    <a:lnTo>
                      <a:pt x="52996" y="393"/>
                    </a:lnTo>
                    <a:cubicBezTo>
                      <a:pt x="53505" y="393"/>
                      <a:pt x="53913" y="800"/>
                      <a:pt x="53927" y="1310"/>
                    </a:cubicBezTo>
                    <a:cubicBezTo>
                      <a:pt x="53927" y="1819"/>
                      <a:pt x="53520" y="2241"/>
                      <a:pt x="53010" y="2241"/>
                    </a:cubicBezTo>
                    <a:lnTo>
                      <a:pt x="47437" y="2285"/>
                    </a:lnTo>
                    <a:lnTo>
                      <a:pt x="47437" y="2285"/>
                    </a:lnTo>
                    <a:close/>
                    <a:moveTo>
                      <a:pt x="220132" y="2168"/>
                    </a:moveTo>
                    <a:lnTo>
                      <a:pt x="220132" y="2168"/>
                    </a:lnTo>
                    <a:lnTo>
                      <a:pt x="214559" y="2110"/>
                    </a:lnTo>
                    <a:cubicBezTo>
                      <a:pt x="214050" y="2110"/>
                      <a:pt x="213628" y="1688"/>
                      <a:pt x="213642" y="1179"/>
                    </a:cubicBezTo>
                    <a:cubicBezTo>
                      <a:pt x="213642" y="669"/>
                      <a:pt x="214064" y="262"/>
                      <a:pt x="214573" y="262"/>
                    </a:cubicBezTo>
                    <a:lnTo>
                      <a:pt x="214573" y="262"/>
                    </a:lnTo>
                    <a:lnTo>
                      <a:pt x="220147" y="320"/>
                    </a:lnTo>
                    <a:cubicBezTo>
                      <a:pt x="220656" y="320"/>
                      <a:pt x="221078" y="742"/>
                      <a:pt x="221063" y="1251"/>
                    </a:cubicBezTo>
                    <a:cubicBezTo>
                      <a:pt x="221063" y="1761"/>
                      <a:pt x="220641" y="2168"/>
                      <a:pt x="220132" y="2168"/>
                    </a:cubicBezTo>
                    <a:close/>
                    <a:moveTo>
                      <a:pt x="66005" y="2139"/>
                    </a:moveTo>
                    <a:cubicBezTo>
                      <a:pt x="65495" y="2139"/>
                      <a:pt x="65073" y="1732"/>
                      <a:pt x="65073" y="1222"/>
                    </a:cubicBezTo>
                    <a:cubicBezTo>
                      <a:pt x="65073" y="713"/>
                      <a:pt x="65481" y="291"/>
                      <a:pt x="65990" y="291"/>
                    </a:cubicBezTo>
                    <a:lnTo>
                      <a:pt x="71563" y="247"/>
                    </a:lnTo>
                    <a:lnTo>
                      <a:pt x="71563" y="247"/>
                    </a:lnTo>
                    <a:cubicBezTo>
                      <a:pt x="72073" y="247"/>
                      <a:pt x="72495" y="655"/>
                      <a:pt x="72495" y="1164"/>
                    </a:cubicBezTo>
                    <a:cubicBezTo>
                      <a:pt x="72495" y="1673"/>
                      <a:pt x="72087" y="2095"/>
                      <a:pt x="71578" y="2095"/>
                    </a:cubicBezTo>
                    <a:lnTo>
                      <a:pt x="66005" y="2139"/>
                    </a:lnTo>
                    <a:lnTo>
                      <a:pt x="66005" y="2139"/>
                    </a:lnTo>
                    <a:close/>
                    <a:moveTo>
                      <a:pt x="201565" y="2008"/>
                    </a:moveTo>
                    <a:lnTo>
                      <a:pt x="201565" y="2008"/>
                    </a:lnTo>
                    <a:lnTo>
                      <a:pt x="195991" y="1979"/>
                    </a:lnTo>
                    <a:cubicBezTo>
                      <a:pt x="195482" y="1979"/>
                      <a:pt x="195060" y="1557"/>
                      <a:pt x="195075" y="1048"/>
                    </a:cubicBezTo>
                    <a:cubicBezTo>
                      <a:pt x="195075" y="538"/>
                      <a:pt x="195497" y="131"/>
                      <a:pt x="196006" y="131"/>
                    </a:cubicBezTo>
                    <a:lnTo>
                      <a:pt x="196006" y="131"/>
                    </a:lnTo>
                    <a:lnTo>
                      <a:pt x="201579" y="160"/>
                    </a:lnTo>
                    <a:cubicBezTo>
                      <a:pt x="202088" y="160"/>
                      <a:pt x="202510" y="582"/>
                      <a:pt x="202496" y="1091"/>
                    </a:cubicBezTo>
                    <a:cubicBezTo>
                      <a:pt x="202496" y="1601"/>
                      <a:pt x="202074" y="2008"/>
                      <a:pt x="201565" y="2008"/>
                    </a:cubicBezTo>
                    <a:close/>
                    <a:moveTo>
                      <a:pt x="84572" y="2008"/>
                    </a:moveTo>
                    <a:cubicBezTo>
                      <a:pt x="84063" y="2008"/>
                      <a:pt x="83641" y="1601"/>
                      <a:pt x="83641" y="1091"/>
                    </a:cubicBezTo>
                    <a:cubicBezTo>
                      <a:pt x="83641" y="582"/>
                      <a:pt x="84048" y="160"/>
                      <a:pt x="84558" y="160"/>
                    </a:cubicBezTo>
                    <a:lnTo>
                      <a:pt x="90131" y="131"/>
                    </a:lnTo>
                    <a:lnTo>
                      <a:pt x="90131" y="131"/>
                    </a:lnTo>
                    <a:cubicBezTo>
                      <a:pt x="90640" y="131"/>
                      <a:pt x="91062" y="538"/>
                      <a:pt x="91062" y="1062"/>
                    </a:cubicBezTo>
                    <a:cubicBezTo>
                      <a:pt x="91062" y="1572"/>
                      <a:pt x="90655" y="1994"/>
                      <a:pt x="90145" y="1994"/>
                    </a:cubicBezTo>
                    <a:lnTo>
                      <a:pt x="84572" y="2023"/>
                    </a:lnTo>
                    <a:lnTo>
                      <a:pt x="84572" y="2023"/>
                    </a:lnTo>
                    <a:close/>
                    <a:moveTo>
                      <a:pt x="103140" y="1921"/>
                    </a:moveTo>
                    <a:cubicBezTo>
                      <a:pt x="102630" y="1921"/>
                      <a:pt x="102208" y="1513"/>
                      <a:pt x="102208" y="989"/>
                    </a:cubicBezTo>
                    <a:cubicBezTo>
                      <a:pt x="102208" y="480"/>
                      <a:pt x="102616" y="58"/>
                      <a:pt x="103140" y="58"/>
                    </a:cubicBezTo>
                    <a:lnTo>
                      <a:pt x="108713" y="58"/>
                    </a:lnTo>
                    <a:cubicBezTo>
                      <a:pt x="108713" y="58"/>
                      <a:pt x="108713" y="44"/>
                      <a:pt x="108713" y="44"/>
                    </a:cubicBezTo>
                    <a:cubicBezTo>
                      <a:pt x="109222" y="44"/>
                      <a:pt x="109644" y="451"/>
                      <a:pt x="109644" y="975"/>
                    </a:cubicBezTo>
                    <a:cubicBezTo>
                      <a:pt x="109644" y="1484"/>
                      <a:pt x="109237" y="1906"/>
                      <a:pt x="108713" y="1906"/>
                    </a:cubicBezTo>
                    <a:lnTo>
                      <a:pt x="103140" y="1906"/>
                    </a:lnTo>
                    <a:cubicBezTo>
                      <a:pt x="103140" y="1906"/>
                      <a:pt x="103140" y="1921"/>
                      <a:pt x="103140" y="1921"/>
                    </a:cubicBezTo>
                    <a:close/>
                    <a:moveTo>
                      <a:pt x="182983" y="1921"/>
                    </a:moveTo>
                    <a:lnTo>
                      <a:pt x="177409" y="1921"/>
                    </a:lnTo>
                    <a:cubicBezTo>
                      <a:pt x="176900" y="1892"/>
                      <a:pt x="176478" y="1484"/>
                      <a:pt x="176478" y="960"/>
                    </a:cubicBezTo>
                    <a:cubicBezTo>
                      <a:pt x="176478" y="451"/>
                      <a:pt x="176900" y="29"/>
                      <a:pt x="177409" y="29"/>
                    </a:cubicBezTo>
                    <a:lnTo>
                      <a:pt x="182983" y="29"/>
                    </a:lnTo>
                    <a:cubicBezTo>
                      <a:pt x="183492" y="58"/>
                      <a:pt x="183914" y="466"/>
                      <a:pt x="183914" y="989"/>
                    </a:cubicBezTo>
                    <a:cubicBezTo>
                      <a:pt x="183914" y="1499"/>
                      <a:pt x="183492" y="1921"/>
                      <a:pt x="182983" y="1921"/>
                    </a:cubicBezTo>
                    <a:close/>
                    <a:moveTo>
                      <a:pt x="121707" y="1877"/>
                    </a:moveTo>
                    <a:cubicBezTo>
                      <a:pt x="121198" y="1877"/>
                      <a:pt x="120776" y="1470"/>
                      <a:pt x="120776" y="946"/>
                    </a:cubicBezTo>
                    <a:cubicBezTo>
                      <a:pt x="120776" y="437"/>
                      <a:pt x="121183" y="15"/>
                      <a:pt x="121707" y="15"/>
                    </a:cubicBezTo>
                    <a:lnTo>
                      <a:pt x="127280" y="15"/>
                    </a:lnTo>
                    <a:cubicBezTo>
                      <a:pt x="127760" y="-29"/>
                      <a:pt x="128211" y="422"/>
                      <a:pt x="128211" y="931"/>
                    </a:cubicBezTo>
                    <a:cubicBezTo>
                      <a:pt x="128211" y="1441"/>
                      <a:pt x="127804" y="1863"/>
                      <a:pt x="127280" y="1863"/>
                    </a:cubicBezTo>
                    <a:lnTo>
                      <a:pt x="121707" y="1863"/>
                    </a:lnTo>
                    <a:cubicBezTo>
                      <a:pt x="121707" y="1863"/>
                      <a:pt x="121707" y="1863"/>
                      <a:pt x="121707" y="1863"/>
                    </a:cubicBezTo>
                    <a:close/>
                    <a:moveTo>
                      <a:pt x="164415" y="1877"/>
                    </a:moveTo>
                    <a:lnTo>
                      <a:pt x="158842" y="1877"/>
                    </a:lnTo>
                    <a:cubicBezTo>
                      <a:pt x="158333" y="1877"/>
                      <a:pt x="157911" y="1455"/>
                      <a:pt x="157911" y="931"/>
                    </a:cubicBezTo>
                    <a:cubicBezTo>
                      <a:pt x="157911" y="422"/>
                      <a:pt x="158333" y="0"/>
                      <a:pt x="158842" y="0"/>
                    </a:cubicBezTo>
                    <a:lnTo>
                      <a:pt x="164415" y="0"/>
                    </a:lnTo>
                    <a:cubicBezTo>
                      <a:pt x="164924" y="0"/>
                      <a:pt x="165346" y="422"/>
                      <a:pt x="165346" y="946"/>
                    </a:cubicBezTo>
                    <a:cubicBezTo>
                      <a:pt x="165346" y="1455"/>
                      <a:pt x="164924" y="1877"/>
                      <a:pt x="164415" y="1877"/>
                    </a:cubicBezTo>
                    <a:close/>
                    <a:moveTo>
                      <a:pt x="140275" y="1863"/>
                    </a:moveTo>
                    <a:cubicBezTo>
                      <a:pt x="139765" y="1863"/>
                      <a:pt x="139343" y="1441"/>
                      <a:pt x="139343" y="931"/>
                    </a:cubicBezTo>
                    <a:cubicBezTo>
                      <a:pt x="139343" y="422"/>
                      <a:pt x="139751" y="0"/>
                      <a:pt x="140275" y="0"/>
                    </a:cubicBezTo>
                    <a:lnTo>
                      <a:pt x="145833" y="0"/>
                    </a:lnTo>
                    <a:cubicBezTo>
                      <a:pt x="146342" y="0"/>
                      <a:pt x="146764" y="422"/>
                      <a:pt x="146764" y="931"/>
                    </a:cubicBezTo>
                    <a:cubicBezTo>
                      <a:pt x="146764" y="1441"/>
                      <a:pt x="146357" y="1863"/>
                      <a:pt x="145848" y="1863"/>
                    </a:cubicBezTo>
                    <a:lnTo>
                      <a:pt x="140275" y="1863"/>
                    </a:lnTo>
                    <a:close/>
                  </a:path>
                </a:pathLst>
              </a:custGeom>
              <a:solidFill>
                <a:srgbClr val="FFFFFF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Forme libre : forme 630">
                <a:extLst>
                  <a:ext uri="{FF2B5EF4-FFF2-40B4-BE49-F238E27FC236}">
                    <a16:creationId xmlns:a16="http://schemas.microsoft.com/office/drawing/2014/main" id="{61350797-A4AB-6F0D-AA0F-689690CF93D8}"/>
                  </a:ext>
                </a:extLst>
              </p:cNvPr>
              <p:cNvSpPr/>
              <p:nvPr/>
            </p:nvSpPr>
            <p:spPr>
              <a:xfrm>
                <a:off x="796500" y="1019331"/>
                <a:ext cx="85109" cy="73149"/>
              </a:xfrm>
              <a:custGeom>
                <a:avLst/>
                <a:gdLst>
                  <a:gd name="connsiteX0" fmla="*/ 68048 w 85109"/>
                  <a:gd name="connsiteY0" fmla="*/ 73135 h 73149"/>
                  <a:gd name="connsiteX1" fmla="*/ 18530 w 85109"/>
                  <a:gd name="connsiteY1" fmla="*/ 73135 h 73149"/>
                  <a:gd name="connsiteX2" fmla="*/ 5812 w 85109"/>
                  <a:gd name="connsiteY2" fmla="*/ 61901 h 73149"/>
                  <a:gd name="connsiteX3" fmla="*/ 93 w 85109"/>
                  <a:gd name="connsiteY3" fmla="*/ 14260 h 73149"/>
                  <a:gd name="connsiteX4" fmla="*/ 12811 w 85109"/>
                  <a:gd name="connsiteY4" fmla="*/ 0 h 73149"/>
                  <a:gd name="connsiteX5" fmla="*/ 72297 w 85109"/>
                  <a:gd name="connsiteY5" fmla="*/ 0 h 73149"/>
                  <a:gd name="connsiteX6" fmla="*/ 85058 w 85109"/>
                  <a:gd name="connsiteY6" fmla="*/ 13882 h 73149"/>
                  <a:gd name="connsiteX7" fmla="*/ 80809 w 85109"/>
                  <a:gd name="connsiteY7" fmla="*/ 61523 h 73149"/>
                  <a:gd name="connsiteX8" fmla="*/ 68048 w 85109"/>
                  <a:gd name="connsiteY8" fmla="*/ 73149 h 7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109" h="73149">
                    <a:moveTo>
                      <a:pt x="68048" y="73135"/>
                    </a:moveTo>
                    <a:lnTo>
                      <a:pt x="18530" y="73135"/>
                    </a:lnTo>
                    <a:cubicBezTo>
                      <a:pt x="12040" y="73135"/>
                      <a:pt x="6583" y="68304"/>
                      <a:pt x="5812" y="61901"/>
                    </a:cubicBezTo>
                    <a:lnTo>
                      <a:pt x="93" y="14260"/>
                    </a:lnTo>
                    <a:cubicBezTo>
                      <a:pt x="-824" y="6665"/>
                      <a:pt x="5142" y="0"/>
                      <a:pt x="12811" y="0"/>
                    </a:cubicBezTo>
                    <a:lnTo>
                      <a:pt x="72297" y="0"/>
                    </a:lnTo>
                    <a:cubicBezTo>
                      <a:pt x="79820" y="0"/>
                      <a:pt x="85727" y="6417"/>
                      <a:pt x="85058" y="13882"/>
                    </a:cubicBezTo>
                    <a:lnTo>
                      <a:pt x="80809" y="61523"/>
                    </a:lnTo>
                    <a:cubicBezTo>
                      <a:pt x="80227" y="68100"/>
                      <a:pt x="74683" y="73149"/>
                      <a:pt x="68048" y="73149"/>
                    </a:cubicBezTo>
                    <a:close/>
                  </a:path>
                </a:pathLst>
              </a:custGeom>
              <a:solidFill>
                <a:srgbClr val="4438B7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Forme libre : forme 631">
                <a:extLst>
                  <a:ext uri="{FF2B5EF4-FFF2-40B4-BE49-F238E27FC236}">
                    <a16:creationId xmlns:a16="http://schemas.microsoft.com/office/drawing/2014/main" id="{1C97CF41-3907-B1B0-9A9A-B919C9CAC1BF}"/>
                  </a:ext>
                </a:extLst>
              </p:cNvPr>
              <p:cNvSpPr/>
              <p:nvPr/>
            </p:nvSpPr>
            <p:spPr>
              <a:xfrm>
                <a:off x="804315" y="1024934"/>
                <a:ext cx="72061" cy="61959"/>
              </a:xfrm>
              <a:custGeom>
                <a:avLst/>
                <a:gdLst>
                  <a:gd name="connsiteX0" fmla="*/ 57614 w 72061"/>
                  <a:gd name="connsiteY0" fmla="*/ 61945 h 61959"/>
                  <a:gd name="connsiteX1" fmla="*/ 15692 w 72061"/>
                  <a:gd name="connsiteY1" fmla="*/ 61945 h 61959"/>
                  <a:gd name="connsiteX2" fmla="*/ 4924 w 72061"/>
                  <a:gd name="connsiteY2" fmla="*/ 52428 h 61959"/>
                  <a:gd name="connsiteX3" fmla="*/ 78 w 72061"/>
                  <a:gd name="connsiteY3" fmla="*/ 12078 h 61959"/>
                  <a:gd name="connsiteX4" fmla="*/ 10846 w 72061"/>
                  <a:gd name="connsiteY4" fmla="*/ 0 h 61959"/>
                  <a:gd name="connsiteX5" fmla="*/ 61208 w 72061"/>
                  <a:gd name="connsiteY5" fmla="*/ 0 h 61959"/>
                  <a:gd name="connsiteX6" fmla="*/ 72020 w 72061"/>
                  <a:gd name="connsiteY6" fmla="*/ 11757 h 61959"/>
                  <a:gd name="connsiteX7" fmla="*/ 68426 w 72061"/>
                  <a:gd name="connsiteY7" fmla="*/ 52108 h 61959"/>
                  <a:gd name="connsiteX8" fmla="*/ 57614 w 72061"/>
                  <a:gd name="connsiteY8" fmla="*/ 61959 h 6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2061" h="61959">
                    <a:moveTo>
                      <a:pt x="57614" y="61945"/>
                    </a:moveTo>
                    <a:lnTo>
                      <a:pt x="15692" y="61945"/>
                    </a:lnTo>
                    <a:cubicBezTo>
                      <a:pt x="10191" y="61945"/>
                      <a:pt x="5564" y="57856"/>
                      <a:pt x="4924" y="52428"/>
                    </a:cubicBezTo>
                    <a:lnTo>
                      <a:pt x="78" y="12078"/>
                    </a:lnTo>
                    <a:cubicBezTo>
                      <a:pt x="-693" y="5646"/>
                      <a:pt x="4342" y="0"/>
                      <a:pt x="10846" y="0"/>
                    </a:cubicBezTo>
                    <a:lnTo>
                      <a:pt x="61208" y="0"/>
                    </a:lnTo>
                    <a:cubicBezTo>
                      <a:pt x="67582" y="0"/>
                      <a:pt x="72573" y="5442"/>
                      <a:pt x="72020" y="11757"/>
                    </a:cubicBezTo>
                    <a:lnTo>
                      <a:pt x="68426" y="52108"/>
                    </a:lnTo>
                    <a:cubicBezTo>
                      <a:pt x="67931" y="57681"/>
                      <a:pt x="63245" y="61959"/>
                      <a:pt x="57614" y="61959"/>
                    </a:cubicBezTo>
                    <a:close/>
                  </a:path>
                </a:pathLst>
              </a:custGeom>
              <a:solidFill>
                <a:srgbClr val="332989"/>
              </a:solidFill>
              <a:ln w="14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4" name="Graphique 4">
            <a:extLst>
              <a:ext uri="{FF2B5EF4-FFF2-40B4-BE49-F238E27FC236}">
                <a16:creationId xmlns:a16="http://schemas.microsoft.com/office/drawing/2014/main" id="{04BFC2A9-0DFF-9906-3954-999E6560EAF7}"/>
              </a:ext>
            </a:extLst>
          </p:cNvPr>
          <p:cNvGrpSpPr/>
          <p:nvPr/>
        </p:nvGrpSpPr>
        <p:grpSpPr>
          <a:xfrm>
            <a:off x="4602597" y="2661052"/>
            <a:ext cx="1090060" cy="675849"/>
            <a:chOff x="0" y="437"/>
            <a:chExt cx="1839835" cy="1176696"/>
          </a:xfrm>
        </p:grpSpPr>
        <p:grpSp>
          <p:nvGrpSpPr>
            <p:cNvPr id="705" name="Graphique 4">
              <a:extLst>
                <a:ext uri="{FF2B5EF4-FFF2-40B4-BE49-F238E27FC236}">
                  <a16:creationId xmlns:a16="http://schemas.microsoft.com/office/drawing/2014/main" id="{8607EA0F-66B0-5D2A-A591-0A326EF4DCAD}"/>
                </a:ext>
              </a:extLst>
            </p:cNvPr>
            <p:cNvGrpSpPr/>
            <p:nvPr/>
          </p:nvGrpSpPr>
          <p:grpSpPr>
            <a:xfrm>
              <a:off x="1165482" y="19730"/>
              <a:ext cx="441834" cy="426402"/>
              <a:chOff x="1165482" y="19730"/>
              <a:chExt cx="441834" cy="426402"/>
            </a:xfrm>
          </p:grpSpPr>
          <p:grpSp>
            <p:nvGrpSpPr>
              <p:cNvPr id="955" name="Graphique 4">
                <a:extLst>
                  <a:ext uri="{FF2B5EF4-FFF2-40B4-BE49-F238E27FC236}">
                    <a16:creationId xmlns:a16="http://schemas.microsoft.com/office/drawing/2014/main" id="{9172EC94-E2FD-3AB3-EAE0-A15AD31E0F70}"/>
                  </a:ext>
                </a:extLst>
              </p:cNvPr>
              <p:cNvGrpSpPr/>
              <p:nvPr/>
            </p:nvGrpSpPr>
            <p:grpSpPr>
              <a:xfrm>
                <a:off x="1165482" y="83565"/>
                <a:ext cx="362567" cy="362567"/>
                <a:chOff x="1165482" y="83565"/>
                <a:chExt cx="362567" cy="362567"/>
              </a:xfrm>
            </p:grpSpPr>
            <p:sp>
              <p:nvSpPr>
                <p:cNvPr id="961" name="Forme libre : forme 960">
                  <a:extLst>
                    <a:ext uri="{FF2B5EF4-FFF2-40B4-BE49-F238E27FC236}">
                      <a16:creationId xmlns:a16="http://schemas.microsoft.com/office/drawing/2014/main" id="{9258EC5B-5A59-8E08-007A-51A7C6DD4A94}"/>
                    </a:ext>
                  </a:extLst>
                </p:cNvPr>
                <p:cNvSpPr/>
                <p:nvPr/>
              </p:nvSpPr>
              <p:spPr>
                <a:xfrm rot="-2700000">
                  <a:off x="1165482" y="83565"/>
                  <a:ext cx="362567" cy="362567"/>
                </a:xfrm>
                <a:custGeom>
                  <a:avLst/>
                  <a:gdLst>
                    <a:gd name="connsiteX0" fmla="*/ 362568 w 362567"/>
                    <a:gd name="connsiteY0" fmla="*/ 181284 h 362567"/>
                    <a:gd name="connsiteX1" fmla="*/ 181284 w 362567"/>
                    <a:gd name="connsiteY1" fmla="*/ 362568 h 362567"/>
                    <a:gd name="connsiteX2" fmla="*/ 0 w 362567"/>
                    <a:gd name="connsiteY2" fmla="*/ 181284 h 362567"/>
                    <a:gd name="connsiteX3" fmla="*/ 181284 w 362567"/>
                    <a:gd name="connsiteY3" fmla="*/ 0 h 362567"/>
                    <a:gd name="connsiteX4" fmla="*/ 362568 w 362567"/>
                    <a:gd name="connsiteY4" fmla="*/ 181284 h 3625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2567" h="362567">
                      <a:moveTo>
                        <a:pt x="362568" y="181284"/>
                      </a:moveTo>
                      <a:cubicBezTo>
                        <a:pt x="362568" y="281404"/>
                        <a:pt x="281404" y="362568"/>
                        <a:pt x="181284" y="362568"/>
                      </a:cubicBezTo>
                      <a:cubicBezTo>
                        <a:pt x="81164" y="362568"/>
                        <a:pt x="0" y="281404"/>
                        <a:pt x="0" y="181284"/>
                      </a:cubicBezTo>
                      <a:cubicBezTo>
                        <a:pt x="0" y="81164"/>
                        <a:pt x="81164" y="0"/>
                        <a:pt x="181284" y="0"/>
                      </a:cubicBezTo>
                      <a:cubicBezTo>
                        <a:pt x="281404" y="0"/>
                        <a:pt x="362568" y="81164"/>
                        <a:pt x="362568" y="181284"/>
                      </a:cubicBezTo>
                      <a:close/>
                    </a:path>
                  </a:pathLst>
                </a:custGeom>
                <a:solidFill>
                  <a:srgbClr val="FFFFFF">
                    <a:alpha val="57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2" name="Graphique 4">
                  <a:extLst>
                    <a:ext uri="{FF2B5EF4-FFF2-40B4-BE49-F238E27FC236}">
                      <a16:creationId xmlns:a16="http://schemas.microsoft.com/office/drawing/2014/main" id="{CACB3DA9-3DF5-336E-F52F-734D5833C77E}"/>
                    </a:ext>
                  </a:extLst>
                </p:cNvPr>
                <p:cNvGrpSpPr/>
                <p:nvPr/>
              </p:nvGrpSpPr>
              <p:grpSpPr>
                <a:xfrm>
                  <a:off x="1187242" y="105319"/>
                  <a:ext cx="319056" cy="319056"/>
                  <a:chOff x="1187242" y="105319"/>
                  <a:chExt cx="319056" cy="319056"/>
                </a:xfrm>
              </p:grpSpPr>
              <p:sp>
                <p:nvSpPr>
                  <p:cNvPr id="969" name="Forme libre : forme 968">
                    <a:extLst>
                      <a:ext uri="{FF2B5EF4-FFF2-40B4-BE49-F238E27FC236}">
                        <a16:creationId xmlns:a16="http://schemas.microsoft.com/office/drawing/2014/main" id="{1A5938F8-A9CC-94B4-0375-F71B97EC4295}"/>
                      </a:ext>
                    </a:extLst>
                  </p:cNvPr>
                  <p:cNvSpPr/>
                  <p:nvPr/>
                </p:nvSpPr>
                <p:spPr>
                  <a:xfrm>
                    <a:off x="1192056" y="110133"/>
                    <a:ext cx="309428" cy="309428"/>
                  </a:xfrm>
                  <a:custGeom>
                    <a:avLst/>
                    <a:gdLst>
                      <a:gd name="connsiteX0" fmla="*/ 309428 w 309428"/>
                      <a:gd name="connsiteY0" fmla="*/ 154714 h 309428"/>
                      <a:gd name="connsiteX1" fmla="*/ 154714 w 309428"/>
                      <a:gd name="connsiteY1" fmla="*/ 309428 h 309428"/>
                      <a:gd name="connsiteX2" fmla="*/ 0 w 309428"/>
                      <a:gd name="connsiteY2" fmla="*/ 154714 h 309428"/>
                      <a:gd name="connsiteX3" fmla="*/ 154714 w 309428"/>
                      <a:gd name="connsiteY3" fmla="*/ 0 h 309428"/>
                      <a:gd name="connsiteX4" fmla="*/ 309428 w 309428"/>
                      <a:gd name="connsiteY4" fmla="*/ 154714 h 309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09428" h="309428">
                        <a:moveTo>
                          <a:pt x="309428" y="154714"/>
                        </a:moveTo>
                        <a:cubicBezTo>
                          <a:pt x="309428" y="240161"/>
                          <a:pt x="240161" y="309428"/>
                          <a:pt x="154714" y="309428"/>
                        </a:cubicBezTo>
                        <a:cubicBezTo>
                          <a:pt x="69268" y="309428"/>
                          <a:pt x="0" y="240161"/>
                          <a:pt x="0" y="154714"/>
                        </a:cubicBezTo>
                        <a:cubicBezTo>
                          <a:pt x="0" y="69268"/>
                          <a:pt x="69268" y="0"/>
                          <a:pt x="154714" y="0"/>
                        </a:cubicBezTo>
                        <a:cubicBezTo>
                          <a:pt x="240160" y="0"/>
                          <a:pt x="309428" y="69268"/>
                          <a:pt x="309428" y="154714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0" name="Forme libre : forme 969">
                    <a:extLst>
                      <a:ext uri="{FF2B5EF4-FFF2-40B4-BE49-F238E27FC236}">
                        <a16:creationId xmlns:a16="http://schemas.microsoft.com/office/drawing/2014/main" id="{7B1FF058-0149-8FC9-69AB-5A6CDFFFA8A7}"/>
                      </a:ext>
                    </a:extLst>
                  </p:cNvPr>
                  <p:cNvSpPr/>
                  <p:nvPr/>
                </p:nvSpPr>
                <p:spPr>
                  <a:xfrm>
                    <a:off x="1187242" y="105319"/>
                    <a:ext cx="319056" cy="319056"/>
                  </a:xfrm>
                  <a:custGeom>
                    <a:avLst/>
                    <a:gdLst>
                      <a:gd name="connsiteX0" fmla="*/ 159528 w 319056"/>
                      <a:gd name="connsiteY0" fmla="*/ 319057 h 319056"/>
                      <a:gd name="connsiteX1" fmla="*/ 0 w 319056"/>
                      <a:gd name="connsiteY1" fmla="*/ 159528 h 319056"/>
                      <a:gd name="connsiteX2" fmla="*/ 159528 w 319056"/>
                      <a:gd name="connsiteY2" fmla="*/ 0 h 319056"/>
                      <a:gd name="connsiteX3" fmla="*/ 319057 w 319056"/>
                      <a:gd name="connsiteY3" fmla="*/ 159528 h 319056"/>
                      <a:gd name="connsiteX4" fmla="*/ 159528 w 319056"/>
                      <a:gd name="connsiteY4" fmla="*/ 319057 h 319056"/>
                      <a:gd name="connsiteX5" fmla="*/ 159528 w 319056"/>
                      <a:gd name="connsiteY5" fmla="*/ 9628 h 319056"/>
                      <a:gd name="connsiteX6" fmla="*/ 9616 w 319056"/>
                      <a:gd name="connsiteY6" fmla="*/ 159541 h 319056"/>
                      <a:gd name="connsiteX7" fmla="*/ 159528 w 319056"/>
                      <a:gd name="connsiteY7" fmla="*/ 309453 h 319056"/>
                      <a:gd name="connsiteX8" fmla="*/ 309441 w 319056"/>
                      <a:gd name="connsiteY8" fmla="*/ 159541 h 319056"/>
                      <a:gd name="connsiteX9" fmla="*/ 159528 w 319056"/>
                      <a:gd name="connsiteY9" fmla="*/ 9628 h 319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19056" h="319056">
                        <a:moveTo>
                          <a:pt x="159528" y="319057"/>
                        </a:moveTo>
                        <a:cubicBezTo>
                          <a:pt x="71563" y="319057"/>
                          <a:pt x="0" y="247494"/>
                          <a:pt x="0" y="159528"/>
                        </a:cubicBezTo>
                        <a:cubicBezTo>
                          <a:pt x="0" y="71563"/>
                          <a:pt x="71563" y="0"/>
                          <a:pt x="159528" y="0"/>
                        </a:cubicBezTo>
                        <a:cubicBezTo>
                          <a:pt x="247494" y="0"/>
                          <a:pt x="319057" y="71563"/>
                          <a:pt x="319057" y="159528"/>
                        </a:cubicBezTo>
                        <a:cubicBezTo>
                          <a:pt x="319057" y="247494"/>
                          <a:pt x="247494" y="319057"/>
                          <a:pt x="159528" y="319057"/>
                        </a:cubicBezTo>
                        <a:close/>
                        <a:moveTo>
                          <a:pt x="159528" y="9628"/>
                        </a:moveTo>
                        <a:cubicBezTo>
                          <a:pt x="76867" y="9628"/>
                          <a:pt x="9616" y="76879"/>
                          <a:pt x="9616" y="159541"/>
                        </a:cubicBezTo>
                        <a:cubicBezTo>
                          <a:pt x="9616" y="242202"/>
                          <a:pt x="76867" y="309453"/>
                          <a:pt x="159528" y="309453"/>
                        </a:cubicBezTo>
                        <a:cubicBezTo>
                          <a:pt x="242190" y="309453"/>
                          <a:pt x="309441" y="242202"/>
                          <a:pt x="309441" y="159541"/>
                        </a:cubicBezTo>
                        <a:cubicBezTo>
                          <a:pt x="309441" y="76879"/>
                          <a:pt x="242190" y="9628"/>
                          <a:pt x="159528" y="962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963" name="Graphique 4">
                  <a:extLst>
                    <a:ext uri="{FF2B5EF4-FFF2-40B4-BE49-F238E27FC236}">
                      <a16:creationId xmlns:a16="http://schemas.microsoft.com/office/drawing/2014/main" id="{3BA92DD9-FA06-532D-2C66-15C0810FB761}"/>
                    </a:ext>
                  </a:extLst>
                </p:cNvPr>
                <p:cNvGrpSpPr/>
                <p:nvPr/>
              </p:nvGrpSpPr>
              <p:grpSpPr>
                <a:xfrm>
                  <a:off x="1247646" y="165722"/>
                  <a:ext cx="198249" cy="198249"/>
                  <a:chOff x="1247646" y="165722"/>
                  <a:chExt cx="198249" cy="198249"/>
                </a:xfrm>
              </p:grpSpPr>
              <p:sp>
                <p:nvSpPr>
                  <p:cNvPr id="967" name="Forme libre : forme 966">
                    <a:extLst>
                      <a:ext uri="{FF2B5EF4-FFF2-40B4-BE49-F238E27FC236}">
                        <a16:creationId xmlns:a16="http://schemas.microsoft.com/office/drawing/2014/main" id="{C99FB851-CCB7-31FB-1051-AA52062B6119}"/>
                      </a:ext>
                    </a:extLst>
                  </p:cNvPr>
                  <p:cNvSpPr/>
                  <p:nvPr/>
                </p:nvSpPr>
                <p:spPr>
                  <a:xfrm rot="-4603200">
                    <a:off x="1252393" y="170503"/>
                    <a:ext cx="188645" cy="188645"/>
                  </a:xfrm>
                  <a:custGeom>
                    <a:avLst/>
                    <a:gdLst>
                      <a:gd name="connsiteX0" fmla="*/ 188646 w 188645"/>
                      <a:gd name="connsiteY0" fmla="*/ 94323 h 188645"/>
                      <a:gd name="connsiteX1" fmla="*/ 94323 w 188645"/>
                      <a:gd name="connsiteY1" fmla="*/ 188646 h 188645"/>
                      <a:gd name="connsiteX2" fmla="*/ 0 w 188645"/>
                      <a:gd name="connsiteY2" fmla="*/ 94323 h 188645"/>
                      <a:gd name="connsiteX3" fmla="*/ 94323 w 188645"/>
                      <a:gd name="connsiteY3" fmla="*/ 0 h 188645"/>
                      <a:gd name="connsiteX4" fmla="*/ 188646 w 188645"/>
                      <a:gd name="connsiteY4" fmla="*/ 94323 h 1886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8645" h="188645">
                        <a:moveTo>
                          <a:pt x="188646" y="94323"/>
                        </a:moveTo>
                        <a:cubicBezTo>
                          <a:pt x="188646" y="146416"/>
                          <a:pt x="146416" y="188646"/>
                          <a:pt x="94323" y="188646"/>
                        </a:cubicBezTo>
                        <a:cubicBezTo>
                          <a:pt x="42230" y="188646"/>
                          <a:pt x="0" y="146416"/>
                          <a:pt x="0" y="94323"/>
                        </a:cubicBezTo>
                        <a:cubicBezTo>
                          <a:pt x="0" y="42230"/>
                          <a:pt x="42230" y="0"/>
                          <a:pt x="94323" y="0"/>
                        </a:cubicBezTo>
                        <a:cubicBezTo>
                          <a:pt x="146416" y="0"/>
                          <a:pt x="188646" y="42230"/>
                          <a:pt x="188646" y="94323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8" name="Forme libre : forme 967">
                    <a:extLst>
                      <a:ext uri="{FF2B5EF4-FFF2-40B4-BE49-F238E27FC236}">
                        <a16:creationId xmlns:a16="http://schemas.microsoft.com/office/drawing/2014/main" id="{ADEF6532-86B0-CC56-6414-22BF95B4E9D6}"/>
                      </a:ext>
                    </a:extLst>
                  </p:cNvPr>
                  <p:cNvSpPr/>
                  <p:nvPr/>
                </p:nvSpPr>
                <p:spPr>
                  <a:xfrm>
                    <a:off x="1247646" y="165722"/>
                    <a:ext cx="198249" cy="198249"/>
                  </a:xfrm>
                  <a:custGeom>
                    <a:avLst/>
                    <a:gdLst>
                      <a:gd name="connsiteX0" fmla="*/ 99125 w 198249"/>
                      <a:gd name="connsiteY0" fmla="*/ 198250 h 198249"/>
                      <a:gd name="connsiteX1" fmla="*/ 0 w 198249"/>
                      <a:gd name="connsiteY1" fmla="*/ 99125 h 198249"/>
                      <a:gd name="connsiteX2" fmla="*/ 99125 w 198249"/>
                      <a:gd name="connsiteY2" fmla="*/ 0 h 198249"/>
                      <a:gd name="connsiteX3" fmla="*/ 198250 w 198249"/>
                      <a:gd name="connsiteY3" fmla="*/ 99125 h 198249"/>
                      <a:gd name="connsiteX4" fmla="*/ 99125 w 198249"/>
                      <a:gd name="connsiteY4" fmla="*/ 198250 h 198249"/>
                      <a:gd name="connsiteX5" fmla="*/ 99125 w 198249"/>
                      <a:gd name="connsiteY5" fmla="*/ 9604 h 198249"/>
                      <a:gd name="connsiteX6" fmla="*/ 9604 w 198249"/>
                      <a:gd name="connsiteY6" fmla="*/ 99125 h 198249"/>
                      <a:gd name="connsiteX7" fmla="*/ 99125 w 198249"/>
                      <a:gd name="connsiteY7" fmla="*/ 188646 h 198249"/>
                      <a:gd name="connsiteX8" fmla="*/ 188646 w 198249"/>
                      <a:gd name="connsiteY8" fmla="*/ 99125 h 198249"/>
                      <a:gd name="connsiteX9" fmla="*/ 99125 w 198249"/>
                      <a:gd name="connsiteY9" fmla="*/ 9604 h 1982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98249" h="198249">
                        <a:moveTo>
                          <a:pt x="99125" y="198250"/>
                        </a:moveTo>
                        <a:cubicBezTo>
                          <a:pt x="44467" y="198250"/>
                          <a:pt x="0" y="153783"/>
                          <a:pt x="0" y="99125"/>
                        </a:cubicBezTo>
                        <a:cubicBezTo>
                          <a:pt x="0" y="44467"/>
                          <a:pt x="44467" y="0"/>
                          <a:pt x="99125" y="0"/>
                        </a:cubicBezTo>
                        <a:cubicBezTo>
                          <a:pt x="153783" y="0"/>
                          <a:pt x="198250" y="44467"/>
                          <a:pt x="198250" y="99125"/>
                        </a:cubicBezTo>
                        <a:cubicBezTo>
                          <a:pt x="198250" y="153783"/>
                          <a:pt x="153783" y="198250"/>
                          <a:pt x="99125" y="198250"/>
                        </a:cubicBezTo>
                        <a:close/>
                        <a:moveTo>
                          <a:pt x="99125" y="9604"/>
                        </a:moveTo>
                        <a:cubicBezTo>
                          <a:pt x="49771" y="9604"/>
                          <a:pt x="9604" y="49758"/>
                          <a:pt x="9604" y="99125"/>
                        </a:cubicBezTo>
                        <a:cubicBezTo>
                          <a:pt x="9604" y="148491"/>
                          <a:pt x="49758" y="188646"/>
                          <a:pt x="99125" y="188646"/>
                        </a:cubicBezTo>
                        <a:cubicBezTo>
                          <a:pt x="148491" y="188646"/>
                          <a:pt x="188646" y="148491"/>
                          <a:pt x="188646" y="99125"/>
                        </a:cubicBezTo>
                        <a:cubicBezTo>
                          <a:pt x="188646" y="49758"/>
                          <a:pt x="148491" y="9604"/>
                          <a:pt x="99125" y="960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964" name="Graphique 4">
                  <a:extLst>
                    <a:ext uri="{FF2B5EF4-FFF2-40B4-BE49-F238E27FC236}">
                      <a16:creationId xmlns:a16="http://schemas.microsoft.com/office/drawing/2014/main" id="{F9F52FFB-8844-5B06-B0CF-3E35EF31F03F}"/>
                    </a:ext>
                  </a:extLst>
                </p:cNvPr>
                <p:cNvGrpSpPr/>
                <p:nvPr/>
              </p:nvGrpSpPr>
              <p:grpSpPr>
                <a:xfrm>
                  <a:off x="1305415" y="223492"/>
                  <a:ext cx="82710" cy="82710"/>
                  <a:chOff x="1305415" y="223492"/>
                  <a:chExt cx="82710" cy="82710"/>
                </a:xfrm>
              </p:grpSpPr>
              <p:sp>
                <p:nvSpPr>
                  <p:cNvPr id="965" name="Forme libre : forme 964">
                    <a:extLst>
                      <a:ext uri="{FF2B5EF4-FFF2-40B4-BE49-F238E27FC236}">
                        <a16:creationId xmlns:a16="http://schemas.microsoft.com/office/drawing/2014/main" id="{EA15252C-6955-9716-3F46-B08BC5B34DA2}"/>
                      </a:ext>
                    </a:extLst>
                  </p:cNvPr>
                  <p:cNvSpPr/>
                  <p:nvPr/>
                </p:nvSpPr>
                <p:spPr>
                  <a:xfrm rot="-4590599">
                    <a:off x="1310270" y="228324"/>
                    <a:ext cx="73081" cy="73081"/>
                  </a:xfrm>
                  <a:custGeom>
                    <a:avLst/>
                    <a:gdLst>
                      <a:gd name="connsiteX0" fmla="*/ 73082 w 73081"/>
                      <a:gd name="connsiteY0" fmla="*/ 36541 h 73081"/>
                      <a:gd name="connsiteX1" fmla="*/ 36541 w 73081"/>
                      <a:gd name="connsiteY1" fmla="*/ 73082 h 73081"/>
                      <a:gd name="connsiteX2" fmla="*/ 0 w 73081"/>
                      <a:gd name="connsiteY2" fmla="*/ 36541 h 73081"/>
                      <a:gd name="connsiteX3" fmla="*/ 36541 w 73081"/>
                      <a:gd name="connsiteY3" fmla="*/ 0 h 73081"/>
                      <a:gd name="connsiteX4" fmla="*/ 73082 w 73081"/>
                      <a:gd name="connsiteY4" fmla="*/ 36541 h 730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081" h="73081">
                        <a:moveTo>
                          <a:pt x="73082" y="36541"/>
                        </a:moveTo>
                        <a:cubicBezTo>
                          <a:pt x="73082" y="56722"/>
                          <a:pt x="56722" y="73082"/>
                          <a:pt x="36541" y="73082"/>
                        </a:cubicBezTo>
                        <a:cubicBezTo>
                          <a:pt x="16360" y="73082"/>
                          <a:pt x="0" y="56722"/>
                          <a:pt x="0" y="36541"/>
                        </a:cubicBezTo>
                        <a:cubicBezTo>
                          <a:pt x="0" y="16360"/>
                          <a:pt x="16360" y="0"/>
                          <a:pt x="36541" y="0"/>
                        </a:cubicBezTo>
                        <a:cubicBezTo>
                          <a:pt x="56722" y="0"/>
                          <a:pt x="73082" y="16360"/>
                          <a:pt x="73082" y="36541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6" name="Forme libre : forme 965">
                    <a:extLst>
                      <a:ext uri="{FF2B5EF4-FFF2-40B4-BE49-F238E27FC236}">
                        <a16:creationId xmlns:a16="http://schemas.microsoft.com/office/drawing/2014/main" id="{D5D62C5F-CC4F-C46E-CB43-8F55F1C566C2}"/>
                      </a:ext>
                    </a:extLst>
                  </p:cNvPr>
                  <p:cNvSpPr/>
                  <p:nvPr/>
                </p:nvSpPr>
                <p:spPr>
                  <a:xfrm>
                    <a:off x="1305415" y="223492"/>
                    <a:ext cx="82710" cy="82710"/>
                  </a:xfrm>
                  <a:custGeom>
                    <a:avLst/>
                    <a:gdLst>
                      <a:gd name="connsiteX0" fmla="*/ 41355 w 82710"/>
                      <a:gd name="connsiteY0" fmla="*/ 82710 h 82710"/>
                      <a:gd name="connsiteX1" fmla="*/ 0 w 82710"/>
                      <a:gd name="connsiteY1" fmla="*/ 41355 h 82710"/>
                      <a:gd name="connsiteX2" fmla="*/ 41355 w 82710"/>
                      <a:gd name="connsiteY2" fmla="*/ 0 h 82710"/>
                      <a:gd name="connsiteX3" fmla="*/ 82710 w 82710"/>
                      <a:gd name="connsiteY3" fmla="*/ 41355 h 82710"/>
                      <a:gd name="connsiteX4" fmla="*/ 41355 w 82710"/>
                      <a:gd name="connsiteY4" fmla="*/ 82710 h 82710"/>
                      <a:gd name="connsiteX5" fmla="*/ 41355 w 82710"/>
                      <a:gd name="connsiteY5" fmla="*/ 9628 h 82710"/>
                      <a:gd name="connsiteX6" fmla="*/ 9616 w 82710"/>
                      <a:gd name="connsiteY6" fmla="*/ 41367 h 82710"/>
                      <a:gd name="connsiteX7" fmla="*/ 41355 w 82710"/>
                      <a:gd name="connsiteY7" fmla="*/ 73106 h 82710"/>
                      <a:gd name="connsiteX8" fmla="*/ 73094 w 82710"/>
                      <a:gd name="connsiteY8" fmla="*/ 41367 h 82710"/>
                      <a:gd name="connsiteX9" fmla="*/ 41355 w 82710"/>
                      <a:gd name="connsiteY9" fmla="*/ 9628 h 827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2710" h="82710">
                        <a:moveTo>
                          <a:pt x="41355" y="82710"/>
                        </a:moveTo>
                        <a:cubicBezTo>
                          <a:pt x="18558" y="82710"/>
                          <a:pt x="0" y="64164"/>
                          <a:pt x="0" y="41355"/>
                        </a:cubicBezTo>
                        <a:cubicBezTo>
                          <a:pt x="0" y="18546"/>
                          <a:pt x="18546" y="0"/>
                          <a:pt x="41355" y="0"/>
                        </a:cubicBezTo>
                        <a:cubicBezTo>
                          <a:pt x="64164" y="0"/>
                          <a:pt x="82710" y="18546"/>
                          <a:pt x="82710" y="41355"/>
                        </a:cubicBezTo>
                        <a:cubicBezTo>
                          <a:pt x="82710" y="64164"/>
                          <a:pt x="64164" y="82710"/>
                          <a:pt x="41355" y="82710"/>
                        </a:cubicBezTo>
                        <a:close/>
                        <a:moveTo>
                          <a:pt x="41355" y="9628"/>
                        </a:moveTo>
                        <a:cubicBezTo>
                          <a:pt x="23850" y="9628"/>
                          <a:pt x="9616" y="23863"/>
                          <a:pt x="9616" y="41367"/>
                        </a:cubicBezTo>
                        <a:cubicBezTo>
                          <a:pt x="9616" y="58872"/>
                          <a:pt x="23850" y="73106"/>
                          <a:pt x="41355" y="73106"/>
                        </a:cubicBezTo>
                        <a:cubicBezTo>
                          <a:pt x="58860" y="73106"/>
                          <a:pt x="73094" y="58872"/>
                          <a:pt x="73094" y="41367"/>
                        </a:cubicBezTo>
                        <a:cubicBezTo>
                          <a:pt x="73094" y="23863"/>
                          <a:pt x="58860" y="9628"/>
                          <a:pt x="41355" y="962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956" name="Graphique 4">
                <a:extLst>
                  <a:ext uri="{FF2B5EF4-FFF2-40B4-BE49-F238E27FC236}">
                    <a16:creationId xmlns:a16="http://schemas.microsoft.com/office/drawing/2014/main" id="{9B5193F7-1891-3F4F-9296-6E49EC9DE037}"/>
                  </a:ext>
                </a:extLst>
              </p:cNvPr>
              <p:cNvGrpSpPr/>
              <p:nvPr/>
            </p:nvGrpSpPr>
            <p:grpSpPr>
              <a:xfrm>
                <a:off x="1345674" y="19730"/>
                <a:ext cx="261642" cy="250184"/>
                <a:chOff x="1345674" y="19730"/>
                <a:chExt cx="261642" cy="250184"/>
              </a:xfrm>
            </p:grpSpPr>
            <p:sp>
              <p:nvSpPr>
                <p:cNvPr id="957" name="Forme libre : forme 956">
                  <a:extLst>
                    <a:ext uri="{FF2B5EF4-FFF2-40B4-BE49-F238E27FC236}">
                      <a16:creationId xmlns:a16="http://schemas.microsoft.com/office/drawing/2014/main" id="{9BF6954D-761F-A588-A37A-71447F47466E}"/>
                    </a:ext>
                  </a:extLst>
                </p:cNvPr>
                <p:cNvSpPr/>
                <p:nvPr/>
              </p:nvSpPr>
              <p:spPr>
                <a:xfrm rot="-8100000">
                  <a:off x="1473041" y="8618"/>
                  <a:ext cx="6908" cy="261642"/>
                </a:xfrm>
                <a:custGeom>
                  <a:avLst/>
                  <a:gdLst>
                    <a:gd name="connsiteX0" fmla="*/ 0 w 6908"/>
                    <a:gd name="connsiteY0" fmla="*/ 0 h 261642"/>
                    <a:gd name="connsiteX1" fmla="*/ 6909 w 6908"/>
                    <a:gd name="connsiteY1" fmla="*/ 0 h 261642"/>
                    <a:gd name="connsiteX2" fmla="*/ 6909 w 6908"/>
                    <a:gd name="connsiteY2" fmla="*/ 261642 h 261642"/>
                    <a:gd name="connsiteX3" fmla="*/ 0 w 6908"/>
                    <a:gd name="connsiteY3" fmla="*/ 261642 h 2616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08" h="261642">
                      <a:moveTo>
                        <a:pt x="0" y="0"/>
                      </a:moveTo>
                      <a:lnTo>
                        <a:pt x="6909" y="0"/>
                      </a:lnTo>
                      <a:lnTo>
                        <a:pt x="6909" y="261642"/>
                      </a:lnTo>
                      <a:lnTo>
                        <a:pt x="0" y="26164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2B3582"/>
                    </a:gs>
                    <a:gs pos="50000">
                      <a:srgbClr val="202162"/>
                    </a:gs>
                    <a:gs pos="100000">
                      <a:srgbClr val="150E42"/>
                    </a:gs>
                  </a:gsLst>
                  <a:lin ang="6229278" scaled="1"/>
                </a:gra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8" name="Forme libre : forme 957">
                  <a:extLst>
                    <a:ext uri="{FF2B5EF4-FFF2-40B4-BE49-F238E27FC236}">
                      <a16:creationId xmlns:a16="http://schemas.microsoft.com/office/drawing/2014/main" id="{CCC6DC2D-02C4-7069-98F1-0005626F3659}"/>
                    </a:ext>
                  </a:extLst>
                </p:cNvPr>
                <p:cNvSpPr/>
                <p:nvPr/>
              </p:nvSpPr>
              <p:spPr>
                <a:xfrm>
                  <a:off x="1346027" y="217346"/>
                  <a:ext cx="52568" cy="52568"/>
                </a:xfrm>
                <a:custGeom>
                  <a:avLst/>
                  <a:gdLst>
                    <a:gd name="connsiteX0" fmla="*/ 38963 w 52568"/>
                    <a:gd name="connsiteY0" fmla="*/ 388 h 52568"/>
                    <a:gd name="connsiteX1" fmla="*/ 52181 w 52568"/>
                    <a:gd name="connsiteY1" fmla="*/ 13606 h 52568"/>
                    <a:gd name="connsiteX2" fmla="*/ 3169 w 52568"/>
                    <a:gd name="connsiteY2" fmla="*/ 52131 h 52568"/>
                    <a:gd name="connsiteX3" fmla="*/ 438 w 52568"/>
                    <a:gd name="connsiteY3" fmla="*/ 49400 h 52568"/>
                    <a:gd name="connsiteX4" fmla="*/ 38963 w 52568"/>
                    <a:gd name="connsiteY4" fmla="*/ 388 h 52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568" h="52568">
                      <a:moveTo>
                        <a:pt x="38963" y="388"/>
                      </a:moveTo>
                      <a:cubicBezTo>
                        <a:pt x="41768" y="-2417"/>
                        <a:pt x="54986" y="10801"/>
                        <a:pt x="52181" y="13606"/>
                      </a:cubicBezTo>
                      <a:lnTo>
                        <a:pt x="3169" y="52131"/>
                      </a:lnTo>
                      <a:cubicBezTo>
                        <a:pt x="1356" y="53552"/>
                        <a:pt x="-983" y="51213"/>
                        <a:pt x="438" y="49400"/>
                      </a:cubicBezTo>
                      <a:lnTo>
                        <a:pt x="38963" y="38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2B3582"/>
                    </a:gs>
                    <a:gs pos="50000">
                      <a:srgbClr val="202162"/>
                    </a:gs>
                    <a:gs pos="100000">
                      <a:srgbClr val="150E42"/>
                    </a:gs>
                  </a:gsLst>
                  <a:lin ang="0" scaled="1"/>
                </a:gra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" name="Forme libre : forme 958">
                  <a:extLst>
                    <a:ext uri="{FF2B5EF4-FFF2-40B4-BE49-F238E27FC236}">
                      <a16:creationId xmlns:a16="http://schemas.microsoft.com/office/drawing/2014/main" id="{A07336CE-A86E-DF6E-704A-54805E05D795}"/>
                    </a:ext>
                  </a:extLst>
                </p:cNvPr>
                <p:cNvSpPr/>
                <p:nvPr/>
              </p:nvSpPr>
              <p:spPr>
                <a:xfrm>
                  <a:off x="1519467" y="49509"/>
                  <a:ext cx="76744" cy="52112"/>
                </a:xfrm>
                <a:custGeom>
                  <a:avLst/>
                  <a:gdLst>
                    <a:gd name="connsiteX0" fmla="*/ 51853 w 76744"/>
                    <a:gd name="connsiteY0" fmla="*/ 0 h 52112"/>
                    <a:gd name="connsiteX1" fmla="*/ 76745 w 76744"/>
                    <a:gd name="connsiteY1" fmla="*/ 2474 h 52112"/>
                    <a:gd name="connsiteX2" fmla="*/ 42580 w 76744"/>
                    <a:gd name="connsiteY2" fmla="*/ 36639 h 52112"/>
                    <a:gd name="connsiteX3" fmla="*/ 0 w 76744"/>
                    <a:gd name="connsiteY3" fmla="*/ 51853 h 52112"/>
                    <a:gd name="connsiteX4" fmla="*/ 0 w 76744"/>
                    <a:gd name="connsiteY4" fmla="*/ 51853 h 52112"/>
                    <a:gd name="connsiteX5" fmla="*/ 51853 w 76744"/>
                    <a:gd name="connsiteY5" fmla="*/ 0 h 52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6744" h="52112">
                      <a:moveTo>
                        <a:pt x="51853" y="0"/>
                      </a:moveTo>
                      <a:lnTo>
                        <a:pt x="76745" y="2474"/>
                      </a:lnTo>
                      <a:lnTo>
                        <a:pt x="42580" y="36639"/>
                      </a:lnTo>
                      <a:cubicBezTo>
                        <a:pt x="31384" y="47835"/>
                        <a:pt x="15753" y="53421"/>
                        <a:pt x="0" y="51853"/>
                      </a:cubicBezTo>
                      <a:lnTo>
                        <a:pt x="0" y="51853"/>
                      </a:lnTo>
                      <a:lnTo>
                        <a:pt x="51853" y="0"/>
                      </a:ln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" name="Forme libre : forme 959">
                  <a:extLst>
                    <a:ext uri="{FF2B5EF4-FFF2-40B4-BE49-F238E27FC236}">
                      <a16:creationId xmlns:a16="http://schemas.microsoft.com/office/drawing/2014/main" id="{E2B4AD67-685A-46DB-6311-A37B3CDCDA7C}"/>
                    </a:ext>
                  </a:extLst>
                </p:cNvPr>
                <p:cNvSpPr/>
                <p:nvPr/>
              </p:nvSpPr>
              <p:spPr>
                <a:xfrm>
                  <a:off x="1514320" y="19730"/>
                  <a:ext cx="52112" cy="76744"/>
                </a:xfrm>
                <a:custGeom>
                  <a:avLst/>
                  <a:gdLst>
                    <a:gd name="connsiteX0" fmla="*/ 52113 w 52112"/>
                    <a:gd name="connsiteY0" fmla="*/ 24891 h 76744"/>
                    <a:gd name="connsiteX1" fmla="*/ 49638 w 52112"/>
                    <a:gd name="connsiteY1" fmla="*/ 0 h 76744"/>
                    <a:gd name="connsiteX2" fmla="*/ 15474 w 52112"/>
                    <a:gd name="connsiteY2" fmla="*/ 34165 h 76744"/>
                    <a:gd name="connsiteX3" fmla="*/ 260 w 52112"/>
                    <a:gd name="connsiteY3" fmla="*/ 76745 h 76744"/>
                    <a:gd name="connsiteX4" fmla="*/ 260 w 52112"/>
                    <a:gd name="connsiteY4" fmla="*/ 76745 h 76744"/>
                    <a:gd name="connsiteX5" fmla="*/ 52113 w 52112"/>
                    <a:gd name="connsiteY5" fmla="*/ 24891 h 767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112" h="76744">
                      <a:moveTo>
                        <a:pt x="52113" y="24891"/>
                      </a:moveTo>
                      <a:lnTo>
                        <a:pt x="49638" y="0"/>
                      </a:lnTo>
                      <a:lnTo>
                        <a:pt x="15474" y="34165"/>
                      </a:lnTo>
                      <a:cubicBezTo>
                        <a:pt x="4278" y="45361"/>
                        <a:pt x="-1308" y="60991"/>
                        <a:pt x="260" y="76745"/>
                      </a:cubicBezTo>
                      <a:lnTo>
                        <a:pt x="260" y="76745"/>
                      </a:lnTo>
                      <a:lnTo>
                        <a:pt x="52113" y="24891"/>
                      </a:ln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06" name="Graphique 4">
              <a:extLst>
                <a:ext uri="{FF2B5EF4-FFF2-40B4-BE49-F238E27FC236}">
                  <a16:creationId xmlns:a16="http://schemas.microsoft.com/office/drawing/2014/main" id="{18A57C89-FABA-0E74-2A92-89B9699E44C1}"/>
                </a:ext>
              </a:extLst>
            </p:cNvPr>
            <p:cNvGrpSpPr/>
            <p:nvPr/>
          </p:nvGrpSpPr>
          <p:grpSpPr>
            <a:xfrm>
              <a:off x="606894" y="255859"/>
              <a:ext cx="964359" cy="846112"/>
              <a:chOff x="606894" y="255859"/>
              <a:chExt cx="964359" cy="846112"/>
            </a:xfrm>
          </p:grpSpPr>
          <p:sp>
            <p:nvSpPr>
              <p:cNvPr id="943" name="Forme libre : forme 942">
                <a:extLst>
                  <a:ext uri="{FF2B5EF4-FFF2-40B4-BE49-F238E27FC236}">
                    <a16:creationId xmlns:a16="http://schemas.microsoft.com/office/drawing/2014/main" id="{B72CCCE2-F60D-3004-DB00-8AEB2FCB4751}"/>
                  </a:ext>
                </a:extLst>
              </p:cNvPr>
              <p:cNvSpPr/>
              <p:nvPr/>
            </p:nvSpPr>
            <p:spPr>
              <a:xfrm>
                <a:off x="623203" y="693343"/>
                <a:ext cx="935328" cy="408628"/>
              </a:xfrm>
              <a:custGeom>
                <a:avLst/>
                <a:gdLst>
                  <a:gd name="connsiteX0" fmla="*/ 0 w 935328"/>
                  <a:gd name="connsiteY0" fmla="*/ 0 h 408628"/>
                  <a:gd name="connsiteX1" fmla="*/ 9898 w 935328"/>
                  <a:gd name="connsiteY1" fmla="*/ 307640 h 408628"/>
                  <a:gd name="connsiteX2" fmla="*/ 109562 w 935328"/>
                  <a:gd name="connsiteY2" fmla="*/ 404290 h 408628"/>
                  <a:gd name="connsiteX3" fmla="*/ 846249 w 935328"/>
                  <a:gd name="connsiteY3" fmla="*/ 408627 h 408628"/>
                  <a:gd name="connsiteX4" fmla="*/ 918253 w 935328"/>
                  <a:gd name="connsiteY4" fmla="*/ 347170 h 408628"/>
                  <a:gd name="connsiteX5" fmla="*/ 927918 w 935328"/>
                  <a:gd name="connsiteY5" fmla="*/ 0 h 408628"/>
                  <a:gd name="connsiteX6" fmla="*/ 0 w 935328"/>
                  <a:gd name="connsiteY6" fmla="*/ 0 h 408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5328" h="408628">
                    <a:moveTo>
                      <a:pt x="0" y="0"/>
                    </a:moveTo>
                    <a:lnTo>
                      <a:pt x="9898" y="307640"/>
                    </a:lnTo>
                    <a:cubicBezTo>
                      <a:pt x="11625" y="361282"/>
                      <a:pt x="55651" y="403972"/>
                      <a:pt x="109562" y="404290"/>
                    </a:cubicBezTo>
                    <a:lnTo>
                      <a:pt x="846249" y="408627"/>
                    </a:lnTo>
                    <a:cubicBezTo>
                      <a:pt x="882288" y="408835"/>
                      <a:pt x="912986" y="382657"/>
                      <a:pt x="918253" y="347170"/>
                    </a:cubicBezTo>
                    <a:cubicBezTo>
                      <a:pt x="929768" y="269482"/>
                      <a:pt x="944455" y="130472"/>
                      <a:pt x="92791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38B7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Forme libre : forme 943">
                <a:extLst>
                  <a:ext uri="{FF2B5EF4-FFF2-40B4-BE49-F238E27FC236}">
                    <a16:creationId xmlns:a16="http://schemas.microsoft.com/office/drawing/2014/main" id="{E739DBEE-D1C8-3834-DFD1-80C1D86E33D8}"/>
                  </a:ext>
                </a:extLst>
              </p:cNvPr>
              <p:cNvSpPr/>
              <p:nvPr/>
            </p:nvSpPr>
            <p:spPr>
              <a:xfrm>
                <a:off x="645742" y="693108"/>
                <a:ext cx="891021" cy="389543"/>
              </a:xfrm>
              <a:custGeom>
                <a:avLst/>
                <a:gdLst>
                  <a:gd name="connsiteX0" fmla="*/ 804085 w 891021"/>
                  <a:gd name="connsiteY0" fmla="*/ 389544 h 389543"/>
                  <a:gd name="connsiteX1" fmla="*/ 801464 w 891021"/>
                  <a:gd name="connsiteY1" fmla="*/ 389544 h 389543"/>
                  <a:gd name="connsiteX2" fmla="*/ 801035 w 891021"/>
                  <a:gd name="connsiteY2" fmla="*/ 389090 h 389543"/>
                  <a:gd name="connsiteX3" fmla="*/ 801476 w 891021"/>
                  <a:gd name="connsiteY3" fmla="*/ 388662 h 389543"/>
                  <a:gd name="connsiteX4" fmla="*/ 804098 w 891021"/>
                  <a:gd name="connsiteY4" fmla="*/ 388662 h 389543"/>
                  <a:gd name="connsiteX5" fmla="*/ 804526 w 891021"/>
                  <a:gd name="connsiteY5" fmla="*/ 389115 h 389543"/>
                  <a:gd name="connsiteX6" fmla="*/ 804085 w 891021"/>
                  <a:gd name="connsiteY6" fmla="*/ 389544 h 389543"/>
                  <a:gd name="connsiteX7" fmla="*/ 795351 w 891021"/>
                  <a:gd name="connsiteY7" fmla="*/ 389495 h 389543"/>
                  <a:gd name="connsiteX8" fmla="*/ 792730 w 891021"/>
                  <a:gd name="connsiteY8" fmla="*/ 389495 h 389543"/>
                  <a:gd name="connsiteX9" fmla="*/ 792301 w 891021"/>
                  <a:gd name="connsiteY9" fmla="*/ 389041 h 389543"/>
                  <a:gd name="connsiteX10" fmla="*/ 792742 w 891021"/>
                  <a:gd name="connsiteY10" fmla="*/ 388613 h 389543"/>
                  <a:gd name="connsiteX11" fmla="*/ 795363 w 891021"/>
                  <a:gd name="connsiteY11" fmla="*/ 388613 h 389543"/>
                  <a:gd name="connsiteX12" fmla="*/ 795792 w 891021"/>
                  <a:gd name="connsiteY12" fmla="*/ 389066 h 389543"/>
                  <a:gd name="connsiteX13" fmla="*/ 795351 w 891021"/>
                  <a:gd name="connsiteY13" fmla="*/ 389495 h 389543"/>
                  <a:gd name="connsiteX14" fmla="*/ 786617 w 891021"/>
                  <a:gd name="connsiteY14" fmla="*/ 389446 h 389543"/>
                  <a:gd name="connsiteX15" fmla="*/ 783996 w 891021"/>
                  <a:gd name="connsiteY15" fmla="*/ 389446 h 389543"/>
                  <a:gd name="connsiteX16" fmla="*/ 783567 w 891021"/>
                  <a:gd name="connsiteY16" fmla="*/ 388992 h 389543"/>
                  <a:gd name="connsiteX17" fmla="*/ 784008 w 891021"/>
                  <a:gd name="connsiteY17" fmla="*/ 388564 h 389543"/>
                  <a:gd name="connsiteX18" fmla="*/ 786629 w 891021"/>
                  <a:gd name="connsiteY18" fmla="*/ 388564 h 389543"/>
                  <a:gd name="connsiteX19" fmla="*/ 787058 w 891021"/>
                  <a:gd name="connsiteY19" fmla="*/ 389017 h 389543"/>
                  <a:gd name="connsiteX20" fmla="*/ 786617 w 891021"/>
                  <a:gd name="connsiteY20" fmla="*/ 389446 h 389543"/>
                  <a:gd name="connsiteX21" fmla="*/ 810210 w 891021"/>
                  <a:gd name="connsiteY21" fmla="*/ 389421 h 389543"/>
                  <a:gd name="connsiteX22" fmla="*/ 809769 w 891021"/>
                  <a:gd name="connsiteY22" fmla="*/ 389017 h 389543"/>
                  <a:gd name="connsiteX23" fmla="*/ 810173 w 891021"/>
                  <a:gd name="connsiteY23" fmla="*/ 388551 h 389543"/>
                  <a:gd name="connsiteX24" fmla="*/ 812770 w 891021"/>
                  <a:gd name="connsiteY24" fmla="*/ 388343 h 389543"/>
                  <a:gd name="connsiteX25" fmla="*/ 813248 w 891021"/>
                  <a:gd name="connsiteY25" fmla="*/ 388735 h 389543"/>
                  <a:gd name="connsiteX26" fmla="*/ 812856 w 891021"/>
                  <a:gd name="connsiteY26" fmla="*/ 389213 h 389543"/>
                  <a:gd name="connsiteX27" fmla="*/ 810222 w 891021"/>
                  <a:gd name="connsiteY27" fmla="*/ 389433 h 389543"/>
                  <a:gd name="connsiteX28" fmla="*/ 810198 w 891021"/>
                  <a:gd name="connsiteY28" fmla="*/ 389433 h 389543"/>
                  <a:gd name="connsiteX29" fmla="*/ 777883 w 891021"/>
                  <a:gd name="connsiteY29" fmla="*/ 389397 h 389543"/>
                  <a:gd name="connsiteX30" fmla="*/ 775262 w 891021"/>
                  <a:gd name="connsiteY30" fmla="*/ 389397 h 389543"/>
                  <a:gd name="connsiteX31" fmla="*/ 774833 w 891021"/>
                  <a:gd name="connsiteY31" fmla="*/ 388943 h 389543"/>
                  <a:gd name="connsiteX32" fmla="*/ 775274 w 891021"/>
                  <a:gd name="connsiteY32" fmla="*/ 388515 h 389543"/>
                  <a:gd name="connsiteX33" fmla="*/ 777895 w 891021"/>
                  <a:gd name="connsiteY33" fmla="*/ 388515 h 389543"/>
                  <a:gd name="connsiteX34" fmla="*/ 778324 w 891021"/>
                  <a:gd name="connsiteY34" fmla="*/ 388968 h 389543"/>
                  <a:gd name="connsiteX35" fmla="*/ 777883 w 891021"/>
                  <a:gd name="connsiteY35" fmla="*/ 389397 h 389543"/>
                  <a:gd name="connsiteX36" fmla="*/ 769149 w 891021"/>
                  <a:gd name="connsiteY36" fmla="*/ 389348 h 389543"/>
                  <a:gd name="connsiteX37" fmla="*/ 766528 w 891021"/>
                  <a:gd name="connsiteY37" fmla="*/ 389348 h 389543"/>
                  <a:gd name="connsiteX38" fmla="*/ 766099 w 891021"/>
                  <a:gd name="connsiteY38" fmla="*/ 388894 h 389543"/>
                  <a:gd name="connsiteX39" fmla="*/ 766540 w 891021"/>
                  <a:gd name="connsiteY39" fmla="*/ 388466 h 389543"/>
                  <a:gd name="connsiteX40" fmla="*/ 769161 w 891021"/>
                  <a:gd name="connsiteY40" fmla="*/ 388466 h 389543"/>
                  <a:gd name="connsiteX41" fmla="*/ 769590 w 891021"/>
                  <a:gd name="connsiteY41" fmla="*/ 388919 h 389543"/>
                  <a:gd name="connsiteX42" fmla="*/ 769149 w 891021"/>
                  <a:gd name="connsiteY42" fmla="*/ 389348 h 389543"/>
                  <a:gd name="connsiteX43" fmla="*/ 760415 w 891021"/>
                  <a:gd name="connsiteY43" fmla="*/ 389299 h 389543"/>
                  <a:gd name="connsiteX44" fmla="*/ 757793 w 891021"/>
                  <a:gd name="connsiteY44" fmla="*/ 389299 h 389543"/>
                  <a:gd name="connsiteX45" fmla="*/ 757365 w 891021"/>
                  <a:gd name="connsiteY45" fmla="*/ 388845 h 389543"/>
                  <a:gd name="connsiteX46" fmla="*/ 757806 w 891021"/>
                  <a:gd name="connsiteY46" fmla="*/ 388417 h 389543"/>
                  <a:gd name="connsiteX47" fmla="*/ 760427 w 891021"/>
                  <a:gd name="connsiteY47" fmla="*/ 388417 h 389543"/>
                  <a:gd name="connsiteX48" fmla="*/ 760856 w 891021"/>
                  <a:gd name="connsiteY48" fmla="*/ 388870 h 389543"/>
                  <a:gd name="connsiteX49" fmla="*/ 760415 w 891021"/>
                  <a:gd name="connsiteY49" fmla="*/ 389299 h 389543"/>
                  <a:gd name="connsiteX50" fmla="*/ 751681 w 891021"/>
                  <a:gd name="connsiteY50" fmla="*/ 389250 h 389543"/>
                  <a:gd name="connsiteX51" fmla="*/ 749059 w 891021"/>
                  <a:gd name="connsiteY51" fmla="*/ 389250 h 389543"/>
                  <a:gd name="connsiteX52" fmla="*/ 748631 w 891021"/>
                  <a:gd name="connsiteY52" fmla="*/ 388796 h 389543"/>
                  <a:gd name="connsiteX53" fmla="*/ 749072 w 891021"/>
                  <a:gd name="connsiteY53" fmla="*/ 388368 h 389543"/>
                  <a:gd name="connsiteX54" fmla="*/ 751693 w 891021"/>
                  <a:gd name="connsiteY54" fmla="*/ 388368 h 389543"/>
                  <a:gd name="connsiteX55" fmla="*/ 752122 w 891021"/>
                  <a:gd name="connsiteY55" fmla="*/ 388821 h 389543"/>
                  <a:gd name="connsiteX56" fmla="*/ 751681 w 891021"/>
                  <a:gd name="connsiteY56" fmla="*/ 389250 h 389543"/>
                  <a:gd name="connsiteX57" fmla="*/ 742947 w 891021"/>
                  <a:gd name="connsiteY57" fmla="*/ 389201 h 389543"/>
                  <a:gd name="connsiteX58" fmla="*/ 740325 w 891021"/>
                  <a:gd name="connsiteY58" fmla="*/ 389201 h 389543"/>
                  <a:gd name="connsiteX59" fmla="*/ 739897 w 891021"/>
                  <a:gd name="connsiteY59" fmla="*/ 388747 h 389543"/>
                  <a:gd name="connsiteX60" fmla="*/ 740338 w 891021"/>
                  <a:gd name="connsiteY60" fmla="*/ 388319 h 389543"/>
                  <a:gd name="connsiteX61" fmla="*/ 742959 w 891021"/>
                  <a:gd name="connsiteY61" fmla="*/ 388319 h 389543"/>
                  <a:gd name="connsiteX62" fmla="*/ 743388 w 891021"/>
                  <a:gd name="connsiteY62" fmla="*/ 388772 h 389543"/>
                  <a:gd name="connsiteX63" fmla="*/ 742947 w 891021"/>
                  <a:gd name="connsiteY63" fmla="*/ 389201 h 389543"/>
                  <a:gd name="connsiteX64" fmla="*/ 734213 w 891021"/>
                  <a:gd name="connsiteY64" fmla="*/ 389152 h 389543"/>
                  <a:gd name="connsiteX65" fmla="*/ 731591 w 891021"/>
                  <a:gd name="connsiteY65" fmla="*/ 389152 h 389543"/>
                  <a:gd name="connsiteX66" fmla="*/ 731163 w 891021"/>
                  <a:gd name="connsiteY66" fmla="*/ 388698 h 389543"/>
                  <a:gd name="connsiteX67" fmla="*/ 731604 w 891021"/>
                  <a:gd name="connsiteY67" fmla="*/ 388270 h 389543"/>
                  <a:gd name="connsiteX68" fmla="*/ 734225 w 891021"/>
                  <a:gd name="connsiteY68" fmla="*/ 388270 h 389543"/>
                  <a:gd name="connsiteX69" fmla="*/ 734654 w 891021"/>
                  <a:gd name="connsiteY69" fmla="*/ 388723 h 389543"/>
                  <a:gd name="connsiteX70" fmla="*/ 734213 w 891021"/>
                  <a:gd name="connsiteY70" fmla="*/ 389152 h 389543"/>
                  <a:gd name="connsiteX71" fmla="*/ 725479 w 891021"/>
                  <a:gd name="connsiteY71" fmla="*/ 389103 h 389543"/>
                  <a:gd name="connsiteX72" fmla="*/ 722857 w 891021"/>
                  <a:gd name="connsiteY72" fmla="*/ 389103 h 389543"/>
                  <a:gd name="connsiteX73" fmla="*/ 722428 w 891021"/>
                  <a:gd name="connsiteY73" fmla="*/ 388649 h 389543"/>
                  <a:gd name="connsiteX74" fmla="*/ 722869 w 891021"/>
                  <a:gd name="connsiteY74" fmla="*/ 388221 h 389543"/>
                  <a:gd name="connsiteX75" fmla="*/ 725491 w 891021"/>
                  <a:gd name="connsiteY75" fmla="*/ 388221 h 389543"/>
                  <a:gd name="connsiteX76" fmla="*/ 725920 w 891021"/>
                  <a:gd name="connsiteY76" fmla="*/ 388674 h 389543"/>
                  <a:gd name="connsiteX77" fmla="*/ 725479 w 891021"/>
                  <a:gd name="connsiteY77" fmla="*/ 389103 h 389543"/>
                  <a:gd name="connsiteX78" fmla="*/ 716745 w 891021"/>
                  <a:gd name="connsiteY78" fmla="*/ 389054 h 389543"/>
                  <a:gd name="connsiteX79" fmla="*/ 714123 w 891021"/>
                  <a:gd name="connsiteY79" fmla="*/ 389054 h 389543"/>
                  <a:gd name="connsiteX80" fmla="*/ 713694 w 891021"/>
                  <a:gd name="connsiteY80" fmla="*/ 388600 h 389543"/>
                  <a:gd name="connsiteX81" fmla="*/ 714135 w 891021"/>
                  <a:gd name="connsiteY81" fmla="*/ 388172 h 389543"/>
                  <a:gd name="connsiteX82" fmla="*/ 716757 w 891021"/>
                  <a:gd name="connsiteY82" fmla="*/ 388172 h 389543"/>
                  <a:gd name="connsiteX83" fmla="*/ 717186 w 891021"/>
                  <a:gd name="connsiteY83" fmla="*/ 388625 h 389543"/>
                  <a:gd name="connsiteX84" fmla="*/ 716745 w 891021"/>
                  <a:gd name="connsiteY84" fmla="*/ 389054 h 389543"/>
                  <a:gd name="connsiteX85" fmla="*/ 708010 w 891021"/>
                  <a:gd name="connsiteY85" fmla="*/ 389005 h 389543"/>
                  <a:gd name="connsiteX86" fmla="*/ 705389 w 891021"/>
                  <a:gd name="connsiteY86" fmla="*/ 389005 h 389543"/>
                  <a:gd name="connsiteX87" fmla="*/ 704960 w 891021"/>
                  <a:gd name="connsiteY87" fmla="*/ 388551 h 389543"/>
                  <a:gd name="connsiteX88" fmla="*/ 705401 w 891021"/>
                  <a:gd name="connsiteY88" fmla="*/ 388123 h 389543"/>
                  <a:gd name="connsiteX89" fmla="*/ 708023 w 891021"/>
                  <a:gd name="connsiteY89" fmla="*/ 388123 h 389543"/>
                  <a:gd name="connsiteX90" fmla="*/ 708451 w 891021"/>
                  <a:gd name="connsiteY90" fmla="*/ 388576 h 389543"/>
                  <a:gd name="connsiteX91" fmla="*/ 708010 w 891021"/>
                  <a:gd name="connsiteY91" fmla="*/ 389005 h 389543"/>
                  <a:gd name="connsiteX92" fmla="*/ 699276 w 891021"/>
                  <a:gd name="connsiteY92" fmla="*/ 388956 h 389543"/>
                  <a:gd name="connsiteX93" fmla="*/ 696655 w 891021"/>
                  <a:gd name="connsiteY93" fmla="*/ 388956 h 389543"/>
                  <a:gd name="connsiteX94" fmla="*/ 696226 w 891021"/>
                  <a:gd name="connsiteY94" fmla="*/ 388502 h 389543"/>
                  <a:gd name="connsiteX95" fmla="*/ 696667 w 891021"/>
                  <a:gd name="connsiteY95" fmla="*/ 388074 h 389543"/>
                  <a:gd name="connsiteX96" fmla="*/ 699289 w 891021"/>
                  <a:gd name="connsiteY96" fmla="*/ 388074 h 389543"/>
                  <a:gd name="connsiteX97" fmla="*/ 699717 w 891021"/>
                  <a:gd name="connsiteY97" fmla="*/ 388527 h 389543"/>
                  <a:gd name="connsiteX98" fmla="*/ 699276 w 891021"/>
                  <a:gd name="connsiteY98" fmla="*/ 388956 h 389543"/>
                  <a:gd name="connsiteX99" fmla="*/ 690542 w 891021"/>
                  <a:gd name="connsiteY99" fmla="*/ 388907 h 389543"/>
                  <a:gd name="connsiteX100" fmla="*/ 687921 w 891021"/>
                  <a:gd name="connsiteY100" fmla="*/ 388907 h 389543"/>
                  <a:gd name="connsiteX101" fmla="*/ 687492 w 891021"/>
                  <a:gd name="connsiteY101" fmla="*/ 388453 h 389543"/>
                  <a:gd name="connsiteX102" fmla="*/ 687933 w 891021"/>
                  <a:gd name="connsiteY102" fmla="*/ 388025 h 389543"/>
                  <a:gd name="connsiteX103" fmla="*/ 690555 w 891021"/>
                  <a:gd name="connsiteY103" fmla="*/ 388025 h 389543"/>
                  <a:gd name="connsiteX104" fmla="*/ 690983 w 891021"/>
                  <a:gd name="connsiteY104" fmla="*/ 388478 h 389543"/>
                  <a:gd name="connsiteX105" fmla="*/ 690542 w 891021"/>
                  <a:gd name="connsiteY105" fmla="*/ 388907 h 389543"/>
                  <a:gd name="connsiteX106" fmla="*/ 681808 w 891021"/>
                  <a:gd name="connsiteY106" fmla="*/ 388858 h 389543"/>
                  <a:gd name="connsiteX107" fmla="*/ 679187 w 891021"/>
                  <a:gd name="connsiteY107" fmla="*/ 388858 h 389543"/>
                  <a:gd name="connsiteX108" fmla="*/ 678758 w 891021"/>
                  <a:gd name="connsiteY108" fmla="*/ 388404 h 389543"/>
                  <a:gd name="connsiteX109" fmla="*/ 679199 w 891021"/>
                  <a:gd name="connsiteY109" fmla="*/ 387976 h 389543"/>
                  <a:gd name="connsiteX110" fmla="*/ 681821 w 891021"/>
                  <a:gd name="connsiteY110" fmla="*/ 387976 h 389543"/>
                  <a:gd name="connsiteX111" fmla="*/ 682249 w 891021"/>
                  <a:gd name="connsiteY111" fmla="*/ 388429 h 389543"/>
                  <a:gd name="connsiteX112" fmla="*/ 681808 w 891021"/>
                  <a:gd name="connsiteY112" fmla="*/ 388858 h 389543"/>
                  <a:gd name="connsiteX113" fmla="*/ 673074 w 891021"/>
                  <a:gd name="connsiteY113" fmla="*/ 388809 h 389543"/>
                  <a:gd name="connsiteX114" fmla="*/ 670453 w 891021"/>
                  <a:gd name="connsiteY114" fmla="*/ 388809 h 389543"/>
                  <a:gd name="connsiteX115" fmla="*/ 670024 w 891021"/>
                  <a:gd name="connsiteY115" fmla="*/ 388355 h 389543"/>
                  <a:gd name="connsiteX116" fmla="*/ 670465 w 891021"/>
                  <a:gd name="connsiteY116" fmla="*/ 387927 h 389543"/>
                  <a:gd name="connsiteX117" fmla="*/ 673086 w 891021"/>
                  <a:gd name="connsiteY117" fmla="*/ 387927 h 389543"/>
                  <a:gd name="connsiteX118" fmla="*/ 673515 w 891021"/>
                  <a:gd name="connsiteY118" fmla="*/ 388380 h 389543"/>
                  <a:gd name="connsiteX119" fmla="*/ 673074 w 891021"/>
                  <a:gd name="connsiteY119" fmla="*/ 388809 h 389543"/>
                  <a:gd name="connsiteX120" fmla="*/ 664340 w 891021"/>
                  <a:gd name="connsiteY120" fmla="*/ 388760 h 389543"/>
                  <a:gd name="connsiteX121" fmla="*/ 661719 w 891021"/>
                  <a:gd name="connsiteY121" fmla="*/ 388760 h 389543"/>
                  <a:gd name="connsiteX122" fmla="*/ 661290 w 891021"/>
                  <a:gd name="connsiteY122" fmla="*/ 388306 h 389543"/>
                  <a:gd name="connsiteX123" fmla="*/ 661731 w 891021"/>
                  <a:gd name="connsiteY123" fmla="*/ 387878 h 389543"/>
                  <a:gd name="connsiteX124" fmla="*/ 664352 w 891021"/>
                  <a:gd name="connsiteY124" fmla="*/ 387878 h 389543"/>
                  <a:gd name="connsiteX125" fmla="*/ 664781 w 891021"/>
                  <a:gd name="connsiteY125" fmla="*/ 388331 h 389543"/>
                  <a:gd name="connsiteX126" fmla="*/ 664340 w 891021"/>
                  <a:gd name="connsiteY126" fmla="*/ 388760 h 389543"/>
                  <a:gd name="connsiteX127" fmla="*/ 655606 w 891021"/>
                  <a:gd name="connsiteY127" fmla="*/ 388711 h 389543"/>
                  <a:gd name="connsiteX128" fmla="*/ 652985 w 891021"/>
                  <a:gd name="connsiteY128" fmla="*/ 388711 h 389543"/>
                  <a:gd name="connsiteX129" fmla="*/ 652556 w 891021"/>
                  <a:gd name="connsiteY129" fmla="*/ 388257 h 389543"/>
                  <a:gd name="connsiteX130" fmla="*/ 652997 w 891021"/>
                  <a:gd name="connsiteY130" fmla="*/ 387829 h 389543"/>
                  <a:gd name="connsiteX131" fmla="*/ 655618 w 891021"/>
                  <a:gd name="connsiteY131" fmla="*/ 387829 h 389543"/>
                  <a:gd name="connsiteX132" fmla="*/ 656047 w 891021"/>
                  <a:gd name="connsiteY132" fmla="*/ 388282 h 389543"/>
                  <a:gd name="connsiteX133" fmla="*/ 655606 w 891021"/>
                  <a:gd name="connsiteY133" fmla="*/ 388711 h 389543"/>
                  <a:gd name="connsiteX134" fmla="*/ 646872 w 891021"/>
                  <a:gd name="connsiteY134" fmla="*/ 388662 h 389543"/>
                  <a:gd name="connsiteX135" fmla="*/ 644251 w 891021"/>
                  <a:gd name="connsiteY135" fmla="*/ 388662 h 389543"/>
                  <a:gd name="connsiteX136" fmla="*/ 643822 w 891021"/>
                  <a:gd name="connsiteY136" fmla="*/ 388208 h 389543"/>
                  <a:gd name="connsiteX137" fmla="*/ 644263 w 891021"/>
                  <a:gd name="connsiteY137" fmla="*/ 387780 h 389543"/>
                  <a:gd name="connsiteX138" fmla="*/ 646884 w 891021"/>
                  <a:gd name="connsiteY138" fmla="*/ 387780 h 389543"/>
                  <a:gd name="connsiteX139" fmla="*/ 647313 w 891021"/>
                  <a:gd name="connsiteY139" fmla="*/ 388233 h 389543"/>
                  <a:gd name="connsiteX140" fmla="*/ 646872 w 891021"/>
                  <a:gd name="connsiteY140" fmla="*/ 388662 h 389543"/>
                  <a:gd name="connsiteX141" fmla="*/ 638138 w 891021"/>
                  <a:gd name="connsiteY141" fmla="*/ 388613 h 389543"/>
                  <a:gd name="connsiteX142" fmla="*/ 635516 w 891021"/>
                  <a:gd name="connsiteY142" fmla="*/ 388613 h 389543"/>
                  <a:gd name="connsiteX143" fmla="*/ 635088 w 891021"/>
                  <a:gd name="connsiteY143" fmla="*/ 388159 h 389543"/>
                  <a:gd name="connsiteX144" fmla="*/ 635529 w 891021"/>
                  <a:gd name="connsiteY144" fmla="*/ 387731 h 389543"/>
                  <a:gd name="connsiteX145" fmla="*/ 638150 w 891021"/>
                  <a:gd name="connsiteY145" fmla="*/ 387731 h 389543"/>
                  <a:gd name="connsiteX146" fmla="*/ 638579 w 891021"/>
                  <a:gd name="connsiteY146" fmla="*/ 388184 h 389543"/>
                  <a:gd name="connsiteX147" fmla="*/ 638138 w 891021"/>
                  <a:gd name="connsiteY147" fmla="*/ 388613 h 389543"/>
                  <a:gd name="connsiteX148" fmla="*/ 629404 w 891021"/>
                  <a:gd name="connsiteY148" fmla="*/ 388564 h 389543"/>
                  <a:gd name="connsiteX149" fmla="*/ 626783 w 891021"/>
                  <a:gd name="connsiteY149" fmla="*/ 388564 h 389543"/>
                  <a:gd name="connsiteX150" fmla="*/ 626354 w 891021"/>
                  <a:gd name="connsiteY150" fmla="*/ 388110 h 389543"/>
                  <a:gd name="connsiteX151" fmla="*/ 626795 w 891021"/>
                  <a:gd name="connsiteY151" fmla="*/ 387682 h 389543"/>
                  <a:gd name="connsiteX152" fmla="*/ 629416 w 891021"/>
                  <a:gd name="connsiteY152" fmla="*/ 387682 h 389543"/>
                  <a:gd name="connsiteX153" fmla="*/ 629845 w 891021"/>
                  <a:gd name="connsiteY153" fmla="*/ 388135 h 389543"/>
                  <a:gd name="connsiteX154" fmla="*/ 629404 w 891021"/>
                  <a:gd name="connsiteY154" fmla="*/ 388564 h 389543"/>
                  <a:gd name="connsiteX155" fmla="*/ 620670 w 891021"/>
                  <a:gd name="connsiteY155" fmla="*/ 388515 h 389543"/>
                  <a:gd name="connsiteX156" fmla="*/ 618048 w 891021"/>
                  <a:gd name="connsiteY156" fmla="*/ 388515 h 389543"/>
                  <a:gd name="connsiteX157" fmla="*/ 617620 w 891021"/>
                  <a:gd name="connsiteY157" fmla="*/ 388061 h 389543"/>
                  <a:gd name="connsiteX158" fmla="*/ 618061 w 891021"/>
                  <a:gd name="connsiteY158" fmla="*/ 387633 h 389543"/>
                  <a:gd name="connsiteX159" fmla="*/ 620682 w 891021"/>
                  <a:gd name="connsiteY159" fmla="*/ 387633 h 389543"/>
                  <a:gd name="connsiteX160" fmla="*/ 621111 w 891021"/>
                  <a:gd name="connsiteY160" fmla="*/ 388086 h 389543"/>
                  <a:gd name="connsiteX161" fmla="*/ 620670 w 891021"/>
                  <a:gd name="connsiteY161" fmla="*/ 388515 h 389543"/>
                  <a:gd name="connsiteX162" fmla="*/ 611936 w 891021"/>
                  <a:gd name="connsiteY162" fmla="*/ 388466 h 389543"/>
                  <a:gd name="connsiteX163" fmla="*/ 609314 w 891021"/>
                  <a:gd name="connsiteY163" fmla="*/ 388466 h 389543"/>
                  <a:gd name="connsiteX164" fmla="*/ 608886 w 891021"/>
                  <a:gd name="connsiteY164" fmla="*/ 388012 h 389543"/>
                  <a:gd name="connsiteX165" fmla="*/ 609327 w 891021"/>
                  <a:gd name="connsiteY165" fmla="*/ 387584 h 389543"/>
                  <a:gd name="connsiteX166" fmla="*/ 611948 w 891021"/>
                  <a:gd name="connsiteY166" fmla="*/ 387584 h 389543"/>
                  <a:gd name="connsiteX167" fmla="*/ 612377 w 891021"/>
                  <a:gd name="connsiteY167" fmla="*/ 388037 h 389543"/>
                  <a:gd name="connsiteX168" fmla="*/ 611936 w 891021"/>
                  <a:gd name="connsiteY168" fmla="*/ 388466 h 389543"/>
                  <a:gd name="connsiteX169" fmla="*/ 603202 w 891021"/>
                  <a:gd name="connsiteY169" fmla="*/ 388417 h 389543"/>
                  <a:gd name="connsiteX170" fmla="*/ 600580 w 891021"/>
                  <a:gd name="connsiteY170" fmla="*/ 388417 h 389543"/>
                  <a:gd name="connsiteX171" fmla="*/ 600152 w 891021"/>
                  <a:gd name="connsiteY171" fmla="*/ 387963 h 389543"/>
                  <a:gd name="connsiteX172" fmla="*/ 600593 w 891021"/>
                  <a:gd name="connsiteY172" fmla="*/ 387535 h 389543"/>
                  <a:gd name="connsiteX173" fmla="*/ 603214 w 891021"/>
                  <a:gd name="connsiteY173" fmla="*/ 387535 h 389543"/>
                  <a:gd name="connsiteX174" fmla="*/ 603643 w 891021"/>
                  <a:gd name="connsiteY174" fmla="*/ 387988 h 389543"/>
                  <a:gd name="connsiteX175" fmla="*/ 603202 w 891021"/>
                  <a:gd name="connsiteY175" fmla="*/ 388417 h 389543"/>
                  <a:gd name="connsiteX176" fmla="*/ 818981 w 891021"/>
                  <a:gd name="connsiteY176" fmla="*/ 388380 h 389543"/>
                  <a:gd name="connsiteX177" fmla="*/ 818552 w 891021"/>
                  <a:gd name="connsiteY177" fmla="*/ 388025 h 389543"/>
                  <a:gd name="connsiteX178" fmla="*/ 818895 w 891021"/>
                  <a:gd name="connsiteY178" fmla="*/ 387510 h 389543"/>
                  <a:gd name="connsiteX179" fmla="*/ 821443 w 891021"/>
                  <a:gd name="connsiteY179" fmla="*/ 386971 h 389543"/>
                  <a:gd name="connsiteX180" fmla="*/ 821970 w 891021"/>
                  <a:gd name="connsiteY180" fmla="*/ 387302 h 389543"/>
                  <a:gd name="connsiteX181" fmla="*/ 821639 w 891021"/>
                  <a:gd name="connsiteY181" fmla="*/ 387829 h 389543"/>
                  <a:gd name="connsiteX182" fmla="*/ 819054 w 891021"/>
                  <a:gd name="connsiteY182" fmla="*/ 388368 h 389543"/>
                  <a:gd name="connsiteX183" fmla="*/ 818969 w 891021"/>
                  <a:gd name="connsiteY183" fmla="*/ 388368 h 389543"/>
                  <a:gd name="connsiteX184" fmla="*/ 594468 w 891021"/>
                  <a:gd name="connsiteY184" fmla="*/ 388368 h 389543"/>
                  <a:gd name="connsiteX185" fmla="*/ 591846 w 891021"/>
                  <a:gd name="connsiteY185" fmla="*/ 388368 h 389543"/>
                  <a:gd name="connsiteX186" fmla="*/ 591417 w 891021"/>
                  <a:gd name="connsiteY186" fmla="*/ 387914 h 389543"/>
                  <a:gd name="connsiteX187" fmla="*/ 591858 w 891021"/>
                  <a:gd name="connsiteY187" fmla="*/ 387486 h 389543"/>
                  <a:gd name="connsiteX188" fmla="*/ 594480 w 891021"/>
                  <a:gd name="connsiteY188" fmla="*/ 387486 h 389543"/>
                  <a:gd name="connsiteX189" fmla="*/ 594909 w 891021"/>
                  <a:gd name="connsiteY189" fmla="*/ 387939 h 389543"/>
                  <a:gd name="connsiteX190" fmla="*/ 594468 w 891021"/>
                  <a:gd name="connsiteY190" fmla="*/ 388368 h 389543"/>
                  <a:gd name="connsiteX191" fmla="*/ 585734 w 891021"/>
                  <a:gd name="connsiteY191" fmla="*/ 388319 h 389543"/>
                  <a:gd name="connsiteX192" fmla="*/ 583112 w 891021"/>
                  <a:gd name="connsiteY192" fmla="*/ 388319 h 389543"/>
                  <a:gd name="connsiteX193" fmla="*/ 582683 w 891021"/>
                  <a:gd name="connsiteY193" fmla="*/ 387866 h 389543"/>
                  <a:gd name="connsiteX194" fmla="*/ 583124 w 891021"/>
                  <a:gd name="connsiteY194" fmla="*/ 387437 h 389543"/>
                  <a:gd name="connsiteX195" fmla="*/ 585746 w 891021"/>
                  <a:gd name="connsiteY195" fmla="*/ 387437 h 389543"/>
                  <a:gd name="connsiteX196" fmla="*/ 586175 w 891021"/>
                  <a:gd name="connsiteY196" fmla="*/ 387890 h 389543"/>
                  <a:gd name="connsiteX197" fmla="*/ 585734 w 891021"/>
                  <a:gd name="connsiteY197" fmla="*/ 388319 h 389543"/>
                  <a:gd name="connsiteX198" fmla="*/ 577000 w 891021"/>
                  <a:gd name="connsiteY198" fmla="*/ 388270 h 389543"/>
                  <a:gd name="connsiteX199" fmla="*/ 574378 w 891021"/>
                  <a:gd name="connsiteY199" fmla="*/ 388270 h 389543"/>
                  <a:gd name="connsiteX200" fmla="*/ 573949 w 891021"/>
                  <a:gd name="connsiteY200" fmla="*/ 387816 h 389543"/>
                  <a:gd name="connsiteX201" fmla="*/ 574390 w 891021"/>
                  <a:gd name="connsiteY201" fmla="*/ 387388 h 389543"/>
                  <a:gd name="connsiteX202" fmla="*/ 577012 w 891021"/>
                  <a:gd name="connsiteY202" fmla="*/ 387388 h 389543"/>
                  <a:gd name="connsiteX203" fmla="*/ 577441 w 891021"/>
                  <a:gd name="connsiteY203" fmla="*/ 387841 h 389543"/>
                  <a:gd name="connsiteX204" fmla="*/ 577000 w 891021"/>
                  <a:gd name="connsiteY204" fmla="*/ 388270 h 389543"/>
                  <a:gd name="connsiteX205" fmla="*/ 568265 w 891021"/>
                  <a:gd name="connsiteY205" fmla="*/ 388221 h 389543"/>
                  <a:gd name="connsiteX206" fmla="*/ 565644 w 891021"/>
                  <a:gd name="connsiteY206" fmla="*/ 388221 h 389543"/>
                  <a:gd name="connsiteX207" fmla="*/ 565215 w 891021"/>
                  <a:gd name="connsiteY207" fmla="*/ 387767 h 389543"/>
                  <a:gd name="connsiteX208" fmla="*/ 565656 w 891021"/>
                  <a:gd name="connsiteY208" fmla="*/ 387339 h 389543"/>
                  <a:gd name="connsiteX209" fmla="*/ 568278 w 891021"/>
                  <a:gd name="connsiteY209" fmla="*/ 387339 h 389543"/>
                  <a:gd name="connsiteX210" fmla="*/ 568706 w 891021"/>
                  <a:gd name="connsiteY210" fmla="*/ 387792 h 389543"/>
                  <a:gd name="connsiteX211" fmla="*/ 568265 w 891021"/>
                  <a:gd name="connsiteY211" fmla="*/ 388221 h 389543"/>
                  <a:gd name="connsiteX212" fmla="*/ 559531 w 891021"/>
                  <a:gd name="connsiteY212" fmla="*/ 388172 h 389543"/>
                  <a:gd name="connsiteX213" fmla="*/ 556910 w 891021"/>
                  <a:gd name="connsiteY213" fmla="*/ 388172 h 389543"/>
                  <a:gd name="connsiteX214" fmla="*/ 556481 w 891021"/>
                  <a:gd name="connsiteY214" fmla="*/ 387718 h 389543"/>
                  <a:gd name="connsiteX215" fmla="*/ 556922 w 891021"/>
                  <a:gd name="connsiteY215" fmla="*/ 387290 h 389543"/>
                  <a:gd name="connsiteX216" fmla="*/ 559544 w 891021"/>
                  <a:gd name="connsiteY216" fmla="*/ 387290 h 389543"/>
                  <a:gd name="connsiteX217" fmla="*/ 559972 w 891021"/>
                  <a:gd name="connsiteY217" fmla="*/ 387743 h 389543"/>
                  <a:gd name="connsiteX218" fmla="*/ 559531 w 891021"/>
                  <a:gd name="connsiteY218" fmla="*/ 388172 h 389543"/>
                  <a:gd name="connsiteX219" fmla="*/ 550797 w 891021"/>
                  <a:gd name="connsiteY219" fmla="*/ 388123 h 389543"/>
                  <a:gd name="connsiteX220" fmla="*/ 548176 w 891021"/>
                  <a:gd name="connsiteY220" fmla="*/ 388123 h 389543"/>
                  <a:gd name="connsiteX221" fmla="*/ 547747 w 891021"/>
                  <a:gd name="connsiteY221" fmla="*/ 387669 h 389543"/>
                  <a:gd name="connsiteX222" fmla="*/ 548188 w 891021"/>
                  <a:gd name="connsiteY222" fmla="*/ 387241 h 389543"/>
                  <a:gd name="connsiteX223" fmla="*/ 550810 w 891021"/>
                  <a:gd name="connsiteY223" fmla="*/ 387241 h 389543"/>
                  <a:gd name="connsiteX224" fmla="*/ 551238 w 891021"/>
                  <a:gd name="connsiteY224" fmla="*/ 387694 h 389543"/>
                  <a:gd name="connsiteX225" fmla="*/ 550797 w 891021"/>
                  <a:gd name="connsiteY225" fmla="*/ 388123 h 389543"/>
                  <a:gd name="connsiteX226" fmla="*/ 542063 w 891021"/>
                  <a:gd name="connsiteY226" fmla="*/ 388074 h 389543"/>
                  <a:gd name="connsiteX227" fmla="*/ 539442 w 891021"/>
                  <a:gd name="connsiteY227" fmla="*/ 388074 h 389543"/>
                  <a:gd name="connsiteX228" fmla="*/ 539013 w 891021"/>
                  <a:gd name="connsiteY228" fmla="*/ 387620 h 389543"/>
                  <a:gd name="connsiteX229" fmla="*/ 539454 w 891021"/>
                  <a:gd name="connsiteY229" fmla="*/ 387192 h 389543"/>
                  <a:gd name="connsiteX230" fmla="*/ 542075 w 891021"/>
                  <a:gd name="connsiteY230" fmla="*/ 387192 h 389543"/>
                  <a:gd name="connsiteX231" fmla="*/ 542504 w 891021"/>
                  <a:gd name="connsiteY231" fmla="*/ 387645 h 389543"/>
                  <a:gd name="connsiteX232" fmla="*/ 542063 w 891021"/>
                  <a:gd name="connsiteY232" fmla="*/ 388074 h 389543"/>
                  <a:gd name="connsiteX233" fmla="*/ 533329 w 891021"/>
                  <a:gd name="connsiteY233" fmla="*/ 388025 h 389543"/>
                  <a:gd name="connsiteX234" fmla="*/ 530708 w 891021"/>
                  <a:gd name="connsiteY234" fmla="*/ 388025 h 389543"/>
                  <a:gd name="connsiteX235" fmla="*/ 530279 w 891021"/>
                  <a:gd name="connsiteY235" fmla="*/ 387571 h 389543"/>
                  <a:gd name="connsiteX236" fmla="*/ 530720 w 891021"/>
                  <a:gd name="connsiteY236" fmla="*/ 387143 h 389543"/>
                  <a:gd name="connsiteX237" fmla="*/ 533341 w 891021"/>
                  <a:gd name="connsiteY237" fmla="*/ 387143 h 389543"/>
                  <a:gd name="connsiteX238" fmla="*/ 533770 w 891021"/>
                  <a:gd name="connsiteY238" fmla="*/ 387596 h 389543"/>
                  <a:gd name="connsiteX239" fmla="*/ 533329 w 891021"/>
                  <a:gd name="connsiteY239" fmla="*/ 388025 h 389543"/>
                  <a:gd name="connsiteX240" fmla="*/ 524595 w 891021"/>
                  <a:gd name="connsiteY240" fmla="*/ 387976 h 389543"/>
                  <a:gd name="connsiteX241" fmla="*/ 521974 w 891021"/>
                  <a:gd name="connsiteY241" fmla="*/ 387976 h 389543"/>
                  <a:gd name="connsiteX242" fmla="*/ 521545 w 891021"/>
                  <a:gd name="connsiteY242" fmla="*/ 387522 h 389543"/>
                  <a:gd name="connsiteX243" fmla="*/ 521986 w 891021"/>
                  <a:gd name="connsiteY243" fmla="*/ 387094 h 389543"/>
                  <a:gd name="connsiteX244" fmla="*/ 524607 w 891021"/>
                  <a:gd name="connsiteY244" fmla="*/ 387094 h 389543"/>
                  <a:gd name="connsiteX245" fmla="*/ 525036 w 891021"/>
                  <a:gd name="connsiteY245" fmla="*/ 387547 h 389543"/>
                  <a:gd name="connsiteX246" fmla="*/ 524595 w 891021"/>
                  <a:gd name="connsiteY246" fmla="*/ 387976 h 389543"/>
                  <a:gd name="connsiteX247" fmla="*/ 515861 w 891021"/>
                  <a:gd name="connsiteY247" fmla="*/ 387927 h 389543"/>
                  <a:gd name="connsiteX248" fmla="*/ 513240 w 891021"/>
                  <a:gd name="connsiteY248" fmla="*/ 387927 h 389543"/>
                  <a:gd name="connsiteX249" fmla="*/ 512811 w 891021"/>
                  <a:gd name="connsiteY249" fmla="*/ 387474 h 389543"/>
                  <a:gd name="connsiteX250" fmla="*/ 513252 w 891021"/>
                  <a:gd name="connsiteY250" fmla="*/ 387045 h 389543"/>
                  <a:gd name="connsiteX251" fmla="*/ 515873 w 891021"/>
                  <a:gd name="connsiteY251" fmla="*/ 387045 h 389543"/>
                  <a:gd name="connsiteX252" fmla="*/ 516302 w 891021"/>
                  <a:gd name="connsiteY252" fmla="*/ 387498 h 389543"/>
                  <a:gd name="connsiteX253" fmla="*/ 515861 w 891021"/>
                  <a:gd name="connsiteY253" fmla="*/ 387927 h 389543"/>
                  <a:gd name="connsiteX254" fmla="*/ 507127 w 891021"/>
                  <a:gd name="connsiteY254" fmla="*/ 387878 h 389543"/>
                  <a:gd name="connsiteX255" fmla="*/ 504506 w 891021"/>
                  <a:gd name="connsiteY255" fmla="*/ 387878 h 389543"/>
                  <a:gd name="connsiteX256" fmla="*/ 504077 w 891021"/>
                  <a:gd name="connsiteY256" fmla="*/ 387424 h 389543"/>
                  <a:gd name="connsiteX257" fmla="*/ 504518 w 891021"/>
                  <a:gd name="connsiteY257" fmla="*/ 386996 h 389543"/>
                  <a:gd name="connsiteX258" fmla="*/ 507139 w 891021"/>
                  <a:gd name="connsiteY258" fmla="*/ 386996 h 389543"/>
                  <a:gd name="connsiteX259" fmla="*/ 507568 w 891021"/>
                  <a:gd name="connsiteY259" fmla="*/ 387449 h 389543"/>
                  <a:gd name="connsiteX260" fmla="*/ 507127 w 891021"/>
                  <a:gd name="connsiteY260" fmla="*/ 387878 h 389543"/>
                  <a:gd name="connsiteX261" fmla="*/ 498393 w 891021"/>
                  <a:gd name="connsiteY261" fmla="*/ 387829 h 389543"/>
                  <a:gd name="connsiteX262" fmla="*/ 495771 w 891021"/>
                  <a:gd name="connsiteY262" fmla="*/ 387829 h 389543"/>
                  <a:gd name="connsiteX263" fmla="*/ 495343 w 891021"/>
                  <a:gd name="connsiteY263" fmla="*/ 387375 h 389543"/>
                  <a:gd name="connsiteX264" fmla="*/ 495784 w 891021"/>
                  <a:gd name="connsiteY264" fmla="*/ 386947 h 389543"/>
                  <a:gd name="connsiteX265" fmla="*/ 498405 w 891021"/>
                  <a:gd name="connsiteY265" fmla="*/ 386947 h 389543"/>
                  <a:gd name="connsiteX266" fmla="*/ 498834 w 891021"/>
                  <a:gd name="connsiteY266" fmla="*/ 387400 h 389543"/>
                  <a:gd name="connsiteX267" fmla="*/ 498393 w 891021"/>
                  <a:gd name="connsiteY267" fmla="*/ 387829 h 389543"/>
                  <a:gd name="connsiteX268" fmla="*/ 489659 w 891021"/>
                  <a:gd name="connsiteY268" fmla="*/ 387780 h 389543"/>
                  <a:gd name="connsiteX269" fmla="*/ 487037 w 891021"/>
                  <a:gd name="connsiteY269" fmla="*/ 387780 h 389543"/>
                  <a:gd name="connsiteX270" fmla="*/ 486609 w 891021"/>
                  <a:gd name="connsiteY270" fmla="*/ 387327 h 389543"/>
                  <a:gd name="connsiteX271" fmla="*/ 487050 w 891021"/>
                  <a:gd name="connsiteY271" fmla="*/ 386898 h 389543"/>
                  <a:gd name="connsiteX272" fmla="*/ 489671 w 891021"/>
                  <a:gd name="connsiteY272" fmla="*/ 386898 h 389543"/>
                  <a:gd name="connsiteX273" fmla="*/ 490100 w 891021"/>
                  <a:gd name="connsiteY273" fmla="*/ 387351 h 389543"/>
                  <a:gd name="connsiteX274" fmla="*/ 489659 w 891021"/>
                  <a:gd name="connsiteY274" fmla="*/ 387780 h 389543"/>
                  <a:gd name="connsiteX275" fmla="*/ 480925 w 891021"/>
                  <a:gd name="connsiteY275" fmla="*/ 387731 h 389543"/>
                  <a:gd name="connsiteX276" fmla="*/ 478303 w 891021"/>
                  <a:gd name="connsiteY276" fmla="*/ 387731 h 389543"/>
                  <a:gd name="connsiteX277" fmla="*/ 477875 w 891021"/>
                  <a:gd name="connsiteY277" fmla="*/ 387277 h 389543"/>
                  <a:gd name="connsiteX278" fmla="*/ 478316 w 891021"/>
                  <a:gd name="connsiteY278" fmla="*/ 386849 h 389543"/>
                  <a:gd name="connsiteX279" fmla="*/ 480937 w 891021"/>
                  <a:gd name="connsiteY279" fmla="*/ 386849 h 389543"/>
                  <a:gd name="connsiteX280" fmla="*/ 481366 w 891021"/>
                  <a:gd name="connsiteY280" fmla="*/ 387302 h 389543"/>
                  <a:gd name="connsiteX281" fmla="*/ 480925 w 891021"/>
                  <a:gd name="connsiteY281" fmla="*/ 387731 h 389543"/>
                  <a:gd name="connsiteX282" fmla="*/ 472191 w 891021"/>
                  <a:gd name="connsiteY282" fmla="*/ 387682 h 389543"/>
                  <a:gd name="connsiteX283" fmla="*/ 469569 w 891021"/>
                  <a:gd name="connsiteY283" fmla="*/ 387682 h 389543"/>
                  <a:gd name="connsiteX284" fmla="*/ 469141 w 891021"/>
                  <a:gd name="connsiteY284" fmla="*/ 387228 h 389543"/>
                  <a:gd name="connsiteX285" fmla="*/ 469582 w 891021"/>
                  <a:gd name="connsiteY285" fmla="*/ 386800 h 389543"/>
                  <a:gd name="connsiteX286" fmla="*/ 472203 w 891021"/>
                  <a:gd name="connsiteY286" fmla="*/ 386800 h 389543"/>
                  <a:gd name="connsiteX287" fmla="*/ 472632 w 891021"/>
                  <a:gd name="connsiteY287" fmla="*/ 387253 h 389543"/>
                  <a:gd name="connsiteX288" fmla="*/ 472191 w 891021"/>
                  <a:gd name="connsiteY288" fmla="*/ 387682 h 389543"/>
                  <a:gd name="connsiteX289" fmla="*/ 463457 w 891021"/>
                  <a:gd name="connsiteY289" fmla="*/ 387633 h 389543"/>
                  <a:gd name="connsiteX290" fmla="*/ 460835 w 891021"/>
                  <a:gd name="connsiteY290" fmla="*/ 387633 h 389543"/>
                  <a:gd name="connsiteX291" fmla="*/ 460406 w 891021"/>
                  <a:gd name="connsiteY291" fmla="*/ 387180 h 389543"/>
                  <a:gd name="connsiteX292" fmla="*/ 460847 w 891021"/>
                  <a:gd name="connsiteY292" fmla="*/ 386751 h 389543"/>
                  <a:gd name="connsiteX293" fmla="*/ 463469 w 891021"/>
                  <a:gd name="connsiteY293" fmla="*/ 386751 h 389543"/>
                  <a:gd name="connsiteX294" fmla="*/ 463898 w 891021"/>
                  <a:gd name="connsiteY294" fmla="*/ 387204 h 389543"/>
                  <a:gd name="connsiteX295" fmla="*/ 463457 w 891021"/>
                  <a:gd name="connsiteY295" fmla="*/ 387633 h 389543"/>
                  <a:gd name="connsiteX296" fmla="*/ 454723 w 891021"/>
                  <a:gd name="connsiteY296" fmla="*/ 387584 h 389543"/>
                  <a:gd name="connsiteX297" fmla="*/ 452101 w 891021"/>
                  <a:gd name="connsiteY297" fmla="*/ 387584 h 389543"/>
                  <a:gd name="connsiteX298" fmla="*/ 451672 w 891021"/>
                  <a:gd name="connsiteY298" fmla="*/ 387130 h 389543"/>
                  <a:gd name="connsiteX299" fmla="*/ 452113 w 891021"/>
                  <a:gd name="connsiteY299" fmla="*/ 386702 h 389543"/>
                  <a:gd name="connsiteX300" fmla="*/ 454735 w 891021"/>
                  <a:gd name="connsiteY300" fmla="*/ 386702 h 389543"/>
                  <a:gd name="connsiteX301" fmla="*/ 455164 w 891021"/>
                  <a:gd name="connsiteY301" fmla="*/ 387155 h 389543"/>
                  <a:gd name="connsiteX302" fmla="*/ 454723 w 891021"/>
                  <a:gd name="connsiteY302" fmla="*/ 387584 h 389543"/>
                  <a:gd name="connsiteX303" fmla="*/ 445989 w 891021"/>
                  <a:gd name="connsiteY303" fmla="*/ 387535 h 389543"/>
                  <a:gd name="connsiteX304" fmla="*/ 443367 w 891021"/>
                  <a:gd name="connsiteY304" fmla="*/ 387535 h 389543"/>
                  <a:gd name="connsiteX305" fmla="*/ 442938 w 891021"/>
                  <a:gd name="connsiteY305" fmla="*/ 387082 h 389543"/>
                  <a:gd name="connsiteX306" fmla="*/ 443379 w 891021"/>
                  <a:gd name="connsiteY306" fmla="*/ 386653 h 389543"/>
                  <a:gd name="connsiteX307" fmla="*/ 446001 w 891021"/>
                  <a:gd name="connsiteY307" fmla="*/ 386653 h 389543"/>
                  <a:gd name="connsiteX308" fmla="*/ 446430 w 891021"/>
                  <a:gd name="connsiteY308" fmla="*/ 387106 h 389543"/>
                  <a:gd name="connsiteX309" fmla="*/ 445989 w 891021"/>
                  <a:gd name="connsiteY309" fmla="*/ 387535 h 389543"/>
                  <a:gd name="connsiteX310" fmla="*/ 437255 w 891021"/>
                  <a:gd name="connsiteY310" fmla="*/ 387486 h 389543"/>
                  <a:gd name="connsiteX311" fmla="*/ 434633 w 891021"/>
                  <a:gd name="connsiteY311" fmla="*/ 387486 h 389543"/>
                  <a:gd name="connsiteX312" fmla="*/ 434204 w 891021"/>
                  <a:gd name="connsiteY312" fmla="*/ 387032 h 389543"/>
                  <a:gd name="connsiteX313" fmla="*/ 434645 w 891021"/>
                  <a:gd name="connsiteY313" fmla="*/ 386604 h 389543"/>
                  <a:gd name="connsiteX314" fmla="*/ 437267 w 891021"/>
                  <a:gd name="connsiteY314" fmla="*/ 386604 h 389543"/>
                  <a:gd name="connsiteX315" fmla="*/ 437695 w 891021"/>
                  <a:gd name="connsiteY315" fmla="*/ 387057 h 389543"/>
                  <a:gd name="connsiteX316" fmla="*/ 437255 w 891021"/>
                  <a:gd name="connsiteY316" fmla="*/ 387486 h 389543"/>
                  <a:gd name="connsiteX317" fmla="*/ 428520 w 891021"/>
                  <a:gd name="connsiteY317" fmla="*/ 387437 h 389543"/>
                  <a:gd name="connsiteX318" fmla="*/ 425899 w 891021"/>
                  <a:gd name="connsiteY318" fmla="*/ 387437 h 389543"/>
                  <a:gd name="connsiteX319" fmla="*/ 425470 w 891021"/>
                  <a:gd name="connsiteY319" fmla="*/ 386983 h 389543"/>
                  <a:gd name="connsiteX320" fmla="*/ 425911 w 891021"/>
                  <a:gd name="connsiteY320" fmla="*/ 386555 h 389543"/>
                  <a:gd name="connsiteX321" fmla="*/ 428533 w 891021"/>
                  <a:gd name="connsiteY321" fmla="*/ 386555 h 389543"/>
                  <a:gd name="connsiteX322" fmla="*/ 428961 w 891021"/>
                  <a:gd name="connsiteY322" fmla="*/ 387008 h 389543"/>
                  <a:gd name="connsiteX323" fmla="*/ 428520 w 891021"/>
                  <a:gd name="connsiteY323" fmla="*/ 387437 h 389543"/>
                  <a:gd name="connsiteX324" fmla="*/ 419786 w 891021"/>
                  <a:gd name="connsiteY324" fmla="*/ 387388 h 389543"/>
                  <a:gd name="connsiteX325" fmla="*/ 417165 w 891021"/>
                  <a:gd name="connsiteY325" fmla="*/ 387388 h 389543"/>
                  <a:gd name="connsiteX326" fmla="*/ 416736 w 891021"/>
                  <a:gd name="connsiteY326" fmla="*/ 386935 h 389543"/>
                  <a:gd name="connsiteX327" fmla="*/ 417177 w 891021"/>
                  <a:gd name="connsiteY327" fmla="*/ 386506 h 389543"/>
                  <a:gd name="connsiteX328" fmla="*/ 419799 w 891021"/>
                  <a:gd name="connsiteY328" fmla="*/ 386506 h 389543"/>
                  <a:gd name="connsiteX329" fmla="*/ 420227 w 891021"/>
                  <a:gd name="connsiteY329" fmla="*/ 386959 h 389543"/>
                  <a:gd name="connsiteX330" fmla="*/ 419786 w 891021"/>
                  <a:gd name="connsiteY330" fmla="*/ 387388 h 389543"/>
                  <a:gd name="connsiteX331" fmla="*/ 411052 w 891021"/>
                  <a:gd name="connsiteY331" fmla="*/ 387339 h 389543"/>
                  <a:gd name="connsiteX332" fmla="*/ 408431 w 891021"/>
                  <a:gd name="connsiteY332" fmla="*/ 387339 h 389543"/>
                  <a:gd name="connsiteX333" fmla="*/ 408002 w 891021"/>
                  <a:gd name="connsiteY333" fmla="*/ 386885 h 389543"/>
                  <a:gd name="connsiteX334" fmla="*/ 408443 w 891021"/>
                  <a:gd name="connsiteY334" fmla="*/ 386457 h 389543"/>
                  <a:gd name="connsiteX335" fmla="*/ 411065 w 891021"/>
                  <a:gd name="connsiteY335" fmla="*/ 386457 h 389543"/>
                  <a:gd name="connsiteX336" fmla="*/ 411493 w 891021"/>
                  <a:gd name="connsiteY336" fmla="*/ 386910 h 389543"/>
                  <a:gd name="connsiteX337" fmla="*/ 411052 w 891021"/>
                  <a:gd name="connsiteY337" fmla="*/ 387339 h 389543"/>
                  <a:gd name="connsiteX338" fmla="*/ 402318 w 891021"/>
                  <a:gd name="connsiteY338" fmla="*/ 387290 h 389543"/>
                  <a:gd name="connsiteX339" fmla="*/ 399697 w 891021"/>
                  <a:gd name="connsiteY339" fmla="*/ 387290 h 389543"/>
                  <a:gd name="connsiteX340" fmla="*/ 399268 w 891021"/>
                  <a:gd name="connsiteY340" fmla="*/ 386836 h 389543"/>
                  <a:gd name="connsiteX341" fmla="*/ 399709 w 891021"/>
                  <a:gd name="connsiteY341" fmla="*/ 386408 h 389543"/>
                  <a:gd name="connsiteX342" fmla="*/ 402330 w 891021"/>
                  <a:gd name="connsiteY342" fmla="*/ 386408 h 389543"/>
                  <a:gd name="connsiteX343" fmla="*/ 402759 w 891021"/>
                  <a:gd name="connsiteY343" fmla="*/ 386861 h 389543"/>
                  <a:gd name="connsiteX344" fmla="*/ 402318 w 891021"/>
                  <a:gd name="connsiteY344" fmla="*/ 387290 h 389543"/>
                  <a:gd name="connsiteX345" fmla="*/ 393584 w 891021"/>
                  <a:gd name="connsiteY345" fmla="*/ 387241 h 389543"/>
                  <a:gd name="connsiteX346" fmla="*/ 390963 w 891021"/>
                  <a:gd name="connsiteY346" fmla="*/ 387241 h 389543"/>
                  <a:gd name="connsiteX347" fmla="*/ 390534 w 891021"/>
                  <a:gd name="connsiteY347" fmla="*/ 386788 h 389543"/>
                  <a:gd name="connsiteX348" fmla="*/ 390975 w 891021"/>
                  <a:gd name="connsiteY348" fmla="*/ 386359 h 389543"/>
                  <a:gd name="connsiteX349" fmla="*/ 393596 w 891021"/>
                  <a:gd name="connsiteY349" fmla="*/ 386359 h 389543"/>
                  <a:gd name="connsiteX350" fmla="*/ 394025 w 891021"/>
                  <a:gd name="connsiteY350" fmla="*/ 386812 h 389543"/>
                  <a:gd name="connsiteX351" fmla="*/ 393584 w 891021"/>
                  <a:gd name="connsiteY351" fmla="*/ 387241 h 389543"/>
                  <a:gd name="connsiteX352" fmla="*/ 384850 w 891021"/>
                  <a:gd name="connsiteY352" fmla="*/ 387192 h 389543"/>
                  <a:gd name="connsiteX353" fmla="*/ 382229 w 891021"/>
                  <a:gd name="connsiteY353" fmla="*/ 387192 h 389543"/>
                  <a:gd name="connsiteX354" fmla="*/ 381800 w 891021"/>
                  <a:gd name="connsiteY354" fmla="*/ 386738 h 389543"/>
                  <a:gd name="connsiteX355" fmla="*/ 382241 w 891021"/>
                  <a:gd name="connsiteY355" fmla="*/ 386310 h 389543"/>
                  <a:gd name="connsiteX356" fmla="*/ 384862 w 891021"/>
                  <a:gd name="connsiteY356" fmla="*/ 386310 h 389543"/>
                  <a:gd name="connsiteX357" fmla="*/ 385291 w 891021"/>
                  <a:gd name="connsiteY357" fmla="*/ 386763 h 389543"/>
                  <a:gd name="connsiteX358" fmla="*/ 384850 w 891021"/>
                  <a:gd name="connsiteY358" fmla="*/ 387192 h 389543"/>
                  <a:gd name="connsiteX359" fmla="*/ 376116 w 891021"/>
                  <a:gd name="connsiteY359" fmla="*/ 387143 h 389543"/>
                  <a:gd name="connsiteX360" fmla="*/ 373495 w 891021"/>
                  <a:gd name="connsiteY360" fmla="*/ 387143 h 389543"/>
                  <a:gd name="connsiteX361" fmla="*/ 373066 w 891021"/>
                  <a:gd name="connsiteY361" fmla="*/ 386690 h 389543"/>
                  <a:gd name="connsiteX362" fmla="*/ 373507 w 891021"/>
                  <a:gd name="connsiteY362" fmla="*/ 386261 h 389543"/>
                  <a:gd name="connsiteX363" fmla="*/ 376128 w 891021"/>
                  <a:gd name="connsiteY363" fmla="*/ 386261 h 389543"/>
                  <a:gd name="connsiteX364" fmla="*/ 376557 w 891021"/>
                  <a:gd name="connsiteY364" fmla="*/ 386714 h 389543"/>
                  <a:gd name="connsiteX365" fmla="*/ 376116 w 891021"/>
                  <a:gd name="connsiteY365" fmla="*/ 387143 h 389543"/>
                  <a:gd name="connsiteX366" fmla="*/ 367382 w 891021"/>
                  <a:gd name="connsiteY366" fmla="*/ 387094 h 389543"/>
                  <a:gd name="connsiteX367" fmla="*/ 364760 w 891021"/>
                  <a:gd name="connsiteY367" fmla="*/ 387094 h 389543"/>
                  <a:gd name="connsiteX368" fmla="*/ 364332 w 891021"/>
                  <a:gd name="connsiteY368" fmla="*/ 386641 h 389543"/>
                  <a:gd name="connsiteX369" fmla="*/ 364773 w 891021"/>
                  <a:gd name="connsiteY369" fmla="*/ 386212 h 389543"/>
                  <a:gd name="connsiteX370" fmla="*/ 367394 w 891021"/>
                  <a:gd name="connsiteY370" fmla="*/ 386212 h 389543"/>
                  <a:gd name="connsiteX371" fmla="*/ 367823 w 891021"/>
                  <a:gd name="connsiteY371" fmla="*/ 386665 h 389543"/>
                  <a:gd name="connsiteX372" fmla="*/ 367382 w 891021"/>
                  <a:gd name="connsiteY372" fmla="*/ 387094 h 389543"/>
                  <a:gd name="connsiteX373" fmla="*/ 358648 w 891021"/>
                  <a:gd name="connsiteY373" fmla="*/ 387045 h 389543"/>
                  <a:gd name="connsiteX374" fmla="*/ 356026 w 891021"/>
                  <a:gd name="connsiteY374" fmla="*/ 387045 h 389543"/>
                  <a:gd name="connsiteX375" fmla="*/ 355598 w 891021"/>
                  <a:gd name="connsiteY375" fmla="*/ 386591 h 389543"/>
                  <a:gd name="connsiteX376" fmla="*/ 356039 w 891021"/>
                  <a:gd name="connsiteY376" fmla="*/ 386163 h 389543"/>
                  <a:gd name="connsiteX377" fmla="*/ 358660 w 891021"/>
                  <a:gd name="connsiteY377" fmla="*/ 386163 h 389543"/>
                  <a:gd name="connsiteX378" fmla="*/ 359089 w 891021"/>
                  <a:gd name="connsiteY378" fmla="*/ 386616 h 389543"/>
                  <a:gd name="connsiteX379" fmla="*/ 358648 w 891021"/>
                  <a:gd name="connsiteY379" fmla="*/ 387045 h 389543"/>
                  <a:gd name="connsiteX380" fmla="*/ 349914 w 891021"/>
                  <a:gd name="connsiteY380" fmla="*/ 386996 h 389543"/>
                  <a:gd name="connsiteX381" fmla="*/ 347292 w 891021"/>
                  <a:gd name="connsiteY381" fmla="*/ 386996 h 389543"/>
                  <a:gd name="connsiteX382" fmla="*/ 346864 w 891021"/>
                  <a:gd name="connsiteY382" fmla="*/ 386543 h 389543"/>
                  <a:gd name="connsiteX383" fmla="*/ 347305 w 891021"/>
                  <a:gd name="connsiteY383" fmla="*/ 386114 h 389543"/>
                  <a:gd name="connsiteX384" fmla="*/ 349926 w 891021"/>
                  <a:gd name="connsiteY384" fmla="*/ 386114 h 389543"/>
                  <a:gd name="connsiteX385" fmla="*/ 350355 w 891021"/>
                  <a:gd name="connsiteY385" fmla="*/ 386567 h 389543"/>
                  <a:gd name="connsiteX386" fmla="*/ 349914 w 891021"/>
                  <a:gd name="connsiteY386" fmla="*/ 386996 h 389543"/>
                  <a:gd name="connsiteX387" fmla="*/ 341180 w 891021"/>
                  <a:gd name="connsiteY387" fmla="*/ 386947 h 389543"/>
                  <a:gd name="connsiteX388" fmla="*/ 338558 w 891021"/>
                  <a:gd name="connsiteY388" fmla="*/ 386947 h 389543"/>
                  <a:gd name="connsiteX389" fmla="*/ 338130 w 891021"/>
                  <a:gd name="connsiteY389" fmla="*/ 386493 h 389543"/>
                  <a:gd name="connsiteX390" fmla="*/ 338571 w 891021"/>
                  <a:gd name="connsiteY390" fmla="*/ 386065 h 389543"/>
                  <a:gd name="connsiteX391" fmla="*/ 341192 w 891021"/>
                  <a:gd name="connsiteY391" fmla="*/ 386065 h 389543"/>
                  <a:gd name="connsiteX392" fmla="*/ 341621 w 891021"/>
                  <a:gd name="connsiteY392" fmla="*/ 386518 h 389543"/>
                  <a:gd name="connsiteX393" fmla="*/ 341180 w 891021"/>
                  <a:gd name="connsiteY393" fmla="*/ 386947 h 389543"/>
                  <a:gd name="connsiteX394" fmla="*/ 332446 w 891021"/>
                  <a:gd name="connsiteY394" fmla="*/ 386898 h 389543"/>
                  <a:gd name="connsiteX395" fmla="*/ 329824 w 891021"/>
                  <a:gd name="connsiteY395" fmla="*/ 386898 h 389543"/>
                  <a:gd name="connsiteX396" fmla="*/ 329395 w 891021"/>
                  <a:gd name="connsiteY396" fmla="*/ 386444 h 389543"/>
                  <a:gd name="connsiteX397" fmla="*/ 329837 w 891021"/>
                  <a:gd name="connsiteY397" fmla="*/ 386016 h 389543"/>
                  <a:gd name="connsiteX398" fmla="*/ 332458 w 891021"/>
                  <a:gd name="connsiteY398" fmla="*/ 386016 h 389543"/>
                  <a:gd name="connsiteX399" fmla="*/ 332887 w 891021"/>
                  <a:gd name="connsiteY399" fmla="*/ 386469 h 389543"/>
                  <a:gd name="connsiteX400" fmla="*/ 332446 w 891021"/>
                  <a:gd name="connsiteY400" fmla="*/ 386898 h 389543"/>
                  <a:gd name="connsiteX401" fmla="*/ 323712 w 891021"/>
                  <a:gd name="connsiteY401" fmla="*/ 386849 h 389543"/>
                  <a:gd name="connsiteX402" fmla="*/ 321090 w 891021"/>
                  <a:gd name="connsiteY402" fmla="*/ 386849 h 389543"/>
                  <a:gd name="connsiteX403" fmla="*/ 320661 w 891021"/>
                  <a:gd name="connsiteY403" fmla="*/ 386396 h 389543"/>
                  <a:gd name="connsiteX404" fmla="*/ 321102 w 891021"/>
                  <a:gd name="connsiteY404" fmla="*/ 385967 h 389543"/>
                  <a:gd name="connsiteX405" fmla="*/ 323724 w 891021"/>
                  <a:gd name="connsiteY405" fmla="*/ 385967 h 389543"/>
                  <a:gd name="connsiteX406" fmla="*/ 324153 w 891021"/>
                  <a:gd name="connsiteY406" fmla="*/ 386420 h 389543"/>
                  <a:gd name="connsiteX407" fmla="*/ 323712 w 891021"/>
                  <a:gd name="connsiteY407" fmla="*/ 386849 h 389543"/>
                  <a:gd name="connsiteX408" fmla="*/ 314978 w 891021"/>
                  <a:gd name="connsiteY408" fmla="*/ 386800 h 389543"/>
                  <a:gd name="connsiteX409" fmla="*/ 312356 w 891021"/>
                  <a:gd name="connsiteY409" fmla="*/ 386800 h 389543"/>
                  <a:gd name="connsiteX410" fmla="*/ 311927 w 891021"/>
                  <a:gd name="connsiteY410" fmla="*/ 386346 h 389543"/>
                  <a:gd name="connsiteX411" fmla="*/ 312368 w 891021"/>
                  <a:gd name="connsiteY411" fmla="*/ 385918 h 389543"/>
                  <a:gd name="connsiteX412" fmla="*/ 314990 w 891021"/>
                  <a:gd name="connsiteY412" fmla="*/ 385918 h 389543"/>
                  <a:gd name="connsiteX413" fmla="*/ 315419 w 891021"/>
                  <a:gd name="connsiteY413" fmla="*/ 386371 h 389543"/>
                  <a:gd name="connsiteX414" fmla="*/ 314978 w 891021"/>
                  <a:gd name="connsiteY414" fmla="*/ 386800 h 389543"/>
                  <a:gd name="connsiteX415" fmla="*/ 306244 w 891021"/>
                  <a:gd name="connsiteY415" fmla="*/ 386751 h 389543"/>
                  <a:gd name="connsiteX416" fmla="*/ 303622 w 891021"/>
                  <a:gd name="connsiteY416" fmla="*/ 386751 h 389543"/>
                  <a:gd name="connsiteX417" fmla="*/ 303193 w 891021"/>
                  <a:gd name="connsiteY417" fmla="*/ 386297 h 389543"/>
                  <a:gd name="connsiteX418" fmla="*/ 303634 w 891021"/>
                  <a:gd name="connsiteY418" fmla="*/ 385869 h 389543"/>
                  <a:gd name="connsiteX419" fmla="*/ 306256 w 891021"/>
                  <a:gd name="connsiteY419" fmla="*/ 385869 h 389543"/>
                  <a:gd name="connsiteX420" fmla="*/ 306684 w 891021"/>
                  <a:gd name="connsiteY420" fmla="*/ 386322 h 389543"/>
                  <a:gd name="connsiteX421" fmla="*/ 306244 w 891021"/>
                  <a:gd name="connsiteY421" fmla="*/ 386751 h 389543"/>
                  <a:gd name="connsiteX422" fmla="*/ 297509 w 891021"/>
                  <a:gd name="connsiteY422" fmla="*/ 386702 h 389543"/>
                  <a:gd name="connsiteX423" fmla="*/ 294888 w 891021"/>
                  <a:gd name="connsiteY423" fmla="*/ 386702 h 389543"/>
                  <a:gd name="connsiteX424" fmla="*/ 294459 w 891021"/>
                  <a:gd name="connsiteY424" fmla="*/ 386249 h 389543"/>
                  <a:gd name="connsiteX425" fmla="*/ 294900 w 891021"/>
                  <a:gd name="connsiteY425" fmla="*/ 385820 h 389543"/>
                  <a:gd name="connsiteX426" fmla="*/ 297522 w 891021"/>
                  <a:gd name="connsiteY426" fmla="*/ 385820 h 389543"/>
                  <a:gd name="connsiteX427" fmla="*/ 297950 w 891021"/>
                  <a:gd name="connsiteY427" fmla="*/ 386273 h 389543"/>
                  <a:gd name="connsiteX428" fmla="*/ 297509 w 891021"/>
                  <a:gd name="connsiteY428" fmla="*/ 386702 h 389543"/>
                  <a:gd name="connsiteX429" fmla="*/ 288775 w 891021"/>
                  <a:gd name="connsiteY429" fmla="*/ 386653 h 389543"/>
                  <a:gd name="connsiteX430" fmla="*/ 286154 w 891021"/>
                  <a:gd name="connsiteY430" fmla="*/ 386653 h 389543"/>
                  <a:gd name="connsiteX431" fmla="*/ 285725 w 891021"/>
                  <a:gd name="connsiteY431" fmla="*/ 386199 h 389543"/>
                  <a:gd name="connsiteX432" fmla="*/ 286166 w 891021"/>
                  <a:gd name="connsiteY432" fmla="*/ 385771 h 389543"/>
                  <a:gd name="connsiteX433" fmla="*/ 288788 w 891021"/>
                  <a:gd name="connsiteY433" fmla="*/ 385771 h 389543"/>
                  <a:gd name="connsiteX434" fmla="*/ 289216 w 891021"/>
                  <a:gd name="connsiteY434" fmla="*/ 386224 h 389543"/>
                  <a:gd name="connsiteX435" fmla="*/ 288775 w 891021"/>
                  <a:gd name="connsiteY435" fmla="*/ 386653 h 389543"/>
                  <a:gd name="connsiteX436" fmla="*/ 280041 w 891021"/>
                  <a:gd name="connsiteY436" fmla="*/ 386604 h 389543"/>
                  <a:gd name="connsiteX437" fmla="*/ 277420 w 891021"/>
                  <a:gd name="connsiteY437" fmla="*/ 386604 h 389543"/>
                  <a:gd name="connsiteX438" fmla="*/ 276991 w 891021"/>
                  <a:gd name="connsiteY438" fmla="*/ 386151 h 389543"/>
                  <a:gd name="connsiteX439" fmla="*/ 277432 w 891021"/>
                  <a:gd name="connsiteY439" fmla="*/ 385722 h 389543"/>
                  <a:gd name="connsiteX440" fmla="*/ 280054 w 891021"/>
                  <a:gd name="connsiteY440" fmla="*/ 385722 h 389543"/>
                  <a:gd name="connsiteX441" fmla="*/ 280482 w 891021"/>
                  <a:gd name="connsiteY441" fmla="*/ 386175 h 389543"/>
                  <a:gd name="connsiteX442" fmla="*/ 280041 w 891021"/>
                  <a:gd name="connsiteY442" fmla="*/ 386604 h 389543"/>
                  <a:gd name="connsiteX443" fmla="*/ 271307 w 891021"/>
                  <a:gd name="connsiteY443" fmla="*/ 386555 h 389543"/>
                  <a:gd name="connsiteX444" fmla="*/ 268686 w 891021"/>
                  <a:gd name="connsiteY444" fmla="*/ 386555 h 389543"/>
                  <a:gd name="connsiteX445" fmla="*/ 268257 w 891021"/>
                  <a:gd name="connsiteY445" fmla="*/ 386102 h 389543"/>
                  <a:gd name="connsiteX446" fmla="*/ 268698 w 891021"/>
                  <a:gd name="connsiteY446" fmla="*/ 385673 h 389543"/>
                  <a:gd name="connsiteX447" fmla="*/ 271320 w 891021"/>
                  <a:gd name="connsiteY447" fmla="*/ 385673 h 389543"/>
                  <a:gd name="connsiteX448" fmla="*/ 271748 w 891021"/>
                  <a:gd name="connsiteY448" fmla="*/ 386126 h 389543"/>
                  <a:gd name="connsiteX449" fmla="*/ 271307 w 891021"/>
                  <a:gd name="connsiteY449" fmla="*/ 386555 h 389543"/>
                  <a:gd name="connsiteX450" fmla="*/ 262573 w 891021"/>
                  <a:gd name="connsiteY450" fmla="*/ 386506 h 389543"/>
                  <a:gd name="connsiteX451" fmla="*/ 259952 w 891021"/>
                  <a:gd name="connsiteY451" fmla="*/ 386506 h 389543"/>
                  <a:gd name="connsiteX452" fmla="*/ 259523 w 891021"/>
                  <a:gd name="connsiteY452" fmla="*/ 386052 h 389543"/>
                  <a:gd name="connsiteX453" fmla="*/ 259964 w 891021"/>
                  <a:gd name="connsiteY453" fmla="*/ 385624 h 389543"/>
                  <a:gd name="connsiteX454" fmla="*/ 262585 w 891021"/>
                  <a:gd name="connsiteY454" fmla="*/ 385624 h 389543"/>
                  <a:gd name="connsiteX455" fmla="*/ 263014 w 891021"/>
                  <a:gd name="connsiteY455" fmla="*/ 386077 h 389543"/>
                  <a:gd name="connsiteX456" fmla="*/ 262573 w 891021"/>
                  <a:gd name="connsiteY456" fmla="*/ 386506 h 389543"/>
                  <a:gd name="connsiteX457" fmla="*/ 253839 w 891021"/>
                  <a:gd name="connsiteY457" fmla="*/ 386457 h 389543"/>
                  <a:gd name="connsiteX458" fmla="*/ 251218 w 891021"/>
                  <a:gd name="connsiteY458" fmla="*/ 386457 h 389543"/>
                  <a:gd name="connsiteX459" fmla="*/ 250789 w 891021"/>
                  <a:gd name="connsiteY459" fmla="*/ 386004 h 389543"/>
                  <a:gd name="connsiteX460" fmla="*/ 251230 w 891021"/>
                  <a:gd name="connsiteY460" fmla="*/ 385575 h 389543"/>
                  <a:gd name="connsiteX461" fmla="*/ 253851 w 891021"/>
                  <a:gd name="connsiteY461" fmla="*/ 385575 h 389543"/>
                  <a:gd name="connsiteX462" fmla="*/ 254280 w 891021"/>
                  <a:gd name="connsiteY462" fmla="*/ 386028 h 389543"/>
                  <a:gd name="connsiteX463" fmla="*/ 253839 w 891021"/>
                  <a:gd name="connsiteY463" fmla="*/ 386457 h 389543"/>
                  <a:gd name="connsiteX464" fmla="*/ 245105 w 891021"/>
                  <a:gd name="connsiteY464" fmla="*/ 386408 h 389543"/>
                  <a:gd name="connsiteX465" fmla="*/ 242484 w 891021"/>
                  <a:gd name="connsiteY465" fmla="*/ 386408 h 389543"/>
                  <a:gd name="connsiteX466" fmla="*/ 242055 w 891021"/>
                  <a:gd name="connsiteY466" fmla="*/ 385955 h 389543"/>
                  <a:gd name="connsiteX467" fmla="*/ 242496 w 891021"/>
                  <a:gd name="connsiteY467" fmla="*/ 385526 h 389543"/>
                  <a:gd name="connsiteX468" fmla="*/ 245117 w 891021"/>
                  <a:gd name="connsiteY468" fmla="*/ 385526 h 389543"/>
                  <a:gd name="connsiteX469" fmla="*/ 245546 w 891021"/>
                  <a:gd name="connsiteY469" fmla="*/ 385979 h 389543"/>
                  <a:gd name="connsiteX470" fmla="*/ 245105 w 891021"/>
                  <a:gd name="connsiteY470" fmla="*/ 386408 h 389543"/>
                  <a:gd name="connsiteX471" fmla="*/ 236371 w 891021"/>
                  <a:gd name="connsiteY471" fmla="*/ 386359 h 389543"/>
                  <a:gd name="connsiteX472" fmla="*/ 233750 w 891021"/>
                  <a:gd name="connsiteY472" fmla="*/ 386359 h 389543"/>
                  <a:gd name="connsiteX473" fmla="*/ 233321 w 891021"/>
                  <a:gd name="connsiteY473" fmla="*/ 385905 h 389543"/>
                  <a:gd name="connsiteX474" fmla="*/ 233762 w 891021"/>
                  <a:gd name="connsiteY474" fmla="*/ 385477 h 389543"/>
                  <a:gd name="connsiteX475" fmla="*/ 236383 w 891021"/>
                  <a:gd name="connsiteY475" fmla="*/ 385477 h 389543"/>
                  <a:gd name="connsiteX476" fmla="*/ 236812 w 891021"/>
                  <a:gd name="connsiteY476" fmla="*/ 385930 h 389543"/>
                  <a:gd name="connsiteX477" fmla="*/ 236371 w 891021"/>
                  <a:gd name="connsiteY477" fmla="*/ 386359 h 389543"/>
                  <a:gd name="connsiteX478" fmla="*/ 227637 w 891021"/>
                  <a:gd name="connsiteY478" fmla="*/ 386310 h 389543"/>
                  <a:gd name="connsiteX479" fmla="*/ 225015 w 891021"/>
                  <a:gd name="connsiteY479" fmla="*/ 386310 h 389543"/>
                  <a:gd name="connsiteX480" fmla="*/ 224587 w 891021"/>
                  <a:gd name="connsiteY480" fmla="*/ 385857 h 389543"/>
                  <a:gd name="connsiteX481" fmla="*/ 225028 w 891021"/>
                  <a:gd name="connsiteY481" fmla="*/ 385428 h 389543"/>
                  <a:gd name="connsiteX482" fmla="*/ 227649 w 891021"/>
                  <a:gd name="connsiteY482" fmla="*/ 385428 h 389543"/>
                  <a:gd name="connsiteX483" fmla="*/ 228078 w 891021"/>
                  <a:gd name="connsiteY483" fmla="*/ 385881 h 389543"/>
                  <a:gd name="connsiteX484" fmla="*/ 227637 w 891021"/>
                  <a:gd name="connsiteY484" fmla="*/ 386310 h 389543"/>
                  <a:gd name="connsiteX485" fmla="*/ 827666 w 891021"/>
                  <a:gd name="connsiteY485" fmla="*/ 386310 h 389543"/>
                  <a:gd name="connsiteX486" fmla="*/ 827249 w 891021"/>
                  <a:gd name="connsiteY486" fmla="*/ 386004 h 389543"/>
                  <a:gd name="connsiteX487" fmla="*/ 827531 w 891021"/>
                  <a:gd name="connsiteY487" fmla="*/ 385452 h 389543"/>
                  <a:gd name="connsiteX488" fmla="*/ 829993 w 891021"/>
                  <a:gd name="connsiteY488" fmla="*/ 384595 h 389543"/>
                  <a:gd name="connsiteX489" fmla="*/ 830557 w 891021"/>
                  <a:gd name="connsiteY489" fmla="*/ 384852 h 389543"/>
                  <a:gd name="connsiteX490" fmla="*/ 830300 w 891021"/>
                  <a:gd name="connsiteY490" fmla="*/ 385416 h 389543"/>
                  <a:gd name="connsiteX491" fmla="*/ 827801 w 891021"/>
                  <a:gd name="connsiteY491" fmla="*/ 386285 h 389543"/>
                  <a:gd name="connsiteX492" fmla="*/ 827666 w 891021"/>
                  <a:gd name="connsiteY492" fmla="*/ 386310 h 389543"/>
                  <a:gd name="connsiteX493" fmla="*/ 218903 w 891021"/>
                  <a:gd name="connsiteY493" fmla="*/ 386261 h 389543"/>
                  <a:gd name="connsiteX494" fmla="*/ 216281 w 891021"/>
                  <a:gd name="connsiteY494" fmla="*/ 386261 h 389543"/>
                  <a:gd name="connsiteX495" fmla="*/ 215853 w 891021"/>
                  <a:gd name="connsiteY495" fmla="*/ 385807 h 389543"/>
                  <a:gd name="connsiteX496" fmla="*/ 216294 w 891021"/>
                  <a:gd name="connsiteY496" fmla="*/ 385379 h 389543"/>
                  <a:gd name="connsiteX497" fmla="*/ 218915 w 891021"/>
                  <a:gd name="connsiteY497" fmla="*/ 385379 h 389543"/>
                  <a:gd name="connsiteX498" fmla="*/ 219344 w 891021"/>
                  <a:gd name="connsiteY498" fmla="*/ 385832 h 389543"/>
                  <a:gd name="connsiteX499" fmla="*/ 218903 w 891021"/>
                  <a:gd name="connsiteY499" fmla="*/ 386261 h 389543"/>
                  <a:gd name="connsiteX500" fmla="*/ 210169 w 891021"/>
                  <a:gd name="connsiteY500" fmla="*/ 386212 h 389543"/>
                  <a:gd name="connsiteX501" fmla="*/ 207547 w 891021"/>
                  <a:gd name="connsiteY501" fmla="*/ 386212 h 389543"/>
                  <a:gd name="connsiteX502" fmla="*/ 207119 w 891021"/>
                  <a:gd name="connsiteY502" fmla="*/ 385759 h 389543"/>
                  <a:gd name="connsiteX503" fmla="*/ 207560 w 891021"/>
                  <a:gd name="connsiteY503" fmla="*/ 385330 h 389543"/>
                  <a:gd name="connsiteX504" fmla="*/ 210181 w 891021"/>
                  <a:gd name="connsiteY504" fmla="*/ 385330 h 389543"/>
                  <a:gd name="connsiteX505" fmla="*/ 210610 w 891021"/>
                  <a:gd name="connsiteY505" fmla="*/ 385783 h 389543"/>
                  <a:gd name="connsiteX506" fmla="*/ 210169 w 891021"/>
                  <a:gd name="connsiteY506" fmla="*/ 386212 h 389543"/>
                  <a:gd name="connsiteX507" fmla="*/ 201435 w 891021"/>
                  <a:gd name="connsiteY507" fmla="*/ 386163 h 389543"/>
                  <a:gd name="connsiteX508" fmla="*/ 198813 w 891021"/>
                  <a:gd name="connsiteY508" fmla="*/ 386163 h 389543"/>
                  <a:gd name="connsiteX509" fmla="*/ 198385 w 891021"/>
                  <a:gd name="connsiteY509" fmla="*/ 385710 h 389543"/>
                  <a:gd name="connsiteX510" fmla="*/ 198826 w 891021"/>
                  <a:gd name="connsiteY510" fmla="*/ 385281 h 389543"/>
                  <a:gd name="connsiteX511" fmla="*/ 201447 w 891021"/>
                  <a:gd name="connsiteY511" fmla="*/ 385281 h 389543"/>
                  <a:gd name="connsiteX512" fmla="*/ 201876 w 891021"/>
                  <a:gd name="connsiteY512" fmla="*/ 385734 h 389543"/>
                  <a:gd name="connsiteX513" fmla="*/ 201435 w 891021"/>
                  <a:gd name="connsiteY513" fmla="*/ 386163 h 389543"/>
                  <a:gd name="connsiteX514" fmla="*/ 192701 w 891021"/>
                  <a:gd name="connsiteY514" fmla="*/ 386114 h 389543"/>
                  <a:gd name="connsiteX515" fmla="*/ 190079 w 891021"/>
                  <a:gd name="connsiteY515" fmla="*/ 386114 h 389543"/>
                  <a:gd name="connsiteX516" fmla="*/ 189650 w 891021"/>
                  <a:gd name="connsiteY516" fmla="*/ 385660 h 389543"/>
                  <a:gd name="connsiteX517" fmla="*/ 190091 w 891021"/>
                  <a:gd name="connsiteY517" fmla="*/ 385232 h 389543"/>
                  <a:gd name="connsiteX518" fmla="*/ 192713 w 891021"/>
                  <a:gd name="connsiteY518" fmla="*/ 385232 h 389543"/>
                  <a:gd name="connsiteX519" fmla="*/ 193142 w 891021"/>
                  <a:gd name="connsiteY519" fmla="*/ 385685 h 389543"/>
                  <a:gd name="connsiteX520" fmla="*/ 192701 w 891021"/>
                  <a:gd name="connsiteY520" fmla="*/ 386114 h 389543"/>
                  <a:gd name="connsiteX521" fmla="*/ 183967 w 891021"/>
                  <a:gd name="connsiteY521" fmla="*/ 386065 h 389543"/>
                  <a:gd name="connsiteX522" fmla="*/ 181345 w 891021"/>
                  <a:gd name="connsiteY522" fmla="*/ 386065 h 389543"/>
                  <a:gd name="connsiteX523" fmla="*/ 180916 w 891021"/>
                  <a:gd name="connsiteY523" fmla="*/ 385612 h 389543"/>
                  <a:gd name="connsiteX524" fmla="*/ 181357 w 891021"/>
                  <a:gd name="connsiteY524" fmla="*/ 385183 h 389543"/>
                  <a:gd name="connsiteX525" fmla="*/ 183979 w 891021"/>
                  <a:gd name="connsiteY525" fmla="*/ 385183 h 389543"/>
                  <a:gd name="connsiteX526" fmla="*/ 184408 w 891021"/>
                  <a:gd name="connsiteY526" fmla="*/ 385636 h 389543"/>
                  <a:gd name="connsiteX527" fmla="*/ 183967 w 891021"/>
                  <a:gd name="connsiteY527" fmla="*/ 386065 h 389543"/>
                  <a:gd name="connsiteX528" fmla="*/ 175233 w 891021"/>
                  <a:gd name="connsiteY528" fmla="*/ 386016 h 389543"/>
                  <a:gd name="connsiteX529" fmla="*/ 172611 w 891021"/>
                  <a:gd name="connsiteY529" fmla="*/ 386016 h 389543"/>
                  <a:gd name="connsiteX530" fmla="*/ 172182 w 891021"/>
                  <a:gd name="connsiteY530" fmla="*/ 385563 h 389543"/>
                  <a:gd name="connsiteX531" fmla="*/ 172623 w 891021"/>
                  <a:gd name="connsiteY531" fmla="*/ 385134 h 389543"/>
                  <a:gd name="connsiteX532" fmla="*/ 175245 w 891021"/>
                  <a:gd name="connsiteY532" fmla="*/ 385134 h 389543"/>
                  <a:gd name="connsiteX533" fmla="*/ 175674 w 891021"/>
                  <a:gd name="connsiteY533" fmla="*/ 385587 h 389543"/>
                  <a:gd name="connsiteX534" fmla="*/ 175233 w 891021"/>
                  <a:gd name="connsiteY534" fmla="*/ 386016 h 389543"/>
                  <a:gd name="connsiteX535" fmla="*/ 166498 w 891021"/>
                  <a:gd name="connsiteY535" fmla="*/ 385967 h 389543"/>
                  <a:gd name="connsiteX536" fmla="*/ 163877 w 891021"/>
                  <a:gd name="connsiteY536" fmla="*/ 385967 h 389543"/>
                  <a:gd name="connsiteX537" fmla="*/ 163448 w 891021"/>
                  <a:gd name="connsiteY537" fmla="*/ 385513 h 389543"/>
                  <a:gd name="connsiteX538" fmla="*/ 163889 w 891021"/>
                  <a:gd name="connsiteY538" fmla="*/ 385085 h 389543"/>
                  <a:gd name="connsiteX539" fmla="*/ 166511 w 891021"/>
                  <a:gd name="connsiteY539" fmla="*/ 385085 h 389543"/>
                  <a:gd name="connsiteX540" fmla="*/ 166939 w 891021"/>
                  <a:gd name="connsiteY540" fmla="*/ 385538 h 389543"/>
                  <a:gd name="connsiteX541" fmla="*/ 166498 w 891021"/>
                  <a:gd name="connsiteY541" fmla="*/ 385967 h 389543"/>
                  <a:gd name="connsiteX542" fmla="*/ 157764 w 891021"/>
                  <a:gd name="connsiteY542" fmla="*/ 385918 h 389543"/>
                  <a:gd name="connsiteX543" fmla="*/ 155143 w 891021"/>
                  <a:gd name="connsiteY543" fmla="*/ 385918 h 389543"/>
                  <a:gd name="connsiteX544" fmla="*/ 154714 w 891021"/>
                  <a:gd name="connsiteY544" fmla="*/ 385465 h 389543"/>
                  <a:gd name="connsiteX545" fmla="*/ 155155 w 891021"/>
                  <a:gd name="connsiteY545" fmla="*/ 385036 h 389543"/>
                  <a:gd name="connsiteX546" fmla="*/ 157777 w 891021"/>
                  <a:gd name="connsiteY546" fmla="*/ 385036 h 389543"/>
                  <a:gd name="connsiteX547" fmla="*/ 158205 w 891021"/>
                  <a:gd name="connsiteY547" fmla="*/ 385489 h 389543"/>
                  <a:gd name="connsiteX548" fmla="*/ 157764 w 891021"/>
                  <a:gd name="connsiteY548" fmla="*/ 385918 h 389543"/>
                  <a:gd name="connsiteX549" fmla="*/ 149030 w 891021"/>
                  <a:gd name="connsiteY549" fmla="*/ 385869 h 389543"/>
                  <a:gd name="connsiteX550" fmla="*/ 146409 w 891021"/>
                  <a:gd name="connsiteY550" fmla="*/ 385869 h 389543"/>
                  <a:gd name="connsiteX551" fmla="*/ 145980 w 891021"/>
                  <a:gd name="connsiteY551" fmla="*/ 385416 h 389543"/>
                  <a:gd name="connsiteX552" fmla="*/ 146421 w 891021"/>
                  <a:gd name="connsiteY552" fmla="*/ 384987 h 389543"/>
                  <a:gd name="connsiteX553" fmla="*/ 149043 w 891021"/>
                  <a:gd name="connsiteY553" fmla="*/ 384987 h 389543"/>
                  <a:gd name="connsiteX554" fmla="*/ 149471 w 891021"/>
                  <a:gd name="connsiteY554" fmla="*/ 385440 h 389543"/>
                  <a:gd name="connsiteX555" fmla="*/ 149030 w 891021"/>
                  <a:gd name="connsiteY555" fmla="*/ 385869 h 389543"/>
                  <a:gd name="connsiteX556" fmla="*/ 140296 w 891021"/>
                  <a:gd name="connsiteY556" fmla="*/ 385820 h 389543"/>
                  <a:gd name="connsiteX557" fmla="*/ 137675 w 891021"/>
                  <a:gd name="connsiteY557" fmla="*/ 385820 h 389543"/>
                  <a:gd name="connsiteX558" fmla="*/ 137246 w 891021"/>
                  <a:gd name="connsiteY558" fmla="*/ 385367 h 389543"/>
                  <a:gd name="connsiteX559" fmla="*/ 137687 w 891021"/>
                  <a:gd name="connsiteY559" fmla="*/ 384938 h 389543"/>
                  <a:gd name="connsiteX560" fmla="*/ 140309 w 891021"/>
                  <a:gd name="connsiteY560" fmla="*/ 384938 h 389543"/>
                  <a:gd name="connsiteX561" fmla="*/ 140737 w 891021"/>
                  <a:gd name="connsiteY561" fmla="*/ 385391 h 389543"/>
                  <a:gd name="connsiteX562" fmla="*/ 140296 w 891021"/>
                  <a:gd name="connsiteY562" fmla="*/ 385820 h 389543"/>
                  <a:gd name="connsiteX563" fmla="*/ 131562 w 891021"/>
                  <a:gd name="connsiteY563" fmla="*/ 385771 h 389543"/>
                  <a:gd name="connsiteX564" fmla="*/ 128941 w 891021"/>
                  <a:gd name="connsiteY564" fmla="*/ 385771 h 389543"/>
                  <a:gd name="connsiteX565" fmla="*/ 128512 w 891021"/>
                  <a:gd name="connsiteY565" fmla="*/ 385318 h 389543"/>
                  <a:gd name="connsiteX566" fmla="*/ 128953 w 891021"/>
                  <a:gd name="connsiteY566" fmla="*/ 384889 h 389543"/>
                  <a:gd name="connsiteX567" fmla="*/ 131574 w 891021"/>
                  <a:gd name="connsiteY567" fmla="*/ 384889 h 389543"/>
                  <a:gd name="connsiteX568" fmla="*/ 132003 w 891021"/>
                  <a:gd name="connsiteY568" fmla="*/ 385342 h 389543"/>
                  <a:gd name="connsiteX569" fmla="*/ 131562 w 891021"/>
                  <a:gd name="connsiteY569" fmla="*/ 385771 h 389543"/>
                  <a:gd name="connsiteX570" fmla="*/ 122828 w 891021"/>
                  <a:gd name="connsiteY570" fmla="*/ 385722 h 389543"/>
                  <a:gd name="connsiteX571" fmla="*/ 120207 w 891021"/>
                  <a:gd name="connsiteY571" fmla="*/ 385722 h 389543"/>
                  <a:gd name="connsiteX572" fmla="*/ 119778 w 891021"/>
                  <a:gd name="connsiteY572" fmla="*/ 385268 h 389543"/>
                  <a:gd name="connsiteX573" fmla="*/ 120219 w 891021"/>
                  <a:gd name="connsiteY573" fmla="*/ 384840 h 389543"/>
                  <a:gd name="connsiteX574" fmla="*/ 122840 w 891021"/>
                  <a:gd name="connsiteY574" fmla="*/ 384840 h 389543"/>
                  <a:gd name="connsiteX575" fmla="*/ 123269 w 891021"/>
                  <a:gd name="connsiteY575" fmla="*/ 385293 h 389543"/>
                  <a:gd name="connsiteX576" fmla="*/ 122828 w 891021"/>
                  <a:gd name="connsiteY576" fmla="*/ 385722 h 389543"/>
                  <a:gd name="connsiteX577" fmla="*/ 114094 w 891021"/>
                  <a:gd name="connsiteY577" fmla="*/ 385673 h 389543"/>
                  <a:gd name="connsiteX578" fmla="*/ 111473 w 891021"/>
                  <a:gd name="connsiteY578" fmla="*/ 385673 h 389543"/>
                  <a:gd name="connsiteX579" fmla="*/ 111044 w 891021"/>
                  <a:gd name="connsiteY579" fmla="*/ 385220 h 389543"/>
                  <a:gd name="connsiteX580" fmla="*/ 111485 w 891021"/>
                  <a:gd name="connsiteY580" fmla="*/ 384791 h 389543"/>
                  <a:gd name="connsiteX581" fmla="*/ 114106 w 891021"/>
                  <a:gd name="connsiteY581" fmla="*/ 384791 h 389543"/>
                  <a:gd name="connsiteX582" fmla="*/ 114535 w 891021"/>
                  <a:gd name="connsiteY582" fmla="*/ 385244 h 389543"/>
                  <a:gd name="connsiteX583" fmla="*/ 114094 w 891021"/>
                  <a:gd name="connsiteY583" fmla="*/ 385673 h 389543"/>
                  <a:gd name="connsiteX584" fmla="*/ 105360 w 891021"/>
                  <a:gd name="connsiteY584" fmla="*/ 385624 h 389543"/>
                  <a:gd name="connsiteX585" fmla="*/ 104748 w 891021"/>
                  <a:gd name="connsiteY585" fmla="*/ 385624 h 389543"/>
                  <a:gd name="connsiteX586" fmla="*/ 102726 w 891021"/>
                  <a:gd name="connsiteY586" fmla="*/ 385587 h 389543"/>
                  <a:gd name="connsiteX587" fmla="*/ 102298 w 891021"/>
                  <a:gd name="connsiteY587" fmla="*/ 385134 h 389543"/>
                  <a:gd name="connsiteX588" fmla="*/ 102751 w 891021"/>
                  <a:gd name="connsiteY588" fmla="*/ 384705 h 389543"/>
                  <a:gd name="connsiteX589" fmla="*/ 104748 w 891021"/>
                  <a:gd name="connsiteY589" fmla="*/ 384742 h 389543"/>
                  <a:gd name="connsiteX590" fmla="*/ 105360 w 891021"/>
                  <a:gd name="connsiteY590" fmla="*/ 384742 h 389543"/>
                  <a:gd name="connsiteX591" fmla="*/ 105789 w 891021"/>
                  <a:gd name="connsiteY591" fmla="*/ 385183 h 389543"/>
                  <a:gd name="connsiteX592" fmla="*/ 105348 w 891021"/>
                  <a:gd name="connsiteY592" fmla="*/ 385612 h 389543"/>
                  <a:gd name="connsiteX593" fmla="*/ 96638 w 891021"/>
                  <a:gd name="connsiteY593" fmla="*/ 385232 h 389543"/>
                  <a:gd name="connsiteX594" fmla="*/ 96601 w 891021"/>
                  <a:gd name="connsiteY594" fmla="*/ 385232 h 389543"/>
                  <a:gd name="connsiteX595" fmla="*/ 93980 w 891021"/>
                  <a:gd name="connsiteY595" fmla="*/ 384962 h 389543"/>
                  <a:gd name="connsiteX596" fmla="*/ 93600 w 891021"/>
                  <a:gd name="connsiteY596" fmla="*/ 384472 h 389543"/>
                  <a:gd name="connsiteX597" fmla="*/ 94090 w 891021"/>
                  <a:gd name="connsiteY597" fmla="*/ 384093 h 389543"/>
                  <a:gd name="connsiteX598" fmla="*/ 96687 w 891021"/>
                  <a:gd name="connsiteY598" fmla="*/ 384362 h 389543"/>
                  <a:gd name="connsiteX599" fmla="*/ 97079 w 891021"/>
                  <a:gd name="connsiteY599" fmla="*/ 384840 h 389543"/>
                  <a:gd name="connsiteX600" fmla="*/ 96650 w 891021"/>
                  <a:gd name="connsiteY600" fmla="*/ 385244 h 389543"/>
                  <a:gd name="connsiteX601" fmla="*/ 87990 w 891021"/>
                  <a:gd name="connsiteY601" fmla="*/ 384056 h 389543"/>
                  <a:gd name="connsiteX602" fmla="*/ 87916 w 891021"/>
                  <a:gd name="connsiteY602" fmla="*/ 384056 h 389543"/>
                  <a:gd name="connsiteX603" fmla="*/ 85332 w 891021"/>
                  <a:gd name="connsiteY603" fmla="*/ 383541 h 389543"/>
                  <a:gd name="connsiteX604" fmla="*/ 84989 w 891021"/>
                  <a:gd name="connsiteY604" fmla="*/ 383027 h 389543"/>
                  <a:gd name="connsiteX605" fmla="*/ 85503 w 891021"/>
                  <a:gd name="connsiteY605" fmla="*/ 382684 h 389543"/>
                  <a:gd name="connsiteX606" fmla="*/ 88063 w 891021"/>
                  <a:gd name="connsiteY606" fmla="*/ 383186 h 389543"/>
                  <a:gd name="connsiteX607" fmla="*/ 88419 w 891021"/>
                  <a:gd name="connsiteY607" fmla="*/ 383701 h 389543"/>
                  <a:gd name="connsiteX608" fmla="*/ 87990 w 891021"/>
                  <a:gd name="connsiteY608" fmla="*/ 384056 h 389543"/>
                  <a:gd name="connsiteX609" fmla="*/ 835861 w 891021"/>
                  <a:gd name="connsiteY609" fmla="*/ 383100 h 389543"/>
                  <a:gd name="connsiteX610" fmla="*/ 835469 w 891021"/>
                  <a:gd name="connsiteY610" fmla="*/ 382855 h 389543"/>
                  <a:gd name="connsiteX611" fmla="*/ 835677 w 891021"/>
                  <a:gd name="connsiteY611" fmla="*/ 382267 h 389543"/>
                  <a:gd name="connsiteX612" fmla="*/ 838017 w 891021"/>
                  <a:gd name="connsiteY612" fmla="*/ 381104 h 389543"/>
                  <a:gd name="connsiteX613" fmla="*/ 838605 w 891021"/>
                  <a:gd name="connsiteY613" fmla="*/ 381287 h 389543"/>
                  <a:gd name="connsiteX614" fmla="*/ 838421 w 891021"/>
                  <a:gd name="connsiteY614" fmla="*/ 381875 h 389543"/>
                  <a:gd name="connsiteX615" fmla="*/ 836057 w 891021"/>
                  <a:gd name="connsiteY615" fmla="*/ 383051 h 389543"/>
                  <a:gd name="connsiteX616" fmla="*/ 835873 w 891021"/>
                  <a:gd name="connsiteY616" fmla="*/ 383088 h 389543"/>
                  <a:gd name="connsiteX617" fmla="*/ 79476 w 891021"/>
                  <a:gd name="connsiteY617" fmla="*/ 382096 h 389543"/>
                  <a:gd name="connsiteX618" fmla="*/ 79354 w 891021"/>
                  <a:gd name="connsiteY618" fmla="*/ 382084 h 389543"/>
                  <a:gd name="connsiteX619" fmla="*/ 76830 w 891021"/>
                  <a:gd name="connsiteY619" fmla="*/ 381336 h 389543"/>
                  <a:gd name="connsiteX620" fmla="*/ 76536 w 891021"/>
                  <a:gd name="connsiteY620" fmla="*/ 380785 h 389543"/>
                  <a:gd name="connsiteX621" fmla="*/ 77088 w 891021"/>
                  <a:gd name="connsiteY621" fmla="*/ 380491 h 389543"/>
                  <a:gd name="connsiteX622" fmla="*/ 79587 w 891021"/>
                  <a:gd name="connsiteY622" fmla="*/ 381226 h 389543"/>
                  <a:gd name="connsiteX623" fmla="*/ 79893 w 891021"/>
                  <a:gd name="connsiteY623" fmla="*/ 381765 h 389543"/>
                  <a:gd name="connsiteX624" fmla="*/ 79476 w 891021"/>
                  <a:gd name="connsiteY624" fmla="*/ 382084 h 389543"/>
                  <a:gd name="connsiteX625" fmla="*/ 71183 w 891021"/>
                  <a:gd name="connsiteY625" fmla="*/ 379364 h 389543"/>
                  <a:gd name="connsiteX626" fmla="*/ 71024 w 891021"/>
                  <a:gd name="connsiteY626" fmla="*/ 379340 h 389543"/>
                  <a:gd name="connsiteX627" fmla="*/ 68586 w 891021"/>
                  <a:gd name="connsiteY627" fmla="*/ 378372 h 389543"/>
                  <a:gd name="connsiteX628" fmla="*/ 68354 w 891021"/>
                  <a:gd name="connsiteY628" fmla="*/ 377796 h 389543"/>
                  <a:gd name="connsiteX629" fmla="*/ 68929 w 891021"/>
                  <a:gd name="connsiteY629" fmla="*/ 377563 h 389543"/>
                  <a:gd name="connsiteX630" fmla="*/ 71342 w 891021"/>
                  <a:gd name="connsiteY630" fmla="*/ 378519 h 389543"/>
                  <a:gd name="connsiteX631" fmla="*/ 71600 w 891021"/>
                  <a:gd name="connsiteY631" fmla="*/ 379082 h 389543"/>
                  <a:gd name="connsiteX632" fmla="*/ 71195 w 891021"/>
                  <a:gd name="connsiteY632" fmla="*/ 379364 h 389543"/>
                  <a:gd name="connsiteX633" fmla="*/ 843505 w 891021"/>
                  <a:gd name="connsiteY633" fmla="*/ 378874 h 389543"/>
                  <a:gd name="connsiteX634" fmla="*/ 843137 w 891021"/>
                  <a:gd name="connsiteY634" fmla="*/ 378678 h 389543"/>
                  <a:gd name="connsiteX635" fmla="*/ 843272 w 891021"/>
                  <a:gd name="connsiteY635" fmla="*/ 378078 h 389543"/>
                  <a:gd name="connsiteX636" fmla="*/ 845440 w 891021"/>
                  <a:gd name="connsiteY636" fmla="*/ 376632 h 389543"/>
                  <a:gd name="connsiteX637" fmla="*/ 846053 w 891021"/>
                  <a:gd name="connsiteY637" fmla="*/ 376743 h 389543"/>
                  <a:gd name="connsiteX638" fmla="*/ 845943 w 891021"/>
                  <a:gd name="connsiteY638" fmla="*/ 377355 h 389543"/>
                  <a:gd name="connsiteX639" fmla="*/ 843750 w 891021"/>
                  <a:gd name="connsiteY639" fmla="*/ 378825 h 389543"/>
                  <a:gd name="connsiteX640" fmla="*/ 843517 w 891021"/>
                  <a:gd name="connsiteY640" fmla="*/ 378899 h 389543"/>
                  <a:gd name="connsiteX641" fmla="*/ 63184 w 891021"/>
                  <a:gd name="connsiteY641" fmla="*/ 375897 h 389543"/>
                  <a:gd name="connsiteX642" fmla="*/ 62988 w 891021"/>
                  <a:gd name="connsiteY642" fmla="*/ 375849 h 389543"/>
                  <a:gd name="connsiteX643" fmla="*/ 60648 w 891021"/>
                  <a:gd name="connsiteY643" fmla="*/ 374660 h 389543"/>
                  <a:gd name="connsiteX644" fmla="*/ 60465 w 891021"/>
                  <a:gd name="connsiteY644" fmla="*/ 374072 h 389543"/>
                  <a:gd name="connsiteX645" fmla="*/ 61053 w 891021"/>
                  <a:gd name="connsiteY645" fmla="*/ 373889 h 389543"/>
                  <a:gd name="connsiteX646" fmla="*/ 63380 w 891021"/>
                  <a:gd name="connsiteY646" fmla="*/ 375065 h 389543"/>
                  <a:gd name="connsiteX647" fmla="*/ 63576 w 891021"/>
                  <a:gd name="connsiteY647" fmla="*/ 375652 h 389543"/>
                  <a:gd name="connsiteX648" fmla="*/ 63184 w 891021"/>
                  <a:gd name="connsiteY648" fmla="*/ 375897 h 389543"/>
                  <a:gd name="connsiteX649" fmla="*/ 850536 w 891021"/>
                  <a:gd name="connsiteY649" fmla="*/ 373717 h 389543"/>
                  <a:gd name="connsiteX650" fmla="*/ 850205 w 891021"/>
                  <a:gd name="connsiteY650" fmla="*/ 373558 h 389543"/>
                  <a:gd name="connsiteX651" fmla="*/ 850254 w 891021"/>
                  <a:gd name="connsiteY651" fmla="*/ 372945 h 389543"/>
                  <a:gd name="connsiteX652" fmla="*/ 852227 w 891021"/>
                  <a:gd name="connsiteY652" fmla="*/ 371243 h 389543"/>
                  <a:gd name="connsiteX653" fmla="*/ 852839 w 891021"/>
                  <a:gd name="connsiteY653" fmla="*/ 371279 h 389543"/>
                  <a:gd name="connsiteX654" fmla="*/ 852802 w 891021"/>
                  <a:gd name="connsiteY654" fmla="*/ 371892 h 389543"/>
                  <a:gd name="connsiteX655" fmla="*/ 850806 w 891021"/>
                  <a:gd name="connsiteY655" fmla="*/ 373619 h 389543"/>
                  <a:gd name="connsiteX656" fmla="*/ 850524 w 891021"/>
                  <a:gd name="connsiteY656" fmla="*/ 373717 h 389543"/>
                  <a:gd name="connsiteX657" fmla="*/ 55528 w 891021"/>
                  <a:gd name="connsiteY657" fmla="*/ 371708 h 389543"/>
                  <a:gd name="connsiteX658" fmla="*/ 55295 w 891021"/>
                  <a:gd name="connsiteY658" fmla="*/ 371647 h 389543"/>
                  <a:gd name="connsiteX659" fmla="*/ 53066 w 891021"/>
                  <a:gd name="connsiteY659" fmla="*/ 370250 h 389543"/>
                  <a:gd name="connsiteX660" fmla="*/ 52931 w 891021"/>
                  <a:gd name="connsiteY660" fmla="*/ 369650 h 389543"/>
                  <a:gd name="connsiteX661" fmla="*/ 53531 w 891021"/>
                  <a:gd name="connsiteY661" fmla="*/ 369515 h 389543"/>
                  <a:gd name="connsiteX662" fmla="*/ 55736 w 891021"/>
                  <a:gd name="connsiteY662" fmla="*/ 370900 h 389543"/>
                  <a:gd name="connsiteX663" fmla="*/ 55883 w 891021"/>
                  <a:gd name="connsiteY663" fmla="*/ 371500 h 389543"/>
                  <a:gd name="connsiteX664" fmla="*/ 55504 w 891021"/>
                  <a:gd name="connsiteY664" fmla="*/ 371708 h 389543"/>
                  <a:gd name="connsiteX665" fmla="*/ 856869 w 891021"/>
                  <a:gd name="connsiteY665" fmla="*/ 367702 h 389543"/>
                  <a:gd name="connsiteX666" fmla="*/ 856575 w 891021"/>
                  <a:gd name="connsiteY666" fmla="*/ 367580 h 389543"/>
                  <a:gd name="connsiteX667" fmla="*/ 856551 w 891021"/>
                  <a:gd name="connsiteY667" fmla="*/ 366967 h 389543"/>
                  <a:gd name="connsiteX668" fmla="*/ 858290 w 891021"/>
                  <a:gd name="connsiteY668" fmla="*/ 365020 h 389543"/>
                  <a:gd name="connsiteX669" fmla="*/ 858903 w 891021"/>
                  <a:gd name="connsiteY669" fmla="*/ 364971 h 389543"/>
                  <a:gd name="connsiteX670" fmla="*/ 858952 w 891021"/>
                  <a:gd name="connsiteY670" fmla="*/ 365583 h 389543"/>
                  <a:gd name="connsiteX671" fmla="*/ 857200 w 891021"/>
                  <a:gd name="connsiteY671" fmla="*/ 367555 h 389543"/>
                  <a:gd name="connsiteX672" fmla="*/ 856882 w 891021"/>
                  <a:gd name="connsiteY672" fmla="*/ 367690 h 389543"/>
                  <a:gd name="connsiteX673" fmla="*/ 48288 w 891021"/>
                  <a:gd name="connsiteY673" fmla="*/ 366833 h 389543"/>
                  <a:gd name="connsiteX674" fmla="*/ 48031 w 891021"/>
                  <a:gd name="connsiteY674" fmla="*/ 366747 h 389543"/>
                  <a:gd name="connsiteX675" fmla="*/ 45937 w 891021"/>
                  <a:gd name="connsiteY675" fmla="*/ 365154 h 389543"/>
                  <a:gd name="connsiteX676" fmla="*/ 45863 w 891021"/>
                  <a:gd name="connsiteY676" fmla="*/ 364542 h 389543"/>
                  <a:gd name="connsiteX677" fmla="*/ 46476 w 891021"/>
                  <a:gd name="connsiteY677" fmla="*/ 364468 h 389543"/>
                  <a:gd name="connsiteX678" fmla="*/ 48546 w 891021"/>
                  <a:gd name="connsiteY678" fmla="*/ 366049 h 389543"/>
                  <a:gd name="connsiteX679" fmla="*/ 48631 w 891021"/>
                  <a:gd name="connsiteY679" fmla="*/ 366661 h 389543"/>
                  <a:gd name="connsiteX680" fmla="*/ 48276 w 891021"/>
                  <a:gd name="connsiteY680" fmla="*/ 366833 h 389543"/>
                  <a:gd name="connsiteX681" fmla="*/ 41527 w 891021"/>
                  <a:gd name="connsiteY681" fmla="*/ 361320 h 389543"/>
                  <a:gd name="connsiteX682" fmla="*/ 41233 w 891021"/>
                  <a:gd name="connsiteY682" fmla="*/ 361210 h 389543"/>
                  <a:gd name="connsiteX683" fmla="*/ 39297 w 891021"/>
                  <a:gd name="connsiteY683" fmla="*/ 359434 h 389543"/>
                  <a:gd name="connsiteX684" fmla="*/ 39285 w 891021"/>
                  <a:gd name="connsiteY684" fmla="*/ 358821 h 389543"/>
                  <a:gd name="connsiteX685" fmla="*/ 39897 w 891021"/>
                  <a:gd name="connsiteY685" fmla="*/ 358809 h 389543"/>
                  <a:gd name="connsiteX686" fmla="*/ 41821 w 891021"/>
                  <a:gd name="connsiteY686" fmla="*/ 360573 h 389543"/>
                  <a:gd name="connsiteX687" fmla="*/ 41857 w 891021"/>
                  <a:gd name="connsiteY687" fmla="*/ 361186 h 389543"/>
                  <a:gd name="connsiteX688" fmla="*/ 41527 w 891021"/>
                  <a:gd name="connsiteY688" fmla="*/ 361333 h 389543"/>
                  <a:gd name="connsiteX689" fmla="*/ 862382 w 891021"/>
                  <a:gd name="connsiteY689" fmla="*/ 360941 h 389543"/>
                  <a:gd name="connsiteX690" fmla="*/ 862125 w 891021"/>
                  <a:gd name="connsiteY690" fmla="*/ 360855 h 389543"/>
                  <a:gd name="connsiteX691" fmla="*/ 862026 w 891021"/>
                  <a:gd name="connsiteY691" fmla="*/ 360242 h 389543"/>
                  <a:gd name="connsiteX692" fmla="*/ 863497 w 891021"/>
                  <a:gd name="connsiteY692" fmla="*/ 358099 h 389543"/>
                  <a:gd name="connsiteX693" fmla="*/ 864097 w 891021"/>
                  <a:gd name="connsiteY693" fmla="*/ 357976 h 389543"/>
                  <a:gd name="connsiteX694" fmla="*/ 864219 w 891021"/>
                  <a:gd name="connsiteY694" fmla="*/ 358576 h 389543"/>
                  <a:gd name="connsiteX695" fmla="*/ 862725 w 891021"/>
                  <a:gd name="connsiteY695" fmla="*/ 360745 h 389543"/>
                  <a:gd name="connsiteX696" fmla="*/ 862369 w 891021"/>
                  <a:gd name="connsiteY696" fmla="*/ 360928 h 389543"/>
                  <a:gd name="connsiteX697" fmla="*/ 35292 w 891021"/>
                  <a:gd name="connsiteY697" fmla="*/ 355208 h 389543"/>
                  <a:gd name="connsiteX698" fmla="*/ 34973 w 891021"/>
                  <a:gd name="connsiteY698" fmla="*/ 355073 h 389543"/>
                  <a:gd name="connsiteX699" fmla="*/ 33209 w 891021"/>
                  <a:gd name="connsiteY699" fmla="*/ 353125 h 389543"/>
                  <a:gd name="connsiteX700" fmla="*/ 33246 w 891021"/>
                  <a:gd name="connsiteY700" fmla="*/ 352513 h 389543"/>
                  <a:gd name="connsiteX701" fmla="*/ 33858 w 891021"/>
                  <a:gd name="connsiteY701" fmla="*/ 352549 h 389543"/>
                  <a:gd name="connsiteX702" fmla="*/ 35610 w 891021"/>
                  <a:gd name="connsiteY702" fmla="*/ 354485 h 389543"/>
                  <a:gd name="connsiteX703" fmla="*/ 35585 w 891021"/>
                  <a:gd name="connsiteY703" fmla="*/ 355097 h 389543"/>
                  <a:gd name="connsiteX704" fmla="*/ 35292 w 891021"/>
                  <a:gd name="connsiteY704" fmla="*/ 355220 h 389543"/>
                  <a:gd name="connsiteX705" fmla="*/ 867000 w 891021"/>
                  <a:gd name="connsiteY705" fmla="*/ 353529 h 389543"/>
                  <a:gd name="connsiteX706" fmla="*/ 866792 w 891021"/>
                  <a:gd name="connsiteY706" fmla="*/ 353480 h 389543"/>
                  <a:gd name="connsiteX707" fmla="*/ 866608 w 891021"/>
                  <a:gd name="connsiteY707" fmla="*/ 352892 h 389543"/>
                  <a:gd name="connsiteX708" fmla="*/ 867796 w 891021"/>
                  <a:gd name="connsiteY708" fmla="*/ 350577 h 389543"/>
                  <a:gd name="connsiteX709" fmla="*/ 868384 w 891021"/>
                  <a:gd name="connsiteY709" fmla="*/ 350381 h 389543"/>
                  <a:gd name="connsiteX710" fmla="*/ 868580 w 891021"/>
                  <a:gd name="connsiteY710" fmla="*/ 350969 h 389543"/>
                  <a:gd name="connsiteX711" fmla="*/ 867380 w 891021"/>
                  <a:gd name="connsiteY711" fmla="*/ 353309 h 389543"/>
                  <a:gd name="connsiteX712" fmla="*/ 867000 w 891021"/>
                  <a:gd name="connsiteY712" fmla="*/ 353542 h 389543"/>
                  <a:gd name="connsiteX713" fmla="*/ 29632 w 891021"/>
                  <a:gd name="connsiteY713" fmla="*/ 348544 h 389543"/>
                  <a:gd name="connsiteX714" fmla="*/ 29289 w 891021"/>
                  <a:gd name="connsiteY714" fmla="*/ 348372 h 389543"/>
                  <a:gd name="connsiteX715" fmla="*/ 27709 w 891021"/>
                  <a:gd name="connsiteY715" fmla="*/ 346265 h 389543"/>
                  <a:gd name="connsiteX716" fmla="*/ 27807 w 891021"/>
                  <a:gd name="connsiteY716" fmla="*/ 345653 h 389543"/>
                  <a:gd name="connsiteX717" fmla="*/ 28419 w 891021"/>
                  <a:gd name="connsiteY717" fmla="*/ 345751 h 389543"/>
                  <a:gd name="connsiteX718" fmla="*/ 29987 w 891021"/>
                  <a:gd name="connsiteY718" fmla="*/ 347833 h 389543"/>
                  <a:gd name="connsiteX719" fmla="*/ 29914 w 891021"/>
                  <a:gd name="connsiteY719" fmla="*/ 348446 h 389543"/>
                  <a:gd name="connsiteX720" fmla="*/ 29644 w 891021"/>
                  <a:gd name="connsiteY720" fmla="*/ 348532 h 389543"/>
                  <a:gd name="connsiteX721" fmla="*/ 870614 w 891021"/>
                  <a:gd name="connsiteY721" fmla="*/ 345592 h 389543"/>
                  <a:gd name="connsiteX722" fmla="*/ 870454 w 891021"/>
                  <a:gd name="connsiteY722" fmla="*/ 345567 h 389543"/>
                  <a:gd name="connsiteX723" fmla="*/ 870197 w 891021"/>
                  <a:gd name="connsiteY723" fmla="*/ 345004 h 389543"/>
                  <a:gd name="connsiteX724" fmla="*/ 871079 w 891021"/>
                  <a:gd name="connsiteY724" fmla="*/ 342554 h 389543"/>
                  <a:gd name="connsiteX725" fmla="*/ 871630 w 891021"/>
                  <a:gd name="connsiteY725" fmla="*/ 342284 h 389543"/>
                  <a:gd name="connsiteX726" fmla="*/ 871900 w 891021"/>
                  <a:gd name="connsiteY726" fmla="*/ 342835 h 389543"/>
                  <a:gd name="connsiteX727" fmla="*/ 871006 w 891021"/>
                  <a:gd name="connsiteY727" fmla="*/ 345322 h 389543"/>
                  <a:gd name="connsiteX728" fmla="*/ 870601 w 891021"/>
                  <a:gd name="connsiteY728" fmla="*/ 345604 h 389543"/>
                  <a:gd name="connsiteX729" fmla="*/ 24597 w 891021"/>
                  <a:gd name="connsiteY729" fmla="*/ 341402 h 389543"/>
                  <a:gd name="connsiteX730" fmla="*/ 24230 w 891021"/>
                  <a:gd name="connsiteY730" fmla="*/ 341194 h 389543"/>
                  <a:gd name="connsiteX731" fmla="*/ 22846 w 891021"/>
                  <a:gd name="connsiteY731" fmla="*/ 338952 h 389543"/>
                  <a:gd name="connsiteX732" fmla="*/ 22993 w 891021"/>
                  <a:gd name="connsiteY732" fmla="*/ 338352 h 389543"/>
                  <a:gd name="connsiteX733" fmla="*/ 23593 w 891021"/>
                  <a:gd name="connsiteY733" fmla="*/ 338499 h 389543"/>
                  <a:gd name="connsiteX734" fmla="*/ 24965 w 891021"/>
                  <a:gd name="connsiteY734" fmla="*/ 340716 h 389543"/>
                  <a:gd name="connsiteX735" fmla="*/ 24830 w 891021"/>
                  <a:gd name="connsiteY735" fmla="*/ 341316 h 389543"/>
                  <a:gd name="connsiteX736" fmla="*/ 24597 w 891021"/>
                  <a:gd name="connsiteY736" fmla="*/ 341390 h 389543"/>
                  <a:gd name="connsiteX737" fmla="*/ 873186 w 891021"/>
                  <a:gd name="connsiteY737" fmla="*/ 337250 h 389543"/>
                  <a:gd name="connsiteX738" fmla="*/ 873088 w 891021"/>
                  <a:gd name="connsiteY738" fmla="*/ 337250 h 389543"/>
                  <a:gd name="connsiteX739" fmla="*/ 872770 w 891021"/>
                  <a:gd name="connsiteY739" fmla="*/ 336723 h 389543"/>
                  <a:gd name="connsiteX740" fmla="*/ 873333 w 891021"/>
                  <a:gd name="connsiteY740" fmla="*/ 334175 h 389543"/>
                  <a:gd name="connsiteX741" fmla="*/ 873847 w 891021"/>
                  <a:gd name="connsiteY741" fmla="*/ 333832 h 389543"/>
                  <a:gd name="connsiteX742" fmla="*/ 874191 w 891021"/>
                  <a:gd name="connsiteY742" fmla="*/ 334346 h 389543"/>
                  <a:gd name="connsiteX743" fmla="*/ 873627 w 891021"/>
                  <a:gd name="connsiteY743" fmla="*/ 336919 h 389543"/>
                  <a:gd name="connsiteX744" fmla="*/ 873198 w 891021"/>
                  <a:gd name="connsiteY744" fmla="*/ 337250 h 389543"/>
                  <a:gd name="connsiteX745" fmla="*/ 20249 w 891021"/>
                  <a:gd name="connsiteY745" fmla="*/ 333807 h 389543"/>
                  <a:gd name="connsiteX746" fmla="*/ 19857 w 891021"/>
                  <a:gd name="connsiteY746" fmla="*/ 333575 h 389543"/>
                  <a:gd name="connsiteX747" fmla="*/ 18681 w 891021"/>
                  <a:gd name="connsiteY747" fmla="*/ 331210 h 389543"/>
                  <a:gd name="connsiteX748" fmla="*/ 18889 w 891021"/>
                  <a:gd name="connsiteY748" fmla="*/ 330622 h 389543"/>
                  <a:gd name="connsiteX749" fmla="*/ 19477 w 891021"/>
                  <a:gd name="connsiteY749" fmla="*/ 330831 h 389543"/>
                  <a:gd name="connsiteX750" fmla="*/ 20641 w 891021"/>
                  <a:gd name="connsiteY750" fmla="*/ 333170 h 389543"/>
                  <a:gd name="connsiteX751" fmla="*/ 20457 w 891021"/>
                  <a:gd name="connsiteY751" fmla="*/ 333758 h 389543"/>
                  <a:gd name="connsiteX752" fmla="*/ 20261 w 891021"/>
                  <a:gd name="connsiteY752" fmla="*/ 333807 h 389543"/>
                  <a:gd name="connsiteX753" fmla="*/ 874729 w 891021"/>
                  <a:gd name="connsiteY753" fmla="*/ 328650 h 389543"/>
                  <a:gd name="connsiteX754" fmla="*/ 874668 w 891021"/>
                  <a:gd name="connsiteY754" fmla="*/ 328650 h 389543"/>
                  <a:gd name="connsiteX755" fmla="*/ 874301 w 891021"/>
                  <a:gd name="connsiteY755" fmla="*/ 328160 h 389543"/>
                  <a:gd name="connsiteX756" fmla="*/ 874681 w 891021"/>
                  <a:gd name="connsiteY756" fmla="*/ 325563 h 389543"/>
                  <a:gd name="connsiteX757" fmla="*/ 875170 w 891021"/>
                  <a:gd name="connsiteY757" fmla="*/ 325196 h 389543"/>
                  <a:gd name="connsiteX758" fmla="*/ 875538 w 891021"/>
                  <a:gd name="connsiteY758" fmla="*/ 325686 h 389543"/>
                  <a:gd name="connsiteX759" fmla="*/ 875158 w 891021"/>
                  <a:gd name="connsiteY759" fmla="*/ 328283 h 389543"/>
                  <a:gd name="connsiteX760" fmla="*/ 874729 w 891021"/>
                  <a:gd name="connsiteY760" fmla="*/ 328662 h 389543"/>
                  <a:gd name="connsiteX761" fmla="*/ 16623 w 891021"/>
                  <a:gd name="connsiteY761" fmla="*/ 325857 h 389543"/>
                  <a:gd name="connsiteX762" fmla="*/ 16219 w 891021"/>
                  <a:gd name="connsiteY762" fmla="*/ 325588 h 389543"/>
                  <a:gd name="connsiteX763" fmla="*/ 15263 w 891021"/>
                  <a:gd name="connsiteY763" fmla="*/ 323126 h 389543"/>
                  <a:gd name="connsiteX764" fmla="*/ 15520 w 891021"/>
                  <a:gd name="connsiteY764" fmla="*/ 322562 h 389543"/>
                  <a:gd name="connsiteX765" fmla="*/ 16084 w 891021"/>
                  <a:gd name="connsiteY765" fmla="*/ 322819 h 389543"/>
                  <a:gd name="connsiteX766" fmla="*/ 17027 w 891021"/>
                  <a:gd name="connsiteY766" fmla="*/ 325257 h 389543"/>
                  <a:gd name="connsiteX767" fmla="*/ 16782 w 891021"/>
                  <a:gd name="connsiteY767" fmla="*/ 325821 h 389543"/>
                  <a:gd name="connsiteX768" fmla="*/ 16623 w 891021"/>
                  <a:gd name="connsiteY768" fmla="*/ 325857 h 389543"/>
                  <a:gd name="connsiteX769" fmla="*/ 875979 w 891021"/>
                  <a:gd name="connsiteY769" fmla="*/ 320002 h 389543"/>
                  <a:gd name="connsiteX770" fmla="*/ 875918 w 891021"/>
                  <a:gd name="connsiteY770" fmla="*/ 320002 h 389543"/>
                  <a:gd name="connsiteX771" fmla="*/ 875550 w 891021"/>
                  <a:gd name="connsiteY771" fmla="*/ 319512 h 389543"/>
                  <a:gd name="connsiteX772" fmla="*/ 875918 w 891021"/>
                  <a:gd name="connsiteY772" fmla="*/ 316915 h 389543"/>
                  <a:gd name="connsiteX773" fmla="*/ 876408 w 891021"/>
                  <a:gd name="connsiteY773" fmla="*/ 316547 h 389543"/>
                  <a:gd name="connsiteX774" fmla="*/ 876775 w 891021"/>
                  <a:gd name="connsiteY774" fmla="*/ 317037 h 389543"/>
                  <a:gd name="connsiteX775" fmla="*/ 876408 w 891021"/>
                  <a:gd name="connsiteY775" fmla="*/ 319634 h 389543"/>
                  <a:gd name="connsiteX776" fmla="*/ 875979 w 891021"/>
                  <a:gd name="connsiteY776" fmla="*/ 320014 h 389543"/>
                  <a:gd name="connsiteX777" fmla="*/ 13744 w 891021"/>
                  <a:gd name="connsiteY777" fmla="*/ 317601 h 389543"/>
                  <a:gd name="connsiteX778" fmla="*/ 13328 w 891021"/>
                  <a:gd name="connsiteY778" fmla="*/ 317295 h 389543"/>
                  <a:gd name="connsiteX779" fmla="*/ 12617 w 891021"/>
                  <a:gd name="connsiteY779" fmla="*/ 314759 h 389543"/>
                  <a:gd name="connsiteX780" fmla="*/ 12923 w 891021"/>
                  <a:gd name="connsiteY780" fmla="*/ 314220 h 389543"/>
                  <a:gd name="connsiteX781" fmla="*/ 13462 w 891021"/>
                  <a:gd name="connsiteY781" fmla="*/ 314526 h 389543"/>
                  <a:gd name="connsiteX782" fmla="*/ 14173 w 891021"/>
                  <a:gd name="connsiteY782" fmla="*/ 317037 h 389543"/>
                  <a:gd name="connsiteX783" fmla="*/ 13879 w 891021"/>
                  <a:gd name="connsiteY783" fmla="*/ 317576 h 389543"/>
                  <a:gd name="connsiteX784" fmla="*/ 13756 w 891021"/>
                  <a:gd name="connsiteY784" fmla="*/ 317589 h 389543"/>
                  <a:gd name="connsiteX785" fmla="*/ 877167 w 891021"/>
                  <a:gd name="connsiteY785" fmla="*/ 311341 h 389543"/>
                  <a:gd name="connsiteX786" fmla="*/ 877106 w 891021"/>
                  <a:gd name="connsiteY786" fmla="*/ 311341 h 389543"/>
                  <a:gd name="connsiteX787" fmla="*/ 876726 w 891021"/>
                  <a:gd name="connsiteY787" fmla="*/ 310851 h 389543"/>
                  <a:gd name="connsiteX788" fmla="*/ 877069 w 891021"/>
                  <a:gd name="connsiteY788" fmla="*/ 308254 h 389543"/>
                  <a:gd name="connsiteX789" fmla="*/ 877559 w 891021"/>
                  <a:gd name="connsiteY789" fmla="*/ 307875 h 389543"/>
                  <a:gd name="connsiteX790" fmla="*/ 877939 w 891021"/>
                  <a:gd name="connsiteY790" fmla="*/ 308365 h 389543"/>
                  <a:gd name="connsiteX791" fmla="*/ 877596 w 891021"/>
                  <a:gd name="connsiteY791" fmla="*/ 310962 h 389543"/>
                  <a:gd name="connsiteX792" fmla="*/ 877167 w 891021"/>
                  <a:gd name="connsiteY792" fmla="*/ 311341 h 389543"/>
                  <a:gd name="connsiteX793" fmla="*/ 11650 w 891021"/>
                  <a:gd name="connsiteY793" fmla="*/ 309124 h 389543"/>
                  <a:gd name="connsiteX794" fmla="*/ 11221 w 891021"/>
                  <a:gd name="connsiteY794" fmla="*/ 308769 h 389543"/>
                  <a:gd name="connsiteX795" fmla="*/ 10743 w 891021"/>
                  <a:gd name="connsiteY795" fmla="*/ 306184 h 389543"/>
                  <a:gd name="connsiteX796" fmla="*/ 11098 w 891021"/>
                  <a:gd name="connsiteY796" fmla="*/ 305682 h 389543"/>
                  <a:gd name="connsiteX797" fmla="*/ 11600 w 891021"/>
                  <a:gd name="connsiteY797" fmla="*/ 306037 h 389543"/>
                  <a:gd name="connsiteX798" fmla="*/ 12078 w 891021"/>
                  <a:gd name="connsiteY798" fmla="*/ 308610 h 389543"/>
                  <a:gd name="connsiteX799" fmla="*/ 11735 w 891021"/>
                  <a:gd name="connsiteY799" fmla="*/ 309124 h 389543"/>
                  <a:gd name="connsiteX800" fmla="*/ 11650 w 891021"/>
                  <a:gd name="connsiteY800" fmla="*/ 309124 h 389543"/>
                  <a:gd name="connsiteX801" fmla="*/ 878306 w 891021"/>
                  <a:gd name="connsiteY801" fmla="*/ 302681 h 389543"/>
                  <a:gd name="connsiteX802" fmla="*/ 878245 w 891021"/>
                  <a:gd name="connsiteY802" fmla="*/ 302681 h 389543"/>
                  <a:gd name="connsiteX803" fmla="*/ 877865 w 891021"/>
                  <a:gd name="connsiteY803" fmla="*/ 302191 h 389543"/>
                  <a:gd name="connsiteX804" fmla="*/ 878196 w 891021"/>
                  <a:gd name="connsiteY804" fmla="*/ 299594 h 389543"/>
                  <a:gd name="connsiteX805" fmla="*/ 878686 w 891021"/>
                  <a:gd name="connsiteY805" fmla="*/ 299214 h 389543"/>
                  <a:gd name="connsiteX806" fmla="*/ 879066 w 891021"/>
                  <a:gd name="connsiteY806" fmla="*/ 299704 h 389543"/>
                  <a:gd name="connsiteX807" fmla="*/ 878735 w 891021"/>
                  <a:gd name="connsiteY807" fmla="*/ 302301 h 389543"/>
                  <a:gd name="connsiteX808" fmla="*/ 878306 w 891021"/>
                  <a:gd name="connsiteY808" fmla="*/ 302681 h 389543"/>
                  <a:gd name="connsiteX809" fmla="*/ 10351 w 891021"/>
                  <a:gd name="connsiteY809" fmla="*/ 300488 h 389543"/>
                  <a:gd name="connsiteX810" fmla="*/ 9922 w 891021"/>
                  <a:gd name="connsiteY810" fmla="*/ 300096 h 389543"/>
                  <a:gd name="connsiteX811" fmla="*/ 9690 w 891021"/>
                  <a:gd name="connsiteY811" fmla="*/ 297475 h 389543"/>
                  <a:gd name="connsiteX812" fmla="*/ 10094 w 891021"/>
                  <a:gd name="connsiteY812" fmla="*/ 297009 h 389543"/>
                  <a:gd name="connsiteX813" fmla="*/ 10559 w 891021"/>
                  <a:gd name="connsiteY813" fmla="*/ 297413 h 389543"/>
                  <a:gd name="connsiteX814" fmla="*/ 10792 w 891021"/>
                  <a:gd name="connsiteY814" fmla="*/ 300010 h 389543"/>
                  <a:gd name="connsiteX815" fmla="*/ 10400 w 891021"/>
                  <a:gd name="connsiteY815" fmla="*/ 300488 h 389543"/>
                  <a:gd name="connsiteX816" fmla="*/ 10351 w 891021"/>
                  <a:gd name="connsiteY816" fmla="*/ 300488 h 389543"/>
                  <a:gd name="connsiteX817" fmla="*/ 879409 w 891021"/>
                  <a:gd name="connsiteY817" fmla="*/ 294008 h 389543"/>
                  <a:gd name="connsiteX818" fmla="*/ 879360 w 891021"/>
                  <a:gd name="connsiteY818" fmla="*/ 294008 h 389543"/>
                  <a:gd name="connsiteX819" fmla="*/ 878980 w 891021"/>
                  <a:gd name="connsiteY819" fmla="*/ 293518 h 389543"/>
                  <a:gd name="connsiteX820" fmla="*/ 879299 w 891021"/>
                  <a:gd name="connsiteY820" fmla="*/ 290921 h 389543"/>
                  <a:gd name="connsiteX821" fmla="*/ 879789 w 891021"/>
                  <a:gd name="connsiteY821" fmla="*/ 290541 h 389543"/>
                  <a:gd name="connsiteX822" fmla="*/ 880168 w 891021"/>
                  <a:gd name="connsiteY822" fmla="*/ 291031 h 389543"/>
                  <a:gd name="connsiteX823" fmla="*/ 879850 w 891021"/>
                  <a:gd name="connsiteY823" fmla="*/ 293640 h 389543"/>
                  <a:gd name="connsiteX824" fmla="*/ 879421 w 891021"/>
                  <a:gd name="connsiteY824" fmla="*/ 294020 h 389543"/>
                  <a:gd name="connsiteX825" fmla="*/ 9824 w 891021"/>
                  <a:gd name="connsiteY825" fmla="*/ 291766 h 389543"/>
                  <a:gd name="connsiteX826" fmla="*/ 9383 w 891021"/>
                  <a:gd name="connsiteY826" fmla="*/ 291337 h 389543"/>
                  <a:gd name="connsiteX827" fmla="*/ 9298 w 891021"/>
                  <a:gd name="connsiteY827" fmla="*/ 288716 h 389543"/>
                  <a:gd name="connsiteX828" fmla="*/ 9726 w 891021"/>
                  <a:gd name="connsiteY828" fmla="*/ 288263 h 389543"/>
                  <a:gd name="connsiteX829" fmla="*/ 10180 w 891021"/>
                  <a:gd name="connsiteY829" fmla="*/ 288692 h 389543"/>
                  <a:gd name="connsiteX830" fmla="*/ 10265 w 891021"/>
                  <a:gd name="connsiteY830" fmla="*/ 291313 h 389543"/>
                  <a:gd name="connsiteX831" fmla="*/ 9837 w 891021"/>
                  <a:gd name="connsiteY831" fmla="*/ 291766 h 389543"/>
                  <a:gd name="connsiteX832" fmla="*/ 9824 w 891021"/>
                  <a:gd name="connsiteY832" fmla="*/ 291766 h 389543"/>
                  <a:gd name="connsiteX833" fmla="*/ 880450 w 891021"/>
                  <a:gd name="connsiteY833" fmla="*/ 285323 h 389543"/>
                  <a:gd name="connsiteX834" fmla="*/ 880401 w 891021"/>
                  <a:gd name="connsiteY834" fmla="*/ 285323 h 389543"/>
                  <a:gd name="connsiteX835" fmla="*/ 880021 w 891021"/>
                  <a:gd name="connsiteY835" fmla="*/ 284833 h 389543"/>
                  <a:gd name="connsiteX836" fmla="*/ 880328 w 891021"/>
                  <a:gd name="connsiteY836" fmla="*/ 282224 h 389543"/>
                  <a:gd name="connsiteX837" fmla="*/ 880818 w 891021"/>
                  <a:gd name="connsiteY837" fmla="*/ 281844 h 389543"/>
                  <a:gd name="connsiteX838" fmla="*/ 881197 w 891021"/>
                  <a:gd name="connsiteY838" fmla="*/ 282334 h 389543"/>
                  <a:gd name="connsiteX839" fmla="*/ 880891 w 891021"/>
                  <a:gd name="connsiteY839" fmla="*/ 284943 h 389543"/>
                  <a:gd name="connsiteX840" fmla="*/ 880462 w 891021"/>
                  <a:gd name="connsiteY840" fmla="*/ 285323 h 389543"/>
                  <a:gd name="connsiteX841" fmla="*/ 9543 w 891021"/>
                  <a:gd name="connsiteY841" fmla="*/ 283032 h 389543"/>
                  <a:gd name="connsiteX842" fmla="*/ 9102 w 891021"/>
                  <a:gd name="connsiteY842" fmla="*/ 282603 h 389543"/>
                  <a:gd name="connsiteX843" fmla="*/ 9016 w 891021"/>
                  <a:gd name="connsiteY843" fmla="*/ 279982 h 389543"/>
                  <a:gd name="connsiteX844" fmla="*/ 9432 w 891021"/>
                  <a:gd name="connsiteY844" fmla="*/ 279529 h 389543"/>
                  <a:gd name="connsiteX845" fmla="*/ 9886 w 891021"/>
                  <a:gd name="connsiteY845" fmla="*/ 279958 h 389543"/>
                  <a:gd name="connsiteX846" fmla="*/ 9971 w 891021"/>
                  <a:gd name="connsiteY846" fmla="*/ 282579 h 389543"/>
                  <a:gd name="connsiteX847" fmla="*/ 9555 w 891021"/>
                  <a:gd name="connsiteY847" fmla="*/ 283032 h 389543"/>
                  <a:gd name="connsiteX848" fmla="*/ 9543 w 891021"/>
                  <a:gd name="connsiteY848" fmla="*/ 283032 h 389543"/>
                  <a:gd name="connsiteX849" fmla="*/ 881455 w 891021"/>
                  <a:gd name="connsiteY849" fmla="*/ 276638 h 389543"/>
                  <a:gd name="connsiteX850" fmla="*/ 881406 w 891021"/>
                  <a:gd name="connsiteY850" fmla="*/ 276638 h 389543"/>
                  <a:gd name="connsiteX851" fmla="*/ 881026 w 891021"/>
                  <a:gd name="connsiteY851" fmla="*/ 276160 h 389543"/>
                  <a:gd name="connsiteX852" fmla="*/ 881320 w 891021"/>
                  <a:gd name="connsiteY852" fmla="*/ 273551 h 389543"/>
                  <a:gd name="connsiteX853" fmla="*/ 881798 w 891021"/>
                  <a:gd name="connsiteY853" fmla="*/ 273159 h 389543"/>
                  <a:gd name="connsiteX854" fmla="*/ 882190 w 891021"/>
                  <a:gd name="connsiteY854" fmla="*/ 273637 h 389543"/>
                  <a:gd name="connsiteX855" fmla="*/ 881896 w 891021"/>
                  <a:gd name="connsiteY855" fmla="*/ 276246 h 389543"/>
                  <a:gd name="connsiteX856" fmla="*/ 881467 w 891021"/>
                  <a:gd name="connsiteY856" fmla="*/ 276638 h 389543"/>
                  <a:gd name="connsiteX857" fmla="*/ 9261 w 891021"/>
                  <a:gd name="connsiteY857" fmla="*/ 274298 h 389543"/>
                  <a:gd name="connsiteX858" fmla="*/ 8820 w 891021"/>
                  <a:gd name="connsiteY858" fmla="*/ 273869 h 389543"/>
                  <a:gd name="connsiteX859" fmla="*/ 8734 w 891021"/>
                  <a:gd name="connsiteY859" fmla="*/ 271248 h 389543"/>
                  <a:gd name="connsiteX860" fmla="*/ 9151 w 891021"/>
                  <a:gd name="connsiteY860" fmla="*/ 270795 h 389543"/>
                  <a:gd name="connsiteX861" fmla="*/ 9604 w 891021"/>
                  <a:gd name="connsiteY861" fmla="*/ 271223 h 389543"/>
                  <a:gd name="connsiteX862" fmla="*/ 9690 w 891021"/>
                  <a:gd name="connsiteY862" fmla="*/ 273845 h 389543"/>
                  <a:gd name="connsiteX863" fmla="*/ 9273 w 891021"/>
                  <a:gd name="connsiteY863" fmla="*/ 274298 h 389543"/>
                  <a:gd name="connsiteX864" fmla="*/ 9261 w 891021"/>
                  <a:gd name="connsiteY864" fmla="*/ 274298 h 389543"/>
                  <a:gd name="connsiteX865" fmla="*/ 882398 w 891021"/>
                  <a:gd name="connsiteY865" fmla="*/ 267953 h 389543"/>
                  <a:gd name="connsiteX866" fmla="*/ 882349 w 891021"/>
                  <a:gd name="connsiteY866" fmla="*/ 267953 h 389543"/>
                  <a:gd name="connsiteX867" fmla="*/ 881957 w 891021"/>
                  <a:gd name="connsiteY867" fmla="*/ 267475 h 389543"/>
                  <a:gd name="connsiteX868" fmla="*/ 882239 w 891021"/>
                  <a:gd name="connsiteY868" fmla="*/ 264866 h 389543"/>
                  <a:gd name="connsiteX869" fmla="*/ 882716 w 891021"/>
                  <a:gd name="connsiteY869" fmla="*/ 264474 h 389543"/>
                  <a:gd name="connsiteX870" fmla="*/ 883108 w 891021"/>
                  <a:gd name="connsiteY870" fmla="*/ 264952 h 389543"/>
                  <a:gd name="connsiteX871" fmla="*/ 882826 w 891021"/>
                  <a:gd name="connsiteY871" fmla="*/ 267561 h 389543"/>
                  <a:gd name="connsiteX872" fmla="*/ 882398 w 891021"/>
                  <a:gd name="connsiteY872" fmla="*/ 267953 h 389543"/>
                  <a:gd name="connsiteX873" fmla="*/ 8979 w 891021"/>
                  <a:gd name="connsiteY873" fmla="*/ 265564 h 389543"/>
                  <a:gd name="connsiteX874" fmla="*/ 8538 w 891021"/>
                  <a:gd name="connsiteY874" fmla="*/ 265148 h 389543"/>
                  <a:gd name="connsiteX875" fmla="*/ 8452 w 891021"/>
                  <a:gd name="connsiteY875" fmla="*/ 262526 h 389543"/>
                  <a:gd name="connsiteX876" fmla="*/ 8881 w 891021"/>
                  <a:gd name="connsiteY876" fmla="*/ 262073 h 389543"/>
                  <a:gd name="connsiteX877" fmla="*/ 9334 w 891021"/>
                  <a:gd name="connsiteY877" fmla="*/ 262502 h 389543"/>
                  <a:gd name="connsiteX878" fmla="*/ 9420 w 891021"/>
                  <a:gd name="connsiteY878" fmla="*/ 265123 h 389543"/>
                  <a:gd name="connsiteX879" fmla="*/ 8991 w 891021"/>
                  <a:gd name="connsiteY879" fmla="*/ 265576 h 389543"/>
                  <a:gd name="connsiteX880" fmla="*/ 8979 w 891021"/>
                  <a:gd name="connsiteY880" fmla="*/ 265576 h 389543"/>
                  <a:gd name="connsiteX881" fmla="*/ 883304 w 891021"/>
                  <a:gd name="connsiteY881" fmla="*/ 259255 h 389543"/>
                  <a:gd name="connsiteX882" fmla="*/ 883255 w 891021"/>
                  <a:gd name="connsiteY882" fmla="*/ 259255 h 389543"/>
                  <a:gd name="connsiteX883" fmla="*/ 882863 w 891021"/>
                  <a:gd name="connsiteY883" fmla="*/ 258778 h 389543"/>
                  <a:gd name="connsiteX884" fmla="*/ 883120 w 891021"/>
                  <a:gd name="connsiteY884" fmla="*/ 256169 h 389543"/>
                  <a:gd name="connsiteX885" fmla="*/ 883598 w 891021"/>
                  <a:gd name="connsiteY885" fmla="*/ 255777 h 389543"/>
                  <a:gd name="connsiteX886" fmla="*/ 883990 w 891021"/>
                  <a:gd name="connsiteY886" fmla="*/ 256254 h 389543"/>
                  <a:gd name="connsiteX887" fmla="*/ 883733 w 891021"/>
                  <a:gd name="connsiteY887" fmla="*/ 258863 h 389543"/>
                  <a:gd name="connsiteX888" fmla="*/ 883304 w 891021"/>
                  <a:gd name="connsiteY888" fmla="*/ 259255 h 389543"/>
                  <a:gd name="connsiteX889" fmla="*/ 8697 w 891021"/>
                  <a:gd name="connsiteY889" fmla="*/ 256830 h 389543"/>
                  <a:gd name="connsiteX890" fmla="*/ 8256 w 891021"/>
                  <a:gd name="connsiteY890" fmla="*/ 256401 h 389543"/>
                  <a:gd name="connsiteX891" fmla="*/ 8171 w 891021"/>
                  <a:gd name="connsiteY891" fmla="*/ 253780 h 389543"/>
                  <a:gd name="connsiteX892" fmla="*/ 8599 w 891021"/>
                  <a:gd name="connsiteY892" fmla="*/ 253327 h 389543"/>
                  <a:gd name="connsiteX893" fmla="*/ 9053 w 891021"/>
                  <a:gd name="connsiteY893" fmla="*/ 253755 h 389543"/>
                  <a:gd name="connsiteX894" fmla="*/ 9138 w 891021"/>
                  <a:gd name="connsiteY894" fmla="*/ 256377 h 389543"/>
                  <a:gd name="connsiteX895" fmla="*/ 8722 w 891021"/>
                  <a:gd name="connsiteY895" fmla="*/ 256830 h 389543"/>
                  <a:gd name="connsiteX896" fmla="*/ 8710 w 891021"/>
                  <a:gd name="connsiteY896" fmla="*/ 256830 h 389543"/>
                  <a:gd name="connsiteX897" fmla="*/ 884162 w 891021"/>
                  <a:gd name="connsiteY897" fmla="*/ 250558 h 389543"/>
                  <a:gd name="connsiteX898" fmla="*/ 884125 w 891021"/>
                  <a:gd name="connsiteY898" fmla="*/ 250558 h 389543"/>
                  <a:gd name="connsiteX899" fmla="*/ 883733 w 891021"/>
                  <a:gd name="connsiteY899" fmla="*/ 250080 h 389543"/>
                  <a:gd name="connsiteX900" fmla="*/ 883978 w 891021"/>
                  <a:gd name="connsiteY900" fmla="*/ 247471 h 389543"/>
                  <a:gd name="connsiteX901" fmla="*/ 884456 w 891021"/>
                  <a:gd name="connsiteY901" fmla="*/ 247079 h 389543"/>
                  <a:gd name="connsiteX902" fmla="*/ 884848 w 891021"/>
                  <a:gd name="connsiteY902" fmla="*/ 247557 h 389543"/>
                  <a:gd name="connsiteX903" fmla="*/ 884603 w 891021"/>
                  <a:gd name="connsiteY903" fmla="*/ 250166 h 389543"/>
                  <a:gd name="connsiteX904" fmla="*/ 884174 w 891021"/>
                  <a:gd name="connsiteY904" fmla="*/ 250558 h 389543"/>
                  <a:gd name="connsiteX905" fmla="*/ 8416 w 891021"/>
                  <a:gd name="connsiteY905" fmla="*/ 248096 h 389543"/>
                  <a:gd name="connsiteX906" fmla="*/ 7975 w 891021"/>
                  <a:gd name="connsiteY906" fmla="*/ 247667 h 389543"/>
                  <a:gd name="connsiteX907" fmla="*/ 7889 w 891021"/>
                  <a:gd name="connsiteY907" fmla="*/ 245046 h 389543"/>
                  <a:gd name="connsiteX908" fmla="*/ 8305 w 891021"/>
                  <a:gd name="connsiteY908" fmla="*/ 244593 h 389543"/>
                  <a:gd name="connsiteX909" fmla="*/ 8759 w 891021"/>
                  <a:gd name="connsiteY909" fmla="*/ 245021 h 389543"/>
                  <a:gd name="connsiteX910" fmla="*/ 8844 w 891021"/>
                  <a:gd name="connsiteY910" fmla="*/ 247643 h 389543"/>
                  <a:gd name="connsiteX911" fmla="*/ 8428 w 891021"/>
                  <a:gd name="connsiteY911" fmla="*/ 248096 h 389543"/>
                  <a:gd name="connsiteX912" fmla="*/ 8416 w 891021"/>
                  <a:gd name="connsiteY912" fmla="*/ 248096 h 389543"/>
                  <a:gd name="connsiteX913" fmla="*/ 884958 w 891021"/>
                  <a:gd name="connsiteY913" fmla="*/ 241861 h 389543"/>
                  <a:gd name="connsiteX914" fmla="*/ 884921 w 891021"/>
                  <a:gd name="connsiteY914" fmla="*/ 241861 h 389543"/>
                  <a:gd name="connsiteX915" fmla="*/ 884529 w 891021"/>
                  <a:gd name="connsiteY915" fmla="*/ 241383 h 389543"/>
                  <a:gd name="connsiteX916" fmla="*/ 884762 w 891021"/>
                  <a:gd name="connsiteY916" fmla="*/ 238774 h 389543"/>
                  <a:gd name="connsiteX917" fmla="*/ 885240 w 891021"/>
                  <a:gd name="connsiteY917" fmla="*/ 238382 h 389543"/>
                  <a:gd name="connsiteX918" fmla="*/ 885632 w 891021"/>
                  <a:gd name="connsiteY918" fmla="*/ 238860 h 389543"/>
                  <a:gd name="connsiteX919" fmla="*/ 885399 w 891021"/>
                  <a:gd name="connsiteY919" fmla="*/ 241469 h 389543"/>
                  <a:gd name="connsiteX920" fmla="*/ 884958 w 891021"/>
                  <a:gd name="connsiteY920" fmla="*/ 241861 h 389543"/>
                  <a:gd name="connsiteX921" fmla="*/ 8134 w 891021"/>
                  <a:gd name="connsiteY921" fmla="*/ 239362 h 389543"/>
                  <a:gd name="connsiteX922" fmla="*/ 7693 w 891021"/>
                  <a:gd name="connsiteY922" fmla="*/ 238933 h 389543"/>
                  <a:gd name="connsiteX923" fmla="*/ 7607 w 891021"/>
                  <a:gd name="connsiteY923" fmla="*/ 236312 h 389543"/>
                  <a:gd name="connsiteX924" fmla="*/ 8036 w 891021"/>
                  <a:gd name="connsiteY924" fmla="*/ 235858 h 389543"/>
                  <a:gd name="connsiteX925" fmla="*/ 8489 w 891021"/>
                  <a:gd name="connsiteY925" fmla="*/ 236287 h 389543"/>
                  <a:gd name="connsiteX926" fmla="*/ 8575 w 891021"/>
                  <a:gd name="connsiteY926" fmla="*/ 238909 h 389543"/>
                  <a:gd name="connsiteX927" fmla="*/ 8158 w 891021"/>
                  <a:gd name="connsiteY927" fmla="*/ 239362 h 389543"/>
                  <a:gd name="connsiteX928" fmla="*/ 8146 w 891021"/>
                  <a:gd name="connsiteY928" fmla="*/ 239362 h 389543"/>
                  <a:gd name="connsiteX929" fmla="*/ 885717 w 891021"/>
                  <a:gd name="connsiteY929" fmla="*/ 233151 h 389543"/>
                  <a:gd name="connsiteX930" fmla="*/ 885681 w 891021"/>
                  <a:gd name="connsiteY930" fmla="*/ 233151 h 389543"/>
                  <a:gd name="connsiteX931" fmla="*/ 885276 w 891021"/>
                  <a:gd name="connsiteY931" fmla="*/ 232674 h 389543"/>
                  <a:gd name="connsiteX932" fmla="*/ 885497 w 891021"/>
                  <a:gd name="connsiteY932" fmla="*/ 230064 h 389543"/>
                  <a:gd name="connsiteX933" fmla="*/ 885963 w 891021"/>
                  <a:gd name="connsiteY933" fmla="*/ 229660 h 389543"/>
                  <a:gd name="connsiteX934" fmla="*/ 886367 w 891021"/>
                  <a:gd name="connsiteY934" fmla="*/ 230126 h 389543"/>
                  <a:gd name="connsiteX935" fmla="*/ 886146 w 891021"/>
                  <a:gd name="connsiteY935" fmla="*/ 232735 h 389543"/>
                  <a:gd name="connsiteX936" fmla="*/ 885705 w 891021"/>
                  <a:gd name="connsiteY936" fmla="*/ 233139 h 389543"/>
                  <a:gd name="connsiteX937" fmla="*/ 7852 w 891021"/>
                  <a:gd name="connsiteY937" fmla="*/ 230628 h 389543"/>
                  <a:gd name="connsiteX938" fmla="*/ 7411 w 891021"/>
                  <a:gd name="connsiteY938" fmla="*/ 230199 h 389543"/>
                  <a:gd name="connsiteX939" fmla="*/ 7325 w 891021"/>
                  <a:gd name="connsiteY939" fmla="*/ 227578 h 389543"/>
                  <a:gd name="connsiteX940" fmla="*/ 7754 w 891021"/>
                  <a:gd name="connsiteY940" fmla="*/ 227124 h 389543"/>
                  <a:gd name="connsiteX941" fmla="*/ 8207 w 891021"/>
                  <a:gd name="connsiteY941" fmla="*/ 227553 h 389543"/>
                  <a:gd name="connsiteX942" fmla="*/ 8293 w 891021"/>
                  <a:gd name="connsiteY942" fmla="*/ 230175 h 389543"/>
                  <a:gd name="connsiteX943" fmla="*/ 7864 w 891021"/>
                  <a:gd name="connsiteY943" fmla="*/ 230628 h 389543"/>
                  <a:gd name="connsiteX944" fmla="*/ 7852 w 891021"/>
                  <a:gd name="connsiteY944" fmla="*/ 230628 h 389543"/>
                  <a:gd name="connsiteX945" fmla="*/ 886416 w 891021"/>
                  <a:gd name="connsiteY945" fmla="*/ 224442 h 389543"/>
                  <a:gd name="connsiteX946" fmla="*/ 886379 w 891021"/>
                  <a:gd name="connsiteY946" fmla="*/ 224442 h 389543"/>
                  <a:gd name="connsiteX947" fmla="*/ 885975 w 891021"/>
                  <a:gd name="connsiteY947" fmla="*/ 223976 h 389543"/>
                  <a:gd name="connsiteX948" fmla="*/ 886171 w 891021"/>
                  <a:gd name="connsiteY948" fmla="*/ 221367 h 389543"/>
                  <a:gd name="connsiteX949" fmla="*/ 886636 w 891021"/>
                  <a:gd name="connsiteY949" fmla="*/ 220963 h 389543"/>
                  <a:gd name="connsiteX950" fmla="*/ 887040 w 891021"/>
                  <a:gd name="connsiteY950" fmla="*/ 221428 h 389543"/>
                  <a:gd name="connsiteX951" fmla="*/ 886844 w 891021"/>
                  <a:gd name="connsiteY951" fmla="*/ 224037 h 389543"/>
                  <a:gd name="connsiteX952" fmla="*/ 886403 w 891021"/>
                  <a:gd name="connsiteY952" fmla="*/ 224442 h 389543"/>
                  <a:gd name="connsiteX953" fmla="*/ 7570 w 891021"/>
                  <a:gd name="connsiteY953" fmla="*/ 221894 h 389543"/>
                  <a:gd name="connsiteX954" fmla="*/ 7129 w 891021"/>
                  <a:gd name="connsiteY954" fmla="*/ 221465 h 389543"/>
                  <a:gd name="connsiteX955" fmla="*/ 7044 w 891021"/>
                  <a:gd name="connsiteY955" fmla="*/ 218844 h 389543"/>
                  <a:gd name="connsiteX956" fmla="*/ 7460 w 891021"/>
                  <a:gd name="connsiteY956" fmla="*/ 218390 h 389543"/>
                  <a:gd name="connsiteX957" fmla="*/ 7913 w 891021"/>
                  <a:gd name="connsiteY957" fmla="*/ 218819 h 389543"/>
                  <a:gd name="connsiteX958" fmla="*/ 7999 w 891021"/>
                  <a:gd name="connsiteY958" fmla="*/ 221440 h 389543"/>
                  <a:gd name="connsiteX959" fmla="*/ 7583 w 891021"/>
                  <a:gd name="connsiteY959" fmla="*/ 221894 h 389543"/>
                  <a:gd name="connsiteX960" fmla="*/ 7570 w 891021"/>
                  <a:gd name="connsiteY960" fmla="*/ 221894 h 389543"/>
                  <a:gd name="connsiteX961" fmla="*/ 887065 w 891021"/>
                  <a:gd name="connsiteY961" fmla="*/ 215720 h 389543"/>
                  <a:gd name="connsiteX962" fmla="*/ 887028 w 891021"/>
                  <a:gd name="connsiteY962" fmla="*/ 215720 h 389543"/>
                  <a:gd name="connsiteX963" fmla="*/ 886624 w 891021"/>
                  <a:gd name="connsiteY963" fmla="*/ 215254 h 389543"/>
                  <a:gd name="connsiteX964" fmla="*/ 886808 w 891021"/>
                  <a:gd name="connsiteY964" fmla="*/ 212645 h 389543"/>
                  <a:gd name="connsiteX965" fmla="*/ 887273 w 891021"/>
                  <a:gd name="connsiteY965" fmla="*/ 212241 h 389543"/>
                  <a:gd name="connsiteX966" fmla="*/ 887677 w 891021"/>
                  <a:gd name="connsiteY966" fmla="*/ 212706 h 389543"/>
                  <a:gd name="connsiteX967" fmla="*/ 887494 w 891021"/>
                  <a:gd name="connsiteY967" fmla="*/ 215328 h 389543"/>
                  <a:gd name="connsiteX968" fmla="*/ 887053 w 891021"/>
                  <a:gd name="connsiteY968" fmla="*/ 215732 h 389543"/>
                  <a:gd name="connsiteX969" fmla="*/ 7289 w 891021"/>
                  <a:gd name="connsiteY969" fmla="*/ 213160 h 389543"/>
                  <a:gd name="connsiteX970" fmla="*/ 6848 w 891021"/>
                  <a:gd name="connsiteY970" fmla="*/ 212743 h 389543"/>
                  <a:gd name="connsiteX971" fmla="*/ 6762 w 891021"/>
                  <a:gd name="connsiteY971" fmla="*/ 210122 h 389543"/>
                  <a:gd name="connsiteX972" fmla="*/ 7178 w 891021"/>
                  <a:gd name="connsiteY972" fmla="*/ 209668 h 389543"/>
                  <a:gd name="connsiteX973" fmla="*/ 7632 w 891021"/>
                  <a:gd name="connsiteY973" fmla="*/ 210097 h 389543"/>
                  <a:gd name="connsiteX974" fmla="*/ 7717 w 891021"/>
                  <a:gd name="connsiteY974" fmla="*/ 212719 h 389543"/>
                  <a:gd name="connsiteX975" fmla="*/ 7301 w 891021"/>
                  <a:gd name="connsiteY975" fmla="*/ 213172 h 389543"/>
                  <a:gd name="connsiteX976" fmla="*/ 7289 w 891021"/>
                  <a:gd name="connsiteY976" fmla="*/ 213172 h 389543"/>
                  <a:gd name="connsiteX977" fmla="*/ 887665 w 891021"/>
                  <a:gd name="connsiteY977" fmla="*/ 207010 h 389543"/>
                  <a:gd name="connsiteX978" fmla="*/ 887641 w 891021"/>
                  <a:gd name="connsiteY978" fmla="*/ 207010 h 389543"/>
                  <a:gd name="connsiteX979" fmla="*/ 887237 w 891021"/>
                  <a:gd name="connsiteY979" fmla="*/ 206545 h 389543"/>
                  <a:gd name="connsiteX980" fmla="*/ 887408 w 891021"/>
                  <a:gd name="connsiteY980" fmla="*/ 203923 h 389543"/>
                  <a:gd name="connsiteX981" fmla="*/ 887873 w 891021"/>
                  <a:gd name="connsiteY981" fmla="*/ 203519 h 389543"/>
                  <a:gd name="connsiteX982" fmla="*/ 888278 w 891021"/>
                  <a:gd name="connsiteY982" fmla="*/ 203985 h 389543"/>
                  <a:gd name="connsiteX983" fmla="*/ 888106 w 891021"/>
                  <a:gd name="connsiteY983" fmla="*/ 206606 h 389543"/>
                  <a:gd name="connsiteX984" fmla="*/ 887665 w 891021"/>
                  <a:gd name="connsiteY984" fmla="*/ 207010 h 389543"/>
                  <a:gd name="connsiteX985" fmla="*/ 7007 w 891021"/>
                  <a:gd name="connsiteY985" fmla="*/ 204426 h 389543"/>
                  <a:gd name="connsiteX986" fmla="*/ 6566 w 891021"/>
                  <a:gd name="connsiteY986" fmla="*/ 203997 h 389543"/>
                  <a:gd name="connsiteX987" fmla="*/ 6480 w 891021"/>
                  <a:gd name="connsiteY987" fmla="*/ 201375 h 389543"/>
                  <a:gd name="connsiteX988" fmla="*/ 6909 w 891021"/>
                  <a:gd name="connsiteY988" fmla="*/ 200922 h 389543"/>
                  <a:gd name="connsiteX989" fmla="*/ 7362 w 891021"/>
                  <a:gd name="connsiteY989" fmla="*/ 201339 h 389543"/>
                  <a:gd name="connsiteX990" fmla="*/ 7448 w 891021"/>
                  <a:gd name="connsiteY990" fmla="*/ 203960 h 389543"/>
                  <a:gd name="connsiteX991" fmla="*/ 7019 w 891021"/>
                  <a:gd name="connsiteY991" fmla="*/ 204413 h 389543"/>
                  <a:gd name="connsiteX992" fmla="*/ 7007 w 891021"/>
                  <a:gd name="connsiteY992" fmla="*/ 204413 h 389543"/>
                  <a:gd name="connsiteX993" fmla="*/ 888216 w 891021"/>
                  <a:gd name="connsiteY993" fmla="*/ 198276 h 389543"/>
                  <a:gd name="connsiteX994" fmla="*/ 888192 w 891021"/>
                  <a:gd name="connsiteY994" fmla="*/ 198276 h 389543"/>
                  <a:gd name="connsiteX995" fmla="*/ 887788 w 891021"/>
                  <a:gd name="connsiteY995" fmla="*/ 197811 h 389543"/>
                  <a:gd name="connsiteX996" fmla="*/ 887947 w 891021"/>
                  <a:gd name="connsiteY996" fmla="*/ 195189 h 389543"/>
                  <a:gd name="connsiteX997" fmla="*/ 888412 w 891021"/>
                  <a:gd name="connsiteY997" fmla="*/ 194773 h 389543"/>
                  <a:gd name="connsiteX998" fmla="*/ 888829 w 891021"/>
                  <a:gd name="connsiteY998" fmla="*/ 195238 h 389543"/>
                  <a:gd name="connsiteX999" fmla="*/ 888670 w 891021"/>
                  <a:gd name="connsiteY999" fmla="*/ 197860 h 389543"/>
                  <a:gd name="connsiteX1000" fmla="*/ 888229 w 891021"/>
                  <a:gd name="connsiteY1000" fmla="*/ 198276 h 389543"/>
                  <a:gd name="connsiteX1001" fmla="*/ 6725 w 891021"/>
                  <a:gd name="connsiteY1001" fmla="*/ 195679 h 389543"/>
                  <a:gd name="connsiteX1002" fmla="*/ 6284 w 891021"/>
                  <a:gd name="connsiteY1002" fmla="*/ 195251 h 389543"/>
                  <a:gd name="connsiteX1003" fmla="*/ 6198 w 891021"/>
                  <a:gd name="connsiteY1003" fmla="*/ 192629 h 389543"/>
                  <a:gd name="connsiteX1004" fmla="*/ 6615 w 891021"/>
                  <a:gd name="connsiteY1004" fmla="*/ 192176 h 389543"/>
                  <a:gd name="connsiteX1005" fmla="*/ 7068 w 891021"/>
                  <a:gd name="connsiteY1005" fmla="*/ 192605 h 389543"/>
                  <a:gd name="connsiteX1006" fmla="*/ 7154 w 891021"/>
                  <a:gd name="connsiteY1006" fmla="*/ 195226 h 389543"/>
                  <a:gd name="connsiteX1007" fmla="*/ 6737 w 891021"/>
                  <a:gd name="connsiteY1007" fmla="*/ 195679 h 389543"/>
                  <a:gd name="connsiteX1008" fmla="*/ 6725 w 891021"/>
                  <a:gd name="connsiteY1008" fmla="*/ 195679 h 389543"/>
                  <a:gd name="connsiteX1009" fmla="*/ 888706 w 891021"/>
                  <a:gd name="connsiteY1009" fmla="*/ 189542 h 389543"/>
                  <a:gd name="connsiteX1010" fmla="*/ 888682 w 891021"/>
                  <a:gd name="connsiteY1010" fmla="*/ 189542 h 389543"/>
                  <a:gd name="connsiteX1011" fmla="*/ 888265 w 891021"/>
                  <a:gd name="connsiteY1011" fmla="*/ 189089 h 389543"/>
                  <a:gd name="connsiteX1012" fmla="*/ 888400 w 891021"/>
                  <a:gd name="connsiteY1012" fmla="*/ 186467 h 389543"/>
                  <a:gd name="connsiteX1013" fmla="*/ 888853 w 891021"/>
                  <a:gd name="connsiteY1013" fmla="*/ 186051 h 389543"/>
                  <a:gd name="connsiteX1014" fmla="*/ 889270 w 891021"/>
                  <a:gd name="connsiteY1014" fmla="*/ 186504 h 389543"/>
                  <a:gd name="connsiteX1015" fmla="*/ 889135 w 891021"/>
                  <a:gd name="connsiteY1015" fmla="*/ 189126 h 389543"/>
                  <a:gd name="connsiteX1016" fmla="*/ 888694 w 891021"/>
                  <a:gd name="connsiteY1016" fmla="*/ 189542 h 389543"/>
                  <a:gd name="connsiteX1017" fmla="*/ 6443 w 891021"/>
                  <a:gd name="connsiteY1017" fmla="*/ 186945 h 389543"/>
                  <a:gd name="connsiteX1018" fmla="*/ 6002 w 891021"/>
                  <a:gd name="connsiteY1018" fmla="*/ 186516 h 389543"/>
                  <a:gd name="connsiteX1019" fmla="*/ 5917 w 891021"/>
                  <a:gd name="connsiteY1019" fmla="*/ 183895 h 389543"/>
                  <a:gd name="connsiteX1020" fmla="*/ 6333 w 891021"/>
                  <a:gd name="connsiteY1020" fmla="*/ 183442 h 389543"/>
                  <a:gd name="connsiteX1021" fmla="*/ 6786 w 891021"/>
                  <a:gd name="connsiteY1021" fmla="*/ 183871 h 389543"/>
                  <a:gd name="connsiteX1022" fmla="*/ 6872 w 891021"/>
                  <a:gd name="connsiteY1022" fmla="*/ 186492 h 389543"/>
                  <a:gd name="connsiteX1023" fmla="*/ 6456 w 891021"/>
                  <a:gd name="connsiteY1023" fmla="*/ 186945 h 389543"/>
                  <a:gd name="connsiteX1024" fmla="*/ 6443 w 891021"/>
                  <a:gd name="connsiteY1024" fmla="*/ 186945 h 389543"/>
                  <a:gd name="connsiteX1025" fmla="*/ 889147 w 891021"/>
                  <a:gd name="connsiteY1025" fmla="*/ 180820 h 389543"/>
                  <a:gd name="connsiteX1026" fmla="*/ 889123 w 891021"/>
                  <a:gd name="connsiteY1026" fmla="*/ 180820 h 389543"/>
                  <a:gd name="connsiteX1027" fmla="*/ 888706 w 891021"/>
                  <a:gd name="connsiteY1027" fmla="*/ 180367 h 389543"/>
                  <a:gd name="connsiteX1028" fmla="*/ 888829 w 891021"/>
                  <a:gd name="connsiteY1028" fmla="*/ 177746 h 389543"/>
                  <a:gd name="connsiteX1029" fmla="*/ 889282 w 891021"/>
                  <a:gd name="connsiteY1029" fmla="*/ 177329 h 389543"/>
                  <a:gd name="connsiteX1030" fmla="*/ 889699 w 891021"/>
                  <a:gd name="connsiteY1030" fmla="*/ 177782 h 389543"/>
                  <a:gd name="connsiteX1031" fmla="*/ 889576 w 891021"/>
                  <a:gd name="connsiteY1031" fmla="*/ 180404 h 389543"/>
                  <a:gd name="connsiteX1032" fmla="*/ 889135 w 891021"/>
                  <a:gd name="connsiteY1032" fmla="*/ 180820 h 389543"/>
                  <a:gd name="connsiteX1033" fmla="*/ 6162 w 891021"/>
                  <a:gd name="connsiteY1033" fmla="*/ 178211 h 389543"/>
                  <a:gd name="connsiteX1034" fmla="*/ 5721 w 891021"/>
                  <a:gd name="connsiteY1034" fmla="*/ 177782 h 389543"/>
                  <a:gd name="connsiteX1035" fmla="*/ 5635 w 891021"/>
                  <a:gd name="connsiteY1035" fmla="*/ 175161 h 389543"/>
                  <a:gd name="connsiteX1036" fmla="*/ 6064 w 891021"/>
                  <a:gd name="connsiteY1036" fmla="*/ 174708 h 389543"/>
                  <a:gd name="connsiteX1037" fmla="*/ 6517 w 891021"/>
                  <a:gd name="connsiteY1037" fmla="*/ 175136 h 389543"/>
                  <a:gd name="connsiteX1038" fmla="*/ 6603 w 891021"/>
                  <a:gd name="connsiteY1038" fmla="*/ 177758 h 389543"/>
                  <a:gd name="connsiteX1039" fmla="*/ 6174 w 891021"/>
                  <a:gd name="connsiteY1039" fmla="*/ 178211 h 389543"/>
                  <a:gd name="connsiteX1040" fmla="*/ 6162 w 891021"/>
                  <a:gd name="connsiteY1040" fmla="*/ 178211 h 389543"/>
                  <a:gd name="connsiteX1041" fmla="*/ 889527 w 891021"/>
                  <a:gd name="connsiteY1041" fmla="*/ 172086 h 389543"/>
                  <a:gd name="connsiteX1042" fmla="*/ 889515 w 891021"/>
                  <a:gd name="connsiteY1042" fmla="*/ 172086 h 389543"/>
                  <a:gd name="connsiteX1043" fmla="*/ 889098 w 891021"/>
                  <a:gd name="connsiteY1043" fmla="*/ 171633 h 389543"/>
                  <a:gd name="connsiteX1044" fmla="*/ 889196 w 891021"/>
                  <a:gd name="connsiteY1044" fmla="*/ 169012 h 389543"/>
                  <a:gd name="connsiteX1045" fmla="*/ 889650 w 891021"/>
                  <a:gd name="connsiteY1045" fmla="*/ 168595 h 389543"/>
                  <a:gd name="connsiteX1046" fmla="*/ 890066 w 891021"/>
                  <a:gd name="connsiteY1046" fmla="*/ 169048 h 389543"/>
                  <a:gd name="connsiteX1047" fmla="*/ 889968 w 891021"/>
                  <a:gd name="connsiteY1047" fmla="*/ 171670 h 389543"/>
                  <a:gd name="connsiteX1048" fmla="*/ 889527 w 891021"/>
                  <a:gd name="connsiteY1048" fmla="*/ 172086 h 389543"/>
                  <a:gd name="connsiteX1049" fmla="*/ 5880 w 891021"/>
                  <a:gd name="connsiteY1049" fmla="*/ 169477 h 389543"/>
                  <a:gd name="connsiteX1050" fmla="*/ 5439 w 891021"/>
                  <a:gd name="connsiteY1050" fmla="*/ 169048 h 389543"/>
                  <a:gd name="connsiteX1051" fmla="*/ 5353 w 891021"/>
                  <a:gd name="connsiteY1051" fmla="*/ 166427 h 389543"/>
                  <a:gd name="connsiteX1052" fmla="*/ 5782 w 891021"/>
                  <a:gd name="connsiteY1052" fmla="*/ 165974 h 389543"/>
                  <a:gd name="connsiteX1053" fmla="*/ 6235 w 891021"/>
                  <a:gd name="connsiteY1053" fmla="*/ 166402 h 389543"/>
                  <a:gd name="connsiteX1054" fmla="*/ 6321 w 891021"/>
                  <a:gd name="connsiteY1054" fmla="*/ 169024 h 389543"/>
                  <a:gd name="connsiteX1055" fmla="*/ 5904 w 891021"/>
                  <a:gd name="connsiteY1055" fmla="*/ 169477 h 389543"/>
                  <a:gd name="connsiteX1056" fmla="*/ 5892 w 891021"/>
                  <a:gd name="connsiteY1056" fmla="*/ 169477 h 389543"/>
                  <a:gd name="connsiteX1057" fmla="*/ 889846 w 891021"/>
                  <a:gd name="connsiteY1057" fmla="*/ 163352 h 389543"/>
                  <a:gd name="connsiteX1058" fmla="*/ 889833 w 891021"/>
                  <a:gd name="connsiteY1058" fmla="*/ 163352 h 389543"/>
                  <a:gd name="connsiteX1059" fmla="*/ 889417 w 891021"/>
                  <a:gd name="connsiteY1059" fmla="*/ 162899 h 389543"/>
                  <a:gd name="connsiteX1060" fmla="*/ 889503 w 891021"/>
                  <a:gd name="connsiteY1060" fmla="*/ 160278 h 389543"/>
                  <a:gd name="connsiteX1061" fmla="*/ 889956 w 891021"/>
                  <a:gd name="connsiteY1061" fmla="*/ 159849 h 389543"/>
                  <a:gd name="connsiteX1062" fmla="*/ 890385 w 891021"/>
                  <a:gd name="connsiteY1062" fmla="*/ 160302 h 389543"/>
                  <a:gd name="connsiteX1063" fmla="*/ 890299 w 891021"/>
                  <a:gd name="connsiteY1063" fmla="*/ 162924 h 389543"/>
                  <a:gd name="connsiteX1064" fmla="*/ 889858 w 891021"/>
                  <a:gd name="connsiteY1064" fmla="*/ 163340 h 389543"/>
                  <a:gd name="connsiteX1065" fmla="*/ 5598 w 891021"/>
                  <a:gd name="connsiteY1065" fmla="*/ 160743 h 389543"/>
                  <a:gd name="connsiteX1066" fmla="*/ 5157 w 891021"/>
                  <a:gd name="connsiteY1066" fmla="*/ 160314 h 389543"/>
                  <a:gd name="connsiteX1067" fmla="*/ 5071 w 891021"/>
                  <a:gd name="connsiteY1067" fmla="*/ 157693 h 389543"/>
                  <a:gd name="connsiteX1068" fmla="*/ 5488 w 891021"/>
                  <a:gd name="connsiteY1068" fmla="*/ 157240 h 389543"/>
                  <a:gd name="connsiteX1069" fmla="*/ 5941 w 891021"/>
                  <a:gd name="connsiteY1069" fmla="*/ 157668 h 389543"/>
                  <a:gd name="connsiteX1070" fmla="*/ 6027 w 891021"/>
                  <a:gd name="connsiteY1070" fmla="*/ 160290 h 389543"/>
                  <a:gd name="connsiteX1071" fmla="*/ 5610 w 891021"/>
                  <a:gd name="connsiteY1071" fmla="*/ 160743 h 389543"/>
                  <a:gd name="connsiteX1072" fmla="*/ 5598 w 891021"/>
                  <a:gd name="connsiteY1072" fmla="*/ 160743 h 389543"/>
                  <a:gd name="connsiteX1073" fmla="*/ 890115 w 891021"/>
                  <a:gd name="connsiteY1073" fmla="*/ 154618 h 389543"/>
                  <a:gd name="connsiteX1074" fmla="*/ 890115 w 891021"/>
                  <a:gd name="connsiteY1074" fmla="*/ 154618 h 389543"/>
                  <a:gd name="connsiteX1075" fmla="*/ 889686 w 891021"/>
                  <a:gd name="connsiteY1075" fmla="*/ 154165 h 389543"/>
                  <a:gd name="connsiteX1076" fmla="*/ 889760 w 891021"/>
                  <a:gd name="connsiteY1076" fmla="*/ 151543 h 389543"/>
                  <a:gd name="connsiteX1077" fmla="*/ 890213 w 891021"/>
                  <a:gd name="connsiteY1077" fmla="*/ 151115 h 389543"/>
                  <a:gd name="connsiteX1078" fmla="*/ 890642 w 891021"/>
                  <a:gd name="connsiteY1078" fmla="*/ 151568 h 389543"/>
                  <a:gd name="connsiteX1079" fmla="*/ 890568 w 891021"/>
                  <a:gd name="connsiteY1079" fmla="*/ 154189 h 389543"/>
                  <a:gd name="connsiteX1080" fmla="*/ 890127 w 891021"/>
                  <a:gd name="connsiteY1080" fmla="*/ 154618 h 389543"/>
                  <a:gd name="connsiteX1081" fmla="*/ 5316 w 891021"/>
                  <a:gd name="connsiteY1081" fmla="*/ 152009 h 389543"/>
                  <a:gd name="connsiteX1082" fmla="*/ 4875 w 891021"/>
                  <a:gd name="connsiteY1082" fmla="*/ 151580 h 389543"/>
                  <a:gd name="connsiteX1083" fmla="*/ 4790 w 891021"/>
                  <a:gd name="connsiteY1083" fmla="*/ 148959 h 389543"/>
                  <a:gd name="connsiteX1084" fmla="*/ 5206 w 891021"/>
                  <a:gd name="connsiteY1084" fmla="*/ 148506 h 389543"/>
                  <a:gd name="connsiteX1085" fmla="*/ 5659 w 891021"/>
                  <a:gd name="connsiteY1085" fmla="*/ 148934 h 389543"/>
                  <a:gd name="connsiteX1086" fmla="*/ 5745 w 891021"/>
                  <a:gd name="connsiteY1086" fmla="*/ 151556 h 389543"/>
                  <a:gd name="connsiteX1087" fmla="*/ 5329 w 891021"/>
                  <a:gd name="connsiteY1087" fmla="*/ 152009 h 389543"/>
                  <a:gd name="connsiteX1088" fmla="*/ 5316 w 891021"/>
                  <a:gd name="connsiteY1088" fmla="*/ 152009 h 389543"/>
                  <a:gd name="connsiteX1089" fmla="*/ 890323 w 891021"/>
                  <a:gd name="connsiteY1089" fmla="*/ 145872 h 389543"/>
                  <a:gd name="connsiteX1090" fmla="*/ 890323 w 891021"/>
                  <a:gd name="connsiteY1090" fmla="*/ 145872 h 389543"/>
                  <a:gd name="connsiteX1091" fmla="*/ 889895 w 891021"/>
                  <a:gd name="connsiteY1091" fmla="*/ 145431 h 389543"/>
                  <a:gd name="connsiteX1092" fmla="*/ 889944 w 891021"/>
                  <a:gd name="connsiteY1092" fmla="*/ 142809 h 389543"/>
                  <a:gd name="connsiteX1093" fmla="*/ 890385 w 891021"/>
                  <a:gd name="connsiteY1093" fmla="*/ 142381 h 389543"/>
                  <a:gd name="connsiteX1094" fmla="*/ 890385 w 891021"/>
                  <a:gd name="connsiteY1094" fmla="*/ 142381 h 389543"/>
                  <a:gd name="connsiteX1095" fmla="*/ 890813 w 891021"/>
                  <a:gd name="connsiteY1095" fmla="*/ 142822 h 389543"/>
                  <a:gd name="connsiteX1096" fmla="*/ 890764 w 891021"/>
                  <a:gd name="connsiteY1096" fmla="*/ 145443 h 389543"/>
                  <a:gd name="connsiteX1097" fmla="*/ 890323 w 891021"/>
                  <a:gd name="connsiteY1097" fmla="*/ 145872 h 389543"/>
                  <a:gd name="connsiteX1098" fmla="*/ 5035 w 891021"/>
                  <a:gd name="connsiteY1098" fmla="*/ 143263 h 389543"/>
                  <a:gd name="connsiteX1099" fmla="*/ 4594 w 891021"/>
                  <a:gd name="connsiteY1099" fmla="*/ 142834 h 389543"/>
                  <a:gd name="connsiteX1100" fmla="*/ 4508 w 891021"/>
                  <a:gd name="connsiteY1100" fmla="*/ 140212 h 389543"/>
                  <a:gd name="connsiteX1101" fmla="*/ 4937 w 891021"/>
                  <a:gd name="connsiteY1101" fmla="*/ 139759 h 389543"/>
                  <a:gd name="connsiteX1102" fmla="*/ 5390 w 891021"/>
                  <a:gd name="connsiteY1102" fmla="*/ 140188 h 389543"/>
                  <a:gd name="connsiteX1103" fmla="*/ 5476 w 891021"/>
                  <a:gd name="connsiteY1103" fmla="*/ 142809 h 389543"/>
                  <a:gd name="connsiteX1104" fmla="*/ 5047 w 891021"/>
                  <a:gd name="connsiteY1104" fmla="*/ 143263 h 389543"/>
                  <a:gd name="connsiteX1105" fmla="*/ 5035 w 891021"/>
                  <a:gd name="connsiteY1105" fmla="*/ 143263 h 389543"/>
                  <a:gd name="connsiteX1106" fmla="*/ 890470 w 891021"/>
                  <a:gd name="connsiteY1106" fmla="*/ 137126 h 389543"/>
                  <a:gd name="connsiteX1107" fmla="*/ 890470 w 891021"/>
                  <a:gd name="connsiteY1107" fmla="*/ 137126 h 389543"/>
                  <a:gd name="connsiteX1108" fmla="*/ 890042 w 891021"/>
                  <a:gd name="connsiteY1108" fmla="*/ 136685 h 389543"/>
                  <a:gd name="connsiteX1109" fmla="*/ 890078 w 891021"/>
                  <a:gd name="connsiteY1109" fmla="*/ 134063 h 389543"/>
                  <a:gd name="connsiteX1110" fmla="*/ 890519 w 891021"/>
                  <a:gd name="connsiteY1110" fmla="*/ 133634 h 389543"/>
                  <a:gd name="connsiteX1111" fmla="*/ 890519 w 891021"/>
                  <a:gd name="connsiteY1111" fmla="*/ 133634 h 389543"/>
                  <a:gd name="connsiteX1112" fmla="*/ 890948 w 891021"/>
                  <a:gd name="connsiteY1112" fmla="*/ 134075 h 389543"/>
                  <a:gd name="connsiteX1113" fmla="*/ 890911 w 891021"/>
                  <a:gd name="connsiteY1113" fmla="*/ 136697 h 389543"/>
                  <a:gd name="connsiteX1114" fmla="*/ 890470 w 891021"/>
                  <a:gd name="connsiteY1114" fmla="*/ 137126 h 389543"/>
                  <a:gd name="connsiteX1115" fmla="*/ 4753 w 891021"/>
                  <a:gd name="connsiteY1115" fmla="*/ 134529 h 389543"/>
                  <a:gd name="connsiteX1116" fmla="*/ 4312 w 891021"/>
                  <a:gd name="connsiteY1116" fmla="*/ 134100 h 389543"/>
                  <a:gd name="connsiteX1117" fmla="*/ 4226 w 891021"/>
                  <a:gd name="connsiteY1117" fmla="*/ 131478 h 389543"/>
                  <a:gd name="connsiteX1118" fmla="*/ 4643 w 891021"/>
                  <a:gd name="connsiteY1118" fmla="*/ 131025 h 389543"/>
                  <a:gd name="connsiteX1119" fmla="*/ 5096 w 891021"/>
                  <a:gd name="connsiteY1119" fmla="*/ 131454 h 389543"/>
                  <a:gd name="connsiteX1120" fmla="*/ 5182 w 891021"/>
                  <a:gd name="connsiteY1120" fmla="*/ 134075 h 389543"/>
                  <a:gd name="connsiteX1121" fmla="*/ 4765 w 891021"/>
                  <a:gd name="connsiteY1121" fmla="*/ 134529 h 389543"/>
                  <a:gd name="connsiteX1122" fmla="*/ 4753 w 891021"/>
                  <a:gd name="connsiteY1122" fmla="*/ 134529 h 389543"/>
                  <a:gd name="connsiteX1123" fmla="*/ 890556 w 891021"/>
                  <a:gd name="connsiteY1123" fmla="*/ 128404 h 389543"/>
                  <a:gd name="connsiteX1124" fmla="*/ 890556 w 891021"/>
                  <a:gd name="connsiteY1124" fmla="*/ 128404 h 389543"/>
                  <a:gd name="connsiteX1125" fmla="*/ 890127 w 891021"/>
                  <a:gd name="connsiteY1125" fmla="*/ 127963 h 389543"/>
                  <a:gd name="connsiteX1126" fmla="*/ 890127 w 891021"/>
                  <a:gd name="connsiteY1126" fmla="*/ 125341 h 389543"/>
                  <a:gd name="connsiteX1127" fmla="*/ 890581 w 891021"/>
                  <a:gd name="connsiteY1127" fmla="*/ 124900 h 389543"/>
                  <a:gd name="connsiteX1128" fmla="*/ 890581 w 891021"/>
                  <a:gd name="connsiteY1128" fmla="*/ 124900 h 389543"/>
                  <a:gd name="connsiteX1129" fmla="*/ 891022 w 891021"/>
                  <a:gd name="connsiteY1129" fmla="*/ 125341 h 389543"/>
                  <a:gd name="connsiteX1130" fmla="*/ 891022 w 891021"/>
                  <a:gd name="connsiteY1130" fmla="*/ 127963 h 389543"/>
                  <a:gd name="connsiteX1131" fmla="*/ 890568 w 891021"/>
                  <a:gd name="connsiteY1131" fmla="*/ 128391 h 389543"/>
                  <a:gd name="connsiteX1132" fmla="*/ 4471 w 891021"/>
                  <a:gd name="connsiteY1132" fmla="*/ 125795 h 389543"/>
                  <a:gd name="connsiteX1133" fmla="*/ 4030 w 891021"/>
                  <a:gd name="connsiteY1133" fmla="*/ 125366 h 389543"/>
                  <a:gd name="connsiteX1134" fmla="*/ 3944 w 891021"/>
                  <a:gd name="connsiteY1134" fmla="*/ 122744 h 389543"/>
                  <a:gd name="connsiteX1135" fmla="*/ 4361 w 891021"/>
                  <a:gd name="connsiteY1135" fmla="*/ 122291 h 389543"/>
                  <a:gd name="connsiteX1136" fmla="*/ 4814 w 891021"/>
                  <a:gd name="connsiteY1136" fmla="*/ 122720 h 389543"/>
                  <a:gd name="connsiteX1137" fmla="*/ 4900 w 891021"/>
                  <a:gd name="connsiteY1137" fmla="*/ 125341 h 389543"/>
                  <a:gd name="connsiteX1138" fmla="*/ 4483 w 891021"/>
                  <a:gd name="connsiteY1138" fmla="*/ 125795 h 389543"/>
                  <a:gd name="connsiteX1139" fmla="*/ 4471 w 891021"/>
                  <a:gd name="connsiteY1139" fmla="*/ 125795 h 389543"/>
                  <a:gd name="connsiteX1140" fmla="*/ 890581 w 891021"/>
                  <a:gd name="connsiteY1140" fmla="*/ 119670 h 389543"/>
                  <a:gd name="connsiteX1141" fmla="*/ 890140 w 891021"/>
                  <a:gd name="connsiteY1141" fmla="*/ 119229 h 389543"/>
                  <a:gd name="connsiteX1142" fmla="*/ 890140 w 891021"/>
                  <a:gd name="connsiteY1142" fmla="*/ 116607 h 389543"/>
                  <a:gd name="connsiteX1143" fmla="*/ 890568 w 891021"/>
                  <a:gd name="connsiteY1143" fmla="*/ 116166 h 389543"/>
                  <a:gd name="connsiteX1144" fmla="*/ 890568 w 891021"/>
                  <a:gd name="connsiteY1144" fmla="*/ 116166 h 389543"/>
                  <a:gd name="connsiteX1145" fmla="*/ 891009 w 891021"/>
                  <a:gd name="connsiteY1145" fmla="*/ 116607 h 389543"/>
                  <a:gd name="connsiteX1146" fmla="*/ 891009 w 891021"/>
                  <a:gd name="connsiteY1146" fmla="*/ 119229 h 389543"/>
                  <a:gd name="connsiteX1147" fmla="*/ 890581 w 891021"/>
                  <a:gd name="connsiteY1147" fmla="*/ 119670 h 389543"/>
                  <a:gd name="connsiteX1148" fmla="*/ 4189 w 891021"/>
                  <a:gd name="connsiteY1148" fmla="*/ 117060 h 389543"/>
                  <a:gd name="connsiteX1149" fmla="*/ 3748 w 891021"/>
                  <a:gd name="connsiteY1149" fmla="*/ 116632 h 389543"/>
                  <a:gd name="connsiteX1150" fmla="*/ 3663 w 891021"/>
                  <a:gd name="connsiteY1150" fmla="*/ 114010 h 389543"/>
                  <a:gd name="connsiteX1151" fmla="*/ 4091 w 891021"/>
                  <a:gd name="connsiteY1151" fmla="*/ 113557 h 389543"/>
                  <a:gd name="connsiteX1152" fmla="*/ 4545 w 891021"/>
                  <a:gd name="connsiteY1152" fmla="*/ 113974 h 389543"/>
                  <a:gd name="connsiteX1153" fmla="*/ 4630 w 891021"/>
                  <a:gd name="connsiteY1153" fmla="*/ 116595 h 389543"/>
                  <a:gd name="connsiteX1154" fmla="*/ 4202 w 891021"/>
                  <a:gd name="connsiteY1154" fmla="*/ 117048 h 389543"/>
                  <a:gd name="connsiteX1155" fmla="*/ 4189 w 891021"/>
                  <a:gd name="connsiteY1155" fmla="*/ 117048 h 389543"/>
                  <a:gd name="connsiteX1156" fmla="*/ 890532 w 891021"/>
                  <a:gd name="connsiteY1156" fmla="*/ 110936 h 389543"/>
                  <a:gd name="connsiteX1157" fmla="*/ 890091 w 891021"/>
                  <a:gd name="connsiteY1157" fmla="*/ 110507 h 389543"/>
                  <a:gd name="connsiteX1158" fmla="*/ 890066 w 891021"/>
                  <a:gd name="connsiteY1158" fmla="*/ 107885 h 389543"/>
                  <a:gd name="connsiteX1159" fmla="*/ 890495 w 891021"/>
                  <a:gd name="connsiteY1159" fmla="*/ 107444 h 389543"/>
                  <a:gd name="connsiteX1160" fmla="*/ 890495 w 891021"/>
                  <a:gd name="connsiteY1160" fmla="*/ 107444 h 389543"/>
                  <a:gd name="connsiteX1161" fmla="*/ 890936 w 891021"/>
                  <a:gd name="connsiteY1161" fmla="*/ 107873 h 389543"/>
                  <a:gd name="connsiteX1162" fmla="*/ 890960 w 891021"/>
                  <a:gd name="connsiteY1162" fmla="*/ 110495 h 389543"/>
                  <a:gd name="connsiteX1163" fmla="*/ 890532 w 891021"/>
                  <a:gd name="connsiteY1163" fmla="*/ 110936 h 389543"/>
                  <a:gd name="connsiteX1164" fmla="*/ 890532 w 891021"/>
                  <a:gd name="connsiteY1164" fmla="*/ 110936 h 389543"/>
                  <a:gd name="connsiteX1165" fmla="*/ 3908 w 891021"/>
                  <a:gd name="connsiteY1165" fmla="*/ 108326 h 389543"/>
                  <a:gd name="connsiteX1166" fmla="*/ 3467 w 891021"/>
                  <a:gd name="connsiteY1166" fmla="*/ 107898 h 389543"/>
                  <a:gd name="connsiteX1167" fmla="*/ 3381 w 891021"/>
                  <a:gd name="connsiteY1167" fmla="*/ 105276 h 389543"/>
                  <a:gd name="connsiteX1168" fmla="*/ 3797 w 891021"/>
                  <a:gd name="connsiteY1168" fmla="*/ 104823 h 389543"/>
                  <a:gd name="connsiteX1169" fmla="*/ 4251 w 891021"/>
                  <a:gd name="connsiteY1169" fmla="*/ 105252 h 389543"/>
                  <a:gd name="connsiteX1170" fmla="*/ 4336 w 891021"/>
                  <a:gd name="connsiteY1170" fmla="*/ 107873 h 389543"/>
                  <a:gd name="connsiteX1171" fmla="*/ 3920 w 891021"/>
                  <a:gd name="connsiteY1171" fmla="*/ 108326 h 389543"/>
                  <a:gd name="connsiteX1172" fmla="*/ 3908 w 891021"/>
                  <a:gd name="connsiteY1172" fmla="*/ 108326 h 389543"/>
                  <a:gd name="connsiteX1173" fmla="*/ 890421 w 891021"/>
                  <a:gd name="connsiteY1173" fmla="*/ 102202 h 389543"/>
                  <a:gd name="connsiteX1174" fmla="*/ 889980 w 891021"/>
                  <a:gd name="connsiteY1174" fmla="*/ 101773 h 389543"/>
                  <a:gd name="connsiteX1175" fmla="*/ 889931 w 891021"/>
                  <a:gd name="connsiteY1175" fmla="*/ 99151 h 389543"/>
                  <a:gd name="connsiteX1176" fmla="*/ 890360 w 891021"/>
                  <a:gd name="connsiteY1176" fmla="*/ 98710 h 389543"/>
                  <a:gd name="connsiteX1177" fmla="*/ 890801 w 891021"/>
                  <a:gd name="connsiteY1177" fmla="*/ 99139 h 389543"/>
                  <a:gd name="connsiteX1178" fmla="*/ 890850 w 891021"/>
                  <a:gd name="connsiteY1178" fmla="*/ 101761 h 389543"/>
                  <a:gd name="connsiteX1179" fmla="*/ 890421 w 891021"/>
                  <a:gd name="connsiteY1179" fmla="*/ 102202 h 389543"/>
                  <a:gd name="connsiteX1180" fmla="*/ 890421 w 891021"/>
                  <a:gd name="connsiteY1180" fmla="*/ 102202 h 389543"/>
                  <a:gd name="connsiteX1181" fmla="*/ 3626 w 891021"/>
                  <a:gd name="connsiteY1181" fmla="*/ 99592 h 389543"/>
                  <a:gd name="connsiteX1182" fmla="*/ 3185 w 891021"/>
                  <a:gd name="connsiteY1182" fmla="*/ 99164 h 389543"/>
                  <a:gd name="connsiteX1183" fmla="*/ 3099 w 891021"/>
                  <a:gd name="connsiteY1183" fmla="*/ 96542 h 389543"/>
                  <a:gd name="connsiteX1184" fmla="*/ 3516 w 891021"/>
                  <a:gd name="connsiteY1184" fmla="*/ 96089 h 389543"/>
                  <a:gd name="connsiteX1185" fmla="*/ 3969 w 891021"/>
                  <a:gd name="connsiteY1185" fmla="*/ 96518 h 389543"/>
                  <a:gd name="connsiteX1186" fmla="*/ 4055 w 891021"/>
                  <a:gd name="connsiteY1186" fmla="*/ 99139 h 389543"/>
                  <a:gd name="connsiteX1187" fmla="*/ 3638 w 891021"/>
                  <a:gd name="connsiteY1187" fmla="*/ 99592 h 389543"/>
                  <a:gd name="connsiteX1188" fmla="*/ 3626 w 891021"/>
                  <a:gd name="connsiteY1188" fmla="*/ 99592 h 389543"/>
                  <a:gd name="connsiteX1189" fmla="*/ 890238 w 891021"/>
                  <a:gd name="connsiteY1189" fmla="*/ 93467 h 389543"/>
                  <a:gd name="connsiteX1190" fmla="*/ 889797 w 891021"/>
                  <a:gd name="connsiteY1190" fmla="*/ 93039 h 389543"/>
                  <a:gd name="connsiteX1191" fmla="*/ 889723 w 891021"/>
                  <a:gd name="connsiteY1191" fmla="*/ 90417 h 389543"/>
                  <a:gd name="connsiteX1192" fmla="*/ 890152 w 891021"/>
                  <a:gd name="connsiteY1192" fmla="*/ 89964 h 389543"/>
                  <a:gd name="connsiteX1193" fmla="*/ 890605 w 891021"/>
                  <a:gd name="connsiteY1193" fmla="*/ 90393 h 389543"/>
                  <a:gd name="connsiteX1194" fmla="*/ 890679 w 891021"/>
                  <a:gd name="connsiteY1194" fmla="*/ 93014 h 389543"/>
                  <a:gd name="connsiteX1195" fmla="*/ 890250 w 891021"/>
                  <a:gd name="connsiteY1195" fmla="*/ 93467 h 389543"/>
                  <a:gd name="connsiteX1196" fmla="*/ 890250 w 891021"/>
                  <a:gd name="connsiteY1196" fmla="*/ 93467 h 389543"/>
                  <a:gd name="connsiteX1197" fmla="*/ 3344 w 891021"/>
                  <a:gd name="connsiteY1197" fmla="*/ 90858 h 389543"/>
                  <a:gd name="connsiteX1198" fmla="*/ 2903 w 891021"/>
                  <a:gd name="connsiteY1198" fmla="*/ 90430 h 389543"/>
                  <a:gd name="connsiteX1199" fmla="*/ 2817 w 891021"/>
                  <a:gd name="connsiteY1199" fmla="*/ 87808 h 389543"/>
                  <a:gd name="connsiteX1200" fmla="*/ 3246 w 891021"/>
                  <a:gd name="connsiteY1200" fmla="*/ 87355 h 389543"/>
                  <a:gd name="connsiteX1201" fmla="*/ 3699 w 891021"/>
                  <a:gd name="connsiteY1201" fmla="*/ 87784 h 389543"/>
                  <a:gd name="connsiteX1202" fmla="*/ 3785 w 891021"/>
                  <a:gd name="connsiteY1202" fmla="*/ 90405 h 389543"/>
                  <a:gd name="connsiteX1203" fmla="*/ 3356 w 891021"/>
                  <a:gd name="connsiteY1203" fmla="*/ 90858 h 389543"/>
                  <a:gd name="connsiteX1204" fmla="*/ 3344 w 891021"/>
                  <a:gd name="connsiteY1204" fmla="*/ 90858 h 389543"/>
                  <a:gd name="connsiteX1205" fmla="*/ 889993 w 891021"/>
                  <a:gd name="connsiteY1205" fmla="*/ 84746 h 389543"/>
                  <a:gd name="connsiteX1206" fmla="*/ 889552 w 891021"/>
                  <a:gd name="connsiteY1206" fmla="*/ 84329 h 389543"/>
                  <a:gd name="connsiteX1207" fmla="*/ 889466 w 891021"/>
                  <a:gd name="connsiteY1207" fmla="*/ 81708 h 389543"/>
                  <a:gd name="connsiteX1208" fmla="*/ 889882 w 891021"/>
                  <a:gd name="connsiteY1208" fmla="*/ 81254 h 389543"/>
                  <a:gd name="connsiteX1209" fmla="*/ 890336 w 891021"/>
                  <a:gd name="connsiteY1209" fmla="*/ 81671 h 389543"/>
                  <a:gd name="connsiteX1210" fmla="*/ 890421 w 891021"/>
                  <a:gd name="connsiteY1210" fmla="*/ 84292 h 389543"/>
                  <a:gd name="connsiteX1211" fmla="*/ 890005 w 891021"/>
                  <a:gd name="connsiteY1211" fmla="*/ 84746 h 389543"/>
                  <a:gd name="connsiteX1212" fmla="*/ 889993 w 891021"/>
                  <a:gd name="connsiteY1212" fmla="*/ 84746 h 389543"/>
                  <a:gd name="connsiteX1213" fmla="*/ 3062 w 891021"/>
                  <a:gd name="connsiteY1213" fmla="*/ 82124 h 389543"/>
                  <a:gd name="connsiteX1214" fmla="*/ 2621 w 891021"/>
                  <a:gd name="connsiteY1214" fmla="*/ 81695 h 389543"/>
                  <a:gd name="connsiteX1215" fmla="*/ 2536 w 891021"/>
                  <a:gd name="connsiteY1215" fmla="*/ 79074 h 389543"/>
                  <a:gd name="connsiteX1216" fmla="*/ 2964 w 891021"/>
                  <a:gd name="connsiteY1216" fmla="*/ 78621 h 389543"/>
                  <a:gd name="connsiteX1217" fmla="*/ 3418 w 891021"/>
                  <a:gd name="connsiteY1217" fmla="*/ 79050 h 389543"/>
                  <a:gd name="connsiteX1218" fmla="*/ 3503 w 891021"/>
                  <a:gd name="connsiteY1218" fmla="*/ 81671 h 389543"/>
                  <a:gd name="connsiteX1219" fmla="*/ 3075 w 891021"/>
                  <a:gd name="connsiteY1219" fmla="*/ 82124 h 389543"/>
                  <a:gd name="connsiteX1220" fmla="*/ 3062 w 891021"/>
                  <a:gd name="connsiteY1220" fmla="*/ 82124 h 389543"/>
                  <a:gd name="connsiteX1221" fmla="*/ 889662 w 891021"/>
                  <a:gd name="connsiteY1221" fmla="*/ 76012 h 389543"/>
                  <a:gd name="connsiteX1222" fmla="*/ 889221 w 891021"/>
                  <a:gd name="connsiteY1222" fmla="*/ 75595 h 389543"/>
                  <a:gd name="connsiteX1223" fmla="*/ 889111 w 891021"/>
                  <a:gd name="connsiteY1223" fmla="*/ 72974 h 389543"/>
                  <a:gd name="connsiteX1224" fmla="*/ 889527 w 891021"/>
                  <a:gd name="connsiteY1224" fmla="*/ 72520 h 389543"/>
                  <a:gd name="connsiteX1225" fmla="*/ 889980 w 891021"/>
                  <a:gd name="connsiteY1225" fmla="*/ 72937 h 389543"/>
                  <a:gd name="connsiteX1226" fmla="*/ 890091 w 891021"/>
                  <a:gd name="connsiteY1226" fmla="*/ 75558 h 389543"/>
                  <a:gd name="connsiteX1227" fmla="*/ 889674 w 891021"/>
                  <a:gd name="connsiteY1227" fmla="*/ 76012 h 389543"/>
                  <a:gd name="connsiteX1228" fmla="*/ 889650 w 891021"/>
                  <a:gd name="connsiteY1228" fmla="*/ 76012 h 389543"/>
                  <a:gd name="connsiteX1229" fmla="*/ 2781 w 891021"/>
                  <a:gd name="connsiteY1229" fmla="*/ 73390 h 389543"/>
                  <a:gd name="connsiteX1230" fmla="*/ 2340 w 891021"/>
                  <a:gd name="connsiteY1230" fmla="*/ 72961 h 389543"/>
                  <a:gd name="connsiteX1231" fmla="*/ 2254 w 891021"/>
                  <a:gd name="connsiteY1231" fmla="*/ 70340 h 389543"/>
                  <a:gd name="connsiteX1232" fmla="*/ 2670 w 891021"/>
                  <a:gd name="connsiteY1232" fmla="*/ 69887 h 389543"/>
                  <a:gd name="connsiteX1233" fmla="*/ 3124 w 891021"/>
                  <a:gd name="connsiteY1233" fmla="*/ 70303 h 389543"/>
                  <a:gd name="connsiteX1234" fmla="*/ 3209 w 891021"/>
                  <a:gd name="connsiteY1234" fmla="*/ 72925 h 389543"/>
                  <a:gd name="connsiteX1235" fmla="*/ 2793 w 891021"/>
                  <a:gd name="connsiteY1235" fmla="*/ 73378 h 389543"/>
                  <a:gd name="connsiteX1236" fmla="*/ 2781 w 891021"/>
                  <a:gd name="connsiteY1236" fmla="*/ 73378 h 389543"/>
                  <a:gd name="connsiteX1237" fmla="*/ 889270 w 891021"/>
                  <a:gd name="connsiteY1237" fmla="*/ 67278 h 389543"/>
                  <a:gd name="connsiteX1238" fmla="*/ 888829 w 891021"/>
                  <a:gd name="connsiteY1238" fmla="*/ 66861 h 389543"/>
                  <a:gd name="connsiteX1239" fmla="*/ 888694 w 891021"/>
                  <a:gd name="connsiteY1239" fmla="*/ 64240 h 389543"/>
                  <a:gd name="connsiteX1240" fmla="*/ 889111 w 891021"/>
                  <a:gd name="connsiteY1240" fmla="*/ 63786 h 389543"/>
                  <a:gd name="connsiteX1241" fmla="*/ 889576 w 891021"/>
                  <a:gd name="connsiteY1241" fmla="*/ 64203 h 389543"/>
                  <a:gd name="connsiteX1242" fmla="*/ 889711 w 891021"/>
                  <a:gd name="connsiteY1242" fmla="*/ 66824 h 389543"/>
                  <a:gd name="connsiteX1243" fmla="*/ 889294 w 891021"/>
                  <a:gd name="connsiteY1243" fmla="*/ 67278 h 389543"/>
                  <a:gd name="connsiteX1244" fmla="*/ 889270 w 891021"/>
                  <a:gd name="connsiteY1244" fmla="*/ 67278 h 389543"/>
                  <a:gd name="connsiteX1245" fmla="*/ 2499 w 891021"/>
                  <a:gd name="connsiteY1245" fmla="*/ 64644 h 389543"/>
                  <a:gd name="connsiteX1246" fmla="*/ 2058 w 891021"/>
                  <a:gd name="connsiteY1246" fmla="*/ 64215 h 389543"/>
                  <a:gd name="connsiteX1247" fmla="*/ 1972 w 891021"/>
                  <a:gd name="connsiteY1247" fmla="*/ 61594 h 389543"/>
                  <a:gd name="connsiteX1248" fmla="*/ 2389 w 891021"/>
                  <a:gd name="connsiteY1248" fmla="*/ 61140 h 389543"/>
                  <a:gd name="connsiteX1249" fmla="*/ 2842 w 891021"/>
                  <a:gd name="connsiteY1249" fmla="*/ 61557 h 389543"/>
                  <a:gd name="connsiteX1250" fmla="*/ 2928 w 891021"/>
                  <a:gd name="connsiteY1250" fmla="*/ 64178 h 389543"/>
                  <a:gd name="connsiteX1251" fmla="*/ 2511 w 891021"/>
                  <a:gd name="connsiteY1251" fmla="*/ 64632 h 389543"/>
                  <a:gd name="connsiteX1252" fmla="*/ 2499 w 891021"/>
                  <a:gd name="connsiteY1252" fmla="*/ 64632 h 389543"/>
                  <a:gd name="connsiteX1253" fmla="*/ 888792 w 891021"/>
                  <a:gd name="connsiteY1253" fmla="*/ 58543 h 389543"/>
                  <a:gd name="connsiteX1254" fmla="*/ 888351 w 891021"/>
                  <a:gd name="connsiteY1254" fmla="*/ 58127 h 389543"/>
                  <a:gd name="connsiteX1255" fmla="*/ 888192 w 891021"/>
                  <a:gd name="connsiteY1255" fmla="*/ 55518 h 389543"/>
                  <a:gd name="connsiteX1256" fmla="*/ 888596 w 891021"/>
                  <a:gd name="connsiteY1256" fmla="*/ 55052 h 389543"/>
                  <a:gd name="connsiteX1257" fmla="*/ 889062 w 891021"/>
                  <a:gd name="connsiteY1257" fmla="*/ 55456 h 389543"/>
                  <a:gd name="connsiteX1258" fmla="*/ 889221 w 891021"/>
                  <a:gd name="connsiteY1258" fmla="*/ 58078 h 389543"/>
                  <a:gd name="connsiteX1259" fmla="*/ 888804 w 891021"/>
                  <a:gd name="connsiteY1259" fmla="*/ 58543 h 389543"/>
                  <a:gd name="connsiteX1260" fmla="*/ 888780 w 891021"/>
                  <a:gd name="connsiteY1260" fmla="*/ 58543 h 389543"/>
                  <a:gd name="connsiteX1261" fmla="*/ 2217 w 891021"/>
                  <a:gd name="connsiteY1261" fmla="*/ 55910 h 389543"/>
                  <a:gd name="connsiteX1262" fmla="*/ 1776 w 891021"/>
                  <a:gd name="connsiteY1262" fmla="*/ 55481 h 389543"/>
                  <a:gd name="connsiteX1263" fmla="*/ 1690 w 891021"/>
                  <a:gd name="connsiteY1263" fmla="*/ 52860 h 389543"/>
                  <a:gd name="connsiteX1264" fmla="*/ 2119 w 891021"/>
                  <a:gd name="connsiteY1264" fmla="*/ 52406 h 389543"/>
                  <a:gd name="connsiteX1265" fmla="*/ 2572 w 891021"/>
                  <a:gd name="connsiteY1265" fmla="*/ 52823 h 389543"/>
                  <a:gd name="connsiteX1266" fmla="*/ 2658 w 891021"/>
                  <a:gd name="connsiteY1266" fmla="*/ 55444 h 389543"/>
                  <a:gd name="connsiteX1267" fmla="*/ 2229 w 891021"/>
                  <a:gd name="connsiteY1267" fmla="*/ 55898 h 389543"/>
                  <a:gd name="connsiteX1268" fmla="*/ 2217 w 891021"/>
                  <a:gd name="connsiteY1268" fmla="*/ 55898 h 389543"/>
                  <a:gd name="connsiteX1269" fmla="*/ 888241 w 891021"/>
                  <a:gd name="connsiteY1269" fmla="*/ 49822 h 389543"/>
                  <a:gd name="connsiteX1270" fmla="*/ 887800 w 891021"/>
                  <a:gd name="connsiteY1270" fmla="*/ 49417 h 389543"/>
                  <a:gd name="connsiteX1271" fmla="*/ 887616 w 891021"/>
                  <a:gd name="connsiteY1271" fmla="*/ 46808 h 389543"/>
                  <a:gd name="connsiteX1272" fmla="*/ 888020 w 891021"/>
                  <a:gd name="connsiteY1272" fmla="*/ 46343 h 389543"/>
                  <a:gd name="connsiteX1273" fmla="*/ 888486 w 891021"/>
                  <a:gd name="connsiteY1273" fmla="*/ 46747 h 389543"/>
                  <a:gd name="connsiteX1274" fmla="*/ 888670 w 891021"/>
                  <a:gd name="connsiteY1274" fmla="*/ 49368 h 389543"/>
                  <a:gd name="connsiteX1275" fmla="*/ 888265 w 891021"/>
                  <a:gd name="connsiteY1275" fmla="*/ 49834 h 389543"/>
                  <a:gd name="connsiteX1276" fmla="*/ 888241 w 891021"/>
                  <a:gd name="connsiteY1276" fmla="*/ 49834 h 389543"/>
                  <a:gd name="connsiteX1277" fmla="*/ 1935 w 891021"/>
                  <a:gd name="connsiteY1277" fmla="*/ 47176 h 389543"/>
                  <a:gd name="connsiteX1278" fmla="*/ 1494 w 891021"/>
                  <a:gd name="connsiteY1278" fmla="*/ 46747 h 389543"/>
                  <a:gd name="connsiteX1279" fmla="*/ 1409 w 891021"/>
                  <a:gd name="connsiteY1279" fmla="*/ 44125 h 389543"/>
                  <a:gd name="connsiteX1280" fmla="*/ 1825 w 891021"/>
                  <a:gd name="connsiteY1280" fmla="*/ 43672 h 389543"/>
                  <a:gd name="connsiteX1281" fmla="*/ 2278 w 891021"/>
                  <a:gd name="connsiteY1281" fmla="*/ 44101 h 389543"/>
                  <a:gd name="connsiteX1282" fmla="*/ 2364 w 891021"/>
                  <a:gd name="connsiteY1282" fmla="*/ 46722 h 389543"/>
                  <a:gd name="connsiteX1283" fmla="*/ 1948 w 891021"/>
                  <a:gd name="connsiteY1283" fmla="*/ 47176 h 389543"/>
                  <a:gd name="connsiteX1284" fmla="*/ 1935 w 891021"/>
                  <a:gd name="connsiteY1284" fmla="*/ 47176 h 389543"/>
                  <a:gd name="connsiteX1285" fmla="*/ 887604 w 891021"/>
                  <a:gd name="connsiteY1285" fmla="*/ 41112 h 389543"/>
                  <a:gd name="connsiteX1286" fmla="*/ 887163 w 891021"/>
                  <a:gd name="connsiteY1286" fmla="*/ 40708 h 389543"/>
                  <a:gd name="connsiteX1287" fmla="*/ 886955 w 891021"/>
                  <a:gd name="connsiteY1287" fmla="*/ 38099 h 389543"/>
                  <a:gd name="connsiteX1288" fmla="*/ 887359 w 891021"/>
                  <a:gd name="connsiteY1288" fmla="*/ 37633 h 389543"/>
                  <a:gd name="connsiteX1289" fmla="*/ 887824 w 891021"/>
                  <a:gd name="connsiteY1289" fmla="*/ 38037 h 389543"/>
                  <a:gd name="connsiteX1290" fmla="*/ 888033 w 891021"/>
                  <a:gd name="connsiteY1290" fmla="*/ 40647 h 389543"/>
                  <a:gd name="connsiteX1291" fmla="*/ 887628 w 891021"/>
                  <a:gd name="connsiteY1291" fmla="*/ 41112 h 389543"/>
                  <a:gd name="connsiteX1292" fmla="*/ 887592 w 891021"/>
                  <a:gd name="connsiteY1292" fmla="*/ 41112 h 389543"/>
                  <a:gd name="connsiteX1293" fmla="*/ 1654 w 891021"/>
                  <a:gd name="connsiteY1293" fmla="*/ 38442 h 389543"/>
                  <a:gd name="connsiteX1294" fmla="*/ 1213 w 891021"/>
                  <a:gd name="connsiteY1294" fmla="*/ 38013 h 389543"/>
                  <a:gd name="connsiteX1295" fmla="*/ 1127 w 891021"/>
                  <a:gd name="connsiteY1295" fmla="*/ 35391 h 389543"/>
                  <a:gd name="connsiteX1296" fmla="*/ 1543 w 891021"/>
                  <a:gd name="connsiteY1296" fmla="*/ 34938 h 389543"/>
                  <a:gd name="connsiteX1297" fmla="*/ 1997 w 891021"/>
                  <a:gd name="connsiteY1297" fmla="*/ 35367 h 389543"/>
                  <a:gd name="connsiteX1298" fmla="*/ 2082 w 891021"/>
                  <a:gd name="connsiteY1298" fmla="*/ 37988 h 389543"/>
                  <a:gd name="connsiteX1299" fmla="*/ 1666 w 891021"/>
                  <a:gd name="connsiteY1299" fmla="*/ 38442 h 389543"/>
                  <a:gd name="connsiteX1300" fmla="*/ 1654 w 891021"/>
                  <a:gd name="connsiteY1300" fmla="*/ 38442 h 389543"/>
                  <a:gd name="connsiteX1301" fmla="*/ 886881 w 891021"/>
                  <a:gd name="connsiteY1301" fmla="*/ 32402 h 389543"/>
                  <a:gd name="connsiteX1302" fmla="*/ 886453 w 891021"/>
                  <a:gd name="connsiteY1302" fmla="*/ 31998 h 389543"/>
                  <a:gd name="connsiteX1303" fmla="*/ 886220 w 891021"/>
                  <a:gd name="connsiteY1303" fmla="*/ 29389 h 389543"/>
                  <a:gd name="connsiteX1304" fmla="*/ 886612 w 891021"/>
                  <a:gd name="connsiteY1304" fmla="*/ 28911 h 389543"/>
                  <a:gd name="connsiteX1305" fmla="*/ 887090 w 891021"/>
                  <a:gd name="connsiteY1305" fmla="*/ 29303 h 389543"/>
                  <a:gd name="connsiteX1306" fmla="*/ 887322 w 891021"/>
                  <a:gd name="connsiteY1306" fmla="*/ 31913 h 389543"/>
                  <a:gd name="connsiteX1307" fmla="*/ 886930 w 891021"/>
                  <a:gd name="connsiteY1307" fmla="*/ 32390 h 389543"/>
                  <a:gd name="connsiteX1308" fmla="*/ 886893 w 891021"/>
                  <a:gd name="connsiteY1308" fmla="*/ 32390 h 389543"/>
                  <a:gd name="connsiteX1309" fmla="*/ 1372 w 891021"/>
                  <a:gd name="connsiteY1309" fmla="*/ 29708 h 389543"/>
                  <a:gd name="connsiteX1310" fmla="*/ 931 w 891021"/>
                  <a:gd name="connsiteY1310" fmla="*/ 29279 h 389543"/>
                  <a:gd name="connsiteX1311" fmla="*/ 845 w 891021"/>
                  <a:gd name="connsiteY1311" fmla="*/ 26657 h 389543"/>
                  <a:gd name="connsiteX1312" fmla="*/ 1274 w 891021"/>
                  <a:gd name="connsiteY1312" fmla="*/ 26204 h 389543"/>
                  <a:gd name="connsiteX1313" fmla="*/ 1727 w 891021"/>
                  <a:gd name="connsiteY1313" fmla="*/ 26633 h 389543"/>
                  <a:gd name="connsiteX1314" fmla="*/ 1813 w 891021"/>
                  <a:gd name="connsiteY1314" fmla="*/ 29254 h 389543"/>
                  <a:gd name="connsiteX1315" fmla="*/ 1384 w 891021"/>
                  <a:gd name="connsiteY1315" fmla="*/ 29708 h 389543"/>
                  <a:gd name="connsiteX1316" fmla="*/ 1372 w 891021"/>
                  <a:gd name="connsiteY1316" fmla="*/ 29708 h 389543"/>
                  <a:gd name="connsiteX1317" fmla="*/ 886073 w 891021"/>
                  <a:gd name="connsiteY1317" fmla="*/ 23705 h 389543"/>
                  <a:gd name="connsiteX1318" fmla="*/ 885644 w 891021"/>
                  <a:gd name="connsiteY1318" fmla="*/ 23313 h 389543"/>
                  <a:gd name="connsiteX1319" fmla="*/ 885387 w 891021"/>
                  <a:gd name="connsiteY1319" fmla="*/ 20704 h 389543"/>
                  <a:gd name="connsiteX1320" fmla="*/ 885779 w 891021"/>
                  <a:gd name="connsiteY1320" fmla="*/ 20226 h 389543"/>
                  <a:gd name="connsiteX1321" fmla="*/ 886256 w 891021"/>
                  <a:gd name="connsiteY1321" fmla="*/ 20618 h 389543"/>
                  <a:gd name="connsiteX1322" fmla="*/ 886514 w 891021"/>
                  <a:gd name="connsiteY1322" fmla="*/ 23227 h 389543"/>
                  <a:gd name="connsiteX1323" fmla="*/ 886122 w 891021"/>
                  <a:gd name="connsiteY1323" fmla="*/ 23705 h 389543"/>
                  <a:gd name="connsiteX1324" fmla="*/ 886073 w 891021"/>
                  <a:gd name="connsiteY1324" fmla="*/ 23705 h 389543"/>
                  <a:gd name="connsiteX1325" fmla="*/ 1090 w 891021"/>
                  <a:gd name="connsiteY1325" fmla="*/ 20974 h 389543"/>
                  <a:gd name="connsiteX1326" fmla="*/ 649 w 891021"/>
                  <a:gd name="connsiteY1326" fmla="*/ 20545 h 389543"/>
                  <a:gd name="connsiteX1327" fmla="*/ 563 w 891021"/>
                  <a:gd name="connsiteY1327" fmla="*/ 17923 h 389543"/>
                  <a:gd name="connsiteX1328" fmla="*/ 992 w 891021"/>
                  <a:gd name="connsiteY1328" fmla="*/ 17470 h 389543"/>
                  <a:gd name="connsiteX1329" fmla="*/ 1445 w 891021"/>
                  <a:gd name="connsiteY1329" fmla="*/ 17887 h 389543"/>
                  <a:gd name="connsiteX1330" fmla="*/ 1531 w 891021"/>
                  <a:gd name="connsiteY1330" fmla="*/ 20508 h 389543"/>
                  <a:gd name="connsiteX1331" fmla="*/ 1115 w 891021"/>
                  <a:gd name="connsiteY1331" fmla="*/ 20961 h 389543"/>
                  <a:gd name="connsiteX1332" fmla="*/ 1102 w 891021"/>
                  <a:gd name="connsiteY1332" fmla="*/ 20961 h 389543"/>
                  <a:gd name="connsiteX1333" fmla="*/ 885179 w 891021"/>
                  <a:gd name="connsiteY1333" fmla="*/ 15008 h 389543"/>
                  <a:gd name="connsiteX1334" fmla="*/ 884750 w 891021"/>
                  <a:gd name="connsiteY1334" fmla="*/ 14616 h 389543"/>
                  <a:gd name="connsiteX1335" fmla="*/ 884468 w 891021"/>
                  <a:gd name="connsiteY1335" fmla="*/ 12007 h 389543"/>
                  <a:gd name="connsiteX1336" fmla="*/ 884848 w 891021"/>
                  <a:gd name="connsiteY1336" fmla="*/ 11529 h 389543"/>
                  <a:gd name="connsiteX1337" fmla="*/ 885325 w 891021"/>
                  <a:gd name="connsiteY1337" fmla="*/ 11909 h 389543"/>
                  <a:gd name="connsiteX1338" fmla="*/ 885607 w 891021"/>
                  <a:gd name="connsiteY1338" fmla="*/ 14518 h 389543"/>
                  <a:gd name="connsiteX1339" fmla="*/ 885215 w 891021"/>
                  <a:gd name="connsiteY1339" fmla="*/ 14996 h 389543"/>
                  <a:gd name="connsiteX1340" fmla="*/ 885166 w 891021"/>
                  <a:gd name="connsiteY1340" fmla="*/ 14996 h 389543"/>
                  <a:gd name="connsiteX1341" fmla="*/ 808 w 891021"/>
                  <a:gd name="connsiteY1341" fmla="*/ 12239 h 389543"/>
                  <a:gd name="connsiteX1342" fmla="*/ 367 w 891021"/>
                  <a:gd name="connsiteY1342" fmla="*/ 11811 h 389543"/>
                  <a:gd name="connsiteX1343" fmla="*/ 282 w 891021"/>
                  <a:gd name="connsiteY1343" fmla="*/ 9189 h 389543"/>
                  <a:gd name="connsiteX1344" fmla="*/ 698 w 891021"/>
                  <a:gd name="connsiteY1344" fmla="*/ 8736 h 389543"/>
                  <a:gd name="connsiteX1345" fmla="*/ 1151 w 891021"/>
                  <a:gd name="connsiteY1345" fmla="*/ 9152 h 389543"/>
                  <a:gd name="connsiteX1346" fmla="*/ 1237 w 891021"/>
                  <a:gd name="connsiteY1346" fmla="*/ 11774 h 389543"/>
                  <a:gd name="connsiteX1347" fmla="*/ 821 w 891021"/>
                  <a:gd name="connsiteY1347" fmla="*/ 12227 h 389543"/>
                  <a:gd name="connsiteX1348" fmla="*/ 808 w 891021"/>
                  <a:gd name="connsiteY1348" fmla="*/ 12227 h 389543"/>
                  <a:gd name="connsiteX1349" fmla="*/ 884186 w 891021"/>
                  <a:gd name="connsiteY1349" fmla="*/ 6323 h 389543"/>
                  <a:gd name="connsiteX1350" fmla="*/ 883757 w 891021"/>
                  <a:gd name="connsiteY1350" fmla="*/ 5943 h 389543"/>
                  <a:gd name="connsiteX1351" fmla="*/ 883439 w 891021"/>
                  <a:gd name="connsiteY1351" fmla="*/ 3346 h 389543"/>
                  <a:gd name="connsiteX1352" fmla="*/ 883819 w 891021"/>
                  <a:gd name="connsiteY1352" fmla="*/ 2856 h 389543"/>
                  <a:gd name="connsiteX1353" fmla="*/ 884309 w 891021"/>
                  <a:gd name="connsiteY1353" fmla="*/ 3236 h 389543"/>
                  <a:gd name="connsiteX1354" fmla="*/ 884627 w 891021"/>
                  <a:gd name="connsiteY1354" fmla="*/ 5845 h 389543"/>
                  <a:gd name="connsiteX1355" fmla="*/ 884248 w 891021"/>
                  <a:gd name="connsiteY1355" fmla="*/ 6335 h 389543"/>
                  <a:gd name="connsiteX1356" fmla="*/ 884198 w 891021"/>
                  <a:gd name="connsiteY1356" fmla="*/ 6335 h 389543"/>
                  <a:gd name="connsiteX1357" fmla="*/ 527 w 891021"/>
                  <a:gd name="connsiteY1357" fmla="*/ 3505 h 389543"/>
                  <a:gd name="connsiteX1358" fmla="*/ 86 w 891021"/>
                  <a:gd name="connsiteY1358" fmla="*/ 3077 h 389543"/>
                  <a:gd name="connsiteX1359" fmla="*/ 0 w 891021"/>
                  <a:gd name="connsiteY1359" fmla="*/ 455 h 389543"/>
                  <a:gd name="connsiteX1360" fmla="*/ 416 w 891021"/>
                  <a:gd name="connsiteY1360" fmla="*/ 2 h 389543"/>
                  <a:gd name="connsiteX1361" fmla="*/ 870 w 891021"/>
                  <a:gd name="connsiteY1361" fmla="*/ 431 h 389543"/>
                  <a:gd name="connsiteX1362" fmla="*/ 955 w 891021"/>
                  <a:gd name="connsiteY1362" fmla="*/ 3052 h 389543"/>
                  <a:gd name="connsiteX1363" fmla="*/ 539 w 891021"/>
                  <a:gd name="connsiteY1363" fmla="*/ 3505 h 389543"/>
                  <a:gd name="connsiteX1364" fmla="*/ 527 w 891021"/>
                  <a:gd name="connsiteY1364" fmla="*/ 3505 h 389543"/>
                  <a:gd name="connsiteX1365" fmla="*/ 880254 w 891021"/>
                  <a:gd name="connsiteY1365" fmla="*/ 884 h 389543"/>
                  <a:gd name="connsiteX1366" fmla="*/ 877633 w 891021"/>
                  <a:gd name="connsiteY1366" fmla="*/ 884 h 389543"/>
                  <a:gd name="connsiteX1367" fmla="*/ 877192 w 891021"/>
                  <a:gd name="connsiteY1367" fmla="*/ 443 h 389543"/>
                  <a:gd name="connsiteX1368" fmla="*/ 877633 w 891021"/>
                  <a:gd name="connsiteY1368" fmla="*/ 2 h 389543"/>
                  <a:gd name="connsiteX1369" fmla="*/ 880254 w 891021"/>
                  <a:gd name="connsiteY1369" fmla="*/ 2 h 389543"/>
                  <a:gd name="connsiteX1370" fmla="*/ 880695 w 891021"/>
                  <a:gd name="connsiteY1370" fmla="*/ 443 h 389543"/>
                  <a:gd name="connsiteX1371" fmla="*/ 880254 w 891021"/>
                  <a:gd name="connsiteY1371" fmla="*/ 884 h 389543"/>
                  <a:gd name="connsiteX1372" fmla="*/ 871520 w 891021"/>
                  <a:gd name="connsiteY1372" fmla="*/ 884 h 389543"/>
                  <a:gd name="connsiteX1373" fmla="*/ 868899 w 891021"/>
                  <a:gd name="connsiteY1373" fmla="*/ 884 h 389543"/>
                  <a:gd name="connsiteX1374" fmla="*/ 868458 w 891021"/>
                  <a:gd name="connsiteY1374" fmla="*/ 443 h 389543"/>
                  <a:gd name="connsiteX1375" fmla="*/ 868899 w 891021"/>
                  <a:gd name="connsiteY1375" fmla="*/ 2 h 389543"/>
                  <a:gd name="connsiteX1376" fmla="*/ 871520 w 891021"/>
                  <a:gd name="connsiteY1376" fmla="*/ 2 h 389543"/>
                  <a:gd name="connsiteX1377" fmla="*/ 871961 w 891021"/>
                  <a:gd name="connsiteY1377" fmla="*/ 443 h 389543"/>
                  <a:gd name="connsiteX1378" fmla="*/ 871520 w 891021"/>
                  <a:gd name="connsiteY1378" fmla="*/ 884 h 389543"/>
                  <a:gd name="connsiteX1379" fmla="*/ 862786 w 891021"/>
                  <a:gd name="connsiteY1379" fmla="*/ 884 h 389543"/>
                  <a:gd name="connsiteX1380" fmla="*/ 860164 w 891021"/>
                  <a:gd name="connsiteY1380" fmla="*/ 884 h 389543"/>
                  <a:gd name="connsiteX1381" fmla="*/ 859724 w 891021"/>
                  <a:gd name="connsiteY1381" fmla="*/ 443 h 389543"/>
                  <a:gd name="connsiteX1382" fmla="*/ 860164 w 891021"/>
                  <a:gd name="connsiteY1382" fmla="*/ 2 h 389543"/>
                  <a:gd name="connsiteX1383" fmla="*/ 862786 w 891021"/>
                  <a:gd name="connsiteY1383" fmla="*/ 2 h 389543"/>
                  <a:gd name="connsiteX1384" fmla="*/ 863227 w 891021"/>
                  <a:gd name="connsiteY1384" fmla="*/ 443 h 389543"/>
                  <a:gd name="connsiteX1385" fmla="*/ 862786 w 891021"/>
                  <a:gd name="connsiteY1385" fmla="*/ 884 h 389543"/>
                  <a:gd name="connsiteX1386" fmla="*/ 854052 w 891021"/>
                  <a:gd name="connsiteY1386" fmla="*/ 884 h 389543"/>
                  <a:gd name="connsiteX1387" fmla="*/ 851430 w 891021"/>
                  <a:gd name="connsiteY1387" fmla="*/ 884 h 389543"/>
                  <a:gd name="connsiteX1388" fmla="*/ 850989 w 891021"/>
                  <a:gd name="connsiteY1388" fmla="*/ 443 h 389543"/>
                  <a:gd name="connsiteX1389" fmla="*/ 851430 w 891021"/>
                  <a:gd name="connsiteY1389" fmla="*/ 2 h 389543"/>
                  <a:gd name="connsiteX1390" fmla="*/ 854052 w 891021"/>
                  <a:gd name="connsiteY1390" fmla="*/ 2 h 389543"/>
                  <a:gd name="connsiteX1391" fmla="*/ 854493 w 891021"/>
                  <a:gd name="connsiteY1391" fmla="*/ 443 h 389543"/>
                  <a:gd name="connsiteX1392" fmla="*/ 854052 w 891021"/>
                  <a:gd name="connsiteY1392" fmla="*/ 884 h 389543"/>
                  <a:gd name="connsiteX1393" fmla="*/ 845318 w 891021"/>
                  <a:gd name="connsiteY1393" fmla="*/ 884 h 389543"/>
                  <a:gd name="connsiteX1394" fmla="*/ 842696 w 891021"/>
                  <a:gd name="connsiteY1394" fmla="*/ 884 h 389543"/>
                  <a:gd name="connsiteX1395" fmla="*/ 842255 w 891021"/>
                  <a:gd name="connsiteY1395" fmla="*/ 443 h 389543"/>
                  <a:gd name="connsiteX1396" fmla="*/ 842696 w 891021"/>
                  <a:gd name="connsiteY1396" fmla="*/ 2 h 389543"/>
                  <a:gd name="connsiteX1397" fmla="*/ 845318 w 891021"/>
                  <a:gd name="connsiteY1397" fmla="*/ 2 h 389543"/>
                  <a:gd name="connsiteX1398" fmla="*/ 845759 w 891021"/>
                  <a:gd name="connsiteY1398" fmla="*/ 443 h 389543"/>
                  <a:gd name="connsiteX1399" fmla="*/ 845318 w 891021"/>
                  <a:gd name="connsiteY1399" fmla="*/ 884 h 389543"/>
                  <a:gd name="connsiteX1400" fmla="*/ 836584 w 891021"/>
                  <a:gd name="connsiteY1400" fmla="*/ 884 h 389543"/>
                  <a:gd name="connsiteX1401" fmla="*/ 833962 w 891021"/>
                  <a:gd name="connsiteY1401" fmla="*/ 884 h 389543"/>
                  <a:gd name="connsiteX1402" fmla="*/ 833521 w 891021"/>
                  <a:gd name="connsiteY1402" fmla="*/ 443 h 389543"/>
                  <a:gd name="connsiteX1403" fmla="*/ 833962 w 891021"/>
                  <a:gd name="connsiteY1403" fmla="*/ 2 h 389543"/>
                  <a:gd name="connsiteX1404" fmla="*/ 836584 w 891021"/>
                  <a:gd name="connsiteY1404" fmla="*/ 2 h 389543"/>
                  <a:gd name="connsiteX1405" fmla="*/ 837025 w 891021"/>
                  <a:gd name="connsiteY1405" fmla="*/ 443 h 389543"/>
                  <a:gd name="connsiteX1406" fmla="*/ 836584 w 891021"/>
                  <a:gd name="connsiteY1406" fmla="*/ 884 h 389543"/>
                  <a:gd name="connsiteX1407" fmla="*/ 827850 w 891021"/>
                  <a:gd name="connsiteY1407" fmla="*/ 884 h 389543"/>
                  <a:gd name="connsiteX1408" fmla="*/ 825228 w 891021"/>
                  <a:gd name="connsiteY1408" fmla="*/ 884 h 389543"/>
                  <a:gd name="connsiteX1409" fmla="*/ 824787 w 891021"/>
                  <a:gd name="connsiteY1409" fmla="*/ 443 h 389543"/>
                  <a:gd name="connsiteX1410" fmla="*/ 825228 w 891021"/>
                  <a:gd name="connsiteY1410" fmla="*/ 2 h 389543"/>
                  <a:gd name="connsiteX1411" fmla="*/ 827850 w 891021"/>
                  <a:gd name="connsiteY1411" fmla="*/ 2 h 389543"/>
                  <a:gd name="connsiteX1412" fmla="*/ 828291 w 891021"/>
                  <a:gd name="connsiteY1412" fmla="*/ 443 h 389543"/>
                  <a:gd name="connsiteX1413" fmla="*/ 827850 w 891021"/>
                  <a:gd name="connsiteY1413" fmla="*/ 884 h 389543"/>
                  <a:gd name="connsiteX1414" fmla="*/ 819116 w 891021"/>
                  <a:gd name="connsiteY1414" fmla="*/ 884 h 389543"/>
                  <a:gd name="connsiteX1415" fmla="*/ 816494 w 891021"/>
                  <a:gd name="connsiteY1415" fmla="*/ 884 h 389543"/>
                  <a:gd name="connsiteX1416" fmla="*/ 816053 w 891021"/>
                  <a:gd name="connsiteY1416" fmla="*/ 443 h 389543"/>
                  <a:gd name="connsiteX1417" fmla="*/ 816494 w 891021"/>
                  <a:gd name="connsiteY1417" fmla="*/ 2 h 389543"/>
                  <a:gd name="connsiteX1418" fmla="*/ 819116 w 891021"/>
                  <a:gd name="connsiteY1418" fmla="*/ 2 h 389543"/>
                  <a:gd name="connsiteX1419" fmla="*/ 819557 w 891021"/>
                  <a:gd name="connsiteY1419" fmla="*/ 443 h 389543"/>
                  <a:gd name="connsiteX1420" fmla="*/ 819116 w 891021"/>
                  <a:gd name="connsiteY1420" fmla="*/ 884 h 389543"/>
                  <a:gd name="connsiteX1421" fmla="*/ 810382 w 891021"/>
                  <a:gd name="connsiteY1421" fmla="*/ 884 h 389543"/>
                  <a:gd name="connsiteX1422" fmla="*/ 807760 w 891021"/>
                  <a:gd name="connsiteY1422" fmla="*/ 884 h 389543"/>
                  <a:gd name="connsiteX1423" fmla="*/ 807319 w 891021"/>
                  <a:gd name="connsiteY1423" fmla="*/ 443 h 389543"/>
                  <a:gd name="connsiteX1424" fmla="*/ 807760 w 891021"/>
                  <a:gd name="connsiteY1424" fmla="*/ 2 h 389543"/>
                  <a:gd name="connsiteX1425" fmla="*/ 810382 w 891021"/>
                  <a:gd name="connsiteY1425" fmla="*/ 2 h 389543"/>
                  <a:gd name="connsiteX1426" fmla="*/ 810823 w 891021"/>
                  <a:gd name="connsiteY1426" fmla="*/ 443 h 389543"/>
                  <a:gd name="connsiteX1427" fmla="*/ 810382 w 891021"/>
                  <a:gd name="connsiteY1427" fmla="*/ 884 h 389543"/>
                  <a:gd name="connsiteX1428" fmla="*/ 801648 w 891021"/>
                  <a:gd name="connsiteY1428" fmla="*/ 884 h 389543"/>
                  <a:gd name="connsiteX1429" fmla="*/ 799026 w 891021"/>
                  <a:gd name="connsiteY1429" fmla="*/ 884 h 389543"/>
                  <a:gd name="connsiteX1430" fmla="*/ 798585 w 891021"/>
                  <a:gd name="connsiteY1430" fmla="*/ 443 h 389543"/>
                  <a:gd name="connsiteX1431" fmla="*/ 799026 w 891021"/>
                  <a:gd name="connsiteY1431" fmla="*/ 2 h 389543"/>
                  <a:gd name="connsiteX1432" fmla="*/ 801648 w 891021"/>
                  <a:gd name="connsiteY1432" fmla="*/ 2 h 389543"/>
                  <a:gd name="connsiteX1433" fmla="*/ 802089 w 891021"/>
                  <a:gd name="connsiteY1433" fmla="*/ 443 h 389543"/>
                  <a:gd name="connsiteX1434" fmla="*/ 801648 w 891021"/>
                  <a:gd name="connsiteY1434" fmla="*/ 884 h 389543"/>
                  <a:gd name="connsiteX1435" fmla="*/ 792914 w 891021"/>
                  <a:gd name="connsiteY1435" fmla="*/ 884 h 389543"/>
                  <a:gd name="connsiteX1436" fmla="*/ 790292 w 891021"/>
                  <a:gd name="connsiteY1436" fmla="*/ 884 h 389543"/>
                  <a:gd name="connsiteX1437" fmla="*/ 789851 w 891021"/>
                  <a:gd name="connsiteY1437" fmla="*/ 443 h 389543"/>
                  <a:gd name="connsiteX1438" fmla="*/ 790292 w 891021"/>
                  <a:gd name="connsiteY1438" fmla="*/ 2 h 389543"/>
                  <a:gd name="connsiteX1439" fmla="*/ 792914 w 891021"/>
                  <a:gd name="connsiteY1439" fmla="*/ 2 h 389543"/>
                  <a:gd name="connsiteX1440" fmla="*/ 793354 w 891021"/>
                  <a:gd name="connsiteY1440" fmla="*/ 443 h 389543"/>
                  <a:gd name="connsiteX1441" fmla="*/ 792914 w 891021"/>
                  <a:gd name="connsiteY1441" fmla="*/ 884 h 389543"/>
                  <a:gd name="connsiteX1442" fmla="*/ 784179 w 891021"/>
                  <a:gd name="connsiteY1442" fmla="*/ 884 h 389543"/>
                  <a:gd name="connsiteX1443" fmla="*/ 781558 w 891021"/>
                  <a:gd name="connsiteY1443" fmla="*/ 884 h 389543"/>
                  <a:gd name="connsiteX1444" fmla="*/ 781117 w 891021"/>
                  <a:gd name="connsiteY1444" fmla="*/ 443 h 389543"/>
                  <a:gd name="connsiteX1445" fmla="*/ 781558 w 891021"/>
                  <a:gd name="connsiteY1445" fmla="*/ 2 h 389543"/>
                  <a:gd name="connsiteX1446" fmla="*/ 784179 w 891021"/>
                  <a:gd name="connsiteY1446" fmla="*/ 2 h 389543"/>
                  <a:gd name="connsiteX1447" fmla="*/ 784620 w 891021"/>
                  <a:gd name="connsiteY1447" fmla="*/ 443 h 389543"/>
                  <a:gd name="connsiteX1448" fmla="*/ 784179 w 891021"/>
                  <a:gd name="connsiteY1448" fmla="*/ 884 h 389543"/>
                  <a:gd name="connsiteX1449" fmla="*/ 775445 w 891021"/>
                  <a:gd name="connsiteY1449" fmla="*/ 884 h 389543"/>
                  <a:gd name="connsiteX1450" fmla="*/ 772824 w 891021"/>
                  <a:gd name="connsiteY1450" fmla="*/ 884 h 389543"/>
                  <a:gd name="connsiteX1451" fmla="*/ 772383 w 891021"/>
                  <a:gd name="connsiteY1451" fmla="*/ 443 h 389543"/>
                  <a:gd name="connsiteX1452" fmla="*/ 772824 w 891021"/>
                  <a:gd name="connsiteY1452" fmla="*/ 2 h 389543"/>
                  <a:gd name="connsiteX1453" fmla="*/ 775445 w 891021"/>
                  <a:gd name="connsiteY1453" fmla="*/ 2 h 389543"/>
                  <a:gd name="connsiteX1454" fmla="*/ 775886 w 891021"/>
                  <a:gd name="connsiteY1454" fmla="*/ 443 h 389543"/>
                  <a:gd name="connsiteX1455" fmla="*/ 775445 w 891021"/>
                  <a:gd name="connsiteY1455" fmla="*/ 884 h 389543"/>
                  <a:gd name="connsiteX1456" fmla="*/ 766711 w 891021"/>
                  <a:gd name="connsiteY1456" fmla="*/ 884 h 389543"/>
                  <a:gd name="connsiteX1457" fmla="*/ 764090 w 891021"/>
                  <a:gd name="connsiteY1457" fmla="*/ 884 h 389543"/>
                  <a:gd name="connsiteX1458" fmla="*/ 763649 w 891021"/>
                  <a:gd name="connsiteY1458" fmla="*/ 443 h 389543"/>
                  <a:gd name="connsiteX1459" fmla="*/ 764090 w 891021"/>
                  <a:gd name="connsiteY1459" fmla="*/ 2 h 389543"/>
                  <a:gd name="connsiteX1460" fmla="*/ 766711 w 891021"/>
                  <a:gd name="connsiteY1460" fmla="*/ 2 h 389543"/>
                  <a:gd name="connsiteX1461" fmla="*/ 767152 w 891021"/>
                  <a:gd name="connsiteY1461" fmla="*/ 443 h 389543"/>
                  <a:gd name="connsiteX1462" fmla="*/ 766711 w 891021"/>
                  <a:gd name="connsiteY1462" fmla="*/ 884 h 389543"/>
                  <a:gd name="connsiteX1463" fmla="*/ 757977 w 891021"/>
                  <a:gd name="connsiteY1463" fmla="*/ 884 h 389543"/>
                  <a:gd name="connsiteX1464" fmla="*/ 755356 w 891021"/>
                  <a:gd name="connsiteY1464" fmla="*/ 884 h 389543"/>
                  <a:gd name="connsiteX1465" fmla="*/ 754915 w 891021"/>
                  <a:gd name="connsiteY1465" fmla="*/ 443 h 389543"/>
                  <a:gd name="connsiteX1466" fmla="*/ 755356 w 891021"/>
                  <a:gd name="connsiteY1466" fmla="*/ 2 h 389543"/>
                  <a:gd name="connsiteX1467" fmla="*/ 757977 w 891021"/>
                  <a:gd name="connsiteY1467" fmla="*/ 2 h 389543"/>
                  <a:gd name="connsiteX1468" fmla="*/ 758418 w 891021"/>
                  <a:gd name="connsiteY1468" fmla="*/ 443 h 389543"/>
                  <a:gd name="connsiteX1469" fmla="*/ 757977 w 891021"/>
                  <a:gd name="connsiteY1469" fmla="*/ 884 h 389543"/>
                  <a:gd name="connsiteX1470" fmla="*/ 749243 w 891021"/>
                  <a:gd name="connsiteY1470" fmla="*/ 884 h 389543"/>
                  <a:gd name="connsiteX1471" fmla="*/ 746622 w 891021"/>
                  <a:gd name="connsiteY1471" fmla="*/ 884 h 389543"/>
                  <a:gd name="connsiteX1472" fmla="*/ 746181 w 891021"/>
                  <a:gd name="connsiteY1472" fmla="*/ 443 h 389543"/>
                  <a:gd name="connsiteX1473" fmla="*/ 746622 w 891021"/>
                  <a:gd name="connsiteY1473" fmla="*/ 2 h 389543"/>
                  <a:gd name="connsiteX1474" fmla="*/ 749243 w 891021"/>
                  <a:gd name="connsiteY1474" fmla="*/ 2 h 389543"/>
                  <a:gd name="connsiteX1475" fmla="*/ 749684 w 891021"/>
                  <a:gd name="connsiteY1475" fmla="*/ 443 h 389543"/>
                  <a:gd name="connsiteX1476" fmla="*/ 749243 w 891021"/>
                  <a:gd name="connsiteY1476" fmla="*/ 884 h 389543"/>
                  <a:gd name="connsiteX1477" fmla="*/ 740509 w 891021"/>
                  <a:gd name="connsiteY1477" fmla="*/ 884 h 389543"/>
                  <a:gd name="connsiteX1478" fmla="*/ 737888 w 891021"/>
                  <a:gd name="connsiteY1478" fmla="*/ 884 h 389543"/>
                  <a:gd name="connsiteX1479" fmla="*/ 737447 w 891021"/>
                  <a:gd name="connsiteY1479" fmla="*/ 443 h 389543"/>
                  <a:gd name="connsiteX1480" fmla="*/ 737888 w 891021"/>
                  <a:gd name="connsiteY1480" fmla="*/ 2 h 389543"/>
                  <a:gd name="connsiteX1481" fmla="*/ 740509 w 891021"/>
                  <a:gd name="connsiteY1481" fmla="*/ 2 h 389543"/>
                  <a:gd name="connsiteX1482" fmla="*/ 740950 w 891021"/>
                  <a:gd name="connsiteY1482" fmla="*/ 443 h 389543"/>
                  <a:gd name="connsiteX1483" fmla="*/ 740509 w 891021"/>
                  <a:gd name="connsiteY1483" fmla="*/ 884 h 389543"/>
                  <a:gd name="connsiteX1484" fmla="*/ 731775 w 891021"/>
                  <a:gd name="connsiteY1484" fmla="*/ 884 h 389543"/>
                  <a:gd name="connsiteX1485" fmla="*/ 729154 w 891021"/>
                  <a:gd name="connsiteY1485" fmla="*/ 884 h 389543"/>
                  <a:gd name="connsiteX1486" fmla="*/ 728713 w 891021"/>
                  <a:gd name="connsiteY1486" fmla="*/ 443 h 389543"/>
                  <a:gd name="connsiteX1487" fmla="*/ 729154 w 891021"/>
                  <a:gd name="connsiteY1487" fmla="*/ 2 h 389543"/>
                  <a:gd name="connsiteX1488" fmla="*/ 731775 w 891021"/>
                  <a:gd name="connsiteY1488" fmla="*/ 2 h 389543"/>
                  <a:gd name="connsiteX1489" fmla="*/ 732216 w 891021"/>
                  <a:gd name="connsiteY1489" fmla="*/ 443 h 389543"/>
                  <a:gd name="connsiteX1490" fmla="*/ 731775 w 891021"/>
                  <a:gd name="connsiteY1490" fmla="*/ 884 h 389543"/>
                  <a:gd name="connsiteX1491" fmla="*/ 723041 w 891021"/>
                  <a:gd name="connsiteY1491" fmla="*/ 884 h 389543"/>
                  <a:gd name="connsiteX1492" fmla="*/ 720419 w 891021"/>
                  <a:gd name="connsiteY1492" fmla="*/ 884 h 389543"/>
                  <a:gd name="connsiteX1493" fmla="*/ 719979 w 891021"/>
                  <a:gd name="connsiteY1493" fmla="*/ 443 h 389543"/>
                  <a:gd name="connsiteX1494" fmla="*/ 720419 w 891021"/>
                  <a:gd name="connsiteY1494" fmla="*/ 2 h 389543"/>
                  <a:gd name="connsiteX1495" fmla="*/ 723041 w 891021"/>
                  <a:gd name="connsiteY1495" fmla="*/ 2 h 389543"/>
                  <a:gd name="connsiteX1496" fmla="*/ 723482 w 891021"/>
                  <a:gd name="connsiteY1496" fmla="*/ 443 h 389543"/>
                  <a:gd name="connsiteX1497" fmla="*/ 723041 w 891021"/>
                  <a:gd name="connsiteY1497" fmla="*/ 884 h 389543"/>
                  <a:gd name="connsiteX1498" fmla="*/ 714307 w 891021"/>
                  <a:gd name="connsiteY1498" fmla="*/ 884 h 389543"/>
                  <a:gd name="connsiteX1499" fmla="*/ 711685 w 891021"/>
                  <a:gd name="connsiteY1499" fmla="*/ 884 h 389543"/>
                  <a:gd name="connsiteX1500" fmla="*/ 711244 w 891021"/>
                  <a:gd name="connsiteY1500" fmla="*/ 443 h 389543"/>
                  <a:gd name="connsiteX1501" fmla="*/ 711685 w 891021"/>
                  <a:gd name="connsiteY1501" fmla="*/ 2 h 389543"/>
                  <a:gd name="connsiteX1502" fmla="*/ 714307 w 891021"/>
                  <a:gd name="connsiteY1502" fmla="*/ 2 h 389543"/>
                  <a:gd name="connsiteX1503" fmla="*/ 714748 w 891021"/>
                  <a:gd name="connsiteY1503" fmla="*/ 443 h 389543"/>
                  <a:gd name="connsiteX1504" fmla="*/ 714307 w 891021"/>
                  <a:gd name="connsiteY1504" fmla="*/ 884 h 389543"/>
                  <a:gd name="connsiteX1505" fmla="*/ 705573 w 891021"/>
                  <a:gd name="connsiteY1505" fmla="*/ 884 h 389543"/>
                  <a:gd name="connsiteX1506" fmla="*/ 702951 w 891021"/>
                  <a:gd name="connsiteY1506" fmla="*/ 884 h 389543"/>
                  <a:gd name="connsiteX1507" fmla="*/ 702510 w 891021"/>
                  <a:gd name="connsiteY1507" fmla="*/ 443 h 389543"/>
                  <a:gd name="connsiteX1508" fmla="*/ 702951 w 891021"/>
                  <a:gd name="connsiteY1508" fmla="*/ 2 h 389543"/>
                  <a:gd name="connsiteX1509" fmla="*/ 705573 w 891021"/>
                  <a:gd name="connsiteY1509" fmla="*/ 2 h 389543"/>
                  <a:gd name="connsiteX1510" fmla="*/ 706014 w 891021"/>
                  <a:gd name="connsiteY1510" fmla="*/ 443 h 389543"/>
                  <a:gd name="connsiteX1511" fmla="*/ 705573 w 891021"/>
                  <a:gd name="connsiteY1511" fmla="*/ 884 h 389543"/>
                  <a:gd name="connsiteX1512" fmla="*/ 696839 w 891021"/>
                  <a:gd name="connsiteY1512" fmla="*/ 884 h 389543"/>
                  <a:gd name="connsiteX1513" fmla="*/ 694217 w 891021"/>
                  <a:gd name="connsiteY1513" fmla="*/ 884 h 389543"/>
                  <a:gd name="connsiteX1514" fmla="*/ 693776 w 891021"/>
                  <a:gd name="connsiteY1514" fmla="*/ 443 h 389543"/>
                  <a:gd name="connsiteX1515" fmla="*/ 694217 w 891021"/>
                  <a:gd name="connsiteY1515" fmla="*/ 2 h 389543"/>
                  <a:gd name="connsiteX1516" fmla="*/ 696839 w 891021"/>
                  <a:gd name="connsiteY1516" fmla="*/ 2 h 389543"/>
                  <a:gd name="connsiteX1517" fmla="*/ 697280 w 891021"/>
                  <a:gd name="connsiteY1517" fmla="*/ 443 h 389543"/>
                  <a:gd name="connsiteX1518" fmla="*/ 696839 w 891021"/>
                  <a:gd name="connsiteY1518" fmla="*/ 884 h 389543"/>
                  <a:gd name="connsiteX1519" fmla="*/ 688105 w 891021"/>
                  <a:gd name="connsiteY1519" fmla="*/ 884 h 389543"/>
                  <a:gd name="connsiteX1520" fmla="*/ 685483 w 891021"/>
                  <a:gd name="connsiteY1520" fmla="*/ 884 h 389543"/>
                  <a:gd name="connsiteX1521" fmla="*/ 685042 w 891021"/>
                  <a:gd name="connsiteY1521" fmla="*/ 443 h 389543"/>
                  <a:gd name="connsiteX1522" fmla="*/ 685483 w 891021"/>
                  <a:gd name="connsiteY1522" fmla="*/ 2 h 389543"/>
                  <a:gd name="connsiteX1523" fmla="*/ 688105 w 891021"/>
                  <a:gd name="connsiteY1523" fmla="*/ 2 h 389543"/>
                  <a:gd name="connsiteX1524" fmla="*/ 688546 w 891021"/>
                  <a:gd name="connsiteY1524" fmla="*/ 443 h 389543"/>
                  <a:gd name="connsiteX1525" fmla="*/ 688105 w 891021"/>
                  <a:gd name="connsiteY1525" fmla="*/ 884 h 389543"/>
                  <a:gd name="connsiteX1526" fmla="*/ 679371 w 891021"/>
                  <a:gd name="connsiteY1526" fmla="*/ 884 h 389543"/>
                  <a:gd name="connsiteX1527" fmla="*/ 676749 w 891021"/>
                  <a:gd name="connsiteY1527" fmla="*/ 884 h 389543"/>
                  <a:gd name="connsiteX1528" fmla="*/ 676308 w 891021"/>
                  <a:gd name="connsiteY1528" fmla="*/ 443 h 389543"/>
                  <a:gd name="connsiteX1529" fmla="*/ 676749 w 891021"/>
                  <a:gd name="connsiteY1529" fmla="*/ 2 h 389543"/>
                  <a:gd name="connsiteX1530" fmla="*/ 679371 w 891021"/>
                  <a:gd name="connsiteY1530" fmla="*/ 2 h 389543"/>
                  <a:gd name="connsiteX1531" fmla="*/ 679812 w 891021"/>
                  <a:gd name="connsiteY1531" fmla="*/ 443 h 389543"/>
                  <a:gd name="connsiteX1532" fmla="*/ 679371 w 891021"/>
                  <a:gd name="connsiteY1532" fmla="*/ 884 h 389543"/>
                  <a:gd name="connsiteX1533" fmla="*/ 670637 w 891021"/>
                  <a:gd name="connsiteY1533" fmla="*/ 884 h 389543"/>
                  <a:gd name="connsiteX1534" fmla="*/ 668015 w 891021"/>
                  <a:gd name="connsiteY1534" fmla="*/ 884 h 389543"/>
                  <a:gd name="connsiteX1535" fmla="*/ 667574 w 891021"/>
                  <a:gd name="connsiteY1535" fmla="*/ 443 h 389543"/>
                  <a:gd name="connsiteX1536" fmla="*/ 668015 w 891021"/>
                  <a:gd name="connsiteY1536" fmla="*/ 2 h 389543"/>
                  <a:gd name="connsiteX1537" fmla="*/ 670637 w 891021"/>
                  <a:gd name="connsiteY1537" fmla="*/ 2 h 389543"/>
                  <a:gd name="connsiteX1538" fmla="*/ 671078 w 891021"/>
                  <a:gd name="connsiteY1538" fmla="*/ 443 h 389543"/>
                  <a:gd name="connsiteX1539" fmla="*/ 670637 w 891021"/>
                  <a:gd name="connsiteY1539" fmla="*/ 884 h 389543"/>
                  <a:gd name="connsiteX1540" fmla="*/ 661902 w 891021"/>
                  <a:gd name="connsiteY1540" fmla="*/ 884 h 389543"/>
                  <a:gd name="connsiteX1541" fmla="*/ 659281 w 891021"/>
                  <a:gd name="connsiteY1541" fmla="*/ 884 h 389543"/>
                  <a:gd name="connsiteX1542" fmla="*/ 658840 w 891021"/>
                  <a:gd name="connsiteY1542" fmla="*/ 443 h 389543"/>
                  <a:gd name="connsiteX1543" fmla="*/ 659281 w 891021"/>
                  <a:gd name="connsiteY1543" fmla="*/ 2 h 389543"/>
                  <a:gd name="connsiteX1544" fmla="*/ 661902 w 891021"/>
                  <a:gd name="connsiteY1544" fmla="*/ 2 h 389543"/>
                  <a:gd name="connsiteX1545" fmla="*/ 662343 w 891021"/>
                  <a:gd name="connsiteY1545" fmla="*/ 443 h 389543"/>
                  <a:gd name="connsiteX1546" fmla="*/ 661902 w 891021"/>
                  <a:gd name="connsiteY1546" fmla="*/ 884 h 389543"/>
                  <a:gd name="connsiteX1547" fmla="*/ 653168 w 891021"/>
                  <a:gd name="connsiteY1547" fmla="*/ 884 h 389543"/>
                  <a:gd name="connsiteX1548" fmla="*/ 650547 w 891021"/>
                  <a:gd name="connsiteY1548" fmla="*/ 884 h 389543"/>
                  <a:gd name="connsiteX1549" fmla="*/ 650106 w 891021"/>
                  <a:gd name="connsiteY1549" fmla="*/ 443 h 389543"/>
                  <a:gd name="connsiteX1550" fmla="*/ 650547 w 891021"/>
                  <a:gd name="connsiteY1550" fmla="*/ 2 h 389543"/>
                  <a:gd name="connsiteX1551" fmla="*/ 653168 w 891021"/>
                  <a:gd name="connsiteY1551" fmla="*/ 2 h 389543"/>
                  <a:gd name="connsiteX1552" fmla="*/ 653609 w 891021"/>
                  <a:gd name="connsiteY1552" fmla="*/ 443 h 389543"/>
                  <a:gd name="connsiteX1553" fmla="*/ 653168 w 891021"/>
                  <a:gd name="connsiteY1553" fmla="*/ 884 h 389543"/>
                  <a:gd name="connsiteX1554" fmla="*/ 644434 w 891021"/>
                  <a:gd name="connsiteY1554" fmla="*/ 884 h 389543"/>
                  <a:gd name="connsiteX1555" fmla="*/ 641813 w 891021"/>
                  <a:gd name="connsiteY1555" fmla="*/ 884 h 389543"/>
                  <a:gd name="connsiteX1556" fmla="*/ 641372 w 891021"/>
                  <a:gd name="connsiteY1556" fmla="*/ 443 h 389543"/>
                  <a:gd name="connsiteX1557" fmla="*/ 641813 w 891021"/>
                  <a:gd name="connsiteY1557" fmla="*/ 2 h 389543"/>
                  <a:gd name="connsiteX1558" fmla="*/ 644434 w 891021"/>
                  <a:gd name="connsiteY1558" fmla="*/ 2 h 389543"/>
                  <a:gd name="connsiteX1559" fmla="*/ 644875 w 891021"/>
                  <a:gd name="connsiteY1559" fmla="*/ 443 h 389543"/>
                  <a:gd name="connsiteX1560" fmla="*/ 644434 w 891021"/>
                  <a:gd name="connsiteY1560" fmla="*/ 884 h 389543"/>
                  <a:gd name="connsiteX1561" fmla="*/ 635700 w 891021"/>
                  <a:gd name="connsiteY1561" fmla="*/ 884 h 389543"/>
                  <a:gd name="connsiteX1562" fmla="*/ 633079 w 891021"/>
                  <a:gd name="connsiteY1562" fmla="*/ 884 h 389543"/>
                  <a:gd name="connsiteX1563" fmla="*/ 632638 w 891021"/>
                  <a:gd name="connsiteY1563" fmla="*/ 443 h 389543"/>
                  <a:gd name="connsiteX1564" fmla="*/ 633079 w 891021"/>
                  <a:gd name="connsiteY1564" fmla="*/ 2 h 389543"/>
                  <a:gd name="connsiteX1565" fmla="*/ 635700 w 891021"/>
                  <a:gd name="connsiteY1565" fmla="*/ 2 h 389543"/>
                  <a:gd name="connsiteX1566" fmla="*/ 636141 w 891021"/>
                  <a:gd name="connsiteY1566" fmla="*/ 443 h 389543"/>
                  <a:gd name="connsiteX1567" fmla="*/ 635700 w 891021"/>
                  <a:gd name="connsiteY1567" fmla="*/ 884 h 389543"/>
                  <a:gd name="connsiteX1568" fmla="*/ 626966 w 891021"/>
                  <a:gd name="connsiteY1568" fmla="*/ 884 h 389543"/>
                  <a:gd name="connsiteX1569" fmla="*/ 624345 w 891021"/>
                  <a:gd name="connsiteY1569" fmla="*/ 884 h 389543"/>
                  <a:gd name="connsiteX1570" fmla="*/ 623904 w 891021"/>
                  <a:gd name="connsiteY1570" fmla="*/ 443 h 389543"/>
                  <a:gd name="connsiteX1571" fmla="*/ 624345 w 891021"/>
                  <a:gd name="connsiteY1571" fmla="*/ 2 h 389543"/>
                  <a:gd name="connsiteX1572" fmla="*/ 626966 w 891021"/>
                  <a:gd name="connsiteY1572" fmla="*/ 2 h 389543"/>
                  <a:gd name="connsiteX1573" fmla="*/ 627407 w 891021"/>
                  <a:gd name="connsiteY1573" fmla="*/ 443 h 389543"/>
                  <a:gd name="connsiteX1574" fmla="*/ 626966 w 891021"/>
                  <a:gd name="connsiteY1574" fmla="*/ 884 h 389543"/>
                  <a:gd name="connsiteX1575" fmla="*/ 618232 w 891021"/>
                  <a:gd name="connsiteY1575" fmla="*/ 884 h 389543"/>
                  <a:gd name="connsiteX1576" fmla="*/ 615611 w 891021"/>
                  <a:gd name="connsiteY1576" fmla="*/ 884 h 389543"/>
                  <a:gd name="connsiteX1577" fmla="*/ 615170 w 891021"/>
                  <a:gd name="connsiteY1577" fmla="*/ 443 h 389543"/>
                  <a:gd name="connsiteX1578" fmla="*/ 615611 w 891021"/>
                  <a:gd name="connsiteY1578" fmla="*/ 2 h 389543"/>
                  <a:gd name="connsiteX1579" fmla="*/ 618232 w 891021"/>
                  <a:gd name="connsiteY1579" fmla="*/ 2 h 389543"/>
                  <a:gd name="connsiteX1580" fmla="*/ 618673 w 891021"/>
                  <a:gd name="connsiteY1580" fmla="*/ 443 h 389543"/>
                  <a:gd name="connsiteX1581" fmla="*/ 618232 w 891021"/>
                  <a:gd name="connsiteY1581" fmla="*/ 884 h 389543"/>
                  <a:gd name="connsiteX1582" fmla="*/ 609498 w 891021"/>
                  <a:gd name="connsiteY1582" fmla="*/ 884 h 389543"/>
                  <a:gd name="connsiteX1583" fmla="*/ 606877 w 891021"/>
                  <a:gd name="connsiteY1583" fmla="*/ 884 h 389543"/>
                  <a:gd name="connsiteX1584" fmla="*/ 606436 w 891021"/>
                  <a:gd name="connsiteY1584" fmla="*/ 443 h 389543"/>
                  <a:gd name="connsiteX1585" fmla="*/ 606877 w 891021"/>
                  <a:gd name="connsiteY1585" fmla="*/ 2 h 389543"/>
                  <a:gd name="connsiteX1586" fmla="*/ 609498 w 891021"/>
                  <a:gd name="connsiteY1586" fmla="*/ 2 h 389543"/>
                  <a:gd name="connsiteX1587" fmla="*/ 609939 w 891021"/>
                  <a:gd name="connsiteY1587" fmla="*/ 443 h 389543"/>
                  <a:gd name="connsiteX1588" fmla="*/ 609498 w 891021"/>
                  <a:gd name="connsiteY1588" fmla="*/ 884 h 389543"/>
                  <a:gd name="connsiteX1589" fmla="*/ 600764 w 891021"/>
                  <a:gd name="connsiteY1589" fmla="*/ 884 h 389543"/>
                  <a:gd name="connsiteX1590" fmla="*/ 598143 w 891021"/>
                  <a:gd name="connsiteY1590" fmla="*/ 884 h 389543"/>
                  <a:gd name="connsiteX1591" fmla="*/ 597702 w 891021"/>
                  <a:gd name="connsiteY1591" fmla="*/ 443 h 389543"/>
                  <a:gd name="connsiteX1592" fmla="*/ 598143 w 891021"/>
                  <a:gd name="connsiteY1592" fmla="*/ 2 h 389543"/>
                  <a:gd name="connsiteX1593" fmla="*/ 600764 w 891021"/>
                  <a:gd name="connsiteY1593" fmla="*/ 2 h 389543"/>
                  <a:gd name="connsiteX1594" fmla="*/ 601205 w 891021"/>
                  <a:gd name="connsiteY1594" fmla="*/ 443 h 389543"/>
                  <a:gd name="connsiteX1595" fmla="*/ 600764 w 891021"/>
                  <a:gd name="connsiteY1595" fmla="*/ 884 h 389543"/>
                  <a:gd name="connsiteX1596" fmla="*/ 592030 w 891021"/>
                  <a:gd name="connsiteY1596" fmla="*/ 884 h 389543"/>
                  <a:gd name="connsiteX1597" fmla="*/ 589409 w 891021"/>
                  <a:gd name="connsiteY1597" fmla="*/ 884 h 389543"/>
                  <a:gd name="connsiteX1598" fmla="*/ 588968 w 891021"/>
                  <a:gd name="connsiteY1598" fmla="*/ 443 h 389543"/>
                  <a:gd name="connsiteX1599" fmla="*/ 589409 w 891021"/>
                  <a:gd name="connsiteY1599" fmla="*/ 2 h 389543"/>
                  <a:gd name="connsiteX1600" fmla="*/ 592030 w 891021"/>
                  <a:gd name="connsiteY1600" fmla="*/ 2 h 389543"/>
                  <a:gd name="connsiteX1601" fmla="*/ 592471 w 891021"/>
                  <a:gd name="connsiteY1601" fmla="*/ 443 h 389543"/>
                  <a:gd name="connsiteX1602" fmla="*/ 592030 w 891021"/>
                  <a:gd name="connsiteY1602" fmla="*/ 884 h 389543"/>
                  <a:gd name="connsiteX1603" fmla="*/ 583296 w 891021"/>
                  <a:gd name="connsiteY1603" fmla="*/ 884 h 389543"/>
                  <a:gd name="connsiteX1604" fmla="*/ 580674 w 891021"/>
                  <a:gd name="connsiteY1604" fmla="*/ 884 h 389543"/>
                  <a:gd name="connsiteX1605" fmla="*/ 580233 w 891021"/>
                  <a:gd name="connsiteY1605" fmla="*/ 443 h 389543"/>
                  <a:gd name="connsiteX1606" fmla="*/ 580674 w 891021"/>
                  <a:gd name="connsiteY1606" fmla="*/ 2 h 389543"/>
                  <a:gd name="connsiteX1607" fmla="*/ 583296 w 891021"/>
                  <a:gd name="connsiteY1607" fmla="*/ 2 h 389543"/>
                  <a:gd name="connsiteX1608" fmla="*/ 583737 w 891021"/>
                  <a:gd name="connsiteY1608" fmla="*/ 443 h 389543"/>
                  <a:gd name="connsiteX1609" fmla="*/ 583296 w 891021"/>
                  <a:gd name="connsiteY1609" fmla="*/ 884 h 389543"/>
                  <a:gd name="connsiteX1610" fmla="*/ 574562 w 891021"/>
                  <a:gd name="connsiteY1610" fmla="*/ 884 h 389543"/>
                  <a:gd name="connsiteX1611" fmla="*/ 571940 w 891021"/>
                  <a:gd name="connsiteY1611" fmla="*/ 884 h 389543"/>
                  <a:gd name="connsiteX1612" fmla="*/ 571499 w 891021"/>
                  <a:gd name="connsiteY1612" fmla="*/ 443 h 389543"/>
                  <a:gd name="connsiteX1613" fmla="*/ 571940 w 891021"/>
                  <a:gd name="connsiteY1613" fmla="*/ 2 h 389543"/>
                  <a:gd name="connsiteX1614" fmla="*/ 574562 w 891021"/>
                  <a:gd name="connsiteY1614" fmla="*/ 2 h 389543"/>
                  <a:gd name="connsiteX1615" fmla="*/ 575003 w 891021"/>
                  <a:gd name="connsiteY1615" fmla="*/ 443 h 389543"/>
                  <a:gd name="connsiteX1616" fmla="*/ 574562 w 891021"/>
                  <a:gd name="connsiteY1616" fmla="*/ 884 h 389543"/>
                  <a:gd name="connsiteX1617" fmla="*/ 565828 w 891021"/>
                  <a:gd name="connsiteY1617" fmla="*/ 884 h 389543"/>
                  <a:gd name="connsiteX1618" fmla="*/ 563206 w 891021"/>
                  <a:gd name="connsiteY1618" fmla="*/ 884 h 389543"/>
                  <a:gd name="connsiteX1619" fmla="*/ 562765 w 891021"/>
                  <a:gd name="connsiteY1619" fmla="*/ 443 h 389543"/>
                  <a:gd name="connsiteX1620" fmla="*/ 563206 w 891021"/>
                  <a:gd name="connsiteY1620" fmla="*/ 2 h 389543"/>
                  <a:gd name="connsiteX1621" fmla="*/ 565828 w 891021"/>
                  <a:gd name="connsiteY1621" fmla="*/ 2 h 389543"/>
                  <a:gd name="connsiteX1622" fmla="*/ 566269 w 891021"/>
                  <a:gd name="connsiteY1622" fmla="*/ 443 h 389543"/>
                  <a:gd name="connsiteX1623" fmla="*/ 565828 w 891021"/>
                  <a:gd name="connsiteY1623" fmla="*/ 884 h 389543"/>
                  <a:gd name="connsiteX1624" fmla="*/ 557094 w 891021"/>
                  <a:gd name="connsiteY1624" fmla="*/ 884 h 389543"/>
                  <a:gd name="connsiteX1625" fmla="*/ 554472 w 891021"/>
                  <a:gd name="connsiteY1625" fmla="*/ 884 h 389543"/>
                  <a:gd name="connsiteX1626" fmla="*/ 554031 w 891021"/>
                  <a:gd name="connsiteY1626" fmla="*/ 443 h 389543"/>
                  <a:gd name="connsiteX1627" fmla="*/ 554472 w 891021"/>
                  <a:gd name="connsiteY1627" fmla="*/ 2 h 389543"/>
                  <a:gd name="connsiteX1628" fmla="*/ 557094 w 891021"/>
                  <a:gd name="connsiteY1628" fmla="*/ 2 h 389543"/>
                  <a:gd name="connsiteX1629" fmla="*/ 557535 w 891021"/>
                  <a:gd name="connsiteY1629" fmla="*/ 443 h 389543"/>
                  <a:gd name="connsiteX1630" fmla="*/ 557094 w 891021"/>
                  <a:gd name="connsiteY1630" fmla="*/ 884 h 389543"/>
                  <a:gd name="connsiteX1631" fmla="*/ 548360 w 891021"/>
                  <a:gd name="connsiteY1631" fmla="*/ 884 h 389543"/>
                  <a:gd name="connsiteX1632" fmla="*/ 545738 w 891021"/>
                  <a:gd name="connsiteY1632" fmla="*/ 884 h 389543"/>
                  <a:gd name="connsiteX1633" fmla="*/ 545297 w 891021"/>
                  <a:gd name="connsiteY1633" fmla="*/ 443 h 389543"/>
                  <a:gd name="connsiteX1634" fmla="*/ 545738 w 891021"/>
                  <a:gd name="connsiteY1634" fmla="*/ 2 h 389543"/>
                  <a:gd name="connsiteX1635" fmla="*/ 548360 w 891021"/>
                  <a:gd name="connsiteY1635" fmla="*/ 2 h 389543"/>
                  <a:gd name="connsiteX1636" fmla="*/ 548801 w 891021"/>
                  <a:gd name="connsiteY1636" fmla="*/ 443 h 389543"/>
                  <a:gd name="connsiteX1637" fmla="*/ 548360 w 891021"/>
                  <a:gd name="connsiteY1637" fmla="*/ 884 h 389543"/>
                  <a:gd name="connsiteX1638" fmla="*/ 539626 w 891021"/>
                  <a:gd name="connsiteY1638" fmla="*/ 884 h 389543"/>
                  <a:gd name="connsiteX1639" fmla="*/ 537004 w 891021"/>
                  <a:gd name="connsiteY1639" fmla="*/ 884 h 389543"/>
                  <a:gd name="connsiteX1640" fmla="*/ 536563 w 891021"/>
                  <a:gd name="connsiteY1640" fmla="*/ 443 h 389543"/>
                  <a:gd name="connsiteX1641" fmla="*/ 537004 w 891021"/>
                  <a:gd name="connsiteY1641" fmla="*/ 2 h 389543"/>
                  <a:gd name="connsiteX1642" fmla="*/ 539626 w 891021"/>
                  <a:gd name="connsiteY1642" fmla="*/ 2 h 389543"/>
                  <a:gd name="connsiteX1643" fmla="*/ 540067 w 891021"/>
                  <a:gd name="connsiteY1643" fmla="*/ 443 h 389543"/>
                  <a:gd name="connsiteX1644" fmla="*/ 539626 w 891021"/>
                  <a:gd name="connsiteY1644" fmla="*/ 884 h 389543"/>
                  <a:gd name="connsiteX1645" fmla="*/ 530892 w 891021"/>
                  <a:gd name="connsiteY1645" fmla="*/ 884 h 389543"/>
                  <a:gd name="connsiteX1646" fmla="*/ 528270 w 891021"/>
                  <a:gd name="connsiteY1646" fmla="*/ 884 h 389543"/>
                  <a:gd name="connsiteX1647" fmla="*/ 527829 w 891021"/>
                  <a:gd name="connsiteY1647" fmla="*/ 443 h 389543"/>
                  <a:gd name="connsiteX1648" fmla="*/ 528270 w 891021"/>
                  <a:gd name="connsiteY1648" fmla="*/ 2 h 389543"/>
                  <a:gd name="connsiteX1649" fmla="*/ 530892 w 891021"/>
                  <a:gd name="connsiteY1649" fmla="*/ 2 h 389543"/>
                  <a:gd name="connsiteX1650" fmla="*/ 531333 w 891021"/>
                  <a:gd name="connsiteY1650" fmla="*/ 443 h 389543"/>
                  <a:gd name="connsiteX1651" fmla="*/ 530892 w 891021"/>
                  <a:gd name="connsiteY1651" fmla="*/ 884 h 389543"/>
                  <a:gd name="connsiteX1652" fmla="*/ 522157 w 891021"/>
                  <a:gd name="connsiteY1652" fmla="*/ 884 h 389543"/>
                  <a:gd name="connsiteX1653" fmla="*/ 519536 w 891021"/>
                  <a:gd name="connsiteY1653" fmla="*/ 884 h 389543"/>
                  <a:gd name="connsiteX1654" fmla="*/ 519095 w 891021"/>
                  <a:gd name="connsiteY1654" fmla="*/ 443 h 389543"/>
                  <a:gd name="connsiteX1655" fmla="*/ 519536 w 891021"/>
                  <a:gd name="connsiteY1655" fmla="*/ 2 h 389543"/>
                  <a:gd name="connsiteX1656" fmla="*/ 522157 w 891021"/>
                  <a:gd name="connsiteY1656" fmla="*/ 2 h 389543"/>
                  <a:gd name="connsiteX1657" fmla="*/ 522598 w 891021"/>
                  <a:gd name="connsiteY1657" fmla="*/ 443 h 389543"/>
                  <a:gd name="connsiteX1658" fmla="*/ 522157 w 891021"/>
                  <a:gd name="connsiteY1658" fmla="*/ 884 h 389543"/>
                  <a:gd name="connsiteX1659" fmla="*/ 513423 w 891021"/>
                  <a:gd name="connsiteY1659" fmla="*/ 884 h 389543"/>
                  <a:gd name="connsiteX1660" fmla="*/ 510802 w 891021"/>
                  <a:gd name="connsiteY1660" fmla="*/ 884 h 389543"/>
                  <a:gd name="connsiteX1661" fmla="*/ 510361 w 891021"/>
                  <a:gd name="connsiteY1661" fmla="*/ 443 h 389543"/>
                  <a:gd name="connsiteX1662" fmla="*/ 510802 w 891021"/>
                  <a:gd name="connsiteY1662" fmla="*/ 2 h 389543"/>
                  <a:gd name="connsiteX1663" fmla="*/ 513423 w 891021"/>
                  <a:gd name="connsiteY1663" fmla="*/ 2 h 389543"/>
                  <a:gd name="connsiteX1664" fmla="*/ 513864 w 891021"/>
                  <a:gd name="connsiteY1664" fmla="*/ 443 h 389543"/>
                  <a:gd name="connsiteX1665" fmla="*/ 513423 w 891021"/>
                  <a:gd name="connsiteY1665" fmla="*/ 884 h 389543"/>
                  <a:gd name="connsiteX1666" fmla="*/ 504689 w 891021"/>
                  <a:gd name="connsiteY1666" fmla="*/ 884 h 389543"/>
                  <a:gd name="connsiteX1667" fmla="*/ 502068 w 891021"/>
                  <a:gd name="connsiteY1667" fmla="*/ 884 h 389543"/>
                  <a:gd name="connsiteX1668" fmla="*/ 501627 w 891021"/>
                  <a:gd name="connsiteY1668" fmla="*/ 443 h 389543"/>
                  <a:gd name="connsiteX1669" fmla="*/ 502068 w 891021"/>
                  <a:gd name="connsiteY1669" fmla="*/ 2 h 389543"/>
                  <a:gd name="connsiteX1670" fmla="*/ 504689 w 891021"/>
                  <a:gd name="connsiteY1670" fmla="*/ 2 h 389543"/>
                  <a:gd name="connsiteX1671" fmla="*/ 505130 w 891021"/>
                  <a:gd name="connsiteY1671" fmla="*/ 443 h 389543"/>
                  <a:gd name="connsiteX1672" fmla="*/ 504689 w 891021"/>
                  <a:gd name="connsiteY1672" fmla="*/ 884 h 389543"/>
                  <a:gd name="connsiteX1673" fmla="*/ 495955 w 891021"/>
                  <a:gd name="connsiteY1673" fmla="*/ 884 h 389543"/>
                  <a:gd name="connsiteX1674" fmla="*/ 493334 w 891021"/>
                  <a:gd name="connsiteY1674" fmla="*/ 884 h 389543"/>
                  <a:gd name="connsiteX1675" fmla="*/ 492893 w 891021"/>
                  <a:gd name="connsiteY1675" fmla="*/ 443 h 389543"/>
                  <a:gd name="connsiteX1676" fmla="*/ 493334 w 891021"/>
                  <a:gd name="connsiteY1676" fmla="*/ 2 h 389543"/>
                  <a:gd name="connsiteX1677" fmla="*/ 495955 w 891021"/>
                  <a:gd name="connsiteY1677" fmla="*/ 2 h 389543"/>
                  <a:gd name="connsiteX1678" fmla="*/ 496396 w 891021"/>
                  <a:gd name="connsiteY1678" fmla="*/ 443 h 389543"/>
                  <a:gd name="connsiteX1679" fmla="*/ 495955 w 891021"/>
                  <a:gd name="connsiteY1679" fmla="*/ 884 h 389543"/>
                  <a:gd name="connsiteX1680" fmla="*/ 487221 w 891021"/>
                  <a:gd name="connsiteY1680" fmla="*/ 884 h 389543"/>
                  <a:gd name="connsiteX1681" fmla="*/ 484600 w 891021"/>
                  <a:gd name="connsiteY1681" fmla="*/ 884 h 389543"/>
                  <a:gd name="connsiteX1682" fmla="*/ 484159 w 891021"/>
                  <a:gd name="connsiteY1682" fmla="*/ 443 h 389543"/>
                  <a:gd name="connsiteX1683" fmla="*/ 484600 w 891021"/>
                  <a:gd name="connsiteY1683" fmla="*/ 2 h 389543"/>
                  <a:gd name="connsiteX1684" fmla="*/ 487221 w 891021"/>
                  <a:gd name="connsiteY1684" fmla="*/ 2 h 389543"/>
                  <a:gd name="connsiteX1685" fmla="*/ 487662 w 891021"/>
                  <a:gd name="connsiteY1685" fmla="*/ 443 h 389543"/>
                  <a:gd name="connsiteX1686" fmla="*/ 487221 w 891021"/>
                  <a:gd name="connsiteY1686" fmla="*/ 884 h 389543"/>
                  <a:gd name="connsiteX1687" fmla="*/ 478487 w 891021"/>
                  <a:gd name="connsiteY1687" fmla="*/ 884 h 389543"/>
                  <a:gd name="connsiteX1688" fmla="*/ 475866 w 891021"/>
                  <a:gd name="connsiteY1688" fmla="*/ 884 h 389543"/>
                  <a:gd name="connsiteX1689" fmla="*/ 475425 w 891021"/>
                  <a:gd name="connsiteY1689" fmla="*/ 443 h 389543"/>
                  <a:gd name="connsiteX1690" fmla="*/ 475866 w 891021"/>
                  <a:gd name="connsiteY1690" fmla="*/ 2 h 389543"/>
                  <a:gd name="connsiteX1691" fmla="*/ 478487 w 891021"/>
                  <a:gd name="connsiteY1691" fmla="*/ 2 h 389543"/>
                  <a:gd name="connsiteX1692" fmla="*/ 478928 w 891021"/>
                  <a:gd name="connsiteY1692" fmla="*/ 443 h 389543"/>
                  <a:gd name="connsiteX1693" fmla="*/ 478487 w 891021"/>
                  <a:gd name="connsiteY1693" fmla="*/ 884 h 389543"/>
                  <a:gd name="connsiteX1694" fmla="*/ 469753 w 891021"/>
                  <a:gd name="connsiteY1694" fmla="*/ 884 h 389543"/>
                  <a:gd name="connsiteX1695" fmla="*/ 467132 w 891021"/>
                  <a:gd name="connsiteY1695" fmla="*/ 884 h 389543"/>
                  <a:gd name="connsiteX1696" fmla="*/ 466691 w 891021"/>
                  <a:gd name="connsiteY1696" fmla="*/ 443 h 389543"/>
                  <a:gd name="connsiteX1697" fmla="*/ 467132 w 891021"/>
                  <a:gd name="connsiteY1697" fmla="*/ 2 h 389543"/>
                  <a:gd name="connsiteX1698" fmla="*/ 469753 w 891021"/>
                  <a:gd name="connsiteY1698" fmla="*/ 2 h 389543"/>
                  <a:gd name="connsiteX1699" fmla="*/ 470194 w 891021"/>
                  <a:gd name="connsiteY1699" fmla="*/ 443 h 389543"/>
                  <a:gd name="connsiteX1700" fmla="*/ 469753 w 891021"/>
                  <a:gd name="connsiteY1700" fmla="*/ 884 h 389543"/>
                  <a:gd name="connsiteX1701" fmla="*/ 461019 w 891021"/>
                  <a:gd name="connsiteY1701" fmla="*/ 884 h 389543"/>
                  <a:gd name="connsiteX1702" fmla="*/ 458398 w 891021"/>
                  <a:gd name="connsiteY1702" fmla="*/ 884 h 389543"/>
                  <a:gd name="connsiteX1703" fmla="*/ 457957 w 891021"/>
                  <a:gd name="connsiteY1703" fmla="*/ 443 h 389543"/>
                  <a:gd name="connsiteX1704" fmla="*/ 458398 w 891021"/>
                  <a:gd name="connsiteY1704" fmla="*/ 2 h 389543"/>
                  <a:gd name="connsiteX1705" fmla="*/ 461019 w 891021"/>
                  <a:gd name="connsiteY1705" fmla="*/ 2 h 389543"/>
                  <a:gd name="connsiteX1706" fmla="*/ 461460 w 891021"/>
                  <a:gd name="connsiteY1706" fmla="*/ 443 h 389543"/>
                  <a:gd name="connsiteX1707" fmla="*/ 461019 w 891021"/>
                  <a:gd name="connsiteY1707" fmla="*/ 884 h 389543"/>
                  <a:gd name="connsiteX1708" fmla="*/ 452285 w 891021"/>
                  <a:gd name="connsiteY1708" fmla="*/ 884 h 389543"/>
                  <a:gd name="connsiteX1709" fmla="*/ 449663 w 891021"/>
                  <a:gd name="connsiteY1709" fmla="*/ 884 h 389543"/>
                  <a:gd name="connsiteX1710" fmla="*/ 449222 w 891021"/>
                  <a:gd name="connsiteY1710" fmla="*/ 443 h 389543"/>
                  <a:gd name="connsiteX1711" fmla="*/ 449663 w 891021"/>
                  <a:gd name="connsiteY1711" fmla="*/ 2 h 389543"/>
                  <a:gd name="connsiteX1712" fmla="*/ 452285 w 891021"/>
                  <a:gd name="connsiteY1712" fmla="*/ 2 h 389543"/>
                  <a:gd name="connsiteX1713" fmla="*/ 452726 w 891021"/>
                  <a:gd name="connsiteY1713" fmla="*/ 443 h 389543"/>
                  <a:gd name="connsiteX1714" fmla="*/ 452285 w 891021"/>
                  <a:gd name="connsiteY1714" fmla="*/ 884 h 389543"/>
                  <a:gd name="connsiteX1715" fmla="*/ 443551 w 891021"/>
                  <a:gd name="connsiteY1715" fmla="*/ 884 h 389543"/>
                  <a:gd name="connsiteX1716" fmla="*/ 440929 w 891021"/>
                  <a:gd name="connsiteY1716" fmla="*/ 884 h 389543"/>
                  <a:gd name="connsiteX1717" fmla="*/ 440488 w 891021"/>
                  <a:gd name="connsiteY1717" fmla="*/ 443 h 389543"/>
                  <a:gd name="connsiteX1718" fmla="*/ 440929 w 891021"/>
                  <a:gd name="connsiteY1718" fmla="*/ 2 h 389543"/>
                  <a:gd name="connsiteX1719" fmla="*/ 443551 w 891021"/>
                  <a:gd name="connsiteY1719" fmla="*/ 2 h 389543"/>
                  <a:gd name="connsiteX1720" fmla="*/ 443992 w 891021"/>
                  <a:gd name="connsiteY1720" fmla="*/ 443 h 389543"/>
                  <a:gd name="connsiteX1721" fmla="*/ 443551 w 891021"/>
                  <a:gd name="connsiteY1721" fmla="*/ 884 h 389543"/>
                  <a:gd name="connsiteX1722" fmla="*/ 434817 w 891021"/>
                  <a:gd name="connsiteY1722" fmla="*/ 884 h 389543"/>
                  <a:gd name="connsiteX1723" fmla="*/ 432195 w 891021"/>
                  <a:gd name="connsiteY1723" fmla="*/ 884 h 389543"/>
                  <a:gd name="connsiteX1724" fmla="*/ 431754 w 891021"/>
                  <a:gd name="connsiteY1724" fmla="*/ 443 h 389543"/>
                  <a:gd name="connsiteX1725" fmla="*/ 432195 w 891021"/>
                  <a:gd name="connsiteY1725" fmla="*/ 2 h 389543"/>
                  <a:gd name="connsiteX1726" fmla="*/ 434817 w 891021"/>
                  <a:gd name="connsiteY1726" fmla="*/ 2 h 389543"/>
                  <a:gd name="connsiteX1727" fmla="*/ 435258 w 891021"/>
                  <a:gd name="connsiteY1727" fmla="*/ 443 h 389543"/>
                  <a:gd name="connsiteX1728" fmla="*/ 434817 w 891021"/>
                  <a:gd name="connsiteY1728" fmla="*/ 884 h 389543"/>
                  <a:gd name="connsiteX1729" fmla="*/ 426083 w 891021"/>
                  <a:gd name="connsiteY1729" fmla="*/ 884 h 389543"/>
                  <a:gd name="connsiteX1730" fmla="*/ 423461 w 891021"/>
                  <a:gd name="connsiteY1730" fmla="*/ 884 h 389543"/>
                  <a:gd name="connsiteX1731" fmla="*/ 423020 w 891021"/>
                  <a:gd name="connsiteY1731" fmla="*/ 443 h 389543"/>
                  <a:gd name="connsiteX1732" fmla="*/ 423461 w 891021"/>
                  <a:gd name="connsiteY1732" fmla="*/ 2 h 389543"/>
                  <a:gd name="connsiteX1733" fmla="*/ 426083 w 891021"/>
                  <a:gd name="connsiteY1733" fmla="*/ 2 h 389543"/>
                  <a:gd name="connsiteX1734" fmla="*/ 426524 w 891021"/>
                  <a:gd name="connsiteY1734" fmla="*/ 443 h 389543"/>
                  <a:gd name="connsiteX1735" fmla="*/ 426083 w 891021"/>
                  <a:gd name="connsiteY1735" fmla="*/ 884 h 389543"/>
                  <a:gd name="connsiteX1736" fmla="*/ 417349 w 891021"/>
                  <a:gd name="connsiteY1736" fmla="*/ 884 h 389543"/>
                  <a:gd name="connsiteX1737" fmla="*/ 414727 w 891021"/>
                  <a:gd name="connsiteY1737" fmla="*/ 884 h 389543"/>
                  <a:gd name="connsiteX1738" fmla="*/ 414286 w 891021"/>
                  <a:gd name="connsiteY1738" fmla="*/ 443 h 389543"/>
                  <a:gd name="connsiteX1739" fmla="*/ 414727 w 891021"/>
                  <a:gd name="connsiteY1739" fmla="*/ 2 h 389543"/>
                  <a:gd name="connsiteX1740" fmla="*/ 417349 w 891021"/>
                  <a:gd name="connsiteY1740" fmla="*/ 2 h 389543"/>
                  <a:gd name="connsiteX1741" fmla="*/ 417790 w 891021"/>
                  <a:gd name="connsiteY1741" fmla="*/ 443 h 389543"/>
                  <a:gd name="connsiteX1742" fmla="*/ 417349 w 891021"/>
                  <a:gd name="connsiteY1742" fmla="*/ 884 h 389543"/>
                  <a:gd name="connsiteX1743" fmla="*/ 408615 w 891021"/>
                  <a:gd name="connsiteY1743" fmla="*/ 884 h 389543"/>
                  <a:gd name="connsiteX1744" fmla="*/ 405993 w 891021"/>
                  <a:gd name="connsiteY1744" fmla="*/ 884 h 389543"/>
                  <a:gd name="connsiteX1745" fmla="*/ 405552 w 891021"/>
                  <a:gd name="connsiteY1745" fmla="*/ 443 h 389543"/>
                  <a:gd name="connsiteX1746" fmla="*/ 405993 w 891021"/>
                  <a:gd name="connsiteY1746" fmla="*/ 2 h 389543"/>
                  <a:gd name="connsiteX1747" fmla="*/ 408615 w 891021"/>
                  <a:gd name="connsiteY1747" fmla="*/ 2 h 389543"/>
                  <a:gd name="connsiteX1748" fmla="*/ 409056 w 891021"/>
                  <a:gd name="connsiteY1748" fmla="*/ 443 h 389543"/>
                  <a:gd name="connsiteX1749" fmla="*/ 408615 w 891021"/>
                  <a:gd name="connsiteY1749" fmla="*/ 884 h 389543"/>
                  <a:gd name="connsiteX1750" fmla="*/ 399881 w 891021"/>
                  <a:gd name="connsiteY1750" fmla="*/ 884 h 389543"/>
                  <a:gd name="connsiteX1751" fmla="*/ 397259 w 891021"/>
                  <a:gd name="connsiteY1751" fmla="*/ 884 h 389543"/>
                  <a:gd name="connsiteX1752" fmla="*/ 396818 w 891021"/>
                  <a:gd name="connsiteY1752" fmla="*/ 443 h 389543"/>
                  <a:gd name="connsiteX1753" fmla="*/ 397259 w 891021"/>
                  <a:gd name="connsiteY1753" fmla="*/ 2 h 389543"/>
                  <a:gd name="connsiteX1754" fmla="*/ 399881 w 891021"/>
                  <a:gd name="connsiteY1754" fmla="*/ 2 h 389543"/>
                  <a:gd name="connsiteX1755" fmla="*/ 400322 w 891021"/>
                  <a:gd name="connsiteY1755" fmla="*/ 443 h 389543"/>
                  <a:gd name="connsiteX1756" fmla="*/ 399881 w 891021"/>
                  <a:gd name="connsiteY1756" fmla="*/ 884 h 389543"/>
                  <a:gd name="connsiteX1757" fmla="*/ 391146 w 891021"/>
                  <a:gd name="connsiteY1757" fmla="*/ 884 h 389543"/>
                  <a:gd name="connsiteX1758" fmla="*/ 388525 w 891021"/>
                  <a:gd name="connsiteY1758" fmla="*/ 884 h 389543"/>
                  <a:gd name="connsiteX1759" fmla="*/ 388084 w 891021"/>
                  <a:gd name="connsiteY1759" fmla="*/ 443 h 389543"/>
                  <a:gd name="connsiteX1760" fmla="*/ 388525 w 891021"/>
                  <a:gd name="connsiteY1760" fmla="*/ 2 h 389543"/>
                  <a:gd name="connsiteX1761" fmla="*/ 391146 w 891021"/>
                  <a:gd name="connsiteY1761" fmla="*/ 2 h 389543"/>
                  <a:gd name="connsiteX1762" fmla="*/ 391587 w 891021"/>
                  <a:gd name="connsiteY1762" fmla="*/ 443 h 389543"/>
                  <a:gd name="connsiteX1763" fmla="*/ 391146 w 891021"/>
                  <a:gd name="connsiteY1763" fmla="*/ 884 h 389543"/>
                  <a:gd name="connsiteX1764" fmla="*/ 382412 w 891021"/>
                  <a:gd name="connsiteY1764" fmla="*/ 884 h 389543"/>
                  <a:gd name="connsiteX1765" fmla="*/ 379791 w 891021"/>
                  <a:gd name="connsiteY1765" fmla="*/ 884 h 389543"/>
                  <a:gd name="connsiteX1766" fmla="*/ 379350 w 891021"/>
                  <a:gd name="connsiteY1766" fmla="*/ 443 h 389543"/>
                  <a:gd name="connsiteX1767" fmla="*/ 379791 w 891021"/>
                  <a:gd name="connsiteY1767" fmla="*/ 2 h 389543"/>
                  <a:gd name="connsiteX1768" fmla="*/ 382412 w 891021"/>
                  <a:gd name="connsiteY1768" fmla="*/ 2 h 389543"/>
                  <a:gd name="connsiteX1769" fmla="*/ 382853 w 891021"/>
                  <a:gd name="connsiteY1769" fmla="*/ 443 h 389543"/>
                  <a:gd name="connsiteX1770" fmla="*/ 382412 w 891021"/>
                  <a:gd name="connsiteY1770" fmla="*/ 884 h 389543"/>
                  <a:gd name="connsiteX1771" fmla="*/ 373678 w 891021"/>
                  <a:gd name="connsiteY1771" fmla="*/ 884 h 389543"/>
                  <a:gd name="connsiteX1772" fmla="*/ 371057 w 891021"/>
                  <a:gd name="connsiteY1772" fmla="*/ 884 h 389543"/>
                  <a:gd name="connsiteX1773" fmla="*/ 370616 w 891021"/>
                  <a:gd name="connsiteY1773" fmla="*/ 443 h 389543"/>
                  <a:gd name="connsiteX1774" fmla="*/ 371057 w 891021"/>
                  <a:gd name="connsiteY1774" fmla="*/ 2 h 389543"/>
                  <a:gd name="connsiteX1775" fmla="*/ 373678 w 891021"/>
                  <a:gd name="connsiteY1775" fmla="*/ 2 h 389543"/>
                  <a:gd name="connsiteX1776" fmla="*/ 374119 w 891021"/>
                  <a:gd name="connsiteY1776" fmla="*/ 443 h 389543"/>
                  <a:gd name="connsiteX1777" fmla="*/ 373678 w 891021"/>
                  <a:gd name="connsiteY1777" fmla="*/ 884 h 389543"/>
                  <a:gd name="connsiteX1778" fmla="*/ 364944 w 891021"/>
                  <a:gd name="connsiteY1778" fmla="*/ 884 h 389543"/>
                  <a:gd name="connsiteX1779" fmla="*/ 362323 w 891021"/>
                  <a:gd name="connsiteY1779" fmla="*/ 884 h 389543"/>
                  <a:gd name="connsiteX1780" fmla="*/ 361882 w 891021"/>
                  <a:gd name="connsiteY1780" fmla="*/ 443 h 389543"/>
                  <a:gd name="connsiteX1781" fmla="*/ 362323 w 891021"/>
                  <a:gd name="connsiteY1781" fmla="*/ 2 h 389543"/>
                  <a:gd name="connsiteX1782" fmla="*/ 364944 w 891021"/>
                  <a:gd name="connsiteY1782" fmla="*/ 2 h 389543"/>
                  <a:gd name="connsiteX1783" fmla="*/ 365385 w 891021"/>
                  <a:gd name="connsiteY1783" fmla="*/ 443 h 389543"/>
                  <a:gd name="connsiteX1784" fmla="*/ 364944 w 891021"/>
                  <a:gd name="connsiteY1784" fmla="*/ 884 h 389543"/>
                  <a:gd name="connsiteX1785" fmla="*/ 356210 w 891021"/>
                  <a:gd name="connsiteY1785" fmla="*/ 884 h 389543"/>
                  <a:gd name="connsiteX1786" fmla="*/ 353589 w 891021"/>
                  <a:gd name="connsiteY1786" fmla="*/ 884 h 389543"/>
                  <a:gd name="connsiteX1787" fmla="*/ 353148 w 891021"/>
                  <a:gd name="connsiteY1787" fmla="*/ 443 h 389543"/>
                  <a:gd name="connsiteX1788" fmla="*/ 353589 w 891021"/>
                  <a:gd name="connsiteY1788" fmla="*/ 2 h 389543"/>
                  <a:gd name="connsiteX1789" fmla="*/ 356210 w 891021"/>
                  <a:gd name="connsiteY1789" fmla="*/ 2 h 389543"/>
                  <a:gd name="connsiteX1790" fmla="*/ 356651 w 891021"/>
                  <a:gd name="connsiteY1790" fmla="*/ 443 h 389543"/>
                  <a:gd name="connsiteX1791" fmla="*/ 356210 w 891021"/>
                  <a:gd name="connsiteY1791" fmla="*/ 884 h 389543"/>
                  <a:gd name="connsiteX1792" fmla="*/ 347476 w 891021"/>
                  <a:gd name="connsiteY1792" fmla="*/ 884 h 389543"/>
                  <a:gd name="connsiteX1793" fmla="*/ 344855 w 891021"/>
                  <a:gd name="connsiteY1793" fmla="*/ 884 h 389543"/>
                  <a:gd name="connsiteX1794" fmla="*/ 344414 w 891021"/>
                  <a:gd name="connsiteY1794" fmla="*/ 443 h 389543"/>
                  <a:gd name="connsiteX1795" fmla="*/ 344855 w 891021"/>
                  <a:gd name="connsiteY1795" fmla="*/ 2 h 389543"/>
                  <a:gd name="connsiteX1796" fmla="*/ 347476 w 891021"/>
                  <a:gd name="connsiteY1796" fmla="*/ 2 h 389543"/>
                  <a:gd name="connsiteX1797" fmla="*/ 347917 w 891021"/>
                  <a:gd name="connsiteY1797" fmla="*/ 443 h 389543"/>
                  <a:gd name="connsiteX1798" fmla="*/ 347476 w 891021"/>
                  <a:gd name="connsiteY1798" fmla="*/ 884 h 389543"/>
                  <a:gd name="connsiteX1799" fmla="*/ 338742 w 891021"/>
                  <a:gd name="connsiteY1799" fmla="*/ 884 h 389543"/>
                  <a:gd name="connsiteX1800" fmla="*/ 336121 w 891021"/>
                  <a:gd name="connsiteY1800" fmla="*/ 884 h 389543"/>
                  <a:gd name="connsiteX1801" fmla="*/ 335680 w 891021"/>
                  <a:gd name="connsiteY1801" fmla="*/ 443 h 389543"/>
                  <a:gd name="connsiteX1802" fmla="*/ 336121 w 891021"/>
                  <a:gd name="connsiteY1802" fmla="*/ 2 h 389543"/>
                  <a:gd name="connsiteX1803" fmla="*/ 338742 w 891021"/>
                  <a:gd name="connsiteY1803" fmla="*/ 2 h 389543"/>
                  <a:gd name="connsiteX1804" fmla="*/ 339183 w 891021"/>
                  <a:gd name="connsiteY1804" fmla="*/ 443 h 389543"/>
                  <a:gd name="connsiteX1805" fmla="*/ 338742 w 891021"/>
                  <a:gd name="connsiteY1805" fmla="*/ 884 h 389543"/>
                  <a:gd name="connsiteX1806" fmla="*/ 330008 w 891021"/>
                  <a:gd name="connsiteY1806" fmla="*/ 884 h 389543"/>
                  <a:gd name="connsiteX1807" fmla="*/ 327387 w 891021"/>
                  <a:gd name="connsiteY1807" fmla="*/ 884 h 389543"/>
                  <a:gd name="connsiteX1808" fmla="*/ 326946 w 891021"/>
                  <a:gd name="connsiteY1808" fmla="*/ 443 h 389543"/>
                  <a:gd name="connsiteX1809" fmla="*/ 327387 w 891021"/>
                  <a:gd name="connsiteY1809" fmla="*/ 2 h 389543"/>
                  <a:gd name="connsiteX1810" fmla="*/ 330008 w 891021"/>
                  <a:gd name="connsiteY1810" fmla="*/ 2 h 389543"/>
                  <a:gd name="connsiteX1811" fmla="*/ 330449 w 891021"/>
                  <a:gd name="connsiteY1811" fmla="*/ 443 h 389543"/>
                  <a:gd name="connsiteX1812" fmla="*/ 330008 w 891021"/>
                  <a:gd name="connsiteY1812" fmla="*/ 884 h 389543"/>
                  <a:gd name="connsiteX1813" fmla="*/ 321274 w 891021"/>
                  <a:gd name="connsiteY1813" fmla="*/ 884 h 389543"/>
                  <a:gd name="connsiteX1814" fmla="*/ 318653 w 891021"/>
                  <a:gd name="connsiteY1814" fmla="*/ 884 h 389543"/>
                  <a:gd name="connsiteX1815" fmla="*/ 318211 w 891021"/>
                  <a:gd name="connsiteY1815" fmla="*/ 443 h 389543"/>
                  <a:gd name="connsiteX1816" fmla="*/ 318653 w 891021"/>
                  <a:gd name="connsiteY1816" fmla="*/ 2 h 389543"/>
                  <a:gd name="connsiteX1817" fmla="*/ 321274 w 891021"/>
                  <a:gd name="connsiteY1817" fmla="*/ 2 h 389543"/>
                  <a:gd name="connsiteX1818" fmla="*/ 321715 w 891021"/>
                  <a:gd name="connsiteY1818" fmla="*/ 443 h 389543"/>
                  <a:gd name="connsiteX1819" fmla="*/ 321274 w 891021"/>
                  <a:gd name="connsiteY1819" fmla="*/ 884 h 389543"/>
                  <a:gd name="connsiteX1820" fmla="*/ 312540 w 891021"/>
                  <a:gd name="connsiteY1820" fmla="*/ 884 h 389543"/>
                  <a:gd name="connsiteX1821" fmla="*/ 309918 w 891021"/>
                  <a:gd name="connsiteY1821" fmla="*/ 884 h 389543"/>
                  <a:gd name="connsiteX1822" fmla="*/ 309477 w 891021"/>
                  <a:gd name="connsiteY1822" fmla="*/ 443 h 389543"/>
                  <a:gd name="connsiteX1823" fmla="*/ 309918 w 891021"/>
                  <a:gd name="connsiteY1823" fmla="*/ 2 h 389543"/>
                  <a:gd name="connsiteX1824" fmla="*/ 312540 w 891021"/>
                  <a:gd name="connsiteY1824" fmla="*/ 2 h 389543"/>
                  <a:gd name="connsiteX1825" fmla="*/ 312981 w 891021"/>
                  <a:gd name="connsiteY1825" fmla="*/ 443 h 389543"/>
                  <a:gd name="connsiteX1826" fmla="*/ 312540 w 891021"/>
                  <a:gd name="connsiteY1826" fmla="*/ 884 h 389543"/>
                  <a:gd name="connsiteX1827" fmla="*/ 303806 w 891021"/>
                  <a:gd name="connsiteY1827" fmla="*/ 884 h 389543"/>
                  <a:gd name="connsiteX1828" fmla="*/ 301184 w 891021"/>
                  <a:gd name="connsiteY1828" fmla="*/ 884 h 389543"/>
                  <a:gd name="connsiteX1829" fmla="*/ 300743 w 891021"/>
                  <a:gd name="connsiteY1829" fmla="*/ 443 h 389543"/>
                  <a:gd name="connsiteX1830" fmla="*/ 301184 w 891021"/>
                  <a:gd name="connsiteY1830" fmla="*/ 2 h 389543"/>
                  <a:gd name="connsiteX1831" fmla="*/ 303806 w 891021"/>
                  <a:gd name="connsiteY1831" fmla="*/ 2 h 389543"/>
                  <a:gd name="connsiteX1832" fmla="*/ 304247 w 891021"/>
                  <a:gd name="connsiteY1832" fmla="*/ 443 h 389543"/>
                  <a:gd name="connsiteX1833" fmla="*/ 303806 w 891021"/>
                  <a:gd name="connsiteY1833" fmla="*/ 884 h 389543"/>
                  <a:gd name="connsiteX1834" fmla="*/ 295072 w 891021"/>
                  <a:gd name="connsiteY1834" fmla="*/ 884 h 389543"/>
                  <a:gd name="connsiteX1835" fmla="*/ 292450 w 891021"/>
                  <a:gd name="connsiteY1835" fmla="*/ 884 h 389543"/>
                  <a:gd name="connsiteX1836" fmla="*/ 292009 w 891021"/>
                  <a:gd name="connsiteY1836" fmla="*/ 443 h 389543"/>
                  <a:gd name="connsiteX1837" fmla="*/ 292450 w 891021"/>
                  <a:gd name="connsiteY1837" fmla="*/ 2 h 389543"/>
                  <a:gd name="connsiteX1838" fmla="*/ 295072 w 891021"/>
                  <a:gd name="connsiteY1838" fmla="*/ 2 h 389543"/>
                  <a:gd name="connsiteX1839" fmla="*/ 295513 w 891021"/>
                  <a:gd name="connsiteY1839" fmla="*/ 443 h 389543"/>
                  <a:gd name="connsiteX1840" fmla="*/ 295072 w 891021"/>
                  <a:gd name="connsiteY1840" fmla="*/ 884 h 389543"/>
                  <a:gd name="connsiteX1841" fmla="*/ 286338 w 891021"/>
                  <a:gd name="connsiteY1841" fmla="*/ 884 h 389543"/>
                  <a:gd name="connsiteX1842" fmla="*/ 283716 w 891021"/>
                  <a:gd name="connsiteY1842" fmla="*/ 884 h 389543"/>
                  <a:gd name="connsiteX1843" fmla="*/ 283275 w 891021"/>
                  <a:gd name="connsiteY1843" fmla="*/ 443 h 389543"/>
                  <a:gd name="connsiteX1844" fmla="*/ 283716 w 891021"/>
                  <a:gd name="connsiteY1844" fmla="*/ 2 h 389543"/>
                  <a:gd name="connsiteX1845" fmla="*/ 286338 w 891021"/>
                  <a:gd name="connsiteY1845" fmla="*/ 2 h 389543"/>
                  <a:gd name="connsiteX1846" fmla="*/ 286779 w 891021"/>
                  <a:gd name="connsiteY1846" fmla="*/ 443 h 389543"/>
                  <a:gd name="connsiteX1847" fmla="*/ 286338 w 891021"/>
                  <a:gd name="connsiteY1847" fmla="*/ 884 h 389543"/>
                  <a:gd name="connsiteX1848" fmla="*/ 277604 w 891021"/>
                  <a:gd name="connsiteY1848" fmla="*/ 884 h 389543"/>
                  <a:gd name="connsiteX1849" fmla="*/ 274982 w 891021"/>
                  <a:gd name="connsiteY1849" fmla="*/ 884 h 389543"/>
                  <a:gd name="connsiteX1850" fmla="*/ 274541 w 891021"/>
                  <a:gd name="connsiteY1850" fmla="*/ 443 h 389543"/>
                  <a:gd name="connsiteX1851" fmla="*/ 274982 w 891021"/>
                  <a:gd name="connsiteY1851" fmla="*/ 2 h 389543"/>
                  <a:gd name="connsiteX1852" fmla="*/ 277604 w 891021"/>
                  <a:gd name="connsiteY1852" fmla="*/ 2 h 389543"/>
                  <a:gd name="connsiteX1853" fmla="*/ 278045 w 891021"/>
                  <a:gd name="connsiteY1853" fmla="*/ 443 h 389543"/>
                  <a:gd name="connsiteX1854" fmla="*/ 277604 w 891021"/>
                  <a:gd name="connsiteY1854" fmla="*/ 884 h 389543"/>
                  <a:gd name="connsiteX1855" fmla="*/ 268870 w 891021"/>
                  <a:gd name="connsiteY1855" fmla="*/ 884 h 389543"/>
                  <a:gd name="connsiteX1856" fmla="*/ 266248 w 891021"/>
                  <a:gd name="connsiteY1856" fmla="*/ 884 h 389543"/>
                  <a:gd name="connsiteX1857" fmla="*/ 265807 w 891021"/>
                  <a:gd name="connsiteY1857" fmla="*/ 443 h 389543"/>
                  <a:gd name="connsiteX1858" fmla="*/ 266248 w 891021"/>
                  <a:gd name="connsiteY1858" fmla="*/ 2 h 389543"/>
                  <a:gd name="connsiteX1859" fmla="*/ 268870 w 891021"/>
                  <a:gd name="connsiteY1859" fmla="*/ 2 h 389543"/>
                  <a:gd name="connsiteX1860" fmla="*/ 269311 w 891021"/>
                  <a:gd name="connsiteY1860" fmla="*/ 443 h 389543"/>
                  <a:gd name="connsiteX1861" fmla="*/ 268870 w 891021"/>
                  <a:gd name="connsiteY1861" fmla="*/ 884 h 389543"/>
                  <a:gd name="connsiteX1862" fmla="*/ 260135 w 891021"/>
                  <a:gd name="connsiteY1862" fmla="*/ 884 h 389543"/>
                  <a:gd name="connsiteX1863" fmla="*/ 257514 w 891021"/>
                  <a:gd name="connsiteY1863" fmla="*/ 884 h 389543"/>
                  <a:gd name="connsiteX1864" fmla="*/ 257073 w 891021"/>
                  <a:gd name="connsiteY1864" fmla="*/ 443 h 389543"/>
                  <a:gd name="connsiteX1865" fmla="*/ 257514 w 891021"/>
                  <a:gd name="connsiteY1865" fmla="*/ 2 h 389543"/>
                  <a:gd name="connsiteX1866" fmla="*/ 260135 w 891021"/>
                  <a:gd name="connsiteY1866" fmla="*/ 2 h 389543"/>
                  <a:gd name="connsiteX1867" fmla="*/ 260576 w 891021"/>
                  <a:gd name="connsiteY1867" fmla="*/ 443 h 389543"/>
                  <a:gd name="connsiteX1868" fmla="*/ 260135 w 891021"/>
                  <a:gd name="connsiteY1868" fmla="*/ 884 h 389543"/>
                  <a:gd name="connsiteX1869" fmla="*/ 251401 w 891021"/>
                  <a:gd name="connsiteY1869" fmla="*/ 884 h 389543"/>
                  <a:gd name="connsiteX1870" fmla="*/ 248780 w 891021"/>
                  <a:gd name="connsiteY1870" fmla="*/ 884 h 389543"/>
                  <a:gd name="connsiteX1871" fmla="*/ 248339 w 891021"/>
                  <a:gd name="connsiteY1871" fmla="*/ 443 h 389543"/>
                  <a:gd name="connsiteX1872" fmla="*/ 248780 w 891021"/>
                  <a:gd name="connsiteY1872" fmla="*/ 2 h 389543"/>
                  <a:gd name="connsiteX1873" fmla="*/ 251401 w 891021"/>
                  <a:gd name="connsiteY1873" fmla="*/ 2 h 389543"/>
                  <a:gd name="connsiteX1874" fmla="*/ 251842 w 891021"/>
                  <a:gd name="connsiteY1874" fmla="*/ 443 h 389543"/>
                  <a:gd name="connsiteX1875" fmla="*/ 251401 w 891021"/>
                  <a:gd name="connsiteY1875" fmla="*/ 884 h 389543"/>
                  <a:gd name="connsiteX1876" fmla="*/ 242667 w 891021"/>
                  <a:gd name="connsiteY1876" fmla="*/ 884 h 389543"/>
                  <a:gd name="connsiteX1877" fmla="*/ 240046 w 891021"/>
                  <a:gd name="connsiteY1877" fmla="*/ 884 h 389543"/>
                  <a:gd name="connsiteX1878" fmla="*/ 239605 w 891021"/>
                  <a:gd name="connsiteY1878" fmla="*/ 443 h 389543"/>
                  <a:gd name="connsiteX1879" fmla="*/ 240046 w 891021"/>
                  <a:gd name="connsiteY1879" fmla="*/ 2 h 389543"/>
                  <a:gd name="connsiteX1880" fmla="*/ 242667 w 891021"/>
                  <a:gd name="connsiteY1880" fmla="*/ 2 h 389543"/>
                  <a:gd name="connsiteX1881" fmla="*/ 243108 w 891021"/>
                  <a:gd name="connsiteY1881" fmla="*/ 443 h 389543"/>
                  <a:gd name="connsiteX1882" fmla="*/ 242667 w 891021"/>
                  <a:gd name="connsiteY1882" fmla="*/ 884 h 389543"/>
                  <a:gd name="connsiteX1883" fmla="*/ 233933 w 891021"/>
                  <a:gd name="connsiteY1883" fmla="*/ 884 h 389543"/>
                  <a:gd name="connsiteX1884" fmla="*/ 231312 w 891021"/>
                  <a:gd name="connsiteY1884" fmla="*/ 884 h 389543"/>
                  <a:gd name="connsiteX1885" fmla="*/ 230871 w 891021"/>
                  <a:gd name="connsiteY1885" fmla="*/ 443 h 389543"/>
                  <a:gd name="connsiteX1886" fmla="*/ 231312 w 891021"/>
                  <a:gd name="connsiteY1886" fmla="*/ 2 h 389543"/>
                  <a:gd name="connsiteX1887" fmla="*/ 233933 w 891021"/>
                  <a:gd name="connsiteY1887" fmla="*/ 2 h 389543"/>
                  <a:gd name="connsiteX1888" fmla="*/ 234374 w 891021"/>
                  <a:gd name="connsiteY1888" fmla="*/ 443 h 389543"/>
                  <a:gd name="connsiteX1889" fmla="*/ 233933 w 891021"/>
                  <a:gd name="connsiteY1889" fmla="*/ 884 h 389543"/>
                  <a:gd name="connsiteX1890" fmla="*/ 225199 w 891021"/>
                  <a:gd name="connsiteY1890" fmla="*/ 884 h 389543"/>
                  <a:gd name="connsiteX1891" fmla="*/ 222578 w 891021"/>
                  <a:gd name="connsiteY1891" fmla="*/ 884 h 389543"/>
                  <a:gd name="connsiteX1892" fmla="*/ 222137 w 891021"/>
                  <a:gd name="connsiteY1892" fmla="*/ 443 h 389543"/>
                  <a:gd name="connsiteX1893" fmla="*/ 222578 w 891021"/>
                  <a:gd name="connsiteY1893" fmla="*/ 2 h 389543"/>
                  <a:gd name="connsiteX1894" fmla="*/ 225199 w 891021"/>
                  <a:gd name="connsiteY1894" fmla="*/ 2 h 389543"/>
                  <a:gd name="connsiteX1895" fmla="*/ 225640 w 891021"/>
                  <a:gd name="connsiteY1895" fmla="*/ 443 h 389543"/>
                  <a:gd name="connsiteX1896" fmla="*/ 225199 w 891021"/>
                  <a:gd name="connsiteY1896" fmla="*/ 884 h 389543"/>
                  <a:gd name="connsiteX1897" fmla="*/ 216465 w 891021"/>
                  <a:gd name="connsiteY1897" fmla="*/ 884 h 389543"/>
                  <a:gd name="connsiteX1898" fmla="*/ 213844 w 891021"/>
                  <a:gd name="connsiteY1898" fmla="*/ 884 h 389543"/>
                  <a:gd name="connsiteX1899" fmla="*/ 213403 w 891021"/>
                  <a:gd name="connsiteY1899" fmla="*/ 443 h 389543"/>
                  <a:gd name="connsiteX1900" fmla="*/ 213844 w 891021"/>
                  <a:gd name="connsiteY1900" fmla="*/ 2 h 389543"/>
                  <a:gd name="connsiteX1901" fmla="*/ 216465 w 891021"/>
                  <a:gd name="connsiteY1901" fmla="*/ 2 h 389543"/>
                  <a:gd name="connsiteX1902" fmla="*/ 216906 w 891021"/>
                  <a:gd name="connsiteY1902" fmla="*/ 443 h 389543"/>
                  <a:gd name="connsiteX1903" fmla="*/ 216465 w 891021"/>
                  <a:gd name="connsiteY1903" fmla="*/ 884 h 389543"/>
                  <a:gd name="connsiteX1904" fmla="*/ 207731 w 891021"/>
                  <a:gd name="connsiteY1904" fmla="*/ 884 h 389543"/>
                  <a:gd name="connsiteX1905" fmla="*/ 205110 w 891021"/>
                  <a:gd name="connsiteY1905" fmla="*/ 884 h 389543"/>
                  <a:gd name="connsiteX1906" fmla="*/ 204669 w 891021"/>
                  <a:gd name="connsiteY1906" fmla="*/ 443 h 389543"/>
                  <a:gd name="connsiteX1907" fmla="*/ 205110 w 891021"/>
                  <a:gd name="connsiteY1907" fmla="*/ 2 h 389543"/>
                  <a:gd name="connsiteX1908" fmla="*/ 207731 w 891021"/>
                  <a:gd name="connsiteY1908" fmla="*/ 2 h 389543"/>
                  <a:gd name="connsiteX1909" fmla="*/ 208172 w 891021"/>
                  <a:gd name="connsiteY1909" fmla="*/ 443 h 389543"/>
                  <a:gd name="connsiteX1910" fmla="*/ 207731 w 891021"/>
                  <a:gd name="connsiteY1910" fmla="*/ 884 h 389543"/>
                  <a:gd name="connsiteX1911" fmla="*/ 198997 w 891021"/>
                  <a:gd name="connsiteY1911" fmla="*/ 884 h 389543"/>
                  <a:gd name="connsiteX1912" fmla="*/ 196376 w 891021"/>
                  <a:gd name="connsiteY1912" fmla="*/ 884 h 389543"/>
                  <a:gd name="connsiteX1913" fmla="*/ 195935 w 891021"/>
                  <a:gd name="connsiteY1913" fmla="*/ 443 h 389543"/>
                  <a:gd name="connsiteX1914" fmla="*/ 196376 w 891021"/>
                  <a:gd name="connsiteY1914" fmla="*/ 2 h 389543"/>
                  <a:gd name="connsiteX1915" fmla="*/ 198997 w 891021"/>
                  <a:gd name="connsiteY1915" fmla="*/ 2 h 389543"/>
                  <a:gd name="connsiteX1916" fmla="*/ 199438 w 891021"/>
                  <a:gd name="connsiteY1916" fmla="*/ 443 h 389543"/>
                  <a:gd name="connsiteX1917" fmla="*/ 198997 w 891021"/>
                  <a:gd name="connsiteY1917" fmla="*/ 884 h 389543"/>
                  <a:gd name="connsiteX1918" fmla="*/ 190263 w 891021"/>
                  <a:gd name="connsiteY1918" fmla="*/ 884 h 389543"/>
                  <a:gd name="connsiteX1919" fmla="*/ 187642 w 891021"/>
                  <a:gd name="connsiteY1919" fmla="*/ 884 h 389543"/>
                  <a:gd name="connsiteX1920" fmla="*/ 187201 w 891021"/>
                  <a:gd name="connsiteY1920" fmla="*/ 443 h 389543"/>
                  <a:gd name="connsiteX1921" fmla="*/ 187642 w 891021"/>
                  <a:gd name="connsiteY1921" fmla="*/ 2 h 389543"/>
                  <a:gd name="connsiteX1922" fmla="*/ 190263 w 891021"/>
                  <a:gd name="connsiteY1922" fmla="*/ 2 h 389543"/>
                  <a:gd name="connsiteX1923" fmla="*/ 190704 w 891021"/>
                  <a:gd name="connsiteY1923" fmla="*/ 443 h 389543"/>
                  <a:gd name="connsiteX1924" fmla="*/ 190263 w 891021"/>
                  <a:gd name="connsiteY1924" fmla="*/ 884 h 389543"/>
                  <a:gd name="connsiteX1925" fmla="*/ 181529 w 891021"/>
                  <a:gd name="connsiteY1925" fmla="*/ 884 h 389543"/>
                  <a:gd name="connsiteX1926" fmla="*/ 178907 w 891021"/>
                  <a:gd name="connsiteY1926" fmla="*/ 884 h 389543"/>
                  <a:gd name="connsiteX1927" fmla="*/ 178466 w 891021"/>
                  <a:gd name="connsiteY1927" fmla="*/ 443 h 389543"/>
                  <a:gd name="connsiteX1928" fmla="*/ 178907 w 891021"/>
                  <a:gd name="connsiteY1928" fmla="*/ 2 h 389543"/>
                  <a:gd name="connsiteX1929" fmla="*/ 181529 w 891021"/>
                  <a:gd name="connsiteY1929" fmla="*/ 2 h 389543"/>
                  <a:gd name="connsiteX1930" fmla="*/ 181970 w 891021"/>
                  <a:gd name="connsiteY1930" fmla="*/ 443 h 389543"/>
                  <a:gd name="connsiteX1931" fmla="*/ 181529 w 891021"/>
                  <a:gd name="connsiteY1931" fmla="*/ 884 h 389543"/>
                  <a:gd name="connsiteX1932" fmla="*/ 172795 w 891021"/>
                  <a:gd name="connsiteY1932" fmla="*/ 884 h 389543"/>
                  <a:gd name="connsiteX1933" fmla="*/ 170173 w 891021"/>
                  <a:gd name="connsiteY1933" fmla="*/ 884 h 389543"/>
                  <a:gd name="connsiteX1934" fmla="*/ 169732 w 891021"/>
                  <a:gd name="connsiteY1934" fmla="*/ 443 h 389543"/>
                  <a:gd name="connsiteX1935" fmla="*/ 170173 w 891021"/>
                  <a:gd name="connsiteY1935" fmla="*/ 2 h 389543"/>
                  <a:gd name="connsiteX1936" fmla="*/ 172795 w 891021"/>
                  <a:gd name="connsiteY1936" fmla="*/ 2 h 389543"/>
                  <a:gd name="connsiteX1937" fmla="*/ 173236 w 891021"/>
                  <a:gd name="connsiteY1937" fmla="*/ 443 h 389543"/>
                  <a:gd name="connsiteX1938" fmla="*/ 172795 w 891021"/>
                  <a:gd name="connsiteY1938" fmla="*/ 884 h 389543"/>
                  <a:gd name="connsiteX1939" fmla="*/ 164061 w 891021"/>
                  <a:gd name="connsiteY1939" fmla="*/ 884 h 389543"/>
                  <a:gd name="connsiteX1940" fmla="*/ 161439 w 891021"/>
                  <a:gd name="connsiteY1940" fmla="*/ 884 h 389543"/>
                  <a:gd name="connsiteX1941" fmla="*/ 160998 w 891021"/>
                  <a:gd name="connsiteY1941" fmla="*/ 443 h 389543"/>
                  <a:gd name="connsiteX1942" fmla="*/ 161439 w 891021"/>
                  <a:gd name="connsiteY1942" fmla="*/ 2 h 389543"/>
                  <a:gd name="connsiteX1943" fmla="*/ 164061 w 891021"/>
                  <a:gd name="connsiteY1943" fmla="*/ 2 h 389543"/>
                  <a:gd name="connsiteX1944" fmla="*/ 164502 w 891021"/>
                  <a:gd name="connsiteY1944" fmla="*/ 443 h 389543"/>
                  <a:gd name="connsiteX1945" fmla="*/ 164061 w 891021"/>
                  <a:gd name="connsiteY1945" fmla="*/ 884 h 389543"/>
                  <a:gd name="connsiteX1946" fmla="*/ 155327 w 891021"/>
                  <a:gd name="connsiteY1946" fmla="*/ 884 h 389543"/>
                  <a:gd name="connsiteX1947" fmla="*/ 152705 w 891021"/>
                  <a:gd name="connsiteY1947" fmla="*/ 884 h 389543"/>
                  <a:gd name="connsiteX1948" fmla="*/ 152264 w 891021"/>
                  <a:gd name="connsiteY1948" fmla="*/ 443 h 389543"/>
                  <a:gd name="connsiteX1949" fmla="*/ 152705 w 891021"/>
                  <a:gd name="connsiteY1949" fmla="*/ 2 h 389543"/>
                  <a:gd name="connsiteX1950" fmla="*/ 155327 w 891021"/>
                  <a:gd name="connsiteY1950" fmla="*/ 2 h 389543"/>
                  <a:gd name="connsiteX1951" fmla="*/ 155768 w 891021"/>
                  <a:gd name="connsiteY1951" fmla="*/ 443 h 389543"/>
                  <a:gd name="connsiteX1952" fmla="*/ 155327 w 891021"/>
                  <a:gd name="connsiteY1952" fmla="*/ 884 h 389543"/>
                  <a:gd name="connsiteX1953" fmla="*/ 146593 w 891021"/>
                  <a:gd name="connsiteY1953" fmla="*/ 884 h 389543"/>
                  <a:gd name="connsiteX1954" fmla="*/ 143971 w 891021"/>
                  <a:gd name="connsiteY1954" fmla="*/ 884 h 389543"/>
                  <a:gd name="connsiteX1955" fmla="*/ 143530 w 891021"/>
                  <a:gd name="connsiteY1955" fmla="*/ 443 h 389543"/>
                  <a:gd name="connsiteX1956" fmla="*/ 143971 w 891021"/>
                  <a:gd name="connsiteY1956" fmla="*/ 2 h 389543"/>
                  <a:gd name="connsiteX1957" fmla="*/ 146593 w 891021"/>
                  <a:gd name="connsiteY1957" fmla="*/ 2 h 389543"/>
                  <a:gd name="connsiteX1958" fmla="*/ 147034 w 891021"/>
                  <a:gd name="connsiteY1958" fmla="*/ 443 h 389543"/>
                  <a:gd name="connsiteX1959" fmla="*/ 146593 w 891021"/>
                  <a:gd name="connsiteY1959" fmla="*/ 884 h 389543"/>
                  <a:gd name="connsiteX1960" fmla="*/ 137859 w 891021"/>
                  <a:gd name="connsiteY1960" fmla="*/ 884 h 389543"/>
                  <a:gd name="connsiteX1961" fmla="*/ 135237 w 891021"/>
                  <a:gd name="connsiteY1961" fmla="*/ 884 h 389543"/>
                  <a:gd name="connsiteX1962" fmla="*/ 134796 w 891021"/>
                  <a:gd name="connsiteY1962" fmla="*/ 443 h 389543"/>
                  <a:gd name="connsiteX1963" fmla="*/ 135237 w 891021"/>
                  <a:gd name="connsiteY1963" fmla="*/ 2 h 389543"/>
                  <a:gd name="connsiteX1964" fmla="*/ 137859 w 891021"/>
                  <a:gd name="connsiteY1964" fmla="*/ 2 h 389543"/>
                  <a:gd name="connsiteX1965" fmla="*/ 138300 w 891021"/>
                  <a:gd name="connsiteY1965" fmla="*/ 443 h 389543"/>
                  <a:gd name="connsiteX1966" fmla="*/ 137859 w 891021"/>
                  <a:gd name="connsiteY1966" fmla="*/ 884 h 389543"/>
                  <a:gd name="connsiteX1967" fmla="*/ 129124 w 891021"/>
                  <a:gd name="connsiteY1967" fmla="*/ 884 h 389543"/>
                  <a:gd name="connsiteX1968" fmla="*/ 126503 w 891021"/>
                  <a:gd name="connsiteY1968" fmla="*/ 884 h 389543"/>
                  <a:gd name="connsiteX1969" fmla="*/ 126062 w 891021"/>
                  <a:gd name="connsiteY1969" fmla="*/ 443 h 389543"/>
                  <a:gd name="connsiteX1970" fmla="*/ 126503 w 891021"/>
                  <a:gd name="connsiteY1970" fmla="*/ 2 h 389543"/>
                  <a:gd name="connsiteX1971" fmla="*/ 129124 w 891021"/>
                  <a:gd name="connsiteY1971" fmla="*/ 2 h 389543"/>
                  <a:gd name="connsiteX1972" fmla="*/ 129565 w 891021"/>
                  <a:gd name="connsiteY1972" fmla="*/ 443 h 389543"/>
                  <a:gd name="connsiteX1973" fmla="*/ 129124 w 891021"/>
                  <a:gd name="connsiteY1973" fmla="*/ 884 h 389543"/>
                  <a:gd name="connsiteX1974" fmla="*/ 120390 w 891021"/>
                  <a:gd name="connsiteY1974" fmla="*/ 884 h 389543"/>
                  <a:gd name="connsiteX1975" fmla="*/ 117769 w 891021"/>
                  <a:gd name="connsiteY1975" fmla="*/ 884 h 389543"/>
                  <a:gd name="connsiteX1976" fmla="*/ 117328 w 891021"/>
                  <a:gd name="connsiteY1976" fmla="*/ 443 h 389543"/>
                  <a:gd name="connsiteX1977" fmla="*/ 117769 w 891021"/>
                  <a:gd name="connsiteY1977" fmla="*/ 2 h 389543"/>
                  <a:gd name="connsiteX1978" fmla="*/ 120390 w 891021"/>
                  <a:gd name="connsiteY1978" fmla="*/ 2 h 389543"/>
                  <a:gd name="connsiteX1979" fmla="*/ 120831 w 891021"/>
                  <a:gd name="connsiteY1979" fmla="*/ 443 h 389543"/>
                  <a:gd name="connsiteX1980" fmla="*/ 120390 w 891021"/>
                  <a:gd name="connsiteY1980" fmla="*/ 884 h 389543"/>
                  <a:gd name="connsiteX1981" fmla="*/ 111656 w 891021"/>
                  <a:gd name="connsiteY1981" fmla="*/ 884 h 389543"/>
                  <a:gd name="connsiteX1982" fmla="*/ 109035 w 891021"/>
                  <a:gd name="connsiteY1982" fmla="*/ 884 h 389543"/>
                  <a:gd name="connsiteX1983" fmla="*/ 108594 w 891021"/>
                  <a:gd name="connsiteY1983" fmla="*/ 443 h 389543"/>
                  <a:gd name="connsiteX1984" fmla="*/ 109035 w 891021"/>
                  <a:gd name="connsiteY1984" fmla="*/ 2 h 389543"/>
                  <a:gd name="connsiteX1985" fmla="*/ 111656 w 891021"/>
                  <a:gd name="connsiteY1985" fmla="*/ 2 h 389543"/>
                  <a:gd name="connsiteX1986" fmla="*/ 112097 w 891021"/>
                  <a:gd name="connsiteY1986" fmla="*/ 443 h 389543"/>
                  <a:gd name="connsiteX1987" fmla="*/ 111656 w 891021"/>
                  <a:gd name="connsiteY1987" fmla="*/ 884 h 389543"/>
                  <a:gd name="connsiteX1988" fmla="*/ 102922 w 891021"/>
                  <a:gd name="connsiteY1988" fmla="*/ 884 h 389543"/>
                  <a:gd name="connsiteX1989" fmla="*/ 100301 w 891021"/>
                  <a:gd name="connsiteY1989" fmla="*/ 884 h 389543"/>
                  <a:gd name="connsiteX1990" fmla="*/ 99860 w 891021"/>
                  <a:gd name="connsiteY1990" fmla="*/ 443 h 389543"/>
                  <a:gd name="connsiteX1991" fmla="*/ 100301 w 891021"/>
                  <a:gd name="connsiteY1991" fmla="*/ 2 h 389543"/>
                  <a:gd name="connsiteX1992" fmla="*/ 102922 w 891021"/>
                  <a:gd name="connsiteY1992" fmla="*/ 2 h 389543"/>
                  <a:gd name="connsiteX1993" fmla="*/ 103363 w 891021"/>
                  <a:gd name="connsiteY1993" fmla="*/ 443 h 389543"/>
                  <a:gd name="connsiteX1994" fmla="*/ 102922 w 891021"/>
                  <a:gd name="connsiteY1994" fmla="*/ 884 h 389543"/>
                  <a:gd name="connsiteX1995" fmla="*/ 94188 w 891021"/>
                  <a:gd name="connsiteY1995" fmla="*/ 884 h 389543"/>
                  <a:gd name="connsiteX1996" fmla="*/ 91567 w 891021"/>
                  <a:gd name="connsiteY1996" fmla="*/ 884 h 389543"/>
                  <a:gd name="connsiteX1997" fmla="*/ 91126 w 891021"/>
                  <a:gd name="connsiteY1997" fmla="*/ 443 h 389543"/>
                  <a:gd name="connsiteX1998" fmla="*/ 91567 w 891021"/>
                  <a:gd name="connsiteY1998" fmla="*/ 2 h 389543"/>
                  <a:gd name="connsiteX1999" fmla="*/ 94188 w 891021"/>
                  <a:gd name="connsiteY1999" fmla="*/ 2 h 389543"/>
                  <a:gd name="connsiteX2000" fmla="*/ 94629 w 891021"/>
                  <a:gd name="connsiteY2000" fmla="*/ 443 h 389543"/>
                  <a:gd name="connsiteX2001" fmla="*/ 94188 w 891021"/>
                  <a:gd name="connsiteY2001" fmla="*/ 884 h 389543"/>
                  <a:gd name="connsiteX2002" fmla="*/ 85454 w 891021"/>
                  <a:gd name="connsiteY2002" fmla="*/ 884 h 389543"/>
                  <a:gd name="connsiteX2003" fmla="*/ 82833 w 891021"/>
                  <a:gd name="connsiteY2003" fmla="*/ 884 h 389543"/>
                  <a:gd name="connsiteX2004" fmla="*/ 82392 w 891021"/>
                  <a:gd name="connsiteY2004" fmla="*/ 443 h 389543"/>
                  <a:gd name="connsiteX2005" fmla="*/ 82833 w 891021"/>
                  <a:gd name="connsiteY2005" fmla="*/ 2 h 389543"/>
                  <a:gd name="connsiteX2006" fmla="*/ 85454 w 891021"/>
                  <a:gd name="connsiteY2006" fmla="*/ 2 h 389543"/>
                  <a:gd name="connsiteX2007" fmla="*/ 85895 w 891021"/>
                  <a:gd name="connsiteY2007" fmla="*/ 443 h 389543"/>
                  <a:gd name="connsiteX2008" fmla="*/ 85454 w 891021"/>
                  <a:gd name="connsiteY2008" fmla="*/ 884 h 389543"/>
                  <a:gd name="connsiteX2009" fmla="*/ 76720 w 891021"/>
                  <a:gd name="connsiteY2009" fmla="*/ 884 h 389543"/>
                  <a:gd name="connsiteX2010" fmla="*/ 74099 w 891021"/>
                  <a:gd name="connsiteY2010" fmla="*/ 884 h 389543"/>
                  <a:gd name="connsiteX2011" fmla="*/ 73658 w 891021"/>
                  <a:gd name="connsiteY2011" fmla="*/ 443 h 389543"/>
                  <a:gd name="connsiteX2012" fmla="*/ 74099 w 891021"/>
                  <a:gd name="connsiteY2012" fmla="*/ 2 h 389543"/>
                  <a:gd name="connsiteX2013" fmla="*/ 76720 w 891021"/>
                  <a:gd name="connsiteY2013" fmla="*/ 2 h 389543"/>
                  <a:gd name="connsiteX2014" fmla="*/ 77161 w 891021"/>
                  <a:gd name="connsiteY2014" fmla="*/ 443 h 389543"/>
                  <a:gd name="connsiteX2015" fmla="*/ 76720 w 891021"/>
                  <a:gd name="connsiteY2015" fmla="*/ 884 h 389543"/>
                  <a:gd name="connsiteX2016" fmla="*/ 67986 w 891021"/>
                  <a:gd name="connsiteY2016" fmla="*/ 884 h 389543"/>
                  <a:gd name="connsiteX2017" fmla="*/ 65365 w 891021"/>
                  <a:gd name="connsiteY2017" fmla="*/ 884 h 389543"/>
                  <a:gd name="connsiteX2018" fmla="*/ 64924 w 891021"/>
                  <a:gd name="connsiteY2018" fmla="*/ 443 h 389543"/>
                  <a:gd name="connsiteX2019" fmla="*/ 65365 w 891021"/>
                  <a:gd name="connsiteY2019" fmla="*/ 2 h 389543"/>
                  <a:gd name="connsiteX2020" fmla="*/ 67986 w 891021"/>
                  <a:gd name="connsiteY2020" fmla="*/ 2 h 389543"/>
                  <a:gd name="connsiteX2021" fmla="*/ 68427 w 891021"/>
                  <a:gd name="connsiteY2021" fmla="*/ 443 h 389543"/>
                  <a:gd name="connsiteX2022" fmla="*/ 67986 w 891021"/>
                  <a:gd name="connsiteY2022" fmla="*/ 884 h 389543"/>
                  <a:gd name="connsiteX2023" fmla="*/ 59252 w 891021"/>
                  <a:gd name="connsiteY2023" fmla="*/ 884 h 389543"/>
                  <a:gd name="connsiteX2024" fmla="*/ 56631 w 891021"/>
                  <a:gd name="connsiteY2024" fmla="*/ 884 h 389543"/>
                  <a:gd name="connsiteX2025" fmla="*/ 56190 w 891021"/>
                  <a:gd name="connsiteY2025" fmla="*/ 443 h 389543"/>
                  <a:gd name="connsiteX2026" fmla="*/ 56631 w 891021"/>
                  <a:gd name="connsiteY2026" fmla="*/ 2 h 389543"/>
                  <a:gd name="connsiteX2027" fmla="*/ 59252 w 891021"/>
                  <a:gd name="connsiteY2027" fmla="*/ 2 h 389543"/>
                  <a:gd name="connsiteX2028" fmla="*/ 59693 w 891021"/>
                  <a:gd name="connsiteY2028" fmla="*/ 443 h 389543"/>
                  <a:gd name="connsiteX2029" fmla="*/ 59252 w 891021"/>
                  <a:gd name="connsiteY2029" fmla="*/ 884 h 389543"/>
                  <a:gd name="connsiteX2030" fmla="*/ 50518 w 891021"/>
                  <a:gd name="connsiteY2030" fmla="*/ 884 h 389543"/>
                  <a:gd name="connsiteX2031" fmla="*/ 47896 w 891021"/>
                  <a:gd name="connsiteY2031" fmla="*/ 884 h 389543"/>
                  <a:gd name="connsiteX2032" fmla="*/ 47455 w 891021"/>
                  <a:gd name="connsiteY2032" fmla="*/ 443 h 389543"/>
                  <a:gd name="connsiteX2033" fmla="*/ 47896 w 891021"/>
                  <a:gd name="connsiteY2033" fmla="*/ 2 h 389543"/>
                  <a:gd name="connsiteX2034" fmla="*/ 50518 w 891021"/>
                  <a:gd name="connsiteY2034" fmla="*/ 2 h 389543"/>
                  <a:gd name="connsiteX2035" fmla="*/ 50959 w 891021"/>
                  <a:gd name="connsiteY2035" fmla="*/ 443 h 389543"/>
                  <a:gd name="connsiteX2036" fmla="*/ 50518 w 891021"/>
                  <a:gd name="connsiteY2036" fmla="*/ 884 h 389543"/>
                  <a:gd name="connsiteX2037" fmla="*/ 41784 w 891021"/>
                  <a:gd name="connsiteY2037" fmla="*/ 884 h 389543"/>
                  <a:gd name="connsiteX2038" fmla="*/ 39162 w 891021"/>
                  <a:gd name="connsiteY2038" fmla="*/ 884 h 389543"/>
                  <a:gd name="connsiteX2039" fmla="*/ 38721 w 891021"/>
                  <a:gd name="connsiteY2039" fmla="*/ 443 h 389543"/>
                  <a:gd name="connsiteX2040" fmla="*/ 39162 w 891021"/>
                  <a:gd name="connsiteY2040" fmla="*/ 2 h 389543"/>
                  <a:gd name="connsiteX2041" fmla="*/ 41784 w 891021"/>
                  <a:gd name="connsiteY2041" fmla="*/ 2 h 389543"/>
                  <a:gd name="connsiteX2042" fmla="*/ 42225 w 891021"/>
                  <a:gd name="connsiteY2042" fmla="*/ 443 h 389543"/>
                  <a:gd name="connsiteX2043" fmla="*/ 41784 w 891021"/>
                  <a:gd name="connsiteY2043" fmla="*/ 884 h 389543"/>
                  <a:gd name="connsiteX2044" fmla="*/ 33050 w 891021"/>
                  <a:gd name="connsiteY2044" fmla="*/ 884 h 389543"/>
                  <a:gd name="connsiteX2045" fmla="*/ 30428 w 891021"/>
                  <a:gd name="connsiteY2045" fmla="*/ 884 h 389543"/>
                  <a:gd name="connsiteX2046" fmla="*/ 29987 w 891021"/>
                  <a:gd name="connsiteY2046" fmla="*/ 443 h 389543"/>
                  <a:gd name="connsiteX2047" fmla="*/ 30428 w 891021"/>
                  <a:gd name="connsiteY2047" fmla="*/ 2 h 389543"/>
                  <a:gd name="connsiteX2048" fmla="*/ 33050 w 891021"/>
                  <a:gd name="connsiteY2048" fmla="*/ 2 h 389543"/>
                  <a:gd name="connsiteX2049" fmla="*/ 33491 w 891021"/>
                  <a:gd name="connsiteY2049" fmla="*/ 443 h 389543"/>
                  <a:gd name="connsiteX2050" fmla="*/ 33050 w 891021"/>
                  <a:gd name="connsiteY2050" fmla="*/ 884 h 389543"/>
                  <a:gd name="connsiteX2051" fmla="*/ 24316 w 891021"/>
                  <a:gd name="connsiteY2051" fmla="*/ 884 h 389543"/>
                  <a:gd name="connsiteX2052" fmla="*/ 21694 w 891021"/>
                  <a:gd name="connsiteY2052" fmla="*/ 884 h 389543"/>
                  <a:gd name="connsiteX2053" fmla="*/ 21253 w 891021"/>
                  <a:gd name="connsiteY2053" fmla="*/ 443 h 389543"/>
                  <a:gd name="connsiteX2054" fmla="*/ 21694 w 891021"/>
                  <a:gd name="connsiteY2054" fmla="*/ 2 h 389543"/>
                  <a:gd name="connsiteX2055" fmla="*/ 24316 w 891021"/>
                  <a:gd name="connsiteY2055" fmla="*/ 2 h 389543"/>
                  <a:gd name="connsiteX2056" fmla="*/ 24757 w 891021"/>
                  <a:gd name="connsiteY2056" fmla="*/ 443 h 389543"/>
                  <a:gd name="connsiteX2057" fmla="*/ 24316 w 891021"/>
                  <a:gd name="connsiteY2057" fmla="*/ 884 h 389543"/>
                  <a:gd name="connsiteX2058" fmla="*/ 15582 w 891021"/>
                  <a:gd name="connsiteY2058" fmla="*/ 884 h 389543"/>
                  <a:gd name="connsiteX2059" fmla="*/ 12960 w 891021"/>
                  <a:gd name="connsiteY2059" fmla="*/ 884 h 389543"/>
                  <a:gd name="connsiteX2060" fmla="*/ 12519 w 891021"/>
                  <a:gd name="connsiteY2060" fmla="*/ 443 h 389543"/>
                  <a:gd name="connsiteX2061" fmla="*/ 12960 w 891021"/>
                  <a:gd name="connsiteY2061" fmla="*/ 2 h 389543"/>
                  <a:gd name="connsiteX2062" fmla="*/ 15582 w 891021"/>
                  <a:gd name="connsiteY2062" fmla="*/ 2 h 389543"/>
                  <a:gd name="connsiteX2063" fmla="*/ 16023 w 891021"/>
                  <a:gd name="connsiteY2063" fmla="*/ 443 h 389543"/>
                  <a:gd name="connsiteX2064" fmla="*/ 15582 w 891021"/>
                  <a:gd name="connsiteY2064" fmla="*/ 884 h 389543"/>
                  <a:gd name="connsiteX2065" fmla="*/ 6848 w 891021"/>
                  <a:gd name="connsiteY2065" fmla="*/ 884 h 389543"/>
                  <a:gd name="connsiteX2066" fmla="*/ 4226 w 891021"/>
                  <a:gd name="connsiteY2066" fmla="*/ 884 h 389543"/>
                  <a:gd name="connsiteX2067" fmla="*/ 3785 w 891021"/>
                  <a:gd name="connsiteY2067" fmla="*/ 443 h 389543"/>
                  <a:gd name="connsiteX2068" fmla="*/ 4226 w 891021"/>
                  <a:gd name="connsiteY2068" fmla="*/ 2 h 389543"/>
                  <a:gd name="connsiteX2069" fmla="*/ 6848 w 891021"/>
                  <a:gd name="connsiteY2069" fmla="*/ 2 h 389543"/>
                  <a:gd name="connsiteX2070" fmla="*/ 7289 w 891021"/>
                  <a:gd name="connsiteY2070" fmla="*/ 443 h 389543"/>
                  <a:gd name="connsiteX2071" fmla="*/ 6848 w 891021"/>
                  <a:gd name="connsiteY2071" fmla="*/ 884 h 389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  <a:cxn ang="0">
                    <a:pos x="connsiteX1280" y="connsiteY1280"/>
                  </a:cxn>
                  <a:cxn ang="0">
                    <a:pos x="connsiteX1281" y="connsiteY1281"/>
                  </a:cxn>
                  <a:cxn ang="0">
                    <a:pos x="connsiteX1282" y="connsiteY1282"/>
                  </a:cxn>
                  <a:cxn ang="0">
                    <a:pos x="connsiteX1283" y="connsiteY1283"/>
                  </a:cxn>
                  <a:cxn ang="0">
                    <a:pos x="connsiteX1284" y="connsiteY1284"/>
                  </a:cxn>
                  <a:cxn ang="0">
                    <a:pos x="connsiteX1285" y="connsiteY1285"/>
                  </a:cxn>
                  <a:cxn ang="0">
                    <a:pos x="connsiteX1286" y="connsiteY1286"/>
                  </a:cxn>
                  <a:cxn ang="0">
                    <a:pos x="connsiteX1287" y="connsiteY1287"/>
                  </a:cxn>
                  <a:cxn ang="0">
                    <a:pos x="connsiteX1288" y="connsiteY1288"/>
                  </a:cxn>
                  <a:cxn ang="0">
                    <a:pos x="connsiteX1289" y="connsiteY1289"/>
                  </a:cxn>
                  <a:cxn ang="0">
                    <a:pos x="connsiteX1290" y="connsiteY1290"/>
                  </a:cxn>
                  <a:cxn ang="0">
                    <a:pos x="connsiteX1291" y="connsiteY1291"/>
                  </a:cxn>
                  <a:cxn ang="0">
                    <a:pos x="connsiteX1292" y="connsiteY1292"/>
                  </a:cxn>
                  <a:cxn ang="0">
                    <a:pos x="connsiteX1293" y="connsiteY1293"/>
                  </a:cxn>
                  <a:cxn ang="0">
                    <a:pos x="connsiteX1294" y="connsiteY1294"/>
                  </a:cxn>
                  <a:cxn ang="0">
                    <a:pos x="connsiteX1295" y="connsiteY1295"/>
                  </a:cxn>
                  <a:cxn ang="0">
                    <a:pos x="connsiteX1296" y="connsiteY1296"/>
                  </a:cxn>
                  <a:cxn ang="0">
                    <a:pos x="connsiteX1297" y="connsiteY1297"/>
                  </a:cxn>
                  <a:cxn ang="0">
                    <a:pos x="connsiteX1298" y="connsiteY1298"/>
                  </a:cxn>
                  <a:cxn ang="0">
                    <a:pos x="connsiteX1299" y="connsiteY1299"/>
                  </a:cxn>
                  <a:cxn ang="0">
                    <a:pos x="connsiteX1300" y="connsiteY1300"/>
                  </a:cxn>
                  <a:cxn ang="0">
                    <a:pos x="connsiteX1301" y="connsiteY1301"/>
                  </a:cxn>
                  <a:cxn ang="0">
                    <a:pos x="connsiteX1302" y="connsiteY1302"/>
                  </a:cxn>
                  <a:cxn ang="0">
                    <a:pos x="connsiteX1303" y="connsiteY1303"/>
                  </a:cxn>
                  <a:cxn ang="0">
                    <a:pos x="connsiteX1304" y="connsiteY1304"/>
                  </a:cxn>
                  <a:cxn ang="0">
                    <a:pos x="connsiteX1305" y="connsiteY1305"/>
                  </a:cxn>
                  <a:cxn ang="0">
                    <a:pos x="connsiteX1306" y="connsiteY1306"/>
                  </a:cxn>
                  <a:cxn ang="0">
                    <a:pos x="connsiteX1307" y="connsiteY1307"/>
                  </a:cxn>
                  <a:cxn ang="0">
                    <a:pos x="connsiteX1308" y="connsiteY1308"/>
                  </a:cxn>
                  <a:cxn ang="0">
                    <a:pos x="connsiteX1309" y="connsiteY1309"/>
                  </a:cxn>
                  <a:cxn ang="0">
                    <a:pos x="connsiteX1310" y="connsiteY1310"/>
                  </a:cxn>
                  <a:cxn ang="0">
                    <a:pos x="connsiteX1311" y="connsiteY1311"/>
                  </a:cxn>
                  <a:cxn ang="0">
                    <a:pos x="connsiteX1312" y="connsiteY1312"/>
                  </a:cxn>
                  <a:cxn ang="0">
                    <a:pos x="connsiteX1313" y="connsiteY1313"/>
                  </a:cxn>
                  <a:cxn ang="0">
                    <a:pos x="connsiteX1314" y="connsiteY1314"/>
                  </a:cxn>
                  <a:cxn ang="0">
                    <a:pos x="connsiteX1315" y="connsiteY1315"/>
                  </a:cxn>
                  <a:cxn ang="0">
                    <a:pos x="connsiteX1316" y="connsiteY1316"/>
                  </a:cxn>
                  <a:cxn ang="0">
                    <a:pos x="connsiteX1317" y="connsiteY1317"/>
                  </a:cxn>
                  <a:cxn ang="0">
                    <a:pos x="connsiteX1318" y="connsiteY1318"/>
                  </a:cxn>
                  <a:cxn ang="0">
                    <a:pos x="connsiteX1319" y="connsiteY1319"/>
                  </a:cxn>
                  <a:cxn ang="0">
                    <a:pos x="connsiteX1320" y="connsiteY1320"/>
                  </a:cxn>
                  <a:cxn ang="0">
                    <a:pos x="connsiteX1321" y="connsiteY1321"/>
                  </a:cxn>
                  <a:cxn ang="0">
                    <a:pos x="connsiteX1322" y="connsiteY1322"/>
                  </a:cxn>
                  <a:cxn ang="0">
                    <a:pos x="connsiteX1323" y="connsiteY1323"/>
                  </a:cxn>
                  <a:cxn ang="0">
                    <a:pos x="connsiteX1324" y="connsiteY1324"/>
                  </a:cxn>
                  <a:cxn ang="0">
                    <a:pos x="connsiteX1325" y="connsiteY1325"/>
                  </a:cxn>
                  <a:cxn ang="0">
                    <a:pos x="connsiteX1326" y="connsiteY1326"/>
                  </a:cxn>
                  <a:cxn ang="0">
                    <a:pos x="connsiteX1327" y="connsiteY1327"/>
                  </a:cxn>
                  <a:cxn ang="0">
                    <a:pos x="connsiteX1328" y="connsiteY1328"/>
                  </a:cxn>
                  <a:cxn ang="0">
                    <a:pos x="connsiteX1329" y="connsiteY1329"/>
                  </a:cxn>
                  <a:cxn ang="0">
                    <a:pos x="connsiteX1330" y="connsiteY1330"/>
                  </a:cxn>
                  <a:cxn ang="0">
                    <a:pos x="connsiteX1331" y="connsiteY1331"/>
                  </a:cxn>
                  <a:cxn ang="0">
                    <a:pos x="connsiteX1332" y="connsiteY1332"/>
                  </a:cxn>
                  <a:cxn ang="0">
                    <a:pos x="connsiteX1333" y="connsiteY1333"/>
                  </a:cxn>
                  <a:cxn ang="0">
                    <a:pos x="connsiteX1334" y="connsiteY1334"/>
                  </a:cxn>
                  <a:cxn ang="0">
                    <a:pos x="connsiteX1335" y="connsiteY1335"/>
                  </a:cxn>
                  <a:cxn ang="0">
                    <a:pos x="connsiteX1336" y="connsiteY1336"/>
                  </a:cxn>
                  <a:cxn ang="0">
                    <a:pos x="connsiteX1337" y="connsiteY1337"/>
                  </a:cxn>
                  <a:cxn ang="0">
                    <a:pos x="connsiteX1338" y="connsiteY1338"/>
                  </a:cxn>
                  <a:cxn ang="0">
                    <a:pos x="connsiteX1339" y="connsiteY1339"/>
                  </a:cxn>
                  <a:cxn ang="0">
                    <a:pos x="connsiteX1340" y="connsiteY1340"/>
                  </a:cxn>
                  <a:cxn ang="0">
                    <a:pos x="connsiteX1341" y="connsiteY1341"/>
                  </a:cxn>
                  <a:cxn ang="0">
                    <a:pos x="connsiteX1342" y="connsiteY1342"/>
                  </a:cxn>
                  <a:cxn ang="0">
                    <a:pos x="connsiteX1343" y="connsiteY1343"/>
                  </a:cxn>
                  <a:cxn ang="0">
                    <a:pos x="connsiteX1344" y="connsiteY1344"/>
                  </a:cxn>
                  <a:cxn ang="0">
                    <a:pos x="connsiteX1345" y="connsiteY1345"/>
                  </a:cxn>
                  <a:cxn ang="0">
                    <a:pos x="connsiteX1346" y="connsiteY1346"/>
                  </a:cxn>
                  <a:cxn ang="0">
                    <a:pos x="connsiteX1347" y="connsiteY1347"/>
                  </a:cxn>
                  <a:cxn ang="0">
                    <a:pos x="connsiteX1348" y="connsiteY1348"/>
                  </a:cxn>
                  <a:cxn ang="0">
                    <a:pos x="connsiteX1349" y="connsiteY1349"/>
                  </a:cxn>
                  <a:cxn ang="0">
                    <a:pos x="connsiteX1350" y="connsiteY1350"/>
                  </a:cxn>
                  <a:cxn ang="0">
                    <a:pos x="connsiteX1351" y="connsiteY1351"/>
                  </a:cxn>
                  <a:cxn ang="0">
                    <a:pos x="connsiteX1352" y="connsiteY1352"/>
                  </a:cxn>
                  <a:cxn ang="0">
                    <a:pos x="connsiteX1353" y="connsiteY1353"/>
                  </a:cxn>
                  <a:cxn ang="0">
                    <a:pos x="connsiteX1354" y="connsiteY1354"/>
                  </a:cxn>
                  <a:cxn ang="0">
                    <a:pos x="connsiteX1355" y="connsiteY1355"/>
                  </a:cxn>
                  <a:cxn ang="0">
                    <a:pos x="connsiteX1356" y="connsiteY1356"/>
                  </a:cxn>
                  <a:cxn ang="0">
                    <a:pos x="connsiteX1357" y="connsiteY1357"/>
                  </a:cxn>
                  <a:cxn ang="0">
                    <a:pos x="connsiteX1358" y="connsiteY1358"/>
                  </a:cxn>
                  <a:cxn ang="0">
                    <a:pos x="connsiteX1359" y="connsiteY1359"/>
                  </a:cxn>
                  <a:cxn ang="0">
                    <a:pos x="connsiteX1360" y="connsiteY1360"/>
                  </a:cxn>
                  <a:cxn ang="0">
                    <a:pos x="connsiteX1361" y="connsiteY1361"/>
                  </a:cxn>
                  <a:cxn ang="0">
                    <a:pos x="connsiteX1362" y="connsiteY1362"/>
                  </a:cxn>
                  <a:cxn ang="0">
                    <a:pos x="connsiteX1363" y="connsiteY1363"/>
                  </a:cxn>
                  <a:cxn ang="0">
                    <a:pos x="connsiteX1364" y="connsiteY1364"/>
                  </a:cxn>
                  <a:cxn ang="0">
                    <a:pos x="connsiteX1365" y="connsiteY1365"/>
                  </a:cxn>
                  <a:cxn ang="0">
                    <a:pos x="connsiteX1366" y="connsiteY1366"/>
                  </a:cxn>
                  <a:cxn ang="0">
                    <a:pos x="connsiteX1367" y="connsiteY1367"/>
                  </a:cxn>
                  <a:cxn ang="0">
                    <a:pos x="connsiteX1368" y="connsiteY1368"/>
                  </a:cxn>
                  <a:cxn ang="0">
                    <a:pos x="connsiteX1369" y="connsiteY1369"/>
                  </a:cxn>
                  <a:cxn ang="0">
                    <a:pos x="connsiteX1370" y="connsiteY1370"/>
                  </a:cxn>
                  <a:cxn ang="0">
                    <a:pos x="connsiteX1371" y="connsiteY1371"/>
                  </a:cxn>
                  <a:cxn ang="0">
                    <a:pos x="connsiteX1372" y="connsiteY1372"/>
                  </a:cxn>
                  <a:cxn ang="0">
                    <a:pos x="connsiteX1373" y="connsiteY1373"/>
                  </a:cxn>
                  <a:cxn ang="0">
                    <a:pos x="connsiteX1374" y="connsiteY1374"/>
                  </a:cxn>
                  <a:cxn ang="0">
                    <a:pos x="connsiteX1375" y="connsiteY1375"/>
                  </a:cxn>
                  <a:cxn ang="0">
                    <a:pos x="connsiteX1376" y="connsiteY1376"/>
                  </a:cxn>
                  <a:cxn ang="0">
                    <a:pos x="connsiteX1377" y="connsiteY1377"/>
                  </a:cxn>
                  <a:cxn ang="0">
                    <a:pos x="connsiteX1378" y="connsiteY1378"/>
                  </a:cxn>
                  <a:cxn ang="0">
                    <a:pos x="connsiteX1379" y="connsiteY1379"/>
                  </a:cxn>
                  <a:cxn ang="0">
                    <a:pos x="connsiteX1380" y="connsiteY1380"/>
                  </a:cxn>
                  <a:cxn ang="0">
                    <a:pos x="connsiteX1381" y="connsiteY1381"/>
                  </a:cxn>
                  <a:cxn ang="0">
                    <a:pos x="connsiteX1382" y="connsiteY1382"/>
                  </a:cxn>
                  <a:cxn ang="0">
                    <a:pos x="connsiteX1383" y="connsiteY1383"/>
                  </a:cxn>
                  <a:cxn ang="0">
                    <a:pos x="connsiteX1384" y="connsiteY1384"/>
                  </a:cxn>
                  <a:cxn ang="0">
                    <a:pos x="connsiteX1385" y="connsiteY1385"/>
                  </a:cxn>
                  <a:cxn ang="0">
                    <a:pos x="connsiteX1386" y="connsiteY1386"/>
                  </a:cxn>
                  <a:cxn ang="0">
                    <a:pos x="connsiteX1387" y="connsiteY1387"/>
                  </a:cxn>
                  <a:cxn ang="0">
                    <a:pos x="connsiteX1388" y="connsiteY1388"/>
                  </a:cxn>
                  <a:cxn ang="0">
                    <a:pos x="connsiteX1389" y="connsiteY1389"/>
                  </a:cxn>
                  <a:cxn ang="0">
                    <a:pos x="connsiteX1390" y="connsiteY1390"/>
                  </a:cxn>
                  <a:cxn ang="0">
                    <a:pos x="connsiteX1391" y="connsiteY1391"/>
                  </a:cxn>
                  <a:cxn ang="0">
                    <a:pos x="connsiteX1392" y="connsiteY1392"/>
                  </a:cxn>
                  <a:cxn ang="0">
                    <a:pos x="connsiteX1393" y="connsiteY1393"/>
                  </a:cxn>
                  <a:cxn ang="0">
                    <a:pos x="connsiteX1394" y="connsiteY1394"/>
                  </a:cxn>
                  <a:cxn ang="0">
                    <a:pos x="connsiteX1395" y="connsiteY1395"/>
                  </a:cxn>
                  <a:cxn ang="0">
                    <a:pos x="connsiteX1396" y="connsiteY1396"/>
                  </a:cxn>
                  <a:cxn ang="0">
                    <a:pos x="connsiteX1397" y="connsiteY1397"/>
                  </a:cxn>
                  <a:cxn ang="0">
                    <a:pos x="connsiteX1398" y="connsiteY1398"/>
                  </a:cxn>
                  <a:cxn ang="0">
                    <a:pos x="connsiteX1399" y="connsiteY1399"/>
                  </a:cxn>
                  <a:cxn ang="0">
                    <a:pos x="connsiteX1400" y="connsiteY1400"/>
                  </a:cxn>
                  <a:cxn ang="0">
                    <a:pos x="connsiteX1401" y="connsiteY1401"/>
                  </a:cxn>
                  <a:cxn ang="0">
                    <a:pos x="connsiteX1402" y="connsiteY1402"/>
                  </a:cxn>
                  <a:cxn ang="0">
                    <a:pos x="connsiteX1403" y="connsiteY1403"/>
                  </a:cxn>
                  <a:cxn ang="0">
                    <a:pos x="connsiteX1404" y="connsiteY1404"/>
                  </a:cxn>
                  <a:cxn ang="0">
                    <a:pos x="connsiteX1405" y="connsiteY1405"/>
                  </a:cxn>
                  <a:cxn ang="0">
                    <a:pos x="connsiteX1406" y="connsiteY1406"/>
                  </a:cxn>
                  <a:cxn ang="0">
                    <a:pos x="connsiteX1407" y="connsiteY1407"/>
                  </a:cxn>
                  <a:cxn ang="0">
                    <a:pos x="connsiteX1408" y="connsiteY1408"/>
                  </a:cxn>
                  <a:cxn ang="0">
                    <a:pos x="connsiteX1409" y="connsiteY1409"/>
                  </a:cxn>
                  <a:cxn ang="0">
                    <a:pos x="connsiteX1410" y="connsiteY1410"/>
                  </a:cxn>
                  <a:cxn ang="0">
                    <a:pos x="connsiteX1411" y="connsiteY1411"/>
                  </a:cxn>
                  <a:cxn ang="0">
                    <a:pos x="connsiteX1412" y="connsiteY1412"/>
                  </a:cxn>
                  <a:cxn ang="0">
                    <a:pos x="connsiteX1413" y="connsiteY1413"/>
                  </a:cxn>
                  <a:cxn ang="0">
                    <a:pos x="connsiteX1414" y="connsiteY1414"/>
                  </a:cxn>
                  <a:cxn ang="0">
                    <a:pos x="connsiteX1415" y="connsiteY1415"/>
                  </a:cxn>
                  <a:cxn ang="0">
                    <a:pos x="connsiteX1416" y="connsiteY1416"/>
                  </a:cxn>
                  <a:cxn ang="0">
                    <a:pos x="connsiteX1417" y="connsiteY1417"/>
                  </a:cxn>
                  <a:cxn ang="0">
                    <a:pos x="connsiteX1418" y="connsiteY1418"/>
                  </a:cxn>
                  <a:cxn ang="0">
                    <a:pos x="connsiteX1419" y="connsiteY1419"/>
                  </a:cxn>
                  <a:cxn ang="0">
                    <a:pos x="connsiteX1420" y="connsiteY1420"/>
                  </a:cxn>
                  <a:cxn ang="0">
                    <a:pos x="connsiteX1421" y="connsiteY1421"/>
                  </a:cxn>
                  <a:cxn ang="0">
                    <a:pos x="connsiteX1422" y="connsiteY1422"/>
                  </a:cxn>
                  <a:cxn ang="0">
                    <a:pos x="connsiteX1423" y="connsiteY1423"/>
                  </a:cxn>
                  <a:cxn ang="0">
                    <a:pos x="connsiteX1424" y="connsiteY1424"/>
                  </a:cxn>
                  <a:cxn ang="0">
                    <a:pos x="connsiteX1425" y="connsiteY1425"/>
                  </a:cxn>
                  <a:cxn ang="0">
                    <a:pos x="connsiteX1426" y="connsiteY1426"/>
                  </a:cxn>
                  <a:cxn ang="0">
                    <a:pos x="connsiteX1427" y="connsiteY1427"/>
                  </a:cxn>
                  <a:cxn ang="0">
                    <a:pos x="connsiteX1428" y="connsiteY1428"/>
                  </a:cxn>
                  <a:cxn ang="0">
                    <a:pos x="connsiteX1429" y="connsiteY1429"/>
                  </a:cxn>
                  <a:cxn ang="0">
                    <a:pos x="connsiteX1430" y="connsiteY1430"/>
                  </a:cxn>
                  <a:cxn ang="0">
                    <a:pos x="connsiteX1431" y="connsiteY1431"/>
                  </a:cxn>
                  <a:cxn ang="0">
                    <a:pos x="connsiteX1432" y="connsiteY1432"/>
                  </a:cxn>
                  <a:cxn ang="0">
                    <a:pos x="connsiteX1433" y="connsiteY1433"/>
                  </a:cxn>
                  <a:cxn ang="0">
                    <a:pos x="connsiteX1434" y="connsiteY1434"/>
                  </a:cxn>
                  <a:cxn ang="0">
                    <a:pos x="connsiteX1435" y="connsiteY1435"/>
                  </a:cxn>
                  <a:cxn ang="0">
                    <a:pos x="connsiteX1436" y="connsiteY1436"/>
                  </a:cxn>
                  <a:cxn ang="0">
                    <a:pos x="connsiteX1437" y="connsiteY1437"/>
                  </a:cxn>
                  <a:cxn ang="0">
                    <a:pos x="connsiteX1438" y="connsiteY1438"/>
                  </a:cxn>
                  <a:cxn ang="0">
                    <a:pos x="connsiteX1439" y="connsiteY1439"/>
                  </a:cxn>
                  <a:cxn ang="0">
                    <a:pos x="connsiteX1440" y="connsiteY1440"/>
                  </a:cxn>
                  <a:cxn ang="0">
                    <a:pos x="connsiteX1441" y="connsiteY1441"/>
                  </a:cxn>
                  <a:cxn ang="0">
                    <a:pos x="connsiteX1442" y="connsiteY1442"/>
                  </a:cxn>
                  <a:cxn ang="0">
                    <a:pos x="connsiteX1443" y="connsiteY1443"/>
                  </a:cxn>
                  <a:cxn ang="0">
                    <a:pos x="connsiteX1444" y="connsiteY1444"/>
                  </a:cxn>
                  <a:cxn ang="0">
                    <a:pos x="connsiteX1445" y="connsiteY1445"/>
                  </a:cxn>
                  <a:cxn ang="0">
                    <a:pos x="connsiteX1446" y="connsiteY1446"/>
                  </a:cxn>
                  <a:cxn ang="0">
                    <a:pos x="connsiteX1447" y="connsiteY1447"/>
                  </a:cxn>
                  <a:cxn ang="0">
                    <a:pos x="connsiteX1448" y="connsiteY1448"/>
                  </a:cxn>
                  <a:cxn ang="0">
                    <a:pos x="connsiteX1449" y="connsiteY1449"/>
                  </a:cxn>
                  <a:cxn ang="0">
                    <a:pos x="connsiteX1450" y="connsiteY1450"/>
                  </a:cxn>
                  <a:cxn ang="0">
                    <a:pos x="connsiteX1451" y="connsiteY1451"/>
                  </a:cxn>
                  <a:cxn ang="0">
                    <a:pos x="connsiteX1452" y="connsiteY1452"/>
                  </a:cxn>
                  <a:cxn ang="0">
                    <a:pos x="connsiteX1453" y="connsiteY1453"/>
                  </a:cxn>
                  <a:cxn ang="0">
                    <a:pos x="connsiteX1454" y="connsiteY1454"/>
                  </a:cxn>
                  <a:cxn ang="0">
                    <a:pos x="connsiteX1455" y="connsiteY1455"/>
                  </a:cxn>
                  <a:cxn ang="0">
                    <a:pos x="connsiteX1456" y="connsiteY1456"/>
                  </a:cxn>
                  <a:cxn ang="0">
                    <a:pos x="connsiteX1457" y="connsiteY1457"/>
                  </a:cxn>
                  <a:cxn ang="0">
                    <a:pos x="connsiteX1458" y="connsiteY1458"/>
                  </a:cxn>
                  <a:cxn ang="0">
                    <a:pos x="connsiteX1459" y="connsiteY1459"/>
                  </a:cxn>
                  <a:cxn ang="0">
                    <a:pos x="connsiteX1460" y="connsiteY1460"/>
                  </a:cxn>
                  <a:cxn ang="0">
                    <a:pos x="connsiteX1461" y="connsiteY1461"/>
                  </a:cxn>
                  <a:cxn ang="0">
                    <a:pos x="connsiteX1462" y="connsiteY1462"/>
                  </a:cxn>
                  <a:cxn ang="0">
                    <a:pos x="connsiteX1463" y="connsiteY1463"/>
                  </a:cxn>
                  <a:cxn ang="0">
                    <a:pos x="connsiteX1464" y="connsiteY1464"/>
                  </a:cxn>
                  <a:cxn ang="0">
                    <a:pos x="connsiteX1465" y="connsiteY1465"/>
                  </a:cxn>
                  <a:cxn ang="0">
                    <a:pos x="connsiteX1466" y="connsiteY1466"/>
                  </a:cxn>
                  <a:cxn ang="0">
                    <a:pos x="connsiteX1467" y="connsiteY1467"/>
                  </a:cxn>
                  <a:cxn ang="0">
                    <a:pos x="connsiteX1468" y="connsiteY1468"/>
                  </a:cxn>
                  <a:cxn ang="0">
                    <a:pos x="connsiteX1469" y="connsiteY1469"/>
                  </a:cxn>
                  <a:cxn ang="0">
                    <a:pos x="connsiteX1470" y="connsiteY1470"/>
                  </a:cxn>
                  <a:cxn ang="0">
                    <a:pos x="connsiteX1471" y="connsiteY1471"/>
                  </a:cxn>
                  <a:cxn ang="0">
                    <a:pos x="connsiteX1472" y="connsiteY1472"/>
                  </a:cxn>
                  <a:cxn ang="0">
                    <a:pos x="connsiteX1473" y="connsiteY1473"/>
                  </a:cxn>
                  <a:cxn ang="0">
                    <a:pos x="connsiteX1474" y="connsiteY1474"/>
                  </a:cxn>
                  <a:cxn ang="0">
                    <a:pos x="connsiteX1475" y="connsiteY1475"/>
                  </a:cxn>
                  <a:cxn ang="0">
                    <a:pos x="connsiteX1476" y="connsiteY1476"/>
                  </a:cxn>
                  <a:cxn ang="0">
                    <a:pos x="connsiteX1477" y="connsiteY1477"/>
                  </a:cxn>
                  <a:cxn ang="0">
                    <a:pos x="connsiteX1478" y="connsiteY1478"/>
                  </a:cxn>
                  <a:cxn ang="0">
                    <a:pos x="connsiteX1479" y="connsiteY1479"/>
                  </a:cxn>
                  <a:cxn ang="0">
                    <a:pos x="connsiteX1480" y="connsiteY1480"/>
                  </a:cxn>
                  <a:cxn ang="0">
                    <a:pos x="connsiteX1481" y="connsiteY1481"/>
                  </a:cxn>
                  <a:cxn ang="0">
                    <a:pos x="connsiteX1482" y="connsiteY1482"/>
                  </a:cxn>
                  <a:cxn ang="0">
                    <a:pos x="connsiteX1483" y="connsiteY1483"/>
                  </a:cxn>
                  <a:cxn ang="0">
                    <a:pos x="connsiteX1484" y="connsiteY1484"/>
                  </a:cxn>
                  <a:cxn ang="0">
                    <a:pos x="connsiteX1485" y="connsiteY1485"/>
                  </a:cxn>
                  <a:cxn ang="0">
                    <a:pos x="connsiteX1486" y="connsiteY1486"/>
                  </a:cxn>
                  <a:cxn ang="0">
                    <a:pos x="connsiteX1487" y="connsiteY1487"/>
                  </a:cxn>
                  <a:cxn ang="0">
                    <a:pos x="connsiteX1488" y="connsiteY1488"/>
                  </a:cxn>
                  <a:cxn ang="0">
                    <a:pos x="connsiteX1489" y="connsiteY1489"/>
                  </a:cxn>
                  <a:cxn ang="0">
                    <a:pos x="connsiteX1490" y="connsiteY1490"/>
                  </a:cxn>
                  <a:cxn ang="0">
                    <a:pos x="connsiteX1491" y="connsiteY1491"/>
                  </a:cxn>
                  <a:cxn ang="0">
                    <a:pos x="connsiteX1492" y="connsiteY1492"/>
                  </a:cxn>
                  <a:cxn ang="0">
                    <a:pos x="connsiteX1493" y="connsiteY1493"/>
                  </a:cxn>
                  <a:cxn ang="0">
                    <a:pos x="connsiteX1494" y="connsiteY1494"/>
                  </a:cxn>
                  <a:cxn ang="0">
                    <a:pos x="connsiteX1495" y="connsiteY1495"/>
                  </a:cxn>
                  <a:cxn ang="0">
                    <a:pos x="connsiteX1496" y="connsiteY1496"/>
                  </a:cxn>
                  <a:cxn ang="0">
                    <a:pos x="connsiteX1497" y="connsiteY1497"/>
                  </a:cxn>
                  <a:cxn ang="0">
                    <a:pos x="connsiteX1498" y="connsiteY1498"/>
                  </a:cxn>
                  <a:cxn ang="0">
                    <a:pos x="connsiteX1499" y="connsiteY1499"/>
                  </a:cxn>
                  <a:cxn ang="0">
                    <a:pos x="connsiteX1500" y="connsiteY1500"/>
                  </a:cxn>
                  <a:cxn ang="0">
                    <a:pos x="connsiteX1501" y="connsiteY1501"/>
                  </a:cxn>
                  <a:cxn ang="0">
                    <a:pos x="connsiteX1502" y="connsiteY1502"/>
                  </a:cxn>
                  <a:cxn ang="0">
                    <a:pos x="connsiteX1503" y="connsiteY1503"/>
                  </a:cxn>
                  <a:cxn ang="0">
                    <a:pos x="connsiteX1504" y="connsiteY1504"/>
                  </a:cxn>
                  <a:cxn ang="0">
                    <a:pos x="connsiteX1505" y="connsiteY1505"/>
                  </a:cxn>
                  <a:cxn ang="0">
                    <a:pos x="connsiteX1506" y="connsiteY1506"/>
                  </a:cxn>
                  <a:cxn ang="0">
                    <a:pos x="connsiteX1507" y="connsiteY1507"/>
                  </a:cxn>
                  <a:cxn ang="0">
                    <a:pos x="connsiteX1508" y="connsiteY1508"/>
                  </a:cxn>
                  <a:cxn ang="0">
                    <a:pos x="connsiteX1509" y="connsiteY1509"/>
                  </a:cxn>
                  <a:cxn ang="0">
                    <a:pos x="connsiteX1510" y="connsiteY1510"/>
                  </a:cxn>
                  <a:cxn ang="0">
                    <a:pos x="connsiteX1511" y="connsiteY1511"/>
                  </a:cxn>
                  <a:cxn ang="0">
                    <a:pos x="connsiteX1512" y="connsiteY1512"/>
                  </a:cxn>
                  <a:cxn ang="0">
                    <a:pos x="connsiteX1513" y="connsiteY1513"/>
                  </a:cxn>
                  <a:cxn ang="0">
                    <a:pos x="connsiteX1514" y="connsiteY1514"/>
                  </a:cxn>
                  <a:cxn ang="0">
                    <a:pos x="connsiteX1515" y="connsiteY1515"/>
                  </a:cxn>
                  <a:cxn ang="0">
                    <a:pos x="connsiteX1516" y="connsiteY1516"/>
                  </a:cxn>
                  <a:cxn ang="0">
                    <a:pos x="connsiteX1517" y="connsiteY1517"/>
                  </a:cxn>
                  <a:cxn ang="0">
                    <a:pos x="connsiteX1518" y="connsiteY1518"/>
                  </a:cxn>
                  <a:cxn ang="0">
                    <a:pos x="connsiteX1519" y="connsiteY1519"/>
                  </a:cxn>
                  <a:cxn ang="0">
                    <a:pos x="connsiteX1520" y="connsiteY1520"/>
                  </a:cxn>
                  <a:cxn ang="0">
                    <a:pos x="connsiteX1521" y="connsiteY1521"/>
                  </a:cxn>
                  <a:cxn ang="0">
                    <a:pos x="connsiteX1522" y="connsiteY1522"/>
                  </a:cxn>
                  <a:cxn ang="0">
                    <a:pos x="connsiteX1523" y="connsiteY1523"/>
                  </a:cxn>
                  <a:cxn ang="0">
                    <a:pos x="connsiteX1524" y="connsiteY1524"/>
                  </a:cxn>
                  <a:cxn ang="0">
                    <a:pos x="connsiteX1525" y="connsiteY1525"/>
                  </a:cxn>
                  <a:cxn ang="0">
                    <a:pos x="connsiteX1526" y="connsiteY1526"/>
                  </a:cxn>
                  <a:cxn ang="0">
                    <a:pos x="connsiteX1527" y="connsiteY1527"/>
                  </a:cxn>
                  <a:cxn ang="0">
                    <a:pos x="connsiteX1528" y="connsiteY1528"/>
                  </a:cxn>
                  <a:cxn ang="0">
                    <a:pos x="connsiteX1529" y="connsiteY1529"/>
                  </a:cxn>
                  <a:cxn ang="0">
                    <a:pos x="connsiteX1530" y="connsiteY1530"/>
                  </a:cxn>
                  <a:cxn ang="0">
                    <a:pos x="connsiteX1531" y="connsiteY1531"/>
                  </a:cxn>
                  <a:cxn ang="0">
                    <a:pos x="connsiteX1532" y="connsiteY1532"/>
                  </a:cxn>
                  <a:cxn ang="0">
                    <a:pos x="connsiteX1533" y="connsiteY1533"/>
                  </a:cxn>
                  <a:cxn ang="0">
                    <a:pos x="connsiteX1534" y="connsiteY1534"/>
                  </a:cxn>
                  <a:cxn ang="0">
                    <a:pos x="connsiteX1535" y="connsiteY1535"/>
                  </a:cxn>
                  <a:cxn ang="0">
                    <a:pos x="connsiteX1536" y="connsiteY1536"/>
                  </a:cxn>
                  <a:cxn ang="0">
                    <a:pos x="connsiteX1537" y="connsiteY1537"/>
                  </a:cxn>
                  <a:cxn ang="0">
                    <a:pos x="connsiteX1538" y="connsiteY1538"/>
                  </a:cxn>
                  <a:cxn ang="0">
                    <a:pos x="connsiteX1539" y="connsiteY1539"/>
                  </a:cxn>
                  <a:cxn ang="0">
                    <a:pos x="connsiteX1540" y="connsiteY1540"/>
                  </a:cxn>
                  <a:cxn ang="0">
                    <a:pos x="connsiteX1541" y="connsiteY1541"/>
                  </a:cxn>
                  <a:cxn ang="0">
                    <a:pos x="connsiteX1542" y="connsiteY1542"/>
                  </a:cxn>
                  <a:cxn ang="0">
                    <a:pos x="connsiteX1543" y="connsiteY1543"/>
                  </a:cxn>
                  <a:cxn ang="0">
                    <a:pos x="connsiteX1544" y="connsiteY1544"/>
                  </a:cxn>
                  <a:cxn ang="0">
                    <a:pos x="connsiteX1545" y="connsiteY1545"/>
                  </a:cxn>
                  <a:cxn ang="0">
                    <a:pos x="connsiteX1546" y="connsiteY1546"/>
                  </a:cxn>
                  <a:cxn ang="0">
                    <a:pos x="connsiteX1547" y="connsiteY1547"/>
                  </a:cxn>
                  <a:cxn ang="0">
                    <a:pos x="connsiteX1548" y="connsiteY1548"/>
                  </a:cxn>
                  <a:cxn ang="0">
                    <a:pos x="connsiteX1549" y="connsiteY1549"/>
                  </a:cxn>
                  <a:cxn ang="0">
                    <a:pos x="connsiteX1550" y="connsiteY1550"/>
                  </a:cxn>
                  <a:cxn ang="0">
                    <a:pos x="connsiteX1551" y="connsiteY1551"/>
                  </a:cxn>
                  <a:cxn ang="0">
                    <a:pos x="connsiteX1552" y="connsiteY1552"/>
                  </a:cxn>
                  <a:cxn ang="0">
                    <a:pos x="connsiteX1553" y="connsiteY1553"/>
                  </a:cxn>
                  <a:cxn ang="0">
                    <a:pos x="connsiteX1554" y="connsiteY1554"/>
                  </a:cxn>
                  <a:cxn ang="0">
                    <a:pos x="connsiteX1555" y="connsiteY1555"/>
                  </a:cxn>
                  <a:cxn ang="0">
                    <a:pos x="connsiteX1556" y="connsiteY1556"/>
                  </a:cxn>
                  <a:cxn ang="0">
                    <a:pos x="connsiteX1557" y="connsiteY1557"/>
                  </a:cxn>
                  <a:cxn ang="0">
                    <a:pos x="connsiteX1558" y="connsiteY1558"/>
                  </a:cxn>
                  <a:cxn ang="0">
                    <a:pos x="connsiteX1559" y="connsiteY1559"/>
                  </a:cxn>
                  <a:cxn ang="0">
                    <a:pos x="connsiteX1560" y="connsiteY1560"/>
                  </a:cxn>
                  <a:cxn ang="0">
                    <a:pos x="connsiteX1561" y="connsiteY1561"/>
                  </a:cxn>
                  <a:cxn ang="0">
                    <a:pos x="connsiteX1562" y="connsiteY1562"/>
                  </a:cxn>
                  <a:cxn ang="0">
                    <a:pos x="connsiteX1563" y="connsiteY1563"/>
                  </a:cxn>
                  <a:cxn ang="0">
                    <a:pos x="connsiteX1564" y="connsiteY1564"/>
                  </a:cxn>
                  <a:cxn ang="0">
                    <a:pos x="connsiteX1565" y="connsiteY1565"/>
                  </a:cxn>
                  <a:cxn ang="0">
                    <a:pos x="connsiteX1566" y="connsiteY1566"/>
                  </a:cxn>
                  <a:cxn ang="0">
                    <a:pos x="connsiteX1567" y="connsiteY1567"/>
                  </a:cxn>
                  <a:cxn ang="0">
                    <a:pos x="connsiteX1568" y="connsiteY1568"/>
                  </a:cxn>
                  <a:cxn ang="0">
                    <a:pos x="connsiteX1569" y="connsiteY1569"/>
                  </a:cxn>
                  <a:cxn ang="0">
                    <a:pos x="connsiteX1570" y="connsiteY1570"/>
                  </a:cxn>
                  <a:cxn ang="0">
                    <a:pos x="connsiteX1571" y="connsiteY1571"/>
                  </a:cxn>
                  <a:cxn ang="0">
                    <a:pos x="connsiteX1572" y="connsiteY1572"/>
                  </a:cxn>
                  <a:cxn ang="0">
                    <a:pos x="connsiteX1573" y="connsiteY1573"/>
                  </a:cxn>
                  <a:cxn ang="0">
                    <a:pos x="connsiteX1574" y="connsiteY1574"/>
                  </a:cxn>
                  <a:cxn ang="0">
                    <a:pos x="connsiteX1575" y="connsiteY1575"/>
                  </a:cxn>
                  <a:cxn ang="0">
                    <a:pos x="connsiteX1576" y="connsiteY1576"/>
                  </a:cxn>
                  <a:cxn ang="0">
                    <a:pos x="connsiteX1577" y="connsiteY1577"/>
                  </a:cxn>
                  <a:cxn ang="0">
                    <a:pos x="connsiteX1578" y="connsiteY1578"/>
                  </a:cxn>
                  <a:cxn ang="0">
                    <a:pos x="connsiteX1579" y="connsiteY1579"/>
                  </a:cxn>
                  <a:cxn ang="0">
                    <a:pos x="connsiteX1580" y="connsiteY1580"/>
                  </a:cxn>
                  <a:cxn ang="0">
                    <a:pos x="connsiteX1581" y="connsiteY1581"/>
                  </a:cxn>
                  <a:cxn ang="0">
                    <a:pos x="connsiteX1582" y="connsiteY1582"/>
                  </a:cxn>
                  <a:cxn ang="0">
                    <a:pos x="connsiteX1583" y="connsiteY1583"/>
                  </a:cxn>
                  <a:cxn ang="0">
                    <a:pos x="connsiteX1584" y="connsiteY1584"/>
                  </a:cxn>
                  <a:cxn ang="0">
                    <a:pos x="connsiteX1585" y="connsiteY1585"/>
                  </a:cxn>
                  <a:cxn ang="0">
                    <a:pos x="connsiteX1586" y="connsiteY1586"/>
                  </a:cxn>
                  <a:cxn ang="0">
                    <a:pos x="connsiteX1587" y="connsiteY1587"/>
                  </a:cxn>
                  <a:cxn ang="0">
                    <a:pos x="connsiteX1588" y="connsiteY1588"/>
                  </a:cxn>
                  <a:cxn ang="0">
                    <a:pos x="connsiteX1589" y="connsiteY1589"/>
                  </a:cxn>
                  <a:cxn ang="0">
                    <a:pos x="connsiteX1590" y="connsiteY1590"/>
                  </a:cxn>
                  <a:cxn ang="0">
                    <a:pos x="connsiteX1591" y="connsiteY1591"/>
                  </a:cxn>
                  <a:cxn ang="0">
                    <a:pos x="connsiteX1592" y="connsiteY1592"/>
                  </a:cxn>
                  <a:cxn ang="0">
                    <a:pos x="connsiteX1593" y="connsiteY1593"/>
                  </a:cxn>
                  <a:cxn ang="0">
                    <a:pos x="connsiteX1594" y="connsiteY1594"/>
                  </a:cxn>
                  <a:cxn ang="0">
                    <a:pos x="connsiteX1595" y="connsiteY1595"/>
                  </a:cxn>
                  <a:cxn ang="0">
                    <a:pos x="connsiteX1596" y="connsiteY1596"/>
                  </a:cxn>
                  <a:cxn ang="0">
                    <a:pos x="connsiteX1597" y="connsiteY1597"/>
                  </a:cxn>
                  <a:cxn ang="0">
                    <a:pos x="connsiteX1598" y="connsiteY1598"/>
                  </a:cxn>
                  <a:cxn ang="0">
                    <a:pos x="connsiteX1599" y="connsiteY1599"/>
                  </a:cxn>
                  <a:cxn ang="0">
                    <a:pos x="connsiteX1600" y="connsiteY1600"/>
                  </a:cxn>
                  <a:cxn ang="0">
                    <a:pos x="connsiteX1601" y="connsiteY1601"/>
                  </a:cxn>
                  <a:cxn ang="0">
                    <a:pos x="connsiteX1602" y="connsiteY1602"/>
                  </a:cxn>
                  <a:cxn ang="0">
                    <a:pos x="connsiteX1603" y="connsiteY1603"/>
                  </a:cxn>
                  <a:cxn ang="0">
                    <a:pos x="connsiteX1604" y="connsiteY1604"/>
                  </a:cxn>
                  <a:cxn ang="0">
                    <a:pos x="connsiteX1605" y="connsiteY1605"/>
                  </a:cxn>
                  <a:cxn ang="0">
                    <a:pos x="connsiteX1606" y="connsiteY1606"/>
                  </a:cxn>
                  <a:cxn ang="0">
                    <a:pos x="connsiteX1607" y="connsiteY1607"/>
                  </a:cxn>
                  <a:cxn ang="0">
                    <a:pos x="connsiteX1608" y="connsiteY1608"/>
                  </a:cxn>
                  <a:cxn ang="0">
                    <a:pos x="connsiteX1609" y="connsiteY1609"/>
                  </a:cxn>
                  <a:cxn ang="0">
                    <a:pos x="connsiteX1610" y="connsiteY1610"/>
                  </a:cxn>
                  <a:cxn ang="0">
                    <a:pos x="connsiteX1611" y="connsiteY1611"/>
                  </a:cxn>
                  <a:cxn ang="0">
                    <a:pos x="connsiteX1612" y="connsiteY1612"/>
                  </a:cxn>
                  <a:cxn ang="0">
                    <a:pos x="connsiteX1613" y="connsiteY1613"/>
                  </a:cxn>
                  <a:cxn ang="0">
                    <a:pos x="connsiteX1614" y="connsiteY1614"/>
                  </a:cxn>
                  <a:cxn ang="0">
                    <a:pos x="connsiteX1615" y="connsiteY1615"/>
                  </a:cxn>
                  <a:cxn ang="0">
                    <a:pos x="connsiteX1616" y="connsiteY1616"/>
                  </a:cxn>
                  <a:cxn ang="0">
                    <a:pos x="connsiteX1617" y="connsiteY1617"/>
                  </a:cxn>
                  <a:cxn ang="0">
                    <a:pos x="connsiteX1618" y="connsiteY1618"/>
                  </a:cxn>
                  <a:cxn ang="0">
                    <a:pos x="connsiteX1619" y="connsiteY1619"/>
                  </a:cxn>
                  <a:cxn ang="0">
                    <a:pos x="connsiteX1620" y="connsiteY1620"/>
                  </a:cxn>
                  <a:cxn ang="0">
                    <a:pos x="connsiteX1621" y="connsiteY1621"/>
                  </a:cxn>
                  <a:cxn ang="0">
                    <a:pos x="connsiteX1622" y="connsiteY1622"/>
                  </a:cxn>
                  <a:cxn ang="0">
                    <a:pos x="connsiteX1623" y="connsiteY1623"/>
                  </a:cxn>
                  <a:cxn ang="0">
                    <a:pos x="connsiteX1624" y="connsiteY1624"/>
                  </a:cxn>
                  <a:cxn ang="0">
                    <a:pos x="connsiteX1625" y="connsiteY1625"/>
                  </a:cxn>
                  <a:cxn ang="0">
                    <a:pos x="connsiteX1626" y="connsiteY1626"/>
                  </a:cxn>
                  <a:cxn ang="0">
                    <a:pos x="connsiteX1627" y="connsiteY1627"/>
                  </a:cxn>
                  <a:cxn ang="0">
                    <a:pos x="connsiteX1628" y="connsiteY1628"/>
                  </a:cxn>
                  <a:cxn ang="0">
                    <a:pos x="connsiteX1629" y="connsiteY1629"/>
                  </a:cxn>
                  <a:cxn ang="0">
                    <a:pos x="connsiteX1630" y="connsiteY1630"/>
                  </a:cxn>
                  <a:cxn ang="0">
                    <a:pos x="connsiteX1631" y="connsiteY1631"/>
                  </a:cxn>
                  <a:cxn ang="0">
                    <a:pos x="connsiteX1632" y="connsiteY1632"/>
                  </a:cxn>
                  <a:cxn ang="0">
                    <a:pos x="connsiteX1633" y="connsiteY1633"/>
                  </a:cxn>
                  <a:cxn ang="0">
                    <a:pos x="connsiteX1634" y="connsiteY1634"/>
                  </a:cxn>
                  <a:cxn ang="0">
                    <a:pos x="connsiteX1635" y="connsiteY1635"/>
                  </a:cxn>
                  <a:cxn ang="0">
                    <a:pos x="connsiteX1636" y="connsiteY1636"/>
                  </a:cxn>
                  <a:cxn ang="0">
                    <a:pos x="connsiteX1637" y="connsiteY1637"/>
                  </a:cxn>
                  <a:cxn ang="0">
                    <a:pos x="connsiteX1638" y="connsiteY1638"/>
                  </a:cxn>
                  <a:cxn ang="0">
                    <a:pos x="connsiteX1639" y="connsiteY1639"/>
                  </a:cxn>
                  <a:cxn ang="0">
                    <a:pos x="connsiteX1640" y="connsiteY1640"/>
                  </a:cxn>
                  <a:cxn ang="0">
                    <a:pos x="connsiteX1641" y="connsiteY1641"/>
                  </a:cxn>
                  <a:cxn ang="0">
                    <a:pos x="connsiteX1642" y="connsiteY1642"/>
                  </a:cxn>
                  <a:cxn ang="0">
                    <a:pos x="connsiteX1643" y="connsiteY1643"/>
                  </a:cxn>
                  <a:cxn ang="0">
                    <a:pos x="connsiteX1644" y="connsiteY1644"/>
                  </a:cxn>
                  <a:cxn ang="0">
                    <a:pos x="connsiteX1645" y="connsiteY1645"/>
                  </a:cxn>
                  <a:cxn ang="0">
                    <a:pos x="connsiteX1646" y="connsiteY1646"/>
                  </a:cxn>
                  <a:cxn ang="0">
                    <a:pos x="connsiteX1647" y="connsiteY1647"/>
                  </a:cxn>
                  <a:cxn ang="0">
                    <a:pos x="connsiteX1648" y="connsiteY1648"/>
                  </a:cxn>
                  <a:cxn ang="0">
                    <a:pos x="connsiteX1649" y="connsiteY1649"/>
                  </a:cxn>
                  <a:cxn ang="0">
                    <a:pos x="connsiteX1650" y="connsiteY1650"/>
                  </a:cxn>
                  <a:cxn ang="0">
                    <a:pos x="connsiteX1651" y="connsiteY1651"/>
                  </a:cxn>
                  <a:cxn ang="0">
                    <a:pos x="connsiteX1652" y="connsiteY1652"/>
                  </a:cxn>
                  <a:cxn ang="0">
                    <a:pos x="connsiteX1653" y="connsiteY1653"/>
                  </a:cxn>
                  <a:cxn ang="0">
                    <a:pos x="connsiteX1654" y="connsiteY1654"/>
                  </a:cxn>
                  <a:cxn ang="0">
                    <a:pos x="connsiteX1655" y="connsiteY1655"/>
                  </a:cxn>
                  <a:cxn ang="0">
                    <a:pos x="connsiteX1656" y="connsiteY1656"/>
                  </a:cxn>
                  <a:cxn ang="0">
                    <a:pos x="connsiteX1657" y="connsiteY1657"/>
                  </a:cxn>
                  <a:cxn ang="0">
                    <a:pos x="connsiteX1658" y="connsiteY1658"/>
                  </a:cxn>
                  <a:cxn ang="0">
                    <a:pos x="connsiteX1659" y="connsiteY1659"/>
                  </a:cxn>
                  <a:cxn ang="0">
                    <a:pos x="connsiteX1660" y="connsiteY1660"/>
                  </a:cxn>
                  <a:cxn ang="0">
                    <a:pos x="connsiteX1661" y="connsiteY1661"/>
                  </a:cxn>
                  <a:cxn ang="0">
                    <a:pos x="connsiteX1662" y="connsiteY1662"/>
                  </a:cxn>
                  <a:cxn ang="0">
                    <a:pos x="connsiteX1663" y="connsiteY1663"/>
                  </a:cxn>
                  <a:cxn ang="0">
                    <a:pos x="connsiteX1664" y="connsiteY1664"/>
                  </a:cxn>
                  <a:cxn ang="0">
                    <a:pos x="connsiteX1665" y="connsiteY1665"/>
                  </a:cxn>
                  <a:cxn ang="0">
                    <a:pos x="connsiteX1666" y="connsiteY1666"/>
                  </a:cxn>
                  <a:cxn ang="0">
                    <a:pos x="connsiteX1667" y="connsiteY1667"/>
                  </a:cxn>
                  <a:cxn ang="0">
                    <a:pos x="connsiteX1668" y="connsiteY1668"/>
                  </a:cxn>
                  <a:cxn ang="0">
                    <a:pos x="connsiteX1669" y="connsiteY1669"/>
                  </a:cxn>
                  <a:cxn ang="0">
                    <a:pos x="connsiteX1670" y="connsiteY1670"/>
                  </a:cxn>
                  <a:cxn ang="0">
                    <a:pos x="connsiteX1671" y="connsiteY1671"/>
                  </a:cxn>
                  <a:cxn ang="0">
                    <a:pos x="connsiteX1672" y="connsiteY1672"/>
                  </a:cxn>
                  <a:cxn ang="0">
                    <a:pos x="connsiteX1673" y="connsiteY1673"/>
                  </a:cxn>
                  <a:cxn ang="0">
                    <a:pos x="connsiteX1674" y="connsiteY1674"/>
                  </a:cxn>
                  <a:cxn ang="0">
                    <a:pos x="connsiteX1675" y="connsiteY1675"/>
                  </a:cxn>
                  <a:cxn ang="0">
                    <a:pos x="connsiteX1676" y="connsiteY1676"/>
                  </a:cxn>
                  <a:cxn ang="0">
                    <a:pos x="connsiteX1677" y="connsiteY1677"/>
                  </a:cxn>
                  <a:cxn ang="0">
                    <a:pos x="connsiteX1678" y="connsiteY1678"/>
                  </a:cxn>
                  <a:cxn ang="0">
                    <a:pos x="connsiteX1679" y="connsiteY1679"/>
                  </a:cxn>
                  <a:cxn ang="0">
                    <a:pos x="connsiteX1680" y="connsiteY1680"/>
                  </a:cxn>
                  <a:cxn ang="0">
                    <a:pos x="connsiteX1681" y="connsiteY1681"/>
                  </a:cxn>
                  <a:cxn ang="0">
                    <a:pos x="connsiteX1682" y="connsiteY1682"/>
                  </a:cxn>
                  <a:cxn ang="0">
                    <a:pos x="connsiteX1683" y="connsiteY1683"/>
                  </a:cxn>
                  <a:cxn ang="0">
                    <a:pos x="connsiteX1684" y="connsiteY1684"/>
                  </a:cxn>
                  <a:cxn ang="0">
                    <a:pos x="connsiteX1685" y="connsiteY1685"/>
                  </a:cxn>
                  <a:cxn ang="0">
                    <a:pos x="connsiteX1686" y="connsiteY1686"/>
                  </a:cxn>
                  <a:cxn ang="0">
                    <a:pos x="connsiteX1687" y="connsiteY1687"/>
                  </a:cxn>
                  <a:cxn ang="0">
                    <a:pos x="connsiteX1688" y="connsiteY1688"/>
                  </a:cxn>
                  <a:cxn ang="0">
                    <a:pos x="connsiteX1689" y="connsiteY1689"/>
                  </a:cxn>
                  <a:cxn ang="0">
                    <a:pos x="connsiteX1690" y="connsiteY1690"/>
                  </a:cxn>
                  <a:cxn ang="0">
                    <a:pos x="connsiteX1691" y="connsiteY1691"/>
                  </a:cxn>
                  <a:cxn ang="0">
                    <a:pos x="connsiteX1692" y="connsiteY1692"/>
                  </a:cxn>
                  <a:cxn ang="0">
                    <a:pos x="connsiteX1693" y="connsiteY1693"/>
                  </a:cxn>
                  <a:cxn ang="0">
                    <a:pos x="connsiteX1694" y="connsiteY1694"/>
                  </a:cxn>
                  <a:cxn ang="0">
                    <a:pos x="connsiteX1695" y="connsiteY1695"/>
                  </a:cxn>
                  <a:cxn ang="0">
                    <a:pos x="connsiteX1696" y="connsiteY1696"/>
                  </a:cxn>
                  <a:cxn ang="0">
                    <a:pos x="connsiteX1697" y="connsiteY1697"/>
                  </a:cxn>
                  <a:cxn ang="0">
                    <a:pos x="connsiteX1698" y="connsiteY1698"/>
                  </a:cxn>
                  <a:cxn ang="0">
                    <a:pos x="connsiteX1699" y="connsiteY1699"/>
                  </a:cxn>
                  <a:cxn ang="0">
                    <a:pos x="connsiteX1700" y="connsiteY1700"/>
                  </a:cxn>
                  <a:cxn ang="0">
                    <a:pos x="connsiteX1701" y="connsiteY1701"/>
                  </a:cxn>
                  <a:cxn ang="0">
                    <a:pos x="connsiteX1702" y="connsiteY1702"/>
                  </a:cxn>
                  <a:cxn ang="0">
                    <a:pos x="connsiteX1703" y="connsiteY1703"/>
                  </a:cxn>
                  <a:cxn ang="0">
                    <a:pos x="connsiteX1704" y="connsiteY1704"/>
                  </a:cxn>
                  <a:cxn ang="0">
                    <a:pos x="connsiteX1705" y="connsiteY1705"/>
                  </a:cxn>
                  <a:cxn ang="0">
                    <a:pos x="connsiteX1706" y="connsiteY1706"/>
                  </a:cxn>
                  <a:cxn ang="0">
                    <a:pos x="connsiteX1707" y="connsiteY1707"/>
                  </a:cxn>
                  <a:cxn ang="0">
                    <a:pos x="connsiteX1708" y="connsiteY1708"/>
                  </a:cxn>
                  <a:cxn ang="0">
                    <a:pos x="connsiteX1709" y="connsiteY1709"/>
                  </a:cxn>
                  <a:cxn ang="0">
                    <a:pos x="connsiteX1710" y="connsiteY1710"/>
                  </a:cxn>
                  <a:cxn ang="0">
                    <a:pos x="connsiteX1711" y="connsiteY1711"/>
                  </a:cxn>
                  <a:cxn ang="0">
                    <a:pos x="connsiteX1712" y="connsiteY1712"/>
                  </a:cxn>
                  <a:cxn ang="0">
                    <a:pos x="connsiteX1713" y="connsiteY1713"/>
                  </a:cxn>
                  <a:cxn ang="0">
                    <a:pos x="connsiteX1714" y="connsiteY1714"/>
                  </a:cxn>
                  <a:cxn ang="0">
                    <a:pos x="connsiteX1715" y="connsiteY1715"/>
                  </a:cxn>
                  <a:cxn ang="0">
                    <a:pos x="connsiteX1716" y="connsiteY1716"/>
                  </a:cxn>
                  <a:cxn ang="0">
                    <a:pos x="connsiteX1717" y="connsiteY1717"/>
                  </a:cxn>
                  <a:cxn ang="0">
                    <a:pos x="connsiteX1718" y="connsiteY1718"/>
                  </a:cxn>
                  <a:cxn ang="0">
                    <a:pos x="connsiteX1719" y="connsiteY1719"/>
                  </a:cxn>
                  <a:cxn ang="0">
                    <a:pos x="connsiteX1720" y="connsiteY1720"/>
                  </a:cxn>
                  <a:cxn ang="0">
                    <a:pos x="connsiteX1721" y="connsiteY1721"/>
                  </a:cxn>
                  <a:cxn ang="0">
                    <a:pos x="connsiteX1722" y="connsiteY1722"/>
                  </a:cxn>
                  <a:cxn ang="0">
                    <a:pos x="connsiteX1723" y="connsiteY1723"/>
                  </a:cxn>
                  <a:cxn ang="0">
                    <a:pos x="connsiteX1724" y="connsiteY1724"/>
                  </a:cxn>
                  <a:cxn ang="0">
                    <a:pos x="connsiteX1725" y="connsiteY1725"/>
                  </a:cxn>
                  <a:cxn ang="0">
                    <a:pos x="connsiteX1726" y="connsiteY1726"/>
                  </a:cxn>
                  <a:cxn ang="0">
                    <a:pos x="connsiteX1727" y="connsiteY1727"/>
                  </a:cxn>
                  <a:cxn ang="0">
                    <a:pos x="connsiteX1728" y="connsiteY1728"/>
                  </a:cxn>
                  <a:cxn ang="0">
                    <a:pos x="connsiteX1729" y="connsiteY1729"/>
                  </a:cxn>
                  <a:cxn ang="0">
                    <a:pos x="connsiteX1730" y="connsiteY1730"/>
                  </a:cxn>
                  <a:cxn ang="0">
                    <a:pos x="connsiteX1731" y="connsiteY1731"/>
                  </a:cxn>
                  <a:cxn ang="0">
                    <a:pos x="connsiteX1732" y="connsiteY1732"/>
                  </a:cxn>
                  <a:cxn ang="0">
                    <a:pos x="connsiteX1733" y="connsiteY1733"/>
                  </a:cxn>
                  <a:cxn ang="0">
                    <a:pos x="connsiteX1734" y="connsiteY1734"/>
                  </a:cxn>
                  <a:cxn ang="0">
                    <a:pos x="connsiteX1735" y="connsiteY1735"/>
                  </a:cxn>
                  <a:cxn ang="0">
                    <a:pos x="connsiteX1736" y="connsiteY1736"/>
                  </a:cxn>
                  <a:cxn ang="0">
                    <a:pos x="connsiteX1737" y="connsiteY1737"/>
                  </a:cxn>
                  <a:cxn ang="0">
                    <a:pos x="connsiteX1738" y="connsiteY1738"/>
                  </a:cxn>
                  <a:cxn ang="0">
                    <a:pos x="connsiteX1739" y="connsiteY1739"/>
                  </a:cxn>
                  <a:cxn ang="0">
                    <a:pos x="connsiteX1740" y="connsiteY1740"/>
                  </a:cxn>
                  <a:cxn ang="0">
                    <a:pos x="connsiteX1741" y="connsiteY1741"/>
                  </a:cxn>
                  <a:cxn ang="0">
                    <a:pos x="connsiteX1742" y="connsiteY1742"/>
                  </a:cxn>
                  <a:cxn ang="0">
                    <a:pos x="connsiteX1743" y="connsiteY1743"/>
                  </a:cxn>
                  <a:cxn ang="0">
                    <a:pos x="connsiteX1744" y="connsiteY1744"/>
                  </a:cxn>
                  <a:cxn ang="0">
                    <a:pos x="connsiteX1745" y="connsiteY1745"/>
                  </a:cxn>
                  <a:cxn ang="0">
                    <a:pos x="connsiteX1746" y="connsiteY1746"/>
                  </a:cxn>
                  <a:cxn ang="0">
                    <a:pos x="connsiteX1747" y="connsiteY1747"/>
                  </a:cxn>
                  <a:cxn ang="0">
                    <a:pos x="connsiteX1748" y="connsiteY1748"/>
                  </a:cxn>
                  <a:cxn ang="0">
                    <a:pos x="connsiteX1749" y="connsiteY1749"/>
                  </a:cxn>
                  <a:cxn ang="0">
                    <a:pos x="connsiteX1750" y="connsiteY1750"/>
                  </a:cxn>
                  <a:cxn ang="0">
                    <a:pos x="connsiteX1751" y="connsiteY1751"/>
                  </a:cxn>
                  <a:cxn ang="0">
                    <a:pos x="connsiteX1752" y="connsiteY1752"/>
                  </a:cxn>
                  <a:cxn ang="0">
                    <a:pos x="connsiteX1753" y="connsiteY1753"/>
                  </a:cxn>
                  <a:cxn ang="0">
                    <a:pos x="connsiteX1754" y="connsiteY1754"/>
                  </a:cxn>
                  <a:cxn ang="0">
                    <a:pos x="connsiteX1755" y="connsiteY1755"/>
                  </a:cxn>
                  <a:cxn ang="0">
                    <a:pos x="connsiteX1756" y="connsiteY1756"/>
                  </a:cxn>
                  <a:cxn ang="0">
                    <a:pos x="connsiteX1757" y="connsiteY1757"/>
                  </a:cxn>
                  <a:cxn ang="0">
                    <a:pos x="connsiteX1758" y="connsiteY1758"/>
                  </a:cxn>
                  <a:cxn ang="0">
                    <a:pos x="connsiteX1759" y="connsiteY1759"/>
                  </a:cxn>
                  <a:cxn ang="0">
                    <a:pos x="connsiteX1760" y="connsiteY1760"/>
                  </a:cxn>
                  <a:cxn ang="0">
                    <a:pos x="connsiteX1761" y="connsiteY1761"/>
                  </a:cxn>
                  <a:cxn ang="0">
                    <a:pos x="connsiteX1762" y="connsiteY1762"/>
                  </a:cxn>
                  <a:cxn ang="0">
                    <a:pos x="connsiteX1763" y="connsiteY1763"/>
                  </a:cxn>
                  <a:cxn ang="0">
                    <a:pos x="connsiteX1764" y="connsiteY1764"/>
                  </a:cxn>
                  <a:cxn ang="0">
                    <a:pos x="connsiteX1765" y="connsiteY1765"/>
                  </a:cxn>
                  <a:cxn ang="0">
                    <a:pos x="connsiteX1766" y="connsiteY1766"/>
                  </a:cxn>
                  <a:cxn ang="0">
                    <a:pos x="connsiteX1767" y="connsiteY1767"/>
                  </a:cxn>
                  <a:cxn ang="0">
                    <a:pos x="connsiteX1768" y="connsiteY1768"/>
                  </a:cxn>
                  <a:cxn ang="0">
                    <a:pos x="connsiteX1769" y="connsiteY1769"/>
                  </a:cxn>
                  <a:cxn ang="0">
                    <a:pos x="connsiteX1770" y="connsiteY1770"/>
                  </a:cxn>
                  <a:cxn ang="0">
                    <a:pos x="connsiteX1771" y="connsiteY1771"/>
                  </a:cxn>
                  <a:cxn ang="0">
                    <a:pos x="connsiteX1772" y="connsiteY1772"/>
                  </a:cxn>
                  <a:cxn ang="0">
                    <a:pos x="connsiteX1773" y="connsiteY1773"/>
                  </a:cxn>
                  <a:cxn ang="0">
                    <a:pos x="connsiteX1774" y="connsiteY1774"/>
                  </a:cxn>
                  <a:cxn ang="0">
                    <a:pos x="connsiteX1775" y="connsiteY1775"/>
                  </a:cxn>
                  <a:cxn ang="0">
                    <a:pos x="connsiteX1776" y="connsiteY1776"/>
                  </a:cxn>
                  <a:cxn ang="0">
                    <a:pos x="connsiteX1777" y="connsiteY1777"/>
                  </a:cxn>
                  <a:cxn ang="0">
                    <a:pos x="connsiteX1778" y="connsiteY1778"/>
                  </a:cxn>
                  <a:cxn ang="0">
                    <a:pos x="connsiteX1779" y="connsiteY1779"/>
                  </a:cxn>
                  <a:cxn ang="0">
                    <a:pos x="connsiteX1780" y="connsiteY1780"/>
                  </a:cxn>
                  <a:cxn ang="0">
                    <a:pos x="connsiteX1781" y="connsiteY1781"/>
                  </a:cxn>
                  <a:cxn ang="0">
                    <a:pos x="connsiteX1782" y="connsiteY1782"/>
                  </a:cxn>
                  <a:cxn ang="0">
                    <a:pos x="connsiteX1783" y="connsiteY1783"/>
                  </a:cxn>
                  <a:cxn ang="0">
                    <a:pos x="connsiteX1784" y="connsiteY1784"/>
                  </a:cxn>
                  <a:cxn ang="0">
                    <a:pos x="connsiteX1785" y="connsiteY1785"/>
                  </a:cxn>
                  <a:cxn ang="0">
                    <a:pos x="connsiteX1786" y="connsiteY1786"/>
                  </a:cxn>
                  <a:cxn ang="0">
                    <a:pos x="connsiteX1787" y="connsiteY1787"/>
                  </a:cxn>
                  <a:cxn ang="0">
                    <a:pos x="connsiteX1788" y="connsiteY1788"/>
                  </a:cxn>
                  <a:cxn ang="0">
                    <a:pos x="connsiteX1789" y="connsiteY1789"/>
                  </a:cxn>
                  <a:cxn ang="0">
                    <a:pos x="connsiteX1790" y="connsiteY1790"/>
                  </a:cxn>
                  <a:cxn ang="0">
                    <a:pos x="connsiteX1791" y="connsiteY1791"/>
                  </a:cxn>
                  <a:cxn ang="0">
                    <a:pos x="connsiteX1792" y="connsiteY1792"/>
                  </a:cxn>
                  <a:cxn ang="0">
                    <a:pos x="connsiteX1793" y="connsiteY1793"/>
                  </a:cxn>
                  <a:cxn ang="0">
                    <a:pos x="connsiteX1794" y="connsiteY1794"/>
                  </a:cxn>
                  <a:cxn ang="0">
                    <a:pos x="connsiteX1795" y="connsiteY1795"/>
                  </a:cxn>
                  <a:cxn ang="0">
                    <a:pos x="connsiteX1796" y="connsiteY1796"/>
                  </a:cxn>
                  <a:cxn ang="0">
                    <a:pos x="connsiteX1797" y="connsiteY1797"/>
                  </a:cxn>
                  <a:cxn ang="0">
                    <a:pos x="connsiteX1798" y="connsiteY1798"/>
                  </a:cxn>
                  <a:cxn ang="0">
                    <a:pos x="connsiteX1799" y="connsiteY1799"/>
                  </a:cxn>
                  <a:cxn ang="0">
                    <a:pos x="connsiteX1800" y="connsiteY1800"/>
                  </a:cxn>
                  <a:cxn ang="0">
                    <a:pos x="connsiteX1801" y="connsiteY1801"/>
                  </a:cxn>
                  <a:cxn ang="0">
                    <a:pos x="connsiteX1802" y="connsiteY1802"/>
                  </a:cxn>
                  <a:cxn ang="0">
                    <a:pos x="connsiteX1803" y="connsiteY1803"/>
                  </a:cxn>
                  <a:cxn ang="0">
                    <a:pos x="connsiteX1804" y="connsiteY1804"/>
                  </a:cxn>
                  <a:cxn ang="0">
                    <a:pos x="connsiteX1805" y="connsiteY1805"/>
                  </a:cxn>
                  <a:cxn ang="0">
                    <a:pos x="connsiteX1806" y="connsiteY1806"/>
                  </a:cxn>
                  <a:cxn ang="0">
                    <a:pos x="connsiteX1807" y="connsiteY1807"/>
                  </a:cxn>
                  <a:cxn ang="0">
                    <a:pos x="connsiteX1808" y="connsiteY1808"/>
                  </a:cxn>
                  <a:cxn ang="0">
                    <a:pos x="connsiteX1809" y="connsiteY1809"/>
                  </a:cxn>
                  <a:cxn ang="0">
                    <a:pos x="connsiteX1810" y="connsiteY1810"/>
                  </a:cxn>
                  <a:cxn ang="0">
                    <a:pos x="connsiteX1811" y="connsiteY1811"/>
                  </a:cxn>
                  <a:cxn ang="0">
                    <a:pos x="connsiteX1812" y="connsiteY1812"/>
                  </a:cxn>
                  <a:cxn ang="0">
                    <a:pos x="connsiteX1813" y="connsiteY1813"/>
                  </a:cxn>
                  <a:cxn ang="0">
                    <a:pos x="connsiteX1814" y="connsiteY1814"/>
                  </a:cxn>
                  <a:cxn ang="0">
                    <a:pos x="connsiteX1815" y="connsiteY1815"/>
                  </a:cxn>
                  <a:cxn ang="0">
                    <a:pos x="connsiteX1816" y="connsiteY1816"/>
                  </a:cxn>
                  <a:cxn ang="0">
                    <a:pos x="connsiteX1817" y="connsiteY1817"/>
                  </a:cxn>
                  <a:cxn ang="0">
                    <a:pos x="connsiteX1818" y="connsiteY1818"/>
                  </a:cxn>
                  <a:cxn ang="0">
                    <a:pos x="connsiteX1819" y="connsiteY1819"/>
                  </a:cxn>
                  <a:cxn ang="0">
                    <a:pos x="connsiteX1820" y="connsiteY1820"/>
                  </a:cxn>
                  <a:cxn ang="0">
                    <a:pos x="connsiteX1821" y="connsiteY1821"/>
                  </a:cxn>
                  <a:cxn ang="0">
                    <a:pos x="connsiteX1822" y="connsiteY1822"/>
                  </a:cxn>
                  <a:cxn ang="0">
                    <a:pos x="connsiteX1823" y="connsiteY1823"/>
                  </a:cxn>
                  <a:cxn ang="0">
                    <a:pos x="connsiteX1824" y="connsiteY1824"/>
                  </a:cxn>
                  <a:cxn ang="0">
                    <a:pos x="connsiteX1825" y="connsiteY1825"/>
                  </a:cxn>
                  <a:cxn ang="0">
                    <a:pos x="connsiteX1826" y="connsiteY1826"/>
                  </a:cxn>
                  <a:cxn ang="0">
                    <a:pos x="connsiteX1827" y="connsiteY1827"/>
                  </a:cxn>
                  <a:cxn ang="0">
                    <a:pos x="connsiteX1828" y="connsiteY1828"/>
                  </a:cxn>
                  <a:cxn ang="0">
                    <a:pos x="connsiteX1829" y="connsiteY1829"/>
                  </a:cxn>
                  <a:cxn ang="0">
                    <a:pos x="connsiteX1830" y="connsiteY1830"/>
                  </a:cxn>
                  <a:cxn ang="0">
                    <a:pos x="connsiteX1831" y="connsiteY1831"/>
                  </a:cxn>
                  <a:cxn ang="0">
                    <a:pos x="connsiteX1832" y="connsiteY1832"/>
                  </a:cxn>
                  <a:cxn ang="0">
                    <a:pos x="connsiteX1833" y="connsiteY1833"/>
                  </a:cxn>
                  <a:cxn ang="0">
                    <a:pos x="connsiteX1834" y="connsiteY1834"/>
                  </a:cxn>
                  <a:cxn ang="0">
                    <a:pos x="connsiteX1835" y="connsiteY1835"/>
                  </a:cxn>
                  <a:cxn ang="0">
                    <a:pos x="connsiteX1836" y="connsiteY1836"/>
                  </a:cxn>
                  <a:cxn ang="0">
                    <a:pos x="connsiteX1837" y="connsiteY1837"/>
                  </a:cxn>
                  <a:cxn ang="0">
                    <a:pos x="connsiteX1838" y="connsiteY1838"/>
                  </a:cxn>
                  <a:cxn ang="0">
                    <a:pos x="connsiteX1839" y="connsiteY1839"/>
                  </a:cxn>
                  <a:cxn ang="0">
                    <a:pos x="connsiteX1840" y="connsiteY1840"/>
                  </a:cxn>
                  <a:cxn ang="0">
                    <a:pos x="connsiteX1841" y="connsiteY1841"/>
                  </a:cxn>
                  <a:cxn ang="0">
                    <a:pos x="connsiteX1842" y="connsiteY1842"/>
                  </a:cxn>
                  <a:cxn ang="0">
                    <a:pos x="connsiteX1843" y="connsiteY1843"/>
                  </a:cxn>
                  <a:cxn ang="0">
                    <a:pos x="connsiteX1844" y="connsiteY1844"/>
                  </a:cxn>
                  <a:cxn ang="0">
                    <a:pos x="connsiteX1845" y="connsiteY1845"/>
                  </a:cxn>
                  <a:cxn ang="0">
                    <a:pos x="connsiteX1846" y="connsiteY1846"/>
                  </a:cxn>
                  <a:cxn ang="0">
                    <a:pos x="connsiteX1847" y="connsiteY1847"/>
                  </a:cxn>
                  <a:cxn ang="0">
                    <a:pos x="connsiteX1848" y="connsiteY1848"/>
                  </a:cxn>
                  <a:cxn ang="0">
                    <a:pos x="connsiteX1849" y="connsiteY1849"/>
                  </a:cxn>
                  <a:cxn ang="0">
                    <a:pos x="connsiteX1850" y="connsiteY1850"/>
                  </a:cxn>
                  <a:cxn ang="0">
                    <a:pos x="connsiteX1851" y="connsiteY1851"/>
                  </a:cxn>
                  <a:cxn ang="0">
                    <a:pos x="connsiteX1852" y="connsiteY1852"/>
                  </a:cxn>
                  <a:cxn ang="0">
                    <a:pos x="connsiteX1853" y="connsiteY1853"/>
                  </a:cxn>
                  <a:cxn ang="0">
                    <a:pos x="connsiteX1854" y="connsiteY1854"/>
                  </a:cxn>
                  <a:cxn ang="0">
                    <a:pos x="connsiteX1855" y="connsiteY1855"/>
                  </a:cxn>
                  <a:cxn ang="0">
                    <a:pos x="connsiteX1856" y="connsiteY1856"/>
                  </a:cxn>
                  <a:cxn ang="0">
                    <a:pos x="connsiteX1857" y="connsiteY1857"/>
                  </a:cxn>
                  <a:cxn ang="0">
                    <a:pos x="connsiteX1858" y="connsiteY1858"/>
                  </a:cxn>
                  <a:cxn ang="0">
                    <a:pos x="connsiteX1859" y="connsiteY1859"/>
                  </a:cxn>
                  <a:cxn ang="0">
                    <a:pos x="connsiteX1860" y="connsiteY1860"/>
                  </a:cxn>
                  <a:cxn ang="0">
                    <a:pos x="connsiteX1861" y="connsiteY1861"/>
                  </a:cxn>
                  <a:cxn ang="0">
                    <a:pos x="connsiteX1862" y="connsiteY1862"/>
                  </a:cxn>
                  <a:cxn ang="0">
                    <a:pos x="connsiteX1863" y="connsiteY1863"/>
                  </a:cxn>
                  <a:cxn ang="0">
                    <a:pos x="connsiteX1864" y="connsiteY1864"/>
                  </a:cxn>
                  <a:cxn ang="0">
                    <a:pos x="connsiteX1865" y="connsiteY1865"/>
                  </a:cxn>
                  <a:cxn ang="0">
                    <a:pos x="connsiteX1866" y="connsiteY1866"/>
                  </a:cxn>
                  <a:cxn ang="0">
                    <a:pos x="connsiteX1867" y="connsiteY1867"/>
                  </a:cxn>
                  <a:cxn ang="0">
                    <a:pos x="connsiteX1868" y="connsiteY1868"/>
                  </a:cxn>
                  <a:cxn ang="0">
                    <a:pos x="connsiteX1869" y="connsiteY1869"/>
                  </a:cxn>
                  <a:cxn ang="0">
                    <a:pos x="connsiteX1870" y="connsiteY1870"/>
                  </a:cxn>
                  <a:cxn ang="0">
                    <a:pos x="connsiteX1871" y="connsiteY1871"/>
                  </a:cxn>
                  <a:cxn ang="0">
                    <a:pos x="connsiteX1872" y="connsiteY1872"/>
                  </a:cxn>
                  <a:cxn ang="0">
                    <a:pos x="connsiteX1873" y="connsiteY1873"/>
                  </a:cxn>
                  <a:cxn ang="0">
                    <a:pos x="connsiteX1874" y="connsiteY1874"/>
                  </a:cxn>
                  <a:cxn ang="0">
                    <a:pos x="connsiteX1875" y="connsiteY1875"/>
                  </a:cxn>
                  <a:cxn ang="0">
                    <a:pos x="connsiteX1876" y="connsiteY1876"/>
                  </a:cxn>
                  <a:cxn ang="0">
                    <a:pos x="connsiteX1877" y="connsiteY1877"/>
                  </a:cxn>
                  <a:cxn ang="0">
                    <a:pos x="connsiteX1878" y="connsiteY1878"/>
                  </a:cxn>
                  <a:cxn ang="0">
                    <a:pos x="connsiteX1879" y="connsiteY1879"/>
                  </a:cxn>
                  <a:cxn ang="0">
                    <a:pos x="connsiteX1880" y="connsiteY1880"/>
                  </a:cxn>
                  <a:cxn ang="0">
                    <a:pos x="connsiteX1881" y="connsiteY1881"/>
                  </a:cxn>
                  <a:cxn ang="0">
                    <a:pos x="connsiteX1882" y="connsiteY1882"/>
                  </a:cxn>
                  <a:cxn ang="0">
                    <a:pos x="connsiteX1883" y="connsiteY1883"/>
                  </a:cxn>
                  <a:cxn ang="0">
                    <a:pos x="connsiteX1884" y="connsiteY1884"/>
                  </a:cxn>
                  <a:cxn ang="0">
                    <a:pos x="connsiteX1885" y="connsiteY1885"/>
                  </a:cxn>
                  <a:cxn ang="0">
                    <a:pos x="connsiteX1886" y="connsiteY1886"/>
                  </a:cxn>
                  <a:cxn ang="0">
                    <a:pos x="connsiteX1887" y="connsiteY1887"/>
                  </a:cxn>
                  <a:cxn ang="0">
                    <a:pos x="connsiteX1888" y="connsiteY1888"/>
                  </a:cxn>
                  <a:cxn ang="0">
                    <a:pos x="connsiteX1889" y="connsiteY1889"/>
                  </a:cxn>
                  <a:cxn ang="0">
                    <a:pos x="connsiteX1890" y="connsiteY1890"/>
                  </a:cxn>
                  <a:cxn ang="0">
                    <a:pos x="connsiteX1891" y="connsiteY1891"/>
                  </a:cxn>
                  <a:cxn ang="0">
                    <a:pos x="connsiteX1892" y="connsiteY1892"/>
                  </a:cxn>
                  <a:cxn ang="0">
                    <a:pos x="connsiteX1893" y="connsiteY1893"/>
                  </a:cxn>
                  <a:cxn ang="0">
                    <a:pos x="connsiteX1894" y="connsiteY1894"/>
                  </a:cxn>
                  <a:cxn ang="0">
                    <a:pos x="connsiteX1895" y="connsiteY1895"/>
                  </a:cxn>
                  <a:cxn ang="0">
                    <a:pos x="connsiteX1896" y="connsiteY1896"/>
                  </a:cxn>
                  <a:cxn ang="0">
                    <a:pos x="connsiteX1897" y="connsiteY1897"/>
                  </a:cxn>
                  <a:cxn ang="0">
                    <a:pos x="connsiteX1898" y="connsiteY1898"/>
                  </a:cxn>
                  <a:cxn ang="0">
                    <a:pos x="connsiteX1899" y="connsiteY1899"/>
                  </a:cxn>
                  <a:cxn ang="0">
                    <a:pos x="connsiteX1900" y="connsiteY1900"/>
                  </a:cxn>
                  <a:cxn ang="0">
                    <a:pos x="connsiteX1901" y="connsiteY1901"/>
                  </a:cxn>
                  <a:cxn ang="0">
                    <a:pos x="connsiteX1902" y="connsiteY1902"/>
                  </a:cxn>
                  <a:cxn ang="0">
                    <a:pos x="connsiteX1903" y="connsiteY1903"/>
                  </a:cxn>
                  <a:cxn ang="0">
                    <a:pos x="connsiteX1904" y="connsiteY1904"/>
                  </a:cxn>
                  <a:cxn ang="0">
                    <a:pos x="connsiteX1905" y="connsiteY1905"/>
                  </a:cxn>
                  <a:cxn ang="0">
                    <a:pos x="connsiteX1906" y="connsiteY1906"/>
                  </a:cxn>
                  <a:cxn ang="0">
                    <a:pos x="connsiteX1907" y="connsiteY1907"/>
                  </a:cxn>
                  <a:cxn ang="0">
                    <a:pos x="connsiteX1908" y="connsiteY1908"/>
                  </a:cxn>
                  <a:cxn ang="0">
                    <a:pos x="connsiteX1909" y="connsiteY1909"/>
                  </a:cxn>
                  <a:cxn ang="0">
                    <a:pos x="connsiteX1910" y="connsiteY1910"/>
                  </a:cxn>
                  <a:cxn ang="0">
                    <a:pos x="connsiteX1911" y="connsiteY1911"/>
                  </a:cxn>
                  <a:cxn ang="0">
                    <a:pos x="connsiteX1912" y="connsiteY1912"/>
                  </a:cxn>
                  <a:cxn ang="0">
                    <a:pos x="connsiteX1913" y="connsiteY1913"/>
                  </a:cxn>
                  <a:cxn ang="0">
                    <a:pos x="connsiteX1914" y="connsiteY1914"/>
                  </a:cxn>
                  <a:cxn ang="0">
                    <a:pos x="connsiteX1915" y="connsiteY1915"/>
                  </a:cxn>
                  <a:cxn ang="0">
                    <a:pos x="connsiteX1916" y="connsiteY1916"/>
                  </a:cxn>
                  <a:cxn ang="0">
                    <a:pos x="connsiteX1917" y="connsiteY1917"/>
                  </a:cxn>
                  <a:cxn ang="0">
                    <a:pos x="connsiteX1918" y="connsiteY1918"/>
                  </a:cxn>
                  <a:cxn ang="0">
                    <a:pos x="connsiteX1919" y="connsiteY1919"/>
                  </a:cxn>
                  <a:cxn ang="0">
                    <a:pos x="connsiteX1920" y="connsiteY1920"/>
                  </a:cxn>
                  <a:cxn ang="0">
                    <a:pos x="connsiteX1921" y="connsiteY1921"/>
                  </a:cxn>
                  <a:cxn ang="0">
                    <a:pos x="connsiteX1922" y="connsiteY1922"/>
                  </a:cxn>
                  <a:cxn ang="0">
                    <a:pos x="connsiteX1923" y="connsiteY1923"/>
                  </a:cxn>
                  <a:cxn ang="0">
                    <a:pos x="connsiteX1924" y="connsiteY1924"/>
                  </a:cxn>
                  <a:cxn ang="0">
                    <a:pos x="connsiteX1925" y="connsiteY1925"/>
                  </a:cxn>
                  <a:cxn ang="0">
                    <a:pos x="connsiteX1926" y="connsiteY1926"/>
                  </a:cxn>
                  <a:cxn ang="0">
                    <a:pos x="connsiteX1927" y="connsiteY1927"/>
                  </a:cxn>
                  <a:cxn ang="0">
                    <a:pos x="connsiteX1928" y="connsiteY1928"/>
                  </a:cxn>
                  <a:cxn ang="0">
                    <a:pos x="connsiteX1929" y="connsiteY1929"/>
                  </a:cxn>
                  <a:cxn ang="0">
                    <a:pos x="connsiteX1930" y="connsiteY1930"/>
                  </a:cxn>
                  <a:cxn ang="0">
                    <a:pos x="connsiteX1931" y="connsiteY1931"/>
                  </a:cxn>
                  <a:cxn ang="0">
                    <a:pos x="connsiteX1932" y="connsiteY1932"/>
                  </a:cxn>
                  <a:cxn ang="0">
                    <a:pos x="connsiteX1933" y="connsiteY1933"/>
                  </a:cxn>
                  <a:cxn ang="0">
                    <a:pos x="connsiteX1934" y="connsiteY1934"/>
                  </a:cxn>
                  <a:cxn ang="0">
                    <a:pos x="connsiteX1935" y="connsiteY1935"/>
                  </a:cxn>
                  <a:cxn ang="0">
                    <a:pos x="connsiteX1936" y="connsiteY1936"/>
                  </a:cxn>
                  <a:cxn ang="0">
                    <a:pos x="connsiteX1937" y="connsiteY1937"/>
                  </a:cxn>
                  <a:cxn ang="0">
                    <a:pos x="connsiteX1938" y="connsiteY1938"/>
                  </a:cxn>
                  <a:cxn ang="0">
                    <a:pos x="connsiteX1939" y="connsiteY1939"/>
                  </a:cxn>
                  <a:cxn ang="0">
                    <a:pos x="connsiteX1940" y="connsiteY1940"/>
                  </a:cxn>
                  <a:cxn ang="0">
                    <a:pos x="connsiteX1941" y="connsiteY1941"/>
                  </a:cxn>
                  <a:cxn ang="0">
                    <a:pos x="connsiteX1942" y="connsiteY1942"/>
                  </a:cxn>
                  <a:cxn ang="0">
                    <a:pos x="connsiteX1943" y="connsiteY1943"/>
                  </a:cxn>
                  <a:cxn ang="0">
                    <a:pos x="connsiteX1944" y="connsiteY1944"/>
                  </a:cxn>
                  <a:cxn ang="0">
                    <a:pos x="connsiteX1945" y="connsiteY1945"/>
                  </a:cxn>
                  <a:cxn ang="0">
                    <a:pos x="connsiteX1946" y="connsiteY1946"/>
                  </a:cxn>
                  <a:cxn ang="0">
                    <a:pos x="connsiteX1947" y="connsiteY1947"/>
                  </a:cxn>
                  <a:cxn ang="0">
                    <a:pos x="connsiteX1948" y="connsiteY1948"/>
                  </a:cxn>
                  <a:cxn ang="0">
                    <a:pos x="connsiteX1949" y="connsiteY1949"/>
                  </a:cxn>
                  <a:cxn ang="0">
                    <a:pos x="connsiteX1950" y="connsiteY1950"/>
                  </a:cxn>
                  <a:cxn ang="0">
                    <a:pos x="connsiteX1951" y="connsiteY1951"/>
                  </a:cxn>
                  <a:cxn ang="0">
                    <a:pos x="connsiteX1952" y="connsiteY1952"/>
                  </a:cxn>
                  <a:cxn ang="0">
                    <a:pos x="connsiteX1953" y="connsiteY1953"/>
                  </a:cxn>
                  <a:cxn ang="0">
                    <a:pos x="connsiteX1954" y="connsiteY1954"/>
                  </a:cxn>
                  <a:cxn ang="0">
                    <a:pos x="connsiteX1955" y="connsiteY1955"/>
                  </a:cxn>
                  <a:cxn ang="0">
                    <a:pos x="connsiteX1956" y="connsiteY1956"/>
                  </a:cxn>
                  <a:cxn ang="0">
                    <a:pos x="connsiteX1957" y="connsiteY1957"/>
                  </a:cxn>
                  <a:cxn ang="0">
                    <a:pos x="connsiteX1958" y="connsiteY1958"/>
                  </a:cxn>
                  <a:cxn ang="0">
                    <a:pos x="connsiteX1959" y="connsiteY1959"/>
                  </a:cxn>
                  <a:cxn ang="0">
                    <a:pos x="connsiteX1960" y="connsiteY1960"/>
                  </a:cxn>
                  <a:cxn ang="0">
                    <a:pos x="connsiteX1961" y="connsiteY1961"/>
                  </a:cxn>
                  <a:cxn ang="0">
                    <a:pos x="connsiteX1962" y="connsiteY1962"/>
                  </a:cxn>
                  <a:cxn ang="0">
                    <a:pos x="connsiteX1963" y="connsiteY1963"/>
                  </a:cxn>
                  <a:cxn ang="0">
                    <a:pos x="connsiteX1964" y="connsiteY1964"/>
                  </a:cxn>
                  <a:cxn ang="0">
                    <a:pos x="connsiteX1965" y="connsiteY1965"/>
                  </a:cxn>
                  <a:cxn ang="0">
                    <a:pos x="connsiteX1966" y="connsiteY1966"/>
                  </a:cxn>
                  <a:cxn ang="0">
                    <a:pos x="connsiteX1967" y="connsiteY1967"/>
                  </a:cxn>
                  <a:cxn ang="0">
                    <a:pos x="connsiteX1968" y="connsiteY1968"/>
                  </a:cxn>
                  <a:cxn ang="0">
                    <a:pos x="connsiteX1969" y="connsiteY1969"/>
                  </a:cxn>
                  <a:cxn ang="0">
                    <a:pos x="connsiteX1970" y="connsiteY1970"/>
                  </a:cxn>
                  <a:cxn ang="0">
                    <a:pos x="connsiteX1971" y="connsiteY1971"/>
                  </a:cxn>
                  <a:cxn ang="0">
                    <a:pos x="connsiteX1972" y="connsiteY1972"/>
                  </a:cxn>
                  <a:cxn ang="0">
                    <a:pos x="connsiteX1973" y="connsiteY1973"/>
                  </a:cxn>
                  <a:cxn ang="0">
                    <a:pos x="connsiteX1974" y="connsiteY1974"/>
                  </a:cxn>
                  <a:cxn ang="0">
                    <a:pos x="connsiteX1975" y="connsiteY1975"/>
                  </a:cxn>
                  <a:cxn ang="0">
                    <a:pos x="connsiteX1976" y="connsiteY1976"/>
                  </a:cxn>
                  <a:cxn ang="0">
                    <a:pos x="connsiteX1977" y="connsiteY1977"/>
                  </a:cxn>
                  <a:cxn ang="0">
                    <a:pos x="connsiteX1978" y="connsiteY1978"/>
                  </a:cxn>
                  <a:cxn ang="0">
                    <a:pos x="connsiteX1979" y="connsiteY1979"/>
                  </a:cxn>
                  <a:cxn ang="0">
                    <a:pos x="connsiteX1980" y="connsiteY1980"/>
                  </a:cxn>
                  <a:cxn ang="0">
                    <a:pos x="connsiteX1981" y="connsiteY1981"/>
                  </a:cxn>
                  <a:cxn ang="0">
                    <a:pos x="connsiteX1982" y="connsiteY1982"/>
                  </a:cxn>
                  <a:cxn ang="0">
                    <a:pos x="connsiteX1983" y="connsiteY1983"/>
                  </a:cxn>
                  <a:cxn ang="0">
                    <a:pos x="connsiteX1984" y="connsiteY1984"/>
                  </a:cxn>
                  <a:cxn ang="0">
                    <a:pos x="connsiteX1985" y="connsiteY1985"/>
                  </a:cxn>
                  <a:cxn ang="0">
                    <a:pos x="connsiteX1986" y="connsiteY1986"/>
                  </a:cxn>
                  <a:cxn ang="0">
                    <a:pos x="connsiteX1987" y="connsiteY1987"/>
                  </a:cxn>
                  <a:cxn ang="0">
                    <a:pos x="connsiteX1988" y="connsiteY1988"/>
                  </a:cxn>
                  <a:cxn ang="0">
                    <a:pos x="connsiteX1989" y="connsiteY1989"/>
                  </a:cxn>
                  <a:cxn ang="0">
                    <a:pos x="connsiteX1990" y="connsiteY1990"/>
                  </a:cxn>
                  <a:cxn ang="0">
                    <a:pos x="connsiteX1991" y="connsiteY1991"/>
                  </a:cxn>
                  <a:cxn ang="0">
                    <a:pos x="connsiteX1992" y="connsiteY1992"/>
                  </a:cxn>
                  <a:cxn ang="0">
                    <a:pos x="connsiteX1993" y="connsiteY1993"/>
                  </a:cxn>
                  <a:cxn ang="0">
                    <a:pos x="connsiteX1994" y="connsiteY1994"/>
                  </a:cxn>
                  <a:cxn ang="0">
                    <a:pos x="connsiteX1995" y="connsiteY1995"/>
                  </a:cxn>
                  <a:cxn ang="0">
                    <a:pos x="connsiteX1996" y="connsiteY1996"/>
                  </a:cxn>
                  <a:cxn ang="0">
                    <a:pos x="connsiteX1997" y="connsiteY1997"/>
                  </a:cxn>
                  <a:cxn ang="0">
                    <a:pos x="connsiteX1998" y="connsiteY1998"/>
                  </a:cxn>
                  <a:cxn ang="0">
                    <a:pos x="connsiteX1999" y="connsiteY1999"/>
                  </a:cxn>
                  <a:cxn ang="0">
                    <a:pos x="connsiteX2000" y="connsiteY2000"/>
                  </a:cxn>
                  <a:cxn ang="0">
                    <a:pos x="connsiteX2001" y="connsiteY2001"/>
                  </a:cxn>
                  <a:cxn ang="0">
                    <a:pos x="connsiteX2002" y="connsiteY2002"/>
                  </a:cxn>
                  <a:cxn ang="0">
                    <a:pos x="connsiteX2003" y="connsiteY2003"/>
                  </a:cxn>
                  <a:cxn ang="0">
                    <a:pos x="connsiteX2004" y="connsiteY2004"/>
                  </a:cxn>
                  <a:cxn ang="0">
                    <a:pos x="connsiteX2005" y="connsiteY2005"/>
                  </a:cxn>
                  <a:cxn ang="0">
                    <a:pos x="connsiteX2006" y="connsiteY2006"/>
                  </a:cxn>
                  <a:cxn ang="0">
                    <a:pos x="connsiteX2007" y="connsiteY2007"/>
                  </a:cxn>
                  <a:cxn ang="0">
                    <a:pos x="connsiteX2008" y="connsiteY2008"/>
                  </a:cxn>
                  <a:cxn ang="0">
                    <a:pos x="connsiteX2009" y="connsiteY2009"/>
                  </a:cxn>
                  <a:cxn ang="0">
                    <a:pos x="connsiteX2010" y="connsiteY2010"/>
                  </a:cxn>
                  <a:cxn ang="0">
                    <a:pos x="connsiteX2011" y="connsiteY2011"/>
                  </a:cxn>
                  <a:cxn ang="0">
                    <a:pos x="connsiteX2012" y="connsiteY2012"/>
                  </a:cxn>
                  <a:cxn ang="0">
                    <a:pos x="connsiteX2013" y="connsiteY2013"/>
                  </a:cxn>
                  <a:cxn ang="0">
                    <a:pos x="connsiteX2014" y="connsiteY2014"/>
                  </a:cxn>
                  <a:cxn ang="0">
                    <a:pos x="connsiteX2015" y="connsiteY2015"/>
                  </a:cxn>
                  <a:cxn ang="0">
                    <a:pos x="connsiteX2016" y="connsiteY2016"/>
                  </a:cxn>
                  <a:cxn ang="0">
                    <a:pos x="connsiteX2017" y="connsiteY2017"/>
                  </a:cxn>
                  <a:cxn ang="0">
                    <a:pos x="connsiteX2018" y="connsiteY2018"/>
                  </a:cxn>
                  <a:cxn ang="0">
                    <a:pos x="connsiteX2019" y="connsiteY2019"/>
                  </a:cxn>
                  <a:cxn ang="0">
                    <a:pos x="connsiteX2020" y="connsiteY2020"/>
                  </a:cxn>
                  <a:cxn ang="0">
                    <a:pos x="connsiteX2021" y="connsiteY2021"/>
                  </a:cxn>
                  <a:cxn ang="0">
                    <a:pos x="connsiteX2022" y="connsiteY2022"/>
                  </a:cxn>
                  <a:cxn ang="0">
                    <a:pos x="connsiteX2023" y="connsiteY2023"/>
                  </a:cxn>
                  <a:cxn ang="0">
                    <a:pos x="connsiteX2024" y="connsiteY2024"/>
                  </a:cxn>
                  <a:cxn ang="0">
                    <a:pos x="connsiteX2025" y="connsiteY2025"/>
                  </a:cxn>
                  <a:cxn ang="0">
                    <a:pos x="connsiteX2026" y="connsiteY2026"/>
                  </a:cxn>
                  <a:cxn ang="0">
                    <a:pos x="connsiteX2027" y="connsiteY2027"/>
                  </a:cxn>
                  <a:cxn ang="0">
                    <a:pos x="connsiteX2028" y="connsiteY2028"/>
                  </a:cxn>
                  <a:cxn ang="0">
                    <a:pos x="connsiteX2029" y="connsiteY2029"/>
                  </a:cxn>
                  <a:cxn ang="0">
                    <a:pos x="connsiteX2030" y="connsiteY2030"/>
                  </a:cxn>
                  <a:cxn ang="0">
                    <a:pos x="connsiteX2031" y="connsiteY2031"/>
                  </a:cxn>
                  <a:cxn ang="0">
                    <a:pos x="connsiteX2032" y="connsiteY2032"/>
                  </a:cxn>
                  <a:cxn ang="0">
                    <a:pos x="connsiteX2033" y="connsiteY2033"/>
                  </a:cxn>
                  <a:cxn ang="0">
                    <a:pos x="connsiteX2034" y="connsiteY2034"/>
                  </a:cxn>
                  <a:cxn ang="0">
                    <a:pos x="connsiteX2035" y="connsiteY2035"/>
                  </a:cxn>
                  <a:cxn ang="0">
                    <a:pos x="connsiteX2036" y="connsiteY2036"/>
                  </a:cxn>
                  <a:cxn ang="0">
                    <a:pos x="connsiteX2037" y="connsiteY2037"/>
                  </a:cxn>
                  <a:cxn ang="0">
                    <a:pos x="connsiteX2038" y="connsiteY2038"/>
                  </a:cxn>
                  <a:cxn ang="0">
                    <a:pos x="connsiteX2039" y="connsiteY2039"/>
                  </a:cxn>
                  <a:cxn ang="0">
                    <a:pos x="connsiteX2040" y="connsiteY2040"/>
                  </a:cxn>
                  <a:cxn ang="0">
                    <a:pos x="connsiteX2041" y="connsiteY2041"/>
                  </a:cxn>
                  <a:cxn ang="0">
                    <a:pos x="connsiteX2042" y="connsiteY2042"/>
                  </a:cxn>
                  <a:cxn ang="0">
                    <a:pos x="connsiteX2043" y="connsiteY2043"/>
                  </a:cxn>
                  <a:cxn ang="0">
                    <a:pos x="connsiteX2044" y="connsiteY2044"/>
                  </a:cxn>
                  <a:cxn ang="0">
                    <a:pos x="connsiteX2045" y="connsiteY2045"/>
                  </a:cxn>
                  <a:cxn ang="0">
                    <a:pos x="connsiteX2046" y="connsiteY2046"/>
                  </a:cxn>
                  <a:cxn ang="0">
                    <a:pos x="connsiteX2047" y="connsiteY2047"/>
                  </a:cxn>
                  <a:cxn ang="0">
                    <a:pos x="connsiteX2048" y="connsiteY2048"/>
                  </a:cxn>
                  <a:cxn ang="0">
                    <a:pos x="connsiteX2049" y="connsiteY2049"/>
                  </a:cxn>
                  <a:cxn ang="0">
                    <a:pos x="connsiteX2050" y="connsiteY2050"/>
                  </a:cxn>
                  <a:cxn ang="0">
                    <a:pos x="connsiteX2051" y="connsiteY2051"/>
                  </a:cxn>
                  <a:cxn ang="0">
                    <a:pos x="connsiteX2052" y="connsiteY2052"/>
                  </a:cxn>
                  <a:cxn ang="0">
                    <a:pos x="connsiteX2053" y="connsiteY2053"/>
                  </a:cxn>
                  <a:cxn ang="0">
                    <a:pos x="connsiteX2054" y="connsiteY2054"/>
                  </a:cxn>
                  <a:cxn ang="0">
                    <a:pos x="connsiteX2055" y="connsiteY2055"/>
                  </a:cxn>
                  <a:cxn ang="0">
                    <a:pos x="connsiteX2056" y="connsiteY2056"/>
                  </a:cxn>
                  <a:cxn ang="0">
                    <a:pos x="connsiteX2057" y="connsiteY2057"/>
                  </a:cxn>
                  <a:cxn ang="0">
                    <a:pos x="connsiteX2058" y="connsiteY2058"/>
                  </a:cxn>
                  <a:cxn ang="0">
                    <a:pos x="connsiteX2059" y="connsiteY2059"/>
                  </a:cxn>
                  <a:cxn ang="0">
                    <a:pos x="connsiteX2060" y="connsiteY2060"/>
                  </a:cxn>
                  <a:cxn ang="0">
                    <a:pos x="connsiteX2061" y="connsiteY2061"/>
                  </a:cxn>
                  <a:cxn ang="0">
                    <a:pos x="connsiteX2062" y="connsiteY2062"/>
                  </a:cxn>
                  <a:cxn ang="0">
                    <a:pos x="connsiteX2063" y="connsiteY2063"/>
                  </a:cxn>
                  <a:cxn ang="0">
                    <a:pos x="connsiteX2064" y="connsiteY2064"/>
                  </a:cxn>
                  <a:cxn ang="0">
                    <a:pos x="connsiteX2065" y="connsiteY2065"/>
                  </a:cxn>
                  <a:cxn ang="0">
                    <a:pos x="connsiteX2066" y="connsiteY2066"/>
                  </a:cxn>
                  <a:cxn ang="0">
                    <a:pos x="connsiteX2067" y="connsiteY2067"/>
                  </a:cxn>
                  <a:cxn ang="0">
                    <a:pos x="connsiteX2068" y="connsiteY2068"/>
                  </a:cxn>
                  <a:cxn ang="0">
                    <a:pos x="connsiteX2069" y="connsiteY2069"/>
                  </a:cxn>
                  <a:cxn ang="0">
                    <a:pos x="connsiteX2070" y="connsiteY2070"/>
                  </a:cxn>
                  <a:cxn ang="0">
                    <a:pos x="connsiteX2071" y="connsiteY2071"/>
                  </a:cxn>
                </a:cxnLst>
                <a:rect l="l" t="t" r="r" b="b"/>
                <a:pathLst>
                  <a:path w="891021" h="389543">
                    <a:moveTo>
                      <a:pt x="804085" y="389544"/>
                    </a:moveTo>
                    <a:lnTo>
                      <a:pt x="801464" y="389544"/>
                    </a:lnTo>
                    <a:cubicBezTo>
                      <a:pt x="801219" y="389531"/>
                      <a:pt x="801023" y="389335"/>
                      <a:pt x="801035" y="389090"/>
                    </a:cubicBezTo>
                    <a:cubicBezTo>
                      <a:pt x="801035" y="388845"/>
                      <a:pt x="801231" y="388662"/>
                      <a:pt x="801476" y="388662"/>
                    </a:cubicBezTo>
                    <a:lnTo>
                      <a:pt x="804098" y="388662"/>
                    </a:lnTo>
                    <a:cubicBezTo>
                      <a:pt x="804342" y="388674"/>
                      <a:pt x="804539" y="388870"/>
                      <a:pt x="804526" y="389115"/>
                    </a:cubicBezTo>
                    <a:cubicBezTo>
                      <a:pt x="804526" y="389360"/>
                      <a:pt x="804330" y="389544"/>
                      <a:pt x="804085" y="389544"/>
                    </a:cubicBezTo>
                    <a:close/>
                    <a:moveTo>
                      <a:pt x="795351" y="389495"/>
                    </a:moveTo>
                    <a:lnTo>
                      <a:pt x="792730" y="389495"/>
                    </a:lnTo>
                    <a:cubicBezTo>
                      <a:pt x="792485" y="389482"/>
                      <a:pt x="792289" y="389286"/>
                      <a:pt x="792301" y="389041"/>
                    </a:cubicBezTo>
                    <a:cubicBezTo>
                      <a:pt x="792301" y="388796"/>
                      <a:pt x="792497" y="388613"/>
                      <a:pt x="792742" y="388613"/>
                    </a:cubicBezTo>
                    <a:lnTo>
                      <a:pt x="795363" y="388613"/>
                    </a:lnTo>
                    <a:cubicBezTo>
                      <a:pt x="795608" y="388625"/>
                      <a:pt x="795804" y="388821"/>
                      <a:pt x="795792" y="389066"/>
                    </a:cubicBezTo>
                    <a:cubicBezTo>
                      <a:pt x="795792" y="389311"/>
                      <a:pt x="795596" y="389495"/>
                      <a:pt x="795351" y="389495"/>
                    </a:cubicBezTo>
                    <a:close/>
                    <a:moveTo>
                      <a:pt x="786617" y="389446"/>
                    </a:moveTo>
                    <a:lnTo>
                      <a:pt x="783996" y="389446"/>
                    </a:lnTo>
                    <a:cubicBezTo>
                      <a:pt x="783751" y="389433"/>
                      <a:pt x="783555" y="389237"/>
                      <a:pt x="783567" y="388992"/>
                    </a:cubicBezTo>
                    <a:cubicBezTo>
                      <a:pt x="783567" y="388747"/>
                      <a:pt x="783763" y="388564"/>
                      <a:pt x="784008" y="388564"/>
                    </a:cubicBezTo>
                    <a:lnTo>
                      <a:pt x="786629" y="388564"/>
                    </a:lnTo>
                    <a:cubicBezTo>
                      <a:pt x="786874" y="388576"/>
                      <a:pt x="787070" y="388772"/>
                      <a:pt x="787058" y="389017"/>
                    </a:cubicBezTo>
                    <a:cubicBezTo>
                      <a:pt x="787058" y="389262"/>
                      <a:pt x="786862" y="389446"/>
                      <a:pt x="786617" y="389446"/>
                    </a:cubicBezTo>
                    <a:close/>
                    <a:moveTo>
                      <a:pt x="810210" y="389421"/>
                    </a:moveTo>
                    <a:cubicBezTo>
                      <a:pt x="809977" y="389421"/>
                      <a:pt x="809794" y="389237"/>
                      <a:pt x="809769" y="389017"/>
                    </a:cubicBezTo>
                    <a:cubicBezTo>
                      <a:pt x="809757" y="388772"/>
                      <a:pt x="809941" y="388564"/>
                      <a:pt x="810173" y="388551"/>
                    </a:cubicBezTo>
                    <a:cubicBezTo>
                      <a:pt x="811043" y="388502"/>
                      <a:pt x="811913" y="388429"/>
                      <a:pt x="812770" y="388343"/>
                    </a:cubicBezTo>
                    <a:cubicBezTo>
                      <a:pt x="813015" y="388319"/>
                      <a:pt x="813224" y="388490"/>
                      <a:pt x="813248" y="388735"/>
                    </a:cubicBezTo>
                    <a:cubicBezTo>
                      <a:pt x="813273" y="388980"/>
                      <a:pt x="813101" y="389188"/>
                      <a:pt x="812856" y="389213"/>
                    </a:cubicBezTo>
                    <a:cubicBezTo>
                      <a:pt x="811986" y="389299"/>
                      <a:pt x="811104" y="389372"/>
                      <a:pt x="810222" y="389433"/>
                    </a:cubicBezTo>
                    <a:cubicBezTo>
                      <a:pt x="810222" y="389433"/>
                      <a:pt x="810198" y="389433"/>
                      <a:pt x="810198" y="389433"/>
                    </a:cubicBezTo>
                    <a:close/>
                    <a:moveTo>
                      <a:pt x="777883" y="389397"/>
                    </a:moveTo>
                    <a:lnTo>
                      <a:pt x="775262" y="389397"/>
                    </a:lnTo>
                    <a:cubicBezTo>
                      <a:pt x="775017" y="389384"/>
                      <a:pt x="774821" y="389188"/>
                      <a:pt x="774833" y="388943"/>
                    </a:cubicBezTo>
                    <a:cubicBezTo>
                      <a:pt x="774833" y="388698"/>
                      <a:pt x="775029" y="388466"/>
                      <a:pt x="775274" y="388515"/>
                    </a:cubicBezTo>
                    <a:lnTo>
                      <a:pt x="777895" y="388515"/>
                    </a:lnTo>
                    <a:cubicBezTo>
                      <a:pt x="778140" y="388527"/>
                      <a:pt x="778336" y="388723"/>
                      <a:pt x="778324" y="388968"/>
                    </a:cubicBezTo>
                    <a:cubicBezTo>
                      <a:pt x="778324" y="389213"/>
                      <a:pt x="778128" y="389397"/>
                      <a:pt x="777883" y="389397"/>
                    </a:cubicBezTo>
                    <a:close/>
                    <a:moveTo>
                      <a:pt x="769149" y="389348"/>
                    </a:moveTo>
                    <a:lnTo>
                      <a:pt x="766528" y="389348"/>
                    </a:lnTo>
                    <a:cubicBezTo>
                      <a:pt x="766282" y="389335"/>
                      <a:pt x="766087" y="389139"/>
                      <a:pt x="766099" y="388894"/>
                    </a:cubicBezTo>
                    <a:cubicBezTo>
                      <a:pt x="766099" y="388649"/>
                      <a:pt x="766295" y="388466"/>
                      <a:pt x="766540" y="388466"/>
                    </a:cubicBezTo>
                    <a:lnTo>
                      <a:pt x="769161" y="388466"/>
                    </a:lnTo>
                    <a:cubicBezTo>
                      <a:pt x="769406" y="388478"/>
                      <a:pt x="769602" y="388674"/>
                      <a:pt x="769590" y="388919"/>
                    </a:cubicBezTo>
                    <a:cubicBezTo>
                      <a:pt x="769590" y="389164"/>
                      <a:pt x="769394" y="389348"/>
                      <a:pt x="769149" y="389348"/>
                    </a:cubicBezTo>
                    <a:close/>
                    <a:moveTo>
                      <a:pt x="760415" y="389299"/>
                    </a:moveTo>
                    <a:lnTo>
                      <a:pt x="757793" y="389299"/>
                    </a:lnTo>
                    <a:cubicBezTo>
                      <a:pt x="757549" y="389286"/>
                      <a:pt x="757352" y="389090"/>
                      <a:pt x="757365" y="388845"/>
                    </a:cubicBezTo>
                    <a:cubicBezTo>
                      <a:pt x="757365" y="388600"/>
                      <a:pt x="757561" y="388417"/>
                      <a:pt x="757806" y="388417"/>
                    </a:cubicBezTo>
                    <a:lnTo>
                      <a:pt x="760427" y="388417"/>
                    </a:lnTo>
                    <a:cubicBezTo>
                      <a:pt x="760672" y="388429"/>
                      <a:pt x="760868" y="388625"/>
                      <a:pt x="760856" y="388870"/>
                    </a:cubicBezTo>
                    <a:cubicBezTo>
                      <a:pt x="760856" y="389115"/>
                      <a:pt x="760660" y="389299"/>
                      <a:pt x="760415" y="389299"/>
                    </a:cubicBezTo>
                    <a:close/>
                    <a:moveTo>
                      <a:pt x="751681" y="389250"/>
                    </a:moveTo>
                    <a:lnTo>
                      <a:pt x="749059" y="389250"/>
                    </a:lnTo>
                    <a:cubicBezTo>
                      <a:pt x="748814" y="389237"/>
                      <a:pt x="748618" y="389041"/>
                      <a:pt x="748631" y="388796"/>
                    </a:cubicBezTo>
                    <a:cubicBezTo>
                      <a:pt x="748631" y="388551"/>
                      <a:pt x="748827" y="388368"/>
                      <a:pt x="749072" y="388368"/>
                    </a:cubicBezTo>
                    <a:lnTo>
                      <a:pt x="751693" y="388368"/>
                    </a:lnTo>
                    <a:cubicBezTo>
                      <a:pt x="751938" y="388380"/>
                      <a:pt x="752134" y="388576"/>
                      <a:pt x="752122" y="388821"/>
                    </a:cubicBezTo>
                    <a:cubicBezTo>
                      <a:pt x="752122" y="389066"/>
                      <a:pt x="751926" y="389250"/>
                      <a:pt x="751681" y="389250"/>
                    </a:cubicBezTo>
                    <a:close/>
                    <a:moveTo>
                      <a:pt x="742947" y="389201"/>
                    </a:moveTo>
                    <a:lnTo>
                      <a:pt x="740325" y="389201"/>
                    </a:lnTo>
                    <a:cubicBezTo>
                      <a:pt x="740080" y="389188"/>
                      <a:pt x="739884" y="388992"/>
                      <a:pt x="739897" y="388747"/>
                    </a:cubicBezTo>
                    <a:cubicBezTo>
                      <a:pt x="739897" y="388502"/>
                      <a:pt x="740093" y="388319"/>
                      <a:pt x="740338" y="388319"/>
                    </a:cubicBezTo>
                    <a:lnTo>
                      <a:pt x="742959" y="388319"/>
                    </a:lnTo>
                    <a:cubicBezTo>
                      <a:pt x="743204" y="388331"/>
                      <a:pt x="743400" y="388527"/>
                      <a:pt x="743388" y="388772"/>
                    </a:cubicBezTo>
                    <a:cubicBezTo>
                      <a:pt x="743388" y="389017"/>
                      <a:pt x="743192" y="389201"/>
                      <a:pt x="742947" y="389201"/>
                    </a:cubicBezTo>
                    <a:close/>
                    <a:moveTo>
                      <a:pt x="734213" y="389152"/>
                    </a:moveTo>
                    <a:lnTo>
                      <a:pt x="731591" y="389152"/>
                    </a:lnTo>
                    <a:cubicBezTo>
                      <a:pt x="731346" y="389139"/>
                      <a:pt x="731150" y="388943"/>
                      <a:pt x="731163" y="388698"/>
                    </a:cubicBezTo>
                    <a:cubicBezTo>
                      <a:pt x="731163" y="388453"/>
                      <a:pt x="731359" y="388270"/>
                      <a:pt x="731604" y="388270"/>
                    </a:cubicBezTo>
                    <a:lnTo>
                      <a:pt x="734225" y="388270"/>
                    </a:lnTo>
                    <a:cubicBezTo>
                      <a:pt x="734470" y="388282"/>
                      <a:pt x="734666" y="388478"/>
                      <a:pt x="734654" y="388723"/>
                    </a:cubicBezTo>
                    <a:cubicBezTo>
                      <a:pt x="734654" y="388968"/>
                      <a:pt x="734458" y="389152"/>
                      <a:pt x="734213" y="389152"/>
                    </a:cubicBezTo>
                    <a:close/>
                    <a:moveTo>
                      <a:pt x="725479" y="389103"/>
                    </a:moveTo>
                    <a:lnTo>
                      <a:pt x="722857" y="389103"/>
                    </a:lnTo>
                    <a:cubicBezTo>
                      <a:pt x="722612" y="389090"/>
                      <a:pt x="722416" y="388894"/>
                      <a:pt x="722428" y="388649"/>
                    </a:cubicBezTo>
                    <a:cubicBezTo>
                      <a:pt x="722428" y="388404"/>
                      <a:pt x="722612" y="388245"/>
                      <a:pt x="722869" y="388221"/>
                    </a:cubicBezTo>
                    <a:lnTo>
                      <a:pt x="725491" y="388221"/>
                    </a:lnTo>
                    <a:cubicBezTo>
                      <a:pt x="725736" y="388233"/>
                      <a:pt x="725932" y="388429"/>
                      <a:pt x="725920" y="388674"/>
                    </a:cubicBezTo>
                    <a:cubicBezTo>
                      <a:pt x="725920" y="388919"/>
                      <a:pt x="725724" y="389103"/>
                      <a:pt x="725479" y="389103"/>
                    </a:cubicBezTo>
                    <a:close/>
                    <a:moveTo>
                      <a:pt x="716745" y="389054"/>
                    </a:moveTo>
                    <a:lnTo>
                      <a:pt x="714123" y="389054"/>
                    </a:lnTo>
                    <a:cubicBezTo>
                      <a:pt x="713878" y="389041"/>
                      <a:pt x="713682" y="388845"/>
                      <a:pt x="713694" y="388600"/>
                    </a:cubicBezTo>
                    <a:cubicBezTo>
                      <a:pt x="713694" y="388355"/>
                      <a:pt x="713890" y="388172"/>
                      <a:pt x="714135" y="388172"/>
                    </a:cubicBezTo>
                    <a:lnTo>
                      <a:pt x="716757" y="388172"/>
                    </a:lnTo>
                    <a:cubicBezTo>
                      <a:pt x="717002" y="388184"/>
                      <a:pt x="717198" y="388380"/>
                      <a:pt x="717186" y="388625"/>
                    </a:cubicBezTo>
                    <a:cubicBezTo>
                      <a:pt x="717186" y="388870"/>
                      <a:pt x="716990" y="389054"/>
                      <a:pt x="716745" y="389054"/>
                    </a:cubicBezTo>
                    <a:close/>
                    <a:moveTo>
                      <a:pt x="708010" y="389005"/>
                    </a:moveTo>
                    <a:lnTo>
                      <a:pt x="705389" y="389005"/>
                    </a:lnTo>
                    <a:cubicBezTo>
                      <a:pt x="705144" y="388992"/>
                      <a:pt x="704948" y="388796"/>
                      <a:pt x="704960" y="388551"/>
                    </a:cubicBezTo>
                    <a:cubicBezTo>
                      <a:pt x="704960" y="388306"/>
                      <a:pt x="705156" y="388123"/>
                      <a:pt x="705401" y="388123"/>
                    </a:cubicBezTo>
                    <a:lnTo>
                      <a:pt x="708023" y="388123"/>
                    </a:lnTo>
                    <a:cubicBezTo>
                      <a:pt x="708268" y="388135"/>
                      <a:pt x="708464" y="388331"/>
                      <a:pt x="708451" y="388576"/>
                    </a:cubicBezTo>
                    <a:cubicBezTo>
                      <a:pt x="708451" y="388821"/>
                      <a:pt x="708255" y="389005"/>
                      <a:pt x="708010" y="389005"/>
                    </a:cubicBezTo>
                    <a:close/>
                    <a:moveTo>
                      <a:pt x="699276" y="388956"/>
                    </a:moveTo>
                    <a:lnTo>
                      <a:pt x="696655" y="388956"/>
                    </a:lnTo>
                    <a:cubicBezTo>
                      <a:pt x="696410" y="388943"/>
                      <a:pt x="696214" y="388747"/>
                      <a:pt x="696226" y="388502"/>
                    </a:cubicBezTo>
                    <a:cubicBezTo>
                      <a:pt x="696226" y="388257"/>
                      <a:pt x="696422" y="388074"/>
                      <a:pt x="696667" y="388074"/>
                    </a:cubicBezTo>
                    <a:lnTo>
                      <a:pt x="699289" y="388074"/>
                    </a:lnTo>
                    <a:cubicBezTo>
                      <a:pt x="699534" y="388086"/>
                      <a:pt x="699730" y="388282"/>
                      <a:pt x="699717" y="388527"/>
                    </a:cubicBezTo>
                    <a:cubicBezTo>
                      <a:pt x="699717" y="388772"/>
                      <a:pt x="699521" y="388956"/>
                      <a:pt x="699276" y="388956"/>
                    </a:cubicBezTo>
                    <a:close/>
                    <a:moveTo>
                      <a:pt x="690542" y="388907"/>
                    </a:moveTo>
                    <a:lnTo>
                      <a:pt x="687921" y="388907"/>
                    </a:lnTo>
                    <a:cubicBezTo>
                      <a:pt x="687676" y="388894"/>
                      <a:pt x="687480" y="388698"/>
                      <a:pt x="687492" y="388453"/>
                    </a:cubicBezTo>
                    <a:cubicBezTo>
                      <a:pt x="687492" y="388208"/>
                      <a:pt x="687676" y="388012"/>
                      <a:pt x="687933" y="388025"/>
                    </a:cubicBezTo>
                    <a:lnTo>
                      <a:pt x="690555" y="388025"/>
                    </a:lnTo>
                    <a:cubicBezTo>
                      <a:pt x="690800" y="388037"/>
                      <a:pt x="690996" y="388233"/>
                      <a:pt x="690983" y="388478"/>
                    </a:cubicBezTo>
                    <a:cubicBezTo>
                      <a:pt x="690983" y="388723"/>
                      <a:pt x="690787" y="388907"/>
                      <a:pt x="690542" y="388907"/>
                    </a:cubicBezTo>
                    <a:close/>
                    <a:moveTo>
                      <a:pt x="681808" y="388858"/>
                    </a:moveTo>
                    <a:lnTo>
                      <a:pt x="679187" y="388858"/>
                    </a:lnTo>
                    <a:cubicBezTo>
                      <a:pt x="678942" y="388845"/>
                      <a:pt x="678746" y="388649"/>
                      <a:pt x="678758" y="388404"/>
                    </a:cubicBezTo>
                    <a:cubicBezTo>
                      <a:pt x="678758" y="388159"/>
                      <a:pt x="678954" y="387976"/>
                      <a:pt x="679199" y="387976"/>
                    </a:cubicBezTo>
                    <a:lnTo>
                      <a:pt x="681821" y="387976"/>
                    </a:lnTo>
                    <a:cubicBezTo>
                      <a:pt x="682065" y="387988"/>
                      <a:pt x="682262" y="388184"/>
                      <a:pt x="682249" y="388429"/>
                    </a:cubicBezTo>
                    <a:cubicBezTo>
                      <a:pt x="682249" y="388674"/>
                      <a:pt x="682053" y="388858"/>
                      <a:pt x="681808" y="388858"/>
                    </a:cubicBezTo>
                    <a:close/>
                    <a:moveTo>
                      <a:pt x="673074" y="388809"/>
                    </a:moveTo>
                    <a:lnTo>
                      <a:pt x="670453" y="388809"/>
                    </a:lnTo>
                    <a:cubicBezTo>
                      <a:pt x="670208" y="388796"/>
                      <a:pt x="670012" y="388600"/>
                      <a:pt x="670024" y="388355"/>
                    </a:cubicBezTo>
                    <a:cubicBezTo>
                      <a:pt x="670024" y="388110"/>
                      <a:pt x="670220" y="387927"/>
                      <a:pt x="670465" y="387927"/>
                    </a:cubicBezTo>
                    <a:lnTo>
                      <a:pt x="673086" y="387927"/>
                    </a:lnTo>
                    <a:cubicBezTo>
                      <a:pt x="673332" y="387939"/>
                      <a:pt x="673527" y="388135"/>
                      <a:pt x="673515" y="388380"/>
                    </a:cubicBezTo>
                    <a:cubicBezTo>
                      <a:pt x="673515" y="388625"/>
                      <a:pt x="673319" y="388809"/>
                      <a:pt x="673074" y="388809"/>
                    </a:cubicBezTo>
                    <a:close/>
                    <a:moveTo>
                      <a:pt x="664340" y="388760"/>
                    </a:moveTo>
                    <a:lnTo>
                      <a:pt x="661719" y="388760"/>
                    </a:lnTo>
                    <a:cubicBezTo>
                      <a:pt x="661474" y="388747"/>
                      <a:pt x="661278" y="388551"/>
                      <a:pt x="661290" y="388306"/>
                    </a:cubicBezTo>
                    <a:cubicBezTo>
                      <a:pt x="661290" y="388061"/>
                      <a:pt x="661486" y="387878"/>
                      <a:pt x="661731" y="387878"/>
                    </a:cubicBezTo>
                    <a:lnTo>
                      <a:pt x="664352" y="387878"/>
                    </a:lnTo>
                    <a:cubicBezTo>
                      <a:pt x="664597" y="387890"/>
                      <a:pt x="664793" y="388086"/>
                      <a:pt x="664781" y="388331"/>
                    </a:cubicBezTo>
                    <a:cubicBezTo>
                      <a:pt x="664781" y="388576"/>
                      <a:pt x="664585" y="388760"/>
                      <a:pt x="664340" y="388760"/>
                    </a:cubicBezTo>
                    <a:close/>
                    <a:moveTo>
                      <a:pt x="655606" y="388711"/>
                    </a:moveTo>
                    <a:lnTo>
                      <a:pt x="652985" y="388711"/>
                    </a:lnTo>
                    <a:cubicBezTo>
                      <a:pt x="652740" y="388698"/>
                      <a:pt x="652544" y="388502"/>
                      <a:pt x="652556" y="388257"/>
                    </a:cubicBezTo>
                    <a:cubicBezTo>
                      <a:pt x="652556" y="388012"/>
                      <a:pt x="652752" y="387829"/>
                      <a:pt x="652997" y="387829"/>
                    </a:cubicBezTo>
                    <a:lnTo>
                      <a:pt x="655618" y="387829"/>
                    </a:lnTo>
                    <a:cubicBezTo>
                      <a:pt x="655863" y="387841"/>
                      <a:pt x="656059" y="388037"/>
                      <a:pt x="656047" y="388282"/>
                    </a:cubicBezTo>
                    <a:cubicBezTo>
                      <a:pt x="656047" y="388527"/>
                      <a:pt x="655851" y="388711"/>
                      <a:pt x="655606" y="388711"/>
                    </a:cubicBezTo>
                    <a:close/>
                    <a:moveTo>
                      <a:pt x="646872" y="388662"/>
                    </a:moveTo>
                    <a:lnTo>
                      <a:pt x="644251" y="388662"/>
                    </a:lnTo>
                    <a:cubicBezTo>
                      <a:pt x="644006" y="388649"/>
                      <a:pt x="643810" y="388453"/>
                      <a:pt x="643822" y="388208"/>
                    </a:cubicBezTo>
                    <a:cubicBezTo>
                      <a:pt x="643822" y="387963"/>
                      <a:pt x="644018" y="387780"/>
                      <a:pt x="644263" y="387780"/>
                    </a:cubicBezTo>
                    <a:lnTo>
                      <a:pt x="646884" y="387780"/>
                    </a:lnTo>
                    <a:cubicBezTo>
                      <a:pt x="647129" y="387792"/>
                      <a:pt x="647325" y="387988"/>
                      <a:pt x="647313" y="388233"/>
                    </a:cubicBezTo>
                    <a:cubicBezTo>
                      <a:pt x="647313" y="388478"/>
                      <a:pt x="647117" y="388662"/>
                      <a:pt x="646872" y="388662"/>
                    </a:cubicBezTo>
                    <a:close/>
                    <a:moveTo>
                      <a:pt x="638138" y="388613"/>
                    </a:moveTo>
                    <a:lnTo>
                      <a:pt x="635516" y="388613"/>
                    </a:lnTo>
                    <a:cubicBezTo>
                      <a:pt x="635272" y="388600"/>
                      <a:pt x="635075" y="388404"/>
                      <a:pt x="635088" y="388159"/>
                    </a:cubicBezTo>
                    <a:cubicBezTo>
                      <a:pt x="635088" y="387914"/>
                      <a:pt x="635284" y="387731"/>
                      <a:pt x="635529" y="387731"/>
                    </a:cubicBezTo>
                    <a:lnTo>
                      <a:pt x="638150" y="387731"/>
                    </a:lnTo>
                    <a:cubicBezTo>
                      <a:pt x="638395" y="387743"/>
                      <a:pt x="638591" y="387939"/>
                      <a:pt x="638579" y="388184"/>
                    </a:cubicBezTo>
                    <a:cubicBezTo>
                      <a:pt x="638579" y="388429"/>
                      <a:pt x="638383" y="388613"/>
                      <a:pt x="638138" y="388613"/>
                    </a:cubicBezTo>
                    <a:close/>
                    <a:moveTo>
                      <a:pt x="629404" y="388564"/>
                    </a:moveTo>
                    <a:lnTo>
                      <a:pt x="626783" y="388564"/>
                    </a:lnTo>
                    <a:cubicBezTo>
                      <a:pt x="626537" y="388551"/>
                      <a:pt x="626341" y="388355"/>
                      <a:pt x="626354" y="388110"/>
                    </a:cubicBezTo>
                    <a:cubicBezTo>
                      <a:pt x="626354" y="387866"/>
                      <a:pt x="626550" y="387682"/>
                      <a:pt x="626795" y="387682"/>
                    </a:cubicBezTo>
                    <a:lnTo>
                      <a:pt x="629416" y="387682"/>
                    </a:lnTo>
                    <a:cubicBezTo>
                      <a:pt x="629661" y="387694"/>
                      <a:pt x="629857" y="387890"/>
                      <a:pt x="629845" y="388135"/>
                    </a:cubicBezTo>
                    <a:cubicBezTo>
                      <a:pt x="629845" y="388380"/>
                      <a:pt x="629649" y="388564"/>
                      <a:pt x="629404" y="388564"/>
                    </a:cubicBezTo>
                    <a:close/>
                    <a:moveTo>
                      <a:pt x="620670" y="388515"/>
                    </a:moveTo>
                    <a:lnTo>
                      <a:pt x="618048" y="388515"/>
                    </a:lnTo>
                    <a:cubicBezTo>
                      <a:pt x="617803" y="388502"/>
                      <a:pt x="617607" y="388306"/>
                      <a:pt x="617620" y="388061"/>
                    </a:cubicBezTo>
                    <a:cubicBezTo>
                      <a:pt x="617620" y="387816"/>
                      <a:pt x="617816" y="387633"/>
                      <a:pt x="618061" y="387633"/>
                    </a:cubicBezTo>
                    <a:lnTo>
                      <a:pt x="620682" y="387633"/>
                    </a:lnTo>
                    <a:cubicBezTo>
                      <a:pt x="620927" y="387645"/>
                      <a:pt x="621123" y="387841"/>
                      <a:pt x="621111" y="388086"/>
                    </a:cubicBezTo>
                    <a:cubicBezTo>
                      <a:pt x="621111" y="388331"/>
                      <a:pt x="620915" y="388515"/>
                      <a:pt x="620670" y="388515"/>
                    </a:cubicBezTo>
                    <a:close/>
                    <a:moveTo>
                      <a:pt x="611936" y="388466"/>
                    </a:moveTo>
                    <a:lnTo>
                      <a:pt x="609314" y="388466"/>
                    </a:lnTo>
                    <a:cubicBezTo>
                      <a:pt x="609069" y="388453"/>
                      <a:pt x="608873" y="388257"/>
                      <a:pt x="608886" y="388012"/>
                    </a:cubicBezTo>
                    <a:cubicBezTo>
                      <a:pt x="608886" y="387767"/>
                      <a:pt x="609082" y="387584"/>
                      <a:pt x="609327" y="387584"/>
                    </a:cubicBezTo>
                    <a:lnTo>
                      <a:pt x="611948" y="387584"/>
                    </a:lnTo>
                    <a:cubicBezTo>
                      <a:pt x="612193" y="387596"/>
                      <a:pt x="612389" y="387792"/>
                      <a:pt x="612377" y="388037"/>
                    </a:cubicBezTo>
                    <a:cubicBezTo>
                      <a:pt x="612377" y="388282"/>
                      <a:pt x="612181" y="388466"/>
                      <a:pt x="611936" y="388466"/>
                    </a:cubicBezTo>
                    <a:close/>
                    <a:moveTo>
                      <a:pt x="603202" y="388417"/>
                    </a:moveTo>
                    <a:lnTo>
                      <a:pt x="600580" y="388417"/>
                    </a:lnTo>
                    <a:cubicBezTo>
                      <a:pt x="600335" y="388404"/>
                      <a:pt x="600139" y="388208"/>
                      <a:pt x="600152" y="387963"/>
                    </a:cubicBezTo>
                    <a:cubicBezTo>
                      <a:pt x="600164" y="387718"/>
                      <a:pt x="600335" y="387559"/>
                      <a:pt x="600593" y="387535"/>
                    </a:cubicBezTo>
                    <a:lnTo>
                      <a:pt x="603214" y="387535"/>
                    </a:lnTo>
                    <a:cubicBezTo>
                      <a:pt x="603459" y="387547"/>
                      <a:pt x="603655" y="387743"/>
                      <a:pt x="603643" y="387988"/>
                    </a:cubicBezTo>
                    <a:cubicBezTo>
                      <a:pt x="603643" y="388233"/>
                      <a:pt x="603447" y="388417"/>
                      <a:pt x="603202" y="388417"/>
                    </a:cubicBezTo>
                    <a:close/>
                    <a:moveTo>
                      <a:pt x="818981" y="388380"/>
                    </a:moveTo>
                    <a:cubicBezTo>
                      <a:pt x="818773" y="388380"/>
                      <a:pt x="818589" y="388233"/>
                      <a:pt x="818552" y="388025"/>
                    </a:cubicBezTo>
                    <a:cubicBezTo>
                      <a:pt x="818503" y="387792"/>
                      <a:pt x="818662" y="387559"/>
                      <a:pt x="818895" y="387510"/>
                    </a:cubicBezTo>
                    <a:cubicBezTo>
                      <a:pt x="819753" y="387351"/>
                      <a:pt x="820598" y="387167"/>
                      <a:pt x="821443" y="386971"/>
                    </a:cubicBezTo>
                    <a:cubicBezTo>
                      <a:pt x="821676" y="386922"/>
                      <a:pt x="821909" y="387069"/>
                      <a:pt x="821970" y="387302"/>
                    </a:cubicBezTo>
                    <a:cubicBezTo>
                      <a:pt x="822019" y="387535"/>
                      <a:pt x="821872" y="387767"/>
                      <a:pt x="821639" y="387829"/>
                    </a:cubicBezTo>
                    <a:cubicBezTo>
                      <a:pt x="820782" y="388025"/>
                      <a:pt x="819924" y="388208"/>
                      <a:pt x="819054" y="388368"/>
                    </a:cubicBezTo>
                    <a:cubicBezTo>
                      <a:pt x="819030" y="388368"/>
                      <a:pt x="818993" y="388368"/>
                      <a:pt x="818969" y="388368"/>
                    </a:cubicBezTo>
                    <a:close/>
                    <a:moveTo>
                      <a:pt x="594468" y="388368"/>
                    </a:moveTo>
                    <a:lnTo>
                      <a:pt x="591846" y="388368"/>
                    </a:lnTo>
                    <a:cubicBezTo>
                      <a:pt x="591601" y="388355"/>
                      <a:pt x="591405" y="388159"/>
                      <a:pt x="591417" y="387914"/>
                    </a:cubicBezTo>
                    <a:cubicBezTo>
                      <a:pt x="591417" y="387669"/>
                      <a:pt x="591613" y="387486"/>
                      <a:pt x="591858" y="387486"/>
                    </a:cubicBezTo>
                    <a:lnTo>
                      <a:pt x="594480" y="387486"/>
                    </a:lnTo>
                    <a:cubicBezTo>
                      <a:pt x="594725" y="387498"/>
                      <a:pt x="594921" y="387694"/>
                      <a:pt x="594909" y="387939"/>
                    </a:cubicBezTo>
                    <a:cubicBezTo>
                      <a:pt x="594909" y="388184"/>
                      <a:pt x="594713" y="388368"/>
                      <a:pt x="594468" y="388368"/>
                    </a:cubicBezTo>
                    <a:close/>
                    <a:moveTo>
                      <a:pt x="585734" y="388319"/>
                    </a:moveTo>
                    <a:lnTo>
                      <a:pt x="583112" y="388319"/>
                    </a:lnTo>
                    <a:cubicBezTo>
                      <a:pt x="582867" y="388306"/>
                      <a:pt x="582671" y="388110"/>
                      <a:pt x="582683" y="387866"/>
                    </a:cubicBezTo>
                    <a:cubicBezTo>
                      <a:pt x="582683" y="387620"/>
                      <a:pt x="582879" y="387437"/>
                      <a:pt x="583124" y="387437"/>
                    </a:cubicBezTo>
                    <a:lnTo>
                      <a:pt x="585746" y="387437"/>
                    </a:lnTo>
                    <a:cubicBezTo>
                      <a:pt x="585991" y="387449"/>
                      <a:pt x="586187" y="387645"/>
                      <a:pt x="586175" y="387890"/>
                    </a:cubicBezTo>
                    <a:cubicBezTo>
                      <a:pt x="586175" y="388135"/>
                      <a:pt x="585979" y="388319"/>
                      <a:pt x="585734" y="388319"/>
                    </a:cubicBezTo>
                    <a:close/>
                    <a:moveTo>
                      <a:pt x="577000" y="388270"/>
                    </a:moveTo>
                    <a:lnTo>
                      <a:pt x="574378" y="388270"/>
                    </a:lnTo>
                    <a:cubicBezTo>
                      <a:pt x="574133" y="388257"/>
                      <a:pt x="573937" y="388061"/>
                      <a:pt x="573949" y="387816"/>
                    </a:cubicBezTo>
                    <a:cubicBezTo>
                      <a:pt x="573949" y="387571"/>
                      <a:pt x="574145" y="387388"/>
                      <a:pt x="574390" y="387388"/>
                    </a:cubicBezTo>
                    <a:lnTo>
                      <a:pt x="577012" y="387388"/>
                    </a:lnTo>
                    <a:cubicBezTo>
                      <a:pt x="577257" y="387400"/>
                      <a:pt x="577453" y="387596"/>
                      <a:pt x="577441" y="387841"/>
                    </a:cubicBezTo>
                    <a:cubicBezTo>
                      <a:pt x="577441" y="388086"/>
                      <a:pt x="577245" y="388270"/>
                      <a:pt x="577000" y="388270"/>
                    </a:cubicBezTo>
                    <a:close/>
                    <a:moveTo>
                      <a:pt x="568265" y="388221"/>
                    </a:moveTo>
                    <a:lnTo>
                      <a:pt x="565644" y="388221"/>
                    </a:lnTo>
                    <a:cubicBezTo>
                      <a:pt x="565399" y="388208"/>
                      <a:pt x="565203" y="388012"/>
                      <a:pt x="565215" y="387767"/>
                    </a:cubicBezTo>
                    <a:cubicBezTo>
                      <a:pt x="565215" y="387522"/>
                      <a:pt x="565387" y="387327"/>
                      <a:pt x="565656" y="387339"/>
                    </a:cubicBezTo>
                    <a:lnTo>
                      <a:pt x="568278" y="387339"/>
                    </a:lnTo>
                    <a:cubicBezTo>
                      <a:pt x="568523" y="387351"/>
                      <a:pt x="568719" y="387547"/>
                      <a:pt x="568706" y="387792"/>
                    </a:cubicBezTo>
                    <a:cubicBezTo>
                      <a:pt x="568706" y="388037"/>
                      <a:pt x="568510" y="388221"/>
                      <a:pt x="568265" y="388221"/>
                    </a:cubicBezTo>
                    <a:close/>
                    <a:moveTo>
                      <a:pt x="559531" y="388172"/>
                    </a:moveTo>
                    <a:lnTo>
                      <a:pt x="556910" y="388172"/>
                    </a:lnTo>
                    <a:cubicBezTo>
                      <a:pt x="556665" y="388159"/>
                      <a:pt x="556469" y="387963"/>
                      <a:pt x="556481" y="387718"/>
                    </a:cubicBezTo>
                    <a:cubicBezTo>
                      <a:pt x="556481" y="387474"/>
                      <a:pt x="556677" y="387290"/>
                      <a:pt x="556922" y="387290"/>
                    </a:cubicBezTo>
                    <a:lnTo>
                      <a:pt x="559544" y="387290"/>
                    </a:lnTo>
                    <a:cubicBezTo>
                      <a:pt x="559789" y="387302"/>
                      <a:pt x="559985" y="387498"/>
                      <a:pt x="559972" y="387743"/>
                    </a:cubicBezTo>
                    <a:cubicBezTo>
                      <a:pt x="559972" y="387988"/>
                      <a:pt x="559776" y="388172"/>
                      <a:pt x="559531" y="388172"/>
                    </a:cubicBezTo>
                    <a:close/>
                    <a:moveTo>
                      <a:pt x="550797" y="388123"/>
                    </a:moveTo>
                    <a:lnTo>
                      <a:pt x="548176" y="388123"/>
                    </a:lnTo>
                    <a:cubicBezTo>
                      <a:pt x="547931" y="388110"/>
                      <a:pt x="547735" y="387914"/>
                      <a:pt x="547747" y="387669"/>
                    </a:cubicBezTo>
                    <a:cubicBezTo>
                      <a:pt x="547747" y="387424"/>
                      <a:pt x="547943" y="387241"/>
                      <a:pt x="548188" y="387241"/>
                    </a:cubicBezTo>
                    <a:lnTo>
                      <a:pt x="550810" y="387241"/>
                    </a:lnTo>
                    <a:cubicBezTo>
                      <a:pt x="551055" y="387253"/>
                      <a:pt x="551251" y="387449"/>
                      <a:pt x="551238" y="387694"/>
                    </a:cubicBezTo>
                    <a:cubicBezTo>
                      <a:pt x="551238" y="387939"/>
                      <a:pt x="551042" y="388123"/>
                      <a:pt x="550797" y="388123"/>
                    </a:cubicBezTo>
                    <a:close/>
                    <a:moveTo>
                      <a:pt x="542063" y="388074"/>
                    </a:moveTo>
                    <a:lnTo>
                      <a:pt x="539442" y="388074"/>
                    </a:lnTo>
                    <a:cubicBezTo>
                      <a:pt x="539197" y="388061"/>
                      <a:pt x="539001" y="387866"/>
                      <a:pt x="539013" y="387620"/>
                    </a:cubicBezTo>
                    <a:cubicBezTo>
                      <a:pt x="539013" y="387375"/>
                      <a:pt x="539209" y="387192"/>
                      <a:pt x="539454" y="387192"/>
                    </a:cubicBezTo>
                    <a:lnTo>
                      <a:pt x="542075" y="387192"/>
                    </a:lnTo>
                    <a:cubicBezTo>
                      <a:pt x="542320" y="387204"/>
                      <a:pt x="542517" y="387400"/>
                      <a:pt x="542504" y="387645"/>
                    </a:cubicBezTo>
                    <a:cubicBezTo>
                      <a:pt x="542504" y="387890"/>
                      <a:pt x="542308" y="388074"/>
                      <a:pt x="542063" y="388074"/>
                    </a:cubicBezTo>
                    <a:close/>
                    <a:moveTo>
                      <a:pt x="533329" y="388025"/>
                    </a:moveTo>
                    <a:lnTo>
                      <a:pt x="530708" y="388025"/>
                    </a:lnTo>
                    <a:cubicBezTo>
                      <a:pt x="530463" y="388012"/>
                      <a:pt x="530267" y="387816"/>
                      <a:pt x="530279" y="387571"/>
                    </a:cubicBezTo>
                    <a:cubicBezTo>
                      <a:pt x="530279" y="387327"/>
                      <a:pt x="530475" y="387143"/>
                      <a:pt x="530720" y="387143"/>
                    </a:cubicBezTo>
                    <a:lnTo>
                      <a:pt x="533341" y="387143"/>
                    </a:lnTo>
                    <a:cubicBezTo>
                      <a:pt x="533586" y="387155"/>
                      <a:pt x="533782" y="387351"/>
                      <a:pt x="533770" y="387596"/>
                    </a:cubicBezTo>
                    <a:cubicBezTo>
                      <a:pt x="533770" y="387841"/>
                      <a:pt x="533574" y="388025"/>
                      <a:pt x="533329" y="388025"/>
                    </a:cubicBezTo>
                    <a:close/>
                    <a:moveTo>
                      <a:pt x="524595" y="387976"/>
                    </a:moveTo>
                    <a:lnTo>
                      <a:pt x="521974" y="387976"/>
                    </a:lnTo>
                    <a:cubicBezTo>
                      <a:pt x="521729" y="387963"/>
                      <a:pt x="521533" y="387767"/>
                      <a:pt x="521545" y="387522"/>
                    </a:cubicBezTo>
                    <a:cubicBezTo>
                      <a:pt x="521545" y="387277"/>
                      <a:pt x="521778" y="387094"/>
                      <a:pt x="521986" y="387094"/>
                    </a:cubicBezTo>
                    <a:lnTo>
                      <a:pt x="524607" y="387094"/>
                    </a:lnTo>
                    <a:cubicBezTo>
                      <a:pt x="524852" y="387106"/>
                      <a:pt x="525048" y="387302"/>
                      <a:pt x="525036" y="387547"/>
                    </a:cubicBezTo>
                    <a:cubicBezTo>
                      <a:pt x="525036" y="387792"/>
                      <a:pt x="524840" y="387976"/>
                      <a:pt x="524595" y="387976"/>
                    </a:cubicBezTo>
                    <a:close/>
                    <a:moveTo>
                      <a:pt x="515861" y="387927"/>
                    </a:moveTo>
                    <a:lnTo>
                      <a:pt x="513240" y="387927"/>
                    </a:lnTo>
                    <a:cubicBezTo>
                      <a:pt x="512995" y="387914"/>
                      <a:pt x="512799" y="387718"/>
                      <a:pt x="512811" y="387474"/>
                    </a:cubicBezTo>
                    <a:cubicBezTo>
                      <a:pt x="512811" y="387228"/>
                      <a:pt x="513007" y="387045"/>
                      <a:pt x="513252" y="387045"/>
                    </a:cubicBezTo>
                    <a:lnTo>
                      <a:pt x="515873" y="387045"/>
                    </a:lnTo>
                    <a:cubicBezTo>
                      <a:pt x="516118" y="387057"/>
                      <a:pt x="516314" y="387253"/>
                      <a:pt x="516302" y="387498"/>
                    </a:cubicBezTo>
                    <a:cubicBezTo>
                      <a:pt x="516302" y="387743"/>
                      <a:pt x="516106" y="387927"/>
                      <a:pt x="515861" y="387927"/>
                    </a:cubicBezTo>
                    <a:close/>
                    <a:moveTo>
                      <a:pt x="507127" y="387878"/>
                    </a:moveTo>
                    <a:lnTo>
                      <a:pt x="504506" y="387878"/>
                    </a:lnTo>
                    <a:cubicBezTo>
                      <a:pt x="504261" y="387866"/>
                      <a:pt x="504065" y="387669"/>
                      <a:pt x="504077" y="387424"/>
                    </a:cubicBezTo>
                    <a:cubicBezTo>
                      <a:pt x="504077" y="387180"/>
                      <a:pt x="504273" y="386996"/>
                      <a:pt x="504518" y="386996"/>
                    </a:cubicBezTo>
                    <a:lnTo>
                      <a:pt x="507139" y="386996"/>
                    </a:lnTo>
                    <a:cubicBezTo>
                      <a:pt x="507384" y="387008"/>
                      <a:pt x="507580" y="387204"/>
                      <a:pt x="507568" y="387449"/>
                    </a:cubicBezTo>
                    <a:cubicBezTo>
                      <a:pt x="507568" y="387694"/>
                      <a:pt x="507372" y="387878"/>
                      <a:pt x="507127" y="387878"/>
                    </a:cubicBezTo>
                    <a:close/>
                    <a:moveTo>
                      <a:pt x="498393" y="387829"/>
                    </a:moveTo>
                    <a:lnTo>
                      <a:pt x="495771" y="387829"/>
                    </a:lnTo>
                    <a:cubicBezTo>
                      <a:pt x="495526" y="387816"/>
                      <a:pt x="495330" y="387620"/>
                      <a:pt x="495343" y="387375"/>
                    </a:cubicBezTo>
                    <a:cubicBezTo>
                      <a:pt x="495343" y="387130"/>
                      <a:pt x="495539" y="386947"/>
                      <a:pt x="495784" y="386947"/>
                    </a:cubicBezTo>
                    <a:lnTo>
                      <a:pt x="498405" y="386947"/>
                    </a:lnTo>
                    <a:cubicBezTo>
                      <a:pt x="498650" y="386959"/>
                      <a:pt x="498846" y="387155"/>
                      <a:pt x="498834" y="387400"/>
                    </a:cubicBezTo>
                    <a:cubicBezTo>
                      <a:pt x="498834" y="387645"/>
                      <a:pt x="498638" y="387829"/>
                      <a:pt x="498393" y="387829"/>
                    </a:cubicBezTo>
                    <a:close/>
                    <a:moveTo>
                      <a:pt x="489659" y="387780"/>
                    </a:moveTo>
                    <a:lnTo>
                      <a:pt x="487037" y="387780"/>
                    </a:lnTo>
                    <a:cubicBezTo>
                      <a:pt x="486792" y="387767"/>
                      <a:pt x="486596" y="387571"/>
                      <a:pt x="486609" y="387327"/>
                    </a:cubicBezTo>
                    <a:cubicBezTo>
                      <a:pt x="486609" y="387082"/>
                      <a:pt x="486841" y="386861"/>
                      <a:pt x="487050" y="386898"/>
                    </a:cubicBezTo>
                    <a:lnTo>
                      <a:pt x="489671" y="386898"/>
                    </a:lnTo>
                    <a:cubicBezTo>
                      <a:pt x="489916" y="386910"/>
                      <a:pt x="490112" y="387106"/>
                      <a:pt x="490100" y="387351"/>
                    </a:cubicBezTo>
                    <a:cubicBezTo>
                      <a:pt x="490100" y="387596"/>
                      <a:pt x="489904" y="387780"/>
                      <a:pt x="489659" y="387780"/>
                    </a:cubicBezTo>
                    <a:close/>
                    <a:moveTo>
                      <a:pt x="480925" y="387731"/>
                    </a:moveTo>
                    <a:lnTo>
                      <a:pt x="478303" y="387731"/>
                    </a:lnTo>
                    <a:cubicBezTo>
                      <a:pt x="478058" y="387718"/>
                      <a:pt x="477862" y="387522"/>
                      <a:pt x="477875" y="387277"/>
                    </a:cubicBezTo>
                    <a:cubicBezTo>
                      <a:pt x="477875" y="387032"/>
                      <a:pt x="478071" y="386849"/>
                      <a:pt x="478316" y="386849"/>
                    </a:cubicBezTo>
                    <a:lnTo>
                      <a:pt x="480937" y="386849"/>
                    </a:lnTo>
                    <a:cubicBezTo>
                      <a:pt x="481182" y="386861"/>
                      <a:pt x="481378" y="387057"/>
                      <a:pt x="481366" y="387302"/>
                    </a:cubicBezTo>
                    <a:cubicBezTo>
                      <a:pt x="481366" y="387547"/>
                      <a:pt x="481170" y="387731"/>
                      <a:pt x="480925" y="387731"/>
                    </a:cubicBezTo>
                    <a:close/>
                    <a:moveTo>
                      <a:pt x="472191" y="387682"/>
                    </a:moveTo>
                    <a:lnTo>
                      <a:pt x="469569" y="387682"/>
                    </a:lnTo>
                    <a:cubicBezTo>
                      <a:pt x="469324" y="387669"/>
                      <a:pt x="469128" y="387474"/>
                      <a:pt x="469141" y="387228"/>
                    </a:cubicBezTo>
                    <a:cubicBezTo>
                      <a:pt x="469141" y="386983"/>
                      <a:pt x="469337" y="386800"/>
                      <a:pt x="469582" y="386800"/>
                    </a:cubicBezTo>
                    <a:lnTo>
                      <a:pt x="472203" y="386800"/>
                    </a:lnTo>
                    <a:cubicBezTo>
                      <a:pt x="472448" y="386812"/>
                      <a:pt x="472644" y="387008"/>
                      <a:pt x="472632" y="387253"/>
                    </a:cubicBezTo>
                    <a:cubicBezTo>
                      <a:pt x="472632" y="387498"/>
                      <a:pt x="472436" y="387682"/>
                      <a:pt x="472191" y="387682"/>
                    </a:cubicBezTo>
                    <a:close/>
                    <a:moveTo>
                      <a:pt x="463457" y="387633"/>
                    </a:moveTo>
                    <a:lnTo>
                      <a:pt x="460835" y="387633"/>
                    </a:lnTo>
                    <a:cubicBezTo>
                      <a:pt x="460590" y="387620"/>
                      <a:pt x="460394" y="387424"/>
                      <a:pt x="460406" y="387180"/>
                    </a:cubicBezTo>
                    <a:cubicBezTo>
                      <a:pt x="460406" y="386935"/>
                      <a:pt x="460603" y="386751"/>
                      <a:pt x="460847" y="386751"/>
                    </a:cubicBezTo>
                    <a:lnTo>
                      <a:pt x="463469" y="386751"/>
                    </a:lnTo>
                    <a:cubicBezTo>
                      <a:pt x="463714" y="386763"/>
                      <a:pt x="463910" y="386959"/>
                      <a:pt x="463898" y="387204"/>
                    </a:cubicBezTo>
                    <a:cubicBezTo>
                      <a:pt x="463898" y="387449"/>
                      <a:pt x="463702" y="387633"/>
                      <a:pt x="463457" y="387633"/>
                    </a:cubicBezTo>
                    <a:close/>
                    <a:moveTo>
                      <a:pt x="454723" y="387584"/>
                    </a:moveTo>
                    <a:lnTo>
                      <a:pt x="452101" y="387584"/>
                    </a:lnTo>
                    <a:cubicBezTo>
                      <a:pt x="451856" y="387571"/>
                      <a:pt x="451660" y="387375"/>
                      <a:pt x="451672" y="387130"/>
                    </a:cubicBezTo>
                    <a:cubicBezTo>
                      <a:pt x="451672" y="386885"/>
                      <a:pt x="451868" y="386702"/>
                      <a:pt x="452113" y="386702"/>
                    </a:cubicBezTo>
                    <a:lnTo>
                      <a:pt x="454735" y="386702"/>
                    </a:lnTo>
                    <a:cubicBezTo>
                      <a:pt x="454980" y="386714"/>
                      <a:pt x="455176" y="386910"/>
                      <a:pt x="455164" y="387155"/>
                    </a:cubicBezTo>
                    <a:cubicBezTo>
                      <a:pt x="455164" y="387400"/>
                      <a:pt x="454968" y="387584"/>
                      <a:pt x="454723" y="387584"/>
                    </a:cubicBezTo>
                    <a:close/>
                    <a:moveTo>
                      <a:pt x="445989" y="387535"/>
                    </a:moveTo>
                    <a:lnTo>
                      <a:pt x="443367" y="387535"/>
                    </a:lnTo>
                    <a:cubicBezTo>
                      <a:pt x="443122" y="387522"/>
                      <a:pt x="442926" y="387327"/>
                      <a:pt x="442938" y="387082"/>
                    </a:cubicBezTo>
                    <a:cubicBezTo>
                      <a:pt x="442938" y="386836"/>
                      <a:pt x="443134" y="386653"/>
                      <a:pt x="443379" y="386653"/>
                    </a:cubicBezTo>
                    <a:lnTo>
                      <a:pt x="446001" y="386653"/>
                    </a:lnTo>
                    <a:cubicBezTo>
                      <a:pt x="446246" y="386665"/>
                      <a:pt x="446442" y="386861"/>
                      <a:pt x="446430" y="387106"/>
                    </a:cubicBezTo>
                    <a:cubicBezTo>
                      <a:pt x="446430" y="387351"/>
                      <a:pt x="446234" y="387535"/>
                      <a:pt x="445989" y="387535"/>
                    </a:cubicBezTo>
                    <a:close/>
                    <a:moveTo>
                      <a:pt x="437255" y="387486"/>
                    </a:moveTo>
                    <a:lnTo>
                      <a:pt x="434633" y="387486"/>
                    </a:lnTo>
                    <a:cubicBezTo>
                      <a:pt x="434388" y="387474"/>
                      <a:pt x="434192" y="387277"/>
                      <a:pt x="434204" y="387032"/>
                    </a:cubicBezTo>
                    <a:cubicBezTo>
                      <a:pt x="434204" y="386788"/>
                      <a:pt x="434400" y="386604"/>
                      <a:pt x="434645" y="386604"/>
                    </a:cubicBezTo>
                    <a:lnTo>
                      <a:pt x="437267" y="386604"/>
                    </a:lnTo>
                    <a:cubicBezTo>
                      <a:pt x="437512" y="386616"/>
                      <a:pt x="437708" y="386812"/>
                      <a:pt x="437695" y="387057"/>
                    </a:cubicBezTo>
                    <a:cubicBezTo>
                      <a:pt x="437695" y="387302"/>
                      <a:pt x="437499" y="387486"/>
                      <a:pt x="437255" y="387486"/>
                    </a:cubicBezTo>
                    <a:close/>
                    <a:moveTo>
                      <a:pt x="428520" y="387437"/>
                    </a:moveTo>
                    <a:lnTo>
                      <a:pt x="425899" y="387437"/>
                    </a:lnTo>
                    <a:cubicBezTo>
                      <a:pt x="425654" y="387424"/>
                      <a:pt x="425458" y="387228"/>
                      <a:pt x="425470" y="386983"/>
                    </a:cubicBezTo>
                    <a:cubicBezTo>
                      <a:pt x="425470" y="386738"/>
                      <a:pt x="425666" y="386555"/>
                      <a:pt x="425911" y="386555"/>
                    </a:cubicBezTo>
                    <a:lnTo>
                      <a:pt x="428533" y="386555"/>
                    </a:lnTo>
                    <a:cubicBezTo>
                      <a:pt x="428778" y="386567"/>
                      <a:pt x="428974" y="386763"/>
                      <a:pt x="428961" y="387008"/>
                    </a:cubicBezTo>
                    <a:cubicBezTo>
                      <a:pt x="428961" y="387253"/>
                      <a:pt x="428765" y="387437"/>
                      <a:pt x="428520" y="387437"/>
                    </a:cubicBezTo>
                    <a:close/>
                    <a:moveTo>
                      <a:pt x="419786" y="387388"/>
                    </a:moveTo>
                    <a:lnTo>
                      <a:pt x="417165" y="387388"/>
                    </a:lnTo>
                    <a:cubicBezTo>
                      <a:pt x="416920" y="387375"/>
                      <a:pt x="416724" y="387180"/>
                      <a:pt x="416736" y="386935"/>
                    </a:cubicBezTo>
                    <a:cubicBezTo>
                      <a:pt x="416736" y="386690"/>
                      <a:pt x="416932" y="386506"/>
                      <a:pt x="417177" y="386506"/>
                    </a:cubicBezTo>
                    <a:lnTo>
                      <a:pt x="419799" y="386506"/>
                    </a:lnTo>
                    <a:cubicBezTo>
                      <a:pt x="420044" y="386518"/>
                      <a:pt x="420240" y="386714"/>
                      <a:pt x="420227" y="386959"/>
                    </a:cubicBezTo>
                    <a:cubicBezTo>
                      <a:pt x="420227" y="387204"/>
                      <a:pt x="420031" y="387388"/>
                      <a:pt x="419786" y="387388"/>
                    </a:cubicBezTo>
                    <a:close/>
                    <a:moveTo>
                      <a:pt x="411052" y="387339"/>
                    </a:moveTo>
                    <a:lnTo>
                      <a:pt x="408431" y="387339"/>
                    </a:lnTo>
                    <a:cubicBezTo>
                      <a:pt x="408186" y="387327"/>
                      <a:pt x="407990" y="387130"/>
                      <a:pt x="408002" y="386885"/>
                    </a:cubicBezTo>
                    <a:cubicBezTo>
                      <a:pt x="408002" y="386641"/>
                      <a:pt x="408198" y="386457"/>
                      <a:pt x="408443" y="386457"/>
                    </a:cubicBezTo>
                    <a:lnTo>
                      <a:pt x="411065" y="386457"/>
                    </a:lnTo>
                    <a:cubicBezTo>
                      <a:pt x="411309" y="386469"/>
                      <a:pt x="411506" y="386665"/>
                      <a:pt x="411493" y="386910"/>
                    </a:cubicBezTo>
                    <a:cubicBezTo>
                      <a:pt x="411493" y="387155"/>
                      <a:pt x="411297" y="387339"/>
                      <a:pt x="411052" y="387339"/>
                    </a:cubicBezTo>
                    <a:close/>
                    <a:moveTo>
                      <a:pt x="402318" y="387290"/>
                    </a:moveTo>
                    <a:lnTo>
                      <a:pt x="399697" y="387290"/>
                    </a:lnTo>
                    <a:cubicBezTo>
                      <a:pt x="399452" y="387277"/>
                      <a:pt x="399256" y="387082"/>
                      <a:pt x="399268" y="386836"/>
                    </a:cubicBezTo>
                    <a:cubicBezTo>
                      <a:pt x="399268" y="386591"/>
                      <a:pt x="399489" y="386408"/>
                      <a:pt x="399709" y="386408"/>
                    </a:cubicBezTo>
                    <a:lnTo>
                      <a:pt x="402330" y="386408"/>
                    </a:lnTo>
                    <a:cubicBezTo>
                      <a:pt x="402576" y="386420"/>
                      <a:pt x="402771" y="386616"/>
                      <a:pt x="402759" y="386861"/>
                    </a:cubicBezTo>
                    <a:cubicBezTo>
                      <a:pt x="402759" y="387106"/>
                      <a:pt x="402563" y="387290"/>
                      <a:pt x="402318" y="387290"/>
                    </a:cubicBezTo>
                    <a:close/>
                    <a:moveTo>
                      <a:pt x="393584" y="387241"/>
                    </a:moveTo>
                    <a:lnTo>
                      <a:pt x="390963" y="387241"/>
                    </a:lnTo>
                    <a:cubicBezTo>
                      <a:pt x="390718" y="387228"/>
                      <a:pt x="390522" y="387032"/>
                      <a:pt x="390534" y="386788"/>
                    </a:cubicBezTo>
                    <a:cubicBezTo>
                      <a:pt x="390534" y="386543"/>
                      <a:pt x="390730" y="386359"/>
                      <a:pt x="390975" y="386359"/>
                    </a:cubicBezTo>
                    <a:lnTo>
                      <a:pt x="393596" y="386359"/>
                    </a:lnTo>
                    <a:cubicBezTo>
                      <a:pt x="393841" y="386371"/>
                      <a:pt x="394037" y="386567"/>
                      <a:pt x="394025" y="386812"/>
                    </a:cubicBezTo>
                    <a:cubicBezTo>
                      <a:pt x="394025" y="387057"/>
                      <a:pt x="393829" y="387241"/>
                      <a:pt x="393584" y="387241"/>
                    </a:cubicBezTo>
                    <a:close/>
                    <a:moveTo>
                      <a:pt x="384850" y="387192"/>
                    </a:moveTo>
                    <a:lnTo>
                      <a:pt x="382229" y="387192"/>
                    </a:lnTo>
                    <a:cubicBezTo>
                      <a:pt x="381984" y="387180"/>
                      <a:pt x="381788" y="386983"/>
                      <a:pt x="381800" y="386738"/>
                    </a:cubicBezTo>
                    <a:cubicBezTo>
                      <a:pt x="381800" y="386493"/>
                      <a:pt x="381996" y="386310"/>
                      <a:pt x="382241" y="386310"/>
                    </a:cubicBezTo>
                    <a:lnTo>
                      <a:pt x="384862" y="386310"/>
                    </a:lnTo>
                    <a:cubicBezTo>
                      <a:pt x="385107" y="386322"/>
                      <a:pt x="385303" y="386518"/>
                      <a:pt x="385291" y="386763"/>
                    </a:cubicBezTo>
                    <a:cubicBezTo>
                      <a:pt x="385291" y="387008"/>
                      <a:pt x="385095" y="387192"/>
                      <a:pt x="384850" y="387192"/>
                    </a:cubicBezTo>
                    <a:close/>
                    <a:moveTo>
                      <a:pt x="376116" y="387143"/>
                    </a:moveTo>
                    <a:lnTo>
                      <a:pt x="373495" y="387143"/>
                    </a:lnTo>
                    <a:cubicBezTo>
                      <a:pt x="373250" y="387130"/>
                      <a:pt x="373054" y="386935"/>
                      <a:pt x="373066" y="386690"/>
                    </a:cubicBezTo>
                    <a:cubicBezTo>
                      <a:pt x="373066" y="386444"/>
                      <a:pt x="373262" y="386261"/>
                      <a:pt x="373507" y="386261"/>
                    </a:cubicBezTo>
                    <a:lnTo>
                      <a:pt x="376128" y="386261"/>
                    </a:lnTo>
                    <a:cubicBezTo>
                      <a:pt x="376373" y="386273"/>
                      <a:pt x="376569" y="386469"/>
                      <a:pt x="376557" y="386714"/>
                    </a:cubicBezTo>
                    <a:cubicBezTo>
                      <a:pt x="376557" y="386959"/>
                      <a:pt x="376361" y="387143"/>
                      <a:pt x="376116" y="387143"/>
                    </a:cubicBezTo>
                    <a:close/>
                    <a:moveTo>
                      <a:pt x="367382" y="387094"/>
                    </a:moveTo>
                    <a:lnTo>
                      <a:pt x="364760" y="387094"/>
                    </a:lnTo>
                    <a:cubicBezTo>
                      <a:pt x="364516" y="387082"/>
                      <a:pt x="364320" y="386885"/>
                      <a:pt x="364332" y="386641"/>
                    </a:cubicBezTo>
                    <a:cubicBezTo>
                      <a:pt x="364332" y="386396"/>
                      <a:pt x="364552" y="386175"/>
                      <a:pt x="364773" y="386212"/>
                    </a:cubicBezTo>
                    <a:lnTo>
                      <a:pt x="367394" y="386212"/>
                    </a:lnTo>
                    <a:cubicBezTo>
                      <a:pt x="367639" y="386224"/>
                      <a:pt x="367835" y="386420"/>
                      <a:pt x="367823" y="386665"/>
                    </a:cubicBezTo>
                    <a:cubicBezTo>
                      <a:pt x="367823" y="386910"/>
                      <a:pt x="367627" y="387094"/>
                      <a:pt x="367382" y="387094"/>
                    </a:cubicBezTo>
                    <a:close/>
                    <a:moveTo>
                      <a:pt x="358648" y="387045"/>
                    </a:moveTo>
                    <a:lnTo>
                      <a:pt x="356026" y="387045"/>
                    </a:lnTo>
                    <a:cubicBezTo>
                      <a:pt x="355781" y="387032"/>
                      <a:pt x="355585" y="386836"/>
                      <a:pt x="355598" y="386591"/>
                    </a:cubicBezTo>
                    <a:cubicBezTo>
                      <a:pt x="355598" y="386346"/>
                      <a:pt x="355794" y="386163"/>
                      <a:pt x="356039" y="386163"/>
                    </a:cubicBezTo>
                    <a:lnTo>
                      <a:pt x="358660" y="386163"/>
                    </a:lnTo>
                    <a:cubicBezTo>
                      <a:pt x="358905" y="386175"/>
                      <a:pt x="359101" y="386371"/>
                      <a:pt x="359089" y="386616"/>
                    </a:cubicBezTo>
                    <a:cubicBezTo>
                      <a:pt x="359089" y="386861"/>
                      <a:pt x="358893" y="387045"/>
                      <a:pt x="358648" y="387045"/>
                    </a:cubicBezTo>
                    <a:close/>
                    <a:moveTo>
                      <a:pt x="349914" y="386996"/>
                    </a:moveTo>
                    <a:lnTo>
                      <a:pt x="347292" y="386996"/>
                    </a:lnTo>
                    <a:cubicBezTo>
                      <a:pt x="347047" y="386983"/>
                      <a:pt x="346851" y="386788"/>
                      <a:pt x="346864" y="386543"/>
                    </a:cubicBezTo>
                    <a:cubicBezTo>
                      <a:pt x="346864" y="386297"/>
                      <a:pt x="347060" y="386114"/>
                      <a:pt x="347305" y="386114"/>
                    </a:cubicBezTo>
                    <a:lnTo>
                      <a:pt x="349926" y="386114"/>
                    </a:lnTo>
                    <a:cubicBezTo>
                      <a:pt x="350171" y="386126"/>
                      <a:pt x="350367" y="386322"/>
                      <a:pt x="350355" y="386567"/>
                    </a:cubicBezTo>
                    <a:cubicBezTo>
                      <a:pt x="350355" y="386812"/>
                      <a:pt x="350159" y="386996"/>
                      <a:pt x="349914" y="386996"/>
                    </a:cubicBezTo>
                    <a:close/>
                    <a:moveTo>
                      <a:pt x="341180" y="386947"/>
                    </a:moveTo>
                    <a:lnTo>
                      <a:pt x="338558" y="386947"/>
                    </a:lnTo>
                    <a:cubicBezTo>
                      <a:pt x="338313" y="386935"/>
                      <a:pt x="338117" y="386738"/>
                      <a:pt x="338130" y="386493"/>
                    </a:cubicBezTo>
                    <a:cubicBezTo>
                      <a:pt x="338130" y="386249"/>
                      <a:pt x="338326" y="386065"/>
                      <a:pt x="338571" y="386065"/>
                    </a:cubicBezTo>
                    <a:lnTo>
                      <a:pt x="341192" y="386065"/>
                    </a:lnTo>
                    <a:cubicBezTo>
                      <a:pt x="341437" y="386077"/>
                      <a:pt x="341633" y="386273"/>
                      <a:pt x="341621" y="386518"/>
                    </a:cubicBezTo>
                    <a:cubicBezTo>
                      <a:pt x="341621" y="386763"/>
                      <a:pt x="341425" y="386947"/>
                      <a:pt x="341180" y="386947"/>
                    </a:cubicBezTo>
                    <a:close/>
                    <a:moveTo>
                      <a:pt x="332446" y="386898"/>
                    </a:moveTo>
                    <a:lnTo>
                      <a:pt x="329824" y="386898"/>
                    </a:lnTo>
                    <a:cubicBezTo>
                      <a:pt x="329579" y="386885"/>
                      <a:pt x="329383" y="386690"/>
                      <a:pt x="329395" y="386444"/>
                    </a:cubicBezTo>
                    <a:cubicBezTo>
                      <a:pt x="329395" y="386199"/>
                      <a:pt x="329592" y="386016"/>
                      <a:pt x="329837" y="386016"/>
                    </a:cubicBezTo>
                    <a:lnTo>
                      <a:pt x="332458" y="386016"/>
                    </a:lnTo>
                    <a:cubicBezTo>
                      <a:pt x="332703" y="386028"/>
                      <a:pt x="332899" y="386224"/>
                      <a:pt x="332887" y="386469"/>
                    </a:cubicBezTo>
                    <a:cubicBezTo>
                      <a:pt x="332887" y="386714"/>
                      <a:pt x="332691" y="386898"/>
                      <a:pt x="332446" y="386898"/>
                    </a:cubicBezTo>
                    <a:close/>
                    <a:moveTo>
                      <a:pt x="323712" y="386849"/>
                    </a:moveTo>
                    <a:lnTo>
                      <a:pt x="321090" y="386849"/>
                    </a:lnTo>
                    <a:cubicBezTo>
                      <a:pt x="320845" y="386836"/>
                      <a:pt x="320649" y="386641"/>
                      <a:pt x="320661" y="386396"/>
                    </a:cubicBezTo>
                    <a:cubicBezTo>
                      <a:pt x="320661" y="386151"/>
                      <a:pt x="320857" y="385967"/>
                      <a:pt x="321102" y="385967"/>
                    </a:cubicBezTo>
                    <a:lnTo>
                      <a:pt x="323724" y="385967"/>
                    </a:lnTo>
                    <a:cubicBezTo>
                      <a:pt x="323969" y="385979"/>
                      <a:pt x="324165" y="386175"/>
                      <a:pt x="324153" y="386420"/>
                    </a:cubicBezTo>
                    <a:cubicBezTo>
                      <a:pt x="324153" y="386665"/>
                      <a:pt x="323957" y="386849"/>
                      <a:pt x="323712" y="386849"/>
                    </a:cubicBezTo>
                    <a:close/>
                    <a:moveTo>
                      <a:pt x="314978" y="386800"/>
                    </a:moveTo>
                    <a:lnTo>
                      <a:pt x="312356" y="386800"/>
                    </a:lnTo>
                    <a:cubicBezTo>
                      <a:pt x="312111" y="386788"/>
                      <a:pt x="311915" y="386591"/>
                      <a:pt x="311927" y="386346"/>
                    </a:cubicBezTo>
                    <a:cubicBezTo>
                      <a:pt x="311927" y="386102"/>
                      <a:pt x="312148" y="385955"/>
                      <a:pt x="312368" y="385918"/>
                    </a:cubicBezTo>
                    <a:lnTo>
                      <a:pt x="314990" y="385918"/>
                    </a:lnTo>
                    <a:cubicBezTo>
                      <a:pt x="315235" y="385930"/>
                      <a:pt x="315431" y="386126"/>
                      <a:pt x="315419" y="386371"/>
                    </a:cubicBezTo>
                    <a:cubicBezTo>
                      <a:pt x="315419" y="386616"/>
                      <a:pt x="315223" y="386800"/>
                      <a:pt x="314978" y="386800"/>
                    </a:cubicBezTo>
                    <a:close/>
                    <a:moveTo>
                      <a:pt x="306244" y="386751"/>
                    </a:moveTo>
                    <a:lnTo>
                      <a:pt x="303622" y="386751"/>
                    </a:lnTo>
                    <a:cubicBezTo>
                      <a:pt x="303377" y="386738"/>
                      <a:pt x="303181" y="386543"/>
                      <a:pt x="303193" y="386297"/>
                    </a:cubicBezTo>
                    <a:cubicBezTo>
                      <a:pt x="303193" y="386052"/>
                      <a:pt x="303389" y="385869"/>
                      <a:pt x="303634" y="385869"/>
                    </a:cubicBezTo>
                    <a:lnTo>
                      <a:pt x="306256" y="385869"/>
                    </a:lnTo>
                    <a:cubicBezTo>
                      <a:pt x="306501" y="385881"/>
                      <a:pt x="306697" y="386077"/>
                      <a:pt x="306684" y="386322"/>
                    </a:cubicBezTo>
                    <a:cubicBezTo>
                      <a:pt x="306684" y="386567"/>
                      <a:pt x="306489" y="386751"/>
                      <a:pt x="306244" y="386751"/>
                    </a:cubicBezTo>
                    <a:close/>
                    <a:moveTo>
                      <a:pt x="297509" y="386702"/>
                    </a:moveTo>
                    <a:lnTo>
                      <a:pt x="294888" y="386702"/>
                    </a:lnTo>
                    <a:cubicBezTo>
                      <a:pt x="294643" y="386690"/>
                      <a:pt x="294447" y="386493"/>
                      <a:pt x="294459" y="386249"/>
                    </a:cubicBezTo>
                    <a:cubicBezTo>
                      <a:pt x="294459" y="386004"/>
                      <a:pt x="294655" y="385820"/>
                      <a:pt x="294900" y="385820"/>
                    </a:cubicBezTo>
                    <a:lnTo>
                      <a:pt x="297522" y="385820"/>
                    </a:lnTo>
                    <a:cubicBezTo>
                      <a:pt x="297767" y="385832"/>
                      <a:pt x="297963" y="386028"/>
                      <a:pt x="297950" y="386273"/>
                    </a:cubicBezTo>
                    <a:cubicBezTo>
                      <a:pt x="297950" y="386518"/>
                      <a:pt x="297754" y="386702"/>
                      <a:pt x="297509" y="386702"/>
                    </a:cubicBezTo>
                    <a:close/>
                    <a:moveTo>
                      <a:pt x="288775" y="386653"/>
                    </a:moveTo>
                    <a:lnTo>
                      <a:pt x="286154" y="386653"/>
                    </a:lnTo>
                    <a:cubicBezTo>
                      <a:pt x="285909" y="386641"/>
                      <a:pt x="285713" y="386444"/>
                      <a:pt x="285725" y="386199"/>
                    </a:cubicBezTo>
                    <a:cubicBezTo>
                      <a:pt x="285725" y="385955"/>
                      <a:pt x="285921" y="385771"/>
                      <a:pt x="286166" y="385771"/>
                    </a:cubicBezTo>
                    <a:lnTo>
                      <a:pt x="288788" y="385771"/>
                    </a:lnTo>
                    <a:cubicBezTo>
                      <a:pt x="289033" y="385783"/>
                      <a:pt x="289229" y="385979"/>
                      <a:pt x="289216" y="386224"/>
                    </a:cubicBezTo>
                    <a:cubicBezTo>
                      <a:pt x="289216" y="386469"/>
                      <a:pt x="289020" y="386653"/>
                      <a:pt x="288775" y="386653"/>
                    </a:cubicBezTo>
                    <a:close/>
                    <a:moveTo>
                      <a:pt x="280041" y="386604"/>
                    </a:moveTo>
                    <a:lnTo>
                      <a:pt x="277420" y="386604"/>
                    </a:lnTo>
                    <a:cubicBezTo>
                      <a:pt x="277175" y="386591"/>
                      <a:pt x="276979" y="386396"/>
                      <a:pt x="276991" y="386151"/>
                    </a:cubicBezTo>
                    <a:cubicBezTo>
                      <a:pt x="276991" y="385905"/>
                      <a:pt x="277212" y="385722"/>
                      <a:pt x="277432" y="385722"/>
                    </a:cubicBezTo>
                    <a:lnTo>
                      <a:pt x="280054" y="385722"/>
                    </a:lnTo>
                    <a:cubicBezTo>
                      <a:pt x="280299" y="385734"/>
                      <a:pt x="280495" y="385930"/>
                      <a:pt x="280482" y="386175"/>
                    </a:cubicBezTo>
                    <a:cubicBezTo>
                      <a:pt x="280482" y="386420"/>
                      <a:pt x="280286" y="386604"/>
                      <a:pt x="280041" y="386604"/>
                    </a:cubicBezTo>
                    <a:close/>
                    <a:moveTo>
                      <a:pt x="271307" y="386555"/>
                    </a:moveTo>
                    <a:lnTo>
                      <a:pt x="268686" y="386555"/>
                    </a:lnTo>
                    <a:cubicBezTo>
                      <a:pt x="268441" y="386543"/>
                      <a:pt x="268245" y="386346"/>
                      <a:pt x="268257" y="386102"/>
                    </a:cubicBezTo>
                    <a:cubicBezTo>
                      <a:pt x="268257" y="385857"/>
                      <a:pt x="268453" y="385673"/>
                      <a:pt x="268698" y="385673"/>
                    </a:cubicBezTo>
                    <a:lnTo>
                      <a:pt x="271320" y="385673"/>
                    </a:lnTo>
                    <a:cubicBezTo>
                      <a:pt x="271565" y="385685"/>
                      <a:pt x="271760" y="385881"/>
                      <a:pt x="271748" y="386126"/>
                    </a:cubicBezTo>
                    <a:cubicBezTo>
                      <a:pt x="271748" y="386371"/>
                      <a:pt x="271552" y="386555"/>
                      <a:pt x="271307" y="386555"/>
                    </a:cubicBezTo>
                    <a:close/>
                    <a:moveTo>
                      <a:pt x="262573" y="386506"/>
                    </a:moveTo>
                    <a:lnTo>
                      <a:pt x="259952" y="386506"/>
                    </a:lnTo>
                    <a:cubicBezTo>
                      <a:pt x="259707" y="386493"/>
                      <a:pt x="259511" y="386297"/>
                      <a:pt x="259523" y="386052"/>
                    </a:cubicBezTo>
                    <a:cubicBezTo>
                      <a:pt x="259523" y="385807"/>
                      <a:pt x="259719" y="385624"/>
                      <a:pt x="259964" y="385624"/>
                    </a:cubicBezTo>
                    <a:lnTo>
                      <a:pt x="262585" y="385624"/>
                    </a:lnTo>
                    <a:cubicBezTo>
                      <a:pt x="262830" y="385636"/>
                      <a:pt x="263026" y="385832"/>
                      <a:pt x="263014" y="386077"/>
                    </a:cubicBezTo>
                    <a:cubicBezTo>
                      <a:pt x="263014" y="386322"/>
                      <a:pt x="262818" y="386506"/>
                      <a:pt x="262573" y="386506"/>
                    </a:cubicBezTo>
                    <a:close/>
                    <a:moveTo>
                      <a:pt x="253839" y="386457"/>
                    </a:moveTo>
                    <a:lnTo>
                      <a:pt x="251218" y="386457"/>
                    </a:lnTo>
                    <a:cubicBezTo>
                      <a:pt x="250973" y="386444"/>
                      <a:pt x="250777" y="386249"/>
                      <a:pt x="250789" y="386004"/>
                    </a:cubicBezTo>
                    <a:cubicBezTo>
                      <a:pt x="250789" y="385759"/>
                      <a:pt x="250985" y="385575"/>
                      <a:pt x="251230" y="385575"/>
                    </a:cubicBezTo>
                    <a:lnTo>
                      <a:pt x="253851" y="385575"/>
                    </a:lnTo>
                    <a:cubicBezTo>
                      <a:pt x="254096" y="385587"/>
                      <a:pt x="254292" y="385783"/>
                      <a:pt x="254280" y="386028"/>
                    </a:cubicBezTo>
                    <a:cubicBezTo>
                      <a:pt x="254280" y="386273"/>
                      <a:pt x="254084" y="386457"/>
                      <a:pt x="253839" y="386457"/>
                    </a:cubicBezTo>
                    <a:close/>
                    <a:moveTo>
                      <a:pt x="245105" y="386408"/>
                    </a:moveTo>
                    <a:lnTo>
                      <a:pt x="242484" y="386408"/>
                    </a:lnTo>
                    <a:cubicBezTo>
                      <a:pt x="242239" y="386396"/>
                      <a:pt x="242043" y="386199"/>
                      <a:pt x="242055" y="385955"/>
                    </a:cubicBezTo>
                    <a:cubicBezTo>
                      <a:pt x="242055" y="385710"/>
                      <a:pt x="242263" y="385489"/>
                      <a:pt x="242496" y="385526"/>
                    </a:cubicBezTo>
                    <a:lnTo>
                      <a:pt x="245117" y="385526"/>
                    </a:lnTo>
                    <a:cubicBezTo>
                      <a:pt x="245362" y="385538"/>
                      <a:pt x="245558" y="385734"/>
                      <a:pt x="245546" y="385979"/>
                    </a:cubicBezTo>
                    <a:cubicBezTo>
                      <a:pt x="245546" y="386224"/>
                      <a:pt x="245350" y="386408"/>
                      <a:pt x="245105" y="386408"/>
                    </a:cubicBezTo>
                    <a:close/>
                    <a:moveTo>
                      <a:pt x="236371" y="386359"/>
                    </a:moveTo>
                    <a:lnTo>
                      <a:pt x="233750" y="386359"/>
                    </a:lnTo>
                    <a:cubicBezTo>
                      <a:pt x="233505" y="386346"/>
                      <a:pt x="233309" y="386151"/>
                      <a:pt x="233321" y="385905"/>
                    </a:cubicBezTo>
                    <a:cubicBezTo>
                      <a:pt x="233321" y="385660"/>
                      <a:pt x="233517" y="385477"/>
                      <a:pt x="233762" y="385477"/>
                    </a:cubicBezTo>
                    <a:lnTo>
                      <a:pt x="236383" y="385477"/>
                    </a:lnTo>
                    <a:cubicBezTo>
                      <a:pt x="236628" y="385489"/>
                      <a:pt x="236824" y="385685"/>
                      <a:pt x="236812" y="385930"/>
                    </a:cubicBezTo>
                    <a:cubicBezTo>
                      <a:pt x="236812" y="386175"/>
                      <a:pt x="236616" y="386359"/>
                      <a:pt x="236371" y="386359"/>
                    </a:cubicBezTo>
                    <a:close/>
                    <a:moveTo>
                      <a:pt x="227637" y="386310"/>
                    </a:moveTo>
                    <a:lnTo>
                      <a:pt x="225015" y="386310"/>
                    </a:lnTo>
                    <a:cubicBezTo>
                      <a:pt x="224770" y="386297"/>
                      <a:pt x="224574" y="386102"/>
                      <a:pt x="224587" y="385857"/>
                    </a:cubicBezTo>
                    <a:cubicBezTo>
                      <a:pt x="224587" y="385612"/>
                      <a:pt x="224783" y="385428"/>
                      <a:pt x="225028" y="385428"/>
                    </a:cubicBezTo>
                    <a:lnTo>
                      <a:pt x="227649" y="385428"/>
                    </a:lnTo>
                    <a:cubicBezTo>
                      <a:pt x="227894" y="385440"/>
                      <a:pt x="228090" y="385636"/>
                      <a:pt x="228078" y="385881"/>
                    </a:cubicBezTo>
                    <a:cubicBezTo>
                      <a:pt x="228078" y="386126"/>
                      <a:pt x="227882" y="386310"/>
                      <a:pt x="227637" y="386310"/>
                    </a:cubicBezTo>
                    <a:close/>
                    <a:moveTo>
                      <a:pt x="827666" y="386310"/>
                    </a:moveTo>
                    <a:cubicBezTo>
                      <a:pt x="827482" y="386310"/>
                      <a:pt x="827311" y="386187"/>
                      <a:pt x="827249" y="386004"/>
                    </a:cubicBezTo>
                    <a:cubicBezTo>
                      <a:pt x="827176" y="385771"/>
                      <a:pt x="827298" y="385526"/>
                      <a:pt x="827531" y="385452"/>
                    </a:cubicBezTo>
                    <a:cubicBezTo>
                      <a:pt x="828364" y="385183"/>
                      <a:pt x="829185" y="384901"/>
                      <a:pt x="829993" y="384595"/>
                    </a:cubicBezTo>
                    <a:cubicBezTo>
                      <a:pt x="830214" y="384509"/>
                      <a:pt x="830471" y="384632"/>
                      <a:pt x="830557" y="384852"/>
                    </a:cubicBezTo>
                    <a:cubicBezTo>
                      <a:pt x="830643" y="385073"/>
                      <a:pt x="830520" y="385330"/>
                      <a:pt x="830300" y="385416"/>
                    </a:cubicBezTo>
                    <a:cubicBezTo>
                      <a:pt x="829479" y="385722"/>
                      <a:pt x="828646" y="386016"/>
                      <a:pt x="827801" y="386285"/>
                    </a:cubicBezTo>
                    <a:cubicBezTo>
                      <a:pt x="827752" y="386297"/>
                      <a:pt x="827715" y="386310"/>
                      <a:pt x="827666" y="386310"/>
                    </a:cubicBezTo>
                    <a:close/>
                    <a:moveTo>
                      <a:pt x="218903" y="386261"/>
                    </a:moveTo>
                    <a:lnTo>
                      <a:pt x="216281" y="386261"/>
                    </a:lnTo>
                    <a:cubicBezTo>
                      <a:pt x="216036" y="386249"/>
                      <a:pt x="215840" y="386052"/>
                      <a:pt x="215853" y="385807"/>
                    </a:cubicBezTo>
                    <a:cubicBezTo>
                      <a:pt x="215853" y="385563"/>
                      <a:pt x="216049" y="385379"/>
                      <a:pt x="216294" y="385379"/>
                    </a:cubicBezTo>
                    <a:lnTo>
                      <a:pt x="218915" y="385379"/>
                    </a:lnTo>
                    <a:cubicBezTo>
                      <a:pt x="219160" y="385391"/>
                      <a:pt x="219356" y="385587"/>
                      <a:pt x="219344" y="385832"/>
                    </a:cubicBezTo>
                    <a:cubicBezTo>
                      <a:pt x="219344" y="386077"/>
                      <a:pt x="219148" y="386261"/>
                      <a:pt x="218903" y="386261"/>
                    </a:cubicBezTo>
                    <a:close/>
                    <a:moveTo>
                      <a:pt x="210169" y="386212"/>
                    </a:moveTo>
                    <a:lnTo>
                      <a:pt x="207547" y="386212"/>
                    </a:lnTo>
                    <a:cubicBezTo>
                      <a:pt x="207302" y="386199"/>
                      <a:pt x="207106" y="386004"/>
                      <a:pt x="207119" y="385759"/>
                    </a:cubicBezTo>
                    <a:cubicBezTo>
                      <a:pt x="207119" y="385513"/>
                      <a:pt x="207315" y="385330"/>
                      <a:pt x="207560" y="385330"/>
                    </a:cubicBezTo>
                    <a:lnTo>
                      <a:pt x="210181" y="385330"/>
                    </a:lnTo>
                    <a:cubicBezTo>
                      <a:pt x="210426" y="385342"/>
                      <a:pt x="210622" y="385538"/>
                      <a:pt x="210610" y="385783"/>
                    </a:cubicBezTo>
                    <a:cubicBezTo>
                      <a:pt x="210610" y="386028"/>
                      <a:pt x="210414" y="386212"/>
                      <a:pt x="210169" y="386212"/>
                    </a:cubicBezTo>
                    <a:close/>
                    <a:moveTo>
                      <a:pt x="201435" y="386163"/>
                    </a:moveTo>
                    <a:lnTo>
                      <a:pt x="198813" y="386163"/>
                    </a:lnTo>
                    <a:cubicBezTo>
                      <a:pt x="198568" y="386151"/>
                      <a:pt x="198372" y="385955"/>
                      <a:pt x="198385" y="385710"/>
                    </a:cubicBezTo>
                    <a:cubicBezTo>
                      <a:pt x="198385" y="385465"/>
                      <a:pt x="198581" y="385281"/>
                      <a:pt x="198826" y="385281"/>
                    </a:cubicBezTo>
                    <a:lnTo>
                      <a:pt x="201447" y="385281"/>
                    </a:lnTo>
                    <a:cubicBezTo>
                      <a:pt x="201692" y="385293"/>
                      <a:pt x="201888" y="385489"/>
                      <a:pt x="201876" y="385734"/>
                    </a:cubicBezTo>
                    <a:cubicBezTo>
                      <a:pt x="201876" y="385979"/>
                      <a:pt x="201680" y="386163"/>
                      <a:pt x="201435" y="386163"/>
                    </a:cubicBezTo>
                    <a:close/>
                    <a:moveTo>
                      <a:pt x="192701" y="386114"/>
                    </a:moveTo>
                    <a:lnTo>
                      <a:pt x="190079" y="386114"/>
                    </a:lnTo>
                    <a:cubicBezTo>
                      <a:pt x="189834" y="386102"/>
                      <a:pt x="189638" y="385905"/>
                      <a:pt x="189650" y="385660"/>
                    </a:cubicBezTo>
                    <a:cubicBezTo>
                      <a:pt x="189650" y="385416"/>
                      <a:pt x="189859" y="385256"/>
                      <a:pt x="190091" y="385232"/>
                    </a:cubicBezTo>
                    <a:lnTo>
                      <a:pt x="192713" y="385232"/>
                    </a:lnTo>
                    <a:cubicBezTo>
                      <a:pt x="192958" y="385244"/>
                      <a:pt x="193154" y="385440"/>
                      <a:pt x="193142" y="385685"/>
                    </a:cubicBezTo>
                    <a:cubicBezTo>
                      <a:pt x="193142" y="385930"/>
                      <a:pt x="192946" y="386114"/>
                      <a:pt x="192701" y="386114"/>
                    </a:cubicBezTo>
                    <a:close/>
                    <a:moveTo>
                      <a:pt x="183967" y="386065"/>
                    </a:moveTo>
                    <a:lnTo>
                      <a:pt x="181345" y="386065"/>
                    </a:lnTo>
                    <a:cubicBezTo>
                      <a:pt x="181100" y="386052"/>
                      <a:pt x="180904" y="385857"/>
                      <a:pt x="180916" y="385612"/>
                    </a:cubicBezTo>
                    <a:cubicBezTo>
                      <a:pt x="180916" y="385367"/>
                      <a:pt x="181112" y="385183"/>
                      <a:pt x="181357" y="385183"/>
                    </a:cubicBezTo>
                    <a:lnTo>
                      <a:pt x="183979" y="385183"/>
                    </a:lnTo>
                    <a:cubicBezTo>
                      <a:pt x="184224" y="385195"/>
                      <a:pt x="184420" y="385391"/>
                      <a:pt x="184408" y="385636"/>
                    </a:cubicBezTo>
                    <a:cubicBezTo>
                      <a:pt x="184408" y="385881"/>
                      <a:pt x="184212" y="386065"/>
                      <a:pt x="183967" y="386065"/>
                    </a:cubicBezTo>
                    <a:close/>
                    <a:moveTo>
                      <a:pt x="175233" y="386016"/>
                    </a:moveTo>
                    <a:lnTo>
                      <a:pt x="172611" y="386016"/>
                    </a:lnTo>
                    <a:cubicBezTo>
                      <a:pt x="172366" y="386004"/>
                      <a:pt x="172170" y="385807"/>
                      <a:pt x="172182" y="385563"/>
                    </a:cubicBezTo>
                    <a:cubicBezTo>
                      <a:pt x="172182" y="385318"/>
                      <a:pt x="172378" y="385134"/>
                      <a:pt x="172623" y="385134"/>
                    </a:cubicBezTo>
                    <a:lnTo>
                      <a:pt x="175245" y="385134"/>
                    </a:lnTo>
                    <a:cubicBezTo>
                      <a:pt x="175490" y="385146"/>
                      <a:pt x="175686" y="385342"/>
                      <a:pt x="175674" y="385587"/>
                    </a:cubicBezTo>
                    <a:cubicBezTo>
                      <a:pt x="175674" y="385832"/>
                      <a:pt x="175478" y="386016"/>
                      <a:pt x="175233" y="386016"/>
                    </a:cubicBezTo>
                    <a:close/>
                    <a:moveTo>
                      <a:pt x="166498" y="385967"/>
                    </a:moveTo>
                    <a:lnTo>
                      <a:pt x="163877" y="385967"/>
                    </a:lnTo>
                    <a:cubicBezTo>
                      <a:pt x="163632" y="385955"/>
                      <a:pt x="163436" y="385759"/>
                      <a:pt x="163448" y="385513"/>
                    </a:cubicBezTo>
                    <a:cubicBezTo>
                      <a:pt x="163448" y="385268"/>
                      <a:pt x="163644" y="385085"/>
                      <a:pt x="163889" y="385085"/>
                    </a:cubicBezTo>
                    <a:lnTo>
                      <a:pt x="166511" y="385085"/>
                    </a:lnTo>
                    <a:cubicBezTo>
                      <a:pt x="166756" y="385097"/>
                      <a:pt x="166952" y="385293"/>
                      <a:pt x="166939" y="385538"/>
                    </a:cubicBezTo>
                    <a:cubicBezTo>
                      <a:pt x="166939" y="385783"/>
                      <a:pt x="166743" y="385967"/>
                      <a:pt x="166498" y="385967"/>
                    </a:cubicBezTo>
                    <a:close/>
                    <a:moveTo>
                      <a:pt x="157764" y="385918"/>
                    </a:moveTo>
                    <a:lnTo>
                      <a:pt x="155143" y="385918"/>
                    </a:lnTo>
                    <a:cubicBezTo>
                      <a:pt x="154898" y="385905"/>
                      <a:pt x="154702" y="385710"/>
                      <a:pt x="154714" y="385465"/>
                    </a:cubicBezTo>
                    <a:cubicBezTo>
                      <a:pt x="154714" y="385220"/>
                      <a:pt x="154922" y="385036"/>
                      <a:pt x="155155" y="385036"/>
                    </a:cubicBezTo>
                    <a:lnTo>
                      <a:pt x="157777" y="385036"/>
                    </a:lnTo>
                    <a:cubicBezTo>
                      <a:pt x="158022" y="385048"/>
                      <a:pt x="158218" y="385244"/>
                      <a:pt x="158205" y="385489"/>
                    </a:cubicBezTo>
                    <a:cubicBezTo>
                      <a:pt x="158205" y="385734"/>
                      <a:pt x="158009" y="385918"/>
                      <a:pt x="157764" y="385918"/>
                    </a:cubicBezTo>
                    <a:close/>
                    <a:moveTo>
                      <a:pt x="149030" y="385869"/>
                    </a:moveTo>
                    <a:lnTo>
                      <a:pt x="146409" y="385869"/>
                    </a:lnTo>
                    <a:cubicBezTo>
                      <a:pt x="146164" y="385857"/>
                      <a:pt x="145968" y="385660"/>
                      <a:pt x="145980" y="385416"/>
                    </a:cubicBezTo>
                    <a:cubicBezTo>
                      <a:pt x="145980" y="385171"/>
                      <a:pt x="146176" y="384987"/>
                      <a:pt x="146421" y="384987"/>
                    </a:cubicBezTo>
                    <a:lnTo>
                      <a:pt x="149043" y="384987"/>
                    </a:lnTo>
                    <a:cubicBezTo>
                      <a:pt x="149288" y="384999"/>
                      <a:pt x="149484" y="385195"/>
                      <a:pt x="149471" y="385440"/>
                    </a:cubicBezTo>
                    <a:cubicBezTo>
                      <a:pt x="149471" y="385685"/>
                      <a:pt x="149275" y="385869"/>
                      <a:pt x="149030" y="385869"/>
                    </a:cubicBezTo>
                    <a:close/>
                    <a:moveTo>
                      <a:pt x="140296" y="385820"/>
                    </a:moveTo>
                    <a:lnTo>
                      <a:pt x="137675" y="385820"/>
                    </a:lnTo>
                    <a:cubicBezTo>
                      <a:pt x="137430" y="385807"/>
                      <a:pt x="137234" y="385612"/>
                      <a:pt x="137246" y="385367"/>
                    </a:cubicBezTo>
                    <a:cubicBezTo>
                      <a:pt x="137246" y="385121"/>
                      <a:pt x="137442" y="384938"/>
                      <a:pt x="137687" y="384938"/>
                    </a:cubicBezTo>
                    <a:lnTo>
                      <a:pt x="140309" y="384938"/>
                    </a:lnTo>
                    <a:cubicBezTo>
                      <a:pt x="140554" y="384950"/>
                      <a:pt x="140749" y="385146"/>
                      <a:pt x="140737" y="385391"/>
                    </a:cubicBezTo>
                    <a:cubicBezTo>
                      <a:pt x="140737" y="385636"/>
                      <a:pt x="140541" y="385820"/>
                      <a:pt x="140296" y="385820"/>
                    </a:cubicBezTo>
                    <a:close/>
                    <a:moveTo>
                      <a:pt x="131562" y="385771"/>
                    </a:moveTo>
                    <a:lnTo>
                      <a:pt x="128941" y="385771"/>
                    </a:lnTo>
                    <a:cubicBezTo>
                      <a:pt x="128696" y="385759"/>
                      <a:pt x="128500" y="385563"/>
                      <a:pt x="128512" y="385318"/>
                    </a:cubicBezTo>
                    <a:cubicBezTo>
                      <a:pt x="128512" y="385073"/>
                      <a:pt x="128708" y="384889"/>
                      <a:pt x="128953" y="384889"/>
                    </a:cubicBezTo>
                    <a:lnTo>
                      <a:pt x="131574" y="384889"/>
                    </a:lnTo>
                    <a:cubicBezTo>
                      <a:pt x="131819" y="384901"/>
                      <a:pt x="132015" y="385097"/>
                      <a:pt x="132003" y="385342"/>
                    </a:cubicBezTo>
                    <a:cubicBezTo>
                      <a:pt x="132003" y="385587"/>
                      <a:pt x="131807" y="385771"/>
                      <a:pt x="131562" y="385771"/>
                    </a:cubicBezTo>
                    <a:close/>
                    <a:moveTo>
                      <a:pt x="122828" y="385722"/>
                    </a:moveTo>
                    <a:lnTo>
                      <a:pt x="120207" y="385722"/>
                    </a:lnTo>
                    <a:cubicBezTo>
                      <a:pt x="119962" y="385710"/>
                      <a:pt x="119766" y="385513"/>
                      <a:pt x="119778" y="385268"/>
                    </a:cubicBezTo>
                    <a:cubicBezTo>
                      <a:pt x="119778" y="385024"/>
                      <a:pt x="119986" y="384803"/>
                      <a:pt x="120219" y="384840"/>
                    </a:cubicBezTo>
                    <a:lnTo>
                      <a:pt x="122840" y="384840"/>
                    </a:lnTo>
                    <a:cubicBezTo>
                      <a:pt x="123085" y="384852"/>
                      <a:pt x="123281" y="385048"/>
                      <a:pt x="123269" y="385293"/>
                    </a:cubicBezTo>
                    <a:cubicBezTo>
                      <a:pt x="123269" y="385538"/>
                      <a:pt x="123073" y="385722"/>
                      <a:pt x="122828" y="385722"/>
                    </a:cubicBezTo>
                    <a:close/>
                    <a:moveTo>
                      <a:pt x="114094" y="385673"/>
                    </a:moveTo>
                    <a:lnTo>
                      <a:pt x="111473" y="385673"/>
                    </a:lnTo>
                    <a:cubicBezTo>
                      <a:pt x="111228" y="385660"/>
                      <a:pt x="111032" y="385465"/>
                      <a:pt x="111044" y="385220"/>
                    </a:cubicBezTo>
                    <a:cubicBezTo>
                      <a:pt x="111044" y="384975"/>
                      <a:pt x="111240" y="384791"/>
                      <a:pt x="111485" y="384791"/>
                    </a:cubicBezTo>
                    <a:lnTo>
                      <a:pt x="114106" y="384791"/>
                    </a:lnTo>
                    <a:cubicBezTo>
                      <a:pt x="114351" y="384803"/>
                      <a:pt x="114547" y="384999"/>
                      <a:pt x="114535" y="385244"/>
                    </a:cubicBezTo>
                    <a:cubicBezTo>
                      <a:pt x="114535" y="385489"/>
                      <a:pt x="114339" y="385673"/>
                      <a:pt x="114094" y="385673"/>
                    </a:cubicBezTo>
                    <a:close/>
                    <a:moveTo>
                      <a:pt x="105360" y="385624"/>
                    </a:moveTo>
                    <a:lnTo>
                      <a:pt x="104748" y="385624"/>
                    </a:lnTo>
                    <a:cubicBezTo>
                      <a:pt x="104074" y="385624"/>
                      <a:pt x="103400" y="385612"/>
                      <a:pt x="102726" y="385587"/>
                    </a:cubicBezTo>
                    <a:cubicBezTo>
                      <a:pt x="102481" y="385587"/>
                      <a:pt x="102298" y="385379"/>
                      <a:pt x="102298" y="385134"/>
                    </a:cubicBezTo>
                    <a:cubicBezTo>
                      <a:pt x="102298" y="384889"/>
                      <a:pt x="102518" y="384717"/>
                      <a:pt x="102751" y="384705"/>
                    </a:cubicBezTo>
                    <a:cubicBezTo>
                      <a:pt x="103412" y="384717"/>
                      <a:pt x="104086" y="384730"/>
                      <a:pt x="104748" y="384742"/>
                    </a:cubicBezTo>
                    <a:lnTo>
                      <a:pt x="105360" y="384742"/>
                    </a:lnTo>
                    <a:cubicBezTo>
                      <a:pt x="105605" y="384742"/>
                      <a:pt x="105801" y="384938"/>
                      <a:pt x="105789" y="385183"/>
                    </a:cubicBezTo>
                    <a:cubicBezTo>
                      <a:pt x="105789" y="385428"/>
                      <a:pt x="105593" y="385612"/>
                      <a:pt x="105348" y="385612"/>
                    </a:cubicBezTo>
                    <a:close/>
                    <a:moveTo>
                      <a:pt x="96638" y="385232"/>
                    </a:moveTo>
                    <a:cubicBezTo>
                      <a:pt x="96638" y="385232"/>
                      <a:pt x="96614" y="385232"/>
                      <a:pt x="96601" y="385232"/>
                    </a:cubicBezTo>
                    <a:cubicBezTo>
                      <a:pt x="95719" y="385158"/>
                      <a:pt x="94850" y="385060"/>
                      <a:pt x="93980" y="384962"/>
                    </a:cubicBezTo>
                    <a:cubicBezTo>
                      <a:pt x="93735" y="384938"/>
                      <a:pt x="93564" y="384717"/>
                      <a:pt x="93600" y="384472"/>
                    </a:cubicBezTo>
                    <a:cubicBezTo>
                      <a:pt x="93625" y="384227"/>
                      <a:pt x="93845" y="384056"/>
                      <a:pt x="94090" y="384093"/>
                    </a:cubicBezTo>
                    <a:cubicBezTo>
                      <a:pt x="94948" y="384191"/>
                      <a:pt x="95817" y="384289"/>
                      <a:pt x="96687" y="384362"/>
                    </a:cubicBezTo>
                    <a:cubicBezTo>
                      <a:pt x="96932" y="384387"/>
                      <a:pt x="97104" y="384595"/>
                      <a:pt x="97079" y="384840"/>
                    </a:cubicBezTo>
                    <a:cubicBezTo>
                      <a:pt x="97055" y="385073"/>
                      <a:pt x="96871" y="385244"/>
                      <a:pt x="96650" y="385244"/>
                    </a:cubicBezTo>
                    <a:close/>
                    <a:moveTo>
                      <a:pt x="87990" y="384056"/>
                    </a:moveTo>
                    <a:cubicBezTo>
                      <a:pt x="87990" y="384056"/>
                      <a:pt x="87941" y="384056"/>
                      <a:pt x="87916" y="384056"/>
                    </a:cubicBezTo>
                    <a:cubicBezTo>
                      <a:pt x="87047" y="383897"/>
                      <a:pt x="86189" y="383725"/>
                      <a:pt x="85332" y="383541"/>
                    </a:cubicBezTo>
                    <a:cubicBezTo>
                      <a:pt x="85099" y="383492"/>
                      <a:pt x="84940" y="383260"/>
                      <a:pt x="84989" y="383027"/>
                    </a:cubicBezTo>
                    <a:cubicBezTo>
                      <a:pt x="85038" y="382794"/>
                      <a:pt x="85270" y="382647"/>
                      <a:pt x="85503" y="382684"/>
                    </a:cubicBezTo>
                    <a:cubicBezTo>
                      <a:pt x="86348" y="382868"/>
                      <a:pt x="87206" y="383027"/>
                      <a:pt x="88063" y="383186"/>
                    </a:cubicBezTo>
                    <a:cubicBezTo>
                      <a:pt x="88296" y="383235"/>
                      <a:pt x="88455" y="383456"/>
                      <a:pt x="88419" y="383701"/>
                    </a:cubicBezTo>
                    <a:cubicBezTo>
                      <a:pt x="88382" y="383909"/>
                      <a:pt x="88198" y="384056"/>
                      <a:pt x="87990" y="384056"/>
                    </a:cubicBezTo>
                    <a:close/>
                    <a:moveTo>
                      <a:pt x="835861" y="383100"/>
                    </a:moveTo>
                    <a:cubicBezTo>
                      <a:pt x="835702" y="383100"/>
                      <a:pt x="835543" y="383002"/>
                      <a:pt x="835469" y="382855"/>
                    </a:cubicBezTo>
                    <a:cubicBezTo>
                      <a:pt x="835371" y="382635"/>
                      <a:pt x="835469" y="382378"/>
                      <a:pt x="835677" y="382267"/>
                    </a:cubicBezTo>
                    <a:cubicBezTo>
                      <a:pt x="836461" y="381900"/>
                      <a:pt x="837245" y="381508"/>
                      <a:pt x="838017" y="381104"/>
                    </a:cubicBezTo>
                    <a:cubicBezTo>
                      <a:pt x="838238" y="380993"/>
                      <a:pt x="838495" y="381079"/>
                      <a:pt x="838605" y="381287"/>
                    </a:cubicBezTo>
                    <a:cubicBezTo>
                      <a:pt x="838715" y="381496"/>
                      <a:pt x="838629" y="381765"/>
                      <a:pt x="838421" y="381875"/>
                    </a:cubicBezTo>
                    <a:cubicBezTo>
                      <a:pt x="837637" y="382280"/>
                      <a:pt x="836853" y="382672"/>
                      <a:pt x="836057" y="383051"/>
                    </a:cubicBezTo>
                    <a:cubicBezTo>
                      <a:pt x="835996" y="383076"/>
                      <a:pt x="835935" y="383088"/>
                      <a:pt x="835873" y="383088"/>
                    </a:cubicBezTo>
                    <a:close/>
                    <a:moveTo>
                      <a:pt x="79476" y="382096"/>
                    </a:moveTo>
                    <a:cubicBezTo>
                      <a:pt x="79476" y="382096"/>
                      <a:pt x="79403" y="382096"/>
                      <a:pt x="79354" y="382084"/>
                    </a:cubicBezTo>
                    <a:cubicBezTo>
                      <a:pt x="78509" y="381851"/>
                      <a:pt x="77663" y="381594"/>
                      <a:pt x="76830" y="381336"/>
                    </a:cubicBezTo>
                    <a:cubicBezTo>
                      <a:pt x="76598" y="381263"/>
                      <a:pt x="76475" y="381018"/>
                      <a:pt x="76536" y="380785"/>
                    </a:cubicBezTo>
                    <a:cubicBezTo>
                      <a:pt x="76598" y="380552"/>
                      <a:pt x="76855" y="380430"/>
                      <a:pt x="77088" y="380491"/>
                    </a:cubicBezTo>
                    <a:cubicBezTo>
                      <a:pt x="77921" y="380748"/>
                      <a:pt x="78754" y="380993"/>
                      <a:pt x="79587" y="381226"/>
                    </a:cubicBezTo>
                    <a:cubicBezTo>
                      <a:pt x="79819" y="381287"/>
                      <a:pt x="79954" y="381532"/>
                      <a:pt x="79893" y="381765"/>
                    </a:cubicBezTo>
                    <a:cubicBezTo>
                      <a:pt x="79844" y="381961"/>
                      <a:pt x="79660" y="382084"/>
                      <a:pt x="79476" y="382084"/>
                    </a:cubicBezTo>
                    <a:close/>
                    <a:moveTo>
                      <a:pt x="71183" y="379364"/>
                    </a:moveTo>
                    <a:cubicBezTo>
                      <a:pt x="71183" y="379364"/>
                      <a:pt x="71073" y="379364"/>
                      <a:pt x="71024" y="379340"/>
                    </a:cubicBezTo>
                    <a:cubicBezTo>
                      <a:pt x="70203" y="379033"/>
                      <a:pt x="69395" y="378703"/>
                      <a:pt x="68586" y="378372"/>
                    </a:cubicBezTo>
                    <a:cubicBezTo>
                      <a:pt x="68366" y="378274"/>
                      <a:pt x="68256" y="378029"/>
                      <a:pt x="68354" y="377796"/>
                    </a:cubicBezTo>
                    <a:cubicBezTo>
                      <a:pt x="68452" y="377576"/>
                      <a:pt x="68696" y="377465"/>
                      <a:pt x="68929" y="377563"/>
                    </a:cubicBezTo>
                    <a:cubicBezTo>
                      <a:pt x="69726" y="377894"/>
                      <a:pt x="70534" y="378213"/>
                      <a:pt x="71342" y="378519"/>
                    </a:cubicBezTo>
                    <a:cubicBezTo>
                      <a:pt x="71563" y="378605"/>
                      <a:pt x="71685" y="378862"/>
                      <a:pt x="71600" y="379082"/>
                    </a:cubicBezTo>
                    <a:cubicBezTo>
                      <a:pt x="71538" y="379254"/>
                      <a:pt x="71367" y="379364"/>
                      <a:pt x="71195" y="379364"/>
                    </a:cubicBezTo>
                    <a:close/>
                    <a:moveTo>
                      <a:pt x="843505" y="378874"/>
                    </a:moveTo>
                    <a:cubicBezTo>
                      <a:pt x="843358" y="378874"/>
                      <a:pt x="843223" y="378801"/>
                      <a:pt x="843137" y="378678"/>
                    </a:cubicBezTo>
                    <a:cubicBezTo>
                      <a:pt x="843003" y="378470"/>
                      <a:pt x="843064" y="378200"/>
                      <a:pt x="843272" y="378078"/>
                    </a:cubicBezTo>
                    <a:cubicBezTo>
                      <a:pt x="844007" y="377612"/>
                      <a:pt x="844730" y="377122"/>
                      <a:pt x="845440" y="376632"/>
                    </a:cubicBezTo>
                    <a:cubicBezTo>
                      <a:pt x="845636" y="376498"/>
                      <a:pt x="845906" y="376547"/>
                      <a:pt x="846053" y="376743"/>
                    </a:cubicBezTo>
                    <a:cubicBezTo>
                      <a:pt x="846188" y="376939"/>
                      <a:pt x="846139" y="377208"/>
                      <a:pt x="845943" y="377355"/>
                    </a:cubicBezTo>
                    <a:cubicBezTo>
                      <a:pt x="845220" y="377857"/>
                      <a:pt x="844485" y="378347"/>
                      <a:pt x="843750" y="378825"/>
                    </a:cubicBezTo>
                    <a:cubicBezTo>
                      <a:pt x="843676" y="378874"/>
                      <a:pt x="843591" y="378899"/>
                      <a:pt x="843517" y="378899"/>
                    </a:cubicBezTo>
                    <a:close/>
                    <a:moveTo>
                      <a:pt x="63184" y="375897"/>
                    </a:moveTo>
                    <a:cubicBezTo>
                      <a:pt x="63123" y="375897"/>
                      <a:pt x="63049" y="375885"/>
                      <a:pt x="62988" y="375849"/>
                    </a:cubicBezTo>
                    <a:cubicBezTo>
                      <a:pt x="62204" y="375469"/>
                      <a:pt x="61420" y="375065"/>
                      <a:pt x="60648" y="374660"/>
                    </a:cubicBezTo>
                    <a:cubicBezTo>
                      <a:pt x="60440" y="374550"/>
                      <a:pt x="60354" y="374281"/>
                      <a:pt x="60465" y="374072"/>
                    </a:cubicBezTo>
                    <a:cubicBezTo>
                      <a:pt x="60575" y="373864"/>
                      <a:pt x="60844" y="373778"/>
                      <a:pt x="61053" y="373889"/>
                    </a:cubicBezTo>
                    <a:cubicBezTo>
                      <a:pt x="61824" y="374293"/>
                      <a:pt x="62596" y="374685"/>
                      <a:pt x="63380" y="375065"/>
                    </a:cubicBezTo>
                    <a:cubicBezTo>
                      <a:pt x="63601" y="375175"/>
                      <a:pt x="63686" y="375432"/>
                      <a:pt x="63576" y="375652"/>
                    </a:cubicBezTo>
                    <a:cubicBezTo>
                      <a:pt x="63503" y="375812"/>
                      <a:pt x="63343" y="375897"/>
                      <a:pt x="63184" y="375897"/>
                    </a:cubicBezTo>
                    <a:close/>
                    <a:moveTo>
                      <a:pt x="850536" y="373717"/>
                    </a:moveTo>
                    <a:cubicBezTo>
                      <a:pt x="850414" y="373717"/>
                      <a:pt x="850291" y="373668"/>
                      <a:pt x="850205" y="373558"/>
                    </a:cubicBezTo>
                    <a:cubicBezTo>
                      <a:pt x="850046" y="373374"/>
                      <a:pt x="850071" y="373092"/>
                      <a:pt x="850254" y="372945"/>
                    </a:cubicBezTo>
                    <a:cubicBezTo>
                      <a:pt x="850916" y="372394"/>
                      <a:pt x="851577" y="371818"/>
                      <a:pt x="852227" y="371243"/>
                    </a:cubicBezTo>
                    <a:cubicBezTo>
                      <a:pt x="852410" y="371083"/>
                      <a:pt x="852680" y="371096"/>
                      <a:pt x="852839" y="371279"/>
                    </a:cubicBezTo>
                    <a:cubicBezTo>
                      <a:pt x="852998" y="371463"/>
                      <a:pt x="852986" y="371733"/>
                      <a:pt x="852802" y="371892"/>
                    </a:cubicBezTo>
                    <a:cubicBezTo>
                      <a:pt x="852153" y="372480"/>
                      <a:pt x="851492" y="373056"/>
                      <a:pt x="850806" y="373619"/>
                    </a:cubicBezTo>
                    <a:cubicBezTo>
                      <a:pt x="850720" y="373693"/>
                      <a:pt x="850622" y="373717"/>
                      <a:pt x="850524" y="373717"/>
                    </a:cubicBezTo>
                    <a:close/>
                    <a:moveTo>
                      <a:pt x="55528" y="371708"/>
                    </a:moveTo>
                    <a:cubicBezTo>
                      <a:pt x="55455" y="371708"/>
                      <a:pt x="55369" y="371684"/>
                      <a:pt x="55295" y="371647"/>
                    </a:cubicBezTo>
                    <a:cubicBezTo>
                      <a:pt x="54548" y="371194"/>
                      <a:pt x="53801" y="370728"/>
                      <a:pt x="53066" y="370250"/>
                    </a:cubicBezTo>
                    <a:cubicBezTo>
                      <a:pt x="52858" y="370116"/>
                      <a:pt x="52809" y="369846"/>
                      <a:pt x="52931" y="369650"/>
                    </a:cubicBezTo>
                    <a:cubicBezTo>
                      <a:pt x="53066" y="369442"/>
                      <a:pt x="53335" y="369393"/>
                      <a:pt x="53531" y="369515"/>
                    </a:cubicBezTo>
                    <a:cubicBezTo>
                      <a:pt x="54254" y="369993"/>
                      <a:pt x="54989" y="370446"/>
                      <a:pt x="55736" y="370900"/>
                    </a:cubicBezTo>
                    <a:cubicBezTo>
                      <a:pt x="55945" y="371022"/>
                      <a:pt x="56006" y="371292"/>
                      <a:pt x="55883" y="371500"/>
                    </a:cubicBezTo>
                    <a:cubicBezTo>
                      <a:pt x="55798" y="371635"/>
                      <a:pt x="55651" y="371708"/>
                      <a:pt x="55504" y="371708"/>
                    </a:cubicBezTo>
                    <a:close/>
                    <a:moveTo>
                      <a:pt x="856869" y="367702"/>
                    </a:moveTo>
                    <a:cubicBezTo>
                      <a:pt x="856759" y="367702"/>
                      <a:pt x="856661" y="367666"/>
                      <a:pt x="856575" y="367580"/>
                    </a:cubicBezTo>
                    <a:cubicBezTo>
                      <a:pt x="856404" y="367421"/>
                      <a:pt x="856392" y="367139"/>
                      <a:pt x="856551" y="366967"/>
                    </a:cubicBezTo>
                    <a:cubicBezTo>
                      <a:pt x="857139" y="366330"/>
                      <a:pt x="857715" y="365681"/>
                      <a:pt x="858290" y="365020"/>
                    </a:cubicBezTo>
                    <a:cubicBezTo>
                      <a:pt x="858450" y="364836"/>
                      <a:pt x="858719" y="364811"/>
                      <a:pt x="858903" y="364971"/>
                    </a:cubicBezTo>
                    <a:cubicBezTo>
                      <a:pt x="859086" y="365130"/>
                      <a:pt x="859111" y="365399"/>
                      <a:pt x="858952" y="365583"/>
                    </a:cubicBezTo>
                    <a:cubicBezTo>
                      <a:pt x="858376" y="366257"/>
                      <a:pt x="857788" y="366906"/>
                      <a:pt x="857200" y="367555"/>
                    </a:cubicBezTo>
                    <a:cubicBezTo>
                      <a:pt x="857114" y="367653"/>
                      <a:pt x="856992" y="367690"/>
                      <a:pt x="856882" y="367690"/>
                    </a:cubicBezTo>
                    <a:close/>
                    <a:moveTo>
                      <a:pt x="48288" y="366833"/>
                    </a:moveTo>
                    <a:cubicBezTo>
                      <a:pt x="48203" y="366833"/>
                      <a:pt x="48105" y="366808"/>
                      <a:pt x="48031" y="366747"/>
                    </a:cubicBezTo>
                    <a:cubicBezTo>
                      <a:pt x="47321" y="366220"/>
                      <a:pt x="46635" y="365693"/>
                      <a:pt x="45937" y="365154"/>
                    </a:cubicBezTo>
                    <a:cubicBezTo>
                      <a:pt x="45753" y="365007"/>
                      <a:pt x="45716" y="364726"/>
                      <a:pt x="45863" y="364542"/>
                    </a:cubicBezTo>
                    <a:cubicBezTo>
                      <a:pt x="46010" y="364346"/>
                      <a:pt x="46292" y="364321"/>
                      <a:pt x="46476" y="364468"/>
                    </a:cubicBezTo>
                    <a:cubicBezTo>
                      <a:pt x="47162" y="365007"/>
                      <a:pt x="47847" y="365534"/>
                      <a:pt x="48546" y="366049"/>
                    </a:cubicBezTo>
                    <a:cubicBezTo>
                      <a:pt x="48742" y="366196"/>
                      <a:pt x="48778" y="366465"/>
                      <a:pt x="48631" y="366661"/>
                    </a:cubicBezTo>
                    <a:cubicBezTo>
                      <a:pt x="48546" y="366771"/>
                      <a:pt x="48411" y="366833"/>
                      <a:pt x="48276" y="366833"/>
                    </a:cubicBezTo>
                    <a:close/>
                    <a:moveTo>
                      <a:pt x="41527" y="361320"/>
                    </a:moveTo>
                    <a:cubicBezTo>
                      <a:pt x="41429" y="361320"/>
                      <a:pt x="41318" y="361284"/>
                      <a:pt x="41233" y="361210"/>
                    </a:cubicBezTo>
                    <a:cubicBezTo>
                      <a:pt x="40583" y="360622"/>
                      <a:pt x="39934" y="360034"/>
                      <a:pt x="39297" y="359434"/>
                    </a:cubicBezTo>
                    <a:cubicBezTo>
                      <a:pt x="39126" y="359262"/>
                      <a:pt x="39113" y="358993"/>
                      <a:pt x="39285" y="358821"/>
                    </a:cubicBezTo>
                    <a:cubicBezTo>
                      <a:pt x="39444" y="358650"/>
                      <a:pt x="39726" y="358638"/>
                      <a:pt x="39897" y="358809"/>
                    </a:cubicBezTo>
                    <a:cubicBezTo>
                      <a:pt x="40534" y="359409"/>
                      <a:pt x="41171" y="359997"/>
                      <a:pt x="41821" y="360573"/>
                    </a:cubicBezTo>
                    <a:cubicBezTo>
                      <a:pt x="42004" y="360732"/>
                      <a:pt x="42017" y="361014"/>
                      <a:pt x="41857" y="361186"/>
                    </a:cubicBezTo>
                    <a:cubicBezTo>
                      <a:pt x="41772" y="361284"/>
                      <a:pt x="41649" y="361333"/>
                      <a:pt x="41527" y="361333"/>
                    </a:cubicBezTo>
                    <a:close/>
                    <a:moveTo>
                      <a:pt x="862382" y="360941"/>
                    </a:moveTo>
                    <a:cubicBezTo>
                      <a:pt x="862296" y="360941"/>
                      <a:pt x="862210" y="360916"/>
                      <a:pt x="862125" y="360855"/>
                    </a:cubicBezTo>
                    <a:cubicBezTo>
                      <a:pt x="861929" y="360720"/>
                      <a:pt x="861879" y="360438"/>
                      <a:pt x="862026" y="360242"/>
                    </a:cubicBezTo>
                    <a:cubicBezTo>
                      <a:pt x="862529" y="359544"/>
                      <a:pt x="863019" y="358821"/>
                      <a:pt x="863497" y="358099"/>
                    </a:cubicBezTo>
                    <a:cubicBezTo>
                      <a:pt x="863631" y="357903"/>
                      <a:pt x="863901" y="357841"/>
                      <a:pt x="864097" y="357976"/>
                    </a:cubicBezTo>
                    <a:cubicBezTo>
                      <a:pt x="864293" y="358111"/>
                      <a:pt x="864354" y="358380"/>
                      <a:pt x="864219" y="358576"/>
                    </a:cubicBezTo>
                    <a:cubicBezTo>
                      <a:pt x="863741" y="359311"/>
                      <a:pt x="863239" y="360034"/>
                      <a:pt x="862725" y="360745"/>
                    </a:cubicBezTo>
                    <a:cubicBezTo>
                      <a:pt x="862639" y="360867"/>
                      <a:pt x="862504" y="360928"/>
                      <a:pt x="862369" y="360928"/>
                    </a:cubicBezTo>
                    <a:close/>
                    <a:moveTo>
                      <a:pt x="35292" y="355208"/>
                    </a:moveTo>
                    <a:cubicBezTo>
                      <a:pt x="35169" y="355208"/>
                      <a:pt x="35059" y="355159"/>
                      <a:pt x="34973" y="355073"/>
                    </a:cubicBezTo>
                    <a:cubicBezTo>
                      <a:pt x="34373" y="354436"/>
                      <a:pt x="33785" y="353774"/>
                      <a:pt x="33209" y="353125"/>
                    </a:cubicBezTo>
                    <a:cubicBezTo>
                      <a:pt x="33050" y="352941"/>
                      <a:pt x="33062" y="352672"/>
                      <a:pt x="33246" y="352513"/>
                    </a:cubicBezTo>
                    <a:cubicBezTo>
                      <a:pt x="33430" y="352353"/>
                      <a:pt x="33699" y="352378"/>
                      <a:pt x="33858" y="352549"/>
                    </a:cubicBezTo>
                    <a:cubicBezTo>
                      <a:pt x="34434" y="353199"/>
                      <a:pt x="35022" y="353848"/>
                      <a:pt x="35610" y="354485"/>
                    </a:cubicBezTo>
                    <a:cubicBezTo>
                      <a:pt x="35769" y="354656"/>
                      <a:pt x="35769" y="354938"/>
                      <a:pt x="35585" y="355097"/>
                    </a:cubicBezTo>
                    <a:cubicBezTo>
                      <a:pt x="35500" y="355171"/>
                      <a:pt x="35390" y="355220"/>
                      <a:pt x="35292" y="355220"/>
                    </a:cubicBezTo>
                    <a:close/>
                    <a:moveTo>
                      <a:pt x="867000" y="353529"/>
                    </a:moveTo>
                    <a:cubicBezTo>
                      <a:pt x="866926" y="353529"/>
                      <a:pt x="866865" y="353517"/>
                      <a:pt x="866792" y="353480"/>
                    </a:cubicBezTo>
                    <a:cubicBezTo>
                      <a:pt x="866583" y="353370"/>
                      <a:pt x="866498" y="353101"/>
                      <a:pt x="866608" y="352892"/>
                    </a:cubicBezTo>
                    <a:cubicBezTo>
                      <a:pt x="867012" y="352133"/>
                      <a:pt x="867416" y="351361"/>
                      <a:pt x="867796" y="350577"/>
                    </a:cubicBezTo>
                    <a:cubicBezTo>
                      <a:pt x="867906" y="350357"/>
                      <a:pt x="868164" y="350271"/>
                      <a:pt x="868384" y="350381"/>
                    </a:cubicBezTo>
                    <a:cubicBezTo>
                      <a:pt x="868605" y="350492"/>
                      <a:pt x="868690" y="350749"/>
                      <a:pt x="868580" y="350969"/>
                    </a:cubicBezTo>
                    <a:cubicBezTo>
                      <a:pt x="868200" y="351765"/>
                      <a:pt x="867796" y="352537"/>
                      <a:pt x="867380" y="353309"/>
                    </a:cubicBezTo>
                    <a:cubicBezTo>
                      <a:pt x="867306" y="353456"/>
                      <a:pt x="867147" y="353542"/>
                      <a:pt x="867000" y="353542"/>
                    </a:cubicBezTo>
                    <a:close/>
                    <a:moveTo>
                      <a:pt x="29632" y="348544"/>
                    </a:moveTo>
                    <a:cubicBezTo>
                      <a:pt x="29497" y="348544"/>
                      <a:pt x="29375" y="348483"/>
                      <a:pt x="29289" y="348372"/>
                    </a:cubicBezTo>
                    <a:cubicBezTo>
                      <a:pt x="28750" y="347674"/>
                      <a:pt x="28223" y="346976"/>
                      <a:pt x="27709" y="346265"/>
                    </a:cubicBezTo>
                    <a:cubicBezTo>
                      <a:pt x="27562" y="346069"/>
                      <a:pt x="27611" y="345800"/>
                      <a:pt x="27807" y="345653"/>
                    </a:cubicBezTo>
                    <a:cubicBezTo>
                      <a:pt x="28003" y="345506"/>
                      <a:pt x="28272" y="345555"/>
                      <a:pt x="28419" y="345751"/>
                    </a:cubicBezTo>
                    <a:cubicBezTo>
                      <a:pt x="28934" y="346449"/>
                      <a:pt x="29461" y="347147"/>
                      <a:pt x="29987" y="347833"/>
                    </a:cubicBezTo>
                    <a:cubicBezTo>
                      <a:pt x="30134" y="348029"/>
                      <a:pt x="30098" y="348299"/>
                      <a:pt x="29914" y="348446"/>
                    </a:cubicBezTo>
                    <a:cubicBezTo>
                      <a:pt x="29828" y="348507"/>
                      <a:pt x="29742" y="348532"/>
                      <a:pt x="29644" y="348532"/>
                    </a:cubicBezTo>
                    <a:close/>
                    <a:moveTo>
                      <a:pt x="870614" y="345592"/>
                    </a:moveTo>
                    <a:cubicBezTo>
                      <a:pt x="870614" y="345592"/>
                      <a:pt x="870516" y="345592"/>
                      <a:pt x="870454" y="345567"/>
                    </a:cubicBezTo>
                    <a:cubicBezTo>
                      <a:pt x="870234" y="345481"/>
                      <a:pt x="870111" y="345224"/>
                      <a:pt x="870197" y="345004"/>
                    </a:cubicBezTo>
                    <a:cubicBezTo>
                      <a:pt x="870503" y="344195"/>
                      <a:pt x="870797" y="343374"/>
                      <a:pt x="871079" y="342554"/>
                    </a:cubicBezTo>
                    <a:cubicBezTo>
                      <a:pt x="871153" y="342321"/>
                      <a:pt x="871410" y="342211"/>
                      <a:pt x="871630" y="342284"/>
                    </a:cubicBezTo>
                    <a:cubicBezTo>
                      <a:pt x="871863" y="342358"/>
                      <a:pt x="871986" y="342615"/>
                      <a:pt x="871900" y="342835"/>
                    </a:cubicBezTo>
                    <a:cubicBezTo>
                      <a:pt x="871618" y="343668"/>
                      <a:pt x="871324" y="344501"/>
                      <a:pt x="871006" y="345322"/>
                    </a:cubicBezTo>
                    <a:cubicBezTo>
                      <a:pt x="870944" y="345494"/>
                      <a:pt x="870773" y="345604"/>
                      <a:pt x="870601" y="345604"/>
                    </a:cubicBezTo>
                    <a:close/>
                    <a:moveTo>
                      <a:pt x="24597" y="341402"/>
                    </a:moveTo>
                    <a:cubicBezTo>
                      <a:pt x="24450" y="341402"/>
                      <a:pt x="24316" y="341329"/>
                      <a:pt x="24230" y="341194"/>
                    </a:cubicBezTo>
                    <a:cubicBezTo>
                      <a:pt x="23764" y="340459"/>
                      <a:pt x="23299" y="339700"/>
                      <a:pt x="22846" y="338952"/>
                    </a:cubicBezTo>
                    <a:cubicBezTo>
                      <a:pt x="22723" y="338744"/>
                      <a:pt x="22784" y="338475"/>
                      <a:pt x="22993" y="338352"/>
                    </a:cubicBezTo>
                    <a:cubicBezTo>
                      <a:pt x="23201" y="338230"/>
                      <a:pt x="23470" y="338291"/>
                      <a:pt x="23593" y="338499"/>
                    </a:cubicBezTo>
                    <a:cubicBezTo>
                      <a:pt x="24046" y="339246"/>
                      <a:pt x="24499" y="339993"/>
                      <a:pt x="24965" y="340716"/>
                    </a:cubicBezTo>
                    <a:cubicBezTo>
                      <a:pt x="25100" y="340924"/>
                      <a:pt x="25038" y="341194"/>
                      <a:pt x="24830" y="341316"/>
                    </a:cubicBezTo>
                    <a:cubicBezTo>
                      <a:pt x="24757" y="341365"/>
                      <a:pt x="24671" y="341390"/>
                      <a:pt x="24597" y="341390"/>
                    </a:cubicBezTo>
                    <a:close/>
                    <a:moveTo>
                      <a:pt x="873186" y="337250"/>
                    </a:moveTo>
                    <a:cubicBezTo>
                      <a:pt x="873186" y="337250"/>
                      <a:pt x="873113" y="337250"/>
                      <a:pt x="873088" y="337250"/>
                    </a:cubicBezTo>
                    <a:cubicBezTo>
                      <a:pt x="872855" y="337188"/>
                      <a:pt x="872708" y="336956"/>
                      <a:pt x="872770" y="336723"/>
                    </a:cubicBezTo>
                    <a:cubicBezTo>
                      <a:pt x="872966" y="335878"/>
                      <a:pt x="873161" y="335032"/>
                      <a:pt x="873333" y="334175"/>
                    </a:cubicBezTo>
                    <a:cubicBezTo>
                      <a:pt x="873382" y="333942"/>
                      <a:pt x="873615" y="333783"/>
                      <a:pt x="873847" y="333832"/>
                    </a:cubicBezTo>
                    <a:cubicBezTo>
                      <a:pt x="874080" y="333881"/>
                      <a:pt x="874239" y="334114"/>
                      <a:pt x="874191" y="334346"/>
                    </a:cubicBezTo>
                    <a:cubicBezTo>
                      <a:pt x="874019" y="335216"/>
                      <a:pt x="873823" y="336074"/>
                      <a:pt x="873627" y="336919"/>
                    </a:cubicBezTo>
                    <a:cubicBezTo>
                      <a:pt x="873578" y="337115"/>
                      <a:pt x="873394" y="337250"/>
                      <a:pt x="873198" y="337250"/>
                    </a:cubicBezTo>
                    <a:close/>
                    <a:moveTo>
                      <a:pt x="20249" y="333807"/>
                    </a:moveTo>
                    <a:cubicBezTo>
                      <a:pt x="20090" y="333807"/>
                      <a:pt x="19943" y="333722"/>
                      <a:pt x="19857" y="333575"/>
                    </a:cubicBezTo>
                    <a:cubicBezTo>
                      <a:pt x="19453" y="332791"/>
                      <a:pt x="19061" y="332007"/>
                      <a:pt x="18681" y="331210"/>
                    </a:cubicBezTo>
                    <a:cubicBezTo>
                      <a:pt x="18583" y="330990"/>
                      <a:pt x="18681" y="330733"/>
                      <a:pt x="18889" y="330622"/>
                    </a:cubicBezTo>
                    <a:cubicBezTo>
                      <a:pt x="19110" y="330512"/>
                      <a:pt x="19367" y="330610"/>
                      <a:pt x="19477" y="330831"/>
                    </a:cubicBezTo>
                    <a:cubicBezTo>
                      <a:pt x="19857" y="331615"/>
                      <a:pt x="20237" y="332399"/>
                      <a:pt x="20641" y="333170"/>
                    </a:cubicBezTo>
                    <a:cubicBezTo>
                      <a:pt x="20751" y="333391"/>
                      <a:pt x="20665" y="333648"/>
                      <a:pt x="20457" y="333758"/>
                    </a:cubicBezTo>
                    <a:cubicBezTo>
                      <a:pt x="20396" y="333795"/>
                      <a:pt x="20322" y="333807"/>
                      <a:pt x="20261" y="333807"/>
                    </a:cubicBezTo>
                    <a:close/>
                    <a:moveTo>
                      <a:pt x="874729" y="328650"/>
                    </a:moveTo>
                    <a:cubicBezTo>
                      <a:pt x="874729" y="328650"/>
                      <a:pt x="874693" y="328650"/>
                      <a:pt x="874668" y="328650"/>
                    </a:cubicBezTo>
                    <a:cubicBezTo>
                      <a:pt x="874423" y="328613"/>
                      <a:pt x="874264" y="328393"/>
                      <a:pt x="874301" y="328160"/>
                    </a:cubicBezTo>
                    <a:lnTo>
                      <a:pt x="874681" y="325563"/>
                    </a:lnTo>
                    <a:cubicBezTo>
                      <a:pt x="874717" y="325318"/>
                      <a:pt x="874938" y="325159"/>
                      <a:pt x="875170" y="325196"/>
                    </a:cubicBezTo>
                    <a:cubicBezTo>
                      <a:pt x="875403" y="325233"/>
                      <a:pt x="875575" y="325453"/>
                      <a:pt x="875538" y="325686"/>
                    </a:cubicBezTo>
                    <a:lnTo>
                      <a:pt x="875158" y="328283"/>
                    </a:lnTo>
                    <a:cubicBezTo>
                      <a:pt x="875122" y="328503"/>
                      <a:pt x="874938" y="328662"/>
                      <a:pt x="874729" y="328662"/>
                    </a:cubicBezTo>
                    <a:close/>
                    <a:moveTo>
                      <a:pt x="16623" y="325857"/>
                    </a:moveTo>
                    <a:cubicBezTo>
                      <a:pt x="16451" y="325857"/>
                      <a:pt x="16280" y="325759"/>
                      <a:pt x="16219" y="325588"/>
                    </a:cubicBezTo>
                    <a:cubicBezTo>
                      <a:pt x="15888" y="324767"/>
                      <a:pt x="15569" y="323946"/>
                      <a:pt x="15263" y="323126"/>
                    </a:cubicBezTo>
                    <a:cubicBezTo>
                      <a:pt x="15177" y="322905"/>
                      <a:pt x="15300" y="322648"/>
                      <a:pt x="15520" y="322562"/>
                    </a:cubicBezTo>
                    <a:cubicBezTo>
                      <a:pt x="15741" y="322476"/>
                      <a:pt x="15998" y="322599"/>
                      <a:pt x="16084" y="322819"/>
                    </a:cubicBezTo>
                    <a:cubicBezTo>
                      <a:pt x="16390" y="323640"/>
                      <a:pt x="16696" y="324449"/>
                      <a:pt x="17027" y="325257"/>
                    </a:cubicBezTo>
                    <a:cubicBezTo>
                      <a:pt x="17113" y="325478"/>
                      <a:pt x="17003" y="325735"/>
                      <a:pt x="16782" y="325821"/>
                    </a:cubicBezTo>
                    <a:cubicBezTo>
                      <a:pt x="16733" y="325845"/>
                      <a:pt x="16672" y="325857"/>
                      <a:pt x="16623" y="325857"/>
                    </a:cubicBezTo>
                    <a:close/>
                    <a:moveTo>
                      <a:pt x="875979" y="320002"/>
                    </a:moveTo>
                    <a:cubicBezTo>
                      <a:pt x="875979" y="320002"/>
                      <a:pt x="875942" y="320002"/>
                      <a:pt x="875918" y="320002"/>
                    </a:cubicBezTo>
                    <a:cubicBezTo>
                      <a:pt x="875673" y="319965"/>
                      <a:pt x="875513" y="319745"/>
                      <a:pt x="875550" y="319512"/>
                    </a:cubicBezTo>
                    <a:lnTo>
                      <a:pt x="875918" y="316915"/>
                    </a:lnTo>
                    <a:cubicBezTo>
                      <a:pt x="875954" y="316682"/>
                      <a:pt x="876175" y="316511"/>
                      <a:pt x="876408" y="316547"/>
                    </a:cubicBezTo>
                    <a:cubicBezTo>
                      <a:pt x="876653" y="316584"/>
                      <a:pt x="876812" y="316805"/>
                      <a:pt x="876775" y="317037"/>
                    </a:cubicBezTo>
                    <a:lnTo>
                      <a:pt x="876408" y="319634"/>
                    </a:lnTo>
                    <a:cubicBezTo>
                      <a:pt x="876371" y="319855"/>
                      <a:pt x="876187" y="320014"/>
                      <a:pt x="875979" y="320014"/>
                    </a:cubicBezTo>
                    <a:close/>
                    <a:moveTo>
                      <a:pt x="13744" y="317601"/>
                    </a:moveTo>
                    <a:cubicBezTo>
                      <a:pt x="13560" y="317601"/>
                      <a:pt x="13377" y="317478"/>
                      <a:pt x="13328" y="317295"/>
                    </a:cubicBezTo>
                    <a:cubicBezTo>
                      <a:pt x="13083" y="316449"/>
                      <a:pt x="12838" y="315604"/>
                      <a:pt x="12617" y="314759"/>
                    </a:cubicBezTo>
                    <a:cubicBezTo>
                      <a:pt x="12556" y="314526"/>
                      <a:pt x="12691" y="314281"/>
                      <a:pt x="12923" y="314220"/>
                    </a:cubicBezTo>
                    <a:cubicBezTo>
                      <a:pt x="13156" y="314159"/>
                      <a:pt x="13401" y="314294"/>
                      <a:pt x="13462" y="314526"/>
                    </a:cubicBezTo>
                    <a:cubicBezTo>
                      <a:pt x="13683" y="315371"/>
                      <a:pt x="13928" y="316205"/>
                      <a:pt x="14173" y="317037"/>
                    </a:cubicBezTo>
                    <a:cubicBezTo>
                      <a:pt x="14246" y="317270"/>
                      <a:pt x="14112" y="317515"/>
                      <a:pt x="13879" y="317576"/>
                    </a:cubicBezTo>
                    <a:cubicBezTo>
                      <a:pt x="13842" y="317576"/>
                      <a:pt x="13793" y="317589"/>
                      <a:pt x="13756" y="317589"/>
                    </a:cubicBezTo>
                    <a:close/>
                    <a:moveTo>
                      <a:pt x="877167" y="311341"/>
                    </a:moveTo>
                    <a:cubicBezTo>
                      <a:pt x="877167" y="311341"/>
                      <a:pt x="877130" y="311341"/>
                      <a:pt x="877106" y="311341"/>
                    </a:cubicBezTo>
                    <a:cubicBezTo>
                      <a:pt x="876861" y="311305"/>
                      <a:pt x="876702" y="311084"/>
                      <a:pt x="876726" y="310851"/>
                    </a:cubicBezTo>
                    <a:lnTo>
                      <a:pt x="877069" y="308254"/>
                    </a:lnTo>
                    <a:cubicBezTo>
                      <a:pt x="877106" y="308009"/>
                      <a:pt x="877314" y="307850"/>
                      <a:pt x="877559" y="307875"/>
                    </a:cubicBezTo>
                    <a:cubicBezTo>
                      <a:pt x="877804" y="307911"/>
                      <a:pt x="877963" y="308132"/>
                      <a:pt x="877939" y="308365"/>
                    </a:cubicBezTo>
                    <a:lnTo>
                      <a:pt x="877596" y="310962"/>
                    </a:lnTo>
                    <a:cubicBezTo>
                      <a:pt x="877571" y="311182"/>
                      <a:pt x="877375" y="311341"/>
                      <a:pt x="877167" y="311341"/>
                    </a:cubicBezTo>
                    <a:close/>
                    <a:moveTo>
                      <a:pt x="11650" y="309124"/>
                    </a:moveTo>
                    <a:cubicBezTo>
                      <a:pt x="11441" y="309124"/>
                      <a:pt x="11258" y="308977"/>
                      <a:pt x="11221" y="308769"/>
                    </a:cubicBezTo>
                    <a:cubicBezTo>
                      <a:pt x="11049" y="307911"/>
                      <a:pt x="10890" y="307042"/>
                      <a:pt x="10743" y="306184"/>
                    </a:cubicBezTo>
                    <a:cubicBezTo>
                      <a:pt x="10706" y="305951"/>
                      <a:pt x="10866" y="305719"/>
                      <a:pt x="11098" y="305682"/>
                    </a:cubicBezTo>
                    <a:cubicBezTo>
                      <a:pt x="11331" y="305645"/>
                      <a:pt x="11564" y="305804"/>
                      <a:pt x="11600" y="306037"/>
                    </a:cubicBezTo>
                    <a:cubicBezTo>
                      <a:pt x="11747" y="306895"/>
                      <a:pt x="11907" y="307752"/>
                      <a:pt x="12078" y="308610"/>
                    </a:cubicBezTo>
                    <a:cubicBezTo>
                      <a:pt x="12127" y="308842"/>
                      <a:pt x="11968" y="309075"/>
                      <a:pt x="11735" y="309124"/>
                    </a:cubicBezTo>
                    <a:cubicBezTo>
                      <a:pt x="11711" y="309124"/>
                      <a:pt x="11674" y="309124"/>
                      <a:pt x="11650" y="309124"/>
                    </a:cubicBezTo>
                    <a:close/>
                    <a:moveTo>
                      <a:pt x="878306" y="302681"/>
                    </a:moveTo>
                    <a:cubicBezTo>
                      <a:pt x="878306" y="302681"/>
                      <a:pt x="878270" y="302681"/>
                      <a:pt x="878245" y="302681"/>
                    </a:cubicBezTo>
                    <a:cubicBezTo>
                      <a:pt x="878000" y="302644"/>
                      <a:pt x="877841" y="302436"/>
                      <a:pt x="877865" y="302191"/>
                    </a:cubicBezTo>
                    <a:lnTo>
                      <a:pt x="878196" y="299594"/>
                    </a:lnTo>
                    <a:cubicBezTo>
                      <a:pt x="878233" y="299349"/>
                      <a:pt x="878441" y="299177"/>
                      <a:pt x="878686" y="299214"/>
                    </a:cubicBezTo>
                    <a:cubicBezTo>
                      <a:pt x="878931" y="299251"/>
                      <a:pt x="879090" y="299459"/>
                      <a:pt x="879066" y="299704"/>
                    </a:cubicBezTo>
                    <a:lnTo>
                      <a:pt x="878735" y="302301"/>
                    </a:lnTo>
                    <a:cubicBezTo>
                      <a:pt x="878711" y="302522"/>
                      <a:pt x="878515" y="302681"/>
                      <a:pt x="878306" y="302681"/>
                    </a:cubicBezTo>
                    <a:close/>
                    <a:moveTo>
                      <a:pt x="10351" y="300488"/>
                    </a:moveTo>
                    <a:cubicBezTo>
                      <a:pt x="10130" y="300488"/>
                      <a:pt x="9935" y="300317"/>
                      <a:pt x="9922" y="300096"/>
                    </a:cubicBezTo>
                    <a:cubicBezTo>
                      <a:pt x="9837" y="299226"/>
                      <a:pt x="9751" y="298357"/>
                      <a:pt x="9690" y="297475"/>
                    </a:cubicBezTo>
                    <a:cubicBezTo>
                      <a:pt x="9677" y="297230"/>
                      <a:pt x="9849" y="297021"/>
                      <a:pt x="10094" y="297009"/>
                    </a:cubicBezTo>
                    <a:cubicBezTo>
                      <a:pt x="10339" y="296997"/>
                      <a:pt x="10547" y="297168"/>
                      <a:pt x="10559" y="297413"/>
                    </a:cubicBezTo>
                    <a:cubicBezTo>
                      <a:pt x="10621" y="298283"/>
                      <a:pt x="10706" y="299153"/>
                      <a:pt x="10792" y="300010"/>
                    </a:cubicBezTo>
                    <a:cubicBezTo>
                      <a:pt x="10816" y="300255"/>
                      <a:pt x="10645" y="300464"/>
                      <a:pt x="10400" y="300488"/>
                    </a:cubicBezTo>
                    <a:cubicBezTo>
                      <a:pt x="10388" y="300488"/>
                      <a:pt x="10363" y="300488"/>
                      <a:pt x="10351" y="300488"/>
                    </a:cubicBezTo>
                    <a:close/>
                    <a:moveTo>
                      <a:pt x="879409" y="294008"/>
                    </a:moveTo>
                    <a:cubicBezTo>
                      <a:pt x="879409" y="294008"/>
                      <a:pt x="879372" y="294008"/>
                      <a:pt x="879360" y="294008"/>
                    </a:cubicBezTo>
                    <a:cubicBezTo>
                      <a:pt x="879115" y="293983"/>
                      <a:pt x="878956" y="293763"/>
                      <a:pt x="878980" y="293518"/>
                    </a:cubicBezTo>
                    <a:lnTo>
                      <a:pt x="879299" y="290921"/>
                    </a:lnTo>
                    <a:cubicBezTo>
                      <a:pt x="879323" y="290676"/>
                      <a:pt x="879544" y="290505"/>
                      <a:pt x="879789" y="290541"/>
                    </a:cubicBezTo>
                    <a:cubicBezTo>
                      <a:pt x="880034" y="290566"/>
                      <a:pt x="880193" y="290786"/>
                      <a:pt x="880168" y="291031"/>
                    </a:cubicBezTo>
                    <a:lnTo>
                      <a:pt x="879850" y="293640"/>
                    </a:lnTo>
                    <a:cubicBezTo>
                      <a:pt x="879825" y="293861"/>
                      <a:pt x="879629" y="294020"/>
                      <a:pt x="879421" y="294020"/>
                    </a:cubicBezTo>
                    <a:close/>
                    <a:moveTo>
                      <a:pt x="9824" y="291766"/>
                    </a:moveTo>
                    <a:cubicBezTo>
                      <a:pt x="9591" y="291766"/>
                      <a:pt x="9396" y="291583"/>
                      <a:pt x="9383" y="291337"/>
                    </a:cubicBezTo>
                    <a:lnTo>
                      <a:pt x="9298" y="288716"/>
                    </a:lnTo>
                    <a:cubicBezTo>
                      <a:pt x="9298" y="288471"/>
                      <a:pt x="9481" y="288275"/>
                      <a:pt x="9726" y="288263"/>
                    </a:cubicBezTo>
                    <a:cubicBezTo>
                      <a:pt x="9971" y="288263"/>
                      <a:pt x="10167" y="288447"/>
                      <a:pt x="10180" y="288692"/>
                    </a:cubicBezTo>
                    <a:lnTo>
                      <a:pt x="10265" y="291313"/>
                    </a:lnTo>
                    <a:cubicBezTo>
                      <a:pt x="10265" y="291558"/>
                      <a:pt x="10082" y="291754"/>
                      <a:pt x="9837" y="291766"/>
                    </a:cubicBezTo>
                    <a:lnTo>
                      <a:pt x="9824" y="291766"/>
                    </a:lnTo>
                    <a:close/>
                    <a:moveTo>
                      <a:pt x="880450" y="285323"/>
                    </a:moveTo>
                    <a:cubicBezTo>
                      <a:pt x="880450" y="285323"/>
                      <a:pt x="880413" y="285323"/>
                      <a:pt x="880401" y="285323"/>
                    </a:cubicBezTo>
                    <a:cubicBezTo>
                      <a:pt x="880156" y="285298"/>
                      <a:pt x="879985" y="285078"/>
                      <a:pt x="880021" y="284833"/>
                    </a:cubicBezTo>
                    <a:lnTo>
                      <a:pt x="880328" y="282224"/>
                    </a:lnTo>
                    <a:cubicBezTo>
                      <a:pt x="880352" y="281979"/>
                      <a:pt x="880573" y="281819"/>
                      <a:pt x="880818" y="281844"/>
                    </a:cubicBezTo>
                    <a:cubicBezTo>
                      <a:pt x="881063" y="281868"/>
                      <a:pt x="881234" y="282089"/>
                      <a:pt x="881197" y="282334"/>
                    </a:cubicBezTo>
                    <a:lnTo>
                      <a:pt x="880891" y="284943"/>
                    </a:lnTo>
                    <a:cubicBezTo>
                      <a:pt x="880867" y="285164"/>
                      <a:pt x="880671" y="285323"/>
                      <a:pt x="880462" y="285323"/>
                    </a:cubicBezTo>
                    <a:close/>
                    <a:moveTo>
                      <a:pt x="9543" y="283032"/>
                    </a:moveTo>
                    <a:cubicBezTo>
                      <a:pt x="9310" y="283032"/>
                      <a:pt x="9114" y="282848"/>
                      <a:pt x="9102" y="282603"/>
                    </a:cubicBezTo>
                    <a:lnTo>
                      <a:pt x="9016" y="279982"/>
                    </a:lnTo>
                    <a:cubicBezTo>
                      <a:pt x="9016" y="279737"/>
                      <a:pt x="9200" y="279541"/>
                      <a:pt x="9432" y="279529"/>
                    </a:cubicBezTo>
                    <a:cubicBezTo>
                      <a:pt x="9665" y="279517"/>
                      <a:pt x="9873" y="279713"/>
                      <a:pt x="9886" y="279958"/>
                    </a:cubicBezTo>
                    <a:lnTo>
                      <a:pt x="9971" y="282579"/>
                    </a:lnTo>
                    <a:cubicBezTo>
                      <a:pt x="9971" y="282824"/>
                      <a:pt x="9788" y="283020"/>
                      <a:pt x="9555" y="283032"/>
                    </a:cubicBezTo>
                    <a:lnTo>
                      <a:pt x="9543" y="283032"/>
                    </a:lnTo>
                    <a:close/>
                    <a:moveTo>
                      <a:pt x="881455" y="276638"/>
                    </a:moveTo>
                    <a:cubicBezTo>
                      <a:pt x="881455" y="276638"/>
                      <a:pt x="881418" y="276638"/>
                      <a:pt x="881406" y="276638"/>
                    </a:cubicBezTo>
                    <a:cubicBezTo>
                      <a:pt x="881161" y="276613"/>
                      <a:pt x="880989" y="276393"/>
                      <a:pt x="881026" y="276160"/>
                    </a:cubicBezTo>
                    <a:lnTo>
                      <a:pt x="881320" y="273551"/>
                    </a:lnTo>
                    <a:cubicBezTo>
                      <a:pt x="881344" y="273306"/>
                      <a:pt x="881565" y="273134"/>
                      <a:pt x="881798" y="273159"/>
                    </a:cubicBezTo>
                    <a:cubicBezTo>
                      <a:pt x="882042" y="273183"/>
                      <a:pt x="882214" y="273404"/>
                      <a:pt x="882190" y="273637"/>
                    </a:cubicBezTo>
                    <a:lnTo>
                      <a:pt x="881896" y="276246"/>
                    </a:lnTo>
                    <a:cubicBezTo>
                      <a:pt x="881871" y="276466"/>
                      <a:pt x="881687" y="276638"/>
                      <a:pt x="881467" y="276638"/>
                    </a:cubicBezTo>
                    <a:close/>
                    <a:moveTo>
                      <a:pt x="9261" y="274298"/>
                    </a:moveTo>
                    <a:cubicBezTo>
                      <a:pt x="9028" y="274298"/>
                      <a:pt x="8832" y="274114"/>
                      <a:pt x="8820" y="273869"/>
                    </a:cubicBezTo>
                    <a:lnTo>
                      <a:pt x="8734" y="271248"/>
                    </a:lnTo>
                    <a:cubicBezTo>
                      <a:pt x="8734" y="271003"/>
                      <a:pt x="8918" y="270807"/>
                      <a:pt x="9151" y="270795"/>
                    </a:cubicBezTo>
                    <a:cubicBezTo>
                      <a:pt x="9359" y="270770"/>
                      <a:pt x="9591" y="270978"/>
                      <a:pt x="9604" y="271223"/>
                    </a:cubicBezTo>
                    <a:lnTo>
                      <a:pt x="9690" y="273845"/>
                    </a:lnTo>
                    <a:cubicBezTo>
                      <a:pt x="9690" y="274090"/>
                      <a:pt x="9506" y="274286"/>
                      <a:pt x="9273" y="274298"/>
                    </a:cubicBezTo>
                    <a:lnTo>
                      <a:pt x="9261" y="274298"/>
                    </a:lnTo>
                    <a:close/>
                    <a:moveTo>
                      <a:pt x="882398" y="267953"/>
                    </a:moveTo>
                    <a:cubicBezTo>
                      <a:pt x="882398" y="267953"/>
                      <a:pt x="882361" y="267953"/>
                      <a:pt x="882349" y="267953"/>
                    </a:cubicBezTo>
                    <a:cubicBezTo>
                      <a:pt x="882104" y="267928"/>
                      <a:pt x="881932" y="267708"/>
                      <a:pt x="881957" y="267475"/>
                    </a:cubicBezTo>
                    <a:lnTo>
                      <a:pt x="882239" y="264866"/>
                    </a:lnTo>
                    <a:cubicBezTo>
                      <a:pt x="882263" y="264621"/>
                      <a:pt x="882484" y="264449"/>
                      <a:pt x="882716" y="264474"/>
                    </a:cubicBezTo>
                    <a:cubicBezTo>
                      <a:pt x="882961" y="264498"/>
                      <a:pt x="883133" y="264719"/>
                      <a:pt x="883108" y="264952"/>
                    </a:cubicBezTo>
                    <a:lnTo>
                      <a:pt x="882826" y="267561"/>
                    </a:lnTo>
                    <a:cubicBezTo>
                      <a:pt x="882802" y="267781"/>
                      <a:pt x="882618" y="267953"/>
                      <a:pt x="882398" y="267953"/>
                    </a:cubicBezTo>
                    <a:close/>
                    <a:moveTo>
                      <a:pt x="8979" y="265564"/>
                    </a:moveTo>
                    <a:cubicBezTo>
                      <a:pt x="8746" y="265564"/>
                      <a:pt x="8550" y="265380"/>
                      <a:pt x="8538" y="265148"/>
                    </a:cubicBezTo>
                    <a:lnTo>
                      <a:pt x="8452" y="262526"/>
                    </a:lnTo>
                    <a:cubicBezTo>
                      <a:pt x="8452" y="262281"/>
                      <a:pt x="8636" y="262085"/>
                      <a:pt x="8881" y="262073"/>
                    </a:cubicBezTo>
                    <a:cubicBezTo>
                      <a:pt x="9138" y="262073"/>
                      <a:pt x="9322" y="262257"/>
                      <a:pt x="9334" y="262502"/>
                    </a:cubicBezTo>
                    <a:lnTo>
                      <a:pt x="9420" y="265123"/>
                    </a:lnTo>
                    <a:cubicBezTo>
                      <a:pt x="9420" y="265368"/>
                      <a:pt x="9236" y="265564"/>
                      <a:pt x="8991" y="265576"/>
                    </a:cubicBezTo>
                    <a:lnTo>
                      <a:pt x="8979" y="265576"/>
                    </a:lnTo>
                    <a:close/>
                    <a:moveTo>
                      <a:pt x="883304" y="259255"/>
                    </a:moveTo>
                    <a:cubicBezTo>
                      <a:pt x="883304" y="259255"/>
                      <a:pt x="883280" y="259255"/>
                      <a:pt x="883255" y="259255"/>
                    </a:cubicBezTo>
                    <a:cubicBezTo>
                      <a:pt x="883010" y="259231"/>
                      <a:pt x="882839" y="259023"/>
                      <a:pt x="882863" y="258778"/>
                    </a:cubicBezTo>
                    <a:lnTo>
                      <a:pt x="883120" y="256169"/>
                    </a:lnTo>
                    <a:cubicBezTo>
                      <a:pt x="883145" y="255924"/>
                      <a:pt x="883366" y="255752"/>
                      <a:pt x="883598" y="255777"/>
                    </a:cubicBezTo>
                    <a:cubicBezTo>
                      <a:pt x="883843" y="255801"/>
                      <a:pt x="884015" y="256009"/>
                      <a:pt x="883990" y="256254"/>
                    </a:cubicBezTo>
                    <a:lnTo>
                      <a:pt x="883733" y="258863"/>
                    </a:lnTo>
                    <a:cubicBezTo>
                      <a:pt x="883709" y="259084"/>
                      <a:pt x="883525" y="259255"/>
                      <a:pt x="883304" y="259255"/>
                    </a:cubicBezTo>
                    <a:close/>
                    <a:moveTo>
                      <a:pt x="8697" y="256830"/>
                    </a:moveTo>
                    <a:cubicBezTo>
                      <a:pt x="8465" y="256830"/>
                      <a:pt x="8269" y="256646"/>
                      <a:pt x="8256" y="256401"/>
                    </a:cubicBezTo>
                    <a:lnTo>
                      <a:pt x="8171" y="253780"/>
                    </a:lnTo>
                    <a:cubicBezTo>
                      <a:pt x="8171" y="253535"/>
                      <a:pt x="8354" y="253339"/>
                      <a:pt x="8599" y="253327"/>
                    </a:cubicBezTo>
                    <a:cubicBezTo>
                      <a:pt x="8844" y="253351"/>
                      <a:pt x="9040" y="253510"/>
                      <a:pt x="9053" y="253755"/>
                    </a:cubicBezTo>
                    <a:lnTo>
                      <a:pt x="9138" y="256377"/>
                    </a:lnTo>
                    <a:cubicBezTo>
                      <a:pt x="9138" y="256622"/>
                      <a:pt x="8955" y="256818"/>
                      <a:pt x="8722" y="256830"/>
                    </a:cubicBezTo>
                    <a:lnTo>
                      <a:pt x="8710" y="256830"/>
                    </a:lnTo>
                    <a:close/>
                    <a:moveTo>
                      <a:pt x="884162" y="250558"/>
                    </a:moveTo>
                    <a:cubicBezTo>
                      <a:pt x="884162" y="250558"/>
                      <a:pt x="884137" y="250558"/>
                      <a:pt x="884125" y="250558"/>
                    </a:cubicBezTo>
                    <a:cubicBezTo>
                      <a:pt x="883880" y="250534"/>
                      <a:pt x="883709" y="250325"/>
                      <a:pt x="883733" y="250080"/>
                    </a:cubicBezTo>
                    <a:lnTo>
                      <a:pt x="883978" y="247471"/>
                    </a:lnTo>
                    <a:cubicBezTo>
                      <a:pt x="884003" y="247226"/>
                      <a:pt x="884211" y="247067"/>
                      <a:pt x="884456" y="247079"/>
                    </a:cubicBezTo>
                    <a:cubicBezTo>
                      <a:pt x="884701" y="247104"/>
                      <a:pt x="884872" y="247312"/>
                      <a:pt x="884848" y="247557"/>
                    </a:cubicBezTo>
                    <a:lnTo>
                      <a:pt x="884603" y="250166"/>
                    </a:lnTo>
                    <a:cubicBezTo>
                      <a:pt x="884578" y="250387"/>
                      <a:pt x="884394" y="250558"/>
                      <a:pt x="884174" y="250558"/>
                    </a:cubicBezTo>
                    <a:close/>
                    <a:moveTo>
                      <a:pt x="8416" y="248096"/>
                    </a:moveTo>
                    <a:cubicBezTo>
                      <a:pt x="8183" y="248096"/>
                      <a:pt x="7987" y="247912"/>
                      <a:pt x="7975" y="247667"/>
                    </a:cubicBezTo>
                    <a:lnTo>
                      <a:pt x="7889" y="245046"/>
                    </a:lnTo>
                    <a:cubicBezTo>
                      <a:pt x="7889" y="244801"/>
                      <a:pt x="8073" y="244605"/>
                      <a:pt x="8305" y="244593"/>
                    </a:cubicBezTo>
                    <a:cubicBezTo>
                      <a:pt x="8538" y="244617"/>
                      <a:pt x="8746" y="244776"/>
                      <a:pt x="8759" y="245021"/>
                    </a:cubicBezTo>
                    <a:lnTo>
                      <a:pt x="8844" y="247643"/>
                    </a:lnTo>
                    <a:cubicBezTo>
                      <a:pt x="8844" y="247888"/>
                      <a:pt x="8661" y="248084"/>
                      <a:pt x="8428" y="248096"/>
                    </a:cubicBezTo>
                    <a:lnTo>
                      <a:pt x="8416" y="248096"/>
                    </a:lnTo>
                    <a:close/>
                    <a:moveTo>
                      <a:pt x="884958" y="241861"/>
                    </a:moveTo>
                    <a:cubicBezTo>
                      <a:pt x="884958" y="241861"/>
                      <a:pt x="884934" y="241861"/>
                      <a:pt x="884921" y="241861"/>
                    </a:cubicBezTo>
                    <a:cubicBezTo>
                      <a:pt x="884676" y="241836"/>
                      <a:pt x="884505" y="241628"/>
                      <a:pt x="884529" y="241383"/>
                    </a:cubicBezTo>
                    <a:lnTo>
                      <a:pt x="884762" y="238774"/>
                    </a:lnTo>
                    <a:cubicBezTo>
                      <a:pt x="884787" y="238529"/>
                      <a:pt x="884995" y="238370"/>
                      <a:pt x="885240" y="238382"/>
                    </a:cubicBezTo>
                    <a:cubicBezTo>
                      <a:pt x="885485" y="238406"/>
                      <a:pt x="885656" y="238615"/>
                      <a:pt x="885632" y="238860"/>
                    </a:cubicBezTo>
                    <a:lnTo>
                      <a:pt x="885399" y="241469"/>
                    </a:lnTo>
                    <a:cubicBezTo>
                      <a:pt x="885375" y="241702"/>
                      <a:pt x="885191" y="241861"/>
                      <a:pt x="884958" y="241861"/>
                    </a:cubicBezTo>
                    <a:close/>
                    <a:moveTo>
                      <a:pt x="8134" y="239362"/>
                    </a:moveTo>
                    <a:cubicBezTo>
                      <a:pt x="7901" y="239362"/>
                      <a:pt x="7705" y="239178"/>
                      <a:pt x="7693" y="238933"/>
                    </a:cubicBezTo>
                    <a:lnTo>
                      <a:pt x="7607" y="236312"/>
                    </a:lnTo>
                    <a:cubicBezTo>
                      <a:pt x="7607" y="236067"/>
                      <a:pt x="7791" y="235871"/>
                      <a:pt x="8036" y="235858"/>
                    </a:cubicBezTo>
                    <a:cubicBezTo>
                      <a:pt x="8281" y="235858"/>
                      <a:pt x="8477" y="236042"/>
                      <a:pt x="8489" y="236287"/>
                    </a:cubicBezTo>
                    <a:lnTo>
                      <a:pt x="8575" y="238909"/>
                    </a:lnTo>
                    <a:cubicBezTo>
                      <a:pt x="8575" y="239154"/>
                      <a:pt x="8391" y="239350"/>
                      <a:pt x="8158" y="239362"/>
                    </a:cubicBezTo>
                    <a:lnTo>
                      <a:pt x="8146" y="239362"/>
                    </a:lnTo>
                    <a:close/>
                    <a:moveTo>
                      <a:pt x="885717" y="233151"/>
                    </a:moveTo>
                    <a:cubicBezTo>
                      <a:pt x="885717" y="233151"/>
                      <a:pt x="885693" y="233151"/>
                      <a:pt x="885681" y="233151"/>
                    </a:cubicBezTo>
                    <a:cubicBezTo>
                      <a:pt x="885436" y="233127"/>
                      <a:pt x="885264" y="232918"/>
                      <a:pt x="885276" y="232674"/>
                    </a:cubicBezTo>
                    <a:lnTo>
                      <a:pt x="885497" y="230064"/>
                    </a:lnTo>
                    <a:cubicBezTo>
                      <a:pt x="885522" y="229819"/>
                      <a:pt x="885717" y="229648"/>
                      <a:pt x="885963" y="229660"/>
                    </a:cubicBezTo>
                    <a:cubicBezTo>
                      <a:pt x="886207" y="229685"/>
                      <a:pt x="886379" y="229893"/>
                      <a:pt x="886367" y="230126"/>
                    </a:cubicBezTo>
                    <a:lnTo>
                      <a:pt x="886146" y="232735"/>
                    </a:lnTo>
                    <a:cubicBezTo>
                      <a:pt x="886122" y="232968"/>
                      <a:pt x="885938" y="233139"/>
                      <a:pt x="885705" y="233139"/>
                    </a:cubicBezTo>
                    <a:close/>
                    <a:moveTo>
                      <a:pt x="7852" y="230628"/>
                    </a:moveTo>
                    <a:cubicBezTo>
                      <a:pt x="7619" y="230628"/>
                      <a:pt x="7423" y="230444"/>
                      <a:pt x="7411" y="230199"/>
                    </a:cubicBezTo>
                    <a:lnTo>
                      <a:pt x="7325" y="227578"/>
                    </a:lnTo>
                    <a:cubicBezTo>
                      <a:pt x="7325" y="227333"/>
                      <a:pt x="7509" y="227137"/>
                      <a:pt x="7754" y="227124"/>
                    </a:cubicBezTo>
                    <a:cubicBezTo>
                      <a:pt x="7999" y="227124"/>
                      <a:pt x="8195" y="227308"/>
                      <a:pt x="8207" y="227553"/>
                    </a:cubicBezTo>
                    <a:lnTo>
                      <a:pt x="8293" y="230175"/>
                    </a:lnTo>
                    <a:cubicBezTo>
                      <a:pt x="8293" y="230420"/>
                      <a:pt x="8109" y="230616"/>
                      <a:pt x="7864" y="230628"/>
                    </a:cubicBezTo>
                    <a:lnTo>
                      <a:pt x="7852" y="230628"/>
                    </a:lnTo>
                    <a:close/>
                    <a:moveTo>
                      <a:pt x="886416" y="224442"/>
                    </a:moveTo>
                    <a:cubicBezTo>
                      <a:pt x="886416" y="224442"/>
                      <a:pt x="886391" y="224442"/>
                      <a:pt x="886379" y="224442"/>
                    </a:cubicBezTo>
                    <a:cubicBezTo>
                      <a:pt x="886134" y="224429"/>
                      <a:pt x="885963" y="224209"/>
                      <a:pt x="885975" y="223976"/>
                    </a:cubicBezTo>
                    <a:lnTo>
                      <a:pt x="886171" y="221367"/>
                    </a:lnTo>
                    <a:cubicBezTo>
                      <a:pt x="886183" y="221122"/>
                      <a:pt x="886391" y="220938"/>
                      <a:pt x="886636" y="220963"/>
                    </a:cubicBezTo>
                    <a:cubicBezTo>
                      <a:pt x="886881" y="220987"/>
                      <a:pt x="887053" y="221196"/>
                      <a:pt x="887040" y="221428"/>
                    </a:cubicBezTo>
                    <a:lnTo>
                      <a:pt x="886844" y="224037"/>
                    </a:lnTo>
                    <a:cubicBezTo>
                      <a:pt x="886832" y="224270"/>
                      <a:pt x="886636" y="224442"/>
                      <a:pt x="886403" y="224442"/>
                    </a:cubicBezTo>
                    <a:close/>
                    <a:moveTo>
                      <a:pt x="7570" y="221894"/>
                    </a:moveTo>
                    <a:cubicBezTo>
                      <a:pt x="7338" y="221894"/>
                      <a:pt x="7142" y="221710"/>
                      <a:pt x="7129" y="221465"/>
                    </a:cubicBezTo>
                    <a:lnTo>
                      <a:pt x="7044" y="218844"/>
                    </a:lnTo>
                    <a:cubicBezTo>
                      <a:pt x="7044" y="218599"/>
                      <a:pt x="7227" y="218403"/>
                      <a:pt x="7460" y="218390"/>
                    </a:cubicBezTo>
                    <a:cubicBezTo>
                      <a:pt x="7681" y="218378"/>
                      <a:pt x="7901" y="218574"/>
                      <a:pt x="7913" y="218819"/>
                    </a:cubicBezTo>
                    <a:lnTo>
                      <a:pt x="7999" y="221440"/>
                    </a:lnTo>
                    <a:cubicBezTo>
                      <a:pt x="7999" y="221685"/>
                      <a:pt x="7815" y="221882"/>
                      <a:pt x="7583" y="221894"/>
                    </a:cubicBezTo>
                    <a:lnTo>
                      <a:pt x="7570" y="221894"/>
                    </a:lnTo>
                    <a:close/>
                    <a:moveTo>
                      <a:pt x="887065" y="215720"/>
                    </a:moveTo>
                    <a:cubicBezTo>
                      <a:pt x="887065" y="215720"/>
                      <a:pt x="887040" y="215720"/>
                      <a:pt x="887028" y="215720"/>
                    </a:cubicBezTo>
                    <a:cubicBezTo>
                      <a:pt x="886783" y="215708"/>
                      <a:pt x="886612" y="215487"/>
                      <a:pt x="886624" y="215254"/>
                    </a:cubicBezTo>
                    <a:lnTo>
                      <a:pt x="886808" y="212645"/>
                    </a:lnTo>
                    <a:cubicBezTo>
                      <a:pt x="886820" y="212400"/>
                      <a:pt x="887040" y="212229"/>
                      <a:pt x="887273" y="212241"/>
                    </a:cubicBezTo>
                    <a:cubicBezTo>
                      <a:pt x="887518" y="212253"/>
                      <a:pt x="887690" y="212461"/>
                      <a:pt x="887677" y="212706"/>
                    </a:cubicBezTo>
                    <a:lnTo>
                      <a:pt x="887494" y="215328"/>
                    </a:lnTo>
                    <a:cubicBezTo>
                      <a:pt x="887481" y="215561"/>
                      <a:pt x="887285" y="215732"/>
                      <a:pt x="887053" y="215732"/>
                    </a:cubicBezTo>
                    <a:close/>
                    <a:moveTo>
                      <a:pt x="7289" y="213160"/>
                    </a:moveTo>
                    <a:cubicBezTo>
                      <a:pt x="7056" y="213160"/>
                      <a:pt x="6860" y="212976"/>
                      <a:pt x="6848" y="212743"/>
                    </a:cubicBezTo>
                    <a:lnTo>
                      <a:pt x="6762" y="210122"/>
                    </a:lnTo>
                    <a:cubicBezTo>
                      <a:pt x="6762" y="209877"/>
                      <a:pt x="6946" y="209681"/>
                      <a:pt x="7178" y="209668"/>
                    </a:cubicBezTo>
                    <a:cubicBezTo>
                      <a:pt x="7399" y="209668"/>
                      <a:pt x="7619" y="209852"/>
                      <a:pt x="7632" y="210097"/>
                    </a:cubicBezTo>
                    <a:lnTo>
                      <a:pt x="7717" y="212719"/>
                    </a:lnTo>
                    <a:cubicBezTo>
                      <a:pt x="7717" y="212964"/>
                      <a:pt x="7534" y="213160"/>
                      <a:pt x="7301" y="213172"/>
                    </a:cubicBezTo>
                    <a:lnTo>
                      <a:pt x="7289" y="213172"/>
                    </a:lnTo>
                    <a:close/>
                    <a:moveTo>
                      <a:pt x="887665" y="207010"/>
                    </a:moveTo>
                    <a:cubicBezTo>
                      <a:pt x="887665" y="207010"/>
                      <a:pt x="887641" y="207010"/>
                      <a:pt x="887641" y="207010"/>
                    </a:cubicBezTo>
                    <a:cubicBezTo>
                      <a:pt x="887396" y="206998"/>
                      <a:pt x="887212" y="206790"/>
                      <a:pt x="887237" y="206545"/>
                    </a:cubicBezTo>
                    <a:lnTo>
                      <a:pt x="887408" y="203923"/>
                    </a:lnTo>
                    <a:cubicBezTo>
                      <a:pt x="887420" y="203678"/>
                      <a:pt x="887628" y="203495"/>
                      <a:pt x="887873" y="203519"/>
                    </a:cubicBezTo>
                    <a:cubicBezTo>
                      <a:pt x="888118" y="203531"/>
                      <a:pt x="888302" y="203740"/>
                      <a:pt x="888278" y="203985"/>
                    </a:cubicBezTo>
                    <a:lnTo>
                      <a:pt x="888106" y="206606"/>
                    </a:lnTo>
                    <a:cubicBezTo>
                      <a:pt x="888094" y="206839"/>
                      <a:pt x="887898" y="207010"/>
                      <a:pt x="887665" y="207010"/>
                    </a:cubicBezTo>
                    <a:close/>
                    <a:moveTo>
                      <a:pt x="7007" y="204426"/>
                    </a:moveTo>
                    <a:cubicBezTo>
                      <a:pt x="6774" y="204426"/>
                      <a:pt x="6578" y="204242"/>
                      <a:pt x="6566" y="203997"/>
                    </a:cubicBezTo>
                    <a:lnTo>
                      <a:pt x="6480" y="201375"/>
                    </a:lnTo>
                    <a:cubicBezTo>
                      <a:pt x="6480" y="201130"/>
                      <a:pt x="6664" y="200934"/>
                      <a:pt x="6909" y="200922"/>
                    </a:cubicBezTo>
                    <a:cubicBezTo>
                      <a:pt x="7166" y="200947"/>
                      <a:pt x="7350" y="201106"/>
                      <a:pt x="7362" y="201339"/>
                    </a:cubicBezTo>
                    <a:lnTo>
                      <a:pt x="7448" y="203960"/>
                    </a:lnTo>
                    <a:cubicBezTo>
                      <a:pt x="7448" y="204205"/>
                      <a:pt x="7264" y="204401"/>
                      <a:pt x="7019" y="204413"/>
                    </a:cubicBezTo>
                    <a:lnTo>
                      <a:pt x="7007" y="204413"/>
                    </a:lnTo>
                    <a:close/>
                    <a:moveTo>
                      <a:pt x="888216" y="198276"/>
                    </a:moveTo>
                    <a:cubicBezTo>
                      <a:pt x="888216" y="198276"/>
                      <a:pt x="888204" y="198276"/>
                      <a:pt x="888192" y="198276"/>
                    </a:cubicBezTo>
                    <a:cubicBezTo>
                      <a:pt x="887947" y="198264"/>
                      <a:pt x="887763" y="198056"/>
                      <a:pt x="887788" y="197811"/>
                    </a:cubicBezTo>
                    <a:lnTo>
                      <a:pt x="887947" y="195189"/>
                    </a:lnTo>
                    <a:cubicBezTo>
                      <a:pt x="887959" y="194944"/>
                      <a:pt x="888167" y="194761"/>
                      <a:pt x="888412" y="194773"/>
                    </a:cubicBezTo>
                    <a:cubicBezTo>
                      <a:pt x="888657" y="194785"/>
                      <a:pt x="888841" y="194993"/>
                      <a:pt x="888829" y="195238"/>
                    </a:cubicBezTo>
                    <a:lnTo>
                      <a:pt x="888670" y="197860"/>
                    </a:lnTo>
                    <a:cubicBezTo>
                      <a:pt x="888657" y="198092"/>
                      <a:pt x="888461" y="198276"/>
                      <a:pt x="888229" y="198276"/>
                    </a:cubicBezTo>
                    <a:close/>
                    <a:moveTo>
                      <a:pt x="6725" y="195679"/>
                    </a:moveTo>
                    <a:cubicBezTo>
                      <a:pt x="6492" y="195679"/>
                      <a:pt x="6296" y="195496"/>
                      <a:pt x="6284" y="195251"/>
                    </a:cubicBezTo>
                    <a:lnTo>
                      <a:pt x="6198" y="192629"/>
                    </a:lnTo>
                    <a:cubicBezTo>
                      <a:pt x="6198" y="192384"/>
                      <a:pt x="6382" y="192188"/>
                      <a:pt x="6615" y="192176"/>
                    </a:cubicBezTo>
                    <a:cubicBezTo>
                      <a:pt x="6860" y="192151"/>
                      <a:pt x="7056" y="192360"/>
                      <a:pt x="7068" y="192605"/>
                    </a:cubicBezTo>
                    <a:lnTo>
                      <a:pt x="7154" y="195226"/>
                    </a:lnTo>
                    <a:cubicBezTo>
                      <a:pt x="7154" y="195471"/>
                      <a:pt x="6970" y="195667"/>
                      <a:pt x="6737" y="195679"/>
                    </a:cubicBezTo>
                    <a:lnTo>
                      <a:pt x="6725" y="195679"/>
                    </a:lnTo>
                    <a:close/>
                    <a:moveTo>
                      <a:pt x="888706" y="189542"/>
                    </a:moveTo>
                    <a:cubicBezTo>
                      <a:pt x="888706" y="189542"/>
                      <a:pt x="888694" y="189542"/>
                      <a:pt x="888682" y="189542"/>
                    </a:cubicBezTo>
                    <a:cubicBezTo>
                      <a:pt x="888437" y="189530"/>
                      <a:pt x="888253" y="189322"/>
                      <a:pt x="888265" y="189089"/>
                    </a:cubicBezTo>
                    <a:lnTo>
                      <a:pt x="888400" y="186467"/>
                    </a:lnTo>
                    <a:cubicBezTo>
                      <a:pt x="888412" y="186222"/>
                      <a:pt x="888608" y="186027"/>
                      <a:pt x="888853" y="186051"/>
                    </a:cubicBezTo>
                    <a:cubicBezTo>
                      <a:pt x="889098" y="186051"/>
                      <a:pt x="889282" y="186272"/>
                      <a:pt x="889270" y="186504"/>
                    </a:cubicBezTo>
                    <a:lnTo>
                      <a:pt x="889135" y="189126"/>
                    </a:lnTo>
                    <a:cubicBezTo>
                      <a:pt x="889123" y="189358"/>
                      <a:pt x="888927" y="189542"/>
                      <a:pt x="888694" y="189542"/>
                    </a:cubicBezTo>
                    <a:close/>
                    <a:moveTo>
                      <a:pt x="6443" y="186945"/>
                    </a:moveTo>
                    <a:cubicBezTo>
                      <a:pt x="6211" y="186945"/>
                      <a:pt x="6015" y="186761"/>
                      <a:pt x="6002" y="186516"/>
                    </a:cubicBezTo>
                    <a:lnTo>
                      <a:pt x="5917" y="183895"/>
                    </a:lnTo>
                    <a:cubicBezTo>
                      <a:pt x="5917" y="183650"/>
                      <a:pt x="6100" y="183454"/>
                      <a:pt x="6333" y="183442"/>
                    </a:cubicBezTo>
                    <a:cubicBezTo>
                      <a:pt x="6541" y="183442"/>
                      <a:pt x="6774" y="183626"/>
                      <a:pt x="6786" y="183871"/>
                    </a:cubicBezTo>
                    <a:lnTo>
                      <a:pt x="6872" y="186492"/>
                    </a:lnTo>
                    <a:cubicBezTo>
                      <a:pt x="6872" y="186737"/>
                      <a:pt x="6688" y="186933"/>
                      <a:pt x="6456" y="186945"/>
                    </a:cubicBezTo>
                    <a:lnTo>
                      <a:pt x="6443" y="186945"/>
                    </a:lnTo>
                    <a:close/>
                    <a:moveTo>
                      <a:pt x="889147" y="180820"/>
                    </a:moveTo>
                    <a:cubicBezTo>
                      <a:pt x="889147" y="180820"/>
                      <a:pt x="889135" y="180820"/>
                      <a:pt x="889123" y="180820"/>
                    </a:cubicBezTo>
                    <a:cubicBezTo>
                      <a:pt x="888878" y="180820"/>
                      <a:pt x="888694" y="180600"/>
                      <a:pt x="888706" y="180367"/>
                    </a:cubicBezTo>
                    <a:lnTo>
                      <a:pt x="888829" y="177746"/>
                    </a:lnTo>
                    <a:cubicBezTo>
                      <a:pt x="888829" y="177501"/>
                      <a:pt x="889049" y="177329"/>
                      <a:pt x="889282" y="177329"/>
                    </a:cubicBezTo>
                    <a:cubicBezTo>
                      <a:pt x="889527" y="177329"/>
                      <a:pt x="889711" y="177550"/>
                      <a:pt x="889699" y="177782"/>
                    </a:cubicBezTo>
                    <a:lnTo>
                      <a:pt x="889576" y="180404"/>
                    </a:lnTo>
                    <a:cubicBezTo>
                      <a:pt x="889576" y="180637"/>
                      <a:pt x="889368" y="180820"/>
                      <a:pt x="889135" y="180820"/>
                    </a:cubicBezTo>
                    <a:close/>
                    <a:moveTo>
                      <a:pt x="6162" y="178211"/>
                    </a:moveTo>
                    <a:cubicBezTo>
                      <a:pt x="5929" y="178211"/>
                      <a:pt x="5733" y="178027"/>
                      <a:pt x="5721" y="177782"/>
                    </a:cubicBezTo>
                    <a:lnTo>
                      <a:pt x="5635" y="175161"/>
                    </a:lnTo>
                    <a:cubicBezTo>
                      <a:pt x="5635" y="174916"/>
                      <a:pt x="5819" y="174720"/>
                      <a:pt x="6064" y="174708"/>
                    </a:cubicBezTo>
                    <a:cubicBezTo>
                      <a:pt x="6296" y="174708"/>
                      <a:pt x="6505" y="174891"/>
                      <a:pt x="6517" y="175136"/>
                    </a:cubicBezTo>
                    <a:lnTo>
                      <a:pt x="6603" y="177758"/>
                    </a:lnTo>
                    <a:cubicBezTo>
                      <a:pt x="6603" y="178003"/>
                      <a:pt x="6419" y="178199"/>
                      <a:pt x="6174" y="178211"/>
                    </a:cubicBezTo>
                    <a:lnTo>
                      <a:pt x="6162" y="178211"/>
                    </a:lnTo>
                    <a:close/>
                    <a:moveTo>
                      <a:pt x="889527" y="172086"/>
                    </a:moveTo>
                    <a:lnTo>
                      <a:pt x="889515" y="172086"/>
                    </a:lnTo>
                    <a:cubicBezTo>
                      <a:pt x="889270" y="172086"/>
                      <a:pt x="889086" y="171878"/>
                      <a:pt x="889098" y="171633"/>
                    </a:cubicBezTo>
                    <a:lnTo>
                      <a:pt x="889196" y="169012"/>
                    </a:lnTo>
                    <a:cubicBezTo>
                      <a:pt x="889196" y="168767"/>
                      <a:pt x="889405" y="168595"/>
                      <a:pt x="889650" y="168595"/>
                    </a:cubicBezTo>
                    <a:cubicBezTo>
                      <a:pt x="889895" y="168595"/>
                      <a:pt x="890078" y="168803"/>
                      <a:pt x="890066" y="169048"/>
                    </a:cubicBezTo>
                    <a:lnTo>
                      <a:pt x="889968" y="171670"/>
                    </a:lnTo>
                    <a:cubicBezTo>
                      <a:pt x="889968" y="171903"/>
                      <a:pt x="889760" y="172086"/>
                      <a:pt x="889527" y="172086"/>
                    </a:cubicBezTo>
                    <a:close/>
                    <a:moveTo>
                      <a:pt x="5880" y="169477"/>
                    </a:moveTo>
                    <a:cubicBezTo>
                      <a:pt x="5647" y="169477"/>
                      <a:pt x="5451" y="169293"/>
                      <a:pt x="5439" y="169048"/>
                    </a:cubicBezTo>
                    <a:lnTo>
                      <a:pt x="5353" y="166427"/>
                    </a:lnTo>
                    <a:cubicBezTo>
                      <a:pt x="5353" y="166182"/>
                      <a:pt x="5537" y="165986"/>
                      <a:pt x="5782" y="165974"/>
                    </a:cubicBezTo>
                    <a:cubicBezTo>
                      <a:pt x="6027" y="166010"/>
                      <a:pt x="6223" y="166157"/>
                      <a:pt x="6235" y="166402"/>
                    </a:cubicBezTo>
                    <a:lnTo>
                      <a:pt x="6321" y="169024"/>
                    </a:lnTo>
                    <a:cubicBezTo>
                      <a:pt x="6321" y="169269"/>
                      <a:pt x="6137" y="169465"/>
                      <a:pt x="5904" y="169477"/>
                    </a:cubicBezTo>
                    <a:lnTo>
                      <a:pt x="5892" y="169477"/>
                    </a:lnTo>
                    <a:close/>
                    <a:moveTo>
                      <a:pt x="889846" y="163352"/>
                    </a:moveTo>
                    <a:lnTo>
                      <a:pt x="889833" y="163352"/>
                    </a:lnTo>
                    <a:cubicBezTo>
                      <a:pt x="889588" y="163352"/>
                      <a:pt x="889405" y="163144"/>
                      <a:pt x="889417" y="162899"/>
                    </a:cubicBezTo>
                    <a:lnTo>
                      <a:pt x="889503" y="160278"/>
                    </a:lnTo>
                    <a:cubicBezTo>
                      <a:pt x="889503" y="160033"/>
                      <a:pt x="889723" y="159861"/>
                      <a:pt x="889956" y="159849"/>
                    </a:cubicBezTo>
                    <a:cubicBezTo>
                      <a:pt x="890201" y="159849"/>
                      <a:pt x="890385" y="160057"/>
                      <a:pt x="890385" y="160302"/>
                    </a:cubicBezTo>
                    <a:lnTo>
                      <a:pt x="890299" y="162924"/>
                    </a:lnTo>
                    <a:cubicBezTo>
                      <a:pt x="890299" y="163156"/>
                      <a:pt x="890103" y="163340"/>
                      <a:pt x="889858" y="163340"/>
                    </a:cubicBezTo>
                    <a:close/>
                    <a:moveTo>
                      <a:pt x="5598" y="160743"/>
                    </a:moveTo>
                    <a:cubicBezTo>
                      <a:pt x="5365" y="160743"/>
                      <a:pt x="5169" y="160559"/>
                      <a:pt x="5157" y="160314"/>
                    </a:cubicBezTo>
                    <a:lnTo>
                      <a:pt x="5071" y="157693"/>
                    </a:lnTo>
                    <a:cubicBezTo>
                      <a:pt x="5071" y="157448"/>
                      <a:pt x="5255" y="157252"/>
                      <a:pt x="5488" y="157240"/>
                    </a:cubicBezTo>
                    <a:cubicBezTo>
                      <a:pt x="5696" y="157215"/>
                      <a:pt x="5929" y="157423"/>
                      <a:pt x="5941" y="157668"/>
                    </a:cubicBezTo>
                    <a:lnTo>
                      <a:pt x="6027" y="160290"/>
                    </a:lnTo>
                    <a:cubicBezTo>
                      <a:pt x="6027" y="160535"/>
                      <a:pt x="5843" y="160731"/>
                      <a:pt x="5610" y="160743"/>
                    </a:cubicBezTo>
                    <a:lnTo>
                      <a:pt x="5598" y="160743"/>
                    </a:lnTo>
                    <a:close/>
                    <a:moveTo>
                      <a:pt x="890115" y="154618"/>
                    </a:moveTo>
                    <a:lnTo>
                      <a:pt x="890115" y="154618"/>
                    </a:lnTo>
                    <a:cubicBezTo>
                      <a:pt x="889870" y="154618"/>
                      <a:pt x="889686" y="154410"/>
                      <a:pt x="889686" y="154165"/>
                    </a:cubicBezTo>
                    <a:lnTo>
                      <a:pt x="889760" y="151543"/>
                    </a:lnTo>
                    <a:cubicBezTo>
                      <a:pt x="889760" y="151298"/>
                      <a:pt x="889956" y="151139"/>
                      <a:pt x="890213" y="151115"/>
                    </a:cubicBezTo>
                    <a:cubicBezTo>
                      <a:pt x="890458" y="151115"/>
                      <a:pt x="890642" y="151323"/>
                      <a:pt x="890642" y="151568"/>
                    </a:cubicBezTo>
                    <a:lnTo>
                      <a:pt x="890568" y="154189"/>
                    </a:lnTo>
                    <a:cubicBezTo>
                      <a:pt x="890568" y="154422"/>
                      <a:pt x="890372" y="154618"/>
                      <a:pt x="890127" y="154618"/>
                    </a:cubicBezTo>
                    <a:close/>
                    <a:moveTo>
                      <a:pt x="5316" y="152009"/>
                    </a:moveTo>
                    <a:cubicBezTo>
                      <a:pt x="5084" y="152009"/>
                      <a:pt x="4888" y="151825"/>
                      <a:pt x="4875" y="151580"/>
                    </a:cubicBezTo>
                    <a:lnTo>
                      <a:pt x="4790" y="148959"/>
                    </a:lnTo>
                    <a:cubicBezTo>
                      <a:pt x="4790" y="148714"/>
                      <a:pt x="4973" y="148518"/>
                      <a:pt x="5206" y="148506"/>
                    </a:cubicBezTo>
                    <a:cubicBezTo>
                      <a:pt x="5439" y="148506"/>
                      <a:pt x="5647" y="148689"/>
                      <a:pt x="5659" y="148934"/>
                    </a:cubicBezTo>
                    <a:lnTo>
                      <a:pt x="5745" y="151556"/>
                    </a:lnTo>
                    <a:cubicBezTo>
                      <a:pt x="5745" y="151801"/>
                      <a:pt x="5561" y="151997"/>
                      <a:pt x="5329" y="152009"/>
                    </a:cubicBezTo>
                    <a:lnTo>
                      <a:pt x="5316" y="152009"/>
                    </a:lnTo>
                    <a:close/>
                    <a:moveTo>
                      <a:pt x="890323" y="145872"/>
                    </a:moveTo>
                    <a:lnTo>
                      <a:pt x="890323" y="145872"/>
                    </a:lnTo>
                    <a:cubicBezTo>
                      <a:pt x="890078" y="145872"/>
                      <a:pt x="889895" y="145664"/>
                      <a:pt x="889895" y="145431"/>
                    </a:cubicBezTo>
                    <a:lnTo>
                      <a:pt x="889944" y="142809"/>
                    </a:lnTo>
                    <a:cubicBezTo>
                      <a:pt x="889944" y="142564"/>
                      <a:pt x="890140" y="142381"/>
                      <a:pt x="890385" y="142381"/>
                    </a:cubicBezTo>
                    <a:lnTo>
                      <a:pt x="890385" y="142381"/>
                    </a:lnTo>
                    <a:cubicBezTo>
                      <a:pt x="890630" y="142381"/>
                      <a:pt x="890813" y="142589"/>
                      <a:pt x="890813" y="142822"/>
                    </a:cubicBezTo>
                    <a:lnTo>
                      <a:pt x="890764" y="145443"/>
                    </a:lnTo>
                    <a:cubicBezTo>
                      <a:pt x="890764" y="145688"/>
                      <a:pt x="890568" y="145872"/>
                      <a:pt x="890323" y="145872"/>
                    </a:cubicBezTo>
                    <a:close/>
                    <a:moveTo>
                      <a:pt x="5035" y="143263"/>
                    </a:moveTo>
                    <a:cubicBezTo>
                      <a:pt x="4802" y="143263"/>
                      <a:pt x="4606" y="143079"/>
                      <a:pt x="4594" y="142834"/>
                    </a:cubicBezTo>
                    <a:lnTo>
                      <a:pt x="4508" y="140212"/>
                    </a:lnTo>
                    <a:cubicBezTo>
                      <a:pt x="4508" y="139967"/>
                      <a:pt x="4692" y="139771"/>
                      <a:pt x="4937" y="139759"/>
                    </a:cubicBezTo>
                    <a:cubicBezTo>
                      <a:pt x="5182" y="139747"/>
                      <a:pt x="5378" y="139943"/>
                      <a:pt x="5390" y="140188"/>
                    </a:cubicBezTo>
                    <a:lnTo>
                      <a:pt x="5476" y="142809"/>
                    </a:lnTo>
                    <a:cubicBezTo>
                      <a:pt x="5476" y="143054"/>
                      <a:pt x="5292" y="143250"/>
                      <a:pt x="5047" y="143263"/>
                    </a:cubicBezTo>
                    <a:lnTo>
                      <a:pt x="5035" y="143263"/>
                    </a:lnTo>
                    <a:close/>
                    <a:moveTo>
                      <a:pt x="890470" y="137126"/>
                    </a:moveTo>
                    <a:lnTo>
                      <a:pt x="890470" y="137126"/>
                    </a:lnTo>
                    <a:cubicBezTo>
                      <a:pt x="890225" y="137126"/>
                      <a:pt x="890042" y="136930"/>
                      <a:pt x="890042" y="136685"/>
                    </a:cubicBezTo>
                    <a:lnTo>
                      <a:pt x="890078" y="134063"/>
                    </a:lnTo>
                    <a:cubicBezTo>
                      <a:pt x="890078" y="133818"/>
                      <a:pt x="890274" y="133634"/>
                      <a:pt x="890519" y="133634"/>
                    </a:cubicBezTo>
                    <a:lnTo>
                      <a:pt x="890519" y="133634"/>
                    </a:lnTo>
                    <a:cubicBezTo>
                      <a:pt x="890764" y="133634"/>
                      <a:pt x="890948" y="133830"/>
                      <a:pt x="890948" y="134075"/>
                    </a:cubicBezTo>
                    <a:lnTo>
                      <a:pt x="890911" y="136697"/>
                    </a:lnTo>
                    <a:cubicBezTo>
                      <a:pt x="890911" y="136942"/>
                      <a:pt x="890715" y="137126"/>
                      <a:pt x="890470" y="137126"/>
                    </a:cubicBezTo>
                    <a:close/>
                    <a:moveTo>
                      <a:pt x="4753" y="134529"/>
                    </a:moveTo>
                    <a:cubicBezTo>
                      <a:pt x="4520" y="134529"/>
                      <a:pt x="4324" y="134345"/>
                      <a:pt x="4312" y="134100"/>
                    </a:cubicBezTo>
                    <a:lnTo>
                      <a:pt x="4226" y="131478"/>
                    </a:lnTo>
                    <a:cubicBezTo>
                      <a:pt x="4226" y="131233"/>
                      <a:pt x="4410" y="131037"/>
                      <a:pt x="4643" y="131025"/>
                    </a:cubicBezTo>
                    <a:cubicBezTo>
                      <a:pt x="4888" y="131025"/>
                      <a:pt x="5084" y="131209"/>
                      <a:pt x="5096" y="131454"/>
                    </a:cubicBezTo>
                    <a:lnTo>
                      <a:pt x="5182" y="134075"/>
                    </a:lnTo>
                    <a:cubicBezTo>
                      <a:pt x="5182" y="134320"/>
                      <a:pt x="4998" y="134516"/>
                      <a:pt x="4765" y="134529"/>
                    </a:cubicBezTo>
                    <a:lnTo>
                      <a:pt x="4753" y="134529"/>
                    </a:lnTo>
                    <a:close/>
                    <a:moveTo>
                      <a:pt x="890556" y="128404"/>
                    </a:moveTo>
                    <a:lnTo>
                      <a:pt x="890556" y="128404"/>
                    </a:lnTo>
                    <a:cubicBezTo>
                      <a:pt x="890311" y="128404"/>
                      <a:pt x="890115" y="128208"/>
                      <a:pt x="890127" y="127963"/>
                    </a:cubicBezTo>
                    <a:lnTo>
                      <a:pt x="890127" y="125341"/>
                    </a:lnTo>
                    <a:cubicBezTo>
                      <a:pt x="890140" y="125096"/>
                      <a:pt x="890336" y="124900"/>
                      <a:pt x="890581" y="124900"/>
                    </a:cubicBezTo>
                    <a:lnTo>
                      <a:pt x="890581" y="124900"/>
                    </a:lnTo>
                    <a:cubicBezTo>
                      <a:pt x="890826" y="124900"/>
                      <a:pt x="891022" y="125096"/>
                      <a:pt x="891022" y="125341"/>
                    </a:cubicBezTo>
                    <a:lnTo>
                      <a:pt x="891022" y="127963"/>
                    </a:lnTo>
                    <a:cubicBezTo>
                      <a:pt x="891009" y="128208"/>
                      <a:pt x="890813" y="128391"/>
                      <a:pt x="890568" y="128391"/>
                    </a:cubicBezTo>
                    <a:close/>
                    <a:moveTo>
                      <a:pt x="4471" y="125795"/>
                    </a:moveTo>
                    <a:cubicBezTo>
                      <a:pt x="4238" y="125795"/>
                      <a:pt x="4042" y="125611"/>
                      <a:pt x="4030" y="125366"/>
                    </a:cubicBezTo>
                    <a:lnTo>
                      <a:pt x="3944" y="122744"/>
                    </a:lnTo>
                    <a:cubicBezTo>
                      <a:pt x="3944" y="122499"/>
                      <a:pt x="4128" y="122303"/>
                      <a:pt x="4361" y="122291"/>
                    </a:cubicBezTo>
                    <a:cubicBezTo>
                      <a:pt x="4569" y="122267"/>
                      <a:pt x="4802" y="122475"/>
                      <a:pt x="4814" y="122720"/>
                    </a:cubicBezTo>
                    <a:lnTo>
                      <a:pt x="4900" y="125341"/>
                    </a:lnTo>
                    <a:cubicBezTo>
                      <a:pt x="4900" y="125586"/>
                      <a:pt x="4716" y="125782"/>
                      <a:pt x="4483" y="125795"/>
                    </a:cubicBezTo>
                    <a:lnTo>
                      <a:pt x="4471" y="125795"/>
                    </a:lnTo>
                    <a:close/>
                    <a:moveTo>
                      <a:pt x="890581" y="119670"/>
                    </a:moveTo>
                    <a:cubicBezTo>
                      <a:pt x="890336" y="119670"/>
                      <a:pt x="890140" y="119474"/>
                      <a:pt x="890140" y="119229"/>
                    </a:cubicBezTo>
                    <a:lnTo>
                      <a:pt x="890140" y="116607"/>
                    </a:lnTo>
                    <a:cubicBezTo>
                      <a:pt x="890140" y="116362"/>
                      <a:pt x="890323" y="116166"/>
                      <a:pt x="890568" y="116166"/>
                    </a:cubicBezTo>
                    <a:lnTo>
                      <a:pt x="890568" y="116166"/>
                    </a:lnTo>
                    <a:cubicBezTo>
                      <a:pt x="890813" y="116166"/>
                      <a:pt x="891009" y="116362"/>
                      <a:pt x="891009" y="116607"/>
                    </a:cubicBezTo>
                    <a:lnTo>
                      <a:pt x="891009" y="119229"/>
                    </a:lnTo>
                    <a:cubicBezTo>
                      <a:pt x="891009" y="119474"/>
                      <a:pt x="890826" y="119670"/>
                      <a:pt x="890581" y="119670"/>
                    </a:cubicBezTo>
                    <a:close/>
                    <a:moveTo>
                      <a:pt x="4189" y="117060"/>
                    </a:moveTo>
                    <a:cubicBezTo>
                      <a:pt x="3957" y="117060"/>
                      <a:pt x="3761" y="116877"/>
                      <a:pt x="3748" y="116632"/>
                    </a:cubicBezTo>
                    <a:lnTo>
                      <a:pt x="3663" y="114010"/>
                    </a:lnTo>
                    <a:cubicBezTo>
                      <a:pt x="3663" y="113765"/>
                      <a:pt x="3846" y="113569"/>
                      <a:pt x="4091" y="113557"/>
                    </a:cubicBezTo>
                    <a:cubicBezTo>
                      <a:pt x="4349" y="113582"/>
                      <a:pt x="4532" y="113741"/>
                      <a:pt x="4545" y="113974"/>
                    </a:cubicBezTo>
                    <a:lnTo>
                      <a:pt x="4630" y="116595"/>
                    </a:lnTo>
                    <a:cubicBezTo>
                      <a:pt x="4630" y="116840"/>
                      <a:pt x="4447" y="117036"/>
                      <a:pt x="4202" y="117048"/>
                    </a:cubicBezTo>
                    <a:lnTo>
                      <a:pt x="4189" y="117048"/>
                    </a:lnTo>
                    <a:close/>
                    <a:moveTo>
                      <a:pt x="890532" y="110936"/>
                    </a:moveTo>
                    <a:cubicBezTo>
                      <a:pt x="890287" y="110936"/>
                      <a:pt x="890103" y="110740"/>
                      <a:pt x="890091" y="110507"/>
                    </a:cubicBezTo>
                    <a:lnTo>
                      <a:pt x="890066" y="107885"/>
                    </a:lnTo>
                    <a:cubicBezTo>
                      <a:pt x="890066" y="107640"/>
                      <a:pt x="890262" y="107444"/>
                      <a:pt x="890495" y="107444"/>
                    </a:cubicBezTo>
                    <a:lnTo>
                      <a:pt x="890495" y="107444"/>
                    </a:lnTo>
                    <a:cubicBezTo>
                      <a:pt x="890740" y="107444"/>
                      <a:pt x="890924" y="107640"/>
                      <a:pt x="890936" y="107873"/>
                    </a:cubicBezTo>
                    <a:lnTo>
                      <a:pt x="890960" y="110495"/>
                    </a:lnTo>
                    <a:cubicBezTo>
                      <a:pt x="890960" y="110740"/>
                      <a:pt x="890764" y="110936"/>
                      <a:pt x="890532" y="110936"/>
                    </a:cubicBezTo>
                    <a:lnTo>
                      <a:pt x="890532" y="110936"/>
                    </a:lnTo>
                    <a:close/>
                    <a:moveTo>
                      <a:pt x="3908" y="108326"/>
                    </a:moveTo>
                    <a:cubicBezTo>
                      <a:pt x="3675" y="108326"/>
                      <a:pt x="3479" y="108143"/>
                      <a:pt x="3467" y="107898"/>
                    </a:cubicBezTo>
                    <a:lnTo>
                      <a:pt x="3381" y="105276"/>
                    </a:lnTo>
                    <a:cubicBezTo>
                      <a:pt x="3381" y="105031"/>
                      <a:pt x="3565" y="104835"/>
                      <a:pt x="3797" y="104823"/>
                    </a:cubicBezTo>
                    <a:cubicBezTo>
                      <a:pt x="4042" y="104823"/>
                      <a:pt x="4238" y="105007"/>
                      <a:pt x="4251" y="105252"/>
                    </a:cubicBezTo>
                    <a:lnTo>
                      <a:pt x="4336" y="107873"/>
                    </a:lnTo>
                    <a:cubicBezTo>
                      <a:pt x="4336" y="108118"/>
                      <a:pt x="4153" y="108314"/>
                      <a:pt x="3920" y="108326"/>
                    </a:cubicBezTo>
                    <a:lnTo>
                      <a:pt x="3908" y="108326"/>
                    </a:lnTo>
                    <a:close/>
                    <a:moveTo>
                      <a:pt x="890421" y="102202"/>
                    </a:moveTo>
                    <a:cubicBezTo>
                      <a:pt x="890189" y="102202"/>
                      <a:pt x="889993" y="102006"/>
                      <a:pt x="889980" y="101773"/>
                    </a:cubicBezTo>
                    <a:lnTo>
                      <a:pt x="889931" y="99151"/>
                    </a:lnTo>
                    <a:cubicBezTo>
                      <a:pt x="889931" y="98906"/>
                      <a:pt x="890115" y="98710"/>
                      <a:pt x="890360" y="98710"/>
                    </a:cubicBezTo>
                    <a:cubicBezTo>
                      <a:pt x="890593" y="98698"/>
                      <a:pt x="890801" y="98894"/>
                      <a:pt x="890801" y="99139"/>
                    </a:cubicBezTo>
                    <a:lnTo>
                      <a:pt x="890850" y="101761"/>
                    </a:lnTo>
                    <a:cubicBezTo>
                      <a:pt x="890850" y="102006"/>
                      <a:pt x="890666" y="102202"/>
                      <a:pt x="890421" y="102202"/>
                    </a:cubicBezTo>
                    <a:lnTo>
                      <a:pt x="890421" y="102202"/>
                    </a:lnTo>
                    <a:close/>
                    <a:moveTo>
                      <a:pt x="3626" y="99592"/>
                    </a:moveTo>
                    <a:cubicBezTo>
                      <a:pt x="3393" y="99592"/>
                      <a:pt x="3197" y="99409"/>
                      <a:pt x="3185" y="99164"/>
                    </a:cubicBezTo>
                    <a:lnTo>
                      <a:pt x="3099" y="96542"/>
                    </a:lnTo>
                    <a:cubicBezTo>
                      <a:pt x="3099" y="96297"/>
                      <a:pt x="3283" y="96101"/>
                      <a:pt x="3516" y="96089"/>
                    </a:cubicBezTo>
                    <a:cubicBezTo>
                      <a:pt x="3736" y="96089"/>
                      <a:pt x="3957" y="96273"/>
                      <a:pt x="3969" y="96518"/>
                    </a:cubicBezTo>
                    <a:lnTo>
                      <a:pt x="4055" y="99139"/>
                    </a:lnTo>
                    <a:cubicBezTo>
                      <a:pt x="4055" y="99384"/>
                      <a:pt x="3871" y="99580"/>
                      <a:pt x="3638" y="99592"/>
                    </a:cubicBezTo>
                    <a:lnTo>
                      <a:pt x="3626" y="99592"/>
                    </a:lnTo>
                    <a:close/>
                    <a:moveTo>
                      <a:pt x="890238" y="93467"/>
                    </a:moveTo>
                    <a:cubicBezTo>
                      <a:pt x="890005" y="93467"/>
                      <a:pt x="889809" y="93284"/>
                      <a:pt x="889797" y="93039"/>
                    </a:cubicBezTo>
                    <a:lnTo>
                      <a:pt x="889723" y="90417"/>
                    </a:lnTo>
                    <a:cubicBezTo>
                      <a:pt x="889723" y="90172"/>
                      <a:pt x="889907" y="89976"/>
                      <a:pt x="890152" y="89964"/>
                    </a:cubicBezTo>
                    <a:cubicBezTo>
                      <a:pt x="890385" y="89964"/>
                      <a:pt x="890593" y="90148"/>
                      <a:pt x="890605" y="90393"/>
                    </a:cubicBezTo>
                    <a:lnTo>
                      <a:pt x="890679" y="93014"/>
                    </a:lnTo>
                    <a:cubicBezTo>
                      <a:pt x="890679" y="93259"/>
                      <a:pt x="890495" y="93455"/>
                      <a:pt x="890250" y="93467"/>
                    </a:cubicBezTo>
                    <a:lnTo>
                      <a:pt x="890250" y="93467"/>
                    </a:lnTo>
                    <a:close/>
                    <a:moveTo>
                      <a:pt x="3344" y="90858"/>
                    </a:moveTo>
                    <a:cubicBezTo>
                      <a:pt x="3111" y="90858"/>
                      <a:pt x="2915" y="90674"/>
                      <a:pt x="2903" y="90430"/>
                    </a:cubicBezTo>
                    <a:lnTo>
                      <a:pt x="2817" y="87808"/>
                    </a:lnTo>
                    <a:cubicBezTo>
                      <a:pt x="2817" y="87563"/>
                      <a:pt x="3001" y="87367"/>
                      <a:pt x="3246" y="87355"/>
                    </a:cubicBezTo>
                    <a:cubicBezTo>
                      <a:pt x="3479" y="87343"/>
                      <a:pt x="3687" y="87539"/>
                      <a:pt x="3699" y="87784"/>
                    </a:cubicBezTo>
                    <a:lnTo>
                      <a:pt x="3785" y="90405"/>
                    </a:lnTo>
                    <a:cubicBezTo>
                      <a:pt x="3785" y="90650"/>
                      <a:pt x="3601" y="90846"/>
                      <a:pt x="3356" y="90858"/>
                    </a:cubicBezTo>
                    <a:lnTo>
                      <a:pt x="3344" y="90858"/>
                    </a:lnTo>
                    <a:close/>
                    <a:moveTo>
                      <a:pt x="889993" y="84746"/>
                    </a:moveTo>
                    <a:cubicBezTo>
                      <a:pt x="889760" y="84746"/>
                      <a:pt x="889564" y="84562"/>
                      <a:pt x="889552" y="84329"/>
                    </a:cubicBezTo>
                    <a:lnTo>
                      <a:pt x="889466" y="81708"/>
                    </a:lnTo>
                    <a:cubicBezTo>
                      <a:pt x="889466" y="81463"/>
                      <a:pt x="889650" y="81267"/>
                      <a:pt x="889882" y="81254"/>
                    </a:cubicBezTo>
                    <a:cubicBezTo>
                      <a:pt x="890127" y="81279"/>
                      <a:pt x="890323" y="81438"/>
                      <a:pt x="890336" y="81671"/>
                    </a:cubicBezTo>
                    <a:lnTo>
                      <a:pt x="890421" y="84292"/>
                    </a:lnTo>
                    <a:cubicBezTo>
                      <a:pt x="890421" y="84537"/>
                      <a:pt x="890238" y="84733"/>
                      <a:pt x="890005" y="84746"/>
                    </a:cubicBezTo>
                    <a:lnTo>
                      <a:pt x="889993" y="84746"/>
                    </a:lnTo>
                    <a:close/>
                    <a:moveTo>
                      <a:pt x="3062" y="82124"/>
                    </a:moveTo>
                    <a:cubicBezTo>
                      <a:pt x="2830" y="82124"/>
                      <a:pt x="2634" y="81940"/>
                      <a:pt x="2621" y="81695"/>
                    </a:cubicBezTo>
                    <a:lnTo>
                      <a:pt x="2536" y="79074"/>
                    </a:lnTo>
                    <a:cubicBezTo>
                      <a:pt x="2536" y="78829"/>
                      <a:pt x="2719" y="78633"/>
                      <a:pt x="2964" y="78621"/>
                    </a:cubicBezTo>
                    <a:cubicBezTo>
                      <a:pt x="3197" y="78633"/>
                      <a:pt x="3405" y="78804"/>
                      <a:pt x="3418" y="79050"/>
                    </a:cubicBezTo>
                    <a:lnTo>
                      <a:pt x="3503" y="81671"/>
                    </a:lnTo>
                    <a:cubicBezTo>
                      <a:pt x="3503" y="81916"/>
                      <a:pt x="3320" y="82112"/>
                      <a:pt x="3075" y="82124"/>
                    </a:cubicBezTo>
                    <a:lnTo>
                      <a:pt x="3062" y="82124"/>
                    </a:lnTo>
                    <a:close/>
                    <a:moveTo>
                      <a:pt x="889662" y="76012"/>
                    </a:moveTo>
                    <a:cubicBezTo>
                      <a:pt x="889429" y="76012"/>
                      <a:pt x="889233" y="75828"/>
                      <a:pt x="889221" y="75595"/>
                    </a:cubicBezTo>
                    <a:lnTo>
                      <a:pt x="889111" y="72974"/>
                    </a:lnTo>
                    <a:cubicBezTo>
                      <a:pt x="889111" y="72729"/>
                      <a:pt x="889282" y="72533"/>
                      <a:pt x="889527" y="72520"/>
                    </a:cubicBezTo>
                    <a:cubicBezTo>
                      <a:pt x="889772" y="72520"/>
                      <a:pt x="889968" y="72692"/>
                      <a:pt x="889980" y="72937"/>
                    </a:cubicBezTo>
                    <a:lnTo>
                      <a:pt x="890091" y="75558"/>
                    </a:lnTo>
                    <a:cubicBezTo>
                      <a:pt x="890091" y="75803"/>
                      <a:pt x="889919" y="75999"/>
                      <a:pt x="889674" y="76012"/>
                    </a:cubicBezTo>
                    <a:lnTo>
                      <a:pt x="889650" y="76012"/>
                    </a:lnTo>
                    <a:close/>
                    <a:moveTo>
                      <a:pt x="2781" y="73390"/>
                    </a:moveTo>
                    <a:cubicBezTo>
                      <a:pt x="2548" y="73390"/>
                      <a:pt x="2352" y="73206"/>
                      <a:pt x="2340" y="72961"/>
                    </a:cubicBezTo>
                    <a:lnTo>
                      <a:pt x="2254" y="70340"/>
                    </a:lnTo>
                    <a:cubicBezTo>
                      <a:pt x="2254" y="70095"/>
                      <a:pt x="2438" y="69899"/>
                      <a:pt x="2670" y="69887"/>
                    </a:cubicBezTo>
                    <a:cubicBezTo>
                      <a:pt x="2891" y="69874"/>
                      <a:pt x="3111" y="70070"/>
                      <a:pt x="3124" y="70303"/>
                    </a:cubicBezTo>
                    <a:lnTo>
                      <a:pt x="3209" y="72925"/>
                    </a:lnTo>
                    <a:cubicBezTo>
                      <a:pt x="3209" y="73170"/>
                      <a:pt x="3026" y="73366"/>
                      <a:pt x="2793" y="73378"/>
                    </a:cubicBezTo>
                    <a:lnTo>
                      <a:pt x="2781" y="73378"/>
                    </a:lnTo>
                    <a:close/>
                    <a:moveTo>
                      <a:pt x="889270" y="67278"/>
                    </a:moveTo>
                    <a:cubicBezTo>
                      <a:pt x="889037" y="67278"/>
                      <a:pt x="888841" y="67094"/>
                      <a:pt x="888829" y="66861"/>
                    </a:cubicBezTo>
                    <a:lnTo>
                      <a:pt x="888694" y="64240"/>
                    </a:lnTo>
                    <a:cubicBezTo>
                      <a:pt x="888682" y="63995"/>
                      <a:pt x="888866" y="63786"/>
                      <a:pt x="889111" y="63786"/>
                    </a:cubicBezTo>
                    <a:cubicBezTo>
                      <a:pt x="889356" y="63762"/>
                      <a:pt x="889552" y="63958"/>
                      <a:pt x="889576" y="64203"/>
                    </a:cubicBezTo>
                    <a:lnTo>
                      <a:pt x="889711" y="66824"/>
                    </a:lnTo>
                    <a:cubicBezTo>
                      <a:pt x="889711" y="67069"/>
                      <a:pt x="889539" y="67265"/>
                      <a:pt x="889294" y="67278"/>
                    </a:cubicBezTo>
                    <a:cubicBezTo>
                      <a:pt x="889294" y="67278"/>
                      <a:pt x="889282" y="67278"/>
                      <a:pt x="889270" y="67278"/>
                    </a:cubicBezTo>
                    <a:close/>
                    <a:moveTo>
                      <a:pt x="2499" y="64644"/>
                    </a:moveTo>
                    <a:cubicBezTo>
                      <a:pt x="2266" y="64644"/>
                      <a:pt x="2070" y="64460"/>
                      <a:pt x="2058" y="64215"/>
                    </a:cubicBezTo>
                    <a:lnTo>
                      <a:pt x="1972" y="61594"/>
                    </a:lnTo>
                    <a:cubicBezTo>
                      <a:pt x="1972" y="61349"/>
                      <a:pt x="2156" y="61153"/>
                      <a:pt x="2389" y="61140"/>
                    </a:cubicBezTo>
                    <a:cubicBezTo>
                      <a:pt x="2621" y="61140"/>
                      <a:pt x="2830" y="61324"/>
                      <a:pt x="2842" y="61557"/>
                    </a:cubicBezTo>
                    <a:lnTo>
                      <a:pt x="2928" y="64178"/>
                    </a:lnTo>
                    <a:cubicBezTo>
                      <a:pt x="2928" y="64423"/>
                      <a:pt x="2744" y="64619"/>
                      <a:pt x="2511" y="64632"/>
                    </a:cubicBezTo>
                    <a:lnTo>
                      <a:pt x="2499" y="64632"/>
                    </a:lnTo>
                    <a:close/>
                    <a:moveTo>
                      <a:pt x="888792" y="58543"/>
                    </a:moveTo>
                    <a:cubicBezTo>
                      <a:pt x="888559" y="58543"/>
                      <a:pt x="888376" y="58360"/>
                      <a:pt x="888351" y="58127"/>
                    </a:cubicBezTo>
                    <a:lnTo>
                      <a:pt x="888192" y="55518"/>
                    </a:lnTo>
                    <a:cubicBezTo>
                      <a:pt x="888180" y="55273"/>
                      <a:pt x="888363" y="55064"/>
                      <a:pt x="888596" y="55052"/>
                    </a:cubicBezTo>
                    <a:cubicBezTo>
                      <a:pt x="888829" y="55040"/>
                      <a:pt x="889049" y="55224"/>
                      <a:pt x="889062" y="55456"/>
                    </a:cubicBezTo>
                    <a:lnTo>
                      <a:pt x="889221" y="58078"/>
                    </a:lnTo>
                    <a:cubicBezTo>
                      <a:pt x="889233" y="58323"/>
                      <a:pt x="889049" y="58531"/>
                      <a:pt x="888804" y="58543"/>
                    </a:cubicBezTo>
                    <a:cubicBezTo>
                      <a:pt x="888804" y="58543"/>
                      <a:pt x="888792" y="58543"/>
                      <a:pt x="888780" y="58543"/>
                    </a:cubicBezTo>
                    <a:close/>
                    <a:moveTo>
                      <a:pt x="2217" y="55910"/>
                    </a:moveTo>
                    <a:cubicBezTo>
                      <a:pt x="1984" y="55910"/>
                      <a:pt x="1788" y="55726"/>
                      <a:pt x="1776" y="55481"/>
                    </a:cubicBezTo>
                    <a:lnTo>
                      <a:pt x="1690" y="52860"/>
                    </a:lnTo>
                    <a:cubicBezTo>
                      <a:pt x="1690" y="52615"/>
                      <a:pt x="1874" y="52419"/>
                      <a:pt x="2119" y="52406"/>
                    </a:cubicBezTo>
                    <a:cubicBezTo>
                      <a:pt x="2376" y="52406"/>
                      <a:pt x="2560" y="52590"/>
                      <a:pt x="2572" y="52823"/>
                    </a:cubicBezTo>
                    <a:lnTo>
                      <a:pt x="2658" y="55444"/>
                    </a:lnTo>
                    <a:cubicBezTo>
                      <a:pt x="2658" y="55689"/>
                      <a:pt x="2474" y="55885"/>
                      <a:pt x="2229" y="55898"/>
                    </a:cubicBezTo>
                    <a:lnTo>
                      <a:pt x="2217" y="55898"/>
                    </a:lnTo>
                    <a:close/>
                    <a:moveTo>
                      <a:pt x="888241" y="49822"/>
                    </a:moveTo>
                    <a:cubicBezTo>
                      <a:pt x="888008" y="49822"/>
                      <a:pt x="887824" y="49650"/>
                      <a:pt x="887800" y="49417"/>
                    </a:cubicBezTo>
                    <a:lnTo>
                      <a:pt x="887616" y="46808"/>
                    </a:lnTo>
                    <a:cubicBezTo>
                      <a:pt x="887604" y="46563"/>
                      <a:pt x="887775" y="46355"/>
                      <a:pt x="888020" y="46343"/>
                    </a:cubicBezTo>
                    <a:cubicBezTo>
                      <a:pt x="888265" y="46318"/>
                      <a:pt x="888474" y="46502"/>
                      <a:pt x="888486" y="46747"/>
                    </a:cubicBezTo>
                    <a:lnTo>
                      <a:pt x="888670" y="49368"/>
                    </a:lnTo>
                    <a:cubicBezTo>
                      <a:pt x="888682" y="49613"/>
                      <a:pt x="888498" y="49822"/>
                      <a:pt x="888265" y="49834"/>
                    </a:cubicBezTo>
                    <a:cubicBezTo>
                      <a:pt x="888265" y="49834"/>
                      <a:pt x="888241" y="49834"/>
                      <a:pt x="888241" y="49834"/>
                    </a:cubicBezTo>
                    <a:close/>
                    <a:moveTo>
                      <a:pt x="1935" y="47176"/>
                    </a:moveTo>
                    <a:cubicBezTo>
                      <a:pt x="1703" y="47176"/>
                      <a:pt x="1507" y="46992"/>
                      <a:pt x="1494" y="46747"/>
                    </a:cubicBezTo>
                    <a:lnTo>
                      <a:pt x="1409" y="44125"/>
                    </a:lnTo>
                    <a:cubicBezTo>
                      <a:pt x="1409" y="43881"/>
                      <a:pt x="1592" y="43685"/>
                      <a:pt x="1825" y="43672"/>
                    </a:cubicBezTo>
                    <a:cubicBezTo>
                      <a:pt x="2070" y="43672"/>
                      <a:pt x="2266" y="43856"/>
                      <a:pt x="2278" y="44101"/>
                    </a:cubicBezTo>
                    <a:lnTo>
                      <a:pt x="2364" y="46722"/>
                    </a:lnTo>
                    <a:cubicBezTo>
                      <a:pt x="2364" y="46967"/>
                      <a:pt x="2180" y="47163"/>
                      <a:pt x="1948" y="47176"/>
                    </a:cubicBezTo>
                    <a:lnTo>
                      <a:pt x="1935" y="47176"/>
                    </a:lnTo>
                    <a:close/>
                    <a:moveTo>
                      <a:pt x="887604" y="41112"/>
                    </a:moveTo>
                    <a:cubicBezTo>
                      <a:pt x="887384" y="41112"/>
                      <a:pt x="887187" y="40941"/>
                      <a:pt x="887163" y="40708"/>
                    </a:cubicBezTo>
                    <a:lnTo>
                      <a:pt x="886955" y="38099"/>
                    </a:lnTo>
                    <a:cubicBezTo>
                      <a:pt x="886930" y="37854"/>
                      <a:pt x="887114" y="37645"/>
                      <a:pt x="887359" y="37633"/>
                    </a:cubicBezTo>
                    <a:cubicBezTo>
                      <a:pt x="887604" y="37596"/>
                      <a:pt x="887812" y="37792"/>
                      <a:pt x="887824" y="38037"/>
                    </a:cubicBezTo>
                    <a:lnTo>
                      <a:pt x="888033" y="40647"/>
                    </a:lnTo>
                    <a:cubicBezTo>
                      <a:pt x="888057" y="40892"/>
                      <a:pt x="887873" y="41100"/>
                      <a:pt x="887628" y="41112"/>
                    </a:cubicBezTo>
                    <a:cubicBezTo>
                      <a:pt x="887628" y="41112"/>
                      <a:pt x="887604" y="41112"/>
                      <a:pt x="887592" y="41112"/>
                    </a:cubicBezTo>
                    <a:close/>
                    <a:moveTo>
                      <a:pt x="1654" y="38442"/>
                    </a:moveTo>
                    <a:cubicBezTo>
                      <a:pt x="1421" y="38442"/>
                      <a:pt x="1225" y="38258"/>
                      <a:pt x="1213" y="38013"/>
                    </a:cubicBezTo>
                    <a:lnTo>
                      <a:pt x="1127" y="35391"/>
                    </a:lnTo>
                    <a:cubicBezTo>
                      <a:pt x="1127" y="35146"/>
                      <a:pt x="1311" y="34950"/>
                      <a:pt x="1543" y="34938"/>
                    </a:cubicBezTo>
                    <a:cubicBezTo>
                      <a:pt x="1764" y="34938"/>
                      <a:pt x="1984" y="35122"/>
                      <a:pt x="1997" y="35367"/>
                    </a:cubicBezTo>
                    <a:lnTo>
                      <a:pt x="2082" y="37988"/>
                    </a:lnTo>
                    <a:cubicBezTo>
                      <a:pt x="2082" y="38233"/>
                      <a:pt x="1899" y="38429"/>
                      <a:pt x="1666" y="38442"/>
                    </a:cubicBezTo>
                    <a:lnTo>
                      <a:pt x="1654" y="38442"/>
                    </a:lnTo>
                    <a:close/>
                    <a:moveTo>
                      <a:pt x="886881" y="32402"/>
                    </a:moveTo>
                    <a:cubicBezTo>
                      <a:pt x="886661" y="32402"/>
                      <a:pt x="886465" y="32231"/>
                      <a:pt x="886453" y="31998"/>
                    </a:cubicBezTo>
                    <a:lnTo>
                      <a:pt x="886220" y="29389"/>
                    </a:lnTo>
                    <a:cubicBezTo>
                      <a:pt x="886195" y="29144"/>
                      <a:pt x="886379" y="28936"/>
                      <a:pt x="886612" y="28911"/>
                    </a:cubicBezTo>
                    <a:cubicBezTo>
                      <a:pt x="886844" y="28911"/>
                      <a:pt x="887065" y="29071"/>
                      <a:pt x="887090" y="29303"/>
                    </a:cubicBezTo>
                    <a:lnTo>
                      <a:pt x="887322" y="31913"/>
                    </a:lnTo>
                    <a:cubicBezTo>
                      <a:pt x="887347" y="32158"/>
                      <a:pt x="887163" y="32366"/>
                      <a:pt x="886930" y="32390"/>
                    </a:cubicBezTo>
                    <a:cubicBezTo>
                      <a:pt x="886918" y="32390"/>
                      <a:pt x="886906" y="32390"/>
                      <a:pt x="886893" y="32390"/>
                    </a:cubicBezTo>
                    <a:close/>
                    <a:moveTo>
                      <a:pt x="1372" y="29708"/>
                    </a:moveTo>
                    <a:cubicBezTo>
                      <a:pt x="1139" y="29708"/>
                      <a:pt x="943" y="29524"/>
                      <a:pt x="931" y="29279"/>
                    </a:cubicBezTo>
                    <a:lnTo>
                      <a:pt x="845" y="26657"/>
                    </a:lnTo>
                    <a:cubicBezTo>
                      <a:pt x="845" y="26412"/>
                      <a:pt x="1029" y="26216"/>
                      <a:pt x="1274" y="26204"/>
                    </a:cubicBezTo>
                    <a:cubicBezTo>
                      <a:pt x="1519" y="26229"/>
                      <a:pt x="1715" y="26388"/>
                      <a:pt x="1727" y="26633"/>
                    </a:cubicBezTo>
                    <a:lnTo>
                      <a:pt x="1813" y="29254"/>
                    </a:lnTo>
                    <a:cubicBezTo>
                      <a:pt x="1813" y="29499"/>
                      <a:pt x="1629" y="29695"/>
                      <a:pt x="1384" y="29708"/>
                    </a:cubicBezTo>
                    <a:lnTo>
                      <a:pt x="1372" y="29708"/>
                    </a:lnTo>
                    <a:close/>
                    <a:moveTo>
                      <a:pt x="886073" y="23705"/>
                    </a:moveTo>
                    <a:cubicBezTo>
                      <a:pt x="885852" y="23705"/>
                      <a:pt x="885656" y="23534"/>
                      <a:pt x="885644" y="23313"/>
                    </a:cubicBezTo>
                    <a:lnTo>
                      <a:pt x="885387" y="20704"/>
                    </a:lnTo>
                    <a:cubicBezTo>
                      <a:pt x="885362" y="20459"/>
                      <a:pt x="885534" y="20251"/>
                      <a:pt x="885779" y="20226"/>
                    </a:cubicBezTo>
                    <a:cubicBezTo>
                      <a:pt x="886024" y="20202"/>
                      <a:pt x="886232" y="20373"/>
                      <a:pt x="886256" y="20618"/>
                    </a:cubicBezTo>
                    <a:lnTo>
                      <a:pt x="886514" y="23227"/>
                    </a:lnTo>
                    <a:cubicBezTo>
                      <a:pt x="886538" y="23472"/>
                      <a:pt x="886367" y="23681"/>
                      <a:pt x="886122" y="23705"/>
                    </a:cubicBezTo>
                    <a:cubicBezTo>
                      <a:pt x="886109" y="23705"/>
                      <a:pt x="886097" y="23705"/>
                      <a:pt x="886073" y="23705"/>
                    </a:cubicBezTo>
                    <a:close/>
                    <a:moveTo>
                      <a:pt x="1090" y="20974"/>
                    </a:moveTo>
                    <a:cubicBezTo>
                      <a:pt x="857" y="20974"/>
                      <a:pt x="661" y="20790"/>
                      <a:pt x="649" y="20545"/>
                    </a:cubicBezTo>
                    <a:lnTo>
                      <a:pt x="563" y="17923"/>
                    </a:lnTo>
                    <a:cubicBezTo>
                      <a:pt x="563" y="17678"/>
                      <a:pt x="747" y="17482"/>
                      <a:pt x="992" y="17470"/>
                    </a:cubicBezTo>
                    <a:cubicBezTo>
                      <a:pt x="1237" y="17470"/>
                      <a:pt x="1433" y="17654"/>
                      <a:pt x="1445" y="17887"/>
                    </a:cubicBezTo>
                    <a:lnTo>
                      <a:pt x="1531" y="20508"/>
                    </a:lnTo>
                    <a:cubicBezTo>
                      <a:pt x="1531" y="20753"/>
                      <a:pt x="1347" y="20949"/>
                      <a:pt x="1115" y="20961"/>
                    </a:cubicBezTo>
                    <a:lnTo>
                      <a:pt x="1102" y="20961"/>
                    </a:lnTo>
                    <a:close/>
                    <a:moveTo>
                      <a:pt x="885179" y="15008"/>
                    </a:moveTo>
                    <a:cubicBezTo>
                      <a:pt x="884958" y="15008"/>
                      <a:pt x="884774" y="14836"/>
                      <a:pt x="884750" y="14616"/>
                    </a:cubicBezTo>
                    <a:cubicBezTo>
                      <a:pt x="884652" y="13746"/>
                      <a:pt x="884554" y="12876"/>
                      <a:pt x="884468" y="12007"/>
                    </a:cubicBezTo>
                    <a:cubicBezTo>
                      <a:pt x="884444" y="11762"/>
                      <a:pt x="884615" y="11553"/>
                      <a:pt x="884848" y="11529"/>
                    </a:cubicBezTo>
                    <a:cubicBezTo>
                      <a:pt x="885093" y="11504"/>
                      <a:pt x="885301" y="11676"/>
                      <a:pt x="885325" y="11909"/>
                    </a:cubicBezTo>
                    <a:cubicBezTo>
                      <a:pt x="885423" y="12778"/>
                      <a:pt x="885522" y="13648"/>
                      <a:pt x="885607" y="14518"/>
                    </a:cubicBezTo>
                    <a:cubicBezTo>
                      <a:pt x="885632" y="14763"/>
                      <a:pt x="885460" y="14971"/>
                      <a:pt x="885215" y="14996"/>
                    </a:cubicBezTo>
                    <a:cubicBezTo>
                      <a:pt x="885203" y="14996"/>
                      <a:pt x="885179" y="14996"/>
                      <a:pt x="885166" y="14996"/>
                    </a:cubicBezTo>
                    <a:close/>
                    <a:moveTo>
                      <a:pt x="808" y="12239"/>
                    </a:moveTo>
                    <a:cubicBezTo>
                      <a:pt x="576" y="12239"/>
                      <a:pt x="380" y="12056"/>
                      <a:pt x="367" y="11811"/>
                    </a:cubicBezTo>
                    <a:lnTo>
                      <a:pt x="282" y="9189"/>
                    </a:lnTo>
                    <a:cubicBezTo>
                      <a:pt x="282" y="8944"/>
                      <a:pt x="465" y="8748"/>
                      <a:pt x="698" y="8736"/>
                    </a:cubicBezTo>
                    <a:cubicBezTo>
                      <a:pt x="906" y="8712"/>
                      <a:pt x="1139" y="8920"/>
                      <a:pt x="1151" y="9152"/>
                    </a:cubicBezTo>
                    <a:lnTo>
                      <a:pt x="1237" y="11774"/>
                    </a:lnTo>
                    <a:cubicBezTo>
                      <a:pt x="1237" y="12019"/>
                      <a:pt x="1053" y="12215"/>
                      <a:pt x="821" y="12227"/>
                    </a:cubicBezTo>
                    <a:lnTo>
                      <a:pt x="808" y="12227"/>
                    </a:lnTo>
                    <a:close/>
                    <a:moveTo>
                      <a:pt x="884186" y="6323"/>
                    </a:moveTo>
                    <a:cubicBezTo>
                      <a:pt x="883966" y="6323"/>
                      <a:pt x="883782" y="6164"/>
                      <a:pt x="883757" y="5943"/>
                    </a:cubicBezTo>
                    <a:cubicBezTo>
                      <a:pt x="883660" y="5073"/>
                      <a:pt x="883549" y="4204"/>
                      <a:pt x="883439" y="3346"/>
                    </a:cubicBezTo>
                    <a:cubicBezTo>
                      <a:pt x="883415" y="3101"/>
                      <a:pt x="883574" y="2893"/>
                      <a:pt x="883819" y="2856"/>
                    </a:cubicBezTo>
                    <a:cubicBezTo>
                      <a:pt x="884051" y="2819"/>
                      <a:pt x="884272" y="2991"/>
                      <a:pt x="884309" y="3236"/>
                    </a:cubicBezTo>
                    <a:cubicBezTo>
                      <a:pt x="884419" y="4106"/>
                      <a:pt x="884517" y="4975"/>
                      <a:pt x="884627" y="5845"/>
                    </a:cubicBezTo>
                    <a:cubicBezTo>
                      <a:pt x="884652" y="6090"/>
                      <a:pt x="884480" y="6298"/>
                      <a:pt x="884248" y="6335"/>
                    </a:cubicBezTo>
                    <a:cubicBezTo>
                      <a:pt x="884235" y="6335"/>
                      <a:pt x="884211" y="6335"/>
                      <a:pt x="884198" y="6335"/>
                    </a:cubicBezTo>
                    <a:close/>
                    <a:moveTo>
                      <a:pt x="527" y="3505"/>
                    </a:moveTo>
                    <a:cubicBezTo>
                      <a:pt x="294" y="3505"/>
                      <a:pt x="98" y="3322"/>
                      <a:pt x="86" y="3077"/>
                    </a:cubicBezTo>
                    <a:lnTo>
                      <a:pt x="0" y="455"/>
                    </a:lnTo>
                    <a:cubicBezTo>
                      <a:pt x="0" y="210"/>
                      <a:pt x="184" y="14"/>
                      <a:pt x="416" y="2"/>
                    </a:cubicBezTo>
                    <a:cubicBezTo>
                      <a:pt x="649" y="-23"/>
                      <a:pt x="857" y="186"/>
                      <a:pt x="870" y="431"/>
                    </a:cubicBezTo>
                    <a:lnTo>
                      <a:pt x="955" y="3052"/>
                    </a:lnTo>
                    <a:cubicBezTo>
                      <a:pt x="955" y="3297"/>
                      <a:pt x="772" y="3493"/>
                      <a:pt x="539" y="3505"/>
                    </a:cubicBezTo>
                    <a:lnTo>
                      <a:pt x="527" y="3505"/>
                    </a:lnTo>
                    <a:close/>
                    <a:moveTo>
                      <a:pt x="880254" y="884"/>
                    </a:moveTo>
                    <a:lnTo>
                      <a:pt x="877633" y="884"/>
                    </a:lnTo>
                    <a:cubicBezTo>
                      <a:pt x="877388" y="884"/>
                      <a:pt x="877192" y="688"/>
                      <a:pt x="877192" y="443"/>
                    </a:cubicBezTo>
                    <a:cubicBezTo>
                      <a:pt x="877192" y="198"/>
                      <a:pt x="877388" y="2"/>
                      <a:pt x="877633" y="2"/>
                    </a:cubicBezTo>
                    <a:lnTo>
                      <a:pt x="880254" y="2"/>
                    </a:lnTo>
                    <a:cubicBezTo>
                      <a:pt x="880499" y="2"/>
                      <a:pt x="880695" y="198"/>
                      <a:pt x="880695" y="443"/>
                    </a:cubicBezTo>
                    <a:cubicBezTo>
                      <a:pt x="880695" y="688"/>
                      <a:pt x="880499" y="884"/>
                      <a:pt x="880254" y="884"/>
                    </a:cubicBezTo>
                    <a:close/>
                    <a:moveTo>
                      <a:pt x="871520" y="884"/>
                    </a:moveTo>
                    <a:lnTo>
                      <a:pt x="868899" y="884"/>
                    </a:lnTo>
                    <a:cubicBezTo>
                      <a:pt x="868654" y="884"/>
                      <a:pt x="868458" y="688"/>
                      <a:pt x="868458" y="443"/>
                    </a:cubicBezTo>
                    <a:cubicBezTo>
                      <a:pt x="868458" y="198"/>
                      <a:pt x="868654" y="2"/>
                      <a:pt x="868899" y="2"/>
                    </a:cubicBezTo>
                    <a:lnTo>
                      <a:pt x="871520" y="2"/>
                    </a:lnTo>
                    <a:cubicBezTo>
                      <a:pt x="871765" y="2"/>
                      <a:pt x="871961" y="198"/>
                      <a:pt x="871961" y="443"/>
                    </a:cubicBezTo>
                    <a:cubicBezTo>
                      <a:pt x="871961" y="688"/>
                      <a:pt x="871765" y="884"/>
                      <a:pt x="871520" y="884"/>
                    </a:cubicBezTo>
                    <a:close/>
                    <a:moveTo>
                      <a:pt x="862786" y="884"/>
                    </a:moveTo>
                    <a:lnTo>
                      <a:pt x="860164" y="884"/>
                    </a:lnTo>
                    <a:cubicBezTo>
                      <a:pt x="859920" y="884"/>
                      <a:pt x="859724" y="688"/>
                      <a:pt x="859724" y="443"/>
                    </a:cubicBezTo>
                    <a:cubicBezTo>
                      <a:pt x="859724" y="198"/>
                      <a:pt x="859920" y="2"/>
                      <a:pt x="860164" y="2"/>
                    </a:cubicBezTo>
                    <a:lnTo>
                      <a:pt x="862786" y="2"/>
                    </a:lnTo>
                    <a:cubicBezTo>
                      <a:pt x="863031" y="2"/>
                      <a:pt x="863227" y="198"/>
                      <a:pt x="863227" y="443"/>
                    </a:cubicBezTo>
                    <a:cubicBezTo>
                      <a:pt x="863227" y="688"/>
                      <a:pt x="863031" y="884"/>
                      <a:pt x="862786" y="884"/>
                    </a:cubicBezTo>
                    <a:close/>
                    <a:moveTo>
                      <a:pt x="854052" y="884"/>
                    </a:moveTo>
                    <a:lnTo>
                      <a:pt x="851430" y="884"/>
                    </a:lnTo>
                    <a:cubicBezTo>
                      <a:pt x="851185" y="884"/>
                      <a:pt x="850989" y="688"/>
                      <a:pt x="850989" y="443"/>
                    </a:cubicBezTo>
                    <a:cubicBezTo>
                      <a:pt x="850989" y="198"/>
                      <a:pt x="851185" y="2"/>
                      <a:pt x="851430" y="2"/>
                    </a:cubicBezTo>
                    <a:lnTo>
                      <a:pt x="854052" y="2"/>
                    </a:lnTo>
                    <a:cubicBezTo>
                      <a:pt x="854297" y="2"/>
                      <a:pt x="854493" y="198"/>
                      <a:pt x="854493" y="443"/>
                    </a:cubicBezTo>
                    <a:cubicBezTo>
                      <a:pt x="854493" y="688"/>
                      <a:pt x="854297" y="884"/>
                      <a:pt x="854052" y="884"/>
                    </a:cubicBezTo>
                    <a:close/>
                    <a:moveTo>
                      <a:pt x="845318" y="884"/>
                    </a:moveTo>
                    <a:lnTo>
                      <a:pt x="842696" y="884"/>
                    </a:lnTo>
                    <a:cubicBezTo>
                      <a:pt x="842451" y="884"/>
                      <a:pt x="842255" y="688"/>
                      <a:pt x="842255" y="443"/>
                    </a:cubicBezTo>
                    <a:cubicBezTo>
                      <a:pt x="842255" y="198"/>
                      <a:pt x="842451" y="2"/>
                      <a:pt x="842696" y="2"/>
                    </a:cubicBezTo>
                    <a:lnTo>
                      <a:pt x="845318" y="2"/>
                    </a:lnTo>
                    <a:cubicBezTo>
                      <a:pt x="845563" y="2"/>
                      <a:pt x="845759" y="198"/>
                      <a:pt x="845759" y="443"/>
                    </a:cubicBezTo>
                    <a:cubicBezTo>
                      <a:pt x="845759" y="688"/>
                      <a:pt x="845563" y="884"/>
                      <a:pt x="845318" y="884"/>
                    </a:cubicBezTo>
                    <a:close/>
                    <a:moveTo>
                      <a:pt x="836584" y="884"/>
                    </a:moveTo>
                    <a:lnTo>
                      <a:pt x="833962" y="884"/>
                    </a:lnTo>
                    <a:cubicBezTo>
                      <a:pt x="833717" y="884"/>
                      <a:pt x="833521" y="688"/>
                      <a:pt x="833521" y="443"/>
                    </a:cubicBezTo>
                    <a:cubicBezTo>
                      <a:pt x="833521" y="198"/>
                      <a:pt x="833717" y="2"/>
                      <a:pt x="833962" y="2"/>
                    </a:cubicBezTo>
                    <a:lnTo>
                      <a:pt x="836584" y="2"/>
                    </a:lnTo>
                    <a:cubicBezTo>
                      <a:pt x="836829" y="2"/>
                      <a:pt x="837025" y="198"/>
                      <a:pt x="837025" y="443"/>
                    </a:cubicBezTo>
                    <a:cubicBezTo>
                      <a:pt x="837025" y="688"/>
                      <a:pt x="836829" y="884"/>
                      <a:pt x="836584" y="884"/>
                    </a:cubicBezTo>
                    <a:close/>
                    <a:moveTo>
                      <a:pt x="827850" y="884"/>
                    </a:moveTo>
                    <a:lnTo>
                      <a:pt x="825228" y="884"/>
                    </a:lnTo>
                    <a:cubicBezTo>
                      <a:pt x="824983" y="884"/>
                      <a:pt x="824787" y="688"/>
                      <a:pt x="824787" y="443"/>
                    </a:cubicBezTo>
                    <a:cubicBezTo>
                      <a:pt x="824787" y="198"/>
                      <a:pt x="824983" y="2"/>
                      <a:pt x="825228" y="2"/>
                    </a:cubicBezTo>
                    <a:lnTo>
                      <a:pt x="827850" y="2"/>
                    </a:lnTo>
                    <a:cubicBezTo>
                      <a:pt x="828095" y="2"/>
                      <a:pt x="828291" y="198"/>
                      <a:pt x="828291" y="443"/>
                    </a:cubicBezTo>
                    <a:cubicBezTo>
                      <a:pt x="828291" y="688"/>
                      <a:pt x="828095" y="884"/>
                      <a:pt x="827850" y="884"/>
                    </a:cubicBezTo>
                    <a:close/>
                    <a:moveTo>
                      <a:pt x="819116" y="884"/>
                    </a:moveTo>
                    <a:lnTo>
                      <a:pt x="816494" y="884"/>
                    </a:lnTo>
                    <a:cubicBezTo>
                      <a:pt x="816249" y="884"/>
                      <a:pt x="816053" y="688"/>
                      <a:pt x="816053" y="443"/>
                    </a:cubicBezTo>
                    <a:cubicBezTo>
                      <a:pt x="816053" y="198"/>
                      <a:pt x="816249" y="2"/>
                      <a:pt x="816494" y="2"/>
                    </a:cubicBezTo>
                    <a:lnTo>
                      <a:pt x="819116" y="2"/>
                    </a:lnTo>
                    <a:cubicBezTo>
                      <a:pt x="819361" y="2"/>
                      <a:pt x="819557" y="198"/>
                      <a:pt x="819557" y="443"/>
                    </a:cubicBezTo>
                    <a:cubicBezTo>
                      <a:pt x="819557" y="688"/>
                      <a:pt x="819361" y="884"/>
                      <a:pt x="819116" y="884"/>
                    </a:cubicBezTo>
                    <a:close/>
                    <a:moveTo>
                      <a:pt x="810382" y="884"/>
                    </a:moveTo>
                    <a:lnTo>
                      <a:pt x="807760" y="884"/>
                    </a:lnTo>
                    <a:cubicBezTo>
                      <a:pt x="807515" y="884"/>
                      <a:pt x="807319" y="688"/>
                      <a:pt x="807319" y="443"/>
                    </a:cubicBezTo>
                    <a:cubicBezTo>
                      <a:pt x="807319" y="198"/>
                      <a:pt x="807515" y="2"/>
                      <a:pt x="807760" y="2"/>
                    </a:cubicBezTo>
                    <a:lnTo>
                      <a:pt x="810382" y="2"/>
                    </a:lnTo>
                    <a:cubicBezTo>
                      <a:pt x="810627" y="2"/>
                      <a:pt x="810823" y="198"/>
                      <a:pt x="810823" y="443"/>
                    </a:cubicBezTo>
                    <a:cubicBezTo>
                      <a:pt x="810823" y="688"/>
                      <a:pt x="810627" y="884"/>
                      <a:pt x="810382" y="884"/>
                    </a:cubicBezTo>
                    <a:close/>
                    <a:moveTo>
                      <a:pt x="801648" y="884"/>
                    </a:moveTo>
                    <a:lnTo>
                      <a:pt x="799026" y="884"/>
                    </a:lnTo>
                    <a:cubicBezTo>
                      <a:pt x="798781" y="884"/>
                      <a:pt x="798585" y="688"/>
                      <a:pt x="798585" y="443"/>
                    </a:cubicBezTo>
                    <a:cubicBezTo>
                      <a:pt x="798585" y="198"/>
                      <a:pt x="798781" y="2"/>
                      <a:pt x="799026" y="2"/>
                    </a:cubicBezTo>
                    <a:lnTo>
                      <a:pt x="801648" y="2"/>
                    </a:lnTo>
                    <a:cubicBezTo>
                      <a:pt x="801893" y="2"/>
                      <a:pt x="802089" y="198"/>
                      <a:pt x="802089" y="443"/>
                    </a:cubicBezTo>
                    <a:cubicBezTo>
                      <a:pt x="802089" y="688"/>
                      <a:pt x="801893" y="884"/>
                      <a:pt x="801648" y="884"/>
                    </a:cubicBezTo>
                    <a:close/>
                    <a:moveTo>
                      <a:pt x="792914" y="884"/>
                    </a:moveTo>
                    <a:lnTo>
                      <a:pt x="790292" y="884"/>
                    </a:lnTo>
                    <a:cubicBezTo>
                      <a:pt x="790047" y="884"/>
                      <a:pt x="789851" y="688"/>
                      <a:pt x="789851" y="443"/>
                    </a:cubicBezTo>
                    <a:cubicBezTo>
                      <a:pt x="789851" y="198"/>
                      <a:pt x="790047" y="2"/>
                      <a:pt x="790292" y="2"/>
                    </a:cubicBezTo>
                    <a:lnTo>
                      <a:pt x="792914" y="2"/>
                    </a:lnTo>
                    <a:cubicBezTo>
                      <a:pt x="793158" y="2"/>
                      <a:pt x="793354" y="198"/>
                      <a:pt x="793354" y="443"/>
                    </a:cubicBezTo>
                    <a:cubicBezTo>
                      <a:pt x="793354" y="688"/>
                      <a:pt x="793158" y="884"/>
                      <a:pt x="792914" y="884"/>
                    </a:cubicBezTo>
                    <a:close/>
                    <a:moveTo>
                      <a:pt x="784179" y="884"/>
                    </a:moveTo>
                    <a:lnTo>
                      <a:pt x="781558" y="884"/>
                    </a:lnTo>
                    <a:cubicBezTo>
                      <a:pt x="781313" y="884"/>
                      <a:pt x="781117" y="688"/>
                      <a:pt x="781117" y="443"/>
                    </a:cubicBezTo>
                    <a:cubicBezTo>
                      <a:pt x="781117" y="198"/>
                      <a:pt x="781313" y="2"/>
                      <a:pt x="781558" y="2"/>
                    </a:cubicBezTo>
                    <a:lnTo>
                      <a:pt x="784179" y="2"/>
                    </a:lnTo>
                    <a:cubicBezTo>
                      <a:pt x="784424" y="2"/>
                      <a:pt x="784620" y="198"/>
                      <a:pt x="784620" y="443"/>
                    </a:cubicBezTo>
                    <a:cubicBezTo>
                      <a:pt x="784620" y="688"/>
                      <a:pt x="784424" y="884"/>
                      <a:pt x="784179" y="884"/>
                    </a:cubicBezTo>
                    <a:close/>
                    <a:moveTo>
                      <a:pt x="775445" y="884"/>
                    </a:moveTo>
                    <a:lnTo>
                      <a:pt x="772824" y="884"/>
                    </a:lnTo>
                    <a:cubicBezTo>
                      <a:pt x="772579" y="884"/>
                      <a:pt x="772383" y="688"/>
                      <a:pt x="772383" y="443"/>
                    </a:cubicBezTo>
                    <a:cubicBezTo>
                      <a:pt x="772383" y="198"/>
                      <a:pt x="772579" y="2"/>
                      <a:pt x="772824" y="2"/>
                    </a:cubicBezTo>
                    <a:lnTo>
                      <a:pt x="775445" y="2"/>
                    </a:lnTo>
                    <a:cubicBezTo>
                      <a:pt x="775690" y="2"/>
                      <a:pt x="775886" y="198"/>
                      <a:pt x="775886" y="443"/>
                    </a:cubicBezTo>
                    <a:cubicBezTo>
                      <a:pt x="775886" y="688"/>
                      <a:pt x="775690" y="884"/>
                      <a:pt x="775445" y="884"/>
                    </a:cubicBezTo>
                    <a:close/>
                    <a:moveTo>
                      <a:pt x="766711" y="884"/>
                    </a:moveTo>
                    <a:lnTo>
                      <a:pt x="764090" y="884"/>
                    </a:lnTo>
                    <a:cubicBezTo>
                      <a:pt x="763845" y="884"/>
                      <a:pt x="763649" y="688"/>
                      <a:pt x="763649" y="443"/>
                    </a:cubicBezTo>
                    <a:cubicBezTo>
                      <a:pt x="763649" y="198"/>
                      <a:pt x="763845" y="2"/>
                      <a:pt x="764090" y="2"/>
                    </a:cubicBezTo>
                    <a:lnTo>
                      <a:pt x="766711" y="2"/>
                    </a:lnTo>
                    <a:cubicBezTo>
                      <a:pt x="766956" y="2"/>
                      <a:pt x="767152" y="198"/>
                      <a:pt x="767152" y="443"/>
                    </a:cubicBezTo>
                    <a:cubicBezTo>
                      <a:pt x="767152" y="688"/>
                      <a:pt x="766956" y="884"/>
                      <a:pt x="766711" y="884"/>
                    </a:cubicBezTo>
                    <a:close/>
                    <a:moveTo>
                      <a:pt x="757977" y="884"/>
                    </a:moveTo>
                    <a:lnTo>
                      <a:pt x="755356" y="884"/>
                    </a:lnTo>
                    <a:cubicBezTo>
                      <a:pt x="755111" y="884"/>
                      <a:pt x="754915" y="688"/>
                      <a:pt x="754915" y="443"/>
                    </a:cubicBezTo>
                    <a:cubicBezTo>
                      <a:pt x="754915" y="198"/>
                      <a:pt x="755111" y="2"/>
                      <a:pt x="755356" y="2"/>
                    </a:cubicBezTo>
                    <a:lnTo>
                      <a:pt x="757977" y="2"/>
                    </a:lnTo>
                    <a:cubicBezTo>
                      <a:pt x="758222" y="2"/>
                      <a:pt x="758418" y="198"/>
                      <a:pt x="758418" y="443"/>
                    </a:cubicBezTo>
                    <a:cubicBezTo>
                      <a:pt x="758418" y="688"/>
                      <a:pt x="758222" y="884"/>
                      <a:pt x="757977" y="884"/>
                    </a:cubicBezTo>
                    <a:close/>
                    <a:moveTo>
                      <a:pt x="749243" y="884"/>
                    </a:moveTo>
                    <a:lnTo>
                      <a:pt x="746622" y="884"/>
                    </a:lnTo>
                    <a:cubicBezTo>
                      <a:pt x="746377" y="884"/>
                      <a:pt x="746181" y="688"/>
                      <a:pt x="746181" y="443"/>
                    </a:cubicBezTo>
                    <a:cubicBezTo>
                      <a:pt x="746181" y="198"/>
                      <a:pt x="746377" y="2"/>
                      <a:pt x="746622" y="2"/>
                    </a:cubicBezTo>
                    <a:lnTo>
                      <a:pt x="749243" y="2"/>
                    </a:lnTo>
                    <a:cubicBezTo>
                      <a:pt x="749488" y="2"/>
                      <a:pt x="749684" y="198"/>
                      <a:pt x="749684" y="443"/>
                    </a:cubicBezTo>
                    <a:cubicBezTo>
                      <a:pt x="749684" y="688"/>
                      <a:pt x="749488" y="884"/>
                      <a:pt x="749243" y="884"/>
                    </a:cubicBezTo>
                    <a:close/>
                    <a:moveTo>
                      <a:pt x="740509" y="884"/>
                    </a:moveTo>
                    <a:lnTo>
                      <a:pt x="737888" y="884"/>
                    </a:lnTo>
                    <a:cubicBezTo>
                      <a:pt x="737643" y="884"/>
                      <a:pt x="737447" y="688"/>
                      <a:pt x="737447" y="443"/>
                    </a:cubicBezTo>
                    <a:cubicBezTo>
                      <a:pt x="737447" y="198"/>
                      <a:pt x="737643" y="2"/>
                      <a:pt x="737888" y="2"/>
                    </a:cubicBezTo>
                    <a:lnTo>
                      <a:pt x="740509" y="2"/>
                    </a:lnTo>
                    <a:cubicBezTo>
                      <a:pt x="740754" y="2"/>
                      <a:pt x="740950" y="198"/>
                      <a:pt x="740950" y="443"/>
                    </a:cubicBezTo>
                    <a:cubicBezTo>
                      <a:pt x="740950" y="688"/>
                      <a:pt x="740754" y="884"/>
                      <a:pt x="740509" y="884"/>
                    </a:cubicBezTo>
                    <a:close/>
                    <a:moveTo>
                      <a:pt x="731775" y="884"/>
                    </a:moveTo>
                    <a:lnTo>
                      <a:pt x="729154" y="884"/>
                    </a:lnTo>
                    <a:cubicBezTo>
                      <a:pt x="728909" y="884"/>
                      <a:pt x="728713" y="688"/>
                      <a:pt x="728713" y="443"/>
                    </a:cubicBezTo>
                    <a:cubicBezTo>
                      <a:pt x="728713" y="198"/>
                      <a:pt x="728909" y="2"/>
                      <a:pt x="729154" y="2"/>
                    </a:cubicBezTo>
                    <a:lnTo>
                      <a:pt x="731775" y="2"/>
                    </a:lnTo>
                    <a:cubicBezTo>
                      <a:pt x="732020" y="2"/>
                      <a:pt x="732216" y="198"/>
                      <a:pt x="732216" y="443"/>
                    </a:cubicBezTo>
                    <a:cubicBezTo>
                      <a:pt x="732216" y="688"/>
                      <a:pt x="732020" y="884"/>
                      <a:pt x="731775" y="884"/>
                    </a:cubicBezTo>
                    <a:close/>
                    <a:moveTo>
                      <a:pt x="723041" y="884"/>
                    </a:moveTo>
                    <a:lnTo>
                      <a:pt x="720419" y="884"/>
                    </a:lnTo>
                    <a:cubicBezTo>
                      <a:pt x="720175" y="884"/>
                      <a:pt x="719979" y="688"/>
                      <a:pt x="719979" y="443"/>
                    </a:cubicBezTo>
                    <a:cubicBezTo>
                      <a:pt x="719979" y="198"/>
                      <a:pt x="720175" y="2"/>
                      <a:pt x="720419" y="2"/>
                    </a:cubicBezTo>
                    <a:lnTo>
                      <a:pt x="723041" y="2"/>
                    </a:lnTo>
                    <a:cubicBezTo>
                      <a:pt x="723286" y="2"/>
                      <a:pt x="723482" y="198"/>
                      <a:pt x="723482" y="443"/>
                    </a:cubicBezTo>
                    <a:cubicBezTo>
                      <a:pt x="723482" y="688"/>
                      <a:pt x="723286" y="884"/>
                      <a:pt x="723041" y="884"/>
                    </a:cubicBezTo>
                    <a:close/>
                    <a:moveTo>
                      <a:pt x="714307" y="884"/>
                    </a:moveTo>
                    <a:lnTo>
                      <a:pt x="711685" y="884"/>
                    </a:lnTo>
                    <a:cubicBezTo>
                      <a:pt x="711440" y="884"/>
                      <a:pt x="711244" y="688"/>
                      <a:pt x="711244" y="443"/>
                    </a:cubicBezTo>
                    <a:cubicBezTo>
                      <a:pt x="711244" y="198"/>
                      <a:pt x="711440" y="2"/>
                      <a:pt x="711685" y="2"/>
                    </a:cubicBezTo>
                    <a:lnTo>
                      <a:pt x="714307" y="2"/>
                    </a:lnTo>
                    <a:cubicBezTo>
                      <a:pt x="714552" y="2"/>
                      <a:pt x="714748" y="198"/>
                      <a:pt x="714748" y="443"/>
                    </a:cubicBezTo>
                    <a:cubicBezTo>
                      <a:pt x="714748" y="688"/>
                      <a:pt x="714552" y="884"/>
                      <a:pt x="714307" y="884"/>
                    </a:cubicBezTo>
                    <a:close/>
                    <a:moveTo>
                      <a:pt x="705573" y="884"/>
                    </a:moveTo>
                    <a:lnTo>
                      <a:pt x="702951" y="884"/>
                    </a:lnTo>
                    <a:cubicBezTo>
                      <a:pt x="702706" y="884"/>
                      <a:pt x="702510" y="688"/>
                      <a:pt x="702510" y="443"/>
                    </a:cubicBezTo>
                    <a:cubicBezTo>
                      <a:pt x="702510" y="198"/>
                      <a:pt x="702706" y="2"/>
                      <a:pt x="702951" y="2"/>
                    </a:cubicBezTo>
                    <a:lnTo>
                      <a:pt x="705573" y="2"/>
                    </a:lnTo>
                    <a:cubicBezTo>
                      <a:pt x="705818" y="2"/>
                      <a:pt x="706014" y="198"/>
                      <a:pt x="706014" y="443"/>
                    </a:cubicBezTo>
                    <a:cubicBezTo>
                      <a:pt x="706014" y="688"/>
                      <a:pt x="705818" y="884"/>
                      <a:pt x="705573" y="884"/>
                    </a:cubicBezTo>
                    <a:close/>
                    <a:moveTo>
                      <a:pt x="696839" y="884"/>
                    </a:moveTo>
                    <a:lnTo>
                      <a:pt x="694217" y="884"/>
                    </a:lnTo>
                    <a:cubicBezTo>
                      <a:pt x="693972" y="884"/>
                      <a:pt x="693776" y="688"/>
                      <a:pt x="693776" y="443"/>
                    </a:cubicBezTo>
                    <a:cubicBezTo>
                      <a:pt x="693776" y="198"/>
                      <a:pt x="693972" y="2"/>
                      <a:pt x="694217" y="2"/>
                    </a:cubicBezTo>
                    <a:lnTo>
                      <a:pt x="696839" y="2"/>
                    </a:lnTo>
                    <a:cubicBezTo>
                      <a:pt x="697084" y="2"/>
                      <a:pt x="697280" y="198"/>
                      <a:pt x="697280" y="443"/>
                    </a:cubicBezTo>
                    <a:cubicBezTo>
                      <a:pt x="697280" y="688"/>
                      <a:pt x="697084" y="884"/>
                      <a:pt x="696839" y="884"/>
                    </a:cubicBezTo>
                    <a:close/>
                    <a:moveTo>
                      <a:pt x="688105" y="884"/>
                    </a:moveTo>
                    <a:lnTo>
                      <a:pt x="685483" y="884"/>
                    </a:lnTo>
                    <a:cubicBezTo>
                      <a:pt x="685238" y="884"/>
                      <a:pt x="685042" y="688"/>
                      <a:pt x="685042" y="443"/>
                    </a:cubicBezTo>
                    <a:cubicBezTo>
                      <a:pt x="685042" y="198"/>
                      <a:pt x="685238" y="2"/>
                      <a:pt x="685483" y="2"/>
                    </a:cubicBezTo>
                    <a:lnTo>
                      <a:pt x="688105" y="2"/>
                    </a:lnTo>
                    <a:cubicBezTo>
                      <a:pt x="688350" y="2"/>
                      <a:pt x="688546" y="198"/>
                      <a:pt x="688546" y="443"/>
                    </a:cubicBezTo>
                    <a:cubicBezTo>
                      <a:pt x="688546" y="688"/>
                      <a:pt x="688350" y="884"/>
                      <a:pt x="688105" y="884"/>
                    </a:cubicBezTo>
                    <a:close/>
                    <a:moveTo>
                      <a:pt x="679371" y="884"/>
                    </a:moveTo>
                    <a:lnTo>
                      <a:pt x="676749" y="884"/>
                    </a:lnTo>
                    <a:cubicBezTo>
                      <a:pt x="676504" y="884"/>
                      <a:pt x="676308" y="688"/>
                      <a:pt x="676308" y="443"/>
                    </a:cubicBezTo>
                    <a:cubicBezTo>
                      <a:pt x="676308" y="198"/>
                      <a:pt x="676504" y="2"/>
                      <a:pt x="676749" y="2"/>
                    </a:cubicBezTo>
                    <a:lnTo>
                      <a:pt x="679371" y="2"/>
                    </a:lnTo>
                    <a:cubicBezTo>
                      <a:pt x="679616" y="2"/>
                      <a:pt x="679812" y="198"/>
                      <a:pt x="679812" y="443"/>
                    </a:cubicBezTo>
                    <a:cubicBezTo>
                      <a:pt x="679812" y="688"/>
                      <a:pt x="679616" y="884"/>
                      <a:pt x="679371" y="884"/>
                    </a:cubicBezTo>
                    <a:close/>
                    <a:moveTo>
                      <a:pt x="670637" y="884"/>
                    </a:moveTo>
                    <a:lnTo>
                      <a:pt x="668015" y="884"/>
                    </a:lnTo>
                    <a:cubicBezTo>
                      <a:pt x="667770" y="884"/>
                      <a:pt x="667574" y="688"/>
                      <a:pt x="667574" y="443"/>
                    </a:cubicBezTo>
                    <a:cubicBezTo>
                      <a:pt x="667574" y="198"/>
                      <a:pt x="667770" y="2"/>
                      <a:pt x="668015" y="2"/>
                    </a:cubicBezTo>
                    <a:lnTo>
                      <a:pt x="670637" y="2"/>
                    </a:lnTo>
                    <a:cubicBezTo>
                      <a:pt x="670882" y="2"/>
                      <a:pt x="671078" y="198"/>
                      <a:pt x="671078" y="443"/>
                    </a:cubicBezTo>
                    <a:cubicBezTo>
                      <a:pt x="671078" y="688"/>
                      <a:pt x="670882" y="884"/>
                      <a:pt x="670637" y="884"/>
                    </a:cubicBezTo>
                    <a:close/>
                    <a:moveTo>
                      <a:pt x="661902" y="884"/>
                    </a:moveTo>
                    <a:lnTo>
                      <a:pt x="659281" y="884"/>
                    </a:lnTo>
                    <a:cubicBezTo>
                      <a:pt x="659036" y="884"/>
                      <a:pt x="658840" y="688"/>
                      <a:pt x="658840" y="443"/>
                    </a:cubicBezTo>
                    <a:cubicBezTo>
                      <a:pt x="658840" y="198"/>
                      <a:pt x="659036" y="2"/>
                      <a:pt x="659281" y="2"/>
                    </a:cubicBezTo>
                    <a:lnTo>
                      <a:pt x="661902" y="2"/>
                    </a:lnTo>
                    <a:cubicBezTo>
                      <a:pt x="662148" y="2"/>
                      <a:pt x="662343" y="198"/>
                      <a:pt x="662343" y="443"/>
                    </a:cubicBezTo>
                    <a:cubicBezTo>
                      <a:pt x="662343" y="688"/>
                      <a:pt x="662148" y="884"/>
                      <a:pt x="661902" y="884"/>
                    </a:cubicBezTo>
                    <a:close/>
                    <a:moveTo>
                      <a:pt x="653168" y="884"/>
                    </a:moveTo>
                    <a:lnTo>
                      <a:pt x="650547" y="884"/>
                    </a:lnTo>
                    <a:cubicBezTo>
                      <a:pt x="650302" y="884"/>
                      <a:pt x="650106" y="688"/>
                      <a:pt x="650106" y="443"/>
                    </a:cubicBezTo>
                    <a:cubicBezTo>
                      <a:pt x="650106" y="198"/>
                      <a:pt x="650302" y="2"/>
                      <a:pt x="650547" y="2"/>
                    </a:cubicBezTo>
                    <a:lnTo>
                      <a:pt x="653168" y="2"/>
                    </a:lnTo>
                    <a:cubicBezTo>
                      <a:pt x="653413" y="2"/>
                      <a:pt x="653609" y="198"/>
                      <a:pt x="653609" y="443"/>
                    </a:cubicBezTo>
                    <a:cubicBezTo>
                      <a:pt x="653609" y="688"/>
                      <a:pt x="653413" y="884"/>
                      <a:pt x="653168" y="884"/>
                    </a:cubicBezTo>
                    <a:close/>
                    <a:moveTo>
                      <a:pt x="644434" y="884"/>
                    </a:moveTo>
                    <a:lnTo>
                      <a:pt x="641813" y="884"/>
                    </a:lnTo>
                    <a:cubicBezTo>
                      <a:pt x="641568" y="884"/>
                      <a:pt x="641372" y="688"/>
                      <a:pt x="641372" y="443"/>
                    </a:cubicBezTo>
                    <a:cubicBezTo>
                      <a:pt x="641372" y="198"/>
                      <a:pt x="641568" y="2"/>
                      <a:pt x="641813" y="2"/>
                    </a:cubicBezTo>
                    <a:lnTo>
                      <a:pt x="644434" y="2"/>
                    </a:lnTo>
                    <a:cubicBezTo>
                      <a:pt x="644679" y="2"/>
                      <a:pt x="644875" y="198"/>
                      <a:pt x="644875" y="443"/>
                    </a:cubicBezTo>
                    <a:cubicBezTo>
                      <a:pt x="644875" y="688"/>
                      <a:pt x="644679" y="884"/>
                      <a:pt x="644434" y="884"/>
                    </a:cubicBezTo>
                    <a:close/>
                    <a:moveTo>
                      <a:pt x="635700" y="884"/>
                    </a:moveTo>
                    <a:lnTo>
                      <a:pt x="633079" y="884"/>
                    </a:lnTo>
                    <a:cubicBezTo>
                      <a:pt x="632834" y="884"/>
                      <a:pt x="632638" y="688"/>
                      <a:pt x="632638" y="443"/>
                    </a:cubicBezTo>
                    <a:cubicBezTo>
                      <a:pt x="632638" y="198"/>
                      <a:pt x="632834" y="2"/>
                      <a:pt x="633079" y="2"/>
                    </a:cubicBezTo>
                    <a:lnTo>
                      <a:pt x="635700" y="2"/>
                    </a:lnTo>
                    <a:cubicBezTo>
                      <a:pt x="635945" y="2"/>
                      <a:pt x="636141" y="198"/>
                      <a:pt x="636141" y="443"/>
                    </a:cubicBezTo>
                    <a:cubicBezTo>
                      <a:pt x="636141" y="688"/>
                      <a:pt x="635945" y="884"/>
                      <a:pt x="635700" y="884"/>
                    </a:cubicBezTo>
                    <a:close/>
                    <a:moveTo>
                      <a:pt x="626966" y="884"/>
                    </a:moveTo>
                    <a:lnTo>
                      <a:pt x="624345" y="884"/>
                    </a:lnTo>
                    <a:cubicBezTo>
                      <a:pt x="624100" y="884"/>
                      <a:pt x="623904" y="688"/>
                      <a:pt x="623904" y="443"/>
                    </a:cubicBezTo>
                    <a:cubicBezTo>
                      <a:pt x="623904" y="198"/>
                      <a:pt x="624100" y="2"/>
                      <a:pt x="624345" y="2"/>
                    </a:cubicBezTo>
                    <a:lnTo>
                      <a:pt x="626966" y="2"/>
                    </a:lnTo>
                    <a:cubicBezTo>
                      <a:pt x="627211" y="2"/>
                      <a:pt x="627407" y="198"/>
                      <a:pt x="627407" y="443"/>
                    </a:cubicBezTo>
                    <a:cubicBezTo>
                      <a:pt x="627407" y="688"/>
                      <a:pt x="627211" y="884"/>
                      <a:pt x="626966" y="884"/>
                    </a:cubicBezTo>
                    <a:close/>
                    <a:moveTo>
                      <a:pt x="618232" y="884"/>
                    </a:moveTo>
                    <a:lnTo>
                      <a:pt x="615611" y="884"/>
                    </a:lnTo>
                    <a:cubicBezTo>
                      <a:pt x="615366" y="884"/>
                      <a:pt x="615170" y="688"/>
                      <a:pt x="615170" y="443"/>
                    </a:cubicBezTo>
                    <a:cubicBezTo>
                      <a:pt x="615170" y="198"/>
                      <a:pt x="615366" y="2"/>
                      <a:pt x="615611" y="2"/>
                    </a:cubicBezTo>
                    <a:lnTo>
                      <a:pt x="618232" y="2"/>
                    </a:lnTo>
                    <a:cubicBezTo>
                      <a:pt x="618477" y="2"/>
                      <a:pt x="618673" y="198"/>
                      <a:pt x="618673" y="443"/>
                    </a:cubicBezTo>
                    <a:cubicBezTo>
                      <a:pt x="618673" y="688"/>
                      <a:pt x="618477" y="884"/>
                      <a:pt x="618232" y="884"/>
                    </a:cubicBezTo>
                    <a:close/>
                    <a:moveTo>
                      <a:pt x="609498" y="884"/>
                    </a:moveTo>
                    <a:lnTo>
                      <a:pt x="606877" y="884"/>
                    </a:lnTo>
                    <a:cubicBezTo>
                      <a:pt x="606632" y="884"/>
                      <a:pt x="606436" y="688"/>
                      <a:pt x="606436" y="443"/>
                    </a:cubicBezTo>
                    <a:cubicBezTo>
                      <a:pt x="606436" y="198"/>
                      <a:pt x="606632" y="2"/>
                      <a:pt x="606877" y="2"/>
                    </a:cubicBezTo>
                    <a:lnTo>
                      <a:pt x="609498" y="2"/>
                    </a:lnTo>
                    <a:cubicBezTo>
                      <a:pt x="609743" y="2"/>
                      <a:pt x="609939" y="198"/>
                      <a:pt x="609939" y="443"/>
                    </a:cubicBezTo>
                    <a:cubicBezTo>
                      <a:pt x="609939" y="688"/>
                      <a:pt x="609743" y="884"/>
                      <a:pt x="609498" y="884"/>
                    </a:cubicBezTo>
                    <a:close/>
                    <a:moveTo>
                      <a:pt x="600764" y="884"/>
                    </a:moveTo>
                    <a:lnTo>
                      <a:pt x="598143" y="884"/>
                    </a:lnTo>
                    <a:cubicBezTo>
                      <a:pt x="597898" y="884"/>
                      <a:pt x="597702" y="688"/>
                      <a:pt x="597702" y="443"/>
                    </a:cubicBezTo>
                    <a:cubicBezTo>
                      <a:pt x="597702" y="198"/>
                      <a:pt x="597898" y="2"/>
                      <a:pt x="598143" y="2"/>
                    </a:cubicBezTo>
                    <a:lnTo>
                      <a:pt x="600764" y="2"/>
                    </a:lnTo>
                    <a:cubicBezTo>
                      <a:pt x="601009" y="2"/>
                      <a:pt x="601205" y="198"/>
                      <a:pt x="601205" y="443"/>
                    </a:cubicBezTo>
                    <a:cubicBezTo>
                      <a:pt x="601205" y="688"/>
                      <a:pt x="601009" y="884"/>
                      <a:pt x="600764" y="884"/>
                    </a:cubicBezTo>
                    <a:close/>
                    <a:moveTo>
                      <a:pt x="592030" y="884"/>
                    </a:moveTo>
                    <a:lnTo>
                      <a:pt x="589409" y="884"/>
                    </a:lnTo>
                    <a:cubicBezTo>
                      <a:pt x="589163" y="884"/>
                      <a:pt x="588968" y="688"/>
                      <a:pt x="588968" y="443"/>
                    </a:cubicBezTo>
                    <a:cubicBezTo>
                      <a:pt x="588968" y="198"/>
                      <a:pt x="589163" y="2"/>
                      <a:pt x="589409" y="2"/>
                    </a:cubicBezTo>
                    <a:lnTo>
                      <a:pt x="592030" y="2"/>
                    </a:lnTo>
                    <a:cubicBezTo>
                      <a:pt x="592275" y="2"/>
                      <a:pt x="592471" y="198"/>
                      <a:pt x="592471" y="443"/>
                    </a:cubicBezTo>
                    <a:cubicBezTo>
                      <a:pt x="592471" y="688"/>
                      <a:pt x="592275" y="884"/>
                      <a:pt x="592030" y="884"/>
                    </a:cubicBezTo>
                    <a:close/>
                    <a:moveTo>
                      <a:pt x="583296" y="884"/>
                    </a:moveTo>
                    <a:lnTo>
                      <a:pt x="580674" y="884"/>
                    </a:lnTo>
                    <a:cubicBezTo>
                      <a:pt x="580429" y="884"/>
                      <a:pt x="580233" y="688"/>
                      <a:pt x="580233" y="443"/>
                    </a:cubicBezTo>
                    <a:cubicBezTo>
                      <a:pt x="580233" y="198"/>
                      <a:pt x="580429" y="2"/>
                      <a:pt x="580674" y="2"/>
                    </a:cubicBezTo>
                    <a:lnTo>
                      <a:pt x="583296" y="2"/>
                    </a:lnTo>
                    <a:cubicBezTo>
                      <a:pt x="583541" y="2"/>
                      <a:pt x="583737" y="198"/>
                      <a:pt x="583737" y="443"/>
                    </a:cubicBezTo>
                    <a:cubicBezTo>
                      <a:pt x="583737" y="688"/>
                      <a:pt x="583541" y="884"/>
                      <a:pt x="583296" y="884"/>
                    </a:cubicBezTo>
                    <a:close/>
                    <a:moveTo>
                      <a:pt x="574562" y="884"/>
                    </a:moveTo>
                    <a:lnTo>
                      <a:pt x="571940" y="884"/>
                    </a:lnTo>
                    <a:cubicBezTo>
                      <a:pt x="571695" y="884"/>
                      <a:pt x="571499" y="688"/>
                      <a:pt x="571499" y="443"/>
                    </a:cubicBezTo>
                    <a:cubicBezTo>
                      <a:pt x="571499" y="198"/>
                      <a:pt x="571695" y="2"/>
                      <a:pt x="571940" y="2"/>
                    </a:cubicBezTo>
                    <a:lnTo>
                      <a:pt x="574562" y="2"/>
                    </a:lnTo>
                    <a:cubicBezTo>
                      <a:pt x="574807" y="2"/>
                      <a:pt x="575003" y="198"/>
                      <a:pt x="575003" y="443"/>
                    </a:cubicBezTo>
                    <a:cubicBezTo>
                      <a:pt x="575003" y="688"/>
                      <a:pt x="574807" y="884"/>
                      <a:pt x="574562" y="884"/>
                    </a:cubicBezTo>
                    <a:close/>
                    <a:moveTo>
                      <a:pt x="565828" y="884"/>
                    </a:moveTo>
                    <a:lnTo>
                      <a:pt x="563206" y="884"/>
                    </a:lnTo>
                    <a:cubicBezTo>
                      <a:pt x="562961" y="884"/>
                      <a:pt x="562765" y="688"/>
                      <a:pt x="562765" y="443"/>
                    </a:cubicBezTo>
                    <a:cubicBezTo>
                      <a:pt x="562765" y="198"/>
                      <a:pt x="562961" y="2"/>
                      <a:pt x="563206" y="2"/>
                    </a:cubicBezTo>
                    <a:lnTo>
                      <a:pt x="565828" y="2"/>
                    </a:lnTo>
                    <a:cubicBezTo>
                      <a:pt x="566073" y="2"/>
                      <a:pt x="566269" y="198"/>
                      <a:pt x="566269" y="443"/>
                    </a:cubicBezTo>
                    <a:cubicBezTo>
                      <a:pt x="566269" y="688"/>
                      <a:pt x="566073" y="884"/>
                      <a:pt x="565828" y="884"/>
                    </a:cubicBezTo>
                    <a:close/>
                    <a:moveTo>
                      <a:pt x="557094" y="884"/>
                    </a:moveTo>
                    <a:lnTo>
                      <a:pt x="554472" y="884"/>
                    </a:lnTo>
                    <a:cubicBezTo>
                      <a:pt x="554227" y="884"/>
                      <a:pt x="554031" y="688"/>
                      <a:pt x="554031" y="443"/>
                    </a:cubicBezTo>
                    <a:cubicBezTo>
                      <a:pt x="554031" y="198"/>
                      <a:pt x="554227" y="2"/>
                      <a:pt x="554472" y="2"/>
                    </a:cubicBezTo>
                    <a:lnTo>
                      <a:pt x="557094" y="2"/>
                    </a:lnTo>
                    <a:cubicBezTo>
                      <a:pt x="557339" y="2"/>
                      <a:pt x="557535" y="198"/>
                      <a:pt x="557535" y="443"/>
                    </a:cubicBezTo>
                    <a:cubicBezTo>
                      <a:pt x="557535" y="688"/>
                      <a:pt x="557339" y="884"/>
                      <a:pt x="557094" y="884"/>
                    </a:cubicBezTo>
                    <a:close/>
                    <a:moveTo>
                      <a:pt x="548360" y="884"/>
                    </a:moveTo>
                    <a:lnTo>
                      <a:pt x="545738" y="884"/>
                    </a:lnTo>
                    <a:cubicBezTo>
                      <a:pt x="545493" y="884"/>
                      <a:pt x="545297" y="688"/>
                      <a:pt x="545297" y="443"/>
                    </a:cubicBezTo>
                    <a:cubicBezTo>
                      <a:pt x="545297" y="198"/>
                      <a:pt x="545493" y="2"/>
                      <a:pt x="545738" y="2"/>
                    </a:cubicBezTo>
                    <a:lnTo>
                      <a:pt x="548360" y="2"/>
                    </a:lnTo>
                    <a:cubicBezTo>
                      <a:pt x="548605" y="2"/>
                      <a:pt x="548801" y="198"/>
                      <a:pt x="548801" y="443"/>
                    </a:cubicBezTo>
                    <a:cubicBezTo>
                      <a:pt x="548801" y="688"/>
                      <a:pt x="548605" y="884"/>
                      <a:pt x="548360" y="884"/>
                    </a:cubicBezTo>
                    <a:close/>
                    <a:moveTo>
                      <a:pt x="539626" y="884"/>
                    </a:moveTo>
                    <a:lnTo>
                      <a:pt x="537004" y="884"/>
                    </a:lnTo>
                    <a:cubicBezTo>
                      <a:pt x="536759" y="884"/>
                      <a:pt x="536563" y="688"/>
                      <a:pt x="536563" y="443"/>
                    </a:cubicBezTo>
                    <a:cubicBezTo>
                      <a:pt x="536563" y="198"/>
                      <a:pt x="536759" y="2"/>
                      <a:pt x="537004" y="2"/>
                    </a:cubicBezTo>
                    <a:lnTo>
                      <a:pt x="539626" y="2"/>
                    </a:lnTo>
                    <a:cubicBezTo>
                      <a:pt x="539871" y="2"/>
                      <a:pt x="540067" y="198"/>
                      <a:pt x="540067" y="443"/>
                    </a:cubicBezTo>
                    <a:cubicBezTo>
                      <a:pt x="540067" y="688"/>
                      <a:pt x="539871" y="884"/>
                      <a:pt x="539626" y="884"/>
                    </a:cubicBezTo>
                    <a:close/>
                    <a:moveTo>
                      <a:pt x="530892" y="884"/>
                    </a:moveTo>
                    <a:lnTo>
                      <a:pt x="528270" y="884"/>
                    </a:lnTo>
                    <a:cubicBezTo>
                      <a:pt x="528025" y="884"/>
                      <a:pt x="527829" y="688"/>
                      <a:pt x="527829" y="443"/>
                    </a:cubicBezTo>
                    <a:cubicBezTo>
                      <a:pt x="527829" y="198"/>
                      <a:pt x="528025" y="2"/>
                      <a:pt x="528270" y="2"/>
                    </a:cubicBezTo>
                    <a:lnTo>
                      <a:pt x="530892" y="2"/>
                    </a:lnTo>
                    <a:cubicBezTo>
                      <a:pt x="531136" y="2"/>
                      <a:pt x="531333" y="198"/>
                      <a:pt x="531333" y="443"/>
                    </a:cubicBezTo>
                    <a:cubicBezTo>
                      <a:pt x="531333" y="688"/>
                      <a:pt x="531136" y="884"/>
                      <a:pt x="530892" y="884"/>
                    </a:cubicBezTo>
                    <a:close/>
                    <a:moveTo>
                      <a:pt x="522157" y="884"/>
                    </a:moveTo>
                    <a:lnTo>
                      <a:pt x="519536" y="884"/>
                    </a:lnTo>
                    <a:cubicBezTo>
                      <a:pt x="519291" y="884"/>
                      <a:pt x="519095" y="688"/>
                      <a:pt x="519095" y="443"/>
                    </a:cubicBezTo>
                    <a:cubicBezTo>
                      <a:pt x="519095" y="198"/>
                      <a:pt x="519291" y="2"/>
                      <a:pt x="519536" y="2"/>
                    </a:cubicBezTo>
                    <a:lnTo>
                      <a:pt x="522157" y="2"/>
                    </a:lnTo>
                    <a:cubicBezTo>
                      <a:pt x="522402" y="2"/>
                      <a:pt x="522598" y="198"/>
                      <a:pt x="522598" y="443"/>
                    </a:cubicBezTo>
                    <a:cubicBezTo>
                      <a:pt x="522598" y="688"/>
                      <a:pt x="522402" y="884"/>
                      <a:pt x="522157" y="884"/>
                    </a:cubicBezTo>
                    <a:close/>
                    <a:moveTo>
                      <a:pt x="513423" y="884"/>
                    </a:moveTo>
                    <a:lnTo>
                      <a:pt x="510802" y="884"/>
                    </a:lnTo>
                    <a:cubicBezTo>
                      <a:pt x="510557" y="884"/>
                      <a:pt x="510361" y="688"/>
                      <a:pt x="510361" y="443"/>
                    </a:cubicBezTo>
                    <a:cubicBezTo>
                      <a:pt x="510361" y="198"/>
                      <a:pt x="510557" y="2"/>
                      <a:pt x="510802" y="2"/>
                    </a:cubicBezTo>
                    <a:lnTo>
                      <a:pt x="513423" y="2"/>
                    </a:lnTo>
                    <a:cubicBezTo>
                      <a:pt x="513668" y="2"/>
                      <a:pt x="513864" y="198"/>
                      <a:pt x="513864" y="443"/>
                    </a:cubicBezTo>
                    <a:cubicBezTo>
                      <a:pt x="513864" y="688"/>
                      <a:pt x="513668" y="884"/>
                      <a:pt x="513423" y="884"/>
                    </a:cubicBezTo>
                    <a:close/>
                    <a:moveTo>
                      <a:pt x="504689" y="884"/>
                    </a:moveTo>
                    <a:lnTo>
                      <a:pt x="502068" y="884"/>
                    </a:lnTo>
                    <a:cubicBezTo>
                      <a:pt x="501823" y="884"/>
                      <a:pt x="501627" y="688"/>
                      <a:pt x="501627" y="443"/>
                    </a:cubicBezTo>
                    <a:cubicBezTo>
                      <a:pt x="501627" y="198"/>
                      <a:pt x="501823" y="2"/>
                      <a:pt x="502068" y="2"/>
                    </a:cubicBezTo>
                    <a:lnTo>
                      <a:pt x="504689" y="2"/>
                    </a:lnTo>
                    <a:cubicBezTo>
                      <a:pt x="504934" y="2"/>
                      <a:pt x="505130" y="198"/>
                      <a:pt x="505130" y="443"/>
                    </a:cubicBezTo>
                    <a:cubicBezTo>
                      <a:pt x="505130" y="688"/>
                      <a:pt x="504934" y="884"/>
                      <a:pt x="504689" y="884"/>
                    </a:cubicBezTo>
                    <a:close/>
                    <a:moveTo>
                      <a:pt x="495955" y="884"/>
                    </a:moveTo>
                    <a:lnTo>
                      <a:pt x="493334" y="884"/>
                    </a:lnTo>
                    <a:cubicBezTo>
                      <a:pt x="493089" y="884"/>
                      <a:pt x="492893" y="688"/>
                      <a:pt x="492893" y="443"/>
                    </a:cubicBezTo>
                    <a:cubicBezTo>
                      <a:pt x="492893" y="198"/>
                      <a:pt x="493089" y="2"/>
                      <a:pt x="493334" y="2"/>
                    </a:cubicBezTo>
                    <a:lnTo>
                      <a:pt x="495955" y="2"/>
                    </a:lnTo>
                    <a:cubicBezTo>
                      <a:pt x="496200" y="2"/>
                      <a:pt x="496396" y="198"/>
                      <a:pt x="496396" y="443"/>
                    </a:cubicBezTo>
                    <a:cubicBezTo>
                      <a:pt x="496396" y="688"/>
                      <a:pt x="496200" y="884"/>
                      <a:pt x="495955" y="884"/>
                    </a:cubicBezTo>
                    <a:close/>
                    <a:moveTo>
                      <a:pt x="487221" y="884"/>
                    </a:moveTo>
                    <a:lnTo>
                      <a:pt x="484600" y="884"/>
                    </a:lnTo>
                    <a:cubicBezTo>
                      <a:pt x="484355" y="884"/>
                      <a:pt x="484159" y="688"/>
                      <a:pt x="484159" y="443"/>
                    </a:cubicBezTo>
                    <a:cubicBezTo>
                      <a:pt x="484159" y="198"/>
                      <a:pt x="484355" y="2"/>
                      <a:pt x="484600" y="2"/>
                    </a:cubicBezTo>
                    <a:lnTo>
                      <a:pt x="487221" y="2"/>
                    </a:lnTo>
                    <a:cubicBezTo>
                      <a:pt x="487466" y="2"/>
                      <a:pt x="487662" y="198"/>
                      <a:pt x="487662" y="443"/>
                    </a:cubicBezTo>
                    <a:cubicBezTo>
                      <a:pt x="487662" y="688"/>
                      <a:pt x="487466" y="884"/>
                      <a:pt x="487221" y="884"/>
                    </a:cubicBezTo>
                    <a:close/>
                    <a:moveTo>
                      <a:pt x="478487" y="884"/>
                    </a:moveTo>
                    <a:lnTo>
                      <a:pt x="475866" y="884"/>
                    </a:lnTo>
                    <a:cubicBezTo>
                      <a:pt x="475621" y="884"/>
                      <a:pt x="475425" y="688"/>
                      <a:pt x="475425" y="443"/>
                    </a:cubicBezTo>
                    <a:cubicBezTo>
                      <a:pt x="475425" y="198"/>
                      <a:pt x="475621" y="2"/>
                      <a:pt x="475866" y="2"/>
                    </a:cubicBezTo>
                    <a:lnTo>
                      <a:pt x="478487" y="2"/>
                    </a:lnTo>
                    <a:cubicBezTo>
                      <a:pt x="478732" y="2"/>
                      <a:pt x="478928" y="198"/>
                      <a:pt x="478928" y="443"/>
                    </a:cubicBezTo>
                    <a:cubicBezTo>
                      <a:pt x="478928" y="688"/>
                      <a:pt x="478732" y="884"/>
                      <a:pt x="478487" y="884"/>
                    </a:cubicBezTo>
                    <a:close/>
                    <a:moveTo>
                      <a:pt x="469753" y="884"/>
                    </a:moveTo>
                    <a:lnTo>
                      <a:pt x="467132" y="884"/>
                    </a:lnTo>
                    <a:cubicBezTo>
                      <a:pt x="466887" y="884"/>
                      <a:pt x="466691" y="688"/>
                      <a:pt x="466691" y="443"/>
                    </a:cubicBezTo>
                    <a:cubicBezTo>
                      <a:pt x="466691" y="198"/>
                      <a:pt x="466887" y="2"/>
                      <a:pt x="467132" y="2"/>
                    </a:cubicBezTo>
                    <a:lnTo>
                      <a:pt x="469753" y="2"/>
                    </a:lnTo>
                    <a:cubicBezTo>
                      <a:pt x="469998" y="2"/>
                      <a:pt x="470194" y="198"/>
                      <a:pt x="470194" y="443"/>
                    </a:cubicBezTo>
                    <a:cubicBezTo>
                      <a:pt x="470194" y="688"/>
                      <a:pt x="469998" y="884"/>
                      <a:pt x="469753" y="884"/>
                    </a:cubicBezTo>
                    <a:close/>
                    <a:moveTo>
                      <a:pt x="461019" y="884"/>
                    </a:moveTo>
                    <a:lnTo>
                      <a:pt x="458398" y="884"/>
                    </a:lnTo>
                    <a:cubicBezTo>
                      <a:pt x="458153" y="884"/>
                      <a:pt x="457957" y="688"/>
                      <a:pt x="457957" y="443"/>
                    </a:cubicBezTo>
                    <a:cubicBezTo>
                      <a:pt x="457957" y="198"/>
                      <a:pt x="458153" y="2"/>
                      <a:pt x="458398" y="2"/>
                    </a:cubicBezTo>
                    <a:lnTo>
                      <a:pt x="461019" y="2"/>
                    </a:lnTo>
                    <a:cubicBezTo>
                      <a:pt x="461264" y="2"/>
                      <a:pt x="461460" y="198"/>
                      <a:pt x="461460" y="443"/>
                    </a:cubicBezTo>
                    <a:cubicBezTo>
                      <a:pt x="461460" y="688"/>
                      <a:pt x="461264" y="884"/>
                      <a:pt x="461019" y="884"/>
                    </a:cubicBezTo>
                    <a:close/>
                    <a:moveTo>
                      <a:pt x="452285" y="884"/>
                    </a:moveTo>
                    <a:lnTo>
                      <a:pt x="449663" y="884"/>
                    </a:lnTo>
                    <a:cubicBezTo>
                      <a:pt x="449418" y="884"/>
                      <a:pt x="449222" y="688"/>
                      <a:pt x="449222" y="443"/>
                    </a:cubicBezTo>
                    <a:cubicBezTo>
                      <a:pt x="449222" y="198"/>
                      <a:pt x="449418" y="2"/>
                      <a:pt x="449663" y="2"/>
                    </a:cubicBezTo>
                    <a:lnTo>
                      <a:pt x="452285" y="2"/>
                    </a:lnTo>
                    <a:cubicBezTo>
                      <a:pt x="452530" y="2"/>
                      <a:pt x="452726" y="198"/>
                      <a:pt x="452726" y="443"/>
                    </a:cubicBezTo>
                    <a:cubicBezTo>
                      <a:pt x="452726" y="688"/>
                      <a:pt x="452530" y="884"/>
                      <a:pt x="452285" y="884"/>
                    </a:cubicBezTo>
                    <a:close/>
                    <a:moveTo>
                      <a:pt x="443551" y="884"/>
                    </a:moveTo>
                    <a:lnTo>
                      <a:pt x="440929" y="884"/>
                    </a:lnTo>
                    <a:cubicBezTo>
                      <a:pt x="440684" y="884"/>
                      <a:pt x="440488" y="688"/>
                      <a:pt x="440488" y="443"/>
                    </a:cubicBezTo>
                    <a:cubicBezTo>
                      <a:pt x="440488" y="198"/>
                      <a:pt x="440684" y="2"/>
                      <a:pt x="440929" y="2"/>
                    </a:cubicBezTo>
                    <a:lnTo>
                      <a:pt x="443551" y="2"/>
                    </a:lnTo>
                    <a:cubicBezTo>
                      <a:pt x="443796" y="2"/>
                      <a:pt x="443992" y="198"/>
                      <a:pt x="443992" y="443"/>
                    </a:cubicBezTo>
                    <a:cubicBezTo>
                      <a:pt x="443992" y="688"/>
                      <a:pt x="443796" y="884"/>
                      <a:pt x="443551" y="884"/>
                    </a:cubicBezTo>
                    <a:close/>
                    <a:moveTo>
                      <a:pt x="434817" y="884"/>
                    </a:moveTo>
                    <a:lnTo>
                      <a:pt x="432195" y="884"/>
                    </a:lnTo>
                    <a:cubicBezTo>
                      <a:pt x="431950" y="884"/>
                      <a:pt x="431754" y="688"/>
                      <a:pt x="431754" y="443"/>
                    </a:cubicBezTo>
                    <a:cubicBezTo>
                      <a:pt x="431754" y="198"/>
                      <a:pt x="431950" y="2"/>
                      <a:pt x="432195" y="2"/>
                    </a:cubicBezTo>
                    <a:lnTo>
                      <a:pt x="434817" y="2"/>
                    </a:lnTo>
                    <a:cubicBezTo>
                      <a:pt x="435062" y="2"/>
                      <a:pt x="435258" y="198"/>
                      <a:pt x="435258" y="443"/>
                    </a:cubicBezTo>
                    <a:cubicBezTo>
                      <a:pt x="435258" y="688"/>
                      <a:pt x="435062" y="884"/>
                      <a:pt x="434817" y="884"/>
                    </a:cubicBezTo>
                    <a:close/>
                    <a:moveTo>
                      <a:pt x="426083" y="884"/>
                    </a:moveTo>
                    <a:lnTo>
                      <a:pt x="423461" y="884"/>
                    </a:lnTo>
                    <a:cubicBezTo>
                      <a:pt x="423216" y="884"/>
                      <a:pt x="423020" y="688"/>
                      <a:pt x="423020" y="443"/>
                    </a:cubicBezTo>
                    <a:cubicBezTo>
                      <a:pt x="423020" y="198"/>
                      <a:pt x="423216" y="2"/>
                      <a:pt x="423461" y="2"/>
                    </a:cubicBezTo>
                    <a:lnTo>
                      <a:pt x="426083" y="2"/>
                    </a:lnTo>
                    <a:cubicBezTo>
                      <a:pt x="426328" y="2"/>
                      <a:pt x="426524" y="198"/>
                      <a:pt x="426524" y="443"/>
                    </a:cubicBezTo>
                    <a:cubicBezTo>
                      <a:pt x="426524" y="688"/>
                      <a:pt x="426328" y="884"/>
                      <a:pt x="426083" y="884"/>
                    </a:cubicBezTo>
                    <a:close/>
                    <a:moveTo>
                      <a:pt x="417349" y="884"/>
                    </a:moveTo>
                    <a:lnTo>
                      <a:pt x="414727" y="884"/>
                    </a:lnTo>
                    <a:cubicBezTo>
                      <a:pt x="414482" y="884"/>
                      <a:pt x="414286" y="688"/>
                      <a:pt x="414286" y="443"/>
                    </a:cubicBezTo>
                    <a:cubicBezTo>
                      <a:pt x="414286" y="198"/>
                      <a:pt x="414482" y="2"/>
                      <a:pt x="414727" y="2"/>
                    </a:cubicBezTo>
                    <a:lnTo>
                      <a:pt x="417349" y="2"/>
                    </a:lnTo>
                    <a:cubicBezTo>
                      <a:pt x="417594" y="2"/>
                      <a:pt x="417790" y="198"/>
                      <a:pt x="417790" y="443"/>
                    </a:cubicBezTo>
                    <a:cubicBezTo>
                      <a:pt x="417790" y="688"/>
                      <a:pt x="417594" y="884"/>
                      <a:pt x="417349" y="884"/>
                    </a:cubicBezTo>
                    <a:close/>
                    <a:moveTo>
                      <a:pt x="408615" y="884"/>
                    </a:moveTo>
                    <a:lnTo>
                      <a:pt x="405993" y="884"/>
                    </a:lnTo>
                    <a:cubicBezTo>
                      <a:pt x="405748" y="884"/>
                      <a:pt x="405552" y="688"/>
                      <a:pt x="405552" y="443"/>
                    </a:cubicBezTo>
                    <a:cubicBezTo>
                      <a:pt x="405552" y="198"/>
                      <a:pt x="405748" y="2"/>
                      <a:pt x="405993" y="2"/>
                    </a:cubicBezTo>
                    <a:lnTo>
                      <a:pt x="408615" y="2"/>
                    </a:lnTo>
                    <a:cubicBezTo>
                      <a:pt x="408860" y="2"/>
                      <a:pt x="409056" y="198"/>
                      <a:pt x="409056" y="443"/>
                    </a:cubicBezTo>
                    <a:cubicBezTo>
                      <a:pt x="409056" y="688"/>
                      <a:pt x="408860" y="884"/>
                      <a:pt x="408615" y="884"/>
                    </a:cubicBezTo>
                    <a:close/>
                    <a:moveTo>
                      <a:pt x="399881" y="884"/>
                    </a:moveTo>
                    <a:lnTo>
                      <a:pt x="397259" y="884"/>
                    </a:lnTo>
                    <a:cubicBezTo>
                      <a:pt x="397014" y="884"/>
                      <a:pt x="396818" y="688"/>
                      <a:pt x="396818" y="443"/>
                    </a:cubicBezTo>
                    <a:cubicBezTo>
                      <a:pt x="396818" y="198"/>
                      <a:pt x="397014" y="2"/>
                      <a:pt x="397259" y="2"/>
                    </a:cubicBezTo>
                    <a:lnTo>
                      <a:pt x="399881" y="2"/>
                    </a:lnTo>
                    <a:cubicBezTo>
                      <a:pt x="400126" y="2"/>
                      <a:pt x="400322" y="198"/>
                      <a:pt x="400322" y="443"/>
                    </a:cubicBezTo>
                    <a:cubicBezTo>
                      <a:pt x="400322" y="688"/>
                      <a:pt x="400126" y="884"/>
                      <a:pt x="399881" y="884"/>
                    </a:cubicBezTo>
                    <a:close/>
                    <a:moveTo>
                      <a:pt x="391146" y="884"/>
                    </a:moveTo>
                    <a:lnTo>
                      <a:pt x="388525" y="884"/>
                    </a:lnTo>
                    <a:cubicBezTo>
                      <a:pt x="388280" y="884"/>
                      <a:pt x="388084" y="688"/>
                      <a:pt x="388084" y="443"/>
                    </a:cubicBezTo>
                    <a:cubicBezTo>
                      <a:pt x="388084" y="198"/>
                      <a:pt x="388280" y="2"/>
                      <a:pt x="388525" y="2"/>
                    </a:cubicBezTo>
                    <a:lnTo>
                      <a:pt x="391146" y="2"/>
                    </a:lnTo>
                    <a:cubicBezTo>
                      <a:pt x="391391" y="2"/>
                      <a:pt x="391587" y="198"/>
                      <a:pt x="391587" y="443"/>
                    </a:cubicBezTo>
                    <a:cubicBezTo>
                      <a:pt x="391587" y="688"/>
                      <a:pt x="391391" y="884"/>
                      <a:pt x="391146" y="884"/>
                    </a:cubicBezTo>
                    <a:close/>
                    <a:moveTo>
                      <a:pt x="382412" y="884"/>
                    </a:moveTo>
                    <a:lnTo>
                      <a:pt x="379791" y="884"/>
                    </a:lnTo>
                    <a:cubicBezTo>
                      <a:pt x="379546" y="884"/>
                      <a:pt x="379350" y="688"/>
                      <a:pt x="379350" y="443"/>
                    </a:cubicBezTo>
                    <a:cubicBezTo>
                      <a:pt x="379350" y="198"/>
                      <a:pt x="379546" y="2"/>
                      <a:pt x="379791" y="2"/>
                    </a:cubicBezTo>
                    <a:lnTo>
                      <a:pt x="382412" y="2"/>
                    </a:lnTo>
                    <a:cubicBezTo>
                      <a:pt x="382657" y="2"/>
                      <a:pt x="382853" y="198"/>
                      <a:pt x="382853" y="443"/>
                    </a:cubicBezTo>
                    <a:cubicBezTo>
                      <a:pt x="382853" y="688"/>
                      <a:pt x="382657" y="884"/>
                      <a:pt x="382412" y="884"/>
                    </a:cubicBezTo>
                    <a:close/>
                    <a:moveTo>
                      <a:pt x="373678" y="884"/>
                    </a:moveTo>
                    <a:lnTo>
                      <a:pt x="371057" y="884"/>
                    </a:lnTo>
                    <a:cubicBezTo>
                      <a:pt x="370812" y="884"/>
                      <a:pt x="370616" y="688"/>
                      <a:pt x="370616" y="443"/>
                    </a:cubicBezTo>
                    <a:cubicBezTo>
                      <a:pt x="370616" y="198"/>
                      <a:pt x="370812" y="2"/>
                      <a:pt x="371057" y="2"/>
                    </a:cubicBezTo>
                    <a:lnTo>
                      <a:pt x="373678" y="2"/>
                    </a:lnTo>
                    <a:cubicBezTo>
                      <a:pt x="373923" y="2"/>
                      <a:pt x="374119" y="198"/>
                      <a:pt x="374119" y="443"/>
                    </a:cubicBezTo>
                    <a:cubicBezTo>
                      <a:pt x="374119" y="688"/>
                      <a:pt x="373923" y="884"/>
                      <a:pt x="373678" y="884"/>
                    </a:cubicBezTo>
                    <a:close/>
                    <a:moveTo>
                      <a:pt x="364944" y="884"/>
                    </a:moveTo>
                    <a:lnTo>
                      <a:pt x="362323" y="884"/>
                    </a:lnTo>
                    <a:cubicBezTo>
                      <a:pt x="362078" y="884"/>
                      <a:pt x="361882" y="688"/>
                      <a:pt x="361882" y="443"/>
                    </a:cubicBezTo>
                    <a:cubicBezTo>
                      <a:pt x="361882" y="198"/>
                      <a:pt x="362078" y="2"/>
                      <a:pt x="362323" y="2"/>
                    </a:cubicBezTo>
                    <a:lnTo>
                      <a:pt x="364944" y="2"/>
                    </a:lnTo>
                    <a:cubicBezTo>
                      <a:pt x="365189" y="2"/>
                      <a:pt x="365385" y="198"/>
                      <a:pt x="365385" y="443"/>
                    </a:cubicBezTo>
                    <a:cubicBezTo>
                      <a:pt x="365385" y="688"/>
                      <a:pt x="365189" y="884"/>
                      <a:pt x="364944" y="884"/>
                    </a:cubicBezTo>
                    <a:close/>
                    <a:moveTo>
                      <a:pt x="356210" y="884"/>
                    </a:moveTo>
                    <a:lnTo>
                      <a:pt x="353589" y="884"/>
                    </a:lnTo>
                    <a:cubicBezTo>
                      <a:pt x="353344" y="884"/>
                      <a:pt x="353148" y="688"/>
                      <a:pt x="353148" y="443"/>
                    </a:cubicBezTo>
                    <a:cubicBezTo>
                      <a:pt x="353148" y="198"/>
                      <a:pt x="353344" y="2"/>
                      <a:pt x="353589" y="2"/>
                    </a:cubicBezTo>
                    <a:lnTo>
                      <a:pt x="356210" y="2"/>
                    </a:lnTo>
                    <a:cubicBezTo>
                      <a:pt x="356455" y="2"/>
                      <a:pt x="356651" y="198"/>
                      <a:pt x="356651" y="443"/>
                    </a:cubicBezTo>
                    <a:cubicBezTo>
                      <a:pt x="356651" y="688"/>
                      <a:pt x="356455" y="884"/>
                      <a:pt x="356210" y="884"/>
                    </a:cubicBezTo>
                    <a:close/>
                    <a:moveTo>
                      <a:pt x="347476" y="884"/>
                    </a:moveTo>
                    <a:lnTo>
                      <a:pt x="344855" y="884"/>
                    </a:lnTo>
                    <a:cubicBezTo>
                      <a:pt x="344610" y="884"/>
                      <a:pt x="344414" y="688"/>
                      <a:pt x="344414" y="443"/>
                    </a:cubicBezTo>
                    <a:cubicBezTo>
                      <a:pt x="344414" y="198"/>
                      <a:pt x="344610" y="2"/>
                      <a:pt x="344855" y="2"/>
                    </a:cubicBezTo>
                    <a:lnTo>
                      <a:pt x="347476" y="2"/>
                    </a:lnTo>
                    <a:cubicBezTo>
                      <a:pt x="347721" y="2"/>
                      <a:pt x="347917" y="198"/>
                      <a:pt x="347917" y="443"/>
                    </a:cubicBezTo>
                    <a:cubicBezTo>
                      <a:pt x="347917" y="688"/>
                      <a:pt x="347721" y="884"/>
                      <a:pt x="347476" y="884"/>
                    </a:cubicBezTo>
                    <a:close/>
                    <a:moveTo>
                      <a:pt x="338742" y="884"/>
                    </a:moveTo>
                    <a:lnTo>
                      <a:pt x="336121" y="884"/>
                    </a:lnTo>
                    <a:cubicBezTo>
                      <a:pt x="335876" y="884"/>
                      <a:pt x="335680" y="688"/>
                      <a:pt x="335680" y="443"/>
                    </a:cubicBezTo>
                    <a:cubicBezTo>
                      <a:pt x="335680" y="198"/>
                      <a:pt x="335876" y="2"/>
                      <a:pt x="336121" y="2"/>
                    </a:cubicBezTo>
                    <a:lnTo>
                      <a:pt x="338742" y="2"/>
                    </a:lnTo>
                    <a:cubicBezTo>
                      <a:pt x="338987" y="2"/>
                      <a:pt x="339183" y="198"/>
                      <a:pt x="339183" y="443"/>
                    </a:cubicBezTo>
                    <a:cubicBezTo>
                      <a:pt x="339183" y="688"/>
                      <a:pt x="338987" y="884"/>
                      <a:pt x="338742" y="884"/>
                    </a:cubicBezTo>
                    <a:close/>
                    <a:moveTo>
                      <a:pt x="330008" y="884"/>
                    </a:moveTo>
                    <a:lnTo>
                      <a:pt x="327387" y="884"/>
                    </a:lnTo>
                    <a:cubicBezTo>
                      <a:pt x="327142" y="884"/>
                      <a:pt x="326946" y="688"/>
                      <a:pt x="326946" y="443"/>
                    </a:cubicBezTo>
                    <a:cubicBezTo>
                      <a:pt x="326946" y="198"/>
                      <a:pt x="327142" y="2"/>
                      <a:pt x="327387" y="2"/>
                    </a:cubicBezTo>
                    <a:lnTo>
                      <a:pt x="330008" y="2"/>
                    </a:lnTo>
                    <a:cubicBezTo>
                      <a:pt x="330253" y="2"/>
                      <a:pt x="330449" y="198"/>
                      <a:pt x="330449" y="443"/>
                    </a:cubicBezTo>
                    <a:cubicBezTo>
                      <a:pt x="330449" y="688"/>
                      <a:pt x="330253" y="884"/>
                      <a:pt x="330008" y="884"/>
                    </a:cubicBezTo>
                    <a:close/>
                    <a:moveTo>
                      <a:pt x="321274" y="884"/>
                    </a:moveTo>
                    <a:lnTo>
                      <a:pt x="318653" y="884"/>
                    </a:lnTo>
                    <a:cubicBezTo>
                      <a:pt x="318408" y="884"/>
                      <a:pt x="318211" y="688"/>
                      <a:pt x="318211" y="443"/>
                    </a:cubicBezTo>
                    <a:cubicBezTo>
                      <a:pt x="318211" y="198"/>
                      <a:pt x="318408" y="2"/>
                      <a:pt x="318653" y="2"/>
                    </a:cubicBezTo>
                    <a:lnTo>
                      <a:pt x="321274" y="2"/>
                    </a:lnTo>
                    <a:cubicBezTo>
                      <a:pt x="321519" y="2"/>
                      <a:pt x="321715" y="198"/>
                      <a:pt x="321715" y="443"/>
                    </a:cubicBezTo>
                    <a:cubicBezTo>
                      <a:pt x="321715" y="688"/>
                      <a:pt x="321519" y="884"/>
                      <a:pt x="321274" y="884"/>
                    </a:cubicBezTo>
                    <a:close/>
                    <a:moveTo>
                      <a:pt x="312540" y="884"/>
                    </a:moveTo>
                    <a:lnTo>
                      <a:pt x="309918" y="884"/>
                    </a:lnTo>
                    <a:cubicBezTo>
                      <a:pt x="309673" y="884"/>
                      <a:pt x="309477" y="688"/>
                      <a:pt x="309477" y="443"/>
                    </a:cubicBezTo>
                    <a:cubicBezTo>
                      <a:pt x="309477" y="198"/>
                      <a:pt x="309673" y="2"/>
                      <a:pt x="309918" y="2"/>
                    </a:cubicBezTo>
                    <a:lnTo>
                      <a:pt x="312540" y="2"/>
                    </a:lnTo>
                    <a:cubicBezTo>
                      <a:pt x="312785" y="2"/>
                      <a:pt x="312981" y="198"/>
                      <a:pt x="312981" y="443"/>
                    </a:cubicBezTo>
                    <a:cubicBezTo>
                      <a:pt x="312981" y="688"/>
                      <a:pt x="312785" y="884"/>
                      <a:pt x="312540" y="884"/>
                    </a:cubicBezTo>
                    <a:close/>
                    <a:moveTo>
                      <a:pt x="303806" y="884"/>
                    </a:moveTo>
                    <a:lnTo>
                      <a:pt x="301184" y="884"/>
                    </a:lnTo>
                    <a:cubicBezTo>
                      <a:pt x="300939" y="884"/>
                      <a:pt x="300743" y="688"/>
                      <a:pt x="300743" y="443"/>
                    </a:cubicBezTo>
                    <a:cubicBezTo>
                      <a:pt x="300743" y="198"/>
                      <a:pt x="300939" y="2"/>
                      <a:pt x="301184" y="2"/>
                    </a:cubicBezTo>
                    <a:lnTo>
                      <a:pt x="303806" y="2"/>
                    </a:lnTo>
                    <a:cubicBezTo>
                      <a:pt x="304051" y="2"/>
                      <a:pt x="304247" y="198"/>
                      <a:pt x="304247" y="443"/>
                    </a:cubicBezTo>
                    <a:cubicBezTo>
                      <a:pt x="304247" y="688"/>
                      <a:pt x="304051" y="884"/>
                      <a:pt x="303806" y="884"/>
                    </a:cubicBezTo>
                    <a:close/>
                    <a:moveTo>
                      <a:pt x="295072" y="884"/>
                    </a:moveTo>
                    <a:lnTo>
                      <a:pt x="292450" y="884"/>
                    </a:lnTo>
                    <a:cubicBezTo>
                      <a:pt x="292205" y="884"/>
                      <a:pt x="292009" y="688"/>
                      <a:pt x="292009" y="443"/>
                    </a:cubicBezTo>
                    <a:cubicBezTo>
                      <a:pt x="292009" y="198"/>
                      <a:pt x="292205" y="2"/>
                      <a:pt x="292450" y="2"/>
                    </a:cubicBezTo>
                    <a:lnTo>
                      <a:pt x="295072" y="2"/>
                    </a:lnTo>
                    <a:cubicBezTo>
                      <a:pt x="295317" y="2"/>
                      <a:pt x="295513" y="198"/>
                      <a:pt x="295513" y="443"/>
                    </a:cubicBezTo>
                    <a:cubicBezTo>
                      <a:pt x="295513" y="688"/>
                      <a:pt x="295317" y="884"/>
                      <a:pt x="295072" y="884"/>
                    </a:cubicBezTo>
                    <a:close/>
                    <a:moveTo>
                      <a:pt x="286338" y="884"/>
                    </a:moveTo>
                    <a:lnTo>
                      <a:pt x="283716" y="884"/>
                    </a:lnTo>
                    <a:cubicBezTo>
                      <a:pt x="283471" y="884"/>
                      <a:pt x="283275" y="688"/>
                      <a:pt x="283275" y="443"/>
                    </a:cubicBezTo>
                    <a:cubicBezTo>
                      <a:pt x="283275" y="198"/>
                      <a:pt x="283471" y="2"/>
                      <a:pt x="283716" y="2"/>
                    </a:cubicBezTo>
                    <a:lnTo>
                      <a:pt x="286338" y="2"/>
                    </a:lnTo>
                    <a:cubicBezTo>
                      <a:pt x="286583" y="2"/>
                      <a:pt x="286779" y="198"/>
                      <a:pt x="286779" y="443"/>
                    </a:cubicBezTo>
                    <a:cubicBezTo>
                      <a:pt x="286779" y="688"/>
                      <a:pt x="286583" y="884"/>
                      <a:pt x="286338" y="884"/>
                    </a:cubicBezTo>
                    <a:close/>
                    <a:moveTo>
                      <a:pt x="277604" y="884"/>
                    </a:moveTo>
                    <a:lnTo>
                      <a:pt x="274982" y="884"/>
                    </a:lnTo>
                    <a:cubicBezTo>
                      <a:pt x="274737" y="884"/>
                      <a:pt x="274541" y="688"/>
                      <a:pt x="274541" y="443"/>
                    </a:cubicBezTo>
                    <a:cubicBezTo>
                      <a:pt x="274541" y="198"/>
                      <a:pt x="274737" y="2"/>
                      <a:pt x="274982" y="2"/>
                    </a:cubicBezTo>
                    <a:lnTo>
                      <a:pt x="277604" y="2"/>
                    </a:lnTo>
                    <a:cubicBezTo>
                      <a:pt x="277849" y="2"/>
                      <a:pt x="278045" y="198"/>
                      <a:pt x="278045" y="443"/>
                    </a:cubicBezTo>
                    <a:cubicBezTo>
                      <a:pt x="278045" y="688"/>
                      <a:pt x="277849" y="884"/>
                      <a:pt x="277604" y="884"/>
                    </a:cubicBezTo>
                    <a:close/>
                    <a:moveTo>
                      <a:pt x="268870" y="884"/>
                    </a:moveTo>
                    <a:lnTo>
                      <a:pt x="266248" y="884"/>
                    </a:lnTo>
                    <a:cubicBezTo>
                      <a:pt x="266003" y="884"/>
                      <a:pt x="265807" y="688"/>
                      <a:pt x="265807" y="443"/>
                    </a:cubicBezTo>
                    <a:cubicBezTo>
                      <a:pt x="265807" y="198"/>
                      <a:pt x="266003" y="2"/>
                      <a:pt x="266248" y="2"/>
                    </a:cubicBezTo>
                    <a:lnTo>
                      <a:pt x="268870" y="2"/>
                    </a:lnTo>
                    <a:cubicBezTo>
                      <a:pt x="269115" y="2"/>
                      <a:pt x="269311" y="198"/>
                      <a:pt x="269311" y="443"/>
                    </a:cubicBezTo>
                    <a:cubicBezTo>
                      <a:pt x="269311" y="688"/>
                      <a:pt x="269115" y="884"/>
                      <a:pt x="268870" y="884"/>
                    </a:cubicBezTo>
                    <a:close/>
                    <a:moveTo>
                      <a:pt x="260135" y="884"/>
                    </a:moveTo>
                    <a:lnTo>
                      <a:pt x="257514" y="884"/>
                    </a:lnTo>
                    <a:cubicBezTo>
                      <a:pt x="257269" y="884"/>
                      <a:pt x="257073" y="688"/>
                      <a:pt x="257073" y="443"/>
                    </a:cubicBezTo>
                    <a:cubicBezTo>
                      <a:pt x="257073" y="198"/>
                      <a:pt x="257269" y="2"/>
                      <a:pt x="257514" y="2"/>
                    </a:cubicBezTo>
                    <a:lnTo>
                      <a:pt x="260135" y="2"/>
                    </a:lnTo>
                    <a:cubicBezTo>
                      <a:pt x="260380" y="2"/>
                      <a:pt x="260576" y="198"/>
                      <a:pt x="260576" y="443"/>
                    </a:cubicBezTo>
                    <a:cubicBezTo>
                      <a:pt x="260576" y="688"/>
                      <a:pt x="260380" y="884"/>
                      <a:pt x="260135" y="884"/>
                    </a:cubicBezTo>
                    <a:close/>
                    <a:moveTo>
                      <a:pt x="251401" y="884"/>
                    </a:moveTo>
                    <a:lnTo>
                      <a:pt x="248780" y="884"/>
                    </a:lnTo>
                    <a:cubicBezTo>
                      <a:pt x="248535" y="884"/>
                      <a:pt x="248339" y="688"/>
                      <a:pt x="248339" y="443"/>
                    </a:cubicBezTo>
                    <a:cubicBezTo>
                      <a:pt x="248339" y="198"/>
                      <a:pt x="248535" y="2"/>
                      <a:pt x="248780" y="2"/>
                    </a:cubicBezTo>
                    <a:lnTo>
                      <a:pt x="251401" y="2"/>
                    </a:lnTo>
                    <a:cubicBezTo>
                      <a:pt x="251646" y="2"/>
                      <a:pt x="251842" y="198"/>
                      <a:pt x="251842" y="443"/>
                    </a:cubicBezTo>
                    <a:cubicBezTo>
                      <a:pt x="251842" y="688"/>
                      <a:pt x="251646" y="884"/>
                      <a:pt x="251401" y="884"/>
                    </a:cubicBezTo>
                    <a:close/>
                    <a:moveTo>
                      <a:pt x="242667" y="884"/>
                    </a:moveTo>
                    <a:lnTo>
                      <a:pt x="240046" y="884"/>
                    </a:lnTo>
                    <a:cubicBezTo>
                      <a:pt x="239801" y="884"/>
                      <a:pt x="239605" y="688"/>
                      <a:pt x="239605" y="443"/>
                    </a:cubicBezTo>
                    <a:cubicBezTo>
                      <a:pt x="239605" y="198"/>
                      <a:pt x="239801" y="2"/>
                      <a:pt x="240046" y="2"/>
                    </a:cubicBezTo>
                    <a:lnTo>
                      <a:pt x="242667" y="2"/>
                    </a:lnTo>
                    <a:cubicBezTo>
                      <a:pt x="242912" y="2"/>
                      <a:pt x="243108" y="198"/>
                      <a:pt x="243108" y="443"/>
                    </a:cubicBezTo>
                    <a:cubicBezTo>
                      <a:pt x="243108" y="688"/>
                      <a:pt x="242912" y="884"/>
                      <a:pt x="242667" y="884"/>
                    </a:cubicBezTo>
                    <a:close/>
                    <a:moveTo>
                      <a:pt x="233933" y="884"/>
                    </a:moveTo>
                    <a:lnTo>
                      <a:pt x="231312" y="884"/>
                    </a:lnTo>
                    <a:cubicBezTo>
                      <a:pt x="231067" y="884"/>
                      <a:pt x="230871" y="688"/>
                      <a:pt x="230871" y="443"/>
                    </a:cubicBezTo>
                    <a:cubicBezTo>
                      <a:pt x="230871" y="198"/>
                      <a:pt x="231067" y="2"/>
                      <a:pt x="231312" y="2"/>
                    </a:cubicBezTo>
                    <a:lnTo>
                      <a:pt x="233933" y="2"/>
                    </a:lnTo>
                    <a:cubicBezTo>
                      <a:pt x="234178" y="2"/>
                      <a:pt x="234374" y="198"/>
                      <a:pt x="234374" y="443"/>
                    </a:cubicBezTo>
                    <a:cubicBezTo>
                      <a:pt x="234374" y="688"/>
                      <a:pt x="234178" y="884"/>
                      <a:pt x="233933" y="884"/>
                    </a:cubicBezTo>
                    <a:close/>
                    <a:moveTo>
                      <a:pt x="225199" y="884"/>
                    </a:moveTo>
                    <a:lnTo>
                      <a:pt x="222578" y="884"/>
                    </a:lnTo>
                    <a:cubicBezTo>
                      <a:pt x="222333" y="884"/>
                      <a:pt x="222137" y="688"/>
                      <a:pt x="222137" y="443"/>
                    </a:cubicBezTo>
                    <a:cubicBezTo>
                      <a:pt x="222137" y="198"/>
                      <a:pt x="222333" y="2"/>
                      <a:pt x="222578" y="2"/>
                    </a:cubicBezTo>
                    <a:lnTo>
                      <a:pt x="225199" y="2"/>
                    </a:lnTo>
                    <a:cubicBezTo>
                      <a:pt x="225444" y="2"/>
                      <a:pt x="225640" y="198"/>
                      <a:pt x="225640" y="443"/>
                    </a:cubicBezTo>
                    <a:cubicBezTo>
                      <a:pt x="225640" y="688"/>
                      <a:pt x="225444" y="884"/>
                      <a:pt x="225199" y="884"/>
                    </a:cubicBezTo>
                    <a:close/>
                    <a:moveTo>
                      <a:pt x="216465" y="884"/>
                    </a:moveTo>
                    <a:lnTo>
                      <a:pt x="213844" y="884"/>
                    </a:lnTo>
                    <a:cubicBezTo>
                      <a:pt x="213599" y="884"/>
                      <a:pt x="213403" y="688"/>
                      <a:pt x="213403" y="443"/>
                    </a:cubicBezTo>
                    <a:cubicBezTo>
                      <a:pt x="213403" y="198"/>
                      <a:pt x="213599" y="2"/>
                      <a:pt x="213844" y="2"/>
                    </a:cubicBezTo>
                    <a:lnTo>
                      <a:pt x="216465" y="2"/>
                    </a:lnTo>
                    <a:cubicBezTo>
                      <a:pt x="216710" y="2"/>
                      <a:pt x="216906" y="198"/>
                      <a:pt x="216906" y="443"/>
                    </a:cubicBezTo>
                    <a:cubicBezTo>
                      <a:pt x="216906" y="688"/>
                      <a:pt x="216710" y="884"/>
                      <a:pt x="216465" y="884"/>
                    </a:cubicBezTo>
                    <a:close/>
                    <a:moveTo>
                      <a:pt x="207731" y="884"/>
                    </a:moveTo>
                    <a:lnTo>
                      <a:pt x="205110" y="884"/>
                    </a:lnTo>
                    <a:cubicBezTo>
                      <a:pt x="204865" y="884"/>
                      <a:pt x="204669" y="688"/>
                      <a:pt x="204669" y="443"/>
                    </a:cubicBezTo>
                    <a:cubicBezTo>
                      <a:pt x="204669" y="198"/>
                      <a:pt x="204865" y="2"/>
                      <a:pt x="205110" y="2"/>
                    </a:cubicBezTo>
                    <a:lnTo>
                      <a:pt x="207731" y="2"/>
                    </a:lnTo>
                    <a:cubicBezTo>
                      <a:pt x="207976" y="2"/>
                      <a:pt x="208172" y="198"/>
                      <a:pt x="208172" y="443"/>
                    </a:cubicBezTo>
                    <a:cubicBezTo>
                      <a:pt x="208172" y="688"/>
                      <a:pt x="207976" y="884"/>
                      <a:pt x="207731" y="884"/>
                    </a:cubicBezTo>
                    <a:close/>
                    <a:moveTo>
                      <a:pt x="198997" y="884"/>
                    </a:moveTo>
                    <a:lnTo>
                      <a:pt x="196376" y="884"/>
                    </a:lnTo>
                    <a:cubicBezTo>
                      <a:pt x="196131" y="884"/>
                      <a:pt x="195935" y="688"/>
                      <a:pt x="195935" y="443"/>
                    </a:cubicBezTo>
                    <a:cubicBezTo>
                      <a:pt x="195935" y="198"/>
                      <a:pt x="196131" y="2"/>
                      <a:pt x="196376" y="2"/>
                    </a:cubicBezTo>
                    <a:lnTo>
                      <a:pt x="198997" y="2"/>
                    </a:lnTo>
                    <a:cubicBezTo>
                      <a:pt x="199242" y="2"/>
                      <a:pt x="199438" y="198"/>
                      <a:pt x="199438" y="443"/>
                    </a:cubicBezTo>
                    <a:cubicBezTo>
                      <a:pt x="199438" y="688"/>
                      <a:pt x="199242" y="884"/>
                      <a:pt x="198997" y="884"/>
                    </a:cubicBezTo>
                    <a:close/>
                    <a:moveTo>
                      <a:pt x="190263" y="884"/>
                    </a:moveTo>
                    <a:lnTo>
                      <a:pt x="187642" y="884"/>
                    </a:lnTo>
                    <a:cubicBezTo>
                      <a:pt x="187397" y="884"/>
                      <a:pt x="187201" y="688"/>
                      <a:pt x="187201" y="443"/>
                    </a:cubicBezTo>
                    <a:cubicBezTo>
                      <a:pt x="187201" y="198"/>
                      <a:pt x="187397" y="2"/>
                      <a:pt x="187642" y="2"/>
                    </a:cubicBezTo>
                    <a:lnTo>
                      <a:pt x="190263" y="2"/>
                    </a:lnTo>
                    <a:cubicBezTo>
                      <a:pt x="190508" y="2"/>
                      <a:pt x="190704" y="198"/>
                      <a:pt x="190704" y="443"/>
                    </a:cubicBezTo>
                    <a:cubicBezTo>
                      <a:pt x="190704" y="688"/>
                      <a:pt x="190508" y="884"/>
                      <a:pt x="190263" y="884"/>
                    </a:cubicBezTo>
                    <a:close/>
                    <a:moveTo>
                      <a:pt x="181529" y="884"/>
                    </a:moveTo>
                    <a:lnTo>
                      <a:pt x="178907" y="884"/>
                    </a:lnTo>
                    <a:cubicBezTo>
                      <a:pt x="178662" y="884"/>
                      <a:pt x="178466" y="688"/>
                      <a:pt x="178466" y="443"/>
                    </a:cubicBezTo>
                    <a:cubicBezTo>
                      <a:pt x="178466" y="198"/>
                      <a:pt x="178662" y="2"/>
                      <a:pt x="178907" y="2"/>
                    </a:cubicBezTo>
                    <a:lnTo>
                      <a:pt x="181529" y="2"/>
                    </a:lnTo>
                    <a:cubicBezTo>
                      <a:pt x="181774" y="2"/>
                      <a:pt x="181970" y="198"/>
                      <a:pt x="181970" y="443"/>
                    </a:cubicBezTo>
                    <a:cubicBezTo>
                      <a:pt x="181970" y="688"/>
                      <a:pt x="181774" y="884"/>
                      <a:pt x="181529" y="884"/>
                    </a:cubicBezTo>
                    <a:close/>
                    <a:moveTo>
                      <a:pt x="172795" y="884"/>
                    </a:moveTo>
                    <a:lnTo>
                      <a:pt x="170173" y="884"/>
                    </a:lnTo>
                    <a:cubicBezTo>
                      <a:pt x="169928" y="884"/>
                      <a:pt x="169732" y="688"/>
                      <a:pt x="169732" y="443"/>
                    </a:cubicBezTo>
                    <a:cubicBezTo>
                      <a:pt x="169732" y="198"/>
                      <a:pt x="169928" y="2"/>
                      <a:pt x="170173" y="2"/>
                    </a:cubicBezTo>
                    <a:lnTo>
                      <a:pt x="172795" y="2"/>
                    </a:lnTo>
                    <a:cubicBezTo>
                      <a:pt x="173040" y="2"/>
                      <a:pt x="173236" y="198"/>
                      <a:pt x="173236" y="443"/>
                    </a:cubicBezTo>
                    <a:cubicBezTo>
                      <a:pt x="173236" y="688"/>
                      <a:pt x="173040" y="884"/>
                      <a:pt x="172795" y="884"/>
                    </a:cubicBezTo>
                    <a:close/>
                    <a:moveTo>
                      <a:pt x="164061" y="884"/>
                    </a:moveTo>
                    <a:lnTo>
                      <a:pt x="161439" y="884"/>
                    </a:lnTo>
                    <a:cubicBezTo>
                      <a:pt x="161194" y="884"/>
                      <a:pt x="160998" y="688"/>
                      <a:pt x="160998" y="443"/>
                    </a:cubicBezTo>
                    <a:cubicBezTo>
                      <a:pt x="160998" y="198"/>
                      <a:pt x="161194" y="2"/>
                      <a:pt x="161439" y="2"/>
                    </a:cubicBezTo>
                    <a:lnTo>
                      <a:pt x="164061" y="2"/>
                    </a:lnTo>
                    <a:cubicBezTo>
                      <a:pt x="164306" y="2"/>
                      <a:pt x="164502" y="198"/>
                      <a:pt x="164502" y="443"/>
                    </a:cubicBezTo>
                    <a:cubicBezTo>
                      <a:pt x="164502" y="688"/>
                      <a:pt x="164306" y="884"/>
                      <a:pt x="164061" y="884"/>
                    </a:cubicBezTo>
                    <a:close/>
                    <a:moveTo>
                      <a:pt x="155327" y="884"/>
                    </a:moveTo>
                    <a:lnTo>
                      <a:pt x="152705" y="884"/>
                    </a:lnTo>
                    <a:cubicBezTo>
                      <a:pt x="152460" y="884"/>
                      <a:pt x="152264" y="688"/>
                      <a:pt x="152264" y="443"/>
                    </a:cubicBezTo>
                    <a:cubicBezTo>
                      <a:pt x="152264" y="198"/>
                      <a:pt x="152460" y="2"/>
                      <a:pt x="152705" y="2"/>
                    </a:cubicBezTo>
                    <a:lnTo>
                      <a:pt x="155327" y="2"/>
                    </a:lnTo>
                    <a:cubicBezTo>
                      <a:pt x="155572" y="2"/>
                      <a:pt x="155768" y="198"/>
                      <a:pt x="155768" y="443"/>
                    </a:cubicBezTo>
                    <a:cubicBezTo>
                      <a:pt x="155768" y="688"/>
                      <a:pt x="155572" y="884"/>
                      <a:pt x="155327" y="884"/>
                    </a:cubicBezTo>
                    <a:close/>
                    <a:moveTo>
                      <a:pt x="146593" y="884"/>
                    </a:moveTo>
                    <a:lnTo>
                      <a:pt x="143971" y="884"/>
                    </a:lnTo>
                    <a:cubicBezTo>
                      <a:pt x="143726" y="884"/>
                      <a:pt x="143530" y="688"/>
                      <a:pt x="143530" y="443"/>
                    </a:cubicBezTo>
                    <a:cubicBezTo>
                      <a:pt x="143530" y="198"/>
                      <a:pt x="143726" y="2"/>
                      <a:pt x="143971" y="2"/>
                    </a:cubicBezTo>
                    <a:lnTo>
                      <a:pt x="146593" y="2"/>
                    </a:lnTo>
                    <a:cubicBezTo>
                      <a:pt x="146838" y="2"/>
                      <a:pt x="147034" y="198"/>
                      <a:pt x="147034" y="443"/>
                    </a:cubicBezTo>
                    <a:cubicBezTo>
                      <a:pt x="147034" y="688"/>
                      <a:pt x="146838" y="884"/>
                      <a:pt x="146593" y="884"/>
                    </a:cubicBezTo>
                    <a:close/>
                    <a:moveTo>
                      <a:pt x="137859" y="884"/>
                    </a:moveTo>
                    <a:lnTo>
                      <a:pt x="135237" y="884"/>
                    </a:lnTo>
                    <a:cubicBezTo>
                      <a:pt x="134992" y="884"/>
                      <a:pt x="134796" y="688"/>
                      <a:pt x="134796" y="443"/>
                    </a:cubicBezTo>
                    <a:cubicBezTo>
                      <a:pt x="134796" y="198"/>
                      <a:pt x="134992" y="2"/>
                      <a:pt x="135237" y="2"/>
                    </a:cubicBezTo>
                    <a:lnTo>
                      <a:pt x="137859" y="2"/>
                    </a:lnTo>
                    <a:cubicBezTo>
                      <a:pt x="138104" y="2"/>
                      <a:pt x="138300" y="198"/>
                      <a:pt x="138300" y="443"/>
                    </a:cubicBezTo>
                    <a:cubicBezTo>
                      <a:pt x="138300" y="688"/>
                      <a:pt x="138104" y="884"/>
                      <a:pt x="137859" y="884"/>
                    </a:cubicBezTo>
                    <a:close/>
                    <a:moveTo>
                      <a:pt x="129124" y="884"/>
                    </a:moveTo>
                    <a:lnTo>
                      <a:pt x="126503" y="884"/>
                    </a:lnTo>
                    <a:cubicBezTo>
                      <a:pt x="126258" y="884"/>
                      <a:pt x="126062" y="688"/>
                      <a:pt x="126062" y="443"/>
                    </a:cubicBezTo>
                    <a:cubicBezTo>
                      <a:pt x="126062" y="198"/>
                      <a:pt x="126258" y="2"/>
                      <a:pt x="126503" y="2"/>
                    </a:cubicBezTo>
                    <a:lnTo>
                      <a:pt x="129124" y="2"/>
                    </a:lnTo>
                    <a:cubicBezTo>
                      <a:pt x="129369" y="2"/>
                      <a:pt x="129565" y="198"/>
                      <a:pt x="129565" y="443"/>
                    </a:cubicBezTo>
                    <a:cubicBezTo>
                      <a:pt x="129565" y="688"/>
                      <a:pt x="129369" y="884"/>
                      <a:pt x="129124" y="884"/>
                    </a:cubicBezTo>
                    <a:close/>
                    <a:moveTo>
                      <a:pt x="120390" y="884"/>
                    </a:moveTo>
                    <a:lnTo>
                      <a:pt x="117769" y="884"/>
                    </a:lnTo>
                    <a:cubicBezTo>
                      <a:pt x="117524" y="884"/>
                      <a:pt x="117328" y="688"/>
                      <a:pt x="117328" y="443"/>
                    </a:cubicBezTo>
                    <a:cubicBezTo>
                      <a:pt x="117328" y="198"/>
                      <a:pt x="117524" y="2"/>
                      <a:pt x="117769" y="2"/>
                    </a:cubicBezTo>
                    <a:lnTo>
                      <a:pt x="120390" y="2"/>
                    </a:lnTo>
                    <a:cubicBezTo>
                      <a:pt x="120635" y="2"/>
                      <a:pt x="120831" y="198"/>
                      <a:pt x="120831" y="443"/>
                    </a:cubicBezTo>
                    <a:cubicBezTo>
                      <a:pt x="120831" y="688"/>
                      <a:pt x="120635" y="884"/>
                      <a:pt x="120390" y="884"/>
                    </a:cubicBezTo>
                    <a:close/>
                    <a:moveTo>
                      <a:pt x="111656" y="884"/>
                    </a:moveTo>
                    <a:lnTo>
                      <a:pt x="109035" y="884"/>
                    </a:lnTo>
                    <a:cubicBezTo>
                      <a:pt x="108790" y="884"/>
                      <a:pt x="108594" y="688"/>
                      <a:pt x="108594" y="443"/>
                    </a:cubicBezTo>
                    <a:cubicBezTo>
                      <a:pt x="108594" y="198"/>
                      <a:pt x="108790" y="2"/>
                      <a:pt x="109035" y="2"/>
                    </a:cubicBezTo>
                    <a:lnTo>
                      <a:pt x="111656" y="2"/>
                    </a:lnTo>
                    <a:cubicBezTo>
                      <a:pt x="111901" y="2"/>
                      <a:pt x="112097" y="198"/>
                      <a:pt x="112097" y="443"/>
                    </a:cubicBezTo>
                    <a:cubicBezTo>
                      <a:pt x="112097" y="688"/>
                      <a:pt x="111901" y="884"/>
                      <a:pt x="111656" y="884"/>
                    </a:cubicBezTo>
                    <a:close/>
                    <a:moveTo>
                      <a:pt x="102922" y="884"/>
                    </a:moveTo>
                    <a:lnTo>
                      <a:pt x="100301" y="884"/>
                    </a:lnTo>
                    <a:cubicBezTo>
                      <a:pt x="100056" y="884"/>
                      <a:pt x="99860" y="688"/>
                      <a:pt x="99860" y="443"/>
                    </a:cubicBezTo>
                    <a:cubicBezTo>
                      <a:pt x="99860" y="198"/>
                      <a:pt x="100056" y="2"/>
                      <a:pt x="100301" y="2"/>
                    </a:cubicBezTo>
                    <a:lnTo>
                      <a:pt x="102922" y="2"/>
                    </a:lnTo>
                    <a:cubicBezTo>
                      <a:pt x="103167" y="2"/>
                      <a:pt x="103363" y="198"/>
                      <a:pt x="103363" y="443"/>
                    </a:cubicBezTo>
                    <a:cubicBezTo>
                      <a:pt x="103363" y="688"/>
                      <a:pt x="103167" y="884"/>
                      <a:pt x="102922" y="884"/>
                    </a:cubicBezTo>
                    <a:close/>
                    <a:moveTo>
                      <a:pt x="94188" y="884"/>
                    </a:moveTo>
                    <a:lnTo>
                      <a:pt x="91567" y="884"/>
                    </a:lnTo>
                    <a:cubicBezTo>
                      <a:pt x="91322" y="884"/>
                      <a:pt x="91126" y="688"/>
                      <a:pt x="91126" y="443"/>
                    </a:cubicBezTo>
                    <a:cubicBezTo>
                      <a:pt x="91126" y="198"/>
                      <a:pt x="91322" y="2"/>
                      <a:pt x="91567" y="2"/>
                    </a:cubicBezTo>
                    <a:lnTo>
                      <a:pt x="94188" y="2"/>
                    </a:lnTo>
                    <a:cubicBezTo>
                      <a:pt x="94433" y="2"/>
                      <a:pt x="94629" y="198"/>
                      <a:pt x="94629" y="443"/>
                    </a:cubicBezTo>
                    <a:cubicBezTo>
                      <a:pt x="94629" y="688"/>
                      <a:pt x="94433" y="884"/>
                      <a:pt x="94188" y="884"/>
                    </a:cubicBezTo>
                    <a:close/>
                    <a:moveTo>
                      <a:pt x="85454" y="884"/>
                    </a:moveTo>
                    <a:lnTo>
                      <a:pt x="82833" y="884"/>
                    </a:lnTo>
                    <a:cubicBezTo>
                      <a:pt x="82588" y="884"/>
                      <a:pt x="82392" y="688"/>
                      <a:pt x="82392" y="443"/>
                    </a:cubicBezTo>
                    <a:cubicBezTo>
                      <a:pt x="82392" y="198"/>
                      <a:pt x="82588" y="2"/>
                      <a:pt x="82833" y="2"/>
                    </a:cubicBezTo>
                    <a:lnTo>
                      <a:pt x="85454" y="2"/>
                    </a:lnTo>
                    <a:cubicBezTo>
                      <a:pt x="85699" y="2"/>
                      <a:pt x="85895" y="198"/>
                      <a:pt x="85895" y="443"/>
                    </a:cubicBezTo>
                    <a:cubicBezTo>
                      <a:pt x="85895" y="688"/>
                      <a:pt x="85699" y="884"/>
                      <a:pt x="85454" y="884"/>
                    </a:cubicBezTo>
                    <a:close/>
                    <a:moveTo>
                      <a:pt x="76720" y="884"/>
                    </a:moveTo>
                    <a:lnTo>
                      <a:pt x="74099" y="884"/>
                    </a:lnTo>
                    <a:cubicBezTo>
                      <a:pt x="73854" y="884"/>
                      <a:pt x="73658" y="688"/>
                      <a:pt x="73658" y="443"/>
                    </a:cubicBezTo>
                    <a:cubicBezTo>
                      <a:pt x="73658" y="198"/>
                      <a:pt x="73854" y="2"/>
                      <a:pt x="74099" y="2"/>
                    </a:cubicBezTo>
                    <a:lnTo>
                      <a:pt x="76720" y="2"/>
                    </a:lnTo>
                    <a:cubicBezTo>
                      <a:pt x="76965" y="2"/>
                      <a:pt x="77161" y="198"/>
                      <a:pt x="77161" y="443"/>
                    </a:cubicBezTo>
                    <a:cubicBezTo>
                      <a:pt x="77161" y="688"/>
                      <a:pt x="76965" y="884"/>
                      <a:pt x="76720" y="884"/>
                    </a:cubicBezTo>
                    <a:close/>
                    <a:moveTo>
                      <a:pt x="67986" y="884"/>
                    </a:moveTo>
                    <a:lnTo>
                      <a:pt x="65365" y="884"/>
                    </a:lnTo>
                    <a:cubicBezTo>
                      <a:pt x="65120" y="884"/>
                      <a:pt x="64924" y="688"/>
                      <a:pt x="64924" y="443"/>
                    </a:cubicBezTo>
                    <a:cubicBezTo>
                      <a:pt x="64924" y="198"/>
                      <a:pt x="65120" y="2"/>
                      <a:pt x="65365" y="2"/>
                    </a:cubicBezTo>
                    <a:lnTo>
                      <a:pt x="67986" y="2"/>
                    </a:lnTo>
                    <a:cubicBezTo>
                      <a:pt x="68231" y="2"/>
                      <a:pt x="68427" y="198"/>
                      <a:pt x="68427" y="443"/>
                    </a:cubicBezTo>
                    <a:cubicBezTo>
                      <a:pt x="68427" y="688"/>
                      <a:pt x="68231" y="884"/>
                      <a:pt x="67986" y="884"/>
                    </a:cubicBezTo>
                    <a:close/>
                    <a:moveTo>
                      <a:pt x="59252" y="884"/>
                    </a:moveTo>
                    <a:lnTo>
                      <a:pt x="56631" y="884"/>
                    </a:lnTo>
                    <a:cubicBezTo>
                      <a:pt x="56386" y="884"/>
                      <a:pt x="56190" y="688"/>
                      <a:pt x="56190" y="443"/>
                    </a:cubicBezTo>
                    <a:cubicBezTo>
                      <a:pt x="56190" y="198"/>
                      <a:pt x="56386" y="2"/>
                      <a:pt x="56631" y="2"/>
                    </a:cubicBezTo>
                    <a:lnTo>
                      <a:pt x="59252" y="2"/>
                    </a:lnTo>
                    <a:cubicBezTo>
                      <a:pt x="59497" y="2"/>
                      <a:pt x="59693" y="198"/>
                      <a:pt x="59693" y="443"/>
                    </a:cubicBezTo>
                    <a:cubicBezTo>
                      <a:pt x="59693" y="688"/>
                      <a:pt x="59497" y="884"/>
                      <a:pt x="59252" y="884"/>
                    </a:cubicBezTo>
                    <a:close/>
                    <a:moveTo>
                      <a:pt x="50518" y="884"/>
                    </a:moveTo>
                    <a:lnTo>
                      <a:pt x="47896" y="884"/>
                    </a:lnTo>
                    <a:cubicBezTo>
                      <a:pt x="47651" y="884"/>
                      <a:pt x="47455" y="688"/>
                      <a:pt x="47455" y="443"/>
                    </a:cubicBezTo>
                    <a:cubicBezTo>
                      <a:pt x="47455" y="198"/>
                      <a:pt x="47651" y="2"/>
                      <a:pt x="47896" y="2"/>
                    </a:cubicBezTo>
                    <a:lnTo>
                      <a:pt x="50518" y="2"/>
                    </a:lnTo>
                    <a:cubicBezTo>
                      <a:pt x="50763" y="2"/>
                      <a:pt x="50959" y="198"/>
                      <a:pt x="50959" y="443"/>
                    </a:cubicBezTo>
                    <a:cubicBezTo>
                      <a:pt x="50959" y="688"/>
                      <a:pt x="50763" y="884"/>
                      <a:pt x="50518" y="884"/>
                    </a:cubicBezTo>
                    <a:close/>
                    <a:moveTo>
                      <a:pt x="41784" y="884"/>
                    </a:moveTo>
                    <a:lnTo>
                      <a:pt x="39162" y="884"/>
                    </a:lnTo>
                    <a:cubicBezTo>
                      <a:pt x="38917" y="884"/>
                      <a:pt x="38721" y="688"/>
                      <a:pt x="38721" y="443"/>
                    </a:cubicBezTo>
                    <a:cubicBezTo>
                      <a:pt x="38721" y="198"/>
                      <a:pt x="38917" y="2"/>
                      <a:pt x="39162" y="2"/>
                    </a:cubicBezTo>
                    <a:lnTo>
                      <a:pt x="41784" y="2"/>
                    </a:lnTo>
                    <a:cubicBezTo>
                      <a:pt x="42029" y="2"/>
                      <a:pt x="42225" y="198"/>
                      <a:pt x="42225" y="443"/>
                    </a:cubicBezTo>
                    <a:cubicBezTo>
                      <a:pt x="42225" y="688"/>
                      <a:pt x="42029" y="884"/>
                      <a:pt x="41784" y="884"/>
                    </a:cubicBezTo>
                    <a:close/>
                    <a:moveTo>
                      <a:pt x="33050" y="884"/>
                    </a:moveTo>
                    <a:lnTo>
                      <a:pt x="30428" y="884"/>
                    </a:lnTo>
                    <a:cubicBezTo>
                      <a:pt x="30183" y="884"/>
                      <a:pt x="29987" y="688"/>
                      <a:pt x="29987" y="443"/>
                    </a:cubicBezTo>
                    <a:cubicBezTo>
                      <a:pt x="29987" y="198"/>
                      <a:pt x="30183" y="2"/>
                      <a:pt x="30428" y="2"/>
                    </a:cubicBezTo>
                    <a:lnTo>
                      <a:pt x="33050" y="2"/>
                    </a:lnTo>
                    <a:cubicBezTo>
                      <a:pt x="33295" y="2"/>
                      <a:pt x="33491" y="198"/>
                      <a:pt x="33491" y="443"/>
                    </a:cubicBezTo>
                    <a:cubicBezTo>
                      <a:pt x="33491" y="688"/>
                      <a:pt x="33295" y="884"/>
                      <a:pt x="33050" y="884"/>
                    </a:cubicBezTo>
                    <a:close/>
                    <a:moveTo>
                      <a:pt x="24316" y="884"/>
                    </a:moveTo>
                    <a:lnTo>
                      <a:pt x="21694" y="884"/>
                    </a:lnTo>
                    <a:cubicBezTo>
                      <a:pt x="21449" y="884"/>
                      <a:pt x="21253" y="688"/>
                      <a:pt x="21253" y="443"/>
                    </a:cubicBezTo>
                    <a:cubicBezTo>
                      <a:pt x="21253" y="198"/>
                      <a:pt x="21449" y="2"/>
                      <a:pt x="21694" y="2"/>
                    </a:cubicBezTo>
                    <a:lnTo>
                      <a:pt x="24316" y="2"/>
                    </a:lnTo>
                    <a:cubicBezTo>
                      <a:pt x="24561" y="2"/>
                      <a:pt x="24757" y="198"/>
                      <a:pt x="24757" y="443"/>
                    </a:cubicBezTo>
                    <a:cubicBezTo>
                      <a:pt x="24757" y="688"/>
                      <a:pt x="24561" y="884"/>
                      <a:pt x="24316" y="884"/>
                    </a:cubicBezTo>
                    <a:close/>
                    <a:moveTo>
                      <a:pt x="15582" y="884"/>
                    </a:moveTo>
                    <a:lnTo>
                      <a:pt x="12960" y="884"/>
                    </a:lnTo>
                    <a:cubicBezTo>
                      <a:pt x="12715" y="884"/>
                      <a:pt x="12519" y="688"/>
                      <a:pt x="12519" y="443"/>
                    </a:cubicBezTo>
                    <a:cubicBezTo>
                      <a:pt x="12519" y="198"/>
                      <a:pt x="12715" y="2"/>
                      <a:pt x="12960" y="2"/>
                    </a:cubicBezTo>
                    <a:lnTo>
                      <a:pt x="15582" y="2"/>
                    </a:lnTo>
                    <a:cubicBezTo>
                      <a:pt x="15827" y="2"/>
                      <a:pt x="16023" y="198"/>
                      <a:pt x="16023" y="443"/>
                    </a:cubicBezTo>
                    <a:cubicBezTo>
                      <a:pt x="16023" y="688"/>
                      <a:pt x="15827" y="884"/>
                      <a:pt x="15582" y="884"/>
                    </a:cubicBezTo>
                    <a:close/>
                    <a:moveTo>
                      <a:pt x="6848" y="884"/>
                    </a:moveTo>
                    <a:lnTo>
                      <a:pt x="4226" y="884"/>
                    </a:lnTo>
                    <a:cubicBezTo>
                      <a:pt x="3981" y="884"/>
                      <a:pt x="3785" y="688"/>
                      <a:pt x="3785" y="443"/>
                    </a:cubicBezTo>
                    <a:cubicBezTo>
                      <a:pt x="3785" y="198"/>
                      <a:pt x="3981" y="2"/>
                      <a:pt x="4226" y="2"/>
                    </a:cubicBezTo>
                    <a:lnTo>
                      <a:pt x="6848" y="2"/>
                    </a:lnTo>
                    <a:cubicBezTo>
                      <a:pt x="7093" y="2"/>
                      <a:pt x="7289" y="198"/>
                      <a:pt x="7289" y="443"/>
                    </a:cubicBezTo>
                    <a:cubicBezTo>
                      <a:pt x="7289" y="688"/>
                      <a:pt x="7093" y="884"/>
                      <a:pt x="6848" y="8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Forme libre : forme 944">
                <a:extLst>
                  <a:ext uri="{FF2B5EF4-FFF2-40B4-BE49-F238E27FC236}">
                    <a16:creationId xmlns:a16="http://schemas.microsoft.com/office/drawing/2014/main" id="{483C84DD-C2B5-EBB7-0F76-4C377BE13212}"/>
                  </a:ext>
                </a:extLst>
              </p:cNvPr>
              <p:cNvSpPr/>
              <p:nvPr/>
            </p:nvSpPr>
            <p:spPr>
              <a:xfrm>
                <a:off x="839104" y="431721"/>
                <a:ext cx="127421" cy="41898"/>
              </a:xfrm>
              <a:custGeom>
                <a:avLst/>
                <a:gdLst>
                  <a:gd name="connsiteX0" fmla="*/ 0 w 127421"/>
                  <a:gd name="connsiteY0" fmla="*/ 38297 h 41898"/>
                  <a:gd name="connsiteX1" fmla="*/ 2217 w 127421"/>
                  <a:gd name="connsiteY1" fmla="*/ 14569 h 41898"/>
                  <a:gd name="connsiteX2" fmla="*/ 16047 w 127421"/>
                  <a:gd name="connsiteY2" fmla="*/ 3912 h 41898"/>
                  <a:gd name="connsiteX3" fmla="*/ 123330 w 127421"/>
                  <a:gd name="connsiteY3" fmla="*/ 14324 h 41898"/>
                  <a:gd name="connsiteX4" fmla="*/ 127422 w 127421"/>
                  <a:gd name="connsiteY4" fmla="*/ 41898 h 41898"/>
                  <a:gd name="connsiteX5" fmla="*/ 0 w 127421"/>
                  <a:gd name="connsiteY5" fmla="*/ 38297 h 41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7421" h="41898">
                    <a:moveTo>
                      <a:pt x="0" y="38297"/>
                    </a:moveTo>
                    <a:lnTo>
                      <a:pt x="2217" y="14569"/>
                    </a:lnTo>
                    <a:cubicBezTo>
                      <a:pt x="4716" y="8910"/>
                      <a:pt x="9910" y="4892"/>
                      <a:pt x="16047" y="3912"/>
                    </a:cubicBezTo>
                    <a:cubicBezTo>
                      <a:pt x="39003" y="261"/>
                      <a:pt x="95915" y="-6170"/>
                      <a:pt x="123330" y="14324"/>
                    </a:cubicBezTo>
                    <a:lnTo>
                      <a:pt x="127422" y="41898"/>
                    </a:lnTo>
                    <a:lnTo>
                      <a:pt x="0" y="38297"/>
                    </a:ln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Forme libre : forme 945">
                <a:extLst>
                  <a:ext uri="{FF2B5EF4-FFF2-40B4-BE49-F238E27FC236}">
                    <a16:creationId xmlns:a16="http://schemas.microsoft.com/office/drawing/2014/main" id="{448A1BE5-361C-0AD0-647A-489051A9341A}"/>
                  </a:ext>
                </a:extLst>
              </p:cNvPr>
              <p:cNvSpPr/>
              <p:nvPr/>
            </p:nvSpPr>
            <p:spPr>
              <a:xfrm>
                <a:off x="883988" y="358974"/>
                <a:ext cx="37802" cy="89172"/>
              </a:xfrm>
              <a:custGeom>
                <a:avLst/>
                <a:gdLst>
                  <a:gd name="connsiteX0" fmla="*/ 26815 w 37802"/>
                  <a:gd name="connsiteY0" fmla="*/ 88210 h 89172"/>
                  <a:gd name="connsiteX1" fmla="*/ 10939 w 37802"/>
                  <a:gd name="connsiteY1" fmla="*/ 88186 h 89172"/>
                  <a:gd name="connsiteX2" fmla="*/ 0 w 37802"/>
                  <a:gd name="connsiteY2" fmla="*/ 74295 h 89172"/>
                  <a:gd name="connsiteX3" fmla="*/ 0 w 37802"/>
                  <a:gd name="connsiteY3" fmla="*/ 0 h 89172"/>
                  <a:gd name="connsiteX4" fmla="*/ 37803 w 37802"/>
                  <a:gd name="connsiteY4" fmla="*/ 0 h 89172"/>
                  <a:gd name="connsiteX5" fmla="*/ 37803 w 37802"/>
                  <a:gd name="connsiteY5" fmla="*/ 74233 h 89172"/>
                  <a:gd name="connsiteX6" fmla="*/ 26815 w 37802"/>
                  <a:gd name="connsiteY6" fmla="*/ 88198 h 89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802" h="89172">
                    <a:moveTo>
                      <a:pt x="26815" y="88210"/>
                    </a:moveTo>
                    <a:cubicBezTo>
                      <a:pt x="21535" y="89497"/>
                      <a:pt x="16231" y="89497"/>
                      <a:pt x="10939" y="88186"/>
                    </a:cubicBezTo>
                    <a:cubicBezTo>
                      <a:pt x="4520" y="86606"/>
                      <a:pt x="0" y="80873"/>
                      <a:pt x="0" y="74295"/>
                    </a:cubicBezTo>
                    <a:lnTo>
                      <a:pt x="0" y="0"/>
                    </a:lnTo>
                    <a:lnTo>
                      <a:pt x="37803" y="0"/>
                    </a:lnTo>
                    <a:lnTo>
                      <a:pt x="37803" y="74233"/>
                    </a:lnTo>
                    <a:cubicBezTo>
                      <a:pt x="37803" y="80836"/>
                      <a:pt x="33270" y="86630"/>
                      <a:pt x="26815" y="88198"/>
                    </a:cubicBez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Forme libre : forme 946">
                <a:extLst>
                  <a:ext uri="{FF2B5EF4-FFF2-40B4-BE49-F238E27FC236}">
                    <a16:creationId xmlns:a16="http://schemas.microsoft.com/office/drawing/2014/main" id="{4A346554-70CA-79C9-ECB5-C54FF50BF97F}"/>
                  </a:ext>
                </a:extLst>
              </p:cNvPr>
              <p:cNvSpPr/>
              <p:nvPr/>
            </p:nvSpPr>
            <p:spPr>
              <a:xfrm>
                <a:off x="1205298" y="431721"/>
                <a:ext cx="127421" cy="41898"/>
              </a:xfrm>
              <a:custGeom>
                <a:avLst/>
                <a:gdLst>
                  <a:gd name="connsiteX0" fmla="*/ 0 w 127421"/>
                  <a:gd name="connsiteY0" fmla="*/ 38297 h 41898"/>
                  <a:gd name="connsiteX1" fmla="*/ 2217 w 127421"/>
                  <a:gd name="connsiteY1" fmla="*/ 14569 h 41898"/>
                  <a:gd name="connsiteX2" fmla="*/ 16047 w 127421"/>
                  <a:gd name="connsiteY2" fmla="*/ 3912 h 41898"/>
                  <a:gd name="connsiteX3" fmla="*/ 123330 w 127421"/>
                  <a:gd name="connsiteY3" fmla="*/ 14324 h 41898"/>
                  <a:gd name="connsiteX4" fmla="*/ 127422 w 127421"/>
                  <a:gd name="connsiteY4" fmla="*/ 41898 h 41898"/>
                  <a:gd name="connsiteX5" fmla="*/ 0 w 127421"/>
                  <a:gd name="connsiteY5" fmla="*/ 38297 h 41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7421" h="41898">
                    <a:moveTo>
                      <a:pt x="0" y="38297"/>
                    </a:moveTo>
                    <a:lnTo>
                      <a:pt x="2217" y="14569"/>
                    </a:lnTo>
                    <a:cubicBezTo>
                      <a:pt x="4716" y="8910"/>
                      <a:pt x="9910" y="4892"/>
                      <a:pt x="16047" y="3912"/>
                    </a:cubicBezTo>
                    <a:cubicBezTo>
                      <a:pt x="39003" y="261"/>
                      <a:pt x="95915" y="-6170"/>
                      <a:pt x="123330" y="14324"/>
                    </a:cubicBezTo>
                    <a:lnTo>
                      <a:pt x="127422" y="41898"/>
                    </a:lnTo>
                    <a:lnTo>
                      <a:pt x="0" y="38297"/>
                    </a:ln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Forme libre : forme 947">
                <a:extLst>
                  <a:ext uri="{FF2B5EF4-FFF2-40B4-BE49-F238E27FC236}">
                    <a16:creationId xmlns:a16="http://schemas.microsoft.com/office/drawing/2014/main" id="{32571653-02FB-8B8B-C705-6CA4BE671A9C}"/>
                  </a:ext>
                </a:extLst>
              </p:cNvPr>
              <p:cNvSpPr/>
              <p:nvPr/>
            </p:nvSpPr>
            <p:spPr>
              <a:xfrm>
                <a:off x="1250181" y="351147"/>
                <a:ext cx="37802" cy="96999"/>
              </a:xfrm>
              <a:custGeom>
                <a:avLst/>
                <a:gdLst>
                  <a:gd name="connsiteX0" fmla="*/ 26815 w 37802"/>
                  <a:gd name="connsiteY0" fmla="*/ 96038 h 96999"/>
                  <a:gd name="connsiteX1" fmla="*/ 10939 w 37802"/>
                  <a:gd name="connsiteY1" fmla="*/ 96013 h 96999"/>
                  <a:gd name="connsiteX2" fmla="*/ 0 w 37802"/>
                  <a:gd name="connsiteY2" fmla="*/ 82122 h 96999"/>
                  <a:gd name="connsiteX3" fmla="*/ 0 w 37802"/>
                  <a:gd name="connsiteY3" fmla="*/ 0 h 96999"/>
                  <a:gd name="connsiteX4" fmla="*/ 37803 w 37802"/>
                  <a:gd name="connsiteY4" fmla="*/ 0 h 96999"/>
                  <a:gd name="connsiteX5" fmla="*/ 37803 w 37802"/>
                  <a:gd name="connsiteY5" fmla="*/ 82061 h 96999"/>
                  <a:gd name="connsiteX6" fmla="*/ 26815 w 37802"/>
                  <a:gd name="connsiteY6" fmla="*/ 96026 h 96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802" h="96999">
                    <a:moveTo>
                      <a:pt x="26815" y="96038"/>
                    </a:moveTo>
                    <a:cubicBezTo>
                      <a:pt x="21535" y="97324"/>
                      <a:pt x="16231" y="97324"/>
                      <a:pt x="10939" y="96013"/>
                    </a:cubicBezTo>
                    <a:cubicBezTo>
                      <a:pt x="4520" y="94433"/>
                      <a:pt x="0" y="88700"/>
                      <a:pt x="0" y="82122"/>
                    </a:cubicBezTo>
                    <a:lnTo>
                      <a:pt x="0" y="0"/>
                    </a:lnTo>
                    <a:lnTo>
                      <a:pt x="37803" y="0"/>
                    </a:lnTo>
                    <a:lnTo>
                      <a:pt x="37803" y="82061"/>
                    </a:lnTo>
                    <a:cubicBezTo>
                      <a:pt x="37803" y="88664"/>
                      <a:pt x="33270" y="94458"/>
                      <a:pt x="26815" y="96026"/>
                    </a:cubicBez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Forme libre : forme 948">
                <a:extLst>
                  <a:ext uri="{FF2B5EF4-FFF2-40B4-BE49-F238E27FC236}">
                    <a16:creationId xmlns:a16="http://schemas.microsoft.com/office/drawing/2014/main" id="{479057E0-889B-DB8E-ACAA-2F506C8F1864}"/>
                  </a:ext>
                </a:extLst>
              </p:cNvPr>
              <p:cNvSpPr/>
              <p:nvPr/>
            </p:nvSpPr>
            <p:spPr>
              <a:xfrm>
                <a:off x="860485" y="255859"/>
                <a:ext cx="447706" cy="121340"/>
              </a:xfrm>
              <a:custGeom>
                <a:avLst/>
                <a:gdLst>
                  <a:gd name="connsiteX0" fmla="*/ 19644 w 447706"/>
                  <a:gd name="connsiteY0" fmla="*/ 121331 h 121340"/>
                  <a:gd name="connsiteX1" fmla="*/ 426238 w 447706"/>
                  <a:gd name="connsiteY1" fmla="*/ 107868 h 121340"/>
                  <a:gd name="connsiteX2" fmla="*/ 444967 w 447706"/>
                  <a:gd name="connsiteY2" fmla="*/ 91784 h 121340"/>
                  <a:gd name="connsiteX3" fmla="*/ 446229 w 447706"/>
                  <a:gd name="connsiteY3" fmla="*/ 40250 h 121340"/>
                  <a:gd name="connsiteX4" fmla="*/ 400770 w 447706"/>
                  <a:gd name="connsiteY4" fmla="*/ 560 h 121340"/>
                  <a:gd name="connsiteX5" fmla="*/ 25401 w 447706"/>
                  <a:gd name="connsiteY5" fmla="*/ 40911 h 121340"/>
                  <a:gd name="connsiteX6" fmla="*/ 2948 w 447706"/>
                  <a:gd name="connsiteY6" fmla="*/ 66697 h 121340"/>
                  <a:gd name="connsiteX7" fmla="*/ 1968 w 447706"/>
                  <a:gd name="connsiteY7" fmla="*/ 107978 h 121340"/>
                  <a:gd name="connsiteX8" fmla="*/ 19644 w 447706"/>
                  <a:gd name="connsiteY8" fmla="*/ 121331 h 12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7706" h="121340">
                    <a:moveTo>
                      <a:pt x="19644" y="121331"/>
                    </a:moveTo>
                    <a:lnTo>
                      <a:pt x="426238" y="107868"/>
                    </a:lnTo>
                    <a:cubicBezTo>
                      <a:pt x="435511" y="107562"/>
                      <a:pt x="443375" y="100874"/>
                      <a:pt x="444967" y="91784"/>
                    </a:cubicBezTo>
                    <a:cubicBezTo>
                      <a:pt x="447197" y="79057"/>
                      <a:pt x="449157" y="59996"/>
                      <a:pt x="446229" y="40250"/>
                    </a:cubicBezTo>
                    <a:cubicBezTo>
                      <a:pt x="442897" y="17784"/>
                      <a:pt x="423579" y="1099"/>
                      <a:pt x="400770" y="560"/>
                    </a:cubicBezTo>
                    <a:cubicBezTo>
                      <a:pt x="324920" y="-1240"/>
                      <a:pt x="131827" y="-1191"/>
                      <a:pt x="25401" y="40911"/>
                    </a:cubicBezTo>
                    <a:cubicBezTo>
                      <a:pt x="14144" y="45358"/>
                      <a:pt x="5802" y="54986"/>
                      <a:pt x="2948" y="66697"/>
                    </a:cubicBezTo>
                    <a:cubicBezTo>
                      <a:pt x="228" y="77869"/>
                      <a:pt x="-1572" y="92801"/>
                      <a:pt x="1968" y="107978"/>
                    </a:cubicBezTo>
                    <a:cubicBezTo>
                      <a:pt x="3854" y="116051"/>
                      <a:pt x="11327" y="121612"/>
                      <a:pt x="19644" y="121331"/>
                    </a:cubicBez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Forme libre : forme 949">
                <a:extLst>
                  <a:ext uri="{FF2B5EF4-FFF2-40B4-BE49-F238E27FC236}">
                    <a16:creationId xmlns:a16="http://schemas.microsoft.com/office/drawing/2014/main" id="{E70BC946-3621-723D-BFF2-19D2E1FD7F98}"/>
                  </a:ext>
                </a:extLst>
              </p:cNvPr>
              <p:cNvSpPr/>
              <p:nvPr/>
            </p:nvSpPr>
            <p:spPr>
              <a:xfrm>
                <a:off x="871929" y="282328"/>
                <a:ext cx="127132" cy="72812"/>
              </a:xfrm>
              <a:custGeom>
                <a:avLst/>
                <a:gdLst>
                  <a:gd name="connsiteX0" fmla="*/ 1168 w 127132"/>
                  <a:gd name="connsiteY0" fmla="*/ 72812 h 72812"/>
                  <a:gd name="connsiteX1" fmla="*/ 299 w 127132"/>
                  <a:gd name="connsiteY1" fmla="*/ 72028 h 72812"/>
                  <a:gd name="connsiteX2" fmla="*/ 2700 w 127132"/>
                  <a:gd name="connsiteY2" fmla="*/ 41723 h 72812"/>
                  <a:gd name="connsiteX3" fmla="*/ 25166 w 127132"/>
                  <a:gd name="connsiteY3" fmla="*/ 18901 h 72812"/>
                  <a:gd name="connsiteX4" fmla="*/ 126238 w 127132"/>
                  <a:gd name="connsiteY4" fmla="*/ 0 h 72812"/>
                  <a:gd name="connsiteX5" fmla="*/ 127132 w 127132"/>
                  <a:gd name="connsiteY5" fmla="*/ 845 h 72812"/>
                  <a:gd name="connsiteX6" fmla="*/ 126287 w 127132"/>
                  <a:gd name="connsiteY6" fmla="*/ 1739 h 72812"/>
                  <a:gd name="connsiteX7" fmla="*/ 25668 w 127132"/>
                  <a:gd name="connsiteY7" fmla="*/ 20567 h 72812"/>
                  <a:gd name="connsiteX8" fmla="*/ 4402 w 127132"/>
                  <a:gd name="connsiteY8" fmla="*/ 42176 h 72812"/>
                  <a:gd name="connsiteX9" fmla="*/ 2050 w 127132"/>
                  <a:gd name="connsiteY9" fmla="*/ 71857 h 72812"/>
                  <a:gd name="connsiteX10" fmla="*/ 1266 w 127132"/>
                  <a:gd name="connsiteY10" fmla="*/ 72812 h 72812"/>
                  <a:gd name="connsiteX11" fmla="*/ 1181 w 127132"/>
                  <a:gd name="connsiteY11" fmla="*/ 72812 h 72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7132" h="72812">
                    <a:moveTo>
                      <a:pt x="1168" y="72812"/>
                    </a:moveTo>
                    <a:cubicBezTo>
                      <a:pt x="727" y="72812"/>
                      <a:pt x="348" y="72482"/>
                      <a:pt x="299" y="72028"/>
                    </a:cubicBezTo>
                    <a:cubicBezTo>
                      <a:pt x="286" y="71869"/>
                      <a:pt x="-1233" y="56275"/>
                      <a:pt x="2700" y="41723"/>
                    </a:cubicBezTo>
                    <a:cubicBezTo>
                      <a:pt x="5639" y="30845"/>
                      <a:pt x="14251" y="22099"/>
                      <a:pt x="25166" y="18901"/>
                    </a:cubicBezTo>
                    <a:cubicBezTo>
                      <a:pt x="47779" y="12262"/>
                      <a:pt x="90971" y="992"/>
                      <a:pt x="126238" y="0"/>
                    </a:cubicBezTo>
                    <a:cubicBezTo>
                      <a:pt x="126728" y="0"/>
                      <a:pt x="127120" y="367"/>
                      <a:pt x="127132" y="845"/>
                    </a:cubicBezTo>
                    <a:cubicBezTo>
                      <a:pt x="127145" y="1323"/>
                      <a:pt x="126765" y="1727"/>
                      <a:pt x="126287" y="1739"/>
                    </a:cubicBezTo>
                    <a:cubicBezTo>
                      <a:pt x="91216" y="2719"/>
                      <a:pt x="48195" y="13952"/>
                      <a:pt x="25668" y="20567"/>
                    </a:cubicBezTo>
                    <a:cubicBezTo>
                      <a:pt x="15329" y="23605"/>
                      <a:pt x="7183" y="31874"/>
                      <a:pt x="4402" y="42176"/>
                    </a:cubicBezTo>
                    <a:cubicBezTo>
                      <a:pt x="544" y="56422"/>
                      <a:pt x="2026" y="71698"/>
                      <a:pt x="2050" y="71857"/>
                    </a:cubicBezTo>
                    <a:cubicBezTo>
                      <a:pt x="2099" y="72335"/>
                      <a:pt x="1744" y="72763"/>
                      <a:pt x="1266" y="72812"/>
                    </a:cubicBezTo>
                    <a:cubicBezTo>
                      <a:pt x="1242" y="72812"/>
                      <a:pt x="1205" y="72812"/>
                      <a:pt x="1181" y="728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Forme libre : forme 950">
                <a:extLst>
                  <a:ext uri="{FF2B5EF4-FFF2-40B4-BE49-F238E27FC236}">
                    <a16:creationId xmlns:a16="http://schemas.microsoft.com/office/drawing/2014/main" id="{BDCE0BBB-A807-D340-5610-AE99B3CB8BE2}"/>
                  </a:ext>
                </a:extLst>
              </p:cNvPr>
              <p:cNvSpPr/>
              <p:nvPr/>
            </p:nvSpPr>
            <p:spPr>
              <a:xfrm>
                <a:off x="606894" y="458617"/>
                <a:ext cx="964359" cy="387835"/>
              </a:xfrm>
              <a:custGeom>
                <a:avLst/>
                <a:gdLst>
                  <a:gd name="connsiteX0" fmla="*/ 43565 w 964359"/>
                  <a:gd name="connsiteY0" fmla="*/ 2153 h 387835"/>
                  <a:gd name="connsiteX1" fmla="*/ 908237 w 964359"/>
                  <a:gd name="connsiteY1" fmla="*/ 14415 h 387835"/>
                  <a:gd name="connsiteX2" fmla="*/ 937122 w 964359"/>
                  <a:gd name="connsiteY2" fmla="*/ 40446 h 387835"/>
                  <a:gd name="connsiteX3" fmla="*/ 964170 w 964359"/>
                  <a:gd name="connsiteY3" fmla="*/ 288503 h 387835"/>
                  <a:gd name="connsiteX4" fmla="*/ 940074 w 964359"/>
                  <a:gd name="connsiteY4" fmla="*/ 316555 h 387835"/>
                  <a:gd name="connsiteX5" fmla="*/ 563285 w 964359"/>
                  <a:gd name="connsiteY5" fmla="*/ 387836 h 387835"/>
                  <a:gd name="connsiteX6" fmla="*/ 429444 w 964359"/>
                  <a:gd name="connsiteY6" fmla="*/ 387836 h 387835"/>
                  <a:gd name="connsiteX7" fmla="*/ 27971 w 964359"/>
                  <a:gd name="connsiteY7" fmla="*/ 308029 h 387835"/>
                  <a:gd name="connsiteX8" fmla="*/ 2651 w 964359"/>
                  <a:gd name="connsiteY8" fmla="*/ 278887 h 387835"/>
                  <a:gd name="connsiteX9" fmla="*/ 9780 w 964359"/>
                  <a:gd name="connsiteY9" fmla="*/ 30793 h 387835"/>
                  <a:gd name="connsiteX10" fmla="*/ 43552 w 964359"/>
                  <a:gd name="connsiteY10" fmla="*/ 2141 h 387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64359" h="387835">
                    <a:moveTo>
                      <a:pt x="43565" y="2153"/>
                    </a:moveTo>
                    <a:cubicBezTo>
                      <a:pt x="174919" y="475"/>
                      <a:pt x="743172" y="-5503"/>
                      <a:pt x="908237" y="14415"/>
                    </a:cubicBezTo>
                    <a:cubicBezTo>
                      <a:pt x="922447" y="16130"/>
                      <a:pt x="934047" y="26530"/>
                      <a:pt x="937122" y="40446"/>
                    </a:cubicBezTo>
                    <a:cubicBezTo>
                      <a:pt x="946873" y="84545"/>
                      <a:pt x="966497" y="186977"/>
                      <a:pt x="964170" y="288503"/>
                    </a:cubicBezTo>
                    <a:cubicBezTo>
                      <a:pt x="963851" y="302321"/>
                      <a:pt x="953720" y="313982"/>
                      <a:pt x="940074" y="316555"/>
                    </a:cubicBezTo>
                    <a:lnTo>
                      <a:pt x="563285" y="387836"/>
                    </a:lnTo>
                    <a:lnTo>
                      <a:pt x="429444" y="387836"/>
                    </a:lnTo>
                    <a:lnTo>
                      <a:pt x="27971" y="308029"/>
                    </a:lnTo>
                    <a:cubicBezTo>
                      <a:pt x="13822" y="305211"/>
                      <a:pt x="3386" y="293231"/>
                      <a:pt x="2651" y="278887"/>
                    </a:cubicBezTo>
                    <a:cubicBezTo>
                      <a:pt x="41" y="227805"/>
                      <a:pt x="-4038" y="107942"/>
                      <a:pt x="9780" y="30793"/>
                    </a:cubicBezTo>
                    <a:cubicBezTo>
                      <a:pt x="12720" y="14403"/>
                      <a:pt x="26819" y="2349"/>
                      <a:pt x="43552" y="2141"/>
                    </a:cubicBezTo>
                    <a:close/>
                  </a:path>
                </a:pathLst>
              </a:custGeom>
              <a:solidFill>
                <a:srgbClr val="4438B7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Forme libre : forme 951">
                <a:extLst>
                  <a:ext uri="{FF2B5EF4-FFF2-40B4-BE49-F238E27FC236}">
                    <a16:creationId xmlns:a16="http://schemas.microsoft.com/office/drawing/2014/main" id="{45AFF4AA-91CD-686B-1685-8EC370D5E7CF}"/>
                  </a:ext>
                </a:extLst>
              </p:cNvPr>
              <p:cNvSpPr/>
              <p:nvPr/>
            </p:nvSpPr>
            <p:spPr>
              <a:xfrm>
                <a:off x="639005" y="490720"/>
                <a:ext cx="900282" cy="323736"/>
              </a:xfrm>
              <a:custGeom>
                <a:avLst/>
                <a:gdLst>
                  <a:gd name="connsiteX0" fmla="*/ 524362 w 900282"/>
                  <a:gd name="connsiteY0" fmla="*/ 323724 h 323736"/>
                  <a:gd name="connsiteX1" fmla="*/ 521741 w 900282"/>
                  <a:gd name="connsiteY1" fmla="*/ 323724 h 323736"/>
                  <a:gd name="connsiteX2" fmla="*/ 521300 w 900282"/>
                  <a:gd name="connsiteY2" fmla="*/ 323283 h 323736"/>
                  <a:gd name="connsiteX3" fmla="*/ 521741 w 900282"/>
                  <a:gd name="connsiteY3" fmla="*/ 322842 h 323736"/>
                  <a:gd name="connsiteX4" fmla="*/ 524362 w 900282"/>
                  <a:gd name="connsiteY4" fmla="*/ 322842 h 323736"/>
                  <a:gd name="connsiteX5" fmla="*/ 524803 w 900282"/>
                  <a:gd name="connsiteY5" fmla="*/ 323283 h 323736"/>
                  <a:gd name="connsiteX6" fmla="*/ 524362 w 900282"/>
                  <a:gd name="connsiteY6" fmla="*/ 323724 h 323736"/>
                  <a:gd name="connsiteX7" fmla="*/ 515628 w 900282"/>
                  <a:gd name="connsiteY7" fmla="*/ 323724 h 323736"/>
                  <a:gd name="connsiteX8" fmla="*/ 513007 w 900282"/>
                  <a:gd name="connsiteY8" fmla="*/ 323724 h 323736"/>
                  <a:gd name="connsiteX9" fmla="*/ 512566 w 900282"/>
                  <a:gd name="connsiteY9" fmla="*/ 323283 h 323736"/>
                  <a:gd name="connsiteX10" fmla="*/ 513007 w 900282"/>
                  <a:gd name="connsiteY10" fmla="*/ 322842 h 323736"/>
                  <a:gd name="connsiteX11" fmla="*/ 515628 w 900282"/>
                  <a:gd name="connsiteY11" fmla="*/ 322842 h 323736"/>
                  <a:gd name="connsiteX12" fmla="*/ 516069 w 900282"/>
                  <a:gd name="connsiteY12" fmla="*/ 323283 h 323736"/>
                  <a:gd name="connsiteX13" fmla="*/ 515628 w 900282"/>
                  <a:gd name="connsiteY13" fmla="*/ 323724 h 323736"/>
                  <a:gd name="connsiteX14" fmla="*/ 506894 w 900282"/>
                  <a:gd name="connsiteY14" fmla="*/ 323724 h 323736"/>
                  <a:gd name="connsiteX15" fmla="*/ 504273 w 900282"/>
                  <a:gd name="connsiteY15" fmla="*/ 323724 h 323736"/>
                  <a:gd name="connsiteX16" fmla="*/ 503832 w 900282"/>
                  <a:gd name="connsiteY16" fmla="*/ 323283 h 323736"/>
                  <a:gd name="connsiteX17" fmla="*/ 504273 w 900282"/>
                  <a:gd name="connsiteY17" fmla="*/ 322842 h 323736"/>
                  <a:gd name="connsiteX18" fmla="*/ 506894 w 900282"/>
                  <a:gd name="connsiteY18" fmla="*/ 322842 h 323736"/>
                  <a:gd name="connsiteX19" fmla="*/ 507335 w 900282"/>
                  <a:gd name="connsiteY19" fmla="*/ 323283 h 323736"/>
                  <a:gd name="connsiteX20" fmla="*/ 506894 w 900282"/>
                  <a:gd name="connsiteY20" fmla="*/ 323724 h 323736"/>
                  <a:gd name="connsiteX21" fmla="*/ 498160 w 900282"/>
                  <a:gd name="connsiteY21" fmla="*/ 323724 h 323736"/>
                  <a:gd name="connsiteX22" fmla="*/ 495539 w 900282"/>
                  <a:gd name="connsiteY22" fmla="*/ 323724 h 323736"/>
                  <a:gd name="connsiteX23" fmla="*/ 495098 w 900282"/>
                  <a:gd name="connsiteY23" fmla="*/ 323283 h 323736"/>
                  <a:gd name="connsiteX24" fmla="*/ 495539 w 900282"/>
                  <a:gd name="connsiteY24" fmla="*/ 322842 h 323736"/>
                  <a:gd name="connsiteX25" fmla="*/ 498160 w 900282"/>
                  <a:gd name="connsiteY25" fmla="*/ 322842 h 323736"/>
                  <a:gd name="connsiteX26" fmla="*/ 498601 w 900282"/>
                  <a:gd name="connsiteY26" fmla="*/ 323283 h 323736"/>
                  <a:gd name="connsiteX27" fmla="*/ 498160 w 900282"/>
                  <a:gd name="connsiteY27" fmla="*/ 323724 h 323736"/>
                  <a:gd name="connsiteX28" fmla="*/ 489426 w 900282"/>
                  <a:gd name="connsiteY28" fmla="*/ 323724 h 323736"/>
                  <a:gd name="connsiteX29" fmla="*/ 486805 w 900282"/>
                  <a:gd name="connsiteY29" fmla="*/ 323724 h 323736"/>
                  <a:gd name="connsiteX30" fmla="*/ 486364 w 900282"/>
                  <a:gd name="connsiteY30" fmla="*/ 323283 h 323736"/>
                  <a:gd name="connsiteX31" fmla="*/ 486805 w 900282"/>
                  <a:gd name="connsiteY31" fmla="*/ 322842 h 323736"/>
                  <a:gd name="connsiteX32" fmla="*/ 489426 w 900282"/>
                  <a:gd name="connsiteY32" fmla="*/ 322842 h 323736"/>
                  <a:gd name="connsiteX33" fmla="*/ 489867 w 900282"/>
                  <a:gd name="connsiteY33" fmla="*/ 323283 h 323736"/>
                  <a:gd name="connsiteX34" fmla="*/ 489426 w 900282"/>
                  <a:gd name="connsiteY34" fmla="*/ 323724 h 323736"/>
                  <a:gd name="connsiteX35" fmla="*/ 480692 w 900282"/>
                  <a:gd name="connsiteY35" fmla="*/ 323724 h 323736"/>
                  <a:gd name="connsiteX36" fmla="*/ 478071 w 900282"/>
                  <a:gd name="connsiteY36" fmla="*/ 323724 h 323736"/>
                  <a:gd name="connsiteX37" fmla="*/ 477630 w 900282"/>
                  <a:gd name="connsiteY37" fmla="*/ 323283 h 323736"/>
                  <a:gd name="connsiteX38" fmla="*/ 478071 w 900282"/>
                  <a:gd name="connsiteY38" fmla="*/ 322842 h 323736"/>
                  <a:gd name="connsiteX39" fmla="*/ 480692 w 900282"/>
                  <a:gd name="connsiteY39" fmla="*/ 322842 h 323736"/>
                  <a:gd name="connsiteX40" fmla="*/ 481133 w 900282"/>
                  <a:gd name="connsiteY40" fmla="*/ 323283 h 323736"/>
                  <a:gd name="connsiteX41" fmla="*/ 480692 w 900282"/>
                  <a:gd name="connsiteY41" fmla="*/ 323724 h 323736"/>
                  <a:gd name="connsiteX42" fmla="*/ 471958 w 900282"/>
                  <a:gd name="connsiteY42" fmla="*/ 323724 h 323736"/>
                  <a:gd name="connsiteX43" fmla="*/ 469337 w 900282"/>
                  <a:gd name="connsiteY43" fmla="*/ 323724 h 323736"/>
                  <a:gd name="connsiteX44" fmla="*/ 468896 w 900282"/>
                  <a:gd name="connsiteY44" fmla="*/ 323283 h 323736"/>
                  <a:gd name="connsiteX45" fmla="*/ 469337 w 900282"/>
                  <a:gd name="connsiteY45" fmla="*/ 322842 h 323736"/>
                  <a:gd name="connsiteX46" fmla="*/ 471958 w 900282"/>
                  <a:gd name="connsiteY46" fmla="*/ 322842 h 323736"/>
                  <a:gd name="connsiteX47" fmla="*/ 472399 w 900282"/>
                  <a:gd name="connsiteY47" fmla="*/ 323283 h 323736"/>
                  <a:gd name="connsiteX48" fmla="*/ 471958 w 900282"/>
                  <a:gd name="connsiteY48" fmla="*/ 323724 h 323736"/>
                  <a:gd name="connsiteX49" fmla="*/ 463224 w 900282"/>
                  <a:gd name="connsiteY49" fmla="*/ 323724 h 323736"/>
                  <a:gd name="connsiteX50" fmla="*/ 460603 w 900282"/>
                  <a:gd name="connsiteY50" fmla="*/ 323724 h 323736"/>
                  <a:gd name="connsiteX51" fmla="*/ 460161 w 900282"/>
                  <a:gd name="connsiteY51" fmla="*/ 323283 h 323736"/>
                  <a:gd name="connsiteX52" fmla="*/ 460603 w 900282"/>
                  <a:gd name="connsiteY52" fmla="*/ 322842 h 323736"/>
                  <a:gd name="connsiteX53" fmla="*/ 463224 w 900282"/>
                  <a:gd name="connsiteY53" fmla="*/ 322842 h 323736"/>
                  <a:gd name="connsiteX54" fmla="*/ 463665 w 900282"/>
                  <a:gd name="connsiteY54" fmla="*/ 323283 h 323736"/>
                  <a:gd name="connsiteX55" fmla="*/ 463224 w 900282"/>
                  <a:gd name="connsiteY55" fmla="*/ 323724 h 323736"/>
                  <a:gd name="connsiteX56" fmla="*/ 454490 w 900282"/>
                  <a:gd name="connsiteY56" fmla="*/ 323724 h 323736"/>
                  <a:gd name="connsiteX57" fmla="*/ 451868 w 900282"/>
                  <a:gd name="connsiteY57" fmla="*/ 323724 h 323736"/>
                  <a:gd name="connsiteX58" fmla="*/ 451427 w 900282"/>
                  <a:gd name="connsiteY58" fmla="*/ 323283 h 323736"/>
                  <a:gd name="connsiteX59" fmla="*/ 451868 w 900282"/>
                  <a:gd name="connsiteY59" fmla="*/ 322842 h 323736"/>
                  <a:gd name="connsiteX60" fmla="*/ 454490 w 900282"/>
                  <a:gd name="connsiteY60" fmla="*/ 322842 h 323736"/>
                  <a:gd name="connsiteX61" fmla="*/ 454931 w 900282"/>
                  <a:gd name="connsiteY61" fmla="*/ 323283 h 323736"/>
                  <a:gd name="connsiteX62" fmla="*/ 454490 w 900282"/>
                  <a:gd name="connsiteY62" fmla="*/ 323724 h 323736"/>
                  <a:gd name="connsiteX63" fmla="*/ 445756 w 900282"/>
                  <a:gd name="connsiteY63" fmla="*/ 323724 h 323736"/>
                  <a:gd name="connsiteX64" fmla="*/ 443134 w 900282"/>
                  <a:gd name="connsiteY64" fmla="*/ 323724 h 323736"/>
                  <a:gd name="connsiteX65" fmla="*/ 442693 w 900282"/>
                  <a:gd name="connsiteY65" fmla="*/ 323283 h 323736"/>
                  <a:gd name="connsiteX66" fmla="*/ 443134 w 900282"/>
                  <a:gd name="connsiteY66" fmla="*/ 322842 h 323736"/>
                  <a:gd name="connsiteX67" fmla="*/ 445756 w 900282"/>
                  <a:gd name="connsiteY67" fmla="*/ 322842 h 323736"/>
                  <a:gd name="connsiteX68" fmla="*/ 446197 w 900282"/>
                  <a:gd name="connsiteY68" fmla="*/ 323283 h 323736"/>
                  <a:gd name="connsiteX69" fmla="*/ 445756 w 900282"/>
                  <a:gd name="connsiteY69" fmla="*/ 323724 h 323736"/>
                  <a:gd name="connsiteX70" fmla="*/ 437022 w 900282"/>
                  <a:gd name="connsiteY70" fmla="*/ 323724 h 323736"/>
                  <a:gd name="connsiteX71" fmla="*/ 434400 w 900282"/>
                  <a:gd name="connsiteY71" fmla="*/ 323724 h 323736"/>
                  <a:gd name="connsiteX72" fmla="*/ 433959 w 900282"/>
                  <a:gd name="connsiteY72" fmla="*/ 323283 h 323736"/>
                  <a:gd name="connsiteX73" fmla="*/ 434400 w 900282"/>
                  <a:gd name="connsiteY73" fmla="*/ 322842 h 323736"/>
                  <a:gd name="connsiteX74" fmla="*/ 437022 w 900282"/>
                  <a:gd name="connsiteY74" fmla="*/ 322842 h 323736"/>
                  <a:gd name="connsiteX75" fmla="*/ 437463 w 900282"/>
                  <a:gd name="connsiteY75" fmla="*/ 323283 h 323736"/>
                  <a:gd name="connsiteX76" fmla="*/ 437022 w 900282"/>
                  <a:gd name="connsiteY76" fmla="*/ 323724 h 323736"/>
                  <a:gd name="connsiteX77" fmla="*/ 428288 w 900282"/>
                  <a:gd name="connsiteY77" fmla="*/ 323724 h 323736"/>
                  <a:gd name="connsiteX78" fmla="*/ 425666 w 900282"/>
                  <a:gd name="connsiteY78" fmla="*/ 323724 h 323736"/>
                  <a:gd name="connsiteX79" fmla="*/ 425225 w 900282"/>
                  <a:gd name="connsiteY79" fmla="*/ 323283 h 323736"/>
                  <a:gd name="connsiteX80" fmla="*/ 425666 w 900282"/>
                  <a:gd name="connsiteY80" fmla="*/ 322842 h 323736"/>
                  <a:gd name="connsiteX81" fmla="*/ 428288 w 900282"/>
                  <a:gd name="connsiteY81" fmla="*/ 322842 h 323736"/>
                  <a:gd name="connsiteX82" fmla="*/ 428729 w 900282"/>
                  <a:gd name="connsiteY82" fmla="*/ 323283 h 323736"/>
                  <a:gd name="connsiteX83" fmla="*/ 428288 w 900282"/>
                  <a:gd name="connsiteY83" fmla="*/ 323724 h 323736"/>
                  <a:gd name="connsiteX84" fmla="*/ 419554 w 900282"/>
                  <a:gd name="connsiteY84" fmla="*/ 323724 h 323736"/>
                  <a:gd name="connsiteX85" fmla="*/ 416932 w 900282"/>
                  <a:gd name="connsiteY85" fmla="*/ 323724 h 323736"/>
                  <a:gd name="connsiteX86" fmla="*/ 416491 w 900282"/>
                  <a:gd name="connsiteY86" fmla="*/ 323283 h 323736"/>
                  <a:gd name="connsiteX87" fmla="*/ 416932 w 900282"/>
                  <a:gd name="connsiteY87" fmla="*/ 322842 h 323736"/>
                  <a:gd name="connsiteX88" fmla="*/ 419554 w 900282"/>
                  <a:gd name="connsiteY88" fmla="*/ 322842 h 323736"/>
                  <a:gd name="connsiteX89" fmla="*/ 419995 w 900282"/>
                  <a:gd name="connsiteY89" fmla="*/ 323283 h 323736"/>
                  <a:gd name="connsiteX90" fmla="*/ 419554 w 900282"/>
                  <a:gd name="connsiteY90" fmla="*/ 323724 h 323736"/>
                  <a:gd name="connsiteX91" fmla="*/ 410820 w 900282"/>
                  <a:gd name="connsiteY91" fmla="*/ 323724 h 323736"/>
                  <a:gd name="connsiteX92" fmla="*/ 408198 w 900282"/>
                  <a:gd name="connsiteY92" fmla="*/ 323724 h 323736"/>
                  <a:gd name="connsiteX93" fmla="*/ 407757 w 900282"/>
                  <a:gd name="connsiteY93" fmla="*/ 323283 h 323736"/>
                  <a:gd name="connsiteX94" fmla="*/ 408198 w 900282"/>
                  <a:gd name="connsiteY94" fmla="*/ 322842 h 323736"/>
                  <a:gd name="connsiteX95" fmla="*/ 410820 w 900282"/>
                  <a:gd name="connsiteY95" fmla="*/ 322842 h 323736"/>
                  <a:gd name="connsiteX96" fmla="*/ 411261 w 900282"/>
                  <a:gd name="connsiteY96" fmla="*/ 323283 h 323736"/>
                  <a:gd name="connsiteX97" fmla="*/ 410820 w 900282"/>
                  <a:gd name="connsiteY97" fmla="*/ 323724 h 323736"/>
                  <a:gd name="connsiteX98" fmla="*/ 402085 w 900282"/>
                  <a:gd name="connsiteY98" fmla="*/ 323724 h 323736"/>
                  <a:gd name="connsiteX99" fmla="*/ 400615 w 900282"/>
                  <a:gd name="connsiteY99" fmla="*/ 323724 h 323736"/>
                  <a:gd name="connsiteX100" fmla="*/ 397957 w 900282"/>
                  <a:gd name="connsiteY100" fmla="*/ 323209 h 323736"/>
                  <a:gd name="connsiteX101" fmla="*/ 397614 w 900282"/>
                  <a:gd name="connsiteY101" fmla="*/ 322695 h 323736"/>
                  <a:gd name="connsiteX102" fmla="*/ 398129 w 900282"/>
                  <a:gd name="connsiteY102" fmla="*/ 322352 h 323736"/>
                  <a:gd name="connsiteX103" fmla="*/ 400701 w 900282"/>
                  <a:gd name="connsiteY103" fmla="*/ 322866 h 323736"/>
                  <a:gd name="connsiteX104" fmla="*/ 402085 w 900282"/>
                  <a:gd name="connsiteY104" fmla="*/ 322866 h 323736"/>
                  <a:gd name="connsiteX105" fmla="*/ 402526 w 900282"/>
                  <a:gd name="connsiteY105" fmla="*/ 323295 h 323736"/>
                  <a:gd name="connsiteX106" fmla="*/ 402085 w 900282"/>
                  <a:gd name="connsiteY106" fmla="*/ 323736 h 323736"/>
                  <a:gd name="connsiteX107" fmla="*/ 530512 w 900282"/>
                  <a:gd name="connsiteY107" fmla="*/ 323295 h 323736"/>
                  <a:gd name="connsiteX108" fmla="*/ 530083 w 900282"/>
                  <a:gd name="connsiteY108" fmla="*/ 322940 h 323736"/>
                  <a:gd name="connsiteX109" fmla="*/ 530426 w 900282"/>
                  <a:gd name="connsiteY109" fmla="*/ 322425 h 323736"/>
                  <a:gd name="connsiteX110" fmla="*/ 532998 w 900282"/>
                  <a:gd name="connsiteY110" fmla="*/ 321935 h 323736"/>
                  <a:gd name="connsiteX111" fmla="*/ 533513 w 900282"/>
                  <a:gd name="connsiteY111" fmla="*/ 322278 h 323736"/>
                  <a:gd name="connsiteX112" fmla="*/ 533170 w 900282"/>
                  <a:gd name="connsiteY112" fmla="*/ 322793 h 323736"/>
                  <a:gd name="connsiteX113" fmla="*/ 530597 w 900282"/>
                  <a:gd name="connsiteY113" fmla="*/ 323283 h 323736"/>
                  <a:gd name="connsiteX114" fmla="*/ 530512 w 900282"/>
                  <a:gd name="connsiteY114" fmla="*/ 323283 h 323736"/>
                  <a:gd name="connsiteX115" fmla="*/ 392041 w 900282"/>
                  <a:gd name="connsiteY115" fmla="*/ 322021 h 323736"/>
                  <a:gd name="connsiteX116" fmla="*/ 391955 w 900282"/>
                  <a:gd name="connsiteY116" fmla="*/ 322021 h 323736"/>
                  <a:gd name="connsiteX117" fmla="*/ 389383 w 900282"/>
                  <a:gd name="connsiteY117" fmla="*/ 321507 h 323736"/>
                  <a:gd name="connsiteX118" fmla="*/ 389039 w 900282"/>
                  <a:gd name="connsiteY118" fmla="*/ 320992 h 323736"/>
                  <a:gd name="connsiteX119" fmla="*/ 389554 w 900282"/>
                  <a:gd name="connsiteY119" fmla="*/ 320649 h 323736"/>
                  <a:gd name="connsiteX120" fmla="*/ 392126 w 900282"/>
                  <a:gd name="connsiteY120" fmla="*/ 321164 h 323736"/>
                  <a:gd name="connsiteX121" fmla="*/ 392469 w 900282"/>
                  <a:gd name="connsiteY121" fmla="*/ 321678 h 323736"/>
                  <a:gd name="connsiteX122" fmla="*/ 392041 w 900282"/>
                  <a:gd name="connsiteY122" fmla="*/ 322033 h 323736"/>
                  <a:gd name="connsiteX123" fmla="*/ 539099 w 900282"/>
                  <a:gd name="connsiteY123" fmla="*/ 321666 h 323736"/>
                  <a:gd name="connsiteX124" fmla="*/ 538670 w 900282"/>
                  <a:gd name="connsiteY124" fmla="*/ 321311 h 323736"/>
                  <a:gd name="connsiteX125" fmla="*/ 539013 w 900282"/>
                  <a:gd name="connsiteY125" fmla="*/ 320796 h 323736"/>
                  <a:gd name="connsiteX126" fmla="*/ 541586 w 900282"/>
                  <a:gd name="connsiteY126" fmla="*/ 320306 h 323736"/>
                  <a:gd name="connsiteX127" fmla="*/ 542100 w 900282"/>
                  <a:gd name="connsiteY127" fmla="*/ 320649 h 323736"/>
                  <a:gd name="connsiteX128" fmla="*/ 541757 w 900282"/>
                  <a:gd name="connsiteY128" fmla="*/ 321164 h 323736"/>
                  <a:gd name="connsiteX129" fmla="*/ 539185 w 900282"/>
                  <a:gd name="connsiteY129" fmla="*/ 321654 h 323736"/>
                  <a:gd name="connsiteX130" fmla="*/ 539099 w 900282"/>
                  <a:gd name="connsiteY130" fmla="*/ 321654 h 323736"/>
                  <a:gd name="connsiteX131" fmla="*/ 383466 w 900282"/>
                  <a:gd name="connsiteY131" fmla="*/ 320318 h 323736"/>
                  <a:gd name="connsiteX132" fmla="*/ 383380 w 900282"/>
                  <a:gd name="connsiteY132" fmla="*/ 320318 h 323736"/>
                  <a:gd name="connsiteX133" fmla="*/ 380808 w 900282"/>
                  <a:gd name="connsiteY133" fmla="*/ 319804 h 323736"/>
                  <a:gd name="connsiteX134" fmla="*/ 380465 w 900282"/>
                  <a:gd name="connsiteY134" fmla="*/ 319290 h 323736"/>
                  <a:gd name="connsiteX135" fmla="*/ 380979 w 900282"/>
                  <a:gd name="connsiteY135" fmla="*/ 318946 h 323736"/>
                  <a:gd name="connsiteX136" fmla="*/ 383552 w 900282"/>
                  <a:gd name="connsiteY136" fmla="*/ 319461 h 323736"/>
                  <a:gd name="connsiteX137" fmla="*/ 383895 w 900282"/>
                  <a:gd name="connsiteY137" fmla="*/ 319975 h 323736"/>
                  <a:gd name="connsiteX138" fmla="*/ 383466 w 900282"/>
                  <a:gd name="connsiteY138" fmla="*/ 320331 h 323736"/>
                  <a:gd name="connsiteX139" fmla="*/ 547686 w 900282"/>
                  <a:gd name="connsiteY139" fmla="*/ 320037 h 323736"/>
                  <a:gd name="connsiteX140" fmla="*/ 547257 w 900282"/>
                  <a:gd name="connsiteY140" fmla="*/ 319682 h 323736"/>
                  <a:gd name="connsiteX141" fmla="*/ 547600 w 900282"/>
                  <a:gd name="connsiteY141" fmla="*/ 319167 h 323736"/>
                  <a:gd name="connsiteX142" fmla="*/ 550173 w 900282"/>
                  <a:gd name="connsiteY142" fmla="*/ 318677 h 323736"/>
                  <a:gd name="connsiteX143" fmla="*/ 550687 w 900282"/>
                  <a:gd name="connsiteY143" fmla="*/ 319020 h 323736"/>
                  <a:gd name="connsiteX144" fmla="*/ 550344 w 900282"/>
                  <a:gd name="connsiteY144" fmla="*/ 319535 h 323736"/>
                  <a:gd name="connsiteX145" fmla="*/ 547772 w 900282"/>
                  <a:gd name="connsiteY145" fmla="*/ 320024 h 323736"/>
                  <a:gd name="connsiteX146" fmla="*/ 547686 w 900282"/>
                  <a:gd name="connsiteY146" fmla="*/ 320024 h 323736"/>
                  <a:gd name="connsiteX147" fmla="*/ 374903 w 900282"/>
                  <a:gd name="connsiteY147" fmla="*/ 318604 h 323736"/>
                  <a:gd name="connsiteX148" fmla="*/ 374818 w 900282"/>
                  <a:gd name="connsiteY148" fmla="*/ 318604 h 323736"/>
                  <a:gd name="connsiteX149" fmla="*/ 372245 w 900282"/>
                  <a:gd name="connsiteY149" fmla="*/ 318089 h 323736"/>
                  <a:gd name="connsiteX150" fmla="*/ 371902 w 900282"/>
                  <a:gd name="connsiteY150" fmla="*/ 317575 h 323736"/>
                  <a:gd name="connsiteX151" fmla="*/ 372417 w 900282"/>
                  <a:gd name="connsiteY151" fmla="*/ 317232 h 323736"/>
                  <a:gd name="connsiteX152" fmla="*/ 374989 w 900282"/>
                  <a:gd name="connsiteY152" fmla="*/ 317746 h 323736"/>
                  <a:gd name="connsiteX153" fmla="*/ 375332 w 900282"/>
                  <a:gd name="connsiteY153" fmla="*/ 318261 h 323736"/>
                  <a:gd name="connsiteX154" fmla="*/ 374903 w 900282"/>
                  <a:gd name="connsiteY154" fmla="*/ 318616 h 323736"/>
                  <a:gd name="connsiteX155" fmla="*/ 556273 w 900282"/>
                  <a:gd name="connsiteY155" fmla="*/ 318407 h 323736"/>
                  <a:gd name="connsiteX156" fmla="*/ 555844 w 900282"/>
                  <a:gd name="connsiteY156" fmla="*/ 318052 h 323736"/>
                  <a:gd name="connsiteX157" fmla="*/ 556187 w 900282"/>
                  <a:gd name="connsiteY157" fmla="*/ 317538 h 323736"/>
                  <a:gd name="connsiteX158" fmla="*/ 558760 w 900282"/>
                  <a:gd name="connsiteY158" fmla="*/ 317048 h 323736"/>
                  <a:gd name="connsiteX159" fmla="*/ 559274 w 900282"/>
                  <a:gd name="connsiteY159" fmla="*/ 317391 h 323736"/>
                  <a:gd name="connsiteX160" fmla="*/ 558931 w 900282"/>
                  <a:gd name="connsiteY160" fmla="*/ 317905 h 323736"/>
                  <a:gd name="connsiteX161" fmla="*/ 556359 w 900282"/>
                  <a:gd name="connsiteY161" fmla="*/ 318395 h 323736"/>
                  <a:gd name="connsiteX162" fmla="*/ 556273 w 900282"/>
                  <a:gd name="connsiteY162" fmla="*/ 318395 h 323736"/>
                  <a:gd name="connsiteX163" fmla="*/ 366328 w 900282"/>
                  <a:gd name="connsiteY163" fmla="*/ 316901 h 323736"/>
                  <a:gd name="connsiteX164" fmla="*/ 366243 w 900282"/>
                  <a:gd name="connsiteY164" fmla="*/ 316901 h 323736"/>
                  <a:gd name="connsiteX165" fmla="*/ 363670 w 900282"/>
                  <a:gd name="connsiteY165" fmla="*/ 316386 h 323736"/>
                  <a:gd name="connsiteX166" fmla="*/ 363327 w 900282"/>
                  <a:gd name="connsiteY166" fmla="*/ 315872 h 323736"/>
                  <a:gd name="connsiteX167" fmla="*/ 363842 w 900282"/>
                  <a:gd name="connsiteY167" fmla="*/ 315529 h 323736"/>
                  <a:gd name="connsiteX168" fmla="*/ 366414 w 900282"/>
                  <a:gd name="connsiteY168" fmla="*/ 316043 h 323736"/>
                  <a:gd name="connsiteX169" fmla="*/ 366757 w 900282"/>
                  <a:gd name="connsiteY169" fmla="*/ 316558 h 323736"/>
                  <a:gd name="connsiteX170" fmla="*/ 366328 w 900282"/>
                  <a:gd name="connsiteY170" fmla="*/ 316913 h 323736"/>
                  <a:gd name="connsiteX171" fmla="*/ 564860 w 900282"/>
                  <a:gd name="connsiteY171" fmla="*/ 316778 h 323736"/>
                  <a:gd name="connsiteX172" fmla="*/ 564431 w 900282"/>
                  <a:gd name="connsiteY172" fmla="*/ 316423 h 323736"/>
                  <a:gd name="connsiteX173" fmla="*/ 564774 w 900282"/>
                  <a:gd name="connsiteY173" fmla="*/ 315909 h 323736"/>
                  <a:gd name="connsiteX174" fmla="*/ 567347 w 900282"/>
                  <a:gd name="connsiteY174" fmla="*/ 315419 h 323736"/>
                  <a:gd name="connsiteX175" fmla="*/ 567861 w 900282"/>
                  <a:gd name="connsiteY175" fmla="*/ 315762 h 323736"/>
                  <a:gd name="connsiteX176" fmla="*/ 567518 w 900282"/>
                  <a:gd name="connsiteY176" fmla="*/ 316276 h 323736"/>
                  <a:gd name="connsiteX177" fmla="*/ 564946 w 900282"/>
                  <a:gd name="connsiteY177" fmla="*/ 316766 h 323736"/>
                  <a:gd name="connsiteX178" fmla="*/ 564860 w 900282"/>
                  <a:gd name="connsiteY178" fmla="*/ 316766 h 323736"/>
                  <a:gd name="connsiteX179" fmla="*/ 357754 w 900282"/>
                  <a:gd name="connsiteY179" fmla="*/ 315186 h 323736"/>
                  <a:gd name="connsiteX180" fmla="*/ 357668 w 900282"/>
                  <a:gd name="connsiteY180" fmla="*/ 315186 h 323736"/>
                  <a:gd name="connsiteX181" fmla="*/ 355095 w 900282"/>
                  <a:gd name="connsiteY181" fmla="*/ 314671 h 323736"/>
                  <a:gd name="connsiteX182" fmla="*/ 354752 w 900282"/>
                  <a:gd name="connsiteY182" fmla="*/ 314157 h 323736"/>
                  <a:gd name="connsiteX183" fmla="*/ 355267 w 900282"/>
                  <a:gd name="connsiteY183" fmla="*/ 313814 h 323736"/>
                  <a:gd name="connsiteX184" fmla="*/ 357839 w 900282"/>
                  <a:gd name="connsiteY184" fmla="*/ 314328 h 323736"/>
                  <a:gd name="connsiteX185" fmla="*/ 358182 w 900282"/>
                  <a:gd name="connsiteY185" fmla="*/ 314843 h 323736"/>
                  <a:gd name="connsiteX186" fmla="*/ 357754 w 900282"/>
                  <a:gd name="connsiteY186" fmla="*/ 315198 h 323736"/>
                  <a:gd name="connsiteX187" fmla="*/ 573447 w 900282"/>
                  <a:gd name="connsiteY187" fmla="*/ 315149 h 323736"/>
                  <a:gd name="connsiteX188" fmla="*/ 573018 w 900282"/>
                  <a:gd name="connsiteY188" fmla="*/ 314794 h 323736"/>
                  <a:gd name="connsiteX189" fmla="*/ 573361 w 900282"/>
                  <a:gd name="connsiteY189" fmla="*/ 314279 h 323736"/>
                  <a:gd name="connsiteX190" fmla="*/ 575934 w 900282"/>
                  <a:gd name="connsiteY190" fmla="*/ 313789 h 323736"/>
                  <a:gd name="connsiteX191" fmla="*/ 576448 w 900282"/>
                  <a:gd name="connsiteY191" fmla="*/ 314132 h 323736"/>
                  <a:gd name="connsiteX192" fmla="*/ 576105 w 900282"/>
                  <a:gd name="connsiteY192" fmla="*/ 314647 h 323736"/>
                  <a:gd name="connsiteX193" fmla="*/ 573533 w 900282"/>
                  <a:gd name="connsiteY193" fmla="*/ 315137 h 323736"/>
                  <a:gd name="connsiteX194" fmla="*/ 573447 w 900282"/>
                  <a:gd name="connsiteY194" fmla="*/ 315137 h 323736"/>
                  <a:gd name="connsiteX195" fmla="*/ 582034 w 900282"/>
                  <a:gd name="connsiteY195" fmla="*/ 313520 h 323736"/>
                  <a:gd name="connsiteX196" fmla="*/ 581605 w 900282"/>
                  <a:gd name="connsiteY196" fmla="*/ 313165 h 323736"/>
                  <a:gd name="connsiteX197" fmla="*/ 581948 w 900282"/>
                  <a:gd name="connsiteY197" fmla="*/ 312650 h 323736"/>
                  <a:gd name="connsiteX198" fmla="*/ 584521 w 900282"/>
                  <a:gd name="connsiteY198" fmla="*/ 312160 h 323736"/>
                  <a:gd name="connsiteX199" fmla="*/ 585035 w 900282"/>
                  <a:gd name="connsiteY199" fmla="*/ 312503 h 323736"/>
                  <a:gd name="connsiteX200" fmla="*/ 584692 w 900282"/>
                  <a:gd name="connsiteY200" fmla="*/ 313018 h 323736"/>
                  <a:gd name="connsiteX201" fmla="*/ 582120 w 900282"/>
                  <a:gd name="connsiteY201" fmla="*/ 313508 h 323736"/>
                  <a:gd name="connsiteX202" fmla="*/ 582034 w 900282"/>
                  <a:gd name="connsiteY202" fmla="*/ 313508 h 323736"/>
                  <a:gd name="connsiteX203" fmla="*/ 349179 w 900282"/>
                  <a:gd name="connsiteY203" fmla="*/ 313483 h 323736"/>
                  <a:gd name="connsiteX204" fmla="*/ 349093 w 900282"/>
                  <a:gd name="connsiteY204" fmla="*/ 313483 h 323736"/>
                  <a:gd name="connsiteX205" fmla="*/ 346521 w 900282"/>
                  <a:gd name="connsiteY205" fmla="*/ 312969 h 323736"/>
                  <a:gd name="connsiteX206" fmla="*/ 346178 w 900282"/>
                  <a:gd name="connsiteY206" fmla="*/ 312454 h 323736"/>
                  <a:gd name="connsiteX207" fmla="*/ 346692 w 900282"/>
                  <a:gd name="connsiteY207" fmla="*/ 312111 h 323736"/>
                  <a:gd name="connsiteX208" fmla="*/ 349265 w 900282"/>
                  <a:gd name="connsiteY208" fmla="*/ 312626 h 323736"/>
                  <a:gd name="connsiteX209" fmla="*/ 349608 w 900282"/>
                  <a:gd name="connsiteY209" fmla="*/ 313140 h 323736"/>
                  <a:gd name="connsiteX210" fmla="*/ 349179 w 900282"/>
                  <a:gd name="connsiteY210" fmla="*/ 313495 h 323736"/>
                  <a:gd name="connsiteX211" fmla="*/ 590621 w 900282"/>
                  <a:gd name="connsiteY211" fmla="*/ 311903 h 323736"/>
                  <a:gd name="connsiteX212" fmla="*/ 590193 w 900282"/>
                  <a:gd name="connsiteY212" fmla="*/ 311548 h 323736"/>
                  <a:gd name="connsiteX213" fmla="*/ 590535 w 900282"/>
                  <a:gd name="connsiteY213" fmla="*/ 311033 h 323736"/>
                  <a:gd name="connsiteX214" fmla="*/ 593108 w 900282"/>
                  <a:gd name="connsiteY214" fmla="*/ 310543 h 323736"/>
                  <a:gd name="connsiteX215" fmla="*/ 593622 w 900282"/>
                  <a:gd name="connsiteY215" fmla="*/ 310886 h 323736"/>
                  <a:gd name="connsiteX216" fmla="*/ 593279 w 900282"/>
                  <a:gd name="connsiteY216" fmla="*/ 311401 h 323736"/>
                  <a:gd name="connsiteX217" fmla="*/ 590707 w 900282"/>
                  <a:gd name="connsiteY217" fmla="*/ 311891 h 323736"/>
                  <a:gd name="connsiteX218" fmla="*/ 590621 w 900282"/>
                  <a:gd name="connsiteY218" fmla="*/ 311891 h 323736"/>
                  <a:gd name="connsiteX219" fmla="*/ 340616 w 900282"/>
                  <a:gd name="connsiteY219" fmla="*/ 311780 h 323736"/>
                  <a:gd name="connsiteX220" fmla="*/ 340531 w 900282"/>
                  <a:gd name="connsiteY220" fmla="*/ 311780 h 323736"/>
                  <a:gd name="connsiteX221" fmla="*/ 337958 w 900282"/>
                  <a:gd name="connsiteY221" fmla="*/ 311266 h 323736"/>
                  <a:gd name="connsiteX222" fmla="*/ 337615 w 900282"/>
                  <a:gd name="connsiteY222" fmla="*/ 310751 h 323736"/>
                  <a:gd name="connsiteX223" fmla="*/ 338130 w 900282"/>
                  <a:gd name="connsiteY223" fmla="*/ 310408 h 323736"/>
                  <a:gd name="connsiteX224" fmla="*/ 340702 w 900282"/>
                  <a:gd name="connsiteY224" fmla="*/ 310923 h 323736"/>
                  <a:gd name="connsiteX225" fmla="*/ 341045 w 900282"/>
                  <a:gd name="connsiteY225" fmla="*/ 311437 h 323736"/>
                  <a:gd name="connsiteX226" fmla="*/ 340616 w 900282"/>
                  <a:gd name="connsiteY226" fmla="*/ 311793 h 323736"/>
                  <a:gd name="connsiteX227" fmla="*/ 599208 w 900282"/>
                  <a:gd name="connsiteY227" fmla="*/ 310274 h 323736"/>
                  <a:gd name="connsiteX228" fmla="*/ 598780 w 900282"/>
                  <a:gd name="connsiteY228" fmla="*/ 309918 h 323736"/>
                  <a:gd name="connsiteX229" fmla="*/ 599123 w 900282"/>
                  <a:gd name="connsiteY229" fmla="*/ 309404 h 323736"/>
                  <a:gd name="connsiteX230" fmla="*/ 601695 w 900282"/>
                  <a:gd name="connsiteY230" fmla="*/ 308914 h 323736"/>
                  <a:gd name="connsiteX231" fmla="*/ 602209 w 900282"/>
                  <a:gd name="connsiteY231" fmla="*/ 309257 h 323736"/>
                  <a:gd name="connsiteX232" fmla="*/ 601866 w 900282"/>
                  <a:gd name="connsiteY232" fmla="*/ 309771 h 323736"/>
                  <a:gd name="connsiteX233" fmla="*/ 599294 w 900282"/>
                  <a:gd name="connsiteY233" fmla="*/ 310261 h 323736"/>
                  <a:gd name="connsiteX234" fmla="*/ 599208 w 900282"/>
                  <a:gd name="connsiteY234" fmla="*/ 310261 h 323736"/>
                  <a:gd name="connsiteX235" fmla="*/ 332041 w 900282"/>
                  <a:gd name="connsiteY235" fmla="*/ 310078 h 323736"/>
                  <a:gd name="connsiteX236" fmla="*/ 331956 w 900282"/>
                  <a:gd name="connsiteY236" fmla="*/ 310078 h 323736"/>
                  <a:gd name="connsiteX237" fmla="*/ 329383 w 900282"/>
                  <a:gd name="connsiteY237" fmla="*/ 309563 h 323736"/>
                  <a:gd name="connsiteX238" fmla="*/ 329040 w 900282"/>
                  <a:gd name="connsiteY238" fmla="*/ 309049 h 323736"/>
                  <a:gd name="connsiteX239" fmla="*/ 329555 w 900282"/>
                  <a:gd name="connsiteY239" fmla="*/ 308706 h 323736"/>
                  <a:gd name="connsiteX240" fmla="*/ 332127 w 900282"/>
                  <a:gd name="connsiteY240" fmla="*/ 309220 h 323736"/>
                  <a:gd name="connsiteX241" fmla="*/ 332470 w 900282"/>
                  <a:gd name="connsiteY241" fmla="*/ 309735 h 323736"/>
                  <a:gd name="connsiteX242" fmla="*/ 332041 w 900282"/>
                  <a:gd name="connsiteY242" fmla="*/ 310090 h 323736"/>
                  <a:gd name="connsiteX243" fmla="*/ 607795 w 900282"/>
                  <a:gd name="connsiteY243" fmla="*/ 308657 h 323736"/>
                  <a:gd name="connsiteX244" fmla="*/ 607367 w 900282"/>
                  <a:gd name="connsiteY244" fmla="*/ 308301 h 323736"/>
                  <a:gd name="connsiteX245" fmla="*/ 607710 w 900282"/>
                  <a:gd name="connsiteY245" fmla="*/ 307787 h 323736"/>
                  <a:gd name="connsiteX246" fmla="*/ 610282 w 900282"/>
                  <a:gd name="connsiteY246" fmla="*/ 307297 h 323736"/>
                  <a:gd name="connsiteX247" fmla="*/ 610797 w 900282"/>
                  <a:gd name="connsiteY247" fmla="*/ 307640 h 323736"/>
                  <a:gd name="connsiteX248" fmla="*/ 610454 w 900282"/>
                  <a:gd name="connsiteY248" fmla="*/ 308154 h 323736"/>
                  <a:gd name="connsiteX249" fmla="*/ 607881 w 900282"/>
                  <a:gd name="connsiteY249" fmla="*/ 308644 h 323736"/>
                  <a:gd name="connsiteX250" fmla="*/ 607795 w 900282"/>
                  <a:gd name="connsiteY250" fmla="*/ 308644 h 323736"/>
                  <a:gd name="connsiteX251" fmla="*/ 323467 w 900282"/>
                  <a:gd name="connsiteY251" fmla="*/ 308375 h 323736"/>
                  <a:gd name="connsiteX252" fmla="*/ 323381 w 900282"/>
                  <a:gd name="connsiteY252" fmla="*/ 308375 h 323736"/>
                  <a:gd name="connsiteX253" fmla="*/ 320808 w 900282"/>
                  <a:gd name="connsiteY253" fmla="*/ 307860 h 323736"/>
                  <a:gd name="connsiteX254" fmla="*/ 320465 w 900282"/>
                  <a:gd name="connsiteY254" fmla="*/ 307346 h 323736"/>
                  <a:gd name="connsiteX255" fmla="*/ 320980 w 900282"/>
                  <a:gd name="connsiteY255" fmla="*/ 307003 h 323736"/>
                  <a:gd name="connsiteX256" fmla="*/ 323552 w 900282"/>
                  <a:gd name="connsiteY256" fmla="*/ 307518 h 323736"/>
                  <a:gd name="connsiteX257" fmla="*/ 323895 w 900282"/>
                  <a:gd name="connsiteY257" fmla="*/ 308032 h 323736"/>
                  <a:gd name="connsiteX258" fmla="*/ 323467 w 900282"/>
                  <a:gd name="connsiteY258" fmla="*/ 308387 h 323736"/>
                  <a:gd name="connsiteX259" fmla="*/ 616382 w 900282"/>
                  <a:gd name="connsiteY259" fmla="*/ 307028 h 323736"/>
                  <a:gd name="connsiteX260" fmla="*/ 615954 w 900282"/>
                  <a:gd name="connsiteY260" fmla="*/ 306672 h 323736"/>
                  <a:gd name="connsiteX261" fmla="*/ 616297 w 900282"/>
                  <a:gd name="connsiteY261" fmla="*/ 306158 h 323736"/>
                  <a:gd name="connsiteX262" fmla="*/ 618869 w 900282"/>
                  <a:gd name="connsiteY262" fmla="*/ 305668 h 323736"/>
                  <a:gd name="connsiteX263" fmla="*/ 619384 w 900282"/>
                  <a:gd name="connsiteY263" fmla="*/ 306011 h 323736"/>
                  <a:gd name="connsiteX264" fmla="*/ 619041 w 900282"/>
                  <a:gd name="connsiteY264" fmla="*/ 306525 h 323736"/>
                  <a:gd name="connsiteX265" fmla="*/ 616468 w 900282"/>
                  <a:gd name="connsiteY265" fmla="*/ 307015 h 323736"/>
                  <a:gd name="connsiteX266" fmla="*/ 616382 w 900282"/>
                  <a:gd name="connsiteY266" fmla="*/ 307015 h 323736"/>
                  <a:gd name="connsiteX267" fmla="*/ 314892 w 900282"/>
                  <a:gd name="connsiteY267" fmla="*/ 306672 h 323736"/>
                  <a:gd name="connsiteX268" fmla="*/ 314806 w 900282"/>
                  <a:gd name="connsiteY268" fmla="*/ 306672 h 323736"/>
                  <a:gd name="connsiteX269" fmla="*/ 312234 w 900282"/>
                  <a:gd name="connsiteY269" fmla="*/ 306158 h 323736"/>
                  <a:gd name="connsiteX270" fmla="*/ 311891 w 900282"/>
                  <a:gd name="connsiteY270" fmla="*/ 305643 h 323736"/>
                  <a:gd name="connsiteX271" fmla="*/ 312405 w 900282"/>
                  <a:gd name="connsiteY271" fmla="*/ 305300 h 323736"/>
                  <a:gd name="connsiteX272" fmla="*/ 314978 w 900282"/>
                  <a:gd name="connsiteY272" fmla="*/ 305815 h 323736"/>
                  <a:gd name="connsiteX273" fmla="*/ 315321 w 900282"/>
                  <a:gd name="connsiteY273" fmla="*/ 306329 h 323736"/>
                  <a:gd name="connsiteX274" fmla="*/ 314892 w 900282"/>
                  <a:gd name="connsiteY274" fmla="*/ 306684 h 323736"/>
                  <a:gd name="connsiteX275" fmla="*/ 624969 w 900282"/>
                  <a:gd name="connsiteY275" fmla="*/ 305411 h 323736"/>
                  <a:gd name="connsiteX276" fmla="*/ 624541 w 900282"/>
                  <a:gd name="connsiteY276" fmla="*/ 305055 h 323736"/>
                  <a:gd name="connsiteX277" fmla="*/ 624884 w 900282"/>
                  <a:gd name="connsiteY277" fmla="*/ 304541 h 323736"/>
                  <a:gd name="connsiteX278" fmla="*/ 627456 w 900282"/>
                  <a:gd name="connsiteY278" fmla="*/ 304051 h 323736"/>
                  <a:gd name="connsiteX279" fmla="*/ 627971 w 900282"/>
                  <a:gd name="connsiteY279" fmla="*/ 304394 h 323736"/>
                  <a:gd name="connsiteX280" fmla="*/ 627628 w 900282"/>
                  <a:gd name="connsiteY280" fmla="*/ 304908 h 323736"/>
                  <a:gd name="connsiteX281" fmla="*/ 625055 w 900282"/>
                  <a:gd name="connsiteY281" fmla="*/ 305398 h 323736"/>
                  <a:gd name="connsiteX282" fmla="*/ 624969 w 900282"/>
                  <a:gd name="connsiteY282" fmla="*/ 305398 h 323736"/>
                  <a:gd name="connsiteX283" fmla="*/ 306329 w 900282"/>
                  <a:gd name="connsiteY283" fmla="*/ 304970 h 323736"/>
                  <a:gd name="connsiteX284" fmla="*/ 306244 w 900282"/>
                  <a:gd name="connsiteY284" fmla="*/ 304970 h 323736"/>
                  <a:gd name="connsiteX285" fmla="*/ 303671 w 900282"/>
                  <a:gd name="connsiteY285" fmla="*/ 304455 h 323736"/>
                  <a:gd name="connsiteX286" fmla="*/ 303328 w 900282"/>
                  <a:gd name="connsiteY286" fmla="*/ 303941 h 323736"/>
                  <a:gd name="connsiteX287" fmla="*/ 303843 w 900282"/>
                  <a:gd name="connsiteY287" fmla="*/ 303598 h 323736"/>
                  <a:gd name="connsiteX288" fmla="*/ 306415 w 900282"/>
                  <a:gd name="connsiteY288" fmla="*/ 304112 h 323736"/>
                  <a:gd name="connsiteX289" fmla="*/ 306758 w 900282"/>
                  <a:gd name="connsiteY289" fmla="*/ 304627 h 323736"/>
                  <a:gd name="connsiteX290" fmla="*/ 306329 w 900282"/>
                  <a:gd name="connsiteY290" fmla="*/ 304982 h 323736"/>
                  <a:gd name="connsiteX291" fmla="*/ 633557 w 900282"/>
                  <a:gd name="connsiteY291" fmla="*/ 303781 h 323736"/>
                  <a:gd name="connsiteX292" fmla="*/ 633128 w 900282"/>
                  <a:gd name="connsiteY292" fmla="*/ 303426 h 323736"/>
                  <a:gd name="connsiteX293" fmla="*/ 633471 w 900282"/>
                  <a:gd name="connsiteY293" fmla="*/ 302912 h 323736"/>
                  <a:gd name="connsiteX294" fmla="*/ 636043 w 900282"/>
                  <a:gd name="connsiteY294" fmla="*/ 302422 h 323736"/>
                  <a:gd name="connsiteX295" fmla="*/ 636558 w 900282"/>
                  <a:gd name="connsiteY295" fmla="*/ 302765 h 323736"/>
                  <a:gd name="connsiteX296" fmla="*/ 636215 w 900282"/>
                  <a:gd name="connsiteY296" fmla="*/ 303279 h 323736"/>
                  <a:gd name="connsiteX297" fmla="*/ 633642 w 900282"/>
                  <a:gd name="connsiteY297" fmla="*/ 303769 h 323736"/>
                  <a:gd name="connsiteX298" fmla="*/ 633557 w 900282"/>
                  <a:gd name="connsiteY298" fmla="*/ 303769 h 323736"/>
                  <a:gd name="connsiteX299" fmla="*/ 297754 w 900282"/>
                  <a:gd name="connsiteY299" fmla="*/ 303267 h 323736"/>
                  <a:gd name="connsiteX300" fmla="*/ 297669 w 900282"/>
                  <a:gd name="connsiteY300" fmla="*/ 303267 h 323736"/>
                  <a:gd name="connsiteX301" fmla="*/ 295096 w 900282"/>
                  <a:gd name="connsiteY301" fmla="*/ 302752 h 323736"/>
                  <a:gd name="connsiteX302" fmla="*/ 294753 w 900282"/>
                  <a:gd name="connsiteY302" fmla="*/ 302238 h 323736"/>
                  <a:gd name="connsiteX303" fmla="*/ 295268 w 900282"/>
                  <a:gd name="connsiteY303" fmla="*/ 301895 h 323736"/>
                  <a:gd name="connsiteX304" fmla="*/ 297840 w 900282"/>
                  <a:gd name="connsiteY304" fmla="*/ 302409 h 323736"/>
                  <a:gd name="connsiteX305" fmla="*/ 298183 w 900282"/>
                  <a:gd name="connsiteY305" fmla="*/ 302924 h 323736"/>
                  <a:gd name="connsiteX306" fmla="*/ 297754 w 900282"/>
                  <a:gd name="connsiteY306" fmla="*/ 303279 h 323736"/>
                  <a:gd name="connsiteX307" fmla="*/ 642144 w 900282"/>
                  <a:gd name="connsiteY307" fmla="*/ 302164 h 323736"/>
                  <a:gd name="connsiteX308" fmla="*/ 641715 w 900282"/>
                  <a:gd name="connsiteY308" fmla="*/ 301809 h 323736"/>
                  <a:gd name="connsiteX309" fmla="*/ 642058 w 900282"/>
                  <a:gd name="connsiteY309" fmla="*/ 301295 h 323736"/>
                  <a:gd name="connsiteX310" fmla="*/ 644630 w 900282"/>
                  <a:gd name="connsiteY310" fmla="*/ 300805 h 323736"/>
                  <a:gd name="connsiteX311" fmla="*/ 645145 w 900282"/>
                  <a:gd name="connsiteY311" fmla="*/ 301148 h 323736"/>
                  <a:gd name="connsiteX312" fmla="*/ 644802 w 900282"/>
                  <a:gd name="connsiteY312" fmla="*/ 301662 h 323736"/>
                  <a:gd name="connsiteX313" fmla="*/ 642229 w 900282"/>
                  <a:gd name="connsiteY313" fmla="*/ 302152 h 323736"/>
                  <a:gd name="connsiteX314" fmla="*/ 642144 w 900282"/>
                  <a:gd name="connsiteY314" fmla="*/ 302152 h 323736"/>
                  <a:gd name="connsiteX315" fmla="*/ 289180 w 900282"/>
                  <a:gd name="connsiteY315" fmla="*/ 301564 h 323736"/>
                  <a:gd name="connsiteX316" fmla="*/ 289094 w 900282"/>
                  <a:gd name="connsiteY316" fmla="*/ 301564 h 323736"/>
                  <a:gd name="connsiteX317" fmla="*/ 286521 w 900282"/>
                  <a:gd name="connsiteY317" fmla="*/ 301050 h 323736"/>
                  <a:gd name="connsiteX318" fmla="*/ 286178 w 900282"/>
                  <a:gd name="connsiteY318" fmla="*/ 300535 h 323736"/>
                  <a:gd name="connsiteX319" fmla="*/ 286693 w 900282"/>
                  <a:gd name="connsiteY319" fmla="*/ 300192 h 323736"/>
                  <a:gd name="connsiteX320" fmla="*/ 289265 w 900282"/>
                  <a:gd name="connsiteY320" fmla="*/ 300707 h 323736"/>
                  <a:gd name="connsiteX321" fmla="*/ 289608 w 900282"/>
                  <a:gd name="connsiteY321" fmla="*/ 301221 h 323736"/>
                  <a:gd name="connsiteX322" fmla="*/ 289180 w 900282"/>
                  <a:gd name="connsiteY322" fmla="*/ 301576 h 323736"/>
                  <a:gd name="connsiteX323" fmla="*/ 650731 w 900282"/>
                  <a:gd name="connsiteY323" fmla="*/ 300535 h 323736"/>
                  <a:gd name="connsiteX324" fmla="*/ 650302 w 900282"/>
                  <a:gd name="connsiteY324" fmla="*/ 300180 h 323736"/>
                  <a:gd name="connsiteX325" fmla="*/ 650645 w 900282"/>
                  <a:gd name="connsiteY325" fmla="*/ 299665 h 323736"/>
                  <a:gd name="connsiteX326" fmla="*/ 653217 w 900282"/>
                  <a:gd name="connsiteY326" fmla="*/ 299175 h 323736"/>
                  <a:gd name="connsiteX327" fmla="*/ 653732 w 900282"/>
                  <a:gd name="connsiteY327" fmla="*/ 299518 h 323736"/>
                  <a:gd name="connsiteX328" fmla="*/ 653389 w 900282"/>
                  <a:gd name="connsiteY328" fmla="*/ 300033 h 323736"/>
                  <a:gd name="connsiteX329" fmla="*/ 650817 w 900282"/>
                  <a:gd name="connsiteY329" fmla="*/ 300523 h 323736"/>
                  <a:gd name="connsiteX330" fmla="*/ 650731 w 900282"/>
                  <a:gd name="connsiteY330" fmla="*/ 300523 h 323736"/>
                  <a:gd name="connsiteX331" fmla="*/ 280605 w 900282"/>
                  <a:gd name="connsiteY331" fmla="*/ 299861 h 323736"/>
                  <a:gd name="connsiteX332" fmla="*/ 280519 w 900282"/>
                  <a:gd name="connsiteY332" fmla="*/ 299861 h 323736"/>
                  <a:gd name="connsiteX333" fmla="*/ 277947 w 900282"/>
                  <a:gd name="connsiteY333" fmla="*/ 299347 h 323736"/>
                  <a:gd name="connsiteX334" fmla="*/ 277604 w 900282"/>
                  <a:gd name="connsiteY334" fmla="*/ 298832 h 323736"/>
                  <a:gd name="connsiteX335" fmla="*/ 278118 w 900282"/>
                  <a:gd name="connsiteY335" fmla="*/ 298489 h 323736"/>
                  <a:gd name="connsiteX336" fmla="*/ 280691 w 900282"/>
                  <a:gd name="connsiteY336" fmla="*/ 299004 h 323736"/>
                  <a:gd name="connsiteX337" fmla="*/ 281034 w 900282"/>
                  <a:gd name="connsiteY337" fmla="*/ 299518 h 323736"/>
                  <a:gd name="connsiteX338" fmla="*/ 280605 w 900282"/>
                  <a:gd name="connsiteY338" fmla="*/ 299874 h 323736"/>
                  <a:gd name="connsiteX339" fmla="*/ 659318 w 900282"/>
                  <a:gd name="connsiteY339" fmla="*/ 298918 h 323736"/>
                  <a:gd name="connsiteX340" fmla="*/ 658889 w 900282"/>
                  <a:gd name="connsiteY340" fmla="*/ 298563 h 323736"/>
                  <a:gd name="connsiteX341" fmla="*/ 659232 w 900282"/>
                  <a:gd name="connsiteY341" fmla="*/ 298048 h 323736"/>
                  <a:gd name="connsiteX342" fmla="*/ 661805 w 900282"/>
                  <a:gd name="connsiteY342" fmla="*/ 297558 h 323736"/>
                  <a:gd name="connsiteX343" fmla="*/ 662319 w 900282"/>
                  <a:gd name="connsiteY343" fmla="*/ 297901 h 323736"/>
                  <a:gd name="connsiteX344" fmla="*/ 661976 w 900282"/>
                  <a:gd name="connsiteY344" fmla="*/ 298416 h 323736"/>
                  <a:gd name="connsiteX345" fmla="*/ 659403 w 900282"/>
                  <a:gd name="connsiteY345" fmla="*/ 298906 h 323736"/>
                  <a:gd name="connsiteX346" fmla="*/ 659318 w 900282"/>
                  <a:gd name="connsiteY346" fmla="*/ 298906 h 323736"/>
                  <a:gd name="connsiteX347" fmla="*/ 272042 w 900282"/>
                  <a:gd name="connsiteY347" fmla="*/ 298159 h 323736"/>
                  <a:gd name="connsiteX348" fmla="*/ 271957 w 900282"/>
                  <a:gd name="connsiteY348" fmla="*/ 298159 h 323736"/>
                  <a:gd name="connsiteX349" fmla="*/ 269384 w 900282"/>
                  <a:gd name="connsiteY349" fmla="*/ 297644 h 323736"/>
                  <a:gd name="connsiteX350" fmla="*/ 269041 w 900282"/>
                  <a:gd name="connsiteY350" fmla="*/ 297130 h 323736"/>
                  <a:gd name="connsiteX351" fmla="*/ 269556 w 900282"/>
                  <a:gd name="connsiteY351" fmla="*/ 296787 h 323736"/>
                  <a:gd name="connsiteX352" fmla="*/ 272128 w 900282"/>
                  <a:gd name="connsiteY352" fmla="*/ 297301 h 323736"/>
                  <a:gd name="connsiteX353" fmla="*/ 272471 w 900282"/>
                  <a:gd name="connsiteY353" fmla="*/ 297816 h 323736"/>
                  <a:gd name="connsiteX354" fmla="*/ 272042 w 900282"/>
                  <a:gd name="connsiteY354" fmla="*/ 298171 h 323736"/>
                  <a:gd name="connsiteX355" fmla="*/ 667905 w 900282"/>
                  <a:gd name="connsiteY355" fmla="*/ 297289 h 323736"/>
                  <a:gd name="connsiteX356" fmla="*/ 667476 w 900282"/>
                  <a:gd name="connsiteY356" fmla="*/ 296934 h 323736"/>
                  <a:gd name="connsiteX357" fmla="*/ 667819 w 900282"/>
                  <a:gd name="connsiteY357" fmla="*/ 296419 h 323736"/>
                  <a:gd name="connsiteX358" fmla="*/ 670392 w 900282"/>
                  <a:gd name="connsiteY358" fmla="*/ 295929 h 323736"/>
                  <a:gd name="connsiteX359" fmla="*/ 670906 w 900282"/>
                  <a:gd name="connsiteY359" fmla="*/ 296272 h 323736"/>
                  <a:gd name="connsiteX360" fmla="*/ 670563 w 900282"/>
                  <a:gd name="connsiteY360" fmla="*/ 296787 h 323736"/>
                  <a:gd name="connsiteX361" fmla="*/ 667991 w 900282"/>
                  <a:gd name="connsiteY361" fmla="*/ 297277 h 323736"/>
                  <a:gd name="connsiteX362" fmla="*/ 667905 w 900282"/>
                  <a:gd name="connsiteY362" fmla="*/ 297277 h 323736"/>
                  <a:gd name="connsiteX363" fmla="*/ 263467 w 900282"/>
                  <a:gd name="connsiteY363" fmla="*/ 296456 h 323736"/>
                  <a:gd name="connsiteX364" fmla="*/ 263382 w 900282"/>
                  <a:gd name="connsiteY364" fmla="*/ 296456 h 323736"/>
                  <a:gd name="connsiteX365" fmla="*/ 260809 w 900282"/>
                  <a:gd name="connsiteY365" fmla="*/ 295942 h 323736"/>
                  <a:gd name="connsiteX366" fmla="*/ 260466 w 900282"/>
                  <a:gd name="connsiteY366" fmla="*/ 295427 h 323736"/>
                  <a:gd name="connsiteX367" fmla="*/ 260981 w 900282"/>
                  <a:gd name="connsiteY367" fmla="*/ 295084 h 323736"/>
                  <a:gd name="connsiteX368" fmla="*/ 263553 w 900282"/>
                  <a:gd name="connsiteY368" fmla="*/ 295598 h 323736"/>
                  <a:gd name="connsiteX369" fmla="*/ 263896 w 900282"/>
                  <a:gd name="connsiteY369" fmla="*/ 296113 h 323736"/>
                  <a:gd name="connsiteX370" fmla="*/ 263467 w 900282"/>
                  <a:gd name="connsiteY370" fmla="*/ 296468 h 323736"/>
                  <a:gd name="connsiteX371" fmla="*/ 676492 w 900282"/>
                  <a:gd name="connsiteY371" fmla="*/ 295660 h 323736"/>
                  <a:gd name="connsiteX372" fmla="*/ 676063 w 900282"/>
                  <a:gd name="connsiteY372" fmla="*/ 295305 h 323736"/>
                  <a:gd name="connsiteX373" fmla="*/ 676406 w 900282"/>
                  <a:gd name="connsiteY373" fmla="*/ 294790 h 323736"/>
                  <a:gd name="connsiteX374" fmla="*/ 678979 w 900282"/>
                  <a:gd name="connsiteY374" fmla="*/ 294300 h 323736"/>
                  <a:gd name="connsiteX375" fmla="*/ 679493 w 900282"/>
                  <a:gd name="connsiteY375" fmla="*/ 294643 h 323736"/>
                  <a:gd name="connsiteX376" fmla="*/ 679150 w 900282"/>
                  <a:gd name="connsiteY376" fmla="*/ 295158 h 323736"/>
                  <a:gd name="connsiteX377" fmla="*/ 676578 w 900282"/>
                  <a:gd name="connsiteY377" fmla="*/ 295648 h 323736"/>
                  <a:gd name="connsiteX378" fmla="*/ 676492 w 900282"/>
                  <a:gd name="connsiteY378" fmla="*/ 295648 h 323736"/>
                  <a:gd name="connsiteX379" fmla="*/ 254893 w 900282"/>
                  <a:gd name="connsiteY379" fmla="*/ 294741 h 323736"/>
                  <a:gd name="connsiteX380" fmla="*/ 254807 w 900282"/>
                  <a:gd name="connsiteY380" fmla="*/ 294741 h 323736"/>
                  <a:gd name="connsiteX381" fmla="*/ 252234 w 900282"/>
                  <a:gd name="connsiteY381" fmla="*/ 294227 h 323736"/>
                  <a:gd name="connsiteX382" fmla="*/ 251891 w 900282"/>
                  <a:gd name="connsiteY382" fmla="*/ 293712 h 323736"/>
                  <a:gd name="connsiteX383" fmla="*/ 252406 w 900282"/>
                  <a:gd name="connsiteY383" fmla="*/ 293369 h 323736"/>
                  <a:gd name="connsiteX384" fmla="*/ 254978 w 900282"/>
                  <a:gd name="connsiteY384" fmla="*/ 293884 h 323736"/>
                  <a:gd name="connsiteX385" fmla="*/ 255321 w 900282"/>
                  <a:gd name="connsiteY385" fmla="*/ 294398 h 323736"/>
                  <a:gd name="connsiteX386" fmla="*/ 254893 w 900282"/>
                  <a:gd name="connsiteY386" fmla="*/ 294753 h 323736"/>
                  <a:gd name="connsiteX387" fmla="*/ 685079 w 900282"/>
                  <a:gd name="connsiteY387" fmla="*/ 294031 h 323736"/>
                  <a:gd name="connsiteX388" fmla="*/ 684650 w 900282"/>
                  <a:gd name="connsiteY388" fmla="*/ 293675 h 323736"/>
                  <a:gd name="connsiteX389" fmla="*/ 684993 w 900282"/>
                  <a:gd name="connsiteY389" fmla="*/ 293161 h 323736"/>
                  <a:gd name="connsiteX390" fmla="*/ 687566 w 900282"/>
                  <a:gd name="connsiteY390" fmla="*/ 292671 h 323736"/>
                  <a:gd name="connsiteX391" fmla="*/ 688080 w 900282"/>
                  <a:gd name="connsiteY391" fmla="*/ 293014 h 323736"/>
                  <a:gd name="connsiteX392" fmla="*/ 687737 w 900282"/>
                  <a:gd name="connsiteY392" fmla="*/ 293528 h 323736"/>
                  <a:gd name="connsiteX393" fmla="*/ 685165 w 900282"/>
                  <a:gd name="connsiteY393" fmla="*/ 294018 h 323736"/>
                  <a:gd name="connsiteX394" fmla="*/ 685079 w 900282"/>
                  <a:gd name="connsiteY394" fmla="*/ 294018 h 323736"/>
                  <a:gd name="connsiteX395" fmla="*/ 246318 w 900282"/>
                  <a:gd name="connsiteY395" fmla="*/ 293038 h 323736"/>
                  <a:gd name="connsiteX396" fmla="*/ 246232 w 900282"/>
                  <a:gd name="connsiteY396" fmla="*/ 293038 h 323736"/>
                  <a:gd name="connsiteX397" fmla="*/ 243660 w 900282"/>
                  <a:gd name="connsiteY397" fmla="*/ 292524 h 323736"/>
                  <a:gd name="connsiteX398" fmla="*/ 243317 w 900282"/>
                  <a:gd name="connsiteY398" fmla="*/ 292009 h 323736"/>
                  <a:gd name="connsiteX399" fmla="*/ 243831 w 900282"/>
                  <a:gd name="connsiteY399" fmla="*/ 291666 h 323736"/>
                  <a:gd name="connsiteX400" fmla="*/ 246403 w 900282"/>
                  <a:gd name="connsiteY400" fmla="*/ 292181 h 323736"/>
                  <a:gd name="connsiteX401" fmla="*/ 246747 w 900282"/>
                  <a:gd name="connsiteY401" fmla="*/ 292695 h 323736"/>
                  <a:gd name="connsiteX402" fmla="*/ 246318 w 900282"/>
                  <a:gd name="connsiteY402" fmla="*/ 293051 h 323736"/>
                  <a:gd name="connsiteX403" fmla="*/ 693666 w 900282"/>
                  <a:gd name="connsiteY403" fmla="*/ 292401 h 323736"/>
                  <a:gd name="connsiteX404" fmla="*/ 693237 w 900282"/>
                  <a:gd name="connsiteY404" fmla="*/ 292046 h 323736"/>
                  <a:gd name="connsiteX405" fmla="*/ 693580 w 900282"/>
                  <a:gd name="connsiteY405" fmla="*/ 291532 h 323736"/>
                  <a:gd name="connsiteX406" fmla="*/ 696153 w 900282"/>
                  <a:gd name="connsiteY406" fmla="*/ 291042 h 323736"/>
                  <a:gd name="connsiteX407" fmla="*/ 696667 w 900282"/>
                  <a:gd name="connsiteY407" fmla="*/ 291385 h 323736"/>
                  <a:gd name="connsiteX408" fmla="*/ 696324 w 900282"/>
                  <a:gd name="connsiteY408" fmla="*/ 291899 h 323736"/>
                  <a:gd name="connsiteX409" fmla="*/ 693752 w 900282"/>
                  <a:gd name="connsiteY409" fmla="*/ 292389 h 323736"/>
                  <a:gd name="connsiteX410" fmla="*/ 693666 w 900282"/>
                  <a:gd name="connsiteY410" fmla="*/ 292389 h 323736"/>
                  <a:gd name="connsiteX411" fmla="*/ 237755 w 900282"/>
                  <a:gd name="connsiteY411" fmla="*/ 291323 h 323736"/>
                  <a:gd name="connsiteX412" fmla="*/ 237669 w 900282"/>
                  <a:gd name="connsiteY412" fmla="*/ 291323 h 323736"/>
                  <a:gd name="connsiteX413" fmla="*/ 235097 w 900282"/>
                  <a:gd name="connsiteY413" fmla="*/ 290809 h 323736"/>
                  <a:gd name="connsiteX414" fmla="*/ 234754 w 900282"/>
                  <a:gd name="connsiteY414" fmla="*/ 290294 h 323736"/>
                  <a:gd name="connsiteX415" fmla="*/ 235269 w 900282"/>
                  <a:gd name="connsiteY415" fmla="*/ 289951 h 323736"/>
                  <a:gd name="connsiteX416" fmla="*/ 237841 w 900282"/>
                  <a:gd name="connsiteY416" fmla="*/ 290466 h 323736"/>
                  <a:gd name="connsiteX417" fmla="*/ 238184 w 900282"/>
                  <a:gd name="connsiteY417" fmla="*/ 290980 h 323736"/>
                  <a:gd name="connsiteX418" fmla="*/ 237755 w 900282"/>
                  <a:gd name="connsiteY418" fmla="*/ 291336 h 323736"/>
                  <a:gd name="connsiteX419" fmla="*/ 702253 w 900282"/>
                  <a:gd name="connsiteY419" fmla="*/ 290772 h 323736"/>
                  <a:gd name="connsiteX420" fmla="*/ 701824 w 900282"/>
                  <a:gd name="connsiteY420" fmla="*/ 290417 h 323736"/>
                  <a:gd name="connsiteX421" fmla="*/ 702167 w 900282"/>
                  <a:gd name="connsiteY421" fmla="*/ 289902 h 323736"/>
                  <a:gd name="connsiteX422" fmla="*/ 704740 w 900282"/>
                  <a:gd name="connsiteY422" fmla="*/ 289412 h 323736"/>
                  <a:gd name="connsiteX423" fmla="*/ 705254 w 900282"/>
                  <a:gd name="connsiteY423" fmla="*/ 289755 h 323736"/>
                  <a:gd name="connsiteX424" fmla="*/ 704911 w 900282"/>
                  <a:gd name="connsiteY424" fmla="*/ 290270 h 323736"/>
                  <a:gd name="connsiteX425" fmla="*/ 702339 w 900282"/>
                  <a:gd name="connsiteY425" fmla="*/ 290760 h 323736"/>
                  <a:gd name="connsiteX426" fmla="*/ 702253 w 900282"/>
                  <a:gd name="connsiteY426" fmla="*/ 290760 h 323736"/>
                  <a:gd name="connsiteX427" fmla="*/ 229180 w 900282"/>
                  <a:gd name="connsiteY427" fmla="*/ 289621 h 323736"/>
                  <a:gd name="connsiteX428" fmla="*/ 229095 w 900282"/>
                  <a:gd name="connsiteY428" fmla="*/ 289621 h 323736"/>
                  <a:gd name="connsiteX429" fmla="*/ 226522 w 900282"/>
                  <a:gd name="connsiteY429" fmla="*/ 289106 h 323736"/>
                  <a:gd name="connsiteX430" fmla="*/ 226179 w 900282"/>
                  <a:gd name="connsiteY430" fmla="*/ 288592 h 323736"/>
                  <a:gd name="connsiteX431" fmla="*/ 226694 w 900282"/>
                  <a:gd name="connsiteY431" fmla="*/ 288249 h 323736"/>
                  <a:gd name="connsiteX432" fmla="*/ 229266 w 900282"/>
                  <a:gd name="connsiteY432" fmla="*/ 288763 h 323736"/>
                  <a:gd name="connsiteX433" fmla="*/ 229609 w 900282"/>
                  <a:gd name="connsiteY433" fmla="*/ 289278 h 323736"/>
                  <a:gd name="connsiteX434" fmla="*/ 229180 w 900282"/>
                  <a:gd name="connsiteY434" fmla="*/ 289633 h 323736"/>
                  <a:gd name="connsiteX435" fmla="*/ 710840 w 900282"/>
                  <a:gd name="connsiteY435" fmla="*/ 289143 h 323736"/>
                  <a:gd name="connsiteX436" fmla="*/ 710411 w 900282"/>
                  <a:gd name="connsiteY436" fmla="*/ 288788 h 323736"/>
                  <a:gd name="connsiteX437" fmla="*/ 710754 w 900282"/>
                  <a:gd name="connsiteY437" fmla="*/ 288273 h 323736"/>
                  <a:gd name="connsiteX438" fmla="*/ 713327 w 900282"/>
                  <a:gd name="connsiteY438" fmla="*/ 287783 h 323736"/>
                  <a:gd name="connsiteX439" fmla="*/ 713841 w 900282"/>
                  <a:gd name="connsiteY439" fmla="*/ 288126 h 323736"/>
                  <a:gd name="connsiteX440" fmla="*/ 713498 w 900282"/>
                  <a:gd name="connsiteY440" fmla="*/ 288641 h 323736"/>
                  <a:gd name="connsiteX441" fmla="*/ 710926 w 900282"/>
                  <a:gd name="connsiteY441" fmla="*/ 289131 h 323736"/>
                  <a:gd name="connsiteX442" fmla="*/ 710840 w 900282"/>
                  <a:gd name="connsiteY442" fmla="*/ 289131 h 323736"/>
                  <a:gd name="connsiteX443" fmla="*/ 220606 w 900282"/>
                  <a:gd name="connsiteY443" fmla="*/ 287918 h 323736"/>
                  <a:gd name="connsiteX444" fmla="*/ 220520 w 900282"/>
                  <a:gd name="connsiteY444" fmla="*/ 287918 h 323736"/>
                  <a:gd name="connsiteX445" fmla="*/ 217947 w 900282"/>
                  <a:gd name="connsiteY445" fmla="*/ 287403 h 323736"/>
                  <a:gd name="connsiteX446" fmla="*/ 217604 w 900282"/>
                  <a:gd name="connsiteY446" fmla="*/ 286889 h 323736"/>
                  <a:gd name="connsiteX447" fmla="*/ 218119 w 900282"/>
                  <a:gd name="connsiteY447" fmla="*/ 286546 h 323736"/>
                  <a:gd name="connsiteX448" fmla="*/ 220691 w 900282"/>
                  <a:gd name="connsiteY448" fmla="*/ 287060 h 323736"/>
                  <a:gd name="connsiteX449" fmla="*/ 221034 w 900282"/>
                  <a:gd name="connsiteY449" fmla="*/ 287575 h 323736"/>
                  <a:gd name="connsiteX450" fmla="*/ 220606 w 900282"/>
                  <a:gd name="connsiteY450" fmla="*/ 287930 h 323736"/>
                  <a:gd name="connsiteX451" fmla="*/ 719427 w 900282"/>
                  <a:gd name="connsiteY451" fmla="*/ 287526 h 323736"/>
                  <a:gd name="connsiteX452" fmla="*/ 718998 w 900282"/>
                  <a:gd name="connsiteY452" fmla="*/ 287171 h 323736"/>
                  <a:gd name="connsiteX453" fmla="*/ 719342 w 900282"/>
                  <a:gd name="connsiteY453" fmla="*/ 286656 h 323736"/>
                  <a:gd name="connsiteX454" fmla="*/ 721914 w 900282"/>
                  <a:gd name="connsiteY454" fmla="*/ 286166 h 323736"/>
                  <a:gd name="connsiteX455" fmla="*/ 722428 w 900282"/>
                  <a:gd name="connsiteY455" fmla="*/ 286509 h 323736"/>
                  <a:gd name="connsiteX456" fmla="*/ 722085 w 900282"/>
                  <a:gd name="connsiteY456" fmla="*/ 287024 h 323736"/>
                  <a:gd name="connsiteX457" fmla="*/ 719513 w 900282"/>
                  <a:gd name="connsiteY457" fmla="*/ 287514 h 323736"/>
                  <a:gd name="connsiteX458" fmla="*/ 719427 w 900282"/>
                  <a:gd name="connsiteY458" fmla="*/ 287514 h 323736"/>
                  <a:gd name="connsiteX459" fmla="*/ 212031 w 900282"/>
                  <a:gd name="connsiteY459" fmla="*/ 286215 h 323736"/>
                  <a:gd name="connsiteX460" fmla="*/ 211945 w 900282"/>
                  <a:gd name="connsiteY460" fmla="*/ 286215 h 323736"/>
                  <a:gd name="connsiteX461" fmla="*/ 209373 w 900282"/>
                  <a:gd name="connsiteY461" fmla="*/ 285701 h 323736"/>
                  <a:gd name="connsiteX462" fmla="*/ 209030 w 900282"/>
                  <a:gd name="connsiteY462" fmla="*/ 285186 h 323736"/>
                  <a:gd name="connsiteX463" fmla="*/ 209544 w 900282"/>
                  <a:gd name="connsiteY463" fmla="*/ 284843 h 323736"/>
                  <a:gd name="connsiteX464" fmla="*/ 212116 w 900282"/>
                  <a:gd name="connsiteY464" fmla="*/ 285358 h 323736"/>
                  <a:gd name="connsiteX465" fmla="*/ 212460 w 900282"/>
                  <a:gd name="connsiteY465" fmla="*/ 285872 h 323736"/>
                  <a:gd name="connsiteX466" fmla="*/ 212031 w 900282"/>
                  <a:gd name="connsiteY466" fmla="*/ 286227 h 323736"/>
                  <a:gd name="connsiteX467" fmla="*/ 728014 w 900282"/>
                  <a:gd name="connsiteY467" fmla="*/ 285897 h 323736"/>
                  <a:gd name="connsiteX468" fmla="*/ 727586 w 900282"/>
                  <a:gd name="connsiteY468" fmla="*/ 285541 h 323736"/>
                  <a:gd name="connsiteX469" fmla="*/ 727929 w 900282"/>
                  <a:gd name="connsiteY469" fmla="*/ 285027 h 323736"/>
                  <a:gd name="connsiteX470" fmla="*/ 730501 w 900282"/>
                  <a:gd name="connsiteY470" fmla="*/ 284537 h 323736"/>
                  <a:gd name="connsiteX471" fmla="*/ 731016 w 900282"/>
                  <a:gd name="connsiteY471" fmla="*/ 284880 h 323736"/>
                  <a:gd name="connsiteX472" fmla="*/ 730673 w 900282"/>
                  <a:gd name="connsiteY472" fmla="*/ 285394 h 323736"/>
                  <a:gd name="connsiteX473" fmla="*/ 728100 w 900282"/>
                  <a:gd name="connsiteY473" fmla="*/ 285884 h 323736"/>
                  <a:gd name="connsiteX474" fmla="*/ 728014 w 900282"/>
                  <a:gd name="connsiteY474" fmla="*/ 285884 h 323736"/>
                  <a:gd name="connsiteX475" fmla="*/ 203456 w 900282"/>
                  <a:gd name="connsiteY475" fmla="*/ 284512 h 323736"/>
                  <a:gd name="connsiteX476" fmla="*/ 203370 w 900282"/>
                  <a:gd name="connsiteY476" fmla="*/ 284512 h 323736"/>
                  <a:gd name="connsiteX477" fmla="*/ 200798 w 900282"/>
                  <a:gd name="connsiteY477" fmla="*/ 283998 h 323736"/>
                  <a:gd name="connsiteX478" fmla="*/ 200455 w 900282"/>
                  <a:gd name="connsiteY478" fmla="*/ 283483 h 323736"/>
                  <a:gd name="connsiteX479" fmla="*/ 200969 w 900282"/>
                  <a:gd name="connsiteY479" fmla="*/ 283141 h 323736"/>
                  <a:gd name="connsiteX480" fmla="*/ 203542 w 900282"/>
                  <a:gd name="connsiteY480" fmla="*/ 283655 h 323736"/>
                  <a:gd name="connsiteX481" fmla="*/ 203885 w 900282"/>
                  <a:gd name="connsiteY481" fmla="*/ 284169 h 323736"/>
                  <a:gd name="connsiteX482" fmla="*/ 203456 w 900282"/>
                  <a:gd name="connsiteY482" fmla="*/ 284525 h 323736"/>
                  <a:gd name="connsiteX483" fmla="*/ 736601 w 900282"/>
                  <a:gd name="connsiteY483" fmla="*/ 284280 h 323736"/>
                  <a:gd name="connsiteX484" fmla="*/ 736173 w 900282"/>
                  <a:gd name="connsiteY484" fmla="*/ 283925 h 323736"/>
                  <a:gd name="connsiteX485" fmla="*/ 736516 w 900282"/>
                  <a:gd name="connsiteY485" fmla="*/ 283410 h 323736"/>
                  <a:gd name="connsiteX486" fmla="*/ 739088 w 900282"/>
                  <a:gd name="connsiteY486" fmla="*/ 282920 h 323736"/>
                  <a:gd name="connsiteX487" fmla="*/ 739603 w 900282"/>
                  <a:gd name="connsiteY487" fmla="*/ 283263 h 323736"/>
                  <a:gd name="connsiteX488" fmla="*/ 739260 w 900282"/>
                  <a:gd name="connsiteY488" fmla="*/ 283778 h 323736"/>
                  <a:gd name="connsiteX489" fmla="*/ 736687 w 900282"/>
                  <a:gd name="connsiteY489" fmla="*/ 284267 h 323736"/>
                  <a:gd name="connsiteX490" fmla="*/ 736601 w 900282"/>
                  <a:gd name="connsiteY490" fmla="*/ 284267 h 323736"/>
                  <a:gd name="connsiteX491" fmla="*/ 194893 w 900282"/>
                  <a:gd name="connsiteY491" fmla="*/ 282810 h 323736"/>
                  <a:gd name="connsiteX492" fmla="*/ 194808 w 900282"/>
                  <a:gd name="connsiteY492" fmla="*/ 282810 h 323736"/>
                  <a:gd name="connsiteX493" fmla="*/ 192235 w 900282"/>
                  <a:gd name="connsiteY493" fmla="*/ 282295 h 323736"/>
                  <a:gd name="connsiteX494" fmla="*/ 191892 w 900282"/>
                  <a:gd name="connsiteY494" fmla="*/ 281781 h 323736"/>
                  <a:gd name="connsiteX495" fmla="*/ 192407 w 900282"/>
                  <a:gd name="connsiteY495" fmla="*/ 281438 h 323736"/>
                  <a:gd name="connsiteX496" fmla="*/ 194979 w 900282"/>
                  <a:gd name="connsiteY496" fmla="*/ 281952 h 323736"/>
                  <a:gd name="connsiteX497" fmla="*/ 195322 w 900282"/>
                  <a:gd name="connsiteY497" fmla="*/ 282467 h 323736"/>
                  <a:gd name="connsiteX498" fmla="*/ 194893 w 900282"/>
                  <a:gd name="connsiteY498" fmla="*/ 282822 h 323736"/>
                  <a:gd name="connsiteX499" fmla="*/ 745188 w 900282"/>
                  <a:gd name="connsiteY499" fmla="*/ 282651 h 323736"/>
                  <a:gd name="connsiteX500" fmla="*/ 744760 w 900282"/>
                  <a:gd name="connsiteY500" fmla="*/ 282295 h 323736"/>
                  <a:gd name="connsiteX501" fmla="*/ 745103 w 900282"/>
                  <a:gd name="connsiteY501" fmla="*/ 281781 h 323736"/>
                  <a:gd name="connsiteX502" fmla="*/ 747675 w 900282"/>
                  <a:gd name="connsiteY502" fmla="*/ 281291 h 323736"/>
                  <a:gd name="connsiteX503" fmla="*/ 748190 w 900282"/>
                  <a:gd name="connsiteY503" fmla="*/ 281634 h 323736"/>
                  <a:gd name="connsiteX504" fmla="*/ 747847 w 900282"/>
                  <a:gd name="connsiteY504" fmla="*/ 282148 h 323736"/>
                  <a:gd name="connsiteX505" fmla="*/ 745274 w 900282"/>
                  <a:gd name="connsiteY505" fmla="*/ 282638 h 323736"/>
                  <a:gd name="connsiteX506" fmla="*/ 745188 w 900282"/>
                  <a:gd name="connsiteY506" fmla="*/ 282638 h 323736"/>
                  <a:gd name="connsiteX507" fmla="*/ 186319 w 900282"/>
                  <a:gd name="connsiteY507" fmla="*/ 281107 h 323736"/>
                  <a:gd name="connsiteX508" fmla="*/ 186233 w 900282"/>
                  <a:gd name="connsiteY508" fmla="*/ 281107 h 323736"/>
                  <a:gd name="connsiteX509" fmla="*/ 183660 w 900282"/>
                  <a:gd name="connsiteY509" fmla="*/ 280593 h 323736"/>
                  <a:gd name="connsiteX510" fmla="*/ 183317 w 900282"/>
                  <a:gd name="connsiteY510" fmla="*/ 280078 h 323736"/>
                  <a:gd name="connsiteX511" fmla="*/ 183832 w 900282"/>
                  <a:gd name="connsiteY511" fmla="*/ 279735 h 323736"/>
                  <a:gd name="connsiteX512" fmla="*/ 186404 w 900282"/>
                  <a:gd name="connsiteY512" fmla="*/ 280250 h 323736"/>
                  <a:gd name="connsiteX513" fmla="*/ 186747 w 900282"/>
                  <a:gd name="connsiteY513" fmla="*/ 280764 h 323736"/>
                  <a:gd name="connsiteX514" fmla="*/ 186319 w 900282"/>
                  <a:gd name="connsiteY514" fmla="*/ 281119 h 323736"/>
                  <a:gd name="connsiteX515" fmla="*/ 753776 w 900282"/>
                  <a:gd name="connsiteY515" fmla="*/ 281034 h 323736"/>
                  <a:gd name="connsiteX516" fmla="*/ 753347 w 900282"/>
                  <a:gd name="connsiteY516" fmla="*/ 280678 h 323736"/>
                  <a:gd name="connsiteX517" fmla="*/ 753690 w 900282"/>
                  <a:gd name="connsiteY517" fmla="*/ 280164 h 323736"/>
                  <a:gd name="connsiteX518" fmla="*/ 756262 w 900282"/>
                  <a:gd name="connsiteY518" fmla="*/ 279674 h 323736"/>
                  <a:gd name="connsiteX519" fmla="*/ 756777 w 900282"/>
                  <a:gd name="connsiteY519" fmla="*/ 280017 h 323736"/>
                  <a:gd name="connsiteX520" fmla="*/ 756434 w 900282"/>
                  <a:gd name="connsiteY520" fmla="*/ 280531 h 323736"/>
                  <a:gd name="connsiteX521" fmla="*/ 753861 w 900282"/>
                  <a:gd name="connsiteY521" fmla="*/ 281021 h 323736"/>
                  <a:gd name="connsiteX522" fmla="*/ 753776 w 900282"/>
                  <a:gd name="connsiteY522" fmla="*/ 281021 h 323736"/>
                  <a:gd name="connsiteX523" fmla="*/ 762363 w 900282"/>
                  <a:gd name="connsiteY523" fmla="*/ 279404 h 323736"/>
                  <a:gd name="connsiteX524" fmla="*/ 761934 w 900282"/>
                  <a:gd name="connsiteY524" fmla="*/ 279049 h 323736"/>
                  <a:gd name="connsiteX525" fmla="*/ 762277 w 900282"/>
                  <a:gd name="connsiteY525" fmla="*/ 278535 h 323736"/>
                  <a:gd name="connsiteX526" fmla="*/ 764849 w 900282"/>
                  <a:gd name="connsiteY526" fmla="*/ 278045 h 323736"/>
                  <a:gd name="connsiteX527" fmla="*/ 765364 w 900282"/>
                  <a:gd name="connsiteY527" fmla="*/ 278388 h 323736"/>
                  <a:gd name="connsiteX528" fmla="*/ 765021 w 900282"/>
                  <a:gd name="connsiteY528" fmla="*/ 278902 h 323736"/>
                  <a:gd name="connsiteX529" fmla="*/ 762448 w 900282"/>
                  <a:gd name="connsiteY529" fmla="*/ 279392 h 323736"/>
                  <a:gd name="connsiteX530" fmla="*/ 762363 w 900282"/>
                  <a:gd name="connsiteY530" fmla="*/ 279392 h 323736"/>
                  <a:gd name="connsiteX531" fmla="*/ 177744 w 900282"/>
                  <a:gd name="connsiteY531" fmla="*/ 279404 h 323736"/>
                  <a:gd name="connsiteX532" fmla="*/ 177658 w 900282"/>
                  <a:gd name="connsiteY532" fmla="*/ 279404 h 323736"/>
                  <a:gd name="connsiteX533" fmla="*/ 175086 w 900282"/>
                  <a:gd name="connsiteY533" fmla="*/ 278890 h 323736"/>
                  <a:gd name="connsiteX534" fmla="*/ 174743 w 900282"/>
                  <a:gd name="connsiteY534" fmla="*/ 278375 h 323736"/>
                  <a:gd name="connsiteX535" fmla="*/ 175257 w 900282"/>
                  <a:gd name="connsiteY535" fmla="*/ 278032 h 323736"/>
                  <a:gd name="connsiteX536" fmla="*/ 177829 w 900282"/>
                  <a:gd name="connsiteY536" fmla="*/ 278547 h 323736"/>
                  <a:gd name="connsiteX537" fmla="*/ 178172 w 900282"/>
                  <a:gd name="connsiteY537" fmla="*/ 279061 h 323736"/>
                  <a:gd name="connsiteX538" fmla="*/ 177744 w 900282"/>
                  <a:gd name="connsiteY538" fmla="*/ 279417 h 323736"/>
                  <a:gd name="connsiteX539" fmla="*/ 770950 w 900282"/>
                  <a:gd name="connsiteY539" fmla="*/ 277787 h 323736"/>
                  <a:gd name="connsiteX540" fmla="*/ 770521 w 900282"/>
                  <a:gd name="connsiteY540" fmla="*/ 277432 h 323736"/>
                  <a:gd name="connsiteX541" fmla="*/ 770864 w 900282"/>
                  <a:gd name="connsiteY541" fmla="*/ 276918 h 323736"/>
                  <a:gd name="connsiteX542" fmla="*/ 773436 w 900282"/>
                  <a:gd name="connsiteY542" fmla="*/ 276428 h 323736"/>
                  <a:gd name="connsiteX543" fmla="*/ 773951 w 900282"/>
                  <a:gd name="connsiteY543" fmla="*/ 276771 h 323736"/>
                  <a:gd name="connsiteX544" fmla="*/ 773608 w 900282"/>
                  <a:gd name="connsiteY544" fmla="*/ 277285 h 323736"/>
                  <a:gd name="connsiteX545" fmla="*/ 771035 w 900282"/>
                  <a:gd name="connsiteY545" fmla="*/ 277775 h 323736"/>
                  <a:gd name="connsiteX546" fmla="*/ 770950 w 900282"/>
                  <a:gd name="connsiteY546" fmla="*/ 277775 h 323736"/>
                  <a:gd name="connsiteX547" fmla="*/ 169169 w 900282"/>
                  <a:gd name="connsiteY547" fmla="*/ 277702 h 323736"/>
                  <a:gd name="connsiteX548" fmla="*/ 169083 w 900282"/>
                  <a:gd name="connsiteY548" fmla="*/ 277702 h 323736"/>
                  <a:gd name="connsiteX549" fmla="*/ 166511 w 900282"/>
                  <a:gd name="connsiteY549" fmla="*/ 277187 h 323736"/>
                  <a:gd name="connsiteX550" fmla="*/ 166168 w 900282"/>
                  <a:gd name="connsiteY550" fmla="*/ 276673 h 323736"/>
                  <a:gd name="connsiteX551" fmla="*/ 166682 w 900282"/>
                  <a:gd name="connsiteY551" fmla="*/ 276330 h 323736"/>
                  <a:gd name="connsiteX552" fmla="*/ 169255 w 900282"/>
                  <a:gd name="connsiteY552" fmla="*/ 276844 h 323736"/>
                  <a:gd name="connsiteX553" fmla="*/ 169598 w 900282"/>
                  <a:gd name="connsiteY553" fmla="*/ 277359 h 323736"/>
                  <a:gd name="connsiteX554" fmla="*/ 169169 w 900282"/>
                  <a:gd name="connsiteY554" fmla="*/ 277714 h 323736"/>
                  <a:gd name="connsiteX555" fmla="*/ 779537 w 900282"/>
                  <a:gd name="connsiteY555" fmla="*/ 276158 h 323736"/>
                  <a:gd name="connsiteX556" fmla="*/ 779108 w 900282"/>
                  <a:gd name="connsiteY556" fmla="*/ 275803 h 323736"/>
                  <a:gd name="connsiteX557" fmla="*/ 779451 w 900282"/>
                  <a:gd name="connsiteY557" fmla="*/ 275288 h 323736"/>
                  <a:gd name="connsiteX558" fmla="*/ 782023 w 900282"/>
                  <a:gd name="connsiteY558" fmla="*/ 274798 h 323736"/>
                  <a:gd name="connsiteX559" fmla="*/ 782538 w 900282"/>
                  <a:gd name="connsiteY559" fmla="*/ 275141 h 323736"/>
                  <a:gd name="connsiteX560" fmla="*/ 782195 w 900282"/>
                  <a:gd name="connsiteY560" fmla="*/ 275656 h 323736"/>
                  <a:gd name="connsiteX561" fmla="*/ 779622 w 900282"/>
                  <a:gd name="connsiteY561" fmla="*/ 276146 h 323736"/>
                  <a:gd name="connsiteX562" fmla="*/ 779537 w 900282"/>
                  <a:gd name="connsiteY562" fmla="*/ 276146 h 323736"/>
                  <a:gd name="connsiteX563" fmla="*/ 160606 w 900282"/>
                  <a:gd name="connsiteY563" fmla="*/ 275999 h 323736"/>
                  <a:gd name="connsiteX564" fmla="*/ 160521 w 900282"/>
                  <a:gd name="connsiteY564" fmla="*/ 275999 h 323736"/>
                  <a:gd name="connsiteX565" fmla="*/ 157948 w 900282"/>
                  <a:gd name="connsiteY565" fmla="*/ 275484 h 323736"/>
                  <a:gd name="connsiteX566" fmla="*/ 157605 w 900282"/>
                  <a:gd name="connsiteY566" fmla="*/ 274970 h 323736"/>
                  <a:gd name="connsiteX567" fmla="*/ 158120 w 900282"/>
                  <a:gd name="connsiteY567" fmla="*/ 274627 h 323736"/>
                  <a:gd name="connsiteX568" fmla="*/ 160692 w 900282"/>
                  <a:gd name="connsiteY568" fmla="*/ 275141 h 323736"/>
                  <a:gd name="connsiteX569" fmla="*/ 161035 w 900282"/>
                  <a:gd name="connsiteY569" fmla="*/ 275656 h 323736"/>
                  <a:gd name="connsiteX570" fmla="*/ 160606 w 900282"/>
                  <a:gd name="connsiteY570" fmla="*/ 276011 h 323736"/>
                  <a:gd name="connsiteX571" fmla="*/ 788124 w 900282"/>
                  <a:gd name="connsiteY571" fmla="*/ 274541 h 323736"/>
                  <a:gd name="connsiteX572" fmla="*/ 787695 w 900282"/>
                  <a:gd name="connsiteY572" fmla="*/ 274186 h 323736"/>
                  <a:gd name="connsiteX573" fmla="*/ 788038 w 900282"/>
                  <a:gd name="connsiteY573" fmla="*/ 273671 h 323736"/>
                  <a:gd name="connsiteX574" fmla="*/ 790611 w 900282"/>
                  <a:gd name="connsiteY574" fmla="*/ 273181 h 323736"/>
                  <a:gd name="connsiteX575" fmla="*/ 791125 w 900282"/>
                  <a:gd name="connsiteY575" fmla="*/ 273525 h 323736"/>
                  <a:gd name="connsiteX576" fmla="*/ 790782 w 900282"/>
                  <a:gd name="connsiteY576" fmla="*/ 274039 h 323736"/>
                  <a:gd name="connsiteX577" fmla="*/ 788210 w 900282"/>
                  <a:gd name="connsiteY577" fmla="*/ 274529 h 323736"/>
                  <a:gd name="connsiteX578" fmla="*/ 788124 w 900282"/>
                  <a:gd name="connsiteY578" fmla="*/ 274529 h 323736"/>
                  <a:gd name="connsiteX579" fmla="*/ 152032 w 900282"/>
                  <a:gd name="connsiteY579" fmla="*/ 274296 h 323736"/>
                  <a:gd name="connsiteX580" fmla="*/ 151946 w 900282"/>
                  <a:gd name="connsiteY580" fmla="*/ 274296 h 323736"/>
                  <a:gd name="connsiteX581" fmla="*/ 149373 w 900282"/>
                  <a:gd name="connsiteY581" fmla="*/ 273782 h 323736"/>
                  <a:gd name="connsiteX582" fmla="*/ 149030 w 900282"/>
                  <a:gd name="connsiteY582" fmla="*/ 273267 h 323736"/>
                  <a:gd name="connsiteX583" fmla="*/ 149545 w 900282"/>
                  <a:gd name="connsiteY583" fmla="*/ 272924 h 323736"/>
                  <a:gd name="connsiteX584" fmla="*/ 152117 w 900282"/>
                  <a:gd name="connsiteY584" fmla="*/ 273439 h 323736"/>
                  <a:gd name="connsiteX585" fmla="*/ 152460 w 900282"/>
                  <a:gd name="connsiteY585" fmla="*/ 273953 h 323736"/>
                  <a:gd name="connsiteX586" fmla="*/ 152032 w 900282"/>
                  <a:gd name="connsiteY586" fmla="*/ 274308 h 323736"/>
                  <a:gd name="connsiteX587" fmla="*/ 796711 w 900282"/>
                  <a:gd name="connsiteY587" fmla="*/ 272912 h 323736"/>
                  <a:gd name="connsiteX588" fmla="*/ 796282 w 900282"/>
                  <a:gd name="connsiteY588" fmla="*/ 272557 h 323736"/>
                  <a:gd name="connsiteX589" fmla="*/ 796625 w 900282"/>
                  <a:gd name="connsiteY589" fmla="*/ 272042 h 323736"/>
                  <a:gd name="connsiteX590" fmla="*/ 799198 w 900282"/>
                  <a:gd name="connsiteY590" fmla="*/ 271552 h 323736"/>
                  <a:gd name="connsiteX591" fmla="*/ 799712 w 900282"/>
                  <a:gd name="connsiteY591" fmla="*/ 271895 h 323736"/>
                  <a:gd name="connsiteX592" fmla="*/ 799369 w 900282"/>
                  <a:gd name="connsiteY592" fmla="*/ 272410 h 323736"/>
                  <a:gd name="connsiteX593" fmla="*/ 796797 w 900282"/>
                  <a:gd name="connsiteY593" fmla="*/ 272900 h 323736"/>
                  <a:gd name="connsiteX594" fmla="*/ 796711 w 900282"/>
                  <a:gd name="connsiteY594" fmla="*/ 272900 h 323736"/>
                  <a:gd name="connsiteX595" fmla="*/ 143457 w 900282"/>
                  <a:gd name="connsiteY595" fmla="*/ 272594 h 323736"/>
                  <a:gd name="connsiteX596" fmla="*/ 143371 w 900282"/>
                  <a:gd name="connsiteY596" fmla="*/ 272594 h 323736"/>
                  <a:gd name="connsiteX597" fmla="*/ 140799 w 900282"/>
                  <a:gd name="connsiteY597" fmla="*/ 272079 h 323736"/>
                  <a:gd name="connsiteX598" fmla="*/ 140455 w 900282"/>
                  <a:gd name="connsiteY598" fmla="*/ 271565 h 323736"/>
                  <a:gd name="connsiteX599" fmla="*/ 140970 w 900282"/>
                  <a:gd name="connsiteY599" fmla="*/ 271222 h 323736"/>
                  <a:gd name="connsiteX600" fmla="*/ 143542 w 900282"/>
                  <a:gd name="connsiteY600" fmla="*/ 271736 h 323736"/>
                  <a:gd name="connsiteX601" fmla="*/ 143885 w 900282"/>
                  <a:gd name="connsiteY601" fmla="*/ 272250 h 323736"/>
                  <a:gd name="connsiteX602" fmla="*/ 143457 w 900282"/>
                  <a:gd name="connsiteY602" fmla="*/ 272606 h 323736"/>
                  <a:gd name="connsiteX603" fmla="*/ 805298 w 900282"/>
                  <a:gd name="connsiteY603" fmla="*/ 271283 h 323736"/>
                  <a:gd name="connsiteX604" fmla="*/ 804869 w 900282"/>
                  <a:gd name="connsiteY604" fmla="*/ 270927 h 323736"/>
                  <a:gd name="connsiteX605" fmla="*/ 805212 w 900282"/>
                  <a:gd name="connsiteY605" fmla="*/ 270413 h 323736"/>
                  <a:gd name="connsiteX606" fmla="*/ 807785 w 900282"/>
                  <a:gd name="connsiteY606" fmla="*/ 269923 h 323736"/>
                  <a:gd name="connsiteX607" fmla="*/ 808299 w 900282"/>
                  <a:gd name="connsiteY607" fmla="*/ 270266 h 323736"/>
                  <a:gd name="connsiteX608" fmla="*/ 807956 w 900282"/>
                  <a:gd name="connsiteY608" fmla="*/ 270781 h 323736"/>
                  <a:gd name="connsiteX609" fmla="*/ 805384 w 900282"/>
                  <a:gd name="connsiteY609" fmla="*/ 271271 h 323736"/>
                  <a:gd name="connsiteX610" fmla="*/ 805298 w 900282"/>
                  <a:gd name="connsiteY610" fmla="*/ 271271 h 323736"/>
                  <a:gd name="connsiteX611" fmla="*/ 134882 w 900282"/>
                  <a:gd name="connsiteY611" fmla="*/ 270879 h 323736"/>
                  <a:gd name="connsiteX612" fmla="*/ 134796 w 900282"/>
                  <a:gd name="connsiteY612" fmla="*/ 270879 h 323736"/>
                  <a:gd name="connsiteX613" fmla="*/ 132224 w 900282"/>
                  <a:gd name="connsiteY613" fmla="*/ 270364 h 323736"/>
                  <a:gd name="connsiteX614" fmla="*/ 131881 w 900282"/>
                  <a:gd name="connsiteY614" fmla="*/ 269850 h 323736"/>
                  <a:gd name="connsiteX615" fmla="*/ 132395 w 900282"/>
                  <a:gd name="connsiteY615" fmla="*/ 269507 h 323736"/>
                  <a:gd name="connsiteX616" fmla="*/ 134968 w 900282"/>
                  <a:gd name="connsiteY616" fmla="*/ 270021 h 323736"/>
                  <a:gd name="connsiteX617" fmla="*/ 135311 w 900282"/>
                  <a:gd name="connsiteY617" fmla="*/ 270536 h 323736"/>
                  <a:gd name="connsiteX618" fmla="*/ 134882 w 900282"/>
                  <a:gd name="connsiteY618" fmla="*/ 270891 h 323736"/>
                  <a:gd name="connsiteX619" fmla="*/ 813885 w 900282"/>
                  <a:gd name="connsiteY619" fmla="*/ 269654 h 323736"/>
                  <a:gd name="connsiteX620" fmla="*/ 813456 w 900282"/>
                  <a:gd name="connsiteY620" fmla="*/ 269298 h 323736"/>
                  <a:gd name="connsiteX621" fmla="*/ 813799 w 900282"/>
                  <a:gd name="connsiteY621" fmla="*/ 268784 h 323736"/>
                  <a:gd name="connsiteX622" fmla="*/ 816372 w 900282"/>
                  <a:gd name="connsiteY622" fmla="*/ 268294 h 323736"/>
                  <a:gd name="connsiteX623" fmla="*/ 816886 w 900282"/>
                  <a:gd name="connsiteY623" fmla="*/ 268637 h 323736"/>
                  <a:gd name="connsiteX624" fmla="*/ 816543 w 900282"/>
                  <a:gd name="connsiteY624" fmla="*/ 269151 h 323736"/>
                  <a:gd name="connsiteX625" fmla="*/ 813971 w 900282"/>
                  <a:gd name="connsiteY625" fmla="*/ 269641 h 323736"/>
                  <a:gd name="connsiteX626" fmla="*/ 813885 w 900282"/>
                  <a:gd name="connsiteY626" fmla="*/ 269641 h 323736"/>
                  <a:gd name="connsiteX627" fmla="*/ 126319 w 900282"/>
                  <a:gd name="connsiteY627" fmla="*/ 269176 h 323736"/>
                  <a:gd name="connsiteX628" fmla="*/ 126234 w 900282"/>
                  <a:gd name="connsiteY628" fmla="*/ 269176 h 323736"/>
                  <a:gd name="connsiteX629" fmla="*/ 123661 w 900282"/>
                  <a:gd name="connsiteY629" fmla="*/ 268661 h 323736"/>
                  <a:gd name="connsiteX630" fmla="*/ 123318 w 900282"/>
                  <a:gd name="connsiteY630" fmla="*/ 268147 h 323736"/>
                  <a:gd name="connsiteX631" fmla="*/ 123833 w 900282"/>
                  <a:gd name="connsiteY631" fmla="*/ 267804 h 323736"/>
                  <a:gd name="connsiteX632" fmla="*/ 126405 w 900282"/>
                  <a:gd name="connsiteY632" fmla="*/ 268318 h 323736"/>
                  <a:gd name="connsiteX633" fmla="*/ 126748 w 900282"/>
                  <a:gd name="connsiteY633" fmla="*/ 268833 h 323736"/>
                  <a:gd name="connsiteX634" fmla="*/ 126319 w 900282"/>
                  <a:gd name="connsiteY634" fmla="*/ 269188 h 323736"/>
                  <a:gd name="connsiteX635" fmla="*/ 822472 w 900282"/>
                  <a:gd name="connsiteY635" fmla="*/ 268024 h 323736"/>
                  <a:gd name="connsiteX636" fmla="*/ 822043 w 900282"/>
                  <a:gd name="connsiteY636" fmla="*/ 267669 h 323736"/>
                  <a:gd name="connsiteX637" fmla="*/ 822386 w 900282"/>
                  <a:gd name="connsiteY637" fmla="*/ 267155 h 323736"/>
                  <a:gd name="connsiteX638" fmla="*/ 824959 w 900282"/>
                  <a:gd name="connsiteY638" fmla="*/ 266665 h 323736"/>
                  <a:gd name="connsiteX639" fmla="*/ 825473 w 900282"/>
                  <a:gd name="connsiteY639" fmla="*/ 267008 h 323736"/>
                  <a:gd name="connsiteX640" fmla="*/ 825130 w 900282"/>
                  <a:gd name="connsiteY640" fmla="*/ 267522 h 323736"/>
                  <a:gd name="connsiteX641" fmla="*/ 822558 w 900282"/>
                  <a:gd name="connsiteY641" fmla="*/ 268012 h 323736"/>
                  <a:gd name="connsiteX642" fmla="*/ 822472 w 900282"/>
                  <a:gd name="connsiteY642" fmla="*/ 268012 h 323736"/>
                  <a:gd name="connsiteX643" fmla="*/ 117745 w 900282"/>
                  <a:gd name="connsiteY643" fmla="*/ 267473 h 323736"/>
                  <a:gd name="connsiteX644" fmla="*/ 117659 w 900282"/>
                  <a:gd name="connsiteY644" fmla="*/ 267473 h 323736"/>
                  <a:gd name="connsiteX645" fmla="*/ 115086 w 900282"/>
                  <a:gd name="connsiteY645" fmla="*/ 266959 h 323736"/>
                  <a:gd name="connsiteX646" fmla="*/ 114743 w 900282"/>
                  <a:gd name="connsiteY646" fmla="*/ 266444 h 323736"/>
                  <a:gd name="connsiteX647" fmla="*/ 115258 w 900282"/>
                  <a:gd name="connsiteY647" fmla="*/ 266101 h 323736"/>
                  <a:gd name="connsiteX648" fmla="*/ 117830 w 900282"/>
                  <a:gd name="connsiteY648" fmla="*/ 266616 h 323736"/>
                  <a:gd name="connsiteX649" fmla="*/ 118173 w 900282"/>
                  <a:gd name="connsiteY649" fmla="*/ 267130 h 323736"/>
                  <a:gd name="connsiteX650" fmla="*/ 117745 w 900282"/>
                  <a:gd name="connsiteY650" fmla="*/ 267485 h 323736"/>
                  <a:gd name="connsiteX651" fmla="*/ 831059 w 900282"/>
                  <a:gd name="connsiteY651" fmla="*/ 266407 h 323736"/>
                  <a:gd name="connsiteX652" fmla="*/ 830630 w 900282"/>
                  <a:gd name="connsiteY652" fmla="*/ 266052 h 323736"/>
                  <a:gd name="connsiteX653" fmla="*/ 830973 w 900282"/>
                  <a:gd name="connsiteY653" fmla="*/ 265538 h 323736"/>
                  <a:gd name="connsiteX654" fmla="*/ 833546 w 900282"/>
                  <a:gd name="connsiteY654" fmla="*/ 265048 h 323736"/>
                  <a:gd name="connsiteX655" fmla="*/ 834060 w 900282"/>
                  <a:gd name="connsiteY655" fmla="*/ 265391 h 323736"/>
                  <a:gd name="connsiteX656" fmla="*/ 833717 w 900282"/>
                  <a:gd name="connsiteY656" fmla="*/ 265905 h 323736"/>
                  <a:gd name="connsiteX657" fmla="*/ 831145 w 900282"/>
                  <a:gd name="connsiteY657" fmla="*/ 266395 h 323736"/>
                  <a:gd name="connsiteX658" fmla="*/ 831059 w 900282"/>
                  <a:gd name="connsiteY658" fmla="*/ 266395 h 323736"/>
                  <a:gd name="connsiteX659" fmla="*/ 109170 w 900282"/>
                  <a:gd name="connsiteY659" fmla="*/ 265770 h 323736"/>
                  <a:gd name="connsiteX660" fmla="*/ 109084 w 900282"/>
                  <a:gd name="connsiteY660" fmla="*/ 265770 h 323736"/>
                  <a:gd name="connsiteX661" fmla="*/ 106512 w 900282"/>
                  <a:gd name="connsiteY661" fmla="*/ 265256 h 323736"/>
                  <a:gd name="connsiteX662" fmla="*/ 106168 w 900282"/>
                  <a:gd name="connsiteY662" fmla="*/ 264741 h 323736"/>
                  <a:gd name="connsiteX663" fmla="*/ 106683 w 900282"/>
                  <a:gd name="connsiteY663" fmla="*/ 264398 h 323736"/>
                  <a:gd name="connsiteX664" fmla="*/ 109255 w 900282"/>
                  <a:gd name="connsiteY664" fmla="*/ 264913 h 323736"/>
                  <a:gd name="connsiteX665" fmla="*/ 109598 w 900282"/>
                  <a:gd name="connsiteY665" fmla="*/ 265427 h 323736"/>
                  <a:gd name="connsiteX666" fmla="*/ 109170 w 900282"/>
                  <a:gd name="connsiteY666" fmla="*/ 265783 h 323736"/>
                  <a:gd name="connsiteX667" fmla="*/ 839646 w 900282"/>
                  <a:gd name="connsiteY667" fmla="*/ 264778 h 323736"/>
                  <a:gd name="connsiteX668" fmla="*/ 839217 w 900282"/>
                  <a:gd name="connsiteY668" fmla="*/ 264423 h 323736"/>
                  <a:gd name="connsiteX669" fmla="*/ 839560 w 900282"/>
                  <a:gd name="connsiteY669" fmla="*/ 263908 h 323736"/>
                  <a:gd name="connsiteX670" fmla="*/ 842133 w 900282"/>
                  <a:gd name="connsiteY670" fmla="*/ 263418 h 323736"/>
                  <a:gd name="connsiteX671" fmla="*/ 842647 w 900282"/>
                  <a:gd name="connsiteY671" fmla="*/ 263761 h 323736"/>
                  <a:gd name="connsiteX672" fmla="*/ 842304 w 900282"/>
                  <a:gd name="connsiteY672" fmla="*/ 264276 h 323736"/>
                  <a:gd name="connsiteX673" fmla="*/ 839732 w 900282"/>
                  <a:gd name="connsiteY673" fmla="*/ 264766 h 323736"/>
                  <a:gd name="connsiteX674" fmla="*/ 839646 w 900282"/>
                  <a:gd name="connsiteY674" fmla="*/ 264766 h 323736"/>
                  <a:gd name="connsiteX675" fmla="*/ 100595 w 900282"/>
                  <a:gd name="connsiteY675" fmla="*/ 264068 h 323736"/>
                  <a:gd name="connsiteX676" fmla="*/ 100509 w 900282"/>
                  <a:gd name="connsiteY676" fmla="*/ 264068 h 323736"/>
                  <a:gd name="connsiteX677" fmla="*/ 97937 w 900282"/>
                  <a:gd name="connsiteY677" fmla="*/ 263553 h 323736"/>
                  <a:gd name="connsiteX678" fmla="*/ 97594 w 900282"/>
                  <a:gd name="connsiteY678" fmla="*/ 263039 h 323736"/>
                  <a:gd name="connsiteX679" fmla="*/ 98108 w 900282"/>
                  <a:gd name="connsiteY679" fmla="*/ 262696 h 323736"/>
                  <a:gd name="connsiteX680" fmla="*/ 100681 w 900282"/>
                  <a:gd name="connsiteY680" fmla="*/ 263210 h 323736"/>
                  <a:gd name="connsiteX681" fmla="*/ 101024 w 900282"/>
                  <a:gd name="connsiteY681" fmla="*/ 263725 h 323736"/>
                  <a:gd name="connsiteX682" fmla="*/ 100595 w 900282"/>
                  <a:gd name="connsiteY682" fmla="*/ 264080 h 323736"/>
                  <a:gd name="connsiteX683" fmla="*/ 848233 w 900282"/>
                  <a:gd name="connsiteY683" fmla="*/ 263161 h 323736"/>
                  <a:gd name="connsiteX684" fmla="*/ 847805 w 900282"/>
                  <a:gd name="connsiteY684" fmla="*/ 262806 h 323736"/>
                  <a:gd name="connsiteX685" fmla="*/ 848148 w 900282"/>
                  <a:gd name="connsiteY685" fmla="*/ 262291 h 323736"/>
                  <a:gd name="connsiteX686" fmla="*/ 850720 w 900282"/>
                  <a:gd name="connsiteY686" fmla="*/ 261801 h 323736"/>
                  <a:gd name="connsiteX687" fmla="*/ 851235 w 900282"/>
                  <a:gd name="connsiteY687" fmla="*/ 262144 h 323736"/>
                  <a:gd name="connsiteX688" fmla="*/ 850891 w 900282"/>
                  <a:gd name="connsiteY688" fmla="*/ 262659 h 323736"/>
                  <a:gd name="connsiteX689" fmla="*/ 848319 w 900282"/>
                  <a:gd name="connsiteY689" fmla="*/ 263149 h 323736"/>
                  <a:gd name="connsiteX690" fmla="*/ 848233 w 900282"/>
                  <a:gd name="connsiteY690" fmla="*/ 263149 h 323736"/>
                  <a:gd name="connsiteX691" fmla="*/ 92032 w 900282"/>
                  <a:gd name="connsiteY691" fmla="*/ 262365 h 323736"/>
                  <a:gd name="connsiteX692" fmla="*/ 91947 w 900282"/>
                  <a:gd name="connsiteY692" fmla="*/ 262365 h 323736"/>
                  <a:gd name="connsiteX693" fmla="*/ 89374 w 900282"/>
                  <a:gd name="connsiteY693" fmla="*/ 261850 h 323736"/>
                  <a:gd name="connsiteX694" fmla="*/ 89031 w 900282"/>
                  <a:gd name="connsiteY694" fmla="*/ 261336 h 323736"/>
                  <a:gd name="connsiteX695" fmla="*/ 89546 w 900282"/>
                  <a:gd name="connsiteY695" fmla="*/ 260993 h 323736"/>
                  <a:gd name="connsiteX696" fmla="*/ 92118 w 900282"/>
                  <a:gd name="connsiteY696" fmla="*/ 261507 h 323736"/>
                  <a:gd name="connsiteX697" fmla="*/ 92461 w 900282"/>
                  <a:gd name="connsiteY697" fmla="*/ 262022 h 323736"/>
                  <a:gd name="connsiteX698" fmla="*/ 92032 w 900282"/>
                  <a:gd name="connsiteY698" fmla="*/ 262377 h 323736"/>
                  <a:gd name="connsiteX699" fmla="*/ 856820 w 900282"/>
                  <a:gd name="connsiteY699" fmla="*/ 261532 h 323736"/>
                  <a:gd name="connsiteX700" fmla="*/ 856392 w 900282"/>
                  <a:gd name="connsiteY700" fmla="*/ 261177 h 323736"/>
                  <a:gd name="connsiteX701" fmla="*/ 856735 w 900282"/>
                  <a:gd name="connsiteY701" fmla="*/ 260662 h 323736"/>
                  <a:gd name="connsiteX702" fmla="*/ 859307 w 900282"/>
                  <a:gd name="connsiteY702" fmla="*/ 260172 h 323736"/>
                  <a:gd name="connsiteX703" fmla="*/ 859822 w 900282"/>
                  <a:gd name="connsiteY703" fmla="*/ 260515 h 323736"/>
                  <a:gd name="connsiteX704" fmla="*/ 859479 w 900282"/>
                  <a:gd name="connsiteY704" fmla="*/ 261030 h 323736"/>
                  <a:gd name="connsiteX705" fmla="*/ 856906 w 900282"/>
                  <a:gd name="connsiteY705" fmla="*/ 261520 h 323736"/>
                  <a:gd name="connsiteX706" fmla="*/ 856820 w 900282"/>
                  <a:gd name="connsiteY706" fmla="*/ 261520 h 323736"/>
                  <a:gd name="connsiteX707" fmla="*/ 83457 w 900282"/>
                  <a:gd name="connsiteY707" fmla="*/ 260662 h 323736"/>
                  <a:gd name="connsiteX708" fmla="*/ 83372 w 900282"/>
                  <a:gd name="connsiteY708" fmla="*/ 260662 h 323736"/>
                  <a:gd name="connsiteX709" fmla="*/ 80799 w 900282"/>
                  <a:gd name="connsiteY709" fmla="*/ 260148 h 323736"/>
                  <a:gd name="connsiteX710" fmla="*/ 80456 w 900282"/>
                  <a:gd name="connsiteY710" fmla="*/ 259633 h 323736"/>
                  <a:gd name="connsiteX711" fmla="*/ 80971 w 900282"/>
                  <a:gd name="connsiteY711" fmla="*/ 259290 h 323736"/>
                  <a:gd name="connsiteX712" fmla="*/ 83543 w 900282"/>
                  <a:gd name="connsiteY712" fmla="*/ 259805 h 323736"/>
                  <a:gd name="connsiteX713" fmla="*/ 83886 w 900282"/>
                  <a:gd name="connsiteY713" fmla="*/ 260319 h 323736"/>
                  <a:gd name="connsiteX714" fmla="*/ 83457 w 900282"/>
                  <a:gd name="connsiteY714" fmla="*/ 260674 h 323736"/>
                  <a:gd name="connsiteX715" fmla="*/ 865407 w 900282"/>
                  <a:gd name="connsiteY715" fmla="*/ 259915 h 323736"/>
                  <a:gd name="connsiteX716" fmla="*/ 864979 w 900282"/>
                  <a:gd name="connsiteY716" fmla="*/ 259560 h 323736"/>
                  <a:gd name="connsiteX717" fmla="*/ 865322 w 900282"/>
                  <a:gd name="connsiteY717" fmla="*/ 259045 h 323736"/>
                  <a:gd name="connsiteX718" fmla="*/ 867894 w 900282"/>
                  <a:gd name="connsiteY718" fmla="*/ 258555 h 323736"/>
                  <a:gd name="connsiteX719" fmla="*/ 868409 w 900282"/>
                  <a:gd name="connsiteY719" fmla="*/ 258898 h 323736"/>
                  <a:gd name="connsiteX720" fmla="*/ 868066 w 900282"/>
                  <a:gd name="connsiteY720" fmla="*/ 259413 h 323736"/>
                  <a:gd name="connsiteX721" fmla="*/ 865493 w 900282"/>
                  <a:gd name="connsiteY721" fmla="*/ 259903 h 323736"/>
                  <a:gd name="connsiteX722" fmla="*/ 865407 w 900282"/>
                  <a:gd name="connsiteY722" fmla="*/ 259903 h 323736"/>
                  <a:gd name="connsiteX723" fmla="*/ 74883 w 900282"/>
                  <a:gd name="connsiteY723" fmla="*/ 258960 h 323736"/>
                  <a:gd name="connsiteX724" fmla="*/ 74797 w 900282"/>
                  <a:gd name="connsiteY724" fmla="*/ 258960 h 323736"/>
                  <a:gd name="connsiteX725" fmla="*/ 72224 w 900282"/>
                  <a:gd name="connsiteY725" fmla="*/ 258445 h 323736"/>
                  <a:gd name="connsiteX726" fmla="*/ 71881 w 900282"/>
                  <a:gd name="connsiteY726" fmla="*/ 257931 h 323736"/>
                  <a:gd name="connsiteX727" fmla="*/ 72396 w 900282"/>
                  <a:gd name="connsiteY727" fmla="*/ 257588 h 323736"/>
                  <a:gd name="connsiteX728" fmla="*/ 74968 w 900282"/>
                  <a:gd name="connsiteY728" fmla="*/ 258102 h 323736"/>
                  <a:gd name="connsiteX729" fmla="*/ 75311 w 900282"/>
                  <a:gd name="connsiteY729" fmla="*/ 258617 h 323736"/>
                  <a:gd name="connsiteX730" fmla="*/ 74883 w 900282"/>
                  <a:gd name="connsiteY730" fmla="*/ 258972 h 323736"/>
                  <a:gd name="connsiteX731" fmla="*/ 873994 w 900282"/>
                  <a:gd name="connsiteY731" fmla="*/ 258286 h 323736"/>
                  <a:gd name="connsiteX732" fmla="*/ 873566 w 900282"/>
                  <a:gd name="connsiteY732" fmla="*/ 257931 h 323736"/>
                  <a:gd name="connsiteX733" fmla="*/ 873909 w 900282"/>
                  <a:gd name="connsiteY733" fmla="*/ 257416 h 323736"/>
                  <a:gd name="connsiteX734" fmla="*/ 876481 w 900282"/>
                  <a:gd name="connsiteY734" fmla="*/ 256926 h 323736"/>
                  <a:gd name="connsiteX735" fmla="*/ 876996 w 900282"/>
                  <a:gd name="connsiteY735" fmla="*/ 257269 h 323736"/>
                  <a:gd name="connsiteX736" fmla="*/ 876653 w 900282"/>
                  <a:gd name="connsiteY736" fmla="*/ 257784 h 323736"/>
                  <a:gd name="connsiteX737" fmla="*/ 874080 w 900282"/>
                  <a:gd name="connsiteY737" fmla="*/ 258274 h 323736"/>
                  <a:gd name="connsiteX738" fmla="*/ 873994 w 900282"/>
                  <a:gd name="connsiteY738" fmla="*/ 258274 h 323736"/>
                  <a:gd name="connsiteX739" fmla="*/ 66308 w 900282"/>
                  <a:gd name="connsiteY739" fmla="*/ 257257 h 323736"/>
                  <a:gd name="connsiteX740" fmla="*/ 66222 w 900282"/>
                  <a:gd name="connsiteY740" fmla="*/ 257257 h 323736"/>
                  <a:gd name="connsiteX741" fmla="*/ 63650 w 900282"/>
                  <a:gd name="connsiteY741" fmla="*/ 256742 h 323736"/>
                  <a:gd name="connsiteX742" fmla="*/ 63307 w 900282"/>
                  <a:gd name="connsiteY742" fmla="*/ 256228 h 323736"/>
                  <a:gd name="connsiteX743" fmla="*/ 63821 w 900282"/>
                  <a:gd name="connsiteY743" fmla="*/ 255885 h 323736"/>
                  <a:gd name="connsiteX744" fmla="*/ 66394 w 900282"/>
                  <a:gd name="connsiteY744" fmla="*/ 256399 h 323736"/>
                  <a:gd name="connsiteX745" fmla="*/ 66737 w 900282"/>
                  <a:gd name="connsiteY745" fmla="*/ 256914 h 323736"/>
                  <a:gd name="connsiteX746" fmla="*/ 66308 w 900282"/>
                  <a:gd name="connsiteY746" fmla="*/ 257269 h 323736"/>
                  <a:gd name="connsiteX747" fmla="*/ 882582 w 900282"/>
                  <a:gd name="connsiteY747" fmla="*/ 256669 h 323736"/>
                  <a:gd name="connsiteX748" fmla="*/ 882153 w 900282"/>
                  <a:gd name="connsiteY748" fmla="*/ 256314 h 323736"/>
                  <a:gd name="connsiteX749" fmla="*/ 882496 w 900282"/>
                  <a:gd name="connsiteY749" fmla="*/ 255799 h 323736"/>
                  <a:gd name="connsiteX750" fmla="*/ 885068 w 900282"/>
                  <a:gd name="connsiteY750" fmla="*/ 255309 h 323736"/>
                  <a:gd name="connsiteX751" fmla="*/ 885583 w 900282"/>
                  <a:gd name="connsiteY751" fmla="*/ 255652 h 323736"/>
                  <a:gd name="connsiteX752" fmla="*/ 885240 w 900282"/>
                  <a:gd name="connsiteY752" fmla="*/ 256167 h 323736"/>
                  <a:gd name="connsiteX753" fmla="*/ 882667 w 900282"/>
                  <a:gd name="connsiteY753" fmla="*/ 256657 h 323736"/>
                  <a:gd name="connsiteX754" fmla="*/ 882582 w 900282"/>
                  <a:gd name="connsiteY754" fmla="*/ 256657 h 323736"/>
                  <a:gd name="connsiteX755" fmla="*/ 57745 w 900282"/>
                  <a:gd name="connsiteY755" fmla="*/ 255554 h 323736"/>
                  <a:gd name="connsiteX756" fmla="*/ 57660 w 900282"/>
                  <a:gd name="connsiteY756" fmla="*/ 255554 h 323736"/>
                  <a:gd name="connsiteX757" fmla="*/ 55087 w 900282"/>
                  <a:gd name="connsiteY757" fmla="*/ 255040 h 323736"/>
                  <a:gd name="connsiteX758" fmla="*/ 54744 w 900282"/>
                  <a:gd name="connsiteY758" fmla="*/ 254525 h 323736"/>
                  <a:gd name="connsiteX759" fmla="*/ 55259 w 900282"/>
                  <a:gd name="connsiteY759" fmla="*/ 254182 h 323736"/>
                  <a:gd name="connsiteX760" fmla="*/ 57831 w 900282"/>
                  <a:gd name="connsiteY760" fmla="*/ 254697 h 323736"/>
                  <a:gd name="connsiteX761" fmla="*/ 58174 w 900282"/>
                  <a:gd name="connsiteY761" fmla="*/ 255211 h 323736"/>
                  <a:gd name="connsiteX762" fmla="*/ 57745 w 900282"/>
                  <a:gd name="connsiteY762" fmla="*/ 255566 h 323736"/>
                  <a:gd name="connsiteX763" fmla="*/ 891169 w 900282"/>
                  <a:gd name="connsiteY763" fmla="*/ 255040 h 323736"/>
                  <a:gd name="connsiteX764" fmla="*/ 890740 w 900282"/>
                  <a:gd name="connsiteY764" fmla="*/ 254684 h 323736"/>
                  <a:gd name="connsiteX765" fmla="*/ 891083 w 900282"/>
                  <a:gd name="connsiteY765" fmla="*/ 254170 h 323736"/>
                  <a:gd name="connsiteX766" fmla="*/ 893655 w 900282"/>
                  <a:gd name="connsiteY766" fmla="*/ 253680 h 323736"/>
                  <a:gd name="connsiteX767" fmla="*/ 894170 w 900282"/>
                  <a:gd name="connsiteY767" fmla="*/ 254023 h 323736"/>
                  <a:gd name="connsiteX768" fmla="*/ 893827 w 900282"/>
                  <a:gd name="connsiteY768" fmla="*/ 254537 h 323736"/>
                  <a:gd name="connsiteX769" fmla="*/ 891254 w 900282"/>
                  <a:gd name="connsiteY769" fmla="*/ 255027 h 323736"/>
                  <a:gd name="connsiteX770" fmla="*/ 891169 w 900282"/>
                  <a:gd name="connsiteY770" fmla="*/ 255027 h 323736"/>
                  <a:gd name="connsiteX771" fmla="*/ 49170 w 900282"/>
                  <a:gd name="connsiteY771" fmla="*/ 253851 h 323736"/>
                  <a:gd name="connsiteX772" fmla="*/ 49085 w 900282"/>
                  <a:gd name="connsiteY772" fmla="*/ 253851 h 323736"/>
                  <a:gd name="connsiteX773" fmla="*/ 46512 w 900282"/>
                  <a:gd name="connsiteY773" fmla="*/ 253337 h 323736"/>
                  <a:gd name="connsiteX774" fmla="*/ 46169 w 900282"/>
                  <a:gd name="connsiteY774" fmla="*/ 252822 h 323736"/>
                  <a:gd name="connsiteX775" fmla="*/ 46684 w 900282"/>
                  <a:gd name="connsiteY775" fmla="*/ 252479 h 323736"/>
                  <a:gd name="connsiteX776" fmla="*/ 49256 w 900282"/>
                  <a:gd name="connsiteY776" fmla="*/ 252994 h 323736"/>
                  <a:gd name="connsiteX777" fmla="*/ 49599 w 900282"/>
                  <a:gd name="connsiteY777" fmla="*/ 253508 h 323736"/>
                  <a:gd name="connsiteX778" fmla="*/ 49170 w 900282"/>
                  <a:gd name="connsiteY778" fmla="*/ 253864 h 323736"/>
                  <a:gd name="connsiteX779" fmla="*/ 899731 w 900282"/>
                  <a:gd name="connsiteY779" fmla="*/ 253398 h 323736"/>
                  <a:gd name="connsiteX780" fmla="*/ 899731 w 900282"/>
                  <a:gd name="connsiteY780" fmla="*/ 253398 h 323736"/>
                  <a:gd name="connsiteX781" fmla="*/ 899302 w 900282"/>
                  <a:gd name="connsiteY781" fmla="*/ 252957 h 323736"/>
                  <a:gd name="connsiteX782" fmla="*/ 899351 w 900282"/>
                  <a:gd name="connsiteY782" fmla="*/ 250336 h 323736"/>
                  <a:gd name="connsiteX783" fmla="*/ 899793 w 900282"/>
                  <a:gd name="connsiteY783" fmla="*/ 249907 h 323736"/>
                  <a:gd name="connsiteX784" fmla="*/ 900221 w 900282"/>
                  <a:gd name="connsiteY784" fmla="*/ 250348 h 323736"/>
                  <a:gd name="connsiteX785" fmla="*/ 900172 w 900282"/>
                  <a:gd name="connsiteY785" fmla="*/ 252969 h 323736"/>
                  <a:gd name="connsiteX786" fmla="*/ 899731 w 900282"/>
                  <a:gd name="connsiteY786" fmla="*/ 253398 h 323736"/>
                  <a:gd name="connsiteX787" fmla="*/ 40596 w 900282"/>
                  <a:gd name="connsiteY787" fmla="*/ 252149 h 323736"/>
                  <a:gd name="connsiteX788" fmla="*/ 40510 w 900282"/>
                  <a:gd name="connsiteY788" fmla="*/ 252149 h 323736"/>
                  <a:gd name="connsiteX789" fmla="*/ 37937 w 900282"/>
                  <a:gd name="connsiteY789" fmla="*/ 251634 h 323736"/>
                  <a:gd name="connsiteX790" fmla="*/ 37594 w 900282"/>
                  <a:gd name="connsiteY790" fmla="*/ 251120 h 323736"/>
                  <a:gd name="connsiteX791" fmla="*/ 38109 w 900282"/>
                  <a:gd name="connsiteY791" fmla="*/ 250777 h 323736"/>
                  <a:gd name="connsiteX792" fmla="*/ 40681 w 900282"/>
                  <a:gd name="connsiteY792" fmla="*/ 251291 h 323736"/>
                  <a:gd name="connsiteX793" fmla="*/ 41024 w 900282"/>
                  <a:gd name="connsiteY793" fmla="*/ 251806 h 323736"/>
                  <a:gd name="connsiteX794" fmla="*/ 40596 w 900282"/>
                  <a:gd name="connsiteY794" fmla="*/ 252161 h 323736"/>
                  <a:gd name="connsiteX795" fmla="*/ 32021 w 900282"/>
                  <a:gd name="connsiteY795" fmla="*/ 250446 h 323736"/>
                  <a:gd name="connsiteX796" fmla="*/ 31935 w 900282"/>
                  <a:gd name="connsiteY796" fmla="*/ 250446 h 323736"/>
                  <a:gd name="connsiteX797" fmla="*/ 29363 w 900282"/>
                  <a:gd name="connsiteY797" fmla="*/ 249931 h 323736"/>
                  <a:gd name="connsiteX798" fmla="*/ 29020 w 900282"/>
                  <a:gd name="connsiteY798" fmla="*/ 249417 h 323736"/>
                  <a:gd name="connsiteX799" fmla="*/ 29534 w 900282"/>
                  <a:gd name="connsiteY799" fmla="*/ 249074 h 323736"/>
                  <a:gd name="connsiteX800" fmla="*/ 32107 w 900282"/>
                  <a:gd name="connsiteY800" fmla="*/ 249588 h 323736"/>
                  <a:gd name="connsiteX801" fmla="*/ 32450 w 900282"/>
                  <a:gd name="connsiteY801" fmla="*/ 250103 h 323736"/>
                  <a:gd name="connsiteX802" fmla="*/ 32021 w 900282"/>
                  <a:gd name="connsiteY802" fmla="*/ 250458 h 323736"/>
                  <a:gd name="connsiteX803" fmla="*/ 23446 w 900282"/>
                  <a:gd name="connsiteY803" fmla="*/ 248743 h 323736"/>
                  <a:gd name="connsiteX804" fmla="*/ 23360 w 900282"/>
                  <a:gd name="connsiteY804" fmla="*/ 248743 h 323736"/>
                  <a:gd name="connsiteX805" fmla="*/ 20788 w 900282"/>
                  <a:gd name="connsiteY805" fmla="*/ 248229 h 323736"/>
                  <a:gd name="connsiteX806" fmla="*/ 20445 w 900282"/>
                  <a:gd name="connsiteY806" fmla="*/ 247714 h 323736"/>
                  <a:gd name="connsiteX807" fmla="*/ 20959 w 900282"/>
                  <a:gd name="connsiteY807" fmla="*/ 247371 h 323736"/>
                  <a:gd name="connsiteX808" fmla="*/ 23532 w 900282"/>
                  <a:gd name="connsiteY808" fmla="*/ 247886 h 323736"/>
                  <a:gd name="connsiteX809" fmla="*/ 23875 w 900282"/>
                  <a:gd name="connsiteY809" fmla="*/ 248400 h 323736"/>
                  <a:gd name="connsiteX810" fmla="*/ 23446 w 900282"/>
                  <a:gd name="connsiteY810" fmla="*/ 248755 h 323736"/>
                  <a:gd name="connsiteX811" fmla="*/ 14871 w 900282"/>
                  <a:gd name="connsiteY811" fmla="*/ 247040 h 323736"/>
                  <a:gd name="connsiteX812" fmla="*/ 14785 w 900282"/>
                  <a:gd name="connsiteY812" fmla="*/ 247040 h 323736"/>
                  <a:gd name="connsiteX813" fmla="*/ 12213 w 900282"/>
                  <a:gd name="connsiteY813" fmla="*/ 246526 h 323736"/>
                  <a:gd name="connsiteX814" fmla="*/ 11870 w 900282"/>
                  <a:gd name="connsiteY814" fmla="*/ 246012 h 323736"/>
                  <a:gd name="connsiteX815" fmla="*/ 12384 w 900282"/>
                  <a:gd name="connsiteY815" fmla="*/ 245669 h 323736"/>
                  <a:gd name="connsiteX816" fmla="*/ 14957 w 900282"/>
                  <a:gd name="connsiteY816" fmla="*/ 246183 h 323736"/>
                  <a:gd name="connsiteX817" fmla="*/ 15300 w 900282"/>
                  <a:gd name="connsiteY817" fmla="*/ 246698 h 323736"/>
                  <a:gd name="connsiteX818" fmla="*/ 14871 w 900282"/>
                  <a:gd name="connsiteY818" fmla="*/ 247053 h 323736"/>
                  <a:gd name="connsiteX819" fmla="*/ 6296 w 900282"/>
                  <a:gd name="connsiteY819" fmla="*/ 245338 h 323736"/>
                  <a:gd name="connsiteX820" fmla="*/ 6211 w 900282"/>
                  <a:gd name="connsiteY820" fmla="*/ 245338 h 323736"/>
                  <a:gd name="connsiteX821" fmla="*/ 3638 w 900282"/>
                  <a:gd name="connsiteY821" fmla="*/ 244823 h 323736"/>
                  <a:gd name="connsiteX822" fmla="*/ 3295 w 900282"/>
                  <a:gd name="connsiteY822" fmla="*/ 244309 h 323736"/>
                  <a:gd name="connsiteX823" fmla="*/ 3810 w 900282"/>
                  <a:gd name="connsiteY823" fmla="*/ 243966 h 323736"/>
                  <a:gd name="connsiteX824" fmla="*/ 6382 w 900282"/>
                  <a:gd name="connsiteY824" fmla="*/ 244480 h 323736"/>
                  <a:gd name="connsiteX825" fmla="*/ 6725 w 900282"/>
                  <a:gd name="connsiteY825" fmla="*/ 244995 h 323736"/>
                  <a:gd name="connsiteX826" fmla="*/ 6296 w 900282"/>
                  <a:gd name="connsiteY826" fmla="*/ 245350 h 323736"/>
                  <a:gd name="connsiteX827" fmla="*/ 899829 w 900282"/>
                  <a:gd name="connsiteY827" fmla="*/ 244664 h 323736"/>
                  <a:gd name="connsiteX828" fmla="*/ 899829 w 900282"/>
                  <a:gd name="connsiteY828" fmla="*/ 244664 h 323736"/>
                  <a:gd name="connsiteX829" fmla="*/ 899400 w 900282"/>
                  <a:gd name="connsiteY829" fmla="*/ 244223 h 323736"/>
                  <a:gd name="connsiteX830" fmla="*/ 899400 w 900282"/>
                  <a:gd name="connsiteY830" fmla="*/ 241602 h 323736"/>
                  <a:gd name="connsiteX831" fmla="*/ 899841 w 900282"/>
                  <a:gd name="connsiteY831" fmla="*/ 241161 h 323736"/>
                  <a:gd name="connsiteX832" fmla="*/ 899841 w 900282"/>
                  <a:gd name="connsiteY832" fmla="*/ 241161 h 323736"/>
                  <a:gd name="connsiteX833" fmla="*/ 900282 w 900282"/>
                  <a:gd name="connsiteY833" fmla="*/ 241602 h 323736"/>
                  <a:gd name="connsiteX834" fmla="*/ 900282 w 900282"/>
                  <a:gd name="connsiteY834" fmla="*/ 244223 h 323736"/>
                  <a:gd name="connsiteX835" fmla="*/ 899841 w 900282"/>
                  <a:gd name="connsiteY835" fmla="*/ 244652 h 323736"/>
                  <a:gd name="connsiteX836" fmla="*/ 2732 w 900282"/>
                  <a:gd name="connsiteY836" fmla="*/ 239311 h 323736"/>
                  <a:gd name="connsiteX837" fmla="*/ 2291 w 900282"/>
                  <a:gd name="connsiteY837" fmla="*/ 238894 h 323736"/>
                  <a:gd name="connsiteX838" fmla="*/ 2168 w 900282"/>
                  <a:gd name="connsiteY838" fmla="*/ 236273 h 323736"/>
                  <a:gd name="connsiteX839" fmla="*/ 2585 w 900282"/>
                  <a:gd name="connsiteY839" fmla="*/ 235820 h 323736"/>
                  <a:gd name="connsiteX840" fmla="*/ 3038 w 900282"/>
                  <a:gd name="connsiteY840" fmla="*/ 236236 h 323736"/>
                  <a:gd name="connsiteX841" fmla="*/ 3160 w 900282"/>
                  <a:gd name="connsiteY841" fmla="*/ 238858 h 323736"/>
                  <a:gd name="connsiteX842" fmla="*/ 2744 w 900282"/>
                  <a:gd name="connsiteY842" fmla="*/ 239311 h 323736"/>
                  <a:gd name="connsiteX843" fmla="*/ 2719 w 900282"/>
                  <a:gd name="connsiteY843" fmla="*/ 239311 h 323736"/>
                  <a:gd name="connsiteX844" fmla="*/ 899829 w 900282"/>
                  <a:gd name="connsiteY844" fmla="*/ 235930 h 323736"/>
                  <a:gd name="connsiteX845" fmla="*/ 899388 w 900282"/>
                  <a:gd name="connsiteY845" fmla="*/ 235501 h 323736"/>
                  <a:gd name="connsiteX846" fmla="*/ 899364 w 900282"/>
                  <a:gd name="connsiteY846" fmla="*/ 232880 h 323736"/>
                  <a:gd name="connsiteX847" fmla="*/ 899793 w 900282"/>
                  <a:gd name="connsiteY847" fmla="*/ 232439 h 323736"/>
                  <a:gd name="connsiteX848" fmla="*/ 899793 w 900282"/>
                  <a:gd name="connsiteY848" fmla="*/ 232439 h 323736"/>
                  <a:gd name="connsiteX849" fmla="*/ 900233 w 900282"/>
                  <a:gd name="connsiteY849" fmla="*/ 232868 h 323736"/>
                  <a:gd name="connsiteX850" fmla="*/ 900258 w 900282"/>
                  <a:gd name="connsiteY850" fmla="*/ 235489 h 323736"/>
                  <a:gd name="connsiteX851" fmla="*/ 899829 w 900282"/>
                  <a:gd name="connsiteY851" fmla="*/ 235930 h 323736"/>
                  <a:gd name="connsiteX852" fmla="*/ 899829 w 900282"/>
                  <a:gd name="connsiteY852" fmla="*/ 235930 h 323736"/>
                  <a:gd name="connsiteX853" fmla="*/ 2340 w 900282"/>
                  <a:gd name="connsiteY853" fmla="*/ 230577 h 323736"/>
                  <a:gd name="connsiteX854" fmla="*/ 1899 w 900282"/>
                  <a:gd name="connsiteY854" fmla="*/ 230160 h 323736"/>
                  <a:gd name="connsiteX855" fmla="*/ 1788 w 900282"/>
                  <a:gd name="connsiteY855" fmla="*/ 227539 h 323736"/>
                  <a:gd name="connsiteX856" fmla="*/ 2205 w 900282"/>
                  <a:gd name="connsiteY856" fmla="*/ 227086 h 323736"/>
                  <a:gd name="connsiteX857" fmla="*/ 2658 w 900282"/>
                  <a:gd name="connsiteY857" fmla="*/ 227502 h 323736"/>
                  <a:gd name="connsiteX858" fmla="*/ 2768 w 900282"/>
                  <a:gd name="connsiteY858" fmla="*/ 230124 h 323736"/>
                  <a:gd name="connsiteX859" fmla="*/ 2352 w 900282"/>
                  <a:gd name="connsiteY859" fmla="*/ 230577 h 323736"/>
                  <a:gd name="connsiteX860" fmla="*/ 2327 w 900282"/>
                  <a:gd name="connsiteY860" fmla="*/ 230577 h 323736"/>
                  <a:gd name="connsiteX861" fmla="*/ 899731 w 900282"/>
                  <a:gd name="connsiteY861" fmla="*/ 227184 h 323736"/>
                  <a:gd name="connsiteX862" fmla="*/ 899290 w 900282"/>
                  <a:gd name="connsiteY862" fmla="*/ 226755 h 323736"/>
                  <a:gd name="connsiteX863" fmla="*/ 899241 w 900282"/>
                  <a:gd name="connsiteY863" fmla="*/ 224134 h 323736"/>
                  <a:gd name="connsiteX864" fmla="*/ 899670 w 900282"/>
                  <a:gd name="connsiteY864" fmla="*/ 223692 h 323736"/>
                  <a:gd name="connsiteX865" fmla="*/ 899670 w 900282"/>
                  <a:gd name="connsiteY865" fmla="*/ 223692 h 323736"/>
                  <a:gd name="connsiteX866" fmla="*/ 900111 w 900282"/>
                  <a:gd name="connsiteY866" fmla="*/ 224121 h 323736"/>
                  <a:gd name="connsiteX867" fmla="*/ 900160 w 900282"/>
                  <a:gd name="connsiteY867" fmla="*/ 226743 h 323736"/>
                  <a:gd name="connsiteX868" fmla="*/ 899731 w 900282"/>
                  <a:gd name="connsiteY868" fmla="*/ 227184 h 323736"/>
                  <a:gd name="connsiteX869" fmla="*/ 899731 w 900282"/>
                  <a:gd name="connsiteY869" fmla="*/ 227184 h 323736"/>
                  <a:gd name="connsiteX870" fmla="*/ 1984 w 900282"/>
                  <a:gd name="connsiteY870" fmla="*/ 221843 h 323736"/>
                  <a:gd name="connsiteX871" fmla="*/ 1543 w 900282"/>
                  <a:gd name="connsiteY871" fmla="*/ 221426 h 323736"/>
                  <a:gd name="connsiteX872" fmla="*/ 1445 w 900282"/>
                  <a:gd name="connsiteY872" fmla="*/ 218805 h 323736"/>
                  <a:gd name="connsiteX873" fmla="*/ 1862 w 900282"/>
                  <a:gd name="connsiteY873" fmla="*/ 218352 h 323736"/>
                  <a:gd name="connsiteX874" fmla="*/ 2315 w 900282"/>
                  <a:gd name="connsiteY874" fmla="*/ 218768 h 323736"/>
                  <a:gd name="connsiteX875" fmla="*/ 2413 w 900282"/>
                  <a:gd name="connsiteY875" fmla="*/ 221390 h 323736"/>
                  <a:gd name="connsiteX876" fmla="*/ 1997 w 900282"/>
                  <a:gd name="connsiteY876" fmla="*/ 221843 h 323736"/>
                  <a:gd name="connsiteX877" fmla="*/ 1984 w 900282"/>
                  <a:gd name="connsiteY877" fmla="*/ 221843 h 323736"/>
                  <a:gd name="connsiteX878" fmla="*/ 899535 w 900282"/>
                  <a:gd name="connsiteY878" fmla="*/ 218462 h 323736"/>
                  <a:gd name="connsiteX879" fmla="*/ 899094 w 900282"/>
                  <a:gd name="connsiteY879" fmla="*/ 218033 h 323736"/>
                  <a:gd name="connsiteX880" fmla="*/ 899021 w 900282"/>
                  <a:gd name="connsiteY880" fmla="*/ 215424 h 323736"/>
                  <a:gd name="connsiteX881" fmla="*/ 899449 w 900282"/>
                  <a:gd name="connsiteY881" fmla="*/ 214971 h 323736"/>
                  <a:gd name="connsiteX882" fmla="*/ 899903 w 900282"/>
                  <a:gd name="connsiteY882" fmla="*/ 215399 h 323736"/>
                  <a:gd name="connsiteX883" fmla="*/ 899976 w 900282"/>
                  <a:gd name="connsiteY883" fmla="*/ 218021 h 323736"/>
                  <a:gd name="connsiteX884" fmla="*/ 899547 w 900282"/>
                  <a:gd name="connsiteY884" fmla="*/ 218474 h 323736"/>
                  <a:gd name="connsiteX885" fmla="*/ 899535 w 900282"/>
                  <a:gd name="connsiteY885" fmla="*/ 218474 h 323736"/>
                  <a:gd name="connsiteX886" fmla="*/ 1654 w 900282"/>
                  <a:gd name="connsiteY886" fmla="*/ 213109 h 323736"/>
                  <a:gd name="connsiteX887" fmla="*/ 1213 w 900282"/>
                  <a:gd name="connsiteY887" fmla="*/ 212692 h 323736"/>
                  <a:gd name="connsiteX888" fmla="*/ 1127 w 900282"/>
                  <a:gd name="connsiteY888" fmla="*/ 210071 h 323736"/>
                  <a:gd name="connsiteX889" fmla="*/ 1543 w 900282"/>
                  <a:gd name="connsiteY889" fmla="*/ 209618 h 323736"/>
                  <a:gd name="connsiteX890" fmla="*/ 1997 w 900282"/>
                  <a:gd name="connsiteY890" fmla="*/ 210034 h 323736"/>
                  <a:gd name="connsiteX891" fmla="*/ 2082 w 900282"/>
                  <a:gd name="connsiteY891" fmla="*/ 212656 h 323736"/>
                  <a:gd name="connsiteX892" fmla="*/ 1666 w 900282"/>
                  <a:gd name="connsiteY892" fmla="*/ 213109 h 323736"/>
                  <a:gd name="connsiteX893" fmla="*/ 1654 w 900282"/>
                  <a:gd name="connsiteY893" fmla="*/ 213109 h 323736"/>
                  <a:gd name="connsiteX894" fmla="*/ 899241 w 900282"/>
                  <a:gd name="connsiteY894" fmla="*/ 209740 h 323736"/>
                  <a:gd name="connsiteX895" fmla="*/ 898800 w 900282"/>
                  <a:gd name="connsiteY895" fmla="*/ 209324 h 323736"/>
                  <a:gd name="connsiteX896" fmla="*/ 898690 w 900282"/>
                  <a:gd name="connsiteY896" fmla="*/ 206714 h 323736"/>
                  <a:gd name="connsiteX897" fmla="*/ 899106 w 900282"/>
                  <a:gd name="connsiteY897" fmla="*/ 206261 h 323736"/>
                  <a:gd name="connsiteX898" fmla="*/ 899560 w 900282"/>
                  <a:gd name="connsiteY898" fmla="*/ 206678 h 323736"/>
                  <a:gd name="connsiteX899" fmla="*/ 899670 w 900282"/>
                  <a:gd name="connsiteY899" fmla="*/ 209287 h 323736"/>
                  <a:gd name="connsiteX900" fmla="*/ 899253 w 900282"/>
                  <a:gd name="connsiteY900" fmla="*/ 209740 h 323736"/>
                  <a:gd name="connsiteX901" fmla="*/ 899241 w 900282"/>
                  <a:gd name="connsiteY901" fmla="*/ 209740 h 323736"/>
                  <a:gd name="connsiteX902" fmla="*/ 1372 w 900282"/>
                  <a:gd name="connsiteY902" fmla="*/ 204375 h 323736"/>
                  <a:gd name="connsiteX903" fmla="*/ 931 w 900282"/>
                  <a:gd name="connsiteY903" fmla="*/ 203946 h 323736"/>
                  <a:gd name="connsiteX904" fmla="*/ 857 w 900282"/>
                  <a:gd name="connsiteY904" fmla="*/ 201325 h 323736"/>
                  <a:gd name="connsiteX905" fmla="*/ 1286 w 900282"/>
                  <a:gd name="connsiteY905" fmla="*/ 200871 h 323736"/>
                  <a:gd name="connsiteX906" fmla="*/ 1739 w 900282"/>
                  <a:gd name="connsiteY906" fmla="*/ 201300 h 323736"/>
                  <a:gd name="connsiteX907" fmla="*/ 1813 w 900282"/>
                  <a:gd name="connsiteY907" fmla="*/ 203921 h 323736"/>
                  <a:gd name="connsiteX908" fmla="*/ 1384 w 900282"/>
                  <a:gd name="connsiteY908" fmla="*/ 204375 h 323736"/>
                  <a:gd name="connsiteX909" fmla="*/ 1372 w 900282"/>
                  <a:gd name="connsiteY909" fmla="*/ 204375 h 323736"/>
                  <a:gd name="connsiteX910" fmla="*/ 898862 w 900282"/>
                  <a:gd name="connsiteY910" fmla="*/ 201043 h 323736"/>
                  <a:gd name="connsiteX911" fmla="*/ 898421 w 900282"/>
                  <a:gd name="connsiteY911" fmla="*/ 200626 h 323736"/>
                  <a:gd name="connsiteX912" fmla="*/ 898286 w 900282"/>
                  <a:gd name="connsiteY912" fmla="*/ 198017 h 323736"/>
                  <a:gd name="connsiteX913" fmla="*/ 898702 w 900282"/>
                  <a:gd name="connsiteY913" fmla="*/ 197564 h 323736"/>
                  <a:gd name="connsiteX914" fmla="*/ 899155 w 900282"/>
                  <a:gd name="connsiteY914" fmla="*/ 197980 h 323736"/>
                  <a:gd name="connsiteX915" fmla="*/ 899290 w 900282"/>
                  <a:gd name="connsiteY915" fmla="*/ 200589 h 323736"/>
                  <a:gd name="connsiteX916" fmla="*/ 898874 w 900282"/>
                  <a:gd name="connsiteY916" fmla="*/ 201043 h 323736"/>
                  <a:gd name="connsiteX917" fmla="*/ 898849 w 900282"/>
                  <a:gd name="connsiteY917" fmla="*/ 201043 h 323736"/>
                  <a:gd name="connsiteX918" fmla="*/ 1127 w 900282"/>
                  <a:gd name="connsiteY918" fmla="*/ 195641 h 323736"/>
                  <a:gd name="connsiteX919" fmla="*/ 686 w 900282"/>
                  <a:gd name="connsiteY919" fmla="*/ 195212 h 323736"/>
                  <a:gd name="connsiteX920" fmla="*/ 612 w 900282"/>
                  <a:gd name="connsiteY920" fmla="*/ 192590 h 323736"/>
                  <a:gd name="connsiteX921" fmla="*/ 1041 w 900282"/>
                  <a:gd name="connsiteY921" fmla="*/ 192137 h 323736"/>
                  <a:gd name="connsiteX922" fmla="*/ 1494 w 900282"/>
                  <a:gd name="connsiteY922" fmla="*/ 192566 h 323736"/>
                  <a:gd name="connsiteX923" fmla="*/ 1568 w 900282"/>
                  <a:gd name="connsiteY923" fmla="*/ 195187 h 323736"/>
                  <a:gd name="connsiteX924" fmla="*/ 1139 w 900282"/>
                  <a:gd name="connsiteY924" fmla="*/ 195641 h 323736"/>
                  <a:gd name="connsiteX925" fmla="*/ 1139 w 900282"/>
                  <a:gd name="connsiteY925" fmla="*/ 195641 h 323736"/>
                  <a:gd name="connsiteX926" fmla="*/ 898396 w 900282"/>
                  <a:gd name="connsiteY926" fmla="*/ 192321 h 323736"/>
                  <a:gd name="connsiteX927" fmla="*/ 897955 w 900282"/>
                  <a:gd name="connsiteY927" fmla="*/ 191904 h 323736"/>
                  <a:gd name="connsiteX928" fmla="*/ 897796 w 900282"/>
                  <a:gd name="connsiteY928" fmla="*/ 189283 h 323736"/>
                  <a:gd name="connsiteX929" fmla="*/ 898200 w 900282"/>
                  <a:gd name="connsiteY929" fmla="*/ 188818 h 323736"/>
                  <a:gd name="connsiteX930" fmla="*/ 898665 w 900282"/>
                  <a:gd name="connsiteY930" fmla="*/ 189222 h 323736"/>
                  <a:gd name="connsiteX931" fmla="*/ 898825 w 900282"/>
                  <a:gd name="connsiteY931" fmla="*/ 191843 h 323736"/>
                  <a:gd name="connsiteX932" fmla="*/ 898408 w 900282"/>
                  <a:gd name="connsiteY932" fmla="*/ 192309 h 323736"/>
                  <a:gd name="connsiteX933" fmla="*/ 898384 w 900282"/>
                  <a:gd name="connsiteY933" fmla="*/ 192309 h 323736"/>
                  <a:gd name="connsiteX934" fmla="*/ 906 w 900282"/>
                  <a:gd name="connsiteY934" fmla="*/ 186907 h 323736"/>
                  <a:gd name="connsiteX935" fmla="*/ 465 w 900282"/>
                  <a:gd name="connsiteY935" fmla="*/ 186478 h 323736"/>
                  <a:gd name="connsiteX936" fmla="*/ 404 w 900282"/>
                  <a:gd name="connsiteY936" fmla="*/ 183856 h 323736"/>
                  <a:gd name="connsiteX937" fmla="*/ 833 w 900282"/>
                  <a:gd name="connsiteY937" fmla="*/ 183415 h 323736"/>
                  <a:gd name="connsiteX938" fmla="*/ 833 w 900282"/>
                  <a:gd name="connsiteY938" fmla="*/ 183415 h 323736"/>
                  <a:gd name="connsiteX939" fmla="*/ 1274 w 900282"/>
                  <a:gd name="connsiteY939" fmla="*/ 183844 h 323736"/>
                  <a:gd name="connsiteX940" fmla="*/ 1335 w 900282"/>
                  <a:gd name="connsiteY940" fmla="*/ 186466 h 323736"/>
                  <a:gd name="connsiteX941" fmla="*/ 906 w 900282"/>
                  <a:gd name="connsiteY941" fmla="*/ 186907 h 323736"/>
                  <a:gd name="connsiteX942" fmla="*/ 906 w 900282"/>
                  <a:gd name="connsiteY942" fmla="*/ 186907 h 323736"/>
                  <a:gd name="connsiteX943" fmla="*/ 897832 w 900282"/>
                  <a:gd name="connsiteY943" fmla="*/ 183599 h 323736"/>
                  <a:gd name="connsiteX944" fmla="*/ 897391 w 900282"/>
                  <a:gd name="connsiteY944" fmla="*/ 183195 h 323736"/>
                  <a:gd name="connsiteX945" fmla="*/ 897208 w 900282"/>
                  <a:gd name="connsiteY945" fmla="*/ 180586 h 323736"/>
                  <a:gd name="connsiteX946" fmla="*/ 897612 w 900282"/>
                  <a:gd name="connsiteY946" fmla="*/ 180120 h 323736"/>
                  <a:gd name="connsiteX947" fmla="*/ 898078 w 900282"/>
                  <a:gd name="connsiteY947" fmla="*/ 180524 h 323736"/>
                  <a:gd name="connsiteX948" fmla="*/ 898261 w 900282"/>
                  <a:gd name="connsiteY948" fmla="*/ 183146 h 323736"/>
                  <a:gd name="connsiteX949" fmla="*/ 897857 w 900282"/>
                  <a:gd name="connsiteY949" fmla="*/ 183611 h 323736"/>
                  <a:gd name="connsiteX950" fmla="*/ 897832 w 900282"/>
                  <a:gd name="connsiteY950" fmla="*/ 183611 h 323736"/>
                  <a:gd name="connsiteX951" fmla="*/ 723 w 900282"/>
                  <a:gd name="connsiteY951" fmla="*/ 178160 h 323736"/>
                  <a:gd name="connsiteX952" fmla="*/ 282 w 900282"/>
                  <a:gd name="connsiteY952" fmla="*/ 177732 h 323736"/>
                  <a:gd name="connsiteX953" fmla="*/ 233 w 900282"/>
                  <a:gd name="connsiteY953" fmla="*/ 175110 h 323736"/>
                  <a:gd name="connsiteX954" fmla="*/ 661 w 900282"/>
                  <a:gd name="connsiteY954" fmla="*/ 174669 h 323736"/>
                  <a:gd name="connsiteX955" fmla="*/ 1102 w 900282"/>
                  <a:gd name="connsiteY955" fmla="*/ 175098 h 323736"/>
                  <a:gd name="connsiteX956" fmla="*/ 1151 w 900282"/>
                  <a:gd name="connsiteY956" fmla="*/ 177719 h 323736"/>
                  <a:gd name="connsiteX957" fmla="*/ 723 w 900282"/>
                  <a:gd name="connsiteY957" fmla="*/ 178160 h 323736"/>
                  <a:gd name="connsiteX958" fmla="*/ 723 w 900282"/>
                  <a:gd name="connsiteY958" fmla="*/ 178160 h 323736"/>
                  <a:gd name="connsiteX959" fmla="*/ 897196 w 900282"/>
                  <a:gd name="connsiteY959" fmla="*/ 174877 h 323736"/>
                  <a:gd name="connsiteX960" fmla="*/ 896754 w 900282"/>
                  <a:gd name="connsiteY960" fmla="*/ 174473 h 323736"/>
                  <a:gd name="connsiteX961" fmla="*/ 896546 w 900282"/>
                  <a:gd name="connsiteY961" fmla="*/ 171864 h 323736"/>
                  <a:gd name="connsiteX962" fmla="*/ 896950 w 900282"/>
                  <a:gd name="connsiteY962" fmla="*/ 171398 h 323736"/>
                  <a:gd name="connsiteX963" fmla="*/ 897416 w 900282"/>
                  <a:gd name="connsiteY963" fmla="*/ 171803 h 323736"/>
                  <a:gd name="connsiteX964" fmla="*/ 897624 w 900282"/>
                  <a:gd name="connsiteY964" fmla="*/ 174424 h 323736"/>
                  <a:gd name="connsiteX965" fmla="*/ 897220 w 900282"/>
                  <a:gd name="connsiteY965" fmla="*/ 174890 h 323736"/>
                  <a:gd name="connsiteX966" fmla="*/ 897183 w 900282"/>
                  <a:gd name="connsiteY966" fmla="*/ 174890 h 323736"/>
                  <a:gd name="connsiteX967" fmla="*/ 588 w 900282"/>
                  <a:gd name="connsiteY967" fmla="*/ 169426 h 323736"/>
                  <a:gd name="connsiteX968" fmla="*/ 147 w 900282"/>
                  <a:gd name="connsiteY968" fmla="*/ 168997 h 323736"/>
                  <a:gd name="connsiteX969" fmla="*/ 110 w 900282"/>
                  <a:gd name="connsiteY969" fmla="*/ 166376 h 323736"/>
                  <a:gd name="connsiteX970" fmla="*/ 539 w 900282"/>
                  <a:gd name="connsiteY970" fmla="*/ 165935 h 323736"/>
                  <a:gd name="connsiteX971" fmla="*/ 980 w 900282"/>
                  <a:gd name="connsiteY971" fmla="*/ 166364 h 323736"/>
                  <a:gd name="connsiteX972" fmla="*/ 1017 w 900282"/>
                  <a:gd name="connsiteY972" fmla="*/ 168985 h 323736"/>
                  <a:gd name="connsiteX973" fmla="*/ 588 w 900282"/>
                  <a:gd name="connsiteY973" fmla="*/ 169426 h 323736"/>
                  <a:gd name="connsiteX974" fmla="*/ 588 w 900282"/>
                  <a:gd name="connsiteY974" fmla="*/ 169426 h 323736"/>
                  <a:gd name="connsiteX975" fmla="*/ 896485 w 900282"/>
                  <a:gd name="connsiteY975" fmla="*/ 166168 h 323736"/>
                  <a:gd name="connsiteX976" fmla="*/ 896056 w 900282"/>
                  <a:gd name="connsiteY976" fmla="*/ 165763 h 323736"/>
                  <a:gd name="connsiteX977" fmla="*/ 895823 w 900282"/>
                  <a:gd name="connsiteY977" fmla="*/ 163154 h 323736"/>
                  <a:gd name="connsiteX978" fmla="*/ 896216 w 900282"/>
                  <a:gd name="connsiteY978" fmla="*/ 162677 h 323736"/>
                  <a:gd name="connsiteX979" fmla="*/ 896693 w 900282"/>
                  <a:gd name="connsiteY979" fmla="*/ 163069 h 323736"/>
                  <a:gd name="connsiteX980" fmla="*/ 896926 w 900282"/>
                  <a:gd name="connsiteY980" fmla="*/ 165678 h 323736"/>
                  <a:gd name="connsiteX981" fmla="*/ 896534 w 900282"/>
                  <a:gd name="connsiteY981" fmla="*/ 166155 h 323736"/>
                  <a:gd name="connsiteX982" fmla="*/ 896497 w 900282"/>
                  <a:gd name="connsiteY982" fmla="*/ 166155 h 323736"/>
                  <a:gd name="connsiteX983" fmla="*/ 502 w 900282"/>
                  <a:gd name="connsiteY983" fmla="*/ 160680 h 323736"/>
                  <a:gd name="connsiteX984" fmla="*/ 61 w 900282"/>
                  <a:gd name="connsiteY984" fmla="*/ 160251 h 323736"/>
                  <a:gd name="connsiteX985" fmla="*/ 37 w 900282"/>
                  <a:gd name="connsiteY985" fmla="*/ 157630 h 323736"/>
                  <a:gd name="connsiteX986" fmla="*/ 465 w 900282"/>
                  <a:gd name="connsiteY986" fmla="*/ 157189 h 323736"/>
                  <a:gd name="connsiteX987" fmla="*/ 465 w 900282"/>
                  <a:gd name="connsiteY987" fmla="*/ 157189 h 323736"/>
                  <a:gd name="connsiteX988" fmla="*/ 906 w 900282"/>
                  <a:gd name="connsiteY988" fmla="*/ 157617 h 323736"/>
                  <a:gd name="connsiteX989" fmla="*/ 931 w 900282"/>
                  <a:gd name="connsiteY989" fmla="*/ 160239 h 323736"/>
                  <a:gd name="connsiteX990" fmla="*/ 502 w 900282"/>
                  <a:gd name="connsiteY990" fmla="*/ 160680 h 323736"/>
                  <a:gd name="connsiteX991" fmla="*/ 502 w 900282"/>
                  <a:gd name="connsiteY991" fmla="*/ 160680 h 323736"/>
                  <a:gd name="connsiteX992" fmla="*/ 895701 w 900282"/>
                  <a:gd name="connsiteY992" fmla="*/ 157458 h 323736"/>
                  <a:gd name="connsiteX993" fmla="*/ 895272 w 900282"/>
                  <a:gd name="connsiteY993" fmla="*/ 157066 h 323736"/>
                  <a:gd name="connsiteX994" fmla="*/ 895027 w 900282"/>
                  <a:gd name="connsiteY994" fmla="*/ 154457 h 323736"/>
                  <a:gd name="connsiteX995" fmla="*/ 895419 w 900282"/>
                  <a:gd name="connsiteY995" fmla="*/ 153979 h 323736"/>
                  <a:gd name="connsiteX996" fmla="*/ 895897 w 900282"/>
                  <a:gd name="connsiteY996" fmla="*/ 154371 h 323736"/>
                  <a:gd name="connsiteX997" fmla="*/ 896142 w 900282"/>
                  <a:gd name="connsiteY997" fmla="*/ 156980 h 323736"/>
                  <a:gd name="connsiteX998" fmla="*/ 895750 w 900282"/>
                  <a:gd name="connsiteY998" fmla="*/ 157458 h 323736"/>
                  <a:gd name="connsiteX999" fmla="*/ 895713 w 900282"/>
                  <a:gd name="connsiteY999" fmla="*/ 157458 h 323736"/>
                  <a:gd name="connsiteX1000" fmla="*/ 453 w 900282"/>
                  <a:gd name="connsiteY1000" fmla="*/ 151946 h 323736"/>
                  <a:gd name="connsiteX1001" fmla="*/ 12 w 900282"/>
                  <a:gd name="connsiteY1001" fmla="*/ 151505 h 323736"/>
                  <a:gd name="connsiteX1002" fmla="*/ 12 w 900282"/>
                  <a:gd name="connsiteY1002" fmla="*/ 148883 h 323736"/>
                  <a:gd name="connsiteX1003" fmla="*/ 441 w 900282"/>
                  <a:gd name="connsiteY1003" fmla="*/ 148442 h 323736"/>
                  <a:gd name="connsiteX1004" fmla="*/ 441 w 900282"/>
                  <a:gd name="connsiteY1004" fmla="*/ 148442 h 323736"/>
                  <a:gd name="connsiteX1005" fmla="*/ 882 w 900282"/>
                  <a:gd name="connsiteY1005" fmla="*/ 148883 h 323736"/>
                  <a:gd name="connsiteX1006" fmla="*/ 882 w 900282"/>
                  <a:gd name="connsiteY1006" fmla="*/ 151493 h 323736"/>
                  <a:gd name="connsiteX1007" fmla="*/ 453 w 900282"/>
                  <a:gd name="connsiteY1007" fmla="*/ 151934 h 323736"/>
                  <a:gd name="connsiteX1008" fmla="*/ 453 w 900282"/>
                  <a:gd name="connsiteY1008" fmla="*/ 151934 h 323736"/>
                  <a:gd name="connsiteX1009" fmla="*/ 894844 w 900282"/>
                  <a:gd name="connsiteY1009" fmla="*/ 148761 h 323736"/>
                  <a:gd name="connsiteX1010" fmla="*/ 894415 w 900282"/>
                  <a:gd name="connsiteY1010" fmla="*/ 148369 h 323736"/>
                  <a:gd name="connsiteX1011" fmla="*/ 894145 w 900282"/>
                  <a:gd name="connsiteY1011" fmla="*/ 145760 h 323736"/>
                  <a:gd name="connsiteX1012" fmla="*/ 894537 w 900282"/>
                  <a:gd name="connsiteY1012" fmla="*/ 145282 h 323736"/>
                  <a:gd name="connsiteX1013" fmla="*/ 895015 w 900282"/>
                  <a:gd name="connsiteY1013" fmla="*/ 145674 h 323736"/>
                  <a:gd name="connsiteX1014" fmla="*/ 895285 w 900282"/>
                  <a:gd name="connsiteY1014" fmla="*/ 148283 h 323736"/>
                  <a:gd name="connsiteX1015" fmla="*/ 894893 w 900282"/>
                  <a:gd name="connsiteY1015" fmla="*/ 148761 h 323736"/>
                  <a:gd name="connsiteX1016" fmla="*/ 894844 w 900282"/>
                  <a:gd name="connsiteY1016" fmla="*/ 148761 h 323736"/>
                  <a:gd name="connsiteX1017" fmla="*/ 441 w 900282"/>
                  <a:gd name="connsiteY1017" fmla="*/ 143212 h 323736"/>
                  <a:gd name="connsiteX1018" fmla="*/ 441 w 900282"/>
                  <a:gd name="connsiteY1018" fmla="*/ 143212 h 323736"/>
                  <a:gd name="connsiteX1019" fmla="*/ 0 w 900282"/>
                  <a:gd name="connsiteY1019" fmla="*/ 142771 h 323736"/>
                  <a:gd name="connsiteX1020" fmla="*/ 0 w 900282"/>
                  <a:gd name="connsiteY1020" fmla="*/ 140149 h 323736"/>
                  <a:gd name="connsiteX1021" fmla="*/ 441 w 900282"/>
                  <a:gd name="connsiteY1021" fmla="*/ 139708 h 323736"/>
                  <a:gd name="connsiteX1022" fmla="*/ 441 w 900282"/>
                  <a:gd name="connsiteY1022" fmla="*/ 139708 h 323736"/>
                  <a:gd name="connsiteX1023" fmla="*/ 882 w 900282"/>
                  <a:gd name="connsiteY1023" fmla="*/ 140149 h 323736"/>
                  <a:gd name="connsiteX1024" fmla="*/ 882 w 900282"/>
                  <a:gd name="connsiteY1024" fmla="*/ 142771 h 323736"/>
                  <a:gd name="connsiteX1025" fmla="*/ 441 w 900282"/>
                  <a:gd name="connsiteY1025" fmla="*/ 143212 h 323736"/>
                  <a:gd name="connsiteX1026" fmla="*/ 893913 w 900282"/>
                  <a:gd name="connsiteY1026" fmla="*/ 140076 h 323736"/>
                  <a:gd name="connsiteX1027" fmla="*/ 893484 w 900282"/>
                  <a:gd name="connsiteY1027" fmla="*/ 139684 h 323736"/>
                  <a:gd name="connsiteX1028" fmla="*/ 893190 w 900282"/>
                  <a:gd name="connsiteY1028" fmla="*/ 137075 h 323736"/>
                  <a:gd name="connsiteX1029" fmla="*/ 893570 w 900282"/>
                  <a:gd name="connsiteY1029" fmla="*/ 136597 h 323736"/>
                  <a:gd name="connsiteX1030" fmla="*/ 894047 w 900282"/>
                  <a:gd name="connsiteY1030" fmla="*/ 136977 h 323736"/>
                  <a:gd name="connsiteX1031" fmla="*/ 894341 w 900282"/>
                  <a:gd name="connsiteY1031" fmla="*/ 139586 h 323736"/>
                  <a:gd name="connsiteX1032" fmla="*/ 893949 w 900282"/>
                  <a:gd name="connsiteY1032" fmla="*/ 140064 h 323736"/>
                  <a:gd name="connsiteX1033" fmla="*/ 893900 w 900282"/>
                  <a:gd name="connsiteY1033" fmla="*/ 140064 h 323736"/>
                  <a:gd name="connsiteX1034" fmla="*/ 490 w 900282"/>
                  <a:gd name="connsiteY1034" fmla="*/ 134478 h 323736"/>
                  <a:gd name="connsiteX1035" fmla="*/ 490 w 900282"/>
                  <a:gd name="connsiteY1035" fmla="*/ 134478 h 323736"/>
                  <a:gd name="connsiteX1036" fmla="*/ 61 w 900282"/>
                  <a:gd name="connsiteY1036" fmla="*/ 134037 h 323736"/>
                  <a:gd name="connsiteX1037" fmla="*/ 86 w 900282"/>
                  <a:gd name="connsiteY1037" fmla="*/ 131427 h 323736"/>
                  <a:gd name="connsiteX1038" fmla="*/ 527 w 900282"/>
                  <a:gd name="connsiteY1038" fmla="*/ 130999 h 323736"/>
                  <a:gd name="connsiteX1039" fmla="*/ 955 w 900282"/>
                  <a:gd name="connsiteY1039" fmla="*/ 131440 h 323736"/>
                  <a:gd name="connsiteX1040" fmla="*/ 931 w 900282"/>
                  <a:gd name="connsiteY1040" fmla="*/ 134049 h 323736"/>
                  <a:gd name="connsiteX1041" fmla="*/ 490 w 900282"/>
                  <a:gd name="connsiteY1041" fmla="*/ 134478 h 323736"/>
                  <a:gd name="connsiteX1042" fmla="*/ 892920 w 900282"/>
                  <a:gd name="connsiteY1042" fmla="*/ 131391 h 323736"/>
                  <a:gd name="connsiteX1043" fmla="*/ 892492 w 900282"/>
                  <a:gd name="connsiteY1043" fmla="*/ 131011 h 323736"/>
                  <a:gd name="connsiteX1044" fmla="*/ 892173 w 900282"/>
                  <a:gd name="connsiteY1044" fmla="*/ 128402 h 323736"/>
                  <a:gd name="connsiteX1045" fmla="*/ 892553 w 900282"/>
                  <a:gd name="connsiteY1045" fmla="*/ 127912 h 323736"/>
                  <a:gd name="connsiteX1046" fmla="*/ 893043 w 900282"/>
                  <a:gd name="connsiteY1046" fmla="*/ 128292 h 323736"/>
                  <a:gd name="connsiteX1047" fmla="*/ 893361 w 900282"/>
                  <a:gd name="connsiteY1047" fmla="*/ 130901 h 323736"/>
                  <a:gd name="connsiteX1048" fmla="*/ 892982 w 900282"/>
                  <a:gd name="connsiteY1048" fmla="*/ 131391 h 323736"/>
                  <a:gd name="connsiteX1049" fmla="*/ 892933 w 900282"/>
                  <a:gd name="connsiteY1049" fmla="*/ 131391 h 323736"/>
                  <a:gd name="connsiteX1050" fmla="*/ 588 w 900282"/>
                  <a:gd name="connsiteY1050" fmla="*/ 125744 h 323736"/>
                  <a:gd name="connsiteX1051" fmla="*/ 588 w 900282"/>
                  <a:gd name="connsiteY1051" fmla="*/ 125744 h 323736"/>
                  <a:gd name="connsiteX1052" fmla="*/ 159 w 900282"/>
                  <a:gd name="connsiteY1052" fmla="*/ 125303 h 323736"/>
                  <a:gd name="connsiteX1053" fmla="*/ 196 w 900282"/>
                  <a:gd name="connsiteY1053" fmla="*/ 122681 h 323736"/>
                  <a:gd name="connsiteX1054" fmla="*/ 637 w 900282"/>
                  <a:gd name="connsiteY1054" fmla="*/ 122252 h 323736"/>
                  <a:gd name="connsiteX1055" fmla="*/ 637 w 900282"/>
                  <a:gd name="connsiteY1055" fmla="*/ 122252 h 323736"/>
                  <a:gd name="connsiteX1056" fmla="*/ 1066 w 900282"/>
                  <a:gd name="connsiteY1056" fmla="*/ 122693 h 323736"/>
                  <a:gd name="connsiteX1057" fmla="*/ 1029 w 900282"/>
                  <a:gd name="connsiteY1057" fmla="*/ 125315 h 323736"/>
                  <a:gd name="connsiteX1058" fmla="*/ 588 w 900282"/>
                  <a:gd name="connsiteY1058" fmla="*/ 125744 h 323736"/>
                  <a:gd name="connsiteX1059" fmla="*/ 891855 w 900282"/>
                  <a:gd name="connsiteY1059" fmla="*/ 122706 h 323736"/>
                  <a:gd name="connsiteX1060" fmla="*/ 891426 w 900282"/>
                  <a:gd name="connsiteY1060" fmla="*/ 122326 h 323736"/>
                  <a:gd name="connsiteX1061" fmla="*/ 891095 w 900282"/>
                  <a:gd name="connsiteY1061" fmla="*/ 119729 h 323736"/>
                  <a:gd name="connsiteX1062" fmla="*/ 891475 w 900282"/>
                  <a:gd name="connsiteY1062" fmla="*/ 119239 h 323736"/>
                  <a:gd name="connsiteX1063" fmla="*/ 891965 w 900282"/>
                  <a:gd name="connsiteY1063" fmla="*/ 119619 h 323736"/>
                  <a:gd name="connsiteX1064" fmla="*/ 892296 w 900282"/>
                  <a:gd name="connsiteY1064" fmla="*/ 122216 h 323736"/>
                  <a:gd name="connsiteX1065" fmla="*/ 891916 w 900282"/>
                  <a:gd name="connsiteY1065" fmla="*/ 122706 h 323736"/>
                  <a:gd name="connsiteX1066" fmla="*/ 891855 w 900282"/>
                  <a:gd name="connsiteY1066" fmla="*/ 122706 h 323736"/>
                  <a:gd name="connsiteX1067" fmla="*/ 723 w 900282"/>
                  <a:gd name="connsiteY1067" fmla="*/ 117010 h 323736"/>
                  <a:gd name="connsiteX1068" fmla="*/ 723 w 900282"/>
                  <a:gd name="connsiteY1068" fmla="*/ 117010 h 323736"/>
                  <a:gd name="connsiteX1069" fmla="*/ 294 w 900282"/>
                  <a:gd name="connsiteY1069" fmla="*/ 116569 h 323736"/>
                  <a:gd name="connsiteX1070" fmla="*/ 343 w 900282"/>
                  <a:gd name="connsiteY1070" fmla="*/ 113947 h 323736"/>
                  <a:gd name="connsiteX1071" fmla="*/ 784 w 900282"/>
                  <a:gd name="connsiteY1071" fmla="*/ 113518 h 323736"/>
                  <a:gd name="connsiteX1072" fmla="*/ 1213 w 900282"/>
                  <a:gd name="connsiteY1072" fmla="*/ 113959 h 323736"/>
                  <a:gd name="connsiteX1073" fmla="*/ 1164 w 900282"/>
                  <a:gd name="connsiteY1073" fmla="*/ 116581 h 323736"/>
                  <a:gd name="connsiteX1074" fmla="*/ 723 w 900282"/>
                  <a:gd name="connsiteY1074" fmla="*/ 117010 h 323736"/>
                  <a:gd name="connsiteX1075" fmla="*/ 890715 w 900282"/>
                  <a:gd name="connsiteY1075" fmla="*/ 114033 h 323736"/>
                  <a:gd name="connsiteX1076" fmla="*/ 890287 w 900282"/>
                  <a:gd name="connsiteY1076" fmla="*/ 113653 h 323736"/>
                  <a:gd name="connsiteX1077" fmla="*/ 889931 w 900282"/>
                  <a:gd name="connsiteY1077" fmla="*/ 111056 h 323736"/>
                  <a:gd name="connsiteX1078" fmla="*/ 890299 w 900282"/>
                  <a:gd name="connsiteY1078" fmla="*/ 110566 h 323736"/>
                  <a:gd name="connsiteX1079" fmla="*/ 890789 w 900282"/>
                  <a:gd name="connsiteY1079" fmla="*/ 110946 h 323736"/>
                  <a:gd name="connsiteX1080" fmla="*/ 891144 w 900282"/>
                  <a:gd name="connsiteY1080" fmla="*/ 113543 h 323736"/>
                  <a:gd name="connsiteX1081" fmla="*/ 890764 w 900282"/>
                  <a:gd name="connsiteY1081" fmla="*/ 114033 h 323736"/>
                  <a:gd name="connsiteX1082" fmla="*/ 890703 w 900282"/>
                  <a:gd name="connsiteY1082" fmla="*/ 114033 h 323736"/>
                  <a:gd name="connsiteX1083" fmla="*/ 919 w 900282"/>
                  <a:gd name="connsiteY1083" fmla="*/ 108275 h 323736"/>
                  <a:gd name="connsiteX1084" fmla="*/ 919 w 900282"/>
                  <a:gd name="connsiteY1084" fmla="*/ 108275 h 323736"/>
                  <a:gd name="connsiteX1085" fmla="*/ 490 w 900282"/>
                  <a:gd name="connsiteY1085" fmla="*/ 107822 h 323736"/>
                  <a:gd name="connsiteX1086" fmla="*/ 563 w 900282"/>
                  <a:gd name="connsiteY1086" fmla="*/ 105201 h 323736"/>
                  <a:gd name="connsiteX1087" fmla="*/ 1017 w 900282"/>
                  <a:gd name="connsiteY1087" fmla="*/ 104772 h 323736"/>
                  <a:gd name="connsiteX1088" fmla="*/ 1445 w 900282"/>
                  <a:gd name="connsiteY1088" fmla="*/ 105225 h 323736"/>
                  <a:gd name="connsiteX1089" fmla="*/ 1372 w 900282"/>
                  <a:gd name="connsiteY1089" fmla="*/ 107847 h 323736"/>
                  <a:gd name="connsiteX1090" fmla="*/ 931 w 900282"/>
                  <a:gd name="connsiteY1090" fmla="*/ 108275 h 323736"/>
                  <a:gd name="connsiteX1091" fmla="*/ 889527 w 900282"/>
                  <a:gd name="connsiteY1091" fmla="*/ 105372 h 323736"/>
                  <a:gd name="connsiteX1092" fmla="*/ 889098 w 900282"/>
                  <a:gd name="connsiteY1092" fmla="*/ 104993 h 323736"/>
                  <a:gd name="connsiteX1093" fmla="*/ 888731 w 900282"/>
                  <a:gd name="connsiteY1093" fmla="*/ 102396 h 323736"/>
                  <a:gd name="connsiteX1094" fmla="*/ 889098 w 900282"/>
                  <a:gd name="connsiteY1094" fmla="*/ 101906 h 323736"/>
                  <a:gd name="connsiteX1095" fmla="*/ 889588 w 900282"/>
                  <a:gd name="connsiteY1095" fmla="*/ 102273 h 323736"/>
                  <a:gd name="connsiteX1096" fmla="*/ 889956 w 900282"/>
                  <a:gd name="connsiteY1096" fmla="*/ 104870 h 323736"/>
                  <a:gd name="connsiteX1097" fmla="*/ 889588 w 900282"/>
                  <a:gd name="connsiteY1097" fmla="*/ 105360 h 323736"/>
                  <a:gd name="connsiteX1098" fmla="*/ 889527 w 900282"/>
                  <a:gd name="connsiteY1098" fmla="*/ 105360 h 323736"/>
                  <a:gd name="connsiteX1099" fmla="*/ 1176 w 900282"/>
                  <a:gd name="connsiteY1099" fmla="*/ 99529 h 323736"/>
                  <a:gd name="connsiteX1100" fmla="*/ 1164 w 900282"/>
                  <a:gd name="connsiteY1100" fmla="*/ 99529 h 323736"/>
                  <a:gd name="connsiteX1101" fmla="*/ 747 w 900282"/>
                  <a:gd name="connsiteY1101" fmla="*/ 99076 h 323736"/>
                  <a:gd name="connsiteX1102" fmla="*/ 833 w 900282"/>
                  <a:gd name="connsiteY1102" fmla="*/ 96454 h 323736"/>
                  <a:gd name="connsiteX1103" fmla="*/ 1286 w 900282"/>
                  <a:gd name="connsiteY1103" fmla="*/ 96038 h 323736"/>
                  <a:gd name="connsiteX1104" fmla="*/ 1703 w 900282"/>
                  <a:gd name="connsiteY1104" fmla="*/ 96491 h 323736"/>
                  <a:gd name="connsiteX1105" fmla="*/ 1617 w 900282"/>
                  <a:gd name="connsiteY1105" fmla="*/ 99113 h 323736"/>
                  <a:gd name="connsiteX1106" fmla="*/ 1176 w 900282"/>
                  <a:gd name="connsiteY1106" fmla="*/ 99529 h 323736"/>
                  <a:gd name="connsiteX1107" fmla="*/ 888265 w 900282"/>
                  <a:gd name="connsiteY1107" fmla="*/ 96712 h 323736"/>
                  <a:gd name="connsiteX1108" fmla="*/ 887837 w 900282"/>
                  <a:gd name="connsiteY1108" fmla="*/ 96344 h 323736"/>
                  <a:gd name="connsiteX1109" fmla="*/ 887445 w 900282"/>
                  <a:gd name="connsiteY1109" fmla="*/ 93747 h 323736"/>
                  <a:gd name="connsiteX1110" fmla="*/ 887812 w 900282"/>
                  <a:gd name="connsiteY1110" fmla="*/ 93245 h 323736"/>
                  <a:gd name="connsiteX1111" fmla="*/ 888315 w 900282"/>
                  <a:gd name="connsiteY1111" fmla="*/ 93613 h 323736"/>
                  <a:gd name="connsiteX1112" fmla="*/ 888706 w 900282"/>
                  <a:gd name="connsiteY1112" fmla="*/ 96209 h 323736"/>
                  <a:gd name="connsiteX1113" fmla="*/ 888339 w 900282"/>
                  <a:gd name="connsiteY1113" fmla="*/ 96712 h 323736"/>
                  <a:gd name="connsiteX1114" fmla="*/ 888278 w 900282"/>
                  <a:gd name="connsiteY1114" fmla="*/ 96712 h 323736"/>
                  <a:gd name="connsiteX1115" fmla="*/ 1494 w 900282"/>
                  <a:gd name="connsiteY1115" fmla="*/ 90783 h 323736"/>
                  <a:gd name="connsiteX1116" fmla="*/ 1482 w 900282"/>
                  <a:gd name="connsiteY1116" fmla="*/ 90783 h 323736"/>
                  <a:gd name="connsiteX1117" fmla="*/ 1066 w 900282"/>
                  <a:gd name="connsiteY1117" fmla="*/ 90330 h 323736"/>
                  <a:gd name="connsiteX1118" fmla="*/ 1176 w 900282"/>
                  <a:gd name="connsiteY1118" fmla="*/ 87708 h 323736"/>
                  <a:gd name="connsiteX1119" fmla="*/ 1629 w 900282"/>
                  <a:gd name="connsiteY1119" fmla="*/ 87292 h 323736"/>
                  <a:gd name="connsiteX1120" fmla="*/ 2046 w 900282"/>
                  <a:gd name="connsiteY1120" fmla="*/ 87745 h 323736"/>
                  <a:gd name="connsiteX1121" fmla="*/ 1935 w 900282"/>
                  <a:gd name="connsiteY1121" fmla="*/ 90366 h 323736"/>
                  <a:gd name="connsiteX1122" fmla="*/ 1494 w 900282"/>
                  <a:gd name="connsiteY1122" fmla="*/ 90783 h 323736"/>
                  <a:gd name="connsiteX1123" fmla="*/ 886942 w 900282"/>
                  <a:gd name="connsiteY1123" fmla="*/ 88063 h 323736"/>
                  <a:gd name="connsiteX1124" fmla="*/ 886514 w 900282"/>
                  <a:gd name="connsiteY1124" fmla="*/ 87696 h 323736"/>
                  <a:gd name="connsiteX1125" fmla="*/ 886109 w 900282"/>
                  <a:gd name="connsiteY1125" fmla="*/ 85111 h 323736"/>
                  <a:gd name="connsiteX1126" fmla="*/ 886477 w 900282"/>
                  <a:gd name="connsiteY1126" fmla="*/ 84609 h 323736"/>
                  <a:gd name="connsiteX1127" fmla="*/ 886979 w 900282"/>
                  <a:gd name="connsiteY1127" fmla="*/ 84976 h 323736"/>
                  <a:gd name="connsiteX1128" fmla="*/ 887384 w 900282"/>
                  <a:gd name="connsiteY1128" fmla="*/ 87573 h 323736"/>
                  <a:gd name="connsiteX1129" fmla="*/ 887016 w 900282"/>
                  <a:gd name="connsiteY1129" fmla="*/ 88076 h 323736"/>
                  <a:gd name="connsiteX1130" fmla="*/ 886942 w 900282"/>
                  <a:gd name="connsiteY1130" fmla="*/ 88076 h 323736"/>
                  <a:gd name="connsiteX1131" fmla="*/ 1886 w 900282"/>
                  <a:gd name="connsiteY1131" fmla="*/ 82037 h 323736"/>
                  <a:gd name="connsiteX1132" fmla="*/ 1862 w 900282"/>
                  <a:gd name="connsiteY1132" fmla="*/ 82037 h 323736"/>
                  <a:gd name="connsiteX1133" fmla="*/ 1445 w 900282"/>
                  <a:gd name="connsiteY1133" fmla="*/ 81583 h 323736"/>
                  <a:gd name="connsiteX1134" fmla="*/ 1580 w 900282"/>
                  <a:gd name="connsiteY1134" fmla="*/ 78962 h 323736"/>
                  <a:gd name="connsiteX1135" fmla="*/ 2033 w 900282"/>
                  <a:gd name="connsiteY1135" fmla="*/ 78545 h 323736"/>
                  <a:gd name="connsiteX1136" fmla="*/ 2450 w 900282"/>
                  <a:gd name="connsiteY1136" fmla="*/ 78999 h 323736"/>
                  <a:gd name="connsiteX1137" fmla="*/ 2315 w 900282"/>
                  <a:gd name="connsiteY1137" fmla="*/ 81620 h 323736"/>
                  <a:gd name="connsiteX1138" fmla="*/ 1874 w 900282"/>
                  <a:gd name="connsiteY1138" fmla="*/ 82037 h 323736"/>
                  <a:gd name="connsiteX1139" fmla="*/ 885558 w 900282"/>
                  <a:gd name="connsiteY1139" fmla="*/ 79440 h 323736"/>
                  <a:gd name="connsiteX1140" fmla="*/ 885129 w 900282"/>
                  <a:gd name="connsiteY1140" fmla="*/ 79072 h 323736"/>
                  <a:gd name="connsiteX1141" fmla="*/ 884701 w 900282"/>
                  <a:gd name="connsiteY1141" fmla="*/ 76487 h 323736"/>
                  <a:gd name="connsiteX1142" fmla="*/ 885056 w 900282"/>
                  <a:gd name="connsiteY1142" fmla="*/ 75985 h 323736"/>
                  <a:gd name="connsiteX1143" fmla="*/ 885558 w 900282"/>
                  <a:gd name="connsiteY1143" fmla="*/ 76340 h 323736"/>
                  <a:gd name="connsiteX1144" fmla="*/ 885987 w 900282"/>
                  <a:gd name="connsiteY1144" fmla="*/ 78925 h 323736"/>
                  <a:gd name="connsiteX1145" fmla="*/ 885632 w 900282"/>
                  <a:gd name="connsiteY1145" fmla="*/ 79427 h 323736"/>
                  <a:gd name="connsiteX1146" fmla="*/ 885558 w 900282"/>
                  <a:gd name="connsiteY1146" fmla="*/ 79427 h 323736"/>
                  <a:gd name="connsiteX1147" fmla="*/ 2352 w 900282"/>
                  <a:gd name="connsiteY1147" fmla="*/ 73290 h 323736"/>
                  <a:gd name="connsiteX1148" fmla="*/ 2327 w 900282"/>
                  <a:gd name="connsiteY1148" fmla="*/ 73290 h 323736"/>
                  <a:gd name="connsiteX1149" fmla="*/ 1911 w 900282"/>
                  <a:gd name="connsiteY1149" fmla="*/ 72825 h 323736"/>
                  <a:gd name="connsiteX1150" fmla="*/ 2070 w 900282"/>
                  <a:gd name="connsiteY1150" fmla="*/ 70203 h 323736"/>
                  <a:gd name="connsiteX1151" fmla="*/ 2536 w 900282"/>
                  <a:gd name="connsiteY1151" fmla="*/ 69799 h 323736"/>
                  <a:gd name="connsiteX1152" fmla="*/ 2940 w 900282"/>
                  <a:gd name="connsiteY1152" fmla="*/ 70265 h 323736"/>
                  <a:gd name="connsiteX1153" fmla="*/ 2781 w 900282"/>
                  <a:gd name="connsiteY1153" fmla="*/ 72886 h 323736"/>
                  <a:gd name="connsiteX1154" fmla="*/ 2340 w 900282"/>
                  <a:gd name="connsiteY1154" fmla="*/ 73302 h 323736"/>
                  <a:gd name="connsiteX1155" fmla="*/ 884113 w 900282"/>
                  <a:gd name="connsiteY1155" fmla="*/ 70816 h 323736"/>
                  <a:gd name="connsiteX1156" fmla="*/ 883684 w 900282"/>
                  <a:gd name="connsiteY1156" fmla="*/ 70448 h 323736"/>
                  <a:gd name="connsiteX1157" fmla="*/ 883243 w 900282"/>
                  <a:gd name="connsiteY1157" fmla="*/ 67864 h 323736"/>
                  <a:gd name="connsiteX1158" fmla="*/ 883598 w 900282"/>
                  <a:gd name="connsiteY1158" fmla="*/ 67361 h 323736"/>
                  <a:gd name="connsiteX1159" fmla="*/ 884101 w 900282"/>
                  <a:gd name="connsiteY1159" fmla="*/ 67717 h 323736"/>
                  <a:gd name="connsiteX1160" fmla="*/ 884541 w 900282"/>
                  <a:gd name="connsiteY1160" fmla="*/ 70301 h 323736"/>
                  <a:gd name="connsiteX1161" fmla="*/ 884186 w 900282"/>
                  <a:gd name="connsiteY1161" fmla="*/ 70804 h 323736"/>
                  <a:gd name="connsiteX1162" fmla="*/ 884113 w 900282"/>
                  <a:gd name="connsiteY1162" fmla="*/ 70804 h 323736"/>
                  <a:gd name="connsiteX1163" fmla="*/ 2891 w 900282"/>
                  <a:gd name="connsiteY1163" fmla="*/ 64568 h 323736"/>
                  <a:gd name="connsiteX1164" fmla="*/ 2866 w 900282"/>
                  <a:gd name="connsiteY1164" fmla="*/ 64568 h 323736"/>
                  <a:gd name="connsiteX1165" fmla="*/ 2462 w 900282"/>
                  <a:gd name="connsiteY1165" fmla="*/ 64103 h 323736"/>
                  <a:gd name="connsiteX1166" fmla="*/ 2646 w 900282"/>
                  <a:gd name="connsiteY1166" fmla="*/ 61481 h 323736"/>
                  <a:gd name="connsiteX1167" fmla="*/ 3111 w 900282"/>
                  <a:gd name="connsiteY1167" fmla="*/ 61077 h 323736"/>
                  <a:gd name="connsiteX1168" fmla="*/ 3516 w 900282"/>
                  <a:gd name="connsiteY1168" fmla="*/ 61543 h 323736"/>
                  <a:gd name="connsiteX1169" fmla="*/ 3332 w 900282"/>
                  <a:gd name="connsiteY1169" fmla="*/ 64152 h 323736"/>
                  <a:gd name="connsiteX1170" fmla="*/ 2891 w 900282"/>
                  <a:gd name="connsiteY1170" fmla="*/ 64556 h 323736"/>
                  <a:gd name="connsiteX1171" fmla="*/ 882606 w 900282"/>
                  <a:gd name="connsiteY1171" fmla="*/ 62204 h 323736"/>
                  <a:gd name="connsiteX1172" fmla="*/ 882177 w 900282"/>
                  <a:gd name="connsiteY1172" fmla="*/ 61849 h 323736"/>
                  <a:gd name="connsiteX1173" fmla="*/ 881712 w 900282"/>
                  <a:gd name="connsiteY1173" fmla="*/ 59264 h 323736"/>
                  <a:gd name="connsiteX1174" fmla="*/ 882067 w 900282"/>
                  <a:gd name="connsiteY1174" fmla="*/ 58762 h 323736"/>
                  <a:gd name="connsiteX1175" fmla="*/ 882569 w 900282"/>
                  <a:gd name="connsiteY1175" fmla="*/ 59117 h 323736"/>
                  <a:gd name="connsiteX1176" fmla="*/ 883035 w 900282"/>
                  <a:gd name="connsiteY1176" fmla="*/ 61702 h 323736"/>
                  <a:gd name="connsiteX1177" fmla="*/ 882680 w 900282"/>
                  <a:gd name="connsiteY1177" fmla="*/ 62204 h 323736"/>
                  <a:gd name="connsiteX1178" fmla="*/ 882606 w 900282"/>
                  <a:gd name="connsiteY1178" fmla="*/ 62204 h 323736"/>
                  <a:gd name="connsiteX1179" fmla="*/ 3528 w 900282"/>
                  <a:gd name="connsiteY1179" fmla="*/ 55859 h 323736"/>
                  <a:gd name="connsiteX1180" fmla="*/ 3491 w 900282"/>
                  <a:gd name="connsiteY1180" fmla="*/ 55859 h 323736"/>
                  <a:gd name="connsiteX1181" fmla="*/ 3087 w 900282"/>
                  <a:gd name="connsiteY1181" fmla="*/ 55393 h 323736"/>
                  <a:gd name="connsiteX1182" fmla="*/ 3295 w 900282"/>
                  <a:gd name="connsiteY1182" fmla="*/ 52772 h 323736"/>
                  <a:gd name="connsiteX1183" fmla="*/ 3761 w 900282"/>
                  <a:gd name="connsiteY1183" fmla="*/ 52368 h 323736"/>
                  <a:gd name="connsiteX1184" fmla="*/ 4165 w 900282"/>
                  <a:gd name="connsiteY1184" fmla="*/ 52833 h 323736"/>
                  <a:gd name="connsiteX1185" fmla="*/ 3957 w 900282"/>
                  <a:gd name="connsiteY1185" fmla="*/ 55442 h 323736"/>
                  <a:gd name="connsiteX1186" fmla="*/ 3516 w 900282"/>
                  <a:gd name="connsiteY1186" fmla="*/ 55847 h 323736"/>
                  <a:gd name="connsiteX1187" fmla="*/ 881050 w 900282"/>
                  <a:gd name="connsiteY1187" fmla="*/ 53605 h 323736"/>
                  <a:gd name="connsiteX1188" fmla="*/ 880622 w 900282"/>
                  <a:gd name="connsiteY1188" fmla="*/ 53250 h 323736"/>
                  <a:gd name="connsiteX1189" fmla="*/ 880144 w 900282"/>
                  <a:gd name="connsiteY1189" fmla="*/ 50677 h 323736"/>
                  <a:gd name="connsiteX1190" fmla="*/ 880487 w 900282"/>
                  <a:gd name="connsiteY1190" fmla="*/ 50163 h 323736"/>
                  <a:gd name="connsiteX1191" fmla="*/ 881001 w 900282"/>
                  <a:gd name="connsiteY1191" fmla="*/ 50506 h 323736"/>
                  <a:gd name="connsiteX1192" fmla="*/ 881479 w 900282"/>
                  <a:gd name="connsiteY1192" fmla="*/ 53078 h 323736"/>
                  <a:gd name="connsiteX1193" fmla="*/ 881124 w 900282"/>
                  <a:gd name="connsiteY1193" fmla="*/ 53593 h 323736"/>
                  <a:gd name="connsiteX1194" fmla="*/ 881038 w 900282"/>
                  <a:gd name="connsiteY1194" fmla="*/ 53593 h 323736"/>
                  <a:gd name="connsiteX1195" fmla="*/ 4263 w 900282"/>
                  <a:gd name="connsiteY1195" fmla="*/ 47149 h 323736"/>
                  <a:gd name="connsiteX1196" fmla="*/ 4226 w 900282"/>
                  <a:gd name="connsiteY1196" fmla="*/ 47149 h 323736"/>
                  <a:gd name="connsiteX1197" fmla="*/ 3834 w 900282"/>
                  <a:gd name="connsiteY1197" fmla="*/ 46672 h 323736"/>
                  <a:gd name="connsiteX1198" fmla="*/ 4079 w 900282"/>
                  <a:gd name="connsiteY1198" fmla="*/ 44062 h 323736"/>
                  <a:gd name="connsiteX1199" fmla="*/ 4557 w 900282"/>
                  <a:gd name="connsiteY1199" fmla="*/ 43670 h 323736"/>
                  <a:gd name="connsiteX1200" fmla="*/ 4949 w 900282"/>
                  <a:gd name="connsiteY1200" fmla="*/ 44148 h 323736"/>
                  <a:gd name="connsiteX1201" fmla="*/ 4704 w 900282"/>
                  <a:gd name="connsiteY1201" fmla="*/ 46757 h 323736"/>
                  <a:gd name="connsiteX1202" fmla="*/ 4275 w 900282"/>
                  <a:gd name="connsiteY1202" fmla="*/ 47149 h 323736"/>
                  <a:gd name="connsiteX1203" fmla="*/ 879421 w 900282"/>
                  <a:gd name="connsiteY1203" fmla="*/ 45018 h 323736"/>
                  <a:gd name="connsiteX1204" fmla="*/ 878992 w 900282"/>
                  <a:gd name="connsiteY1204" fmla="*/ 44663 h 323736"/>
                  <a:gd name="connsiteX1205" fmla="*/ 878490 w 900282"/>
                  <a:gd name="connsiteY1205" fmla="*/ 42090 h 323736"/>
                  <a:gd name="connsiteX1206" fmla="*/ 878833 w 900282"/>
                  <a:gd name="connsiteY1206" fmla="*/ 41576 h 323736"/>
                  <a:gd name="connsiteX1207" fmla="*/ 879348 w 900282"/>
                  <a:gd name="connsiteY1207" fmla="*/ 41919 h 323736"/>
                  <a:gd name="connsiteX1208" fmla="*/ 879850 w 900282"/>
                  <a:gd name="connsiteY1208" fmla="*/ 44491 h 323736"/>
                  <a:gd name="connsiteX1209" fmla="*/ 879507 w 900282"/>
                  <a:gd name="connsiteY1209" fmla="*/ 45006 h 323736"/>
                  <a:gd name="connsiteX1210" fmla="*/ 879421 w 900282"/>
                  <a:gd name="connsiteY1210" fmla="*/ 45006 h 323736"/>
                  <a:gd name="connsiteX1211" fmla="*/ 5108 w 900282"/>
                  <a:gd name="connsiteY1211" fmla="*/ 38452 h 323736"/>
                  <a:gd name="connsiteX1212" fmla="*/ 5059 w 900282"/>
                  <a:gd name="connsiteY1212" fmla="*/ 38452 h 323736"/>
                  <a:gd name="connsiteX1213" fmla="*/ 4667 w 900282"/>
                  <a:gd name="connsiteY1213" fmla="*/ 37974 h 323736"/>
                  <a:gd name="connsiteX1214" fmla="*/ 4949 w 900282"/>
                  <a:gd name="connsiteY1214" fmla="*/ 35365 h 323736"/>
                  <a:gd name="connsiteX1215" fmla="*/ 5427 w 900282"/>
                  <a:gd name="connsiteY1215" fmla="*/ 34973 h 323736"/>
                  <a:gd name="connsiteX1216" fmla="*/ 5819 w 900282"/>
                  <a:gd name="connsiteY1216" fmla="*/ 35451 h 323736"/>
                  <a:gd name="connsiteX1217" fmla="*/ 5537 w 900282"/>
                  <a:gd name="connsiteY1217" fmla="*/ 38060 h 323736"/>
                  <a:gd name="connsiteX1218" fmla="*/ 5108 w 900282"/>
                  <a:gd name="connsiteY1218" fmla="*/ 38452 h 323736"/>
                  <a:gd name="connsiteX1219" fmla="*/ 877731 w 900282"/>
                  <a:gd name="connsiteY1219" fmla="*/ 36443 h 323736"/>
                  <a:gd name="connsiteX1220" fmla="*/ 877302 w 900282"/>
                  <a:gd name="connsiteY1220" fmla="*/ 36088 h 323736"/>
                  <a:gd name="connsiteX1221" fmla="*/ 876787 w 900282"/>
                  <a:gd name="connsiteY1221" fmla="*/ 33515 h 323736"/>
                  <a:gd name="connsiteX1222" fmla="*/ 877130 w 900282"/>
                  <a:gd name="connsiteY1222" fmla="*/ 33001 h 323736"/>
                  <a:gd name="connsiteX1223" fmla="*/ 877645 w 900282"/>
                  <a:gd name="connsiteY1223" fmla="*/ 33344 h 323736"/>
                  <a:gd name="connsiteX1224" fmla="*/ 878159 w 900282"/>
                  <a:gd name="connsiteY1224" fmla="*/ 35916 h 323736"/>
                  <a:gd name="connsiteX1225" fmla="*/ 877816 w 900282"/>
                  <a:gd name="connsiteY1225" fmla="*/ 36431 h 323736"/>
                  <a:gd name="connsiteX1226" fmla="*/ 877731 w 900282"/>
                  <a:gd name="connsiteY1226" fmla="*/ 36431 h 323736"/>
                  <a:gd name="connsiteX1227" fmla="*/ 6076 w 900282"/>
                  <a:gd name="connsiteY1227" fmla="*/ 29767 h 323736"/>
                  <a:gd name="connsiteX1228" fmla="*/ 6027 w 900282"/>
                  <a:gd name="connsiteY1228" fmla="*/ 29767 h 323736"/>
                  <a:gd name="connsiteX1229" fmla="*/ 5647 w 900282"/>
                  <a:gd name="connsiteY1229" fmla="*/ 29277 h 323736"/>
                  <a:gd name="connsiteX1230" fmla="*/ 5966 w 900282"/>
                  <a:gd name="connsiteY1230" fmla="*/ 26668 h 323736"/>
                  <a:gd name="connsiteX1231" fmla="*/ 6456 w 900282"/>
                  <a:gd name="connsiteY1231" fmla="*/ 26288 h 323736"/>
                  <a:gd name="connsiteX1232" fmla="*/ 6835 w 900282"/>
                  <a:gd name="connsiteY1232" fmla="*/ 26778 h 323736"/>
                  <a:gd name="connsiteX1233" fmla="*/ 6517 w 900282"/>
                  <a:gd name="connsiteY1233" fmla="*/ 29375 h 323736"/>
                  <a:gd name="connsiteX1234" fmla="*/ 6088 w 900282"/>
                  <a:gd name="connsiteY1234" fmla="*/ 29755 h 323736"/>
                  <a:gd name="connsiteX1235" fmla="*/ 875979 w 900282"/>
                  <a:gd name="connsiteY1235" fmla="*/ 27868 h 323736"/>
                  <a:gd name="connsiteX1236" fmla="*/ 875550 w 900282"/>
                  <a:gd name="connsiteY1236" fmla="*/ 27525 h 323736"/>
                  <a:gd name="connsiteX1237" fmla="*/ 875011 w 900282"/>
                  <a:gd name="connsiteY1237" fmla="*/ 24953 h 323736"/>
                  <a:gd name="connsiteX1238" fmla="*/ 875354 w 900282"/>
                  <a:gd name="connsiteY1238" fmla="*/ 24438 h 323736"/>
                  <a:gd name="connsiteX1239" fmla="*/ 875869 w 900282"/>
                  <a:gd name="connsiteY1239" fmla="*/ 24781 h 323736"/>
                  <a:gd name="connsiteX1240" fmla="*/ 876408 w 900282"/>
                  <a:gd name="connsiteY1240" fmla="*/ 27354 h 323736"/>
                  <a:gd name="connsiteX1241" fmla="*/ 876065 w 900282"/>
                  <a:gd name="connsiteY1241" fmla="*/ 27868 h 323736"/>
                  <a:gd name="connsiteX1242" fmla="*/ 875979 w 900282"/>
                  <a:gd name="connsiteY1242" fmla="*/ 27868 h 323736"/>
                  <a:gd name="connsiteX1243" fmla="*/ 7178 w 900282"/>
                  <a:gd name="connsiteY1243" fmla="*/ 21094 h 323736"/>
                  <a:gd name="connsiteX1244" fmla="*/ 7117 w 900282"/>
                  <a:gd name="connsiteY1244" fmla="*/ 21094 h 323736"/>
                  <a:gd name="connsiteX1245" fmla="*/ 6750 w 900282"/>
                  <a:gd name="connsiteY1245" fmla="*/ 20604 h 323736"/>
                  <a:gd name="connsiteX1246" fmla="*/ 7117 w 900282"/>
                  <a:gd name="connsiteY1246" fmla="*/ 18007 h 323736"/>
                  <a:gd name="connsiteX1247" fmla="*/ 7607 w 900282"/>
                  <a:gd name="connsiteY1247" fmla="*/ 17640 h 323736"/>
                  <a:gd name="connsiteX1248" fmla="*/ 7975 w 900282"/>
                  <a:gd name="connsiteY1248" fmla="*/ 18130 h 323736"/>
                  <a:gd name="connsiteX1249" fmla="*/ 7607 w 900282"/>
                  <a:gd name="connsiteY1249" fmla="*/ 20727 h 323736"/>
                  <a:gd name="connsiteX1250" fmla="*/ 7178 w 900282"/>
                  <a:gd name="connsiteY1250" fmla="*/ 21106 h 323736"/>
                  <a:gd name="connsiteX1251" fmla="*/ 874154 w 900282"/>
                  <a:gd name="connsiteY1251" fmla="*/ 19318 h 323736"/>
                  <a:gd name="connsiteX1252" fmla="*/ 873725 w 900282"/>
                  <a:gd name="connsiteY1252" fmla="*/ 18975 h 323736"/>
                  <a:gd name="connsiteX1253" fmla="*/ 873161 w 900282"/>
                  <a:gd name="connsiteY1253" fmla="*/ 16415 h 323736"/>
                  <a:gd name="connsiteX1254" fmla="*/ 873492 w 900282"/>
                  <a:gd name="connsiteY1254" fmla="*/ 15888 h 323736"/>
                  <a:gd name="connsiteX1255" fmla="*/ 874007 w 900282"/>
                  <a:gd name="connsiteY1255" fmla="*/ 16219 h 323736"/>
                  <a:gd name="connsiteX1256" fmla="*/ 874570 w 900282"/>
                  <a:gd name="connsiteY1256" fmla="*/ 18779 h 323736"/>
                  <a:gd name="connsiteX1257" fmla="*/ 874239 w 900282"/>
                  <a:gd name="connsiteY1257" fmla="*/ 19293 h 323736"/>
                  <a:gd name="connsiteX1258" fmla="*/ 874141 w 900282"/>
                  <a:gd name="connsiteY1258" fmla="*/ 19293 h 323736"/>
                  <a:gd name="connsiteX1259" fmla="*/ 868617 w 900282"/>
                  <a:gd name="connsiteY1259" fmla="*/ 14565 h 323736"/>
                  <a:gd name="connsiteX1260" fmla="*/ 868568 w 900282"/>
                  <a:gd name="connsiteY1260" fmla="*/ 14565 h 323736"/>
                  <a:gd name="connsiteX1261" fmla="*/ 865959 w 900282"/>
                  <a:gd name="connsiteY1261" fmla="*/ 14271 h 323736"/>
                  <a:gd name="connsiteX1262" fmla="*/ 865567 w 900282"/>
                  <a:gd name="connsiteY1262" fmla="*/ 13793 h 323736"/>
                  <a:gd name="connsiteX1263" fmla="*/ 866044 w 900282"/>
                  <a:gd name="connsiteY1263" fmla="*/ 13401 h 323736"/>
                  <a:gd name="connsiteX1264" fmla="*/ 868654 w 900282"/>
                  <a:gd name="connsiteY1264" fmla="*/ 13695 h 323736"/>
                  <a:gd name="connsiteX1265" fmla="*/ 869033 w 900282"/>
                  <a:gd name="connsiteY1265" fmla="*/ 14185 h 323736"/>
                  <a:gd name="connsiteX1266" fmla="*/ 868605 w 900282"/>
                  <a:gd name="connsiteY1266" fmla="*/ 14577 h 323736"/>
                  <a:gd name="connsiteX1267" fmla="*/ 859932 w 900282"/>
                  <a:gd name="connsiteY1267" fmla="*/ 13634 h 323736"/>
                  <a:gd name="connsiteX1268" fmla="*/ 859883 w 900282"/>
                  <a:gd name="connsiteY1268" fmla="*/ 13634 h 323736"/>
                  <a:gd name="connsiteX1269" fmla="*/ 857274 w 900282"/>
                  <a:gd name="connsiteY1269" fmla="*/ 13377 h 323736"/>
                  <a:gd name="connsiteX1270" fmla="*/ 856882 w 900282"/>
                  <a:gd name="connsiteY1270" fmla="*/ 12899 h 323736"/>
                  <a:gd name="connsiteX1271" fmla="*/ 857359 w 900282"/>
                  <a:gd name="connsiteY1271" fmla="*/ 12507 h 323736"/>
                  <a:gd name="connsiteX1272" fmla="*/ 859969 w 900282"/>
                  <a:gd name="connsiteY1272" fmla="*/ 12764 h 323736"/>
                  <a:gd name="connsiteX1273" fmla="*/ 860361 w 900282"/>
                  <a:gd name="connsiteY1273" fmla="*/ 13242 h 323736"/>
                  <a:gd name="connsiteX1274" fmla="*/ 859932 w 900282"/>
                  <a:gd name="connsiteY1274" fmla="*/ 13634 h 323736"/>
                  <a:gd name="connsiteX1275" fmla="*/ 851235 w 900282"/>
                  <a:gd name="connsiteY1275" fmla="*/ 12801 h 323736"/>
                  <a:gd name="connsiteX1276" fmla="*/ 851198 w 900282"/>
                  <a:gd name="connsiteY1276" fmla="*/ 12801 h 323736"/>
                  <a:gd name="connsiteX1277" fmla="*/ 848589 w 900282"/>
                  <a:gd name="connsiteY1277" fmla="*/ 12568 h 323736"/>
                  <a:gd name="connsiteX1278" fmla="*/ 848197 w 900282"/>
                  <a:gd name="connsiteY1278" fmla="*/ 12090 h 323736"/>
                  <a:gd name="connsiteX1279" fmla="*/ 848674 w 900282"/>
                  <a:gd name="connsiteY1279" fmla="*/ 11699 h 323736"/>
                  <a:gd name="connsiteX1280" fmla="*/ 851283 w 900282"/>
                  <a:gd name="connsiteY1280" fmla="*/ 11931 h 323736"/>
                  <a:gd name="connsiteX1281" fmla="*/ 851675 w 900282"/>
                  <a:gd name="connsiteY1281" fmla="*/ 12409 h 323736"/>
                  <a:gd name="connsiteX1282" fmla="*/ 851247 w 900282"/>
                  <a:gd name="connsiteY1282" fmla="*/ 12801 h 323736"/>
                  <a:gd name="connsiteX1283" fmla="*/ 8452 w 900282"/>
                  <a:gd name="connsiteY1283" fmla="*/ 12458 h 323736"/>
                  <a:gd name="connsiteX1284" fmla="*/ 8379 w 900282"/>
                  <a:gd name="connsiteY1284" fmla="*/ 12458 h 323736"/>
                  <a:gd name="connsiteX1285" fmla="*/ 8011 w 900282"/>
                  <a:gd name="connsiteY1285" fmla="*/ 11956 h 323736"/>
                  <a:gd name="connsiteX1286" fmla="*/ 8428 w 900282"/>
                  <a:gd name="connsiteY1286" fmla="*/ 9359 h 323736"/>
                  <a:gd name="connsiteX1287" fmla="*/ 8930 w 900282"/>
                  <a:gd name="connsiteY1287" fmla="*/ 9004 h 323736"/>
                  <a:gd name="connsiteX1288" fmla="*/ 9285 w 900282"/>
                  <a:gd name="connsiteY1288" fmla="*/ 9506 h 323736"/>
                  <a:gd name="connsiteX1289" fmla="*/ 8869 w 900282"/>
                  <a:gd name="connsiteY1289" fmla="*/ 12090 h 323736"/>
                  <a:gd name="connsiteX1290" fmla="*/ 8440 w 900282"/>
                  <a:gd name="connsiteY1290" fmla="*/ 12458 h 323736"/>
                  <a:gd name="connsiteX1291" fmla="*/ 842525 w 900282"/>
                  <a:gd name="connsiteY1291" fmla="*/ 12054 h 323736"/>
                  <a:gd name="connsiteX1292" fmla="*/ 842488 w 900282"/>
                  <a:gd name="connsiteY1292" fmla="*/ 12054 h 323736"/>
                  <a:gd name="connsiteX1293" fmla="*/ 839879 w 900282"/>
                  <a:gd name="connsiteY1293" fmla="*/ 11846 h 323736"/>
                  <a:gd name="connsiteX1294" fmla="*/ 839475 w 900282"/>
                  <a:gd name="connsiteY1294" fmla="*/ 11380 h 323736"/>
                  <a:gd name="connsiteX1295" fmla="*/ 839940 w 900282"/>
                  <a:gd name="connsiteY1295" fmla="*/ 10976 h 323736"/>
                  <a:gd name="connsiteX1296" fmla="*/ 842549 w 900282"/>
                  <a:gd name="connsiteY1296" fmla="*/ 11184 h 323736"/>
                  <a:gd name="connsiteX1297" fmla="*/ 842954 w 900282"/>
                  <a:gd name="connsiteY1297" fmla="*/ 11650 h 323736"/>
                  <a:gd name="connsiteX1298" fmla="*/ 842513 w 900282"/>
                  <a:gd name="connsiteY1298" fmla="*/ 12054 h 323736"/>
                  <a:gd name="connsiteX1299" fmla="*/ 833815 w 900282"/>
                  <a:gd name="connsiteY1299" fmla="*/ 11368 h 323736"/>
                  <a:gd name="connsiteX1300" fmla="*/ 833779 w 900282"/>
                  <a:gd name="connsiteY1300" fmla="*/ 11368 h 323736"/>
                  <a:gd name="connsiteX1301" fmla="*/ 831169 w 900282"/>
                  <a:gd name="connsiteY1301" fmla="*/ 11172 h 323736"/>
                  <a:gd name="connsiteX1302" fmla="*/ 830765 w 900282"/>
                  <a:gd name="connsiteY1302" fmla="*/ 10706 h 323736"/>
                  <a:gd name="connsiteX1303" fmla="*/ 831231 w 900282"/>
                  <a:gd name="connsiteY1303" fmla="*/ 10302 h 323736"/>
                  <a:gd name="connsiteX1304" fmla="*/ 833852 w 900282"/>
                  <a:gd name="connsiteY1304" fmla="*/ 10498 h 323736"/>
                  <a:gd name="connsiteX1305" fmla="*/ 834256 w 900282"/>
                  <a:gd name="connsiteY1305" fmla="*/ 10964 h 323736"/>
                  <a:gd name="connsiteX1306" fmla="*/ 833815 w 900282"/>
                  <a:gd name="connsiteY1306" fmla="*/ 11368 h 323736"/>
                  <a:gd name="connsiteX1307" fmla="*/ 825093 w 900282"/>
                  <a:gd name="connsiteY1307" fmla="*/ 10731 h 323736"/>
                  <a:gd name="connsiteX1308" fmla="*/ 825057 w 900282"/>
                  <a:gd name="connsiteY1308" fmla="*/ 10731 h 323736"/>
                  <a:gd name="connsiteX1309" fmla="*/ 822435 w 900282"/>
                  <a:gd name="connsiteY1309" fmla="*/ 10547 h 323736"/>
                  <a:gd name="connsiteX1310" fmla="*/ 822031 w 900282"/>
                  <a:gd name="connsiteY1310" fmla="*/ 10082 h 323736"/>
                  <a:gd name="connsiteX1311" fmla="*/ 822497 w 900282"/>
                  <a:gd name="connsiteY1311" fmla="*/ 9677 h 323736"/>
                  <a:gd name="connsiteX1312" fmla="*/ 825118 w 900282"/>
                  <a:gd name="connsiteY1312" fmla="*/ 9861 h 323736"/>
                  <a:gd name="connsiteX1313" fmla="*/ 825522 w 900282"/>
                  <a:gd name="connsiteY1313" fmla="*/ 10327 h 323736"/>
                  <a:gd name="connsiteX1314" fmla="*/ 825081 w 900282"/>
                  <a:gd name="connsiteY1314" fmla="*/ 10731 h 323736"/>
                  <a:gd name="connsiteX1315" fmla="*/ 816372 w 900282"/>
                  <a:gd name="connsiteY1315" fmla="*/ 10143 h 323736"/>
                  <a:gd name="connsiteX1316" fmla="*/ 816347 w 900282"/>
                  <a:gd name="connsiteY1316" fmla="*/ 10143 h 323736"/>
                  <a:gd name="connsiteX1317" fmla="*/ 813726 w 900282"/>
                  <a:gd name="connsiteY1317" fmla="*/ 9971 h 323736"/>
                  <a:gd name="connsiteX1318" fmla="*/ 813321 w 900282"/>
                  <a:gd name="connsiteY1318" fmla="*/ 9506 h 323736"/>
                  <a:gd name="connsiteX1319" fmla="*/ 813787 w 900282"/>
                  <a:gd name="connsiteY1319" fmla="*/ 9102 h 323736"/>
                  <a:gd name="connsiteX1320" fmla="*/ 816408 w 900282"/>
                  <a:gd name="connsiteY1320" fmla="*/ 9273 h 323736"/>
                  <a:gd name="connsiteX1321" fmla="*/ 816813 w 900282"/>
                  <a:gd name="connsiteY1321" fmla="*/ 9739 h 323736"/>
                  <a:gd name="connsiteX1322" fmla="*/ 816372 w 900282"/>
                  <a:gd name="connsiteY1322" fmla="*/ 10143 h 323736"/>
                  <a:gd name="connsiteX1323" fmla="*/ 807650 w 900282"/>
                  <a:gd name="connsiteY1323" fmla="*/ 9592 h 323736"/>
                  <a:gd name="connsiteX1324" fmla="*/ 807625 w 900282"/>
                  <a:gd name="connsiteY1324" fmla="*/ 9592 h 323736"/>
                  <a:gd name="connsiteX1325" fmla="*/ 805004 w 900282"/>
                  <a:gd name="connsiteY1325" fmla="*/ 9432 h 323736"/>
                  <a:gd name="connsiteX1326" fmla="*/ 804600 w 900282"/>
                  <a:gd name="connsiteY1326" fmla="*/ 8967 h 323736"/>
                  <a:gd name="connsiteX1327" fmla="*/ 805065 w 900282"/>
                  <a:gd name="connsiteY1327" fmla="*/ 8550 h 323736"/>
                  <a:gd name="connsiteX1328" fmla="*/ 807687 w 900282"/>
                  <a:gd name="connsiteY1328" fmla="*/ 8710 h 323736"/>
                  <a:gd name="connsiteX1329" fmla="*/ 808091 w 900282"/>
                  <a:gd name="connsiteY1329" fmla="*/ 9175 h 323736"/>
                  <a:gd name="connsiteX1330" fmla="*/ 807650 w 900282"/>
                  <a:gd name="connsiteY1330" fmla="*/ 9592 h 323736"/>
                  <a:gd name="connsiteX1331" fmla="*/ 798928 w 900282"/>
                  <a:gd name="connsiteY1331" fmla="*/ 9077 h 323736"/>
                  <a:gd name="connsiteX1332" fmla="*/ 798904 w 900282"/>
                  <a:gd name="connsiteY1332" fmla="*/ 9077 h 323736"/>
                  <a:gd name="connsiteX1333" fmla="*/ 796282 w 900282"/>
                  <a:gd name="connsiteY1333" fmla="*/ 8930 h 323736"/>
                  <a:gd name="connsiteX1334" fmla="*/ 795866 w 900282"/>
                  <a:gd name="connsiteY1334" fmla="*/ 8465 h 323736"/>
                  <a:gd name="connsiteX1335" fmla="*/ 796331 w 900282"/>
                  <a:gd name="connsiteY1335" fmla="*/ 8048 h 323736"/>
                  <a:gd name="connsiteX1336" fmla="*/ 798953 w 900282"/>
                  <a:gd name="connsiteY1336" fmla="*/ 8195 h 323736"/>
                  <a:gd name="connsiteX1337" fmla="*/ 799369 w 900282"/>
                  <a:gd name="connsiteY1337" fmla="*/ 8661 h 323736"/>
                  <a:gd name="connsiteX1338" fmla="*/ 798928 w 900282"/>
                  <a:gd name="connsiteY1338" fmla="*/ 9077 h 323736"/>
                  <a:gd name="connsiteX1339" fmla="*/ 790206 w 900282"/>
                  <a:gd name="connsiteY1339" fmla="*/ 8599 h 323736"/>
                  <a:gd name="connsiteX1340" fmla="*/ 790182 w 900282"/>
                  <a:gd name="connsiteY1340" fmla="*/ 8599 h 323736"/>
                  <a:gd name="connsiteX1341" fmla="*/ 787560 w 900282"/>
                  <a:gd name="connsiteY1341" fmla="*/ 8465 h 323736"/>
                  <a:gd name="connsiteX1342" fmla="*/ 787144 w 900282"/>
                  <a:gd name="connsiteY1342" fmla="*/ 8011 h 323736"/>
                  <a:gd name="connsiteX1343" fmla="*/ 787597 w 900282"/>
                  <a:gd name="connsiteY1343" fmla="*/ 7595 h 323736"/>
                  <a:gd name="connsiteX1344" fmla="*/ 790218 w 900282"/>
                  <a:gd name="connsiteY1344" fmla="*/ 7730 h 323736"/>
                  <a:gd name="connsiteX1345" fmla="*/ 790635 w 900282"/>
                  <a:gd name="connsiteY1345" fmla="*/ 8183 h 323736"/>
                  <a:gd name="connsiteX1346" fmla="*/ 790194 w 900282"/>
                  <a:gd name="connsiteY1346" fmla="*/ 8599 h 323736"/>
                  <a:gd name="connsiteX1347" fmla="*/ 781472 w 900282"/>
                  <a:gd name="connsiteY1347" fmla="*/ 8146 h 323736"/>
                  <a:gd name="connsiteX1348" fmla="*/ 781448 w 900282"/>
                  <a:gd name="connsiteY1348" fmla="*/ 8146 h 323736"/>
                  <a:gd name="connsiteX1349" fmla="*/ 778826 w 900282"/>
                  <a:gd name="connsiteY1349" fmla="*/ 8011 h 323736"/>
                  <a:gd name="connsiteX1350" fmla="*/ 778410 w 900282"/>
                  <a:gd name="connsiteY1350" fmla="*/ 7558 h 323736"/>
                  <a:gd name="connsiteX1351" fmla="*/ 778863 w 900282"/>
                  <a:gd name="connsiteY1351" fmla="*/ 7142 h 323736"/>
                  <a:gd name="connsiteX1352" fmla="*/ 781484 w 900282"/>
                  <a:gd name="connsiteY1352" fmla="*/ 7276 h 323736"/>
                  <a:gd name="connsiteX1353" fmla="*/ 781901 w 900282"/>
                  <a:gd name="connsiteY1353" fmla="*/ 7730 h 323736"/>
                  <a:gd name="connsiteX1354" fmla="*/ 781460 w 900282"/>
                  <a:gd name="connsiteY1354" fmla="*/ 8146 h 323736"/>
                  <a:gd name="connsiteX1355" fmla="*/ 772738 w 900282"/>
                  <a:gd name="connsiteY1355" fmla="*/ 7730 h 323736"/>
                  <a:gd name="connsiteX1356" fmla="*/ 772714 w 900282"/>
                  <a:gd name="connsiteY1356" fmla="*/ 7730 h 323736"/>
                  <a:gd name="connsiteX1357" fmla="*/ 770092 w 900282"/>
                  <a:gd name="connsiteY1357" fmla="*/ 7607 h 323736"/>
                  <a:gd name="connsiteX1358" fmla="*/ 769676 w 900282"/>
                  <a:gd name="connsiteY1358" fmla="*/ 7154 h 323736"/>
                  <a:gd name="connsiteX1359" fmla="*/ 770129 w 900282"/>
                  <a:gd name="connsiteY1359" fmla="*/ 6737 h 323736"/>
                  <a:gd name="connsiteX1360" fmla="*/ 772750 w 900282"/>
                  <a:gd name="connsiteY1360" fmla="*/ 6860 h 323736"/>
                  <a:gd name="connsiteX1361" fmla="*/ 773167 w 900282"/>
                  <a:gd name="connsiteY1361" fmla="*/ 7313 h 323736"/>
                  <a:gd name="connsiteX1362" fmla="*/ 772726 w 900282"/>
                  <a:gd name="connsiteY1362" fmla="*/ 7730 h 323736"/>
                  <a:gd name="connsiteX1363" fmla="*/ 764004 w 900282"/>
                  <a:gd name="connsiteY1363" fmla="*/ 7325 h 323736"/>
                  <a:gd name="connsiteX1364" fmla="*/ 763980 w 900282"/>
                  <a:gd name="connsiteY1364" fmla="*/ 7325 h 323736"/>
                  <a:gd name="connsiteX1365" fmla="*/ 761358 w 900282"/>
                  <a:gd name="connsiteY1365" fmla="*/ 7215 h 323736"/>
                  <a:gd name="connsiteX1366" fmla="*/ 760942 w 900282"/>
                  <a:gd name="connsiteY1366" fmla="*/ 6762 h 323736"/>
                  <a:gd name="connsiteX1367" fmla="*/ 761395 w 900282"/>
                  <a:gd name="connsiteY1367" fmla="*/ 6345 h 323736"/>
                  <a:gd name="connsiteX1368" fmla="*/ 764016 w 900282"/>
                  <a:gd name="connsiteY1368" fmla="*/ 6456 h 323736"/>
                  <a:gd name="connsiteX1369" fmla="*/ 764433 w 900282"/>
                  <a:gd name="connsiteY1369" fmla="*/ 6909 h 323736"/>
                  <a:gd name="connsiteX1370" fmla="*/ 763992 w 900282"/>
                  <a:gd name="connsiteY1370" fmla="*/ 7325 h 323736"/>
                  <a:gd name="connsiteX1371" fmla="*/ 755270 w 900282"/>
                  <a:gd name="connsiteY1371" fmla="*/ 6946 h 323736"/>
                  <a:gd name="connsiteX1372" fmla="*/ 755246 w 900282"/>
                  <a:gd name="connsiteY1372" fmla="*/ 6946 h 323736"/>
                  <a:gd name="connsiteX1373" fmla="*/ 752624 w 900282"/>
                  <a:gd name="connsiteY1373" fmla="*/ 6835 h 323736"/>
                  <a:gd name="connsiteX1374" fmla="*/ 752208 w 900282"/>
                  <a:gd name="connsiteY1374" fmla="*/ 6382 h 323736"/>
                  <a:gd name="connsiteX1375" fmla="*/ 752661 w 900282"/>
                  <a:gd name="connsiteY1375" fmla="*/ 5966 h 323736"/>
                  <a:gd name="connsiteX1376" fmla="*/ 755282 w 900282"/>
                  <a:gd name="connsiteY1376" fmla="*/ 6076 h 323736"/>
                  <a:gd name="connsiteX1377" fmla="*/ 755699 w 900282"/>
                  <a:gd name="connsiteY1377" fmla="*/ 6529 h 323736"/>
                  <a:gd name="connsiteX1378" fmla="*/ 755258 w 900282"/>
                  <a:gd name="connsiteY1378" fmla="*/ 6946 h 323736"/>
                  <a:gd name="connsiteX1379" fmla="*/ 746536 w 900282"/>
                  <a:gd name="connsiteY1379" fmla="*/ 6590 h 323736"/>
                  <a:gd name="connsiteX1380" fmla="*/ 746524 w 900282"/>
                  <a:gd name="connsiteY1380" fmla="*/ 6590 h 323736"/>
                  <a:gd name="connsiteX1381" fmla="*/ 743902 w 900282"/>
                  <a:gd name="connsiteY1381" fmla="*/ 6492 h 323736"/>
                  <a:gd name="connsiteX1382" fmla="*/ 743486 w 900282"/>
                  <a:gd name="connsiteY1382" fmla="*/ 6039 h 323736"/>
                  <a:gd name="connsiteX1383" fmla="*/ 743939 w 900282"/>
                  <a:gd name="connsiteY1383" fmla="*/ 5623 h 323736"/>
                  <a:gd name="connsiteX1384" fmla="*/ 746560 w 900282"/>
                  <a:gd name="connsiteY1384" fmla="*/ 5721 h 323736"/>
                  <a:gd name="connsiteX1385" fmla="*/ 746977 w 900282"/>
                  <a:gd name="connsiteY1385" fmla="*/ 6174 h 323736"/>
                  <a:gd name="connsiteX1386" fmla="*/ 746536 w 900282"/>
                  <a:gd name="connsiteY1386" fmla="*/ 6590 h 323736"/>
                  <a:gd name="connsiteX1387" fmla="*/ 737802 w 900282"/>
                  <a:gd name="connsiteY1387" fmla="*/ 6260 h 323736"/>
                  <a:gd name="connsiteX1388" fmla="*/ 737790 w 900282"/>
                  <a:gd name="connsiteY1388" fmla="*/ 6260 h 323736"/>
                  <a:gd name="connsiteX1389" fmla="*/ 735168 w 900282"/>
                  <a:gd name="connsiteY1389" fmla="*/ 6162 h 323736"/>
                  <a:gd name="connsiteX1390" fmla="*/ 734752 w 900282"/>
                  <a:gd name="connsiteY1390" fmla="*/ 5708 h 323736"/>
                  <a:gd name="connsiteX1391" fmla="*/ 735205 w 900282"/>
                  <a:gd name="connsiteY1391" fmla="*/ 5292 h 323736"/>
                  <a:gd name="connsiteX1392" fmla="*/ 737826 w 900282"/>
                  <a:gd name="connsiteY1392" fmla="*/ 5390 h 323736"/>
                  <a:gd name="connsiteX1393" fmla="*/ 738243 w 900282"/>
                  <a:gd name="connsiteY1393" fmla="*/ 5843 h 323736"/>
                  <a:gd name="connsiteX1394" fmla="*/ 737802 w 900282"/>
                  <a:gd name="connsiteY1394" fmla="*/ 6260 h 323736"/>
                  <a:gd name="connsiteX1395" fmla="*/ 729068 w 900282"/>
                  <a:gd name="connsiteY1395" fmla="*/ 5941 h 323736"/>
                  <a:gd name="connsiteX1396" fmla="*/ 729056 w 900282"/>
                  <a:gd name="connsiteY1396" fmla="*/ 5941 h 323736"/>
                  <a:gd name="connsiteX1397" fmla="*/ 726434 w 900282"/>
                  <a:gd name="connsiteY1397" fmla="*/ 5843 h 323736"/>
                  <a:gd name="connsiteX1398" fmla="*/ 726018 w 900282"/>
                  <a:gd name="connsiteY1398" fmla="*/ 5390 h 323736"/>
                  <a:gd name="connsiteX1399" fmla="*/ 726471 w 900282"/>
                  <a:gd name="connsiteY1399" fmla="*/ 4973 h 323736"/>
                  <a:gd name="connsiteX1400" fmla="*/ 729092 w 900282"/>
                  <a:gd name="connsiteY1400" fmla="*/ 5071 h 323736"/>
                  <a:gd name="connsiteX1401" fmla="*/ 729509 w 900282"/>
                  <a:gd name="connsiteY1401" fmla="*/ 5525 h 323736"/>
                  <a:gd name="connsiteX1402" fmla="*/ 729068 w 900282"/>
                  <a:gd name="connsiteY1402" fmla="*/ 5941 h 323736"/>
                  <a:gd name="connsiteX1403" fmla="*/ 720334 w 900282"/>
                  <a:gd name="connsiteY1403" fmla="*/ 5635 h 323736"/>
                  <a:gd name="connsiteX1404" fmla="*/ 720322 w 900282"/>
                  <a:gd name="connsiteY1404" fmla="*/ 5635 h 323736"/>
                  <a:gd name="connsiteX1405" fmla="*/ 717700 w 900282"/>
                  <a:gd name="connsiteY1405" fmla="*/ 5549 h 323736"/>
                  <a:gd name="connsiteX1406" fmla="*/ 717283 w 900282"/>
                  <a:gd name="connsiteY1406" fmla="*/ 5096 h 323736"/>
                  <a:gd name="connsiteX1407" fmla="*/ 717737 w 900282"/>
                  <a:gd name="connsiteY1407" fmla="*/ 4679 h 323736"/>
                  <a:gd name="connsiteX1408" fmla="*/ 720358 w 900282"/>
                  <a:gd name="connsiteY1408" fmla="*/ 4765 h 323736"/>
                  <a:gd name="connsiteX1409" fmla="*/ 720775 w 900282"/>
                  <a:gd name="connsiteY1409" fmla="*/ 5218 h 323736"/>
                  <a:gd name="connsiteX1410" fmla="*/ 720334 w 900282"/>
                  <a:gd name="connsiteY1410" fmla="*/ 5635 h 323736"/>
                  <a:gd name="connsiteX1411" fmla="*/ 711600 w 900282"/>
                  <a:gd name="connsiteY1411" fmla="*/ 5353 h 323736"/>
                  <a:gd name="connsiteX1412" fmla="*/ 711587 w 900282"/>
                  <a:gd name="connsiteY1412" fmla="*/ 5353 h 323736"/>
                  <a:gd name="connsiteX1413" fmla="*/ 708966 w 900282"/>
                  <a:gd name="connsiteY1413" fmla="*/ 5267 h 323736"/>
                  <a:gd name="connsiteX1414" fmla="*/ 708537 w 900282"/>
                  <a:gd name="connsiteY1414" fmla="*/ 4814 h 323736"/>
                  <a:gd name="connsiteX1415" fmla="*/ 708991 w 900282"/>
                  <a:gd name="connsiteY1415" fmla="*/ 4385 h 323736"/>
                  <a:gd name="connsiteX1416" fmla="*/ 711612 w 900282"/>
                  <a:gd name="connsiteY1416" fmla="*/ 4471 h 323736"/>
                  <a:gd name="connsiteX1417" fmla="*/ 712041 w 900282"/>
                  <a:gd name="connsiteY1417" fmla="*/ 4924 h 323736"/>
                  <a:gd name="connsiteX1418" fmla="*/ 711600 w 900282"/>
                  <a:gd name="connsiteY1418" fmla="*/ 5353 h 323736"/>
                  <a:gd name="connsiteX1419" fmla="*/ 702866 w 900282"/>
                  <a:gd name="connsiteY1419" fmla="*/ 5084 h 323736"/>
                  <a:gd name="connsiteX1420" fmla="*/ 702853 w 900282"/>
                  <a:gd name="connsiteY1420" fmla="*/ 5084 h 323736"/>
                  <a:gd name="connsiteX1421" fmla="*/ 700232 w 900282"/>
                  <a:gd name="connsiteY1421" fmla="*/ 5010 h 323736"/>
                  <a:gd name="connsiteX1422" fmla="*/ 699803 w 900282"/>
                  <a:gd name="connsiteY1422" fmla="*/ 4557 h 323736"/>
                  <a:gd name="connsiteX1423" fmla="*/ 700256 w 900282"/>
                  <a:gd name="connsiteY1423" fmla="*/ 4128 h 323736"/>
                  <a:gd name="connsiteX1424" fmla="*/ 702878 w 900282"/>
                  <a:gd name="connsiteY1424" fmla="*/ 4202 h 323736"/>
                  <a:gd name="connsiteX1425" fmla="*/ 703307 w 900282"/>
                  <a:gd name="connsiteY1425" fmla="*/ 4655 h 323736"/>
                  <a:gd name="connsiteX1426" fmla="*/ 702866 w 900282"/>
                  <a:gd name="connsiteY1426" fmla="*/ 5084 h 323736"/>
                  <a:gd name="connsiteX1427" fmla="*/ 694132 w 900282"/>
                  <a:gd name="connsiteY1427" fmla="*/ 4826 h 323736"/>
                  <a:gd name="connsiteX1428" fmla="*/ 694119 w 900282"/>
                  <a:gd name="connsiteY1428" fmla="*/ 4826 h 323736"/>
                  <a:gd name="connsiteX1429" fmla="*/ 691498 w 900282"/>
                  <a:gd name="connsiteY1429" fmla="*/ 4753 h 323736"/>
                  <a:gd name="connsiteX1430" fmla="*/ 691069 w 900282"/>
                  <a:gd name="connsiteY1430" fmla="*/ 4300 h 323736"/>
                  <a:gd name="connsiteX1431" fmla="*/ 691522 w 900282"/>
                  <a:gd name="connsiteY1431" fmla="*/ 3871 h 323736"/>
                  <a:gd name="connsiteX1432" fmla="*/ 694144 w 900282"/>
                  <a:gd name="connsiteY1432" fmla="*/ 3944 h 323736"/>
                  <a:gd name="connsiteX1433" fmla="*/ 694573 w 900282"/>
                  <a:gd name="connsiteY1433" fmla="*/ 4398 h 323736"/>
                  <a:gd name="connsiteX1434" fmla="*/ 694132 w 900282"/>
                  <a:gd name="connsiteY1434" fmla="*/ 4826 h 323736"/>
                  <a:gd name="connsiteX1435" fmla="*/ 685398 w 900282"/>
                  <a:gd name="connsiteY1435" fmla="*/ 4581 h 323736"/>
                  <a:gd name="connsiteX1436" fmla="*/ 685385 w 900282"/>
                  <a:gd name="connsiteY1436" fmla="*/ 4581 h 323736"/>
                  <a:gd name="connsiteX1437" fmla="*/ 682764 w 900282"/>
                  <a:gd name="connsiteY1437" fmla="*/ 4508 h 323736"/>
                  <a:gd name="connsiteX1438" fmla="*/ 682335 w 900282"/>
                  <a:gd name="connsiteY1438" fmla="*/ 4055 h 323736"/>
                  <a:gd name="connsiteX1439" fmla="*/ 682788 w 900282"/>
                  <a:gd name="connsiteY1439" fmla="*/ 3626 h 323736"/>
                  <a:gd name="connsiteX1440" fmla="*/ 685410 w 900282"/>
                  <a:gd name="connsiteY1440" fmla="*/ 3699 h 323736"/>
                  <a:gd name="connsiteX1441" fmla="*/ 685838 w 900282"/>
                  <a:gd name="connsiteY1441" fmla="*/ 4153 h 323736"/>
                  <a:gd name="connsiteX1442" fmla="*/ 685398 w 900282"/>
                  <a:gd name="connsiteY1442" fmla="*/ 4581 h 323736"/>
                  <a:gd name="connsiteX1443" fmla="*/ 676663 w 900282"/>
                  <a:gd name="connsiteY1443" fmla="*/ 4349 h 323736"/>
                  <a:gd name="connsiteX1444" fmla="*/ 676663 w 900282"/>
                  <a:gd name="connsiteY1444" fmla="*/ 4349 h 323736"/>
                  <a:gd name="connsiteX1445" fmla="*/ 674042 w 900282"/>
                  <a:gd name="connsiteY1445" fmla="*/ 4275 h 323736"/>
                  <a:gd name="connsiteX1446" fmla="*/ 673613 w 900282"/>
                  <a:gd name="connsiteY1446" fmla="*/ 3822 h 323736"/>
                  <a:gd name="connsiteX1447" fmla="*/ 674054 w 900282"/>
                  <a:gd name="connsiteY1447" fmla="*/ 3393 h 323736"/>
                  <a:gd name="connsiteX1448" fmla="*/ 674054 w 900282"/>
                  <a:gd name="connsiteY1448" fmla="*/ 3393 h 323736"/>
                  <a:gd name="connsiteX1449" fmla="*/ 676676 w 900282"/>
                  <a:gd name="connsiteY1449" fmla="*/ 3467 h 323736"/>
                  <a:gd name="connsiteX1450" fmla="*/ 677104 w 900282"/>
                  <a:gd name="connsiteY1450" fmla="*/ 3920 h 323736"/>
                  <a:gd name="connsiteX1451" fmla="*/ 676663 w 900282"/>
                  <a:gd name="connsiteY1451" fmla="*/ 4349 h 323736"/>
                  <a:gd name="connsiteX1452" fmla="*/ 667929 w 900282"/>
                  <a:gd name="connsiteY1452" fmla="*/ 4128 h 323736"/>
                  <a:gd name="connsiteX1453" fmla="*/ 667929 w 900282"/>
                  <a:gd name="connsiteY1453" fmla="*/ 4128 h 323736"/>
                  <a:gd name="connsiteX1454" fmla="*/ 665308 w 900282"/>
                  <a:gd name="connsiteY1454" fmla="*/ 4067 h 323736"/>
                  <a:gd name="connsiteX1455" fmla="*/ 664879 w 900282"/>
                  <a:gd name="connsiteY1455" fmla="*/ 3614 h 323736"/>
                  <a:gd name="connsiteX1456" fmla="*/ 665332 w 900282"/>
                  <a:gd name="connsiteY1456" fmla="*/ 3185 h 323736"/>
                  <a:gd name="connsiteX1457" fmla="*/ 667954 w 900282"/>
                  <a:gd name="connsiteY1457" fmla="*/ 3246 h 323736"/>
                  <a:gd name="connsiteX1458" fmla="*/ 668383 w 900282"/>
                  <a:gd name="connsiteY1458" fmla="*/ 3699 h 323736"/>
                  <a:gd name="connsiteX1459" fmla="*/ 667942 w 900282"/>
                  <a:gd name="connsiteY1459" fmla="*/ 4128 h 323736"/>
                  <a:gd name="connsiteX1460" fmla="*/ 10130 w 900282"/>
                  <a:gd name="connsiteY1460" fmla="*/ 3920 h 323736"/>
                  <a:gd name="connsiteX1461" fmla="*/ 9873 w 900282"/>
                  <a:gd name="connsiteY1461" fmla="*/ 3834 h 323736"/>
                  <a:gd name="connsiteX1462" fmla="*/ 9775 w 900282"/>
                  <a:gd name="connsiteY1462" fmla="*/ 3222 h 323736"/>
                  <a:gd name="connsiteX1463" fmla="*/ 11943 w 900282"/>
                  <a:gd name="connsiteY1463" fmla="*/ 2095 h 323736"/>
                  <a:gd name="connsiteX1464" fmla="*/ 12446 w 900282"/>
                  <a:gd name="connsiteY1464" fmla="*/ 2095 h 323736"/>
                  <a:gd name="connsiteX1465" fmla="*/ 12446 w 900282"/>
                  <a:gd name="connsiteY1465" fmla="*/ 2095 h 323736"/>
                  <a:gd name="connsiteX1466" fmla="*/ 12887 w 900282"/>
                  <a:gd name="connsiteY1466" fmla="*/ 2523 h 323736"/>
                  <a:gd name="connsiteX1467" fmla="*/ 12458 w 900282"/>
                  <a:gd name="connsiteY1467" fmla="*/ 2964 h 323736"/>
                  <a:gd name="connsiteX1468" fmla="*/ 11968 w 900282"/>
                  <a:gd name="connsiteY1468" fmla="*/ 2964 h 323736"/>
                  <a:gd name="connsiteX1469" fmla="*/ 10498 w 900282"/>
                  <a:gd name="connsiteY1469" fmla="*/ 3736 h 323736"/>
                  <a:gd name="connsiteX1470" fmla="*/ 10143 w 900282"/>
                  <a:gd name="connsiteY1470" fmla="*/ 3920 h 323736"/>
                  <a:gd name="connsiteX1471" fmla="*/ 659195 w 900282"/>
                  <a:gd name="connsiteY1471" fmla="*/ 3920 h 323736"/>
                  <a:gd name="connsiteX1472" fmla="*/ 659195 w 900282"/>
                  <a:gd name="connsiteY1472" fmla="*/ 3920 h 323736"/>
                  <a:gd name="connsiteX1473" fmla="*/ 656574 w 900282"/>
                  <a:gd name="connsiteY1473" fmla="*/ 3859 h 323736"/>
                  <a:gd name="connsiteX1474" fmla="*/ 656145 w 900282"/>
                  <a:gd name="connsiteY1474" fmla="*/ 3405 h 323736"/>
                  <a:gd name="connsiteX1475" fmla="*/ 656598 w 900282"/>
                  <a:gd name="connsiteY1475" fmla="*/ 2977 h 323736"/>
                  <a:gd name="connsiteX1476" fmla="*/ 659220 w 900282"/>
                  <a:gd name="connsiteY1476" fmla="*/ 3038 h 323736"/>
                  <a:gd name="connsiteX1477" fmla="*/ 659649 w 900282"/>
                  <a:gd name="connsiteY1477" fmla="*/ 3491 h 323736"/>
                  <a:gd name="connsiteX1478" fmla="*/ 659208 w 900282"/>
                  <a:gd name="connsiteY1478" fmla="*/ 3920 h 323736"/>
                  <a:gd name="connsiteX1479" fmla="*/ 650461 w 900282"/>
                  <a:gd name="connsiteY1479" fmla="*/ 3712 h 323736"/>
                  <a:gd name="connsiteX1480" fmla="*/ 650461 w 900282"/>
                  <a:gd name="connsiteY1480" fmla="*/ 3712 h 323736"/>
                  <a:gd name="connsiteX1481" fmla="*/ 647840 w 900282"/>
                  <a:gd name="connsiteY1481" fmla="*/ 3650 h 323736"/>
                  <a:gd name="connsiteX1482" fmla="*/ 647411 w 900282"/>
                  <a:gd name="connsiteY1482" fmla="*/ 3209 h 323736"/>
                  <a:gd name="connsiteX1483" fmla="*/ 647852 w 900282"/>
                  <a:gd name="connsiteY1483" fmla="*/ 2781 h 323736"/>
                  <a:gd name="connsiteX1484" fmla="*/ 650474 w 900282"/>
                  <a:gd name="connsiteY1484" fmla="*/ 2842 h 323736"/>
                  <a:gd name="connsiteX1485" fmla="*/ 650902 w 900282"/>
                  <a:gd name="connsiteY1485" fmla="*/ 3295 h 323736"/>
                  <a:gd name="connsiteX1486" fmla="*/ 650461 w 900282"/>
                  <a:gd name="connsiteY1486" fmla="*/ 3724 h 323736"/>
                  <a:gd name="connsiteX1487" fmla="*/ 641727 w 900282"/>
                  <a:gd name="connsiteY1487" fmla="*/ 3516 h 323736"/>
                  <a:gd name="connsiteX1488" fmla="*/ 641727 w 900282"/>
                  <a:gd name="connsiteY1488" fmla="*/ 3516 h 323736"/>
                  <a:gd name="connsiteX1489" fmla="*/ 639106 w 900282"/>
                  <a:gd name="connsiteY1489" fmla="*/ 3454 h 323736"/>
                  <a:gd name="connsiteX1490" fmla="*/ 638677 w 900282"/>
                  <a:gd name="connsiteY1490" fmla="*/ 3013 h 323736"/>
                  <a:gd name="connsiteX1491" fmla="*/ 639118 w 900282"/>
                  <a:gd name="connsiteY1491" fmla="*/ 2585 h 323736"/>
                  <a:gd name="connsiteX1492" fmla="*/ 641739 w 900282"/>
                  <a:gd name="connsiteY1492" fmla="*/ 2646 h 323736"/>
                  <a:gd name="connsiteX1493" fmla="*/ 642168 w 900282"/>
                  <a:gd name="connsiteY1493" fmla="*/ 3087 h 323736"/>
                  <a:gd name="connsiteX1494" fmla="*/ 641727 w 900282"/>
                  <a:gd name="connsiteY1494" fmla="*/ 3516 h 323736"/>
                  <a:gd name="connsiteX1495" fmla="*/ 632993 w 900282"/>
                  <a:gd name="connsiteY1495" fmla="*/ 3332 h 323736"/>
                  <a:gd name="connsiteX1496" fmla="*/ 632993 w 900282"/>
                  <a:gd name="connsiteY1496" fmla="*/ 3332 h 323736"/>
                  <a:gd name="connsiteX1497" fmla="*/ 630372 w 900282"/>
                  <a:gd name="connsiteY1497" fmla="*/ 3283 h 323736"/>
                  <a:gd name="connsiteX1498" fmla="*/ 629943 w 900282"/>
                  <a:gd name="connsiteY1498" fmla="*/ 2842 h 323736"/>
                  <a:gd name="connsiteX1499" fmla="*/ 630384 w 900282"/>
                  <a:gd name="connsiteY1499" fmla="*/ 2413 h 323736"/>
                  <a:gd name="connsiteX1500" fmla="*/ 633005 w 900282"/>
                  <a:gd name="connsiteY1500" fmla="*/ 2462 h 323736"/>
                  <a:gd name="connsiteX1501" fmla="*/ 633434 w 900282"/>
                  <a:gd name="connsiteY1501" fmla="*/ 2903 h 323736"/>
                  <a:gd name="connsiteX1502" fmla="*/ 632993 w 900282"/>
                  <a:gd name="connsiteY1502" fmla="*/ 3332 h 323736"/>
                  <a:gd name="connsiteX1503" fmla="*/ 624259 w 900282"/>
                  <a:gd name="connsiteY1503" fmla="*/ 3160 h 323736"/>
                  <a:gd name="connsiteX1504" fmla="*/ 624259 w 900282"/>
                  <a:gd name="connsiteY1504" fmla="*/ 3160 h 323736"/>
                  <a:gd name="connsiteX1505" fmla="*/ 621638 w 900282"/>
                  <a:gd name="connsiteY1505" fmla="*/ 3111 h 323736"/>
                  <a:gd name="connsiteX1506" fmla="*/ 621209 w 900282"/>
                  <a:gd name="connsiteY1506" fmla="*/ 2670 h 323736"/>
                  <a:gd name="connsiteX1507" fmla="*/ 621650 w 900282"/>
                  <a:gd name="connsiteY1507" fmla="*/ 2242 h 323736"/>
                  <a:gd name="connsiteX1508" fmla="*/ 624271 w 900282"/>
                  <a:gd name="connsiteY1508" fmla="*/ 2291 h 323736"/>
                  <a:gd name="connsiteX1509" fmla="*/ 624700 w 900282"/>
                  <a:gd name="connsiteY1509" fmla="*/ 2732 h 323736"/>
                  <a:gd name="connsiteX1510" fmla="*/ 624259 w 900282"/>
                  <a:gd name="connsiteY1510" fmla="*/ 3160 h 323736"/>
                  <a:gd name="connsiteX1511" fmla="*/ 615525 w 900282"/>
                  <a:gd name="connsiteY1511" fmla="*/ 2989 h 323736"/>
                  <a:gd name="connsiteX1512" fmla="*/ 615525 w 900282"/>
                  <a:gd name="connsiteY1512" fmla="*/ 2989 h 323736"/>
                  <a:gd name="connsiteX1513" fmla="*/ 612903 w 900282"/>
                  <a:gd name="connsiteY1513" fmla="*/ 2940 h 323736"/>
                  <a:gd name="connsiteX1514" fmla="*/ 612475 w 900282"/>
                  <a:gd name="connsiteY1514" fmla="*/ 2499 h 323736"/>
                  <a:gd name="connsiteX1515" fmla="*/ 612916 w 900282"/>
                  <a:gd name="connsiteY1515" fmla="*/ 2070 h 323736"/>
                  <a:gd name="connsiteX1516" fmla="*/ 612916 w 900282"/>
                  <a:gd name="connsiteY1516" fmla="*/ 2070 h 323736"/>
                  <a:gd name="connsiteX1517" fmla="*/ 615537 w 900282"/>
                  <a:gd name="connsiteY1517" fmla="*/ 2119 h 323736"/>
                  <a:gd name="connsiteX1518" fmla="*/ 615966 w 900282"/>
                  <a:gd name="connsiteY1518" fmla="*/ 2560 h 323736"/>
                  <a:gd name="connsiteX1519" fmla="*/ 615525 w 900282"/>
                  <a:gd name="connsiteY1519" fmla="*/ 2989 h 323736"/>
                  <a:gd name="connsiteX1520" fmla="*/ 18595 w 900282"/>
                  <a:gd name="connsiteY1520" fmla="*/ 2891 h 323736"/>
                  <a:gd name="connsiteX1521" fmla="*/ 18154 w 900282"/>
                  <a:gd name="connsiteY1521" fmla="*/ 2462 h 323736"/>
                  <a:gd name="connsiteX1522" fmla="*/ 18583 w 900282"/>
                  <a:gd name="connsiteY1522" fmla="*/ 2021 h 323736"/>
                  <a:gd name="connsiteX1523" fmla="*/ 21204 w 900282"/>
                  <a:gd name="connsiteY1523" fmla="*/ 1984 h 323736"/>
                  <a:gd name="connsiteX1524" fmla="*/ 21204 w 900282"/>
                  <a:gd name="connsiteY1524" fmla="*/ 1984 h 323736"/>
                  <a:gd name="connsiteX1525" fmla="*/ 21645 w 900282"/>
                  <a:gd name="connsiteY1525" fmla="*/ 2413 h 323736"/>
                  <a:gd name="connsiteX1526" fmla="*/ 21217 w 900282"/>
                  <a:gd name="connsiteY1526" fmla="*/ 2854 h 323736"/>
                  <a:gd name="connsiteX1527" fmla="*/ 18595 w 900282"/>
                  <a:gd name="connsiteY1527" fmla="*/ 2891 h 323736"/>
                  <a:gd name="connsiteX1528" fmla="*/ 18595 w 900282"/>
                  <a:gd name="connsiteY1528" fmla="*/ 2891 h 323736"/>
                  <a:gd name="connsiteX1529" fmla="*/ 606791 w 900282"/>
                  <a:gd name="connsiteY1529" fmla="*/ 2830 h 323736"/>
                  <a:gd name="connsiteX1530" fmla="*/ 606791 w 900282"/>
                  <a:gd name="connsiteY1530" fmla="*/ 2830 h 323736"/>
                  <a:gd name="connsiteX1531" fmla="*/ 604169 w 900282"/>
                  <a:gd name="connsiteY1531" fmla="*/ 2781 h 323736"/>
                  <a:gd name="connsiteX1532" fmla="*/ 603741 w 900282"/>
                  <a:gd name="connsiteY1532" fmla="*/ 2340 h 323736"/>
                  <a:gd name="connsiteX1533" fmla="*/ 604182 w 900282"/>
                  <a:gd name="connsiteY1533" fmla="*/ 1911 h 323736"/>
                  <a:gd name="connsiteX1534" fmla="*/ 606803 w 900282"/>
                  <a:gd name="connsiteY1534" fmla="*/ 1960 h 323736"/>
                  <a:gd name="connsiteX1535" fmla="*/ 607232 w 900282"/>
                  <a:gd name="connsiteY1535" fmla="*/ 2401 h 323736"/>
                  <a:gd name="connsiteX1536" fmla="*/ 606791 w 900282"/>
                  <a:gd name="connsiteY1536" fmla="*/ 2830 h 323736"/>
                  <a:gd name="connsiteX1537" fmla="*/ 27341 w 900282"/>
                  <a:gd name="connsiteY1537" fmla="*/ 2781 h 323736"/>
                  <a:gd name="connsiteX1538" fmla="*/ 26900 w 900282"/>
                  <a:gd name="connsiteY1538" fmla="*/ 2352 h 323736"/>
                  <a:gd name="connsiteX1539" fmla="*/ 27329 w 900282"/>
                  <a:gd name="connsiteY1539" fmla="*/ 1911 h 323736"/>
                  <a:gd name="connsiteX1540" fmla="*/ 29951 w 900282"/>
                  <a:gd name="connsiteY1540" fmla="*/ 1874 h 323736"/>
                  <a:gd name="connsiteX1541" fmla="*/ 29951 w 900282"/>
                  <a:gd name="connsiteY1541" fmla="*/ 1874 h 323736"/>
                  <a:gd name="connsiteX1542" fmla="*/ 30392 w 900282"/>
                  <a:gd name="connsiteY1542" fmla="*/ 2303 h 323736"/>
                  <a:gd name="connsiteX1543" fmla="*/ 29963 w 900282"/>
                  <a:gd name="connsiteY1543" fmla="*/ 2744 h 323736"/>
                  <a:gd name="connsiteX1544" fmla="*/ 27341 w 900282"/>
                  <a:gd name="connsiteY1544" fmla="*/ 2781 h 323736"/>
                  <a:gd name="connsiteX1545" fmla="*/ 27341 w 900282"/>
                  <a:gd name="connsiteY1545" fmla="*/ 2781 h 323736"/>
                  <a:gd name="connsiteX1546" fmla="*/ 598057 w 900282"/>
                  <a:gd name="connsiteY1546" fmla="*/ 2683 h 323736"/>
                  <a:gd name="connsiteX1547" fmla="*/ 598057 w 900282"/>
                  <a:gd name="connsiteY1547" fmla="*/ 2683 h 323736"/>
                  <a:gd name="connsiteX1548" fmla="*/ 595435 w 900282"/>
                  <a:gd name="connsiteY1548" fmla="*/ 2634 h 323736"/>
                  <a:gd name="connsiteX1549" fmla="*/ 595007 w 900282"/>
                  <a:gd name="connsiteY1549" fmla="*/ 2193 h 323736"/>
                  <a:gd name="connsiteX1550" fmla="*/ 595448 w 900282"/>
                  <a:gd name="connsiteY1550" fmla="*/ 1764 h 323736"/>
                  <a:gd name="connsiteX1551" fmla="*/ 598069 w 900282"/>
                  <a:gd name="connsiteY1551" fmla="*/ 1813 h 323736"/>
                  <a:gd name="connsiteX1552" fmla="*/ 598498 w 900282"/>
                  <a:gd name="connsiteY1552" fmla="*/ 2254 h 323736"/>
                  <a:gd name="connsiteX1553" fmla="*/ 598057 w 900282"/>
                  <a:gd name="connsiteY1553" fmla="*/ 2683 h 323736"/>
                  <a:gd name="connsiteX1554" fmla="*/ 36088 w 900282"/>
                  <a:gd name="connsiteY1554" fmla="*/ 2683 h 323736"/>
                  <a:gd name="connsiteX1555" fmla="*/ 35647 w 900282"/>
                  <a:gd name="connsiteY1555" fmla="*/ 2254 h 323736"/>
                  <a:gd name="connsiteX1556" fmla="*/ 36076 w 900282"/>
                  <a:gd name="connsiteY1556" fmla="*/ 1813 h 323736"/>
                  <a:gd name="connsiteX1557" fmla="*/ 38697 w 900282"/>
                  <a:gd name="connsiteY1557" fmla="*/ 1788 h 323736"/>
                  <a:gd name="connsiteX1558" fmla="*/ 38697 w 900282"/>
                  <a:gd name="connsiteY1558" fmla="*/ 1788 h 323736"/>
                  <a:gd name="connsiteX1559" fmla="*/ 39138 w 900282"/>
                  <a:gd name="connsiteY1559" fmla="*/ 2217 h 323736"/>
                  <a:gd name="connsiteX1560" fmla="*/ 38709 w 900282"/>
                  <a:gd name="connsiteY1560" fmla="*/ 2658 h 323736"/>
                  <a:gd name="connsiteX1561" fmla="*/ 36088 w 900282"/>
                  <a:gd name="connsiteY1561" fmla="*/ 2683 h 323736"/>
                  <a:gd name="connsiteX1562" fmla="*/ 36088 w 900282"/>
                  <a:gd name="connsiteY1562" fmla="*/ 2683 h 323736"/>
                  <a:gd name="connsiteX1563" fmla="*/ 44834 w 900282"/>
                  <a:gd name="connsiteY1563" fmla="*/ 2585 h 323736"/>
                  <a:gd name="connsiteX1564" fmla="*/ 44393 w 900282"/>
                  <a:gd name="connsiteY1564" fmla="*/ 2156 h 323736"/>
                  <a:gd name="connsiteX1565" fmla="*/ 44822 w 900282"/>
                  <a:gd name="connsiteY1565" fmla="*/ 1715 h 323736"/>
                  <a:gd name="connsiteX1566" fmla="*/ 47443 w 900282"/>
                  <a:gd name="connsiteY1566" fmla="*/ 1690 h 323736"/>
                  <a:gd name="connsiteX1567" fmla="*/ 47884 w 900282"/>
                  <a:gd name="connsiteY1567" fmla="*/ 2119 h 323736"/>
                  <a:gd name="connsiteX1568" fmla="*/ 47455 w 900282"/>
                  <a:gd name="connsiteY1568" fmla="*/ 2560 h 323736"/>
                  <a:gd name="connsiteX1569" fmla="*/ 44834 w 900282"/>
                  <a:gd name="connsiteY1569" fmla="*/ 2585 h 323736"/>
                  <a:gd name="connsiteX1570" fmla="*/ 44834 w 900282"/>
                  <a:gd name="connsiteY1570" fmla="*/ 2585 h 323736"/>
                  <a:gd name="connsiteX1571" fmla="*/ 589323 w 900282"/>
                  <a:gd name="connsiteY1571" fmla="*/ 2536 h 323736"/>
                  <a:gd name="connsiteX1572" fmla="*/ 589323 w 900282"/>
                  <a:gd name="connsiteY1572" fmla="*/ 2536 h 323736"/>
                  <a:gd name="connsiteX1573" fmla="*/ 586701 w 900282"/>
                  <a:gd name="connsiteY1573" fmla="*/ 2499 h 323736"/>
                  <a:gd name="connsiteX1574" fmla="*/ 586273 w 900282"/>
                  <a:gd name="connsiteY1574" fmla="*/ 2058 h 323736"/>
                  <a:gd name="connsiteX1575" fmla="*/ 586714 w 900282"/>
                  <a:gd name="connsiteY1575" fmla="*/ 1629 h 323736"/>
                  <a:gd name="connsiteX1576" fmla="*/ 589335 w 900282"/>
                  <a:gd name="connsiteY1576" fmla="*/ 1666 h 323736"/>
                  <a:gd name="connsiteX1577" fmla="*/ 589764 w 900282"/>
                  <a:gd name="connsiteY1577" fmla="*/ 2107 h 323736"/>
                  <a:gd name="connsiteX1578" fmla="*/ 589323 w 900282"/>
                  <a:gd name="connsiteY1578" fmla="*/ 2536 h 323736"/>
                  <a:gd name="connsiteX1579" fmla="*/ 53580 w 900282"/>
                  <a:gd name="connsiteY1579" fmla="*/ 2487 h 323736"/>
                  <a:gd name="connsiteX1580" fmla="*/ 53139 w 900282"/>
                  <a:gd name="connsiteY1580" fmla="*/ 2058 h 323736"/>
                  <a:gd name="connsiteX1581" fmla="*/ 53568 w 900282"/>
                  <a:gd name="connsiteY1581" fmla="*/ 1617 h 323736"/>
                  <a:gd name="connsiteX1582" fmla="*/ 56190 w 900282"/>
                  <a:gd name="connsiteY1582" fmla="*/ 1592 h 323736"/>
                  <a:gd name="connsiteX1583" fmla="*/ 56190 w 900282"/>
                  <a:gd name="connsiteY1583" fmla="*/ 1592 h 323736"/>
                  <a:gd name="connsiteX1584" fmla="*/ 56631 w 900282"/>
                  <a:gd name="connsiteY1584" fmla="*/ 2021 h 323736"/>
                  <a:gd name="connsiteX1585" fmla="*/ 56202 w 900282"/>
                  <a:gd name="connsiteY1585" fmla="*/ 2462 h 323736"/>
                  <a:gd name="connsiteX1586" fmla="*/ 53580 w 900282"/>
                  <a:gd name="connsiteY1586" fmla="*/ 2487 h 323736"/>
                  <a:gd name="connsiteX1587" fmla="*/ 53580 w 900282"/>
                  <a:gd name="connsiteY1587" fmla="*/ 2487 h 323736"/>
                  <a:gd name="connsiteX1588" fmla="*/ 580589 w 900282"/>
                  <a:gd name="connsiteY1588" fmla="*/ 2401 h 323736"/>
                  <a:gd name="connsiteX1589" fmla="*/ 580589 w 900282"/>
                  <a:gd name="connsiteY1589" fmla="*/ 2401 h 323736"/>
                  <a:gd name="connsiteX1590" fmla="*/ 577967 w 900282"/>
                  <a:gd name="connsiteY1590" fmla="*/ 2364 h 323736"/>
                  <a:gd name="connsiteX1591" fmla="*/ 577539 w 900282"/>
                  <a:gd name="connsiteY1591" fmla="*/ 1923 h 323736"/>
                  <a:gd name="connsiteX1592" fmla="*/ 577979 w 900282"/>
                  <a:gd name="connsiteY1592" fmla="*/ 1494 h 323736"/>
                  <a:gd name="connsiteX1593" fmla="*/ 580601 w 900282"/>
                  <a:gd name="connsiteY1593" fmla="*/ 1531 h 323736"/>
                  <a:gd name="connsiteX1594" fmla="*/ 581030 w 900282"/>
                  <a:gd name="connsiteY1594" fmla="*/ 1972 h 323736"/>
                  <a:gd name="connsiteX1595" fmla="*/ 580589 w 900282"/>
                  <a:gd name="connsiteY1595" fmla="*/ 2401 h 323736"/>
                  <a:gd name="connsiteX1596" fmla="*/ 62327 w 900282"/>
                  <a:gd name="connsiteY1596" fmla="*/ 2389 h 323736"/>
                  <a:gd name="connsiteX1597" fmla="*/ 61886 w 900282"/>
                  <a:gd name="connsiteY1597" fmla="*/ 1960 h 323736"/>
                  <a:gd name="connsiteX1598" fmla="*/ 62314 w 900282"/>
                  <a:gd name="connsiteY1598" fmla="*/ 1519 h 323736"/>
                  <a:gd name="connsiteX1599" fmla="*/ 64936 w 900282"/>
                  <a:gd name="connsiteY1599" fmla="*/ 1494 h 323736"/>
                  <a:gd name="connsiteX1600" fmla="*/ 64936 w 900282"/>
                  <a:gd name="connsiteY1600" fmla="*/ 1494 h 323736"/>
                  <a:gd name="connsiteX1601" fmla="*/ 65377 w 900282"/>
                  <a:gd name="connsiteY1601" fmla="*/ 1923 h 323736"/>
                  <a:gd name="connsiteX1602" fmla="*/ 64948 w 900282"/>
                  <a:gd name="connsiteY1602" fmla="*/ 2364 h 323736"/>
                  <a:gd name="connsiteX1603" fmla="*/ 62327 w 900282"/>
                  <a:gd name="connsiteY1603" fmla="*/ 2389 h 323736"/>
                  <a:gd name="connsiteX1604" fmla="*/ 62327 w 900282"/>
                  <a:gd name="connsiteY1604" fmla="*/ 2389 h 323736"/>
                  <a:gd name="connsiteX1605" fmla="*/ 71073 w 900282"/>
                  <a:gd name="connsiteY1605" fmla="*/ 2291 h 323736"/>
                  <a:gd name="connsiteX1606" fmla="*/ 70632 w 900282"/>
                  <a:gd name="connsiteY1606" fmla="*/ 1862 h 323736"/>
                  <a:gd name="connsiteX1607" fmla="*/ 71061 w 900282"/>
                  <a:gd name="connsiteY1607" fmla="*/ 1421 h 323736"/>
                  <a:gd name="connsiteX1608" fmla="*/ 73682 w 900282"/>
                  <a:gd name="connsiteY1608" fmla="*/ 1396 h 323736"/>
                  <a:gd name="connsiteX1609" fmla="*/ 74123 w 900282"/>
                  <a:gd name="connsiteY1609" fmla="*/ 1825 h 323736"/>
                  <a:gd name="connsiteX1610" fmla="*/ 73694 w 900282"/>
                  <a:gd name="connsiteY1610" fmla="*/ 2266 h 323736"/>
                  <a:gd name="connsiteX1611" fmla="*/ 71073 w 900282"/>
                  <a:gd name="connsiteY1611" fmla="*/ 2291 h 323736"/>
                  <a:gd name="connsiteX1612" fmla="*/ 71073 w 900282"/>
                  <a:gd name="connsiteY1612" fmla="*/ 2291 h 323736"/>
                  <a:gd name="connsiteX1613" fmla="*/ 571855 w 900282"/>
                  <a:gd name="connsiteY1613" fmla="*/ 2266 h 323736"/>
                  <a:gd name="connsiteX1614" fmla="*/ 571855 w 900282"/>
                  <a:gd name="connsiteY1614" fmla="*/ 2266 h 323736"/>
                  <a:gd name="connsiteX1615" fmla="*/ 569233 w 900282"/>
                  <a:gd name="connsiteY1615" fmla="*/ 2229 h 323736"/>
                  <a:gd name="connsiteX1616" fmla="*/ 568804 w 900282"/>
                  <a:gd name="connsiteY1616" fmla="*/ 1788 h 323736"/>
                  <a:gd name="connsiteX1617" fmla="*/ 569245 w 900282"/>
                  <a:gd name="connsiteY1617" fmla="*/ 1360 h 323736"/>
                  <a:gd name="connsiteX1618" fmla="*/ 571867 w 900282"/>
                  <a:gd name="connsiteY1618" fmla="*/ 1396 h 323736"/>
                  <a:gd name="connsiteX1619" fmla="*/ 572296 w 900282"/>
                  <a:gd name="connsiteY1619" fmla="*/ 1837 h 323736"/>
                  <a:gd name="connsiteX1620" fmla="*/ 571855 w 900282"/>
                  <a:gd name="connsiteY1620" fmla="*/ 2266 h 323736"/>
                  <a:gd name="connsiteX1621" fmla="*/ 79807 w 900282"/>
                  <a:gd name="connsiteY1621" fmla="*/ 2205 h 323736"/>
                  <a:gd name="connsiteX1622" fmla="*/ 79366 w 900282"/>
                  <a:gd name="connsiteY1622" fmla="*/ 1776 h 323736"/>
                  <a:gd name="connsiteX1623" fmla="*/ 79795 w 900282"/>
                  <a:gd name="connsiteY1623" fmla="*/ 1335 h 323736"/>
                  <a:gd name="connsiteX1624" fmla="*/ 82416 w 900282"/>
                  <a:gd name="connsiteY1624" fmla="*/ 1311 h 323736"/>
                  <a:gd name="connsiteX1625" fmla="*/ 82416 w 900282"/>
                  <a:gd name="connsiteY1625" fmla="*/ 1311 h 323736"/>
                  <a:gd name="connsiteX1626" fmla="*/ 82857 w 900282"/>
                  <a:gd name="connsiteY1626" fmla="*/ 1739 h 323736"/>
                  <a:gd name="connsiteX1627" fmla="*/ 82428 w 900282"/>
                  <a:gd name="connsiteY1627" fmla="*/ 2180 h 323736"/>
                  <a:gd name="connsiteX1628" fmla="*/ 79807 w 900282"/>
                  <a:gd name="connsiteY1628" fmla="*/ 2205 h 323736"/>
                  <a:gd name="connsiteX1629" fmla="*/ 79807 w 900282"/>
                  <a:gd name="connsiteY1629" fmla="*/ 2205 h 323736"/>
                  <a:gd name="connsiteX1630" fmla="*/ 563108 w 900282"/>
                  <a:gd name="connsiteY1630" fmla="*/ 2144 h 323736"/>
                  <a:gd name="connsiteX1631" fmla="*/ 563108 w 900282"/>
                  <a:gd name="connsiteY1631" fmla="*/ 2144 h 323736"/>
                  <a:gd name="connsiteX1632" fmla="*/ 560536 w 900282"/>
                  <a:gd name="connsiteY1632" fmla="*/ 2107 h 323736"/>
                  <a:gd name="connsiteX1633" fmla="*/ 560083 w 900282"/>
                  <a:gd name="connsiteY1633" fmla="*/ 1666 h 323736"/>
                  <a:gd name="connsiteX1634" fmla="*/ 560487 w 900282"/>
                  <a:gd name="connsiteY1634" fmla="*/ 1237 h 323736"/>
                  <a:gd name="connsiteX1635" fmla="*/ 560487 w 900282"/>
                  <a:gd name="connsiteY1635" fmla="*/ 1237 h 323736"/>
                  <a:gd name="connsiteX1636" fmla="*/ 563108 w 900282"/>
                  <a:gd name="connsiteY1636" fmla="*/ 1274 h 323736"/>
                  <a:gd name="connsiteX1637" fmla="*/ 563537 w 900282"/>
                  <a:gd name="connsiteY1637" fmla="*/ 1715 h 323736"/>
                  <a:gd name="connsiteX1638" fmla="*/ 563096 w 900282"/>
                  <a:gd name="connsiteY1638" fmla="*/ 2144 h 323736"/>
                  <a:gd name="connsiteX1639" fmla="*/ 88553 w 900282"/>
                  <a:gd name="connsiteY1639" fmla="*/ 2107 h 323736"/>
                  <a:gd name="connsiteX1640" fmla="*/ 88112 w 900282"/>
                  <a:gd name="connsiteY1640" fmla="*/ 1678 h 323736"/>
                  <a:gd name="connsiteX1641" fmla="*/ 88541 w 900282"/>
                  <a:gd name="connsiteY1641" fmla="*/ 1237 h 323736"/>
                  <a:gd name="connsiteX1642" fmla="*/ 91163 w 900282"/>
                  <a:gd name="connsiteY1642" fmla="*/ 1213 h 323736"/>
                  <a:gd name="connsiteX1643" fmla="*/ 91163 w 900282"/>
                  <a:gd name="connsiteY1643" fmla="*/ 1213 h 323736"/>
                  <a:gd name="connsiteX1644" fmla="*/ 91604 w 900282"/>
                  <a:gd name="connsiteY1644" fmla="*/ 1641 h 323736"/>
                  <a:gd name="connsiteX1645" fmla="*/ 91175 w 900282"/>
                  <a:gd name="connsiteY1645" fmla="*/ 2082 h 323736"/>
                  <a:gd name="connsiteX1646" fmla="*/ 88553 w 900282"/>
                  <a:gd name="connsiteY1646" fmla="*/ 2107 h 323736"/>
                  <a:gd name="connsiteX1647" fmla="*/ 88553 w 900282"/>
                  <a:gd name="connsiteY1647" fmla="*/ 2107 h 323736"/>
                  <a:gd name="connsiteX1648" fmla="*/ 97300 w 900282"/>
                  <a:gd name="connsiteY1648" fmla="*/ 2021 h 323736"/>
                  <a:gd name="connsiteX1649" fmla="*/ 96859 w 900282"/>
                  <a:gd name="connsiteY1649" fmla="*/ 1592 h 323736"/>
                  <a:gd name="connsiteX1650" fmla="*/ 97287 w 900282"/>
                  <a:gd name="connsiteY1650" fmla="*/ 1151 h 323736"/>
                  <a:gd name="connsiteX1651" fmla="*/ 99909 w 900282"/>
                  <a:gd name="connsiteY1651" fmla="*/ 1127 h 323736"/>
                  <a:gd name="connsiteX1652" fmla="*/ 99909 w 900282"/>
                  <a:gd name="connsiteY1652" fmla="*/ 1127 h 323736"/>
                  <a:gd name="connsiteX1653" fmla="*/ 100350 w 900282"/>
                  <a:gd name="connsiteY1653" fmla="*/ 1556 h 323736"/>
                  <a:gd name="connsiteX1654" fmla="*/ 99921 w 900282"/>
                  <a:gd name="connsiteY1654" fmla="*/ 1997 h 323736"/>
                  <a:gd name="connsiteX1655" fmla="*/ 97300 w 900282"/>
                  <a:gd name="connsiteY1655" fmla="*/ 2021 h 323736"/>
                  <a:gd name="connsiteX1656" fmla="*/ 97300 w 900282"/>
                  <a:gd name="connsiteY1656" fmla="*/ 2021 h 323736"/>
                  <a:gd name="connsiteX1657" fmla="*/ 554387 w 900282"/>
                  <a:gd name="connsiteY1657" fmla="*/ 2021 h 323736"/>
                  <a:gd name="connsiteX1658" fmla="*/ 554387 w 900282"/>
                  <a:gd name="connsiteY1658" fmla="*/ 2021 h 323736"/>
                  <a:gd name="connsiteX1659" fmla="*/ 551765 w 900282"/>
                  <a:gd name="connsiteY1659" fmla="*/ 1984 h 323736"/>
                  <a:gd name="connsiteX1660" fmla="*/ 551336 w 900282"/>
                  <a:gd name="connsiteY1660" fmla="*/ 1543 h 323736"/>
                  <a:gd name="connsiteX1661" fmla="*/ 551777 w 900282"/>
                  <a:gd name="connsiteY1661" fmla="*/ 1115 h 323736"/>
                  <a:gd name="connsiteX1662" fmla="*/ 554399 w 900282"/>
                  <a:gd name="connsiteY1662" fmla="*/ 1151 h 323736"/>
                  <a:gd name="connsiteX1663" fmla="*/ 554828 w 900282"/>
                  <a:gd name="connsiteY1663" fmla="*/ 1592 h 323736"/>
                  <a:gd name="connsiteX1664" fmla="*/ 554387 w 900282"/>
                  <a:gd name="connsiteY1664" fmla="*/ 2021 h 323736"/>
                  <a:gd name="connsiteX1665" fmla="*/ 106046 w 900282"/>
                  <a:gd name="connsiteY1665" fmla="*/ 1948 h 323736"/>
                  <a:gd name="connsiteX1666" fmla="*/ 105605 w 900282"/>
                  <a:gd name="connsiteY1666" fmla="*/ 1519 h 323736"/>
                  <a:gd name="connsiteX1667" fmla="*/ 106034 w 900282"/>
                  <a:gd name="connsiteY1667" fmla="*/ 1078 h 323736"/>
                  <a:gd name="connsiteX1668" fmla="*/ 108655 w 900282"/>
                  <a:gd name="connsiteY1668" fmla="*/ 1053 h 323736"/>
                  <a:gd name="connsiteX1669" fmla="*/ 108655 w 900282"/>
                  <a:gd name="connsiteY1669" fmla="*/ 1053 h 323736"/>
                  <a:gd name="connsiteX1670" fmla="*/ 109096 w 900282"/>
                  <a:gd name="connsiteY1670" fmla="*/ 1482 h 323736"/>
                  <a:gd name="connsiteX1671" fmla="*/ 108667 w 900282"/>
                  <a:gd name="connsiteY1671" fmla="*/ 1923 h 323736"/>
                  <a:gd name="connsiteX1672" fmla="*/ 106046 w 900282"/>
                  <a:gd name="connsiteY1672" fmla="*/ 1948 h 323736"/>
                  <a:gd name="connsiteX1673" fmla="*/ 106046 w 900282"/>
                  <a:gd name="connsiteY1673" fmla="*/ 1948 h 323736"/>
                  <a:gd name="connsiteX1674" fmla="*/ 545652 w 900282"/>
                  <a:gd name="connsiteY1674" fmla="*/ 1911 h 323736"/>
                  <a:gd name="connsiteX1675" fmla="*/ 545652 w 900282"/>
                  <a:gd name="connsiteY1675" fmla="*/ 1911 h 323736"/>
                  <a:gd name="connsiteX1676" fmla="*/ 543031 w 900282"/>
                  <a:gd name="connsiteY1676" fmla="*/ 1874 h 323736"/>
                  <a:gd name="connsiteX1677" fmla="*/ 542602 w 900282"/>
                  <a:gd name="connsiteY1677" fmla="*/ 1433 h 323736"/>
                  <a:gd name="connsiteX1678" fmla="*/ 543043 w 900282"/>
                  <a:gd name="connsiteY1678" fmla="*/ 1004 h 323736"/>
                  <a:gd name="connsiteX1679" fmla="*/ 545665 w 900282"/>
                  <a:gd name="connsiteY1679" fmla="*/ 1041 h 323736"/>
                  <a:gd name="connsiteX1680" fmla="*/ 546093 w 900282"/>
                  <a:gd name="connsiteY1680" fmla="*/ 1482 h 323736"/>
                  <a:gd name="connsiteX1681" fmla="*/ 545652 w 900282"/>
                  <a:gd name="connsiteY1681" fmla="*/ 1911 h 323736"/>
                  <a:gd name="connsiteX1682" fmla="*/ 114792 w 900282"/>
                  <a:gd name="connsiteY1682" fmla="*/ 1862 h 323736"/>
                  <a:gd name="connsiteX1683" fmla="*/ 114351 w 900282"/>
                  <a:gd name="connsiteY1683" fmla="*/ 1433 h 323736"/>
                  <a:gd name="connsiteX1684" fmla="*/ 114780 w 900282"/>
                  <a:gd name="connsiteY1684" fmla="*/ 992 h 323736"/>
                  <a:gd name="connsiteX1685" fmla="*/ 117401 w 900282"/>
                  <a:gd name="connsiteY1685" fmla="*/ 968 h 323736"/>
                  <a:gd name="connsiteX1686" fmla="*/ 117401 w 900282"/>
                  <a:gd name="connsiteY1686" fmla="*/ 968 h 323736"/>
                  <a:gd name="connsiteX1687" fmla="*/ 117843 w 900282"/>
                  <a:gd name="connsiteY1687" fmla="*/ 1396 h 323736"/>
                  <a:gd name="connsiteX1688" fmla="*/ 117414 w 900282"/>
                  <a:gd name="connsiteY1688" fmla="*/ 1837 h 323736"/>
                  <a:gd name="connsiteX1689" fmla="*/ 114792 w 900282"/>
                  <a:gd name="connsiteY1689" fmla="*/ 1862 h 323736"/>
                  <a:gd name="connsiteX1690" fmla="*/ 114792 w 900282"/>
                  <a:gd name="connsiteY1690" fmla="*/ 1862 h 323736"/>
                  <a:gd name="connsiteX1691" fmla="*/ 536918 w 900282"/>
                  <a:gd name="connsiteY1691" fmla="*/ 1813 h 323736"/>
                  <a:gd name="connsiteX1692" fmla="*/ 536918 w 900282"/>
                  <a:gd name="connsiteY1692" fmla="*/ 1813 h 323736"/>
                  <a:gd name="connsiteX1693" fmla="*/ 534297 w 900282"/>
                  <a:gd name="connsiteY1693" fmla="*/ 1788 h 323736"/>
                  <a:gd name="connsiteX1694" fmla="*/ 533868 w 900282"/>
                  <a:gd name="connsiteY1694" fmla="*/ 1347 h 323736"/>
                  <a:gd name="connsiteX1695" fmla="*/ 534309 w 900282"/>
                  <a:gd name="connsiteY1695" fmla="*/ 919 h 323736"/>
                  <a:gd name="connsiteX1696" fmla="*/ 536931 w 900282"/>
                  <a:gd name="connsiteY1696" fmla="*/ 943 h 323736"/>
                  <a:gd name="connsiteX1697" fmla="*/ 537359 w 900282"/>
                  <a:gd name="connsiteY1697" fmla="*/ 1384 h 323736"/>
                  <a:gd name="connsiteX1698" fmla="*/ 536918 w 900282"/>
                  <a:gd name="connsiteY1698" fmla="*/ 1813 h 323736"/>
                  <a:gd name="connsiteX1699" fmla="*/ 123539 w 900282"/>
                  <a:gd name="connsiteY1699" fmla="*/ 1788 h 323736"/>
                  <a:gd name="connsiteX1700" fmla="*/ 123098 w 900282"/>
                  <a:gd name="connsiteY1700" fmla="*/ 1360 h 323736"/>
                  <a:gd name="connsiteX1701" fmla="*/ 123526 w 900282"/>
                  <a:gd name="connsiteY1701" fmla="*/ 919 h 323736"/>
                  <a:gd name="connsiteX1702" fmla="*/ 126148 w 900282"/>
                  <a:gd name="connsiteY1702" fmla="*/ 894 h 323736"/>
                  <a:gd name="connsiteX1703" fmla="*/ 126589 w 900282"/>
                  <a:gd name="connsiteY1703" fmla="*/ 1323 h 323736"/>
                  <a:gd name="connsiteX1704" fmla="*/ 126160 w 900282"/>
                  <a:gd name="connsiteY1704" fmla="*/ 1764 h 323736"/>
                  <a:gd name="connsiteX1705" fmla="*/ 123539 w 900282"/>
                  <a:gd name="connsiteY1705" fmla="*/ 1788 h 323736"/>
                  <a:gd name="connsiteX1706" fmla="*/ 123539 w 900282"/>
                  <a:gd name="connsiteY1706" fmla="*/ 1788 h 323736"/>
                  <a:gd name="connsiteX1707" fmla="*/ 132346 w 900282"/>
                  <a:gd name="connsiteY1707" fmla="*/ 1715 h 323736"/>
                  <a:gd name="connsiteX1708" fmla="*/ 131868 w 900282"/>
                  <a:gd name="connsiteY1708" fmla="*/ 1286 h 323736"/>
                  <a:gd name="connsiteX1709" fmla="*/ 132260 w 900282"/>
                  <a:gd name="connsiteY1709" fmla="*/ 845 h 323736"/>
                  <a:gd name="connsiteX1710" fmla="*/ 134882 w 900282"/>
                  <a:gd name="connsiteY1710" fmla="*/ 821 h 323736"/>
                  <a:gd name="connsiteX1711" fmla="*/ 134882 w 900282"/>
                  <a:gd name="connsiteY1711" fmla="*/ 821 h 323736"/>
                  <a:gd name="connsiteX1712" fmla="*/ 135323 w 900282"/>
                  <a:gd name="connsiteY1712" fmla="*/ 1249 h 323736"/>
                  <a:gd name="connsiteX1713" fmla="*/ 134894 w 900282"/>
                  <a:gd name="connsiteY1713" fmla="*/ 1690 h 323736"/>
                  <a:gd name="connsiteX1714" fmla="*/ 132346 w 900282"/>
                  <a:gd name="connsiteY1714" fmla="*/ 1715 h 323736"/>
                  <a:gd name="connsiteX1715" fmla="*/ 132346 w 900282"/>
                  <a:gd name="connsiteY1715" fmla="*/ 1715 h 323736"/>
                  <a:gd name="connsiteX1716" fmla="*/ 528172 w 900282"/>
                  <a:gd name="connsiteY1716" fmla="*/ 1715 h 323736"/>
                  <a:gd name="connsiteX1717" fmla="*/ 528172 w 900282"/>
                  <a:gd name="connsiteY1717" fmla="*/ 1715 h 323736"/>
                  <a:gd name="connsiteX1718" fmla="*/ 525587 w 900282"/>
                  <a:gd name="connsiteY1718" fmla="*/ 1690 h 323736"/>
                  <a:gd name="connsiteX1719" fmla="*/ 525134 w 900282"/>
                  <a:gd name="connsiteY1719" fmla="*/ 1249 h 323736"/>
                  <a:gd name="connsiteX1720" fmla="*/ 525551 w 900282"/>
                  <a:gd name="connsiteY1720" fmla="*/ 821 h 323736"/>
                  <a:gd name="connsiteX1721" fmla="*/ 525551 w 900282"/>
                  <a:gd name="connsiteY1721" fmla="*/ 821 h 323736"/>
                  <a:gd name="connsiteX1722" fmla="*/ 528172 w 900282"/>
                  <a:gd name="connsiteY1722" fmla="*/ 845 h 323736"/>
                  <a:gd name="connsiteX1723" fmla="*/ 528601 w 900282"/>
                  <a:gd name="connsiteY1723" fmla="*/ 1286 h 323736"/>
                  <a:gd name="connsiteX1724" fmla="*/ 528160 w 900282"/>
                  <a:gd name="connsiteY1724" fmla="*/ 1715 h 323736"/>
                  <a:gd name="connsiteX1725" fmla="*/ 141019 w 900282"/>
                  <a:gd name="connsiteY1725" fmla="*/ 1641 h 323736"/>
                  <a:gd name="connsiteX1726" fmla="*/ 140578 w 900282"/>
                  <a:gd name="connsiteY1726" fmla="*/ 1213 h 323736"/>
                  <a:gd name="connsiteX1727" fmla="*/ 141007 w 900282"/>
                  <a:gd name="connsiteY1727" fmla="*/ 772 h 323736"/>
                  <a:gd name="connsiteX1728" fmla="*/ 143628 w 900282"/>
                  <a:gd name="connsiteY1728" fmla="*/ 747 h 323736"/>
                  <a:gd name="connsiteX1729" fmla="*/ 143628 w 900282"/>
                  <a:gd name="connsiteY1729" fmla="*/ 747 h 323736"/>
                  <a:gd name="connsiteX1730" fmla="*/ 144069 w 900282"/>
                  <a:gd name="connsiteY1730" fmla="*/ 1176 h 323736"/>
                  <a:gd name="connsiteX1731" fmla="*/ 143640 w 900282"/>
                  <a:gd name="connsiteY1731" fmla="*/ 1617 h 323736"/>
                  <a:gd name="connsiteX1732" fmla="*/ 141019 w 900282"/>
                  <a:gd name="connsiteY1732" fmla="*/ 1641 h 323736"/>
                  <a:gd name="connsiteX1733" fmla="*/ 141019 w 900282"/>
                  <a:gd name="connsiteY1733" fmla="*/ 1641 h 323736"/>
                  <a:gd name="connsiteX1734" fmla="*/ 519438 w 900282"/>
                  <a:gd name="connsiteY1734" fmla="*/ 1617 h 323736"/>
                  <a:gd name="connsiteX1735" fmla="*/ 519438 w 900282"/>
                  <a:gd name="connsiteY1735" fmla="*/ 1617 h 323736"/>
                  <a:gd name="connsiteX1736" fmla="*/ 516817 w 900282"/>
                  <a:gd name="connsiteY1736" fmla="*/ 1592 h 323736"/>
                  <a:gd name="connsiteX1737" fmla="*/ 516388 w 900282"/>
                  <a:gd name="connsiteY1737" fmla="*/ 1151 h 323736"/>
                  <a:gd name="connsiteX1738" fmla="*/ 516829 w 900282"/>
                  <a:gd name="connsiteY1738" fmla="*/ 723 h 323736"/>
                  <a:gd name="connsiteX1739" fmla="*/ 516829 w 900282"/>
                  <a:gd name="connsiteY1739" fmla="*/ 723 h 323736"/>
                  <a:gd name="connsiteX1740" fmla="*/ 519450 w 900282"/>
                  <a:gd name="connsiteY1740" fmla="*/ 747 h 323736"/>
                  <a:gd name="connsiteX1741" fmla="*/ 519879 w 900282"/>
                  <a:gd name="connsiteY1741" fmla="*/ 1188 h 323736"/>
                  <a:gd name="connsiteX1742" fmla="*/ 519438 w 900282"/>
                  <a:gd name="connsiteY1742" fmla="*/ 1617 h 323736"/>
                  <a:gd name="connsiteX1743" fmla="*/ 149765 w 900282"/>
                  <a:gd name="connsiteY1743" fmla="*/ 1568 h 323736"/>
                  <a:gd name="connsiteX1744" fmla="*/ 149324 w 900282"/>
                  <a:gd name="connsiteY1744" fmla="*/ 1139 h 323736"/>
                  <a:gd name="connsiteX1745" fmla="*/ 149753 w 900282"/>
                  <a:gd name="connsiteY1745" fmla="*/ 698 h 323736"/>
                  <a:gd name="connsiteX1746" fmla="*/ 152375 w 900282"/>
                  <a:gd name="connsiteY1746" fmla="*/ 674 h 323736"/>
                  <a:gd name="connsiteX1747" fmla="*/ 152816 w 900282"/>
                  <a:gd name="connsiteY1747" fmla="*/ 1103 h 323736"/>
                  <a:gd name="connsiteX1748" fmla="*/ 152387 w 900282"/>
                  <a:gd name="connsiteY1748" fmla="*/ 1543 h 323736"/>
                  <a:gd name="connsiteX1749" fmla="*/ 149765 w 900282"/>
                  <a:gd name="connsiteY1749" fmla="*/ 1568 h 323736"/>
                  <a:gd name="connsiteX1750" fmla="*/ 149765 w 900282"/>
                  <a:gd name="connsiteY1750" fmla="*/ 1568 h 323736"/>
                  <a:gd name="connsiteX1751" fmla="*/ 510704 w 900282"/>
                  <a:gd name="connsiteY1751" fmla="*/ 1531 h 323736"/>
                  <a:gd name="connsiteX1752" fmla="*/ 510704 w 900282"/>
                  <a:gd name="connsiteY1752" fmla="*/ 1531 h 323736"/>
                  <a:gd name="connsiteX1753" fmla="*/ 508082 w 900282"/>
                  <a:gd name="connsiteY1753" fmla="*/ 1507 h 323736"/>
                  <a:gd name="connsiteX1754" fmla="*/ 507654 w 900282"/>
                  <a:gd name="connsiteY1754" fmla="*/ 1066 h 323736"/>
                  <a:gd name="connsiteX1755" fmla="*/ 508095 w 900282"/>
                  <a:gd name="connsiteY1755" fmla="*/ 637 h 323736"/>
                  <a:gd name="connsiteX1756" fmla="*/ 510716 w 900282"/>
                  <a:gd name="connsiteY1756" fmla="*/ 661 h 323736"/>
                  <a:gd name="connsiteX1757" fmla="*/ 511145 w 900282"/>
                  <a:gd name="connsiteY1757" fmla="*/ 1103 h 323736"/>
                  <a:gd name="connsiteX1758" fmla="*/ 510704 w 900282"/>
                  <a:gd name="connsiteY1758" fmla="*/ 1531 h 323736"/>
                  <a:gd name="connsiteX1759" fmla="*/ 158548 w 900282"/>
                  <a:gd name="connsiteY1759" fmla="*/ 1507 h 323736"/>
                  <a:gd name="connsiteX1760" fmla="*/ 158095 w 900282"/>
                  <a:gd name="connsiteY1760" fmla="*/ 1078 h 323736"/>
                  <a:gd name="connsiteX1761" fmla="*/ 158512 w 900282"/>
                  <a:gd name="connsiteY1761" fmla="*/ 637 h 323736"/>
                  <a:gd name="connsiteX1762" fmla="*/ 161133 w 900282"/>
                  <a:gd name="connsiteY1762" fmla="*/ 612 h 323736"/>
                  <a:gd name="connsiteX1763" fmla="*/ 161574 w 900282"/>
                  <a:gd name="connsiteY1763" fmla="*/ 1041 h 323736"/>
                  <a:gd name="connsiteX1764" fmla="*/ 161145 w 900282"/>
                  <a:gd name="connsiteY1764" fmla="*/ 1482 h 323736"/>
                  <a:gd name="connsiteX1765" fmla="*/ 158573 w 900282"/>
                  <a:gd name="connsiteY1765" fmla="*/ 1507 h 323736"/>
                  <a:gd name="connsiteX1766" fmla="*/ 158573 w 900282"/>
                  <a:gd name="connsiteY1766" fmla="*/ 1507 h 323736"/>
                  <a:gd name="connsiteX1767" fmla="*/ 501958 w 900282"/>
                  <a:gd name="connsiteY1767" fmla="*/ 1445 h 323736"/>
                  <a:gd name="connsiteX1768" fmla="*/ 501958 w 900282"/>
                  <a:gd name="connsiteY1768" fmla="*/ 1445 h 323736"/>
                  <a:gd name="connsiteX1769" fmla="*/ 499336 w 900282"/>
                  <a:gd name="connsiteY1769" fmla="*/ 1421 h 323736"/>
                  <a:gd name="connsiteX1770" fmla="*/ 498907 w 900282"/>
                  <a:gd name="connsiteY1770" fmla="*/ 980 h 323736"/>
                  <a:gd name="connsiteX1771" fmla="*/ 499348 w 900282"/>
                  <a:gd name="connsiteY1771" fmla="*/ 551 h 323736"/>
                  <a:gd name="connsiteX1772" fmla="*/ 499348 w 900282"/>
                  <a:gd name="connsiteY1772" fmla="*/ 551 h 323736"/>
                  <a:gd name="connsiteX1773" fmla="*/ 501970 w 900282"/>
                  <a:gd name="connsiteY1773" fmla="*/ 576 h 323736"/>
                  <a:gd name="connsiteX1774" fmla="*/ 502399 w 900282"/>
                  <a:gd name="connsiteY1774" fmla="*/ 1017 h 323736"/>
                  <a:gd name="connsiteX1775" fmla="*/ 501958 w 900282"/>
                  <a:gd name="connsiteY1775" fmla="*/ 1445 h 323736"/>
                  <a:gd name="connsiteX1776" fmla="*/ 167246 w 900282"/>
                  <a:gd name="connsiteY1776" fmla="*/ 1445 h 323736"/>
                  <a:gd name="connsiteX1777" fmla="*/ 166805 w 900282"/>
                  <a:gd name="connsiteY1777" fmla="*/ 1017 h 323736"/>
                  <a:gd name="connsiteX1778" fmla="*/ 167233 w 900282"/>
                  <a:gd name="connsiteY1778" fmla="*/ 576 h 323736"/>
                  <a:gd name="connsiteX1779" fmla="*/ 169855 w 900282"/>
                  <a:gd name="connsiteY1779" fmla="*/ 576 h 323736"/>
                  <a:gd name="connsiteX1780" fmla="*/ 169855 w 900282"/>
                  <a:gd name="connsiteY1780" fmla="*/ 564 h 323736"/>
                  <a:gd name="connsiteX1781" fmla="*/ 170296 w 900282"/>
                  <a:gd name="connsiteY1781" fmla="*/ 992 h 323736"/>
                  <a:gd name="connsiteX1782" fmla="*/ 169867 w 900282"/>
                  <a:gd name="connsiteY1782" fmla="*/ 1433 h 323736"/>
                  <a:gd name="connsiteX1783" fmla="*/ 167246 w 900282"/>
                  <a:gd name="connsiteY1783" fmla="*/ 1433 h 323736"/>
                  <a:gd name="connsiteX1784" fmla="*/ 167246 w 900282"/>
                  <a:gd name="connsiteY1784" fmla="*/ 1445 h 323736"/>
                  <a:gd name="connsiteX1785" fmla="*/ 175992 w 900282"/>
                  <a:gd name="connsiteY1785" fmla="*/ 1384 h 323736"/>
                  <a:gd name="connsiteX1786" fmla="*/ 175551 w 900282"/>
                  <a:gd name="connsiteY1786" fmla="*/ 955 h 323736"/>
                  <a:gd name="connsiteX1787" fmla="*/ 175980 w 900282"/>
                  <a:gd name="connsiteY1787" fmla="*/ 515 h 323736"/>
                  <a:gd name="connsiteX1788" fmla="*/ 178601 w 900282"/>
                  <a:gd name="connsiteY1788" fmla="*/ 515 h 323736"/>
                  <a:gd name="connsiteX1789" fmla="*/ 178601 w 900282"/>
                  <a:gd name="connsiteY1789" fmla="*/ 502 h 323736"/>
                  <a:gd name="connsiteX1790" fmla="*/ 179042 w 900282"/>
                  <a:gd name="connsiteY1790" fmla="*/ 931 h 323736"/>
                  <a:gd name="connsiteX1791" fmla="*/ 178613 w 900282"/>
                  <a:gd name="connsiteY1791" fmla="*/ 1372 h 323736"/>
                  <a:gd name="connsiteX1792" fmla="*/ 175992 w 900282"/>
                  <a:gd name="connsiteY1792" fmla="*/ 1372 h 323736"/>
                  <a:gd name="connsiteX1793" fmla="*/ 175992 w 900282"/>
                  <a:gd name="connsiteY1793" fmla="*/ 1384 h 323736"/>
                  <a:gd name="connsiteX1794" fmla="*/ 493224 w 900282"/>
                  <a:gd name="connsiteY1794" fmla="*/ 1384 h 323736"/>
                  <a:gd name="connsiteX1795" fmla="*/ 493224 w 900282"/>
                  <a:gd name="connsiteY1795" fmla="*/ 1384 h 323736"/>
                  <a:gd name="connsiteX1796" fmla="*/ 490602 w 900282"/>
                  <a:gd name="connsiteY1796" fmla="*/ 1360 h 323736"/>
                  <a:gd name="connsiteX1797" fmla="*/ 490173 w 900282"/>
                  <a:gd name="connsiteY1797" fmla="*/ 919 h 323736"/>
                  <a:gd name="connsiteX1798" fmla="*/ 490614 w 900282"/>
                  <a:gd name="connsiteY1798" fmla="*/ 490 h 323736"/>
                  <a:gd name="connsiteX1799" fmla="*/ 493236 w 900282"/>
                  <a:gd name="connsiteY1799" fmla="*/ 515 h 323736"/>
                  <a:gd name="connsiteX1800" fmla="*/ 493665 w 900282"/>
                  <a:gd name="connsiteY1800" fmla="*/ 955 h 323736"/>
                  <a:gd name="connsiteX1801" fmla="*/ 493224 w 900282"/>
                  <a:gd name="connsiteY1801" fmla="*/ 1384 h 323736"/>
                  <a:gd name="connsiteX1802" fmla="*/ 184763 w 900282"/>
                  <a:gd name="connsiteY1802" fmla="*/ 1335 h 323736"/>
                  <a:gd name="connsiteX1803" fmla="*/ 184310 w 900282"/>
                  <a:gd name="connsiteY1803" fmla="*/ 907 h 323736"/>
                  <a:gd name="connsiteX1804" fmla="*/ 184726 w 900282"/>
                  <a:gd name="connsiteY1804" fmla="*/ 465 h 323736"/>
                  <a:gd name="connsiteX1805" fmla="*/ 187348 w 900282"/>
                  <a:gd name="connsiteY1805" fmla="*/ 465 h 323736"/>
                  <a:gd name="connsiteX1806" fmla="*/ 187348 w 900282"/>
                  <a:gd name="connsiteY1806" fmla="*/ 453 h 323736"/>
                  <a:gd name="connsiteX1807" fmla="*/ 187789 w 900282"/>
                  <a:gd name="connsiteY1807" fmla="*/ 882 h 323736"/>
                  <a:gd name="connsiteX1808" fmla="*/ 187360 w 900282"/>
                  <a:gd name="connsiteY1808" fmla="*/ 1323 h 323736"/>
                  <a:gd name="connsiteX1809" fmla="*/ 184763 w 900282"/>
                  <a:gd name="connsiteY1809" fmla="*/ 1323 h 323736"/>
                  <a:gd name="connsiteX1810" fmla="*/ 184763 w 900282"/>
                  <a:gd name="connsiteY1810" fmla="*/ 1335 h 323736"/>
                  <a:gd name="connsiteX1811" fmla="*/ 484490 w 900282"/>
                  <a:gd name="connsiteY1811" fmla="*/ 1311 h 323736"/>
                  <a:gd name="connsiteX1812" fmla="*/ 484490 w 900282"/>
                  <a:gd name="connsiteY1812" fmla="*/ 1311 h 323736"/>
                  <a:gd name="connsiteX1813" fmla="*/ 481893 w 900282"/>
                  <a:gd name="connsiteY1813" fmla="*/ 1286 h 323736"/>
                  <a:gd name="connsiteX1814" fmla="*/ 481439 w 900282"/>
                  <a:gd name="connsiteY1814" fmla="*/ 845 h 323736"/>
                  <a:gd name="connsiteX1815" fmla="*/ 481868 w 900282"/>
                  <a:gd name="connsiteY1815" fmla="*/ 416 h 323736"/>
                  <a:gd name="connsiteX1816" fmla="*/ 484490 w 900282"/>
                  <a:gd name="connsiteY1816" fmla="*/ 441 h 323736"/>
                  <a:gd name="connsiteX1817" fmla="*/ 484918 w 900282"/>
                  <a:gd name="connsiteY1817" fmla="*/ 882 h 323736"/>
                  <a:gd name="connsiteX1818" fmla="*/ 484477 w 900282"/>
                  <a:gd name="connsiteY1818" fmla="*/ 1311 h 323736"/>
                  <a:gd name="connsiteX1819" fmla="*/ 193472 w 900282"/>
                  <a:gd name="connsiteY1819" fmla="*/ 1274 h 323736"/>
                  <a:gd name="connsiteX1820" fmla="*/ 193031 w 900282"/>
                  <a:gd name="connsiteY1820" fmla="*/ 845 h 323736"/>
                  <a:gd name="connsiteX1821" fmla="*/ 193460 w 900282"/>
                  <a:gd name="connsiteY1821" fmla="*/ 404 h 323736"/>
                  <a:gd name="connsiteX1822" fmla="*/ 196082 w 900282"/>
                  <a:gd name="connsiteY1822" fmla="*/ 404 h 323736"/>
                  <a:gd name="connsiteX1823" fmla="*/ 196082 w 900282"/>
                  <a:gd name="connsiteY1823" fmla="*/ 392 h 323736"/>
                  <a:gd name="connsiteX1824" fmla="*/ 196523 w 900282"/>
                  <a:gd name="connsiteY1824" fmla="*/ 821 h 323736"/>
                  <a:gd name="connsiteX1825" fmla="*/ 196094 w 900282"/>
                  <a:gd name="connsiteY1825" fmla="*/ 1262 h 323736"/>
                  <a:gd name="connsiteX1826" fmla="*/ 193472 w 900282"/>
                  <a:gd name="connsiteY1826" fmla="*/ 1262 h 323736"/>
                  <a:gd name="connsiteX1827" fmla="*/ 193472 w 900282"/>
                  <a:gd name="connsiteY1827" fmla="*/ 1274 h 323736"/>
                  <a:gd name="connsiteX1828" fmla="*/ 475743 w 900282"/>
                  <a:gd name="connsiteY1828" fmla="*/ 1237 h 323736"/>
                  <a:gd name="connsiteX1829" fmla="*/ 473122 w 900282"/>
                  <a:gd name="connsiteY1829" fmla="*/ 1237 h 323736"/>
                  <a:gd name="connsiteX1830" fmla="*/ 472693 w 900282"/>
                  <a:gd name="connsiteY1830" fmla="*/ 784 h 323736"/>
                  <a:gd name="connsiteX1831" fmla="*/ 473134 w 900282"/>
                  <a:gd name="connsiteY1831" fmla="*/ 355 h 323736"/>
                  <a:gd name="connsiteX1832" fmla="*/ 475755 w 900282"/>
                  <a:gd name="connsiteY1832" fmla="*/ 355 h 323736"/>
                  <a:gd name="connsiteX1833" fmla="*/ 476184 w 900282"/>
                  <a:gd name="connsiteY1833" fmla="*/ 808 h 323736"/>
                  <a:gd name="connsiteX1834" fmla="*/ 475743 w 900282"/>
                  <a:gd name="connsiteY1834" fmla="*/ 1237 h 323736"/>
                  <a:gd name="connsiteX1835" fmla="*/ 202206 w 900282"/>
                  <a:gd name="connsiteY1835" fmla="*/ 1213 h 323736"/>
                  <a:gd name="connsiteX1836" fmla="*/ 201765 w 900282"/>
                  <a:gd name="connsiteY1836" fmla="*/ 784 h 323736"/>
                  <a:gd name="connsiteX1837" fmla="*/ 202194 w 900282"/>
                  <a:gd name="connsiteY1837" fmla="*/ 343 h 323736"/>
                  <a:gd name="connsiteX1838" fmla="*/ 204816 w 900282"/>
                  <a:gd name="connsiteY1838" fmla="*/ 343 h 323736"/>
                  <a:gd name="connsiteX1839" fmla="*/ 204816 w 900282"/>
                  <a:gd name="connsiteY1839" fmla="*/ 331 h 323736"/>
                  <a:gd name="connsiteX1840" fmla="*/ 205257 w 900282"/>
                  <a:gd name="connsiteY1840" fmla="*/ 759 h 323736"/>
                  <a:gd name="connsiteX1841" fmla="*/ 204828 w 900282"/>
                  <a:gd name="connsiteY1841" fmla="*/ 1200 h 323736"/>
                  <a:gd name="connsiteX1842" fmla="*/ 202206 w 900282"/>
                  <a:gd name="connsiteY1842" fmla="*/ 1200 h 323736"/>
                  <a:gd name="connsiteX1843" fmla="*/ 202206 w 900282"/>
                  <a:gd name="connsiteY1843" fmla="*/ 1213 h 323736"/>
                  <a:gd name="connsiteX1844" fmla="*/ 466997 w 900282"/>
                  <a:gd name="connsiteY1844" fmla="*/ 1176 h 323736"/>
                  <a:gd name="connsiteX1845" fmla="*/ 464400 w 900282"/>
                  <a:gd name="connsiteY1845" fmla="*/ 1176 h 323736"/>
                  <a:gd name="connsiteX1846" fmla="*/ 463947 w 900282"/>
                  <a:gd name="connsiteY1846" fmla="*/ 723 h 323736"/>
                  <a:gd name="connsiteX1847" fmla="*/ 464375 w 900282"/>
                  <a:gd name="connsiteY1847" fmla="*/ 294 h 323736"/>
                  <a:gd name="connsiteX1848" fmla="*/ 466997 w 900282"/>
                  <a:gd name="connsiteY1848" fmla="*/ 294 h 323736"/>
                  <a:gd name="connsiteX1849" fmla="*/ 467426 w 900282"/>
                  <a:gd name="connsiteY1849" fmla="*/ 747 h 323736"/>
                  <a:gd name="connsiteX1850" fmla="*/ 466985 w 900282"/>
                  <a:gd name="connsiteY1850" fmla="*/ 1176 h 323736"/>
                  <a:gd name="connsiteX1851" fmla="*/ 210941 w 900282"/>
                  <a:gd name="connsiteY1851" fmla="*/ 1176 h 323736"/>
                  <a:gd name="connsiteX1852" fmla="*/ 210500 w 900282"/>
                  <a:gd name="connsiteY1852" fmla="*/ 747 h 323736"/>
                  <a:gd name="connsiteX1853" fmla="*/ 210928 w 900282"/>
                  <a:gd name="connsiteY1853" fmla="*/ 306 h 323736"/>
                  <a:gd name="connsiteX1854" fmla="*/ 213550 w 900282"/>
                  <a:gd name="connsiteY1854" fmla="*/ 306 h 323736"/>
                  <a:gd name="connsiteX1855" fmla="*/ 213991 w 900282"/>
                  <a:gd name="connsiteY1855" fmla="*/ 723 h 323736"/>
                  <a:gd name="connsiteX1856" fmla="*/ 213562 w 900282"/>
                  <a:gd name="connsiteY1856" fmla="*/ 1164 h 323736"/>
                  <a:gd name="connsiteX1857" fmla="*/ 210941 w 900282"/>
                  <a:gd name="connsiteY1857" fmla="*/ 1164 h 323736"/>
                  <a:gd name="connsiteX1858" fmla="*/ 210941 w 900282"/>
                  <a:gd name="connsiteY1858" fmla="*/ 1176 h 323736"/>
                  <a:gd name="connsiteX1859" fmla="*/ 219699 w 900282"/>
                  <a:gd name="connsiteY1859" fmla="*/ 1127 h 323736"/>
                  <a:gd name="connsiteX1860" fmla="*/ 219258 w 900282"/>
                  <a:gd name="connsiteY1860" fmla="*/ 686 h 323736"/>
                  <a:gd name="connsiteX1861" fmla="*/ 219687 w 900282"/>
                  <a:gd name="connsiteY1861" fmla="*/ 245 h 323736"/>
                  <a:gd name="connsiteX1862" fmla="*/ 222308 w 900282"/>
                  <a:gd name="connsiteY1862" fmla="*/ 245 h 323736"/>
                  <a:gd name="connsiteX1863" fmla="*/ 222308 w 900282"/>
                  <a:gd name="connsiteY1863" fmla="*/ 233 h 323736"/>
                  <a:gd name="connsiteX1864" fmla="*/ 222749 w 900282"/>
                  <a:gd name="connsiteY1864" fmla="*/ 661 h 323736"/>
                  <a:gd name="connsiteX1865" fmla="*/ 222321 w 900282"/>
                  <a:gd name="connsiteY1865" fmla="*/ 1103 h 323736"/>
                  <a:gd name="connsiteX1866" fmla="*/ 219711 w 900282"/>
                  <a:gd name="connsiteY1866" fmla="*/ 1103 h 323736"/>
                  <a:gd name="connsiteX1867" fmla="*/ 219711 w 900282"/>
                  <a:gd name="connsiteY1867" fmla="*/ 1115 h 323736"/>
                  <a:gd name="connsiteX1868" fmla="*/ 458251 w 900282"/>
                  <a:gd name="connsiteY1868" fmla="*/ 1127 h 323736"/>
                  <a:gd name="connsiteX1869" fmla="*/ 455629 w 900282"/>
                  <a:gd name="connsiteY1869" fmla="*/ 1127 h 323736"/>
                  <a:gd name="connsiteX1870" fmla="*/ 455200 w 900282"/>
                  <a:gd name="connsiteY1870" fmla="*/ 674 h 323736"/>
                  <a:gd name="connsiteX1871" fmla="*/ 455641 w 900282"/>
                  <a:gd name="connsiteY1871" fmla="*/ 245 h 323736"/>
                  <a:gd name="connsiteX1872" fmla="*/ 458263 w 900282"/>
                  <a:gd name="connsiteY1872" fmla="*/ 245 h 323736"/>
                  <a:gd name="connsiteX1873" fmla="*/ 458692 w 900282"/>
                  <a:gd name="connsiteY1873" fmla="*/ 698 h 323736"/>
                  <a:gd name="connsiteX1874" fmla="*/ 458251 w 900282"/>
                  <a:gd name="connsiteY1874" fmla="*/ 1127 h 323736"/>
                  <a:gd name="connsiteX1875" fmla="*/ 228421 w 900282"/>
                  <a:gd name="connsiteY1875" fmla="*/ 1090 h 323736"/>
                  <a:gd name="connsiteX1876" fmla="*/ 227980 w 900282"/>
                  <a:gd name="connsiteY1876" fmla="*/ 661 h 323736"/>
                  <a:gd name="connsiteX1877" fmla="*/ 228409 w 900282"/>
                  <a:gd name="connsiteY1877" fmla="*/ 221 h 323736"/>
                  <a:gd name="connsiteX1878" fmla="*/ 231030 w 900282"/>
                  <a:gd name="connsiteY1878" fmla="*/ 221 h 323736"/>
                  <a:gd name="connsiteX1879" fmla="*/ 231030 w 900282"/>
                  <a:gd name="connsiteY1879" fmla="*/ 208 h 323736"/>
                  <a:gd name="connsiteX1880" fmla="*/ 231471 w 900282"/>
                  <a:gd name="connsiteY1880" fmla="*/ 637 h 323736"/>
                  <a:gd name="connsiteX1881" fmla="*/ 231042 w 900282"/>
                  <a:gd name="connsiteY1881" fmla="*/ 1078 h 323736"/>
                  <a:gd name="connsiteX1882" fmla="*/ 228421 w 900282"/>
                  <a:gd name="connsiteY1882" fmla="*/ 1078 h 323736"/>
                  <a:gd name="connsiteX1883" fmla="*/ 228421 w 900282"/>
                  <a:gd name="connsiteY1883" fmla="*/ 1090 h 323736"/>
                  <a:gd name="connsiteX1884" fmla="*/ 449516 w 900282"/>
                  <a:gd name="connsiteY1884" fmla="*/ 1090 h 323736"/>
                  <a:gd name="connsiteX1885" fmla="*/ 446895 w 900282"/>
                  <a:gd name="connsiteY1885" fmla="*/ 1090 h 323736"/>
                  <a:gd name="connsiteX1886" fmla="*/ 446466 w 900282"/>
                  <a:gd name="connsiteY1886" fmla="*/ 637 h 323736"/>
                  <a:gd name="connsiteX1887" fmla="*/ 446907 w 900282"/>
                  <a:gd name="connsiteY1887" fmla="*/ 208 h 323736"/>
                  <a:gd name="connsiteX1888" fmla="*/ 449529 w 900282"/>
                  <a:gd name="connsiteY1888" fmla="*/ 208 h 323736"/>
                  <a:gd name="connsiteX1889" fmla="*/ 449957 w 900282"/>
                  <a:gd name="connsiteY1889" fmla="*/ 661 h 323736"/>
                  <a:gd name="connsiteX1890" fmla="*/ 449516 w 900282"/>
                  <a:gd name="connsiteY1890" fmla="*/ 1090 h 323736"/>
                  <a:gd name="connsiteX1891" fmla="*/ 237167 w 900282"/>
                  <a:gd name="connsiteY1891" fmla="*/ 1053 h 323736"/>
                  <a:gd name="connsiteX1892" fmla="*/ 236726 w 900282"/>
                  <a:gd name="connsiteY1892" fmla="*/ 612 h 323736"/>
                  <a:gd name="connsiteX1893" fmla="*/ 237155 w 900282"/>
                  <a:gd name="connsiteY1893" fmla="*/ 172 h 323736"/>
                  <a:gd name="connsiteX1894" fmla="*/ 239776 w 900282"/>
                  <a:gd name="connsiteY1894" fmla="*/ 172 h 323736"/>
                  <a:gd name="connsiteX1895" fmla="*/ 239776 w 900282"/>
                  <a:gd name="connsiteY1895" fmla="*/ 172 h 323736"/>
                  <a:gd name="connsiteX1896" fmla="*/ 240217 w 900282"/>
                  <a:gd name="connsiteY1896" fmla="*/ 600 h 323736"/>
                  <a:gd name="connsiteX1897" fmla="*/ 239789 w 900282"/>
                  <a:gd name="connsiteY1897" fmla="*/ 1041 h 323736"/>
                  <a:gd name="connsiteX1898" fmla="*/ 237167 w 900282"/>
                  <a:gd name="connsiteY1898" fmla="*/ 1041 h 323736"/>
                  <a:gd name="connsiteX1899" fmla="*/ 237167 w 900282"/>
                  <a:gd name="connsiteY1899" fmla="*/ 1041 h 323736"/>
                  <a:gd name="connsiteX1900" fmla="*/ 440782 w 900282"/>
                  <a:gd name="connsiteY1900" fmla="*/ 1053 h 323736"/>
                  <a:gd name="connsiteX1901" fmla="*/ 438161 w 900282"/>
                  <a:gd name="connsiteY1901" fmla="*/ 1053 h 323736"/>
                  <a:gd name="connsiteX1902" fmla="*/ 437732 w 900282"/>
                  <a:gd name="connsiteY1902" fmla="*/ 600 h 323736"/>
                  <a:gd name="connsiteX1903" fmla="*/ 438173 w 900282"/>
                  <a:gd name="connsiteY1903" fmla="*/ 172 h 323736"/>
                  <a:gd name="connsiteX1904" fmla="*/ 440795 w 900282"/>
                  <a:gd name="connsiteY1904" fmla="*/ 172 h 323736"/>
                  <a:gd name="connsiteX1905" fmla="*/ 441223 w 900282"/>
                  <a:gd name="connsiteY1905" fmla="*/ 625 h 323736"/>
                  <a:gd name="connsiteX1906" fmla="*/ 440782 w 900282"/>
                  <a:gd name="connsiteY1906" fmla="*/ 1053 h 323736"/>
                  <a:gd name="connsiteX1907" fmla="*/ 245926 w 900282"/>
                  <a:gd name="connsiteY1907" fmla="*/ 1029 h 323736"/>
                  <a:gd name="connsiteX1908" fmla="*/ 245485 w 900282"/>
                  <a:gd name="connsiteY1908" fmla="*/ 588 h 323736"/>
                  <a:gd name="connsiteX1909" fmla="*/ 245914 w 900282"/>
                  <a:gd name="connsiteY1909" fmla="*/ 147 h 323736"/>
                  <a:gd name="connsiteX1910" fmla="*/ 248535 w 900282"/>
                  <a:gd name="connsiteY1910" fmla="*/ 147 h 323736"/>
                  <a:gd name="connsiteX1911" fmla="*/ 248535 w 900282"/>
                  <a:gd name="connsiteY1911" fmla="*/ 147 h 323736"/>
                  <a:gd name="connsiteX1912" fmla="*/ 248976 w 900282"/>
                  <a:gd name="connsiteY1912" fmla="*/ 588 h 323736"/>
                  <a:gd name="connsiteX1913" fmla="*/ 248547 w 900282"/>
                  <a:gd name="connsiteY1913" fmla="*/ 1029 h 323736"/>
                  <a:gd name="connsiteX1914" fmla="*/ 245938 w 900282"/>
                  <a:gd name="connsiteY1914" fmla="*/ 1029 h 323736"/>
                  <a:gd name="connsiteX1915" fmla="*/ 245938 w 900282"/>
                  <a:gd name="connsiteY1915" fmla="*/ 1029 h 323736"/>
                  <a:gd name="connsiteX1916" fmla="*/ 432048 w 900282"/>
                  <a:gd name="connsiteY1916" fmla="*/ 1017 h 323736"/>
                  <a:gd name="connsiteX1917" fmla="*/ 429427 w 900282"/>
                  <a:gd name="connsiteY1917" fmla="*/ 1017 h 323736"/>
                  <a:gd name="connsiteX1918" fmla="*/ 428986 w 900282"/>
                  <a:gd name="connsiteY1918" fmla="*/ 564 h 323736"/>
                  <a:gd name="connsiteX1919" fmla="*/ 429427 w 900282"/>
                  <a:gd name="connsiteY1919" fmla="*/ 123 h 323736"/>
                  <a:gd name="connsiteX1920" fmla="*/ 432048 w 900282"/>
                  <a:gd name="connsiteY1920" fmla="*/ 123 h 323736"/>
                  <a:gd name="connsiteX1921" fmla="*/ 432477 w 900282"/>
                  <a:gd name="connsiteY1921" fmla="*/ 576 h 323736"/>
                  <a:gd name="connsiteX1922" fmla="*/ 432036 w 900282"/>
                  <a:gd name="connsiteY1922" fmla="*/ 1004 h 323736"/>
                  <a:gd name="connsiteX1923" fmla="*/ 254660 w 900282"/>
                  <a:gd name="connsiteY1923" fmla="*/ 1004 h 323736"/>
                  <a:gd name="connsiteX1924" fmla="*/ 254219 w 900282"/>
                  <a:gd name="connsiteY1924" fmla="*/ 564 h 323736"/>
                  <a:gd name="connsiteX1925" fmla="*/ 254660 w 900282"/>
                  <a:gd name="connsiteY1925" fmla="*/ 123 h 323736"/>
                  <a:gd name="connsiteX1926" fmla="*/ 257281 w 900282"/>
                  <a:gd name="connsiteY1926" fmla="*/ 123 h 323736"/>
                  <a:gd name="connsiteX1927" fmla="*/ 257281 w 900282"/>
                  <a:gd name="connsiteY1927" fmla="*/ 123 h 323736"/>
                  <a:gd name="connsiteX1928" fmla="*/ 257722 w 900282"/>
                  <a:gd name="connsiteY1928" fmla="*/ 564 h 323736"/>
                  <a:gd name="connsiteX1929" fmla="*/ 257281 w 900282"/>
                  <a:gd name="connsiteY1929" fmla="*/ 1004 h 323736"/>
                  <a:gd name="connsiteX1930" fmla="*/ 254660 w 900282"/>
                  <a:gd name="connsiteY1930" fmla="*/ 1004 h 323736"/>
                  <a:gd name="connsiteX1931" fmla="*/ 254660 w 900282"/>
                  <a:gd name="connsiteY1931" fmla="*/ 1004 h 323736"/>
                  <a:gd name="connsiteX1932" fmla="*/ 423314 w 900282"/>
                  <a:gd name="connsiteY1932" fmla="*/ 980 h 323736"/>
                  <a:gd name="connsiteX1933" fmla="*/ 420693 w 900282"/>
                  <a:gd name="connsiteY1933" fmla="*/ 980 h 323736"/>
                  <a:gd name="connsiteX1934" fmla="*/ 420252 w 900282"/>
                  <a:gd name="connsiteY1934" fmla="*/ 527 h 323736"/>
                  <a:gd name="connsiteX1935" fmla="*/ 420693 w 900282"/>
                  <a:gd name="connsiteY1935" fmla="*/ 86 h 323736"/>
                  <a:gd name="connsiteX1936" fmla="*/ 423314 w 900282"/>
                  <a:gd name="connsiteY1936" fmla="*/ 86 h 323736"/>
                  <a:gd name="connsiteX1937" fmla="*/ 423755 w 900282"/>
                  <a:gd name="connsiteY1937" fmla="*/ 539 h 323736"/>
                  <a:gd name="connsiteX1938" fmla="*/ 423314 w 900282"/>
                  <a:gd name="connsiteY1938" fmla="*/ 980 h 323736"/>
                  <a:gd name="connsiteX1939" fmla="*/ 263406 w 900282"/>
                  <a:gd name="connsiteY1939" fmla="*/ 980 h 323736"/>
                  <a:gd name="connsiteX1940" fmla="*/ 262965 w 900282"/>
                  <a:gd name="connsiteY1940" fmla="*/ 539 h 323736"/>
                  <a:gd name="connsiteX1941" fmla="*/ 263394 w 900282"/>
                  <a:gd name="connsiteY1941" fmla="*/ 98 h 323736"/>
                  <a:gd name="connsiteX1942" fmla="*/ 266015 w 900282"/>
                  <a:gd name="connsiteY1942" fmla="*/ 98 h 323736"/>
                  <a:gd name="connsiteX1943" fmla="*/ 266015 w 900282"/>
                  <a:gd name="connsiteY1943" fmla="*/ 98 h 323736"/>
                  <a:gd name="connsiteX1944" fmla="*/ 266456 w 900282"/>
                  <a:gd name="connsiteY1944" fmla="*/ 539 h 323736"/>
                  <a:gd name="connsiteX1945" fmla="*/ 266015 w 900282"/>
                  <a:gd name="connsiteY1945" fmla="*/ 980 h 323736"/>
                  <a:gd name="connsiteX1946" fmla="*/ 263406 w 900282"/>
                  <a:gd name="connsiteY1946" fmla="*/ 980 h 323736"/>
                  <a:gd name="connsiteX1947" fmla="*/ 263406 w 900282"/>
                  <a:gd name="connsiteY1947" fmla="*/ 980 h 323736"/>
                  <a:gd name="connsiteX1948" fmla="*/ 414568 w 900282"/>
                  <a:gd name="connsiteY1948" fmla="*/ 955 h 323736"/>
                  <a:gd name="connsiteX1949" fmla="*/ 411947 w 900282"/>
                  <a:gd name="connsiteY1949" fmla="*/ 955 h 323736"/>
                  <a:gd name="connsiteX1950" fmla="*/ 411506 w 900282"/>
                  <a:gd name="connsiteY1950" fmla="*/ 502 h 323736"/>
                  <a:gd name="connsiteX1951" fmla="*/ 411947 w 900282"/>
                  <a:gd name="connsiteY1951" fmla="*/ 61 h 323736"/>
                  <a:gd name="connsiteX1952" fmla="*/ 414568 w 900282"/>
                  <a:gd name="connsiteY1952" fmla="*/ 61 h 323736"/>
                  <a:gd name="connsiteX1953" fmla="*/ 415009 w 900282"/>
                  <a:gd name="connsiteY1953" fmla="*/ 515 h 323736"/>
                  <a:gd name="connsiteX1954" fmla="*/ 414568 w 900282"/>
                  <a:gd name="connsiteY1954" fmla="*/ 955 h 323736"/>
                  <a:gd name="connsiteX1955" fmla="*/ 272140 w 900282"/>
                  <a:gd name="connsiteY1955" fmla="*/ 955 h 323736"/>
                  <a:gd name="connsiteX1956" fmla="*/ 271699 w 900282"/>
                  <a:gd name="connsiteY1956" fmla="*/ 515 h 323736"/>
                  <a:gd name="connsiteX1957" fmla="*/ 272140 w 900282"/>
                  <a:gd name="connsiteY1957" fmla="*/ 73 h 323736"/>
                  <a:gd name="connsiteX1958" fmla="*/ 274762 w 900282"/>
                  <a:gd name="connsiteY1958" fmla="*/ 73 h 323736"/>
                  <a:gd name="connsiteX1959" fmla="*/ 274762 w 900282"/>
                  <a:gd name="connsiteY1959" fmla="*/ 73 h 323736"/>
                  <a:gd name="connsiteX1960" fmla="*/ 275203 w 900282"/>
                  <a:gd name="connsiteY1960" fmla="*/ 515 h 323736"/>
                  <a:gd name="connsiteX1961" fmla="*/ 274762 w 900282"/>
                  <a:gd name="connsiteY1961" fmla="*/ 955 h 323736"/>
                  <a:gd name="connsiteX1962" fmla="*/ 272140 w 900282"/>
                  <a:gd name="connsiteY1962" fmla="*/ 955 h 323736"/>
                  <a:gd name="connsiteX1963" fmla="*/ 272140 w 900282"/>
                  <a:gd name="connsiteY1963" fmla="*/ 955 h 323736"/>
                  <a:gd name="connsiteX1964" fmla="*/ 405834 w 900282"/>
                  <a:gd name="connsiteY1964" fmla="*/ 931 h 323736"/>
                  <a:gd name="connsiteX1965" fmla="*/ 403212 w 900282"/>
                  <a:gd name="connsiteY1965" fmla="*/ 931 h 323736"/>
                  <a:gd name="connsiteX1966" fmla="*/ 402771 w 900282"/>
                  <a:gd name="connsiteY1966" fmla="*/ 490 h 323736"/>
                  <a:gd name="connsiteX1967" fmla="*/ 403212 w 900282"/>
                  <a:gd name="connsiteY1967" fmla="*/ 49 h 323736"/>
                  <a:gd name="connsiteX1968" fmla="*/ 405834 w 900282"/>
                  <a:gd name="connsiteY1968" fmla="*/ 49 h 323736"/>
                  <a:gd name="connsiteX1969" fmla="*/ 406275 w 900282"/>
                  <a:gd name="connsiteY1969" fmla="*/ 490 h 323736"/>
                  <a:gd name="connsiteX1970" fmla="*/ 405834 w 900282"/>
                  <a:gd name="connsiteY1970" fmla="*/ 931 h 323736"/>
                  <a:gd name="connsiteX1971" fmla="*/ 280887 w 900282"/>
                  <a:gd name="connsiteY1971" fmla="*/ 931 h 323736"/>
                  <a:gd name="connsiteX1972" fmla="*/ 280446 w 900282"/>
                  <a:gd name="connsiteY1972" fmla="*/ 490 h 323736"/>
                  <a:gd name="connsiteX1973" fmla="*/ 280887 w 900282"/>
                  <a:gd name="connsiteY1973" fmla="*/ 49 h 323736"/>
                  <a:gd name="connsiteX1974" fmla="*/ 283508 w 900282"/>
                  <a:gd name="connsiteY1974" fmla="*/ 49 h 323736"/>
                  <a:gd name="connsiteX1975" fmla="*/ 283949 w 900282"/>
                  <a:gd name="connsiteY1975" fmla="*/ 478 h 323736"/>
                  <a:gd name="connsiteX1976" fmla="*/ 283508 w 900282"/>
                  <a:gd name="connsiteY1976" fmla="*/ 919 h 323736"/>
                  <a:gd name="connsiteX1977" fmla="*/ 280887 w 900282"/>
                  <a:gd name="connsiteY1977" fmla="*/ 919 h 323736"/>
                  <a:gd name="connsiteX1978" fmla="*/ 280887 w 900282"/>
                  <a:gd name="connsiteY1978" fmla="*/ 919 h 323736"/>
                  <a:gd name="connsiteX1979" fmla="*/ 397100 w 900282"/>
                  <a:gd name="connsiteY1979" fmla="*/ 907 h 323736"/>
                  <a:gd name="connsiteX1980" fmla="*/ 394478 w 900282"/>
                  <a:gd name="connsiteY1980" fmla="*/ 907 h 323736"/>
                  <a:gd name="connsiteX1981" fmla="*/ 394037 w 900282"/>
                  <a:gd name="connsiteY1981" fmla="*/ 465 h 323736"/>
                  <a:gd name="connsiteX1982" fmla="*/ 394478 w 900282"/>
                  <a:gd name="connsiteY1982" fmla="*/ 25 h 323736"/>
                  <a:gd name="connsiteX1983" fmla="*/ 397100 w 900282"/>
                  <a:gd name="connsiteY1983" fmla="*/ 25 h 323736"/>
                  <a:gd name="connsiteX1984" fmla="*/ 397541 w 900282"/>
                  <a:gd name="connsiteY1984" fmla="*/ 465 h 323736"/>
                  <a:gd name="connsiteX1985" fmla="*/ 397100 w 900282"/>
                  <a:gd name="connsiteY1985" fmla="*/ 907 h 323736"/>
                  <a:gd name="connsiteX1986" fmla="*/ 289633 w 900282"/>
                  <a:gd name="connsiteY1986" fmla="*/ 907 h 323736"/>
                  <a:gd name="connsiteX1987" fmla="*/ 289192 w 900282"/>
                  <a:gd name="connsiteY1987" fmla="*/ 465 h 323736"/>
                  <a:gd name="connsiteX1988" fmla="*/ 289621 w 900282"/>
                  <a:gd name="connsiteY1988" fmla="*/ 25 h 323736"/>
                  <a:gd name="connsiteX1989" fmla="*/ 292242 w 900282"/>
                  <a:gd name="connsiteY1989" fmla="*/ 25 h 323736"/>
                  <a:gd name="connsiteX1990" fmla="*/ 292242 w 900282"/>
                  <a:gd name="connsiteY1990" fmla="*/ 25 h 323736"/>
                  <a:gd name="connsiteX1991" fmla="*/ 292683 w 900282"/>
                  <a:gd name="connsiteY1991" fmla="*/ 465 h 323736"/>
                  <a:gd name="connsiteX1992" fmla="*/ 292242 w 900282"/>
                  <a:gd name="connsiteY1992" fmla="*/ 907 h 323736"/>
                  <a:gd name="connsiteX1993" fmla="*/ 289621 w 900282"/>
                  <a:gd name="connsiteY1993" fmla="*/ 907 h 323736"/>
                  <a:gd name="connsiteX1994" fmla="*/ 289621 w 900282"/>
                  <a:gd name="connsiteY1994" fmla="*/ 907 h 323736"/>
                  <a:gd name="connsiteX1995" fmla="*/ 388353 w 900282"/>
                  <a:gd name="connsiteY1995" fmla="*/ 894 h 323736"/>
                  <a:gd name="connsiteX1996" fmla="*/ 385732 w 900282"/>
                  <a:gd name="connsiteY1996" fmla="*/ 894 h 323736"/>
                  <a:gd name="connsiteX1997" fmla="*/ 385291 w 900282"/>
                  <a:gd name="connsiteY1997" fmla="*/ 453 h 323736"/>
                  <a:gd name="connsiteX1998" fmla="*/ 385732 w 900282"/>
                  <a:gd name="connsiteY1998" fmla="*/ 12 h 323736"/>
                  <a:gd name="connsiteX1999" fmla="*/ 388353 w 900282"/>
                  <a:gd name="connsiteY1999" fmla="*/ 12 h 323736"/>
                  <a:gd name="connsiteX2000" fmla="*/ 388795 w 900282"/>
                  <a:gd name="connsiteY2000" fmla="*/ 453 h 323736"/>
                  <a:gd name="connsiteX2001" fmla="*/ 388353 w 900282"/>
                  <a:gd name="connsiteY2001" fmla="*/ 894 h 323736"/>
                  <a:gd name="connsiteX2002" fmla="*/ 298367 w 900282"/>
                  <a:gd name="connsiteY2002" fmla="*/ 894 h 323736"/>
                  <a:gd name="connsiteX2003" fmla="*/ 297926 w 900282"/>
                  <a:gd name="connsiteY2003" fmla="*/ 453 h 323736"/>
                  <a:gd name="connsiteX2004" fmla="*/ 298367 w 900282"/>
                  <a:gd name="connsiteY2004" fmla="*/ 12 h 323736"/>
                  <a:gd name="connsiteX2005" fmla="*/ 300988 w 900282"/>
                  <a:gd name="connsiteY2005" fmla="*/ 12 h 323736"/>
                  <a:gd name="connsiteX2006" fmla="*/ 300988 w 900282"/>
                  <a:gd name="connsiteY2006" fmla="*/ 12 h 323736"/>
                  <a:gd name="connsiteX2007" fmla="*/ 301429 w 900282"/>
                  <a:gd name="connsiteY2007" fmla="*/ 453 h 323736"/>
                  <a:gd name="connsiteX2008" fmla="*/ 300988 w 900282"/>
                  <a:gd name="connsiteY2008" fmla="*/ 894 h 323736"/>
                  <a:gd name="connsiteX2009" fmla="*/ 298367 w 900282"/>
                  <a:gd name="connsiteY2009" fmla="*/ 894 h 323736"/>
                  <a:gd name="connsiteX2010" fmla="*/ 298367 w 900282"/>
                  <a:gd name="connsiteY2010" fmla="*/ 894 h 323736"/>
                  <a:gd name="connsiteX2011" fmla="*/ 307113 w 900282"/>
                  <a:gd name="connsiteY2011" fmla="*/ 882 h 323736"/>
                  <a:gd name="connsiteX2012" fmla="*/ 306672 w 900282"/>
                  <a:gd name="connsiteY2012" fmla="*/ 441 h 323736"/>
                  <a:gd name="connsiteX2013" fmla="*/ 307113 w 900282"/>
                  <a:gd name="connsiteY2013" fmla="*/ 0 h 323736"/>
                  <a:gd name="connsiteX2014" fmla="*/ 309735 w 900282"/>
                  <a:gd name="connsiteY2014" fmla="*/ 0 h 323736"/>
                  <a:gd name="connsiteX2015" fmla="*/ 310176 w 900282"/>
                  <a:gd name="connsiteY2015" fmla="*/ 429 h 323736"/>
                  <a:gd name="connsiteX2016" fmla="*/ 309735 w 900282"/>
                  <a:gd name="connsiteY2016" fmla="*/ 870 h 323736"/>
                  <a:gd name="connsiteX2017" fmla="*/ 307113 w 900282"/>
                  <a:gd name="connsiteY2017" fmla="*/ 870 h 323736"/>
                  <a:gd name="connsiteX2018" fmla="*/ 307113 w 900282"/>
                  <a:gd name="connsiteY2018" fmla="*/ 870 h 323736"/>
                  <a:gd name="connsiteX2019" fmla="*/ 379619 w 900282"/>
                  <a:gd name="connsiteY2019" fmla="*/ 882 h 323736"/>
                  <a:gd name="connsiteX2020" fmla="*/ 376998 w 900282"/>
                  <a:gd name="connsiteY2020" fmla="*/ 882 h 323736"/>
                  <a:gd name="connsiteX2021" fmla="*/ 376557 w 900282"/>
                  <a:gd name="connsiteY2021" fmla="*/ 441 h 323736"/>
                  <a:gd name="connsiteX2022" fmla="*/ 376986 w 900282"/>
                  <a:gd name="connsiteY2022" fmla="*/ 0 h 323736"/>
                  <a:gd name="connsiteX2023" fmla="*/ 379607 w 900282"/>
                  <a:gd name="connsiteY2023" fmla="*/ 0 h 323736"/>
                  <a:gd name="connsiteX2024" fmla="*/ 380048 w 900282"/>
                  <a:gd name="connsiteY2024" fmla="*/ 441 h 323736"/>
                  <a:gd name="connsiteX2025" fmla="*/ 379607 w 900282"/>
                  <a:gd name="connsiteY2025" fmla="*/ 882 h 323736"/>
                  <a:gd name="connsiteX2026" fmla="*/ 315847 w 900282"/>
                  <a:gd name="connsiteY2026" fmla="*/ 882 h 323736"/>
                  <a:gd name="connsiteX2027" fmla="*/ 315406 w 900282"/>
                  <a:gd name="connsiteY2027" fmla="*/ 441 h 323736"/>
                  <a:gd name="connsiteX2028" fmla="*/ 315847 w 900282"/>
                  <a:gd name="connsiteY2028" fmla="*/ 0 h 323736"/>
                  <a:gd name="connsiteX2029" fmla="*/ 318469 w 900282"/>
                  <a:gd name="connsiteY2029" fmla="*/ 0 h 323736"/>
                  <a:gd name="connsiteX2030" fmla="*/ 318910 w 900282"/>
                  <a:gd name="connsiteY2030" fmla="*/ 429 h 323736"/>
                  <a:gd name="connsiteX2031" fmla="*/ 318469 w 900282"/>
                  <a:gd name="connsiteY2031" fmla="*/ 870 h 323736"/>
                  <a:gd name="connsiteX2032" fmla="*/ 315847 w 900282"/>
                  <a:gd name="connsiteY2032" fmla="*/ 870 h 323736"/>
                  <a:gd name="connsiteX2033" fmla="*/ 370873 w 900282"/>
                  <a:gd name="connsiteY2033" fmla="*/ 882 h 323736"/>
                  <a:gd name="connsiteX2034" fmla="*/ 368252 w 900282"/>
                  <a:gd name="connsiteY2034" fmla="*/ 882 h 323736"/>
                  <a:gd name="connsiteX2035" fmla="*/ 367811 w 900282"/>
                  <a:gd name="connsiteY2035" fmla="*/ 441 h 323736"/>
                  <a:gd name="connsiteX2036" fmla="*/ 368252 w 900282"/>
                  <a:gd name="connsiteY2036" fmla="*/ 0 h 323736"/>
                  <a:gd name="connsiteX2037" fmla="*/ 370873 w 900282"/>
                  <a:gd name="connsiteY2037" fmla="*/ 0 h 323736"/>
                  <a:gd name="connsiteX2038" fmla="*/ 371314 w 900282"/>
                  <a:gd name="connsiteY2038" fmla="*/ 441 h 323736"/>
                  <a:gd name="connsiteX2039" fmla="*/ 370873 w 900282"/>
                  <a:gd name="connsiteY2039" fmla="*/ 882 h 323736"/>
                  <a:gd name="connsiteX2040" fmla="*/ 362139 w 900282"/>
                  <a:gd name="connsiteY2040" fmla="*/ 882 h 323736"/>
                  <a:gd name="connsiteX2041" fmla="*/ 359518 w 900282"/>
                  <a:gd name="connsiteY2041" fmla="*/ 882 h 323736"/>
                  <a:gd name="connsiteX2042" fmla="*/ 359077 w 900282"/>
                  <a:gd name="connsiteY2042" fmla="*/ 441 h 323736"/>
                  <a:gd name="connsiteX2043" fmla="*/ 359518 w 900282"/>
                  <a:gd name="connsiteY2043" fmla="*/ 0 h 323736"/>
                  <a:gd name="connsiteX2044" fmla="*/ 362139 w 900282"/>
                  <a:gd name="connsiteY2044" fmla="*/ 0 h 323736"/>
                  <a:gd name="connsiteX2045" fmla="*/ 362580 w 900282"/>
                  <a:gd name="connsiteY2045" fmla="*/ 441 h 323736"/>
                  <a:gd name="connsiteX2046" fmla="*/ 362139 w 900282"/>
                  <a:gd name="connsiteY2046" fmla="*/ 882 h 323736"/>
                  <a:gd name="connsiteX2047" fmla="*/ 324594 w 900282"/>
                  <a:gd name="connsiteY2047" fmla="*/ 882 h 323736"/>
                  <a:gd name="connsiteX2048" fmla="*/ 324153 w 900282"/>
                  <a:gd name="connsiteY2048" fmla="*/ 441 h 323736"/>
                  <a:gd name="connsiteX2049" fmla="*/ 324594 w 900282"/>
                  <a:gd name="connsiteY2049" fmla="*/ 0 h 323736"/>
                  <a:gd name="connsiteX2050" fmla="*/ 327203 w 900282"/>
                  <a:gd name="connsiteY2050" fmla="*/ 0 h 323736"/>
                  <a:gd name="connsiteX2051" fmla="*/ 327644 w 900282"/>
                  <a:gd name="connsiteY2051" fmla="*/ 429 h 323736"/>
                  <a:gd name="connsiteX2052" fmla="*/ 327203 w 900282"/>
                  <a:gd name="connsiteY2052" fmla="*/ 870 h 323736"/>
                  <a:gd name="connsiteX2053" fmla="*/ 324594 w 900282"/>
                  <a:gd name="connsiteY2053" fmla="*/ 870 h 323736"/>
                  <a:gd name="connsiteX2054" fmla="*/ 333303 w 900282"/>
                  <a:gd name="connsiteY2054" fmla="*/ 882 h 323736"/>
                  <a:gd name="connsiteX2055" fmla="*/ 332862 w 900282"/>
                  <a:gd name="connsiteY2055" fmla="*/ 441 h 323736"/>
                  <a:gd name="connsiteX2056" fmla="*/ 333303 w 900282"/>
                  <a:gd name="connsiteY2056" fmla="*/ 0 h 323736"/>
                  <a:gd name="connsiteX2057" fmla="*/ 335925 w 900282"/>
                  <a:gd name="connsiteY2057" fmla="*/ 0 h 323736"/>
                  <a:gd name="connsiteX2058" fmla="*/ 336366 w 900282"/>
                  <a:gd name="connsiteY2058" fmla="*/ 441 h 323736"/>
                  <a:gd name="connsiteX2059" fmla="*/ 335925 w 900282"/>
                  <a:gd name="connsiteY2059" fmla="*/ 882 h 323736"/>
                  <a:gd name="connsiteX2060" fmla="*/ 333303 w 900282"/>
                  <a:gd name="connsiteY2060" fmla="*/ 882 h 323736"/>
                  <a:gd name="connsiteX2061" fmla="*/ 353393 w 900282"/>
                  <a:gd name="connsiteY2061" fmla="*/ 882 h 323736"/>
                  <a:gd name="connsiteX2062" fmla="*/ 350771 w 900282"/>
                  <a:gd name="connsiteY2062" fmla="*/ 882 h 323736"/>
                  <a:gd name="connsiteX2063" fmla="*/ 350330 w 900282"/>
                  <a:gd name="connsiteY2063" fmla="*/ 441 h 323736"/>
                  <a:gd name="connsiteX2064" fmla="*/ 350771 w 900282"/>
                  <a:gd name="connsiteY2064" fmla="*/ 0 h 323736"/>
                  <a:gd name="connsiteX2065" fmla="*/ 353393 w 900282"/>
                  <a:gd name="connsiteY2065" fmla="*/ 0 h 323736"/>
                  <a:gd name="connsiteX2066" fmla="*/ 353834 w 900282"/>
                  <a:gd name="connsiteY2066" fmla="*/ 441 h 323736"/>
                  <a:gd name="connsiteX2067" fmla="*/ 353393 w 900282"/>
                  <a:gd name="connsiteY2067" fmla="*/ 882 h 323736"/>
                  <a:gd name="connsiteX2068" fmla="*/ 342025 w 900282"/>
                  <a:gd name="connsiteY2068" fmla="*/ 882 h 323736"/>
                  <a:gd name="connsiteX2069" fmla="*/ 341584 w 900282"/>
                  <a:gd name="connsiteY2069" fmla="*/ 441 h 323736"/>
                  <a:gd name="connsiteX2070" fmla="*/ 342025 w 900282"/>
                  <a:gd name="connsiteY2070" fmla="*/ 0 h 323736"/>
                  <a:gd name="connsiteX2071" fmla="*/ 344646 w 900282"/>
                  <a:gd name="connsiteY2071" fmla="*/ 0 h 323736"/>
                  <a:gd name="connsiteX2072" fmla="*/ 345087 w 900282"/>
                  <a:gd name="connsiteY2072" fmla="*/ 441 h 323736"/>
                  <a:gd name="connsiteX2073" fmla="*/ 344646 w 900282"/>
                  <a:gd name="connsiteY2073" fmla="*/ 882 h 323736"/>
                  <a:gd name="connsiteX2074" fmla="*/ 342025 w 900282"/>
                  <a:gd name="connsiteY2074" fmla="*/ 882 h 323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  <a:cxn ang="0">
                    <a:pos x="connsiteX1280" y="connsiteY1280"/>
                  </a:cxn>
                  <a:cxn ang="0">
                    <a:pos x="connsiteX1281" y="connsiteY1281"/>
                  </a:cxn>
                  <a:cxn ang="0">
                    <a:pos x="connsiteX1282" y="connsiteY1282"/>
                  </a:cxn>
                  <a:cxn ang="0">
                    <a:pos x="connsiteX1283" y="connsiteY1283"/>
                  </a:cxn>
                  <a:cxn ang="0">
                    <a:pos x="connsiteX1284" y="connsiteY1284"/>
                  </a:cxn>
                  <a:cxn ang="0">
                    <a:pos x="connsiteX1285" y="connsiteY1285"/>
                  </a:cxn>
                  <a:cxn ang="0">
                    <a:pos x="connsiteX1286" y="connsiteY1286"/>
                  </a:cxn>
                  <a:cxn ang="0">
                    <a:pos x="connsiteX1287" y="connsiteY1287"/>
                  </a:cxn>
                  <a:cxn ang="0">
                    <a:pos x="connsiteX1288" y="connsiteY1288"/>
                  </a:cxn>
                  <a:cxn ang="0">
                    <a:pos x="connsiteX1289" y="connsiteY1289"/>
                  </a:cxn>
                  <a:cxn ang="0">
                    <a:pos x="connsiteX1290" y="connsiteY1290"/>
                  </a:cxn>
                  <a:cxn ang="0">
                    <a:pos x="connsiteX1291" y="connsiteY1291"/>
                  </a:cxn>
                  <a:cxn ang="0">
                    <a:pos x="connsiteX1292" y="connsiteY1292"/>
                  </a:cxn>
                  <a:cxn ang="0">
                    <a:pos x="connsiteX1293" y="connsiteY1293"/>
                  </a:cxn>
                  <a:cxn ang="0">
                    <a:pos x="connsiteX1294" y="connsiteY1294"/>
                  </a:cxn>
                  <a:cxn ang="0">
                    <a:pos x="connsiteX1295" y="connsiteY1295"/>
                  </a:cxn>
                  <a:cxn ang="0">
                    <a:pos x="connsiteX1296" y="connsiteY1296"/>
                  </a:cxn>
                  <a:cxn ang="0">
                    <a:pos x="connsiteX1297" y="connsiteY1297"/>
                  </a:cxn>
                  <a:cxn ang="0">
                    <a:pos x="connsiteX1298" y="connsiteY1298"/>
                  </a:cxn>
                  <a:cxn ang="0">
                    <a:pos x="connsiteX1299" y="connsiteY1299"/>
                  </a:cxn>
                  <a:cxn ang="0">
                    <a:pos x="connsiteX1300" y="connsiteY1300"/>
                  </a:cxn>
                  <a:cxn ang="0">
                    <a:pos x="connsiteX1301" y="connsiteY1301"/>
                  </a:cxn>
                  <a:cxn ang="0">
                    <a:pos x="connsiteX1302" y="connsiteY1302"/>
                  </a:cxn>
                  <a:cxn ang="0">
                    <a:pos x="connsiteX1303" y="connsiteY1303"/>
                  </a:cxn>
                  <a:cxn ang="0">
                    <a:pos x="connsiteX1304" y="connsiteY1304"/>
                  </a:cxn>
                  <a:cxn ang="0">
                    <a:pos x="connsiteX1305" y="connsiteY1305"/>
                  </a:cxn>
                  <a:cxn ang="0">
                    <a:pos x="connsiteX1306" y="connsiteY1306"/>
                  </a:cxn>
                  <a:cxn ang="0">
                    <a:pos x="connsiteX1307" y="connsiteY1307"/>
                  </a:cxn>
                  <a:cxn ang="0">
                    <a:pos x="connsiteX1308" y="connsiteY1308"/>
                  </a:cxn>
                  <a:cxn ang="0">
                    <a:pos x="connsiteX1309" y="connsiteY1309"/>
                  </a:cxn>
                  <a:cxn ang="0">
                    <a:pos x="connsiteX1310" y="connsiteY1310"/>
                  </a:cxn>
                  <a:cxn ang="0">
                    <a:pos x="connsiteX1311" y="connsiteY1311"/>
                  </a:cxn>
                  <a:cxn ang="0">
                    <a:pos x="connsiteX1312" y="connsiteY1312"/>
                  </a:cxn>
                  <a:cxn ang="0">
                    <a:pos x="connsiteX1313" y="connsiteY1313"/>
                  </a:cxn>
                  <a:cxn ang="0">
                    <a:pos x="connsiteX1314" y="connsiteY1314"/>
                  </a:cxn>
                  <a:cxn ang="0">
                    <a:pos x="connsiteX1315" y="connsiteY1315"/>
                  </a:cxn>
                  <a:cxn ang="0">
                    <a:pos x="connsiteX1316" y="connsiteY1316"/>
                  </a:cxn>
                  <a:cxn ang="0">
                    <a:pos x="connsiteX1317" y="connsiteY1317"/>
                  </a:cxn>
                  <a:cxn ang="0">
                    <a:pos x="connsiteX1318" y="connsiteY1318"/>
                  </a:cxn>
                  <a:cxn ang="0">
                    <a:pos x="connsiteX1319" y="connsiteY1319"/>
                  </a:cxn>
                  <a:cxn ang="0">
                    <a:pos x="connsiteX1320" y="connsiteY1320"/>
                  </a:cxn>
                  <a:cxn ang="0">
                    <a:pos x="connsiteX1321" y="connsiteY1321"/>
                  </a:cxn>
                  <a:cxn ang="0">
                    <a:pos x="connsiteX1322" y="connsiteY1322"/>
                  </a:cxn>
                  <a:cxn ang="0">
                    <a:pos x="connsiteX1323" y="connsiteY1323"/>
                  </a:cxn>
                  <a:cxn ang="0">
                    <a:pos x="connsiteX1324" y="connsiteY1324"/>
                  </a:cxn>
                  <a:cxn ang="0">
                    <a:pos x="connsiteX1325" y="connsiteY1325"/>
                  </a:cxn>
                  <a:cxn ang="0">
                    <a:pos x="connsiteX1326" y="connsiteY1326"/>
                  </a:cxn>
                  <a:cxn ang="0">
                    <a:pos x="connsiteX1327" y="connsiteY1327"/>
                  </a:cxn>
                  <a:cxn ang="0">
                    <a:pos x="connsiteX1328" y="connsiteY1328"/>
                  </a:cxn>
                  <a:cxn ang="0">
                    <a:pos x="connsiteX1329" y="connsiteY1329"/>
                  </a:cxn>
                  <a:cxn ang="0">
                    <a:pos x="connsiteX1330" y="connsiteY1330"/>
                  </a:cxn>
                  <a:cxn ang="0">
                    <a:pos x="connsiteX1331" y="connsiteY1331"/>
                  </a:cxn>
                  <a:cxn ang="0">
                    <a:pos x="connsiteX1332" y="connsiteY1332"/>
                  </a:cxn>
                  <a:cxn ang="0">
                    <a:pos x="connsiteX1333" y="connsiteY1333"/>
                  </a:cxn>
                  <a:cxn ang="0">
                    <a:pos x="connsiteX1334" y="connsiteY1334"/>
                  </a:cxn>
                  <a:cxn ang="0">
                    <a:pos x="connsiteX1335" y="connsiteY1335"/>
                  </a:cxn>
                  <a:cxn ang="0">
                    <a:pos x="connsiteX1336" y="connsiteY1336"/>
                  </a:cxn>
                  <a:cxn ang="0">
                    <a:pos x="connsiteX1337" y="connsiteY1337"/>
                  </a:cxn>
                  <a:cxn ang="0">
                    <a:pos x="connsiteX1338" y="connsiteY1338"/>
                  </a:cxn>
                  <a:cxn ang="0">
                    <a:pos x="connsiteX1339" y="connsiteY1339"/>
                  </a:cxn>
                  <a:cxn ang="0">
                    <a:pos x="connsiteX1340" y="connsiteY1340"/>
                  </a:cxn>
                  <a:cxn ang="0">
                    <a:pos x="connsiteX1341" y="connsiteY1341"/>
                  </a:cxn>
                  <a:cxn ang="0">
                    <a:pos x="connsiteX1342" y="connsiteY1342"/>
                  </a:cxn>
                  <a:cxn ang="0">
                    <a:pos x="connsiteX1343" y="connsiteY1343"/>
                  </a:cxn>
                  <a:cxn ang="0">
                    <a:pos x="connsiteX1344" y="connsiteY1344"/>
                  </a:cxn>
                  <a:cxn ang="0">
                    <a:pos x="connsiteX1345" y="connsiteY1345"/>
                  </a:cxn>
                  <a:cxn ang="0">
                    <a:pos x="connsiteX1346" y="connsiteY1346"/>
                  </a:cxn>
                  <a:cxn ang="0">
                    <a:pos x="connsiteX1347" y="connsiteY1347"/>
                  </a:cxn>
                  <a:cxn ang="0">
                    <a:pos x="connsiteX1348" y="connsiteY1348"/>
                  </a:cxn>
                  <a:cxn ang="0">
                    <a:pos x="connsiteX1349" y="connsiteY1349"/>
                  </a:cxn>
                  <a:cxn ang="0">
                    <a:pos x="connsiteX1350" y="connsiteY1350"/>
                  </a:cxn>
                  <a:cxn ang="0">
                    <a:pos x="connsiteX1351" y="connsiteY1351"/>
                  </a:cxn>
                  <a:cxn ang="0">
                    <a:pos x="connsiteX1352" y="connsiteY1352"/>
                  </a:cxn>
                  <a:cxn ang="0">
                    <a:pos x="connsiteX1353" y="connsiteY1353"/>
                  </a:cxn>
                  <a:cxn ang="0">
                    <a:pos x="connsiteX1354" y="connsiteY1354"/>
                  </a:cxn>
                  <a:cxn ang="0">
                    <a:pos x="connsiteX1355" y="connsiteY1355"/>
                  </a:cxn>
                  <a:cxn ang="0">
                    <a:pos x="connsiteX1356" y="connsiteY1356"/>
                  </a:cxn>
                  <a:cxn ang="0">
                    <a:pos x="connsiteX1357" y="connsiteY1357"/>
                  </a:cxn>
                  <a:cxn ang="0">
                    <a:pos x="connsiteX1358" y="connsiteY1358"/>
                  </a:cxn>
                  <a:cxn ang="0">
                    <a:pos x="connsiteX1359" y="connsiteY1359"/>
                  </a:cxn>
                  <a:cxn ang="0">
                    <a:pos x="connsiteX1360" y="connsiteY1360"/>
                  </a:cxn>
                  <a:cxn ang="0">
                    <a:pos x="connsiteX1361" y="connsiteY1361"/>
                  </a:cxn>
                  <a:cxn ang="0">
                    <a:pos x="connsiteX1362" y="connsiteY1362"/>
                  </a:cxn>
                  <a:cxn ang="0">
                    <a:pos x="connsiteX1363" y="connsiteY1363"/>
                  </a:cxn>
                  <a:cxn ang="0">
                    <a:pos x="connsiteX1364" y="connsiteY1364"/>
                  </a:cxn>
                  <a:cxn ang="0">
                    <a:pos x="connsiteX1365" y="connsiteY1365"/>
                  </a:cxn>
                  <a:cxn ang="0">
                    <a:pos x="connsiteX1366" y="connsiteY1366"/>
                  </a:cxn>
                  <a:cxn ang="0">
                    <a:pos x="connsiteX1367" y="connsiteY1367"/>
                  </a:cxn>
                  <a:cxn ang="0">
                    <a:pos x="connsiteX1368" y="connsiteY1368"/>
                  </a:cxn>
                  <a:cxn ang="0">
                    <a:pos x="connsiteX1369" y="connsiteY1369"/>
                  </a:cxn>
                  <a:cxn ang="0">
                    <a:pos x="connsiteX1370" y="connsiteY1370"/>
                  </a:cxn>
                  <a:cxn ang="0">
                    <a:pos x="connsiteX1371" y="connsiteY1371"/>
                  </a:cxn>
                  <a:cxn ang="0">
                    <a:pos x="connsiteX1372" y="connsiteY1372"/>
                  </a:cxn>
                  <a:cxn ang="0">
                    <a:pos x="connsiteX1373" y="connsiteY1373"/>
                  </a:cxn>
                  <a:cxn ang="0">
                    <a:pos x="connsiteX1374" y="connsiteY1374"/>
                  </a:cxn>
                  <a:cxn ang="0">
                    <a:pos x="connsiteX1375" y="connsiteY1375"/>
                  </a:cxn>
                  <a:cxn ang="0">
                    <a:pos x="connsiteX1376" y="connsiteY1376"/>
                  </a:cxn>
                  <a:cxn ang="0">
                    <a:pos x="connsiteX1377" y="connsiteY1377"/>
                  </a:cxn>
                  <a:cxn ang="0">
                    <a:pos x="connsiteX1378" y="connsiteY1378"/>
                  </a:cxn>
                  <a:cxn ang="0">
                    <a:pos x="connsiteX1379" y="connsiteY1379"/>
                  </a:cxn>
                  <a:cxn ang="0">
                    <a:pos x="connsiteX1380" y="connsiteY1380"/>
                  </a:cxn>
                  <a:cxn ang="0">
                    <a:pos x="connsiteX1381" y="connsiteY1381"/>
                  </a:cxn>
                  <a:cxn ang="0">
                    <a:pos x="connsiteX1382" y="connsiteY1382"/>
                  </a:cxn>
                  <a:cxn ang="0">
                    <a:pos x="connsiteX1383" y="connsiteY1383"/>
                  </a:cxn>
                  <a:cxn ang="0">
                    <a:pos x="connsiteX1384" y="connsiteY1384"/>
                  </a:cxn>
                  <a:cxn ang="0">
                    <a:pos x="connsiteX1385" y="connsiteY1385"/>
                  </a:cxn>
                  <a:cxn ang="0">
                    <a:pos x="connsiteX1386" y="connsiteY1386"/>
                  </a:cxn>
                  <a:cxn ang="0">
                    <a:pos x="connsiteX1387" y="connsiteY1387"/>
                  </a:cxn>
                  <a:cxn ang="0">
                    <a:pos x="connsiteX1388" y="connsiteY1388"/>
                  </a:cxn>
                  <a:cxn ang="0">
                    <a:pos x="connsiteX1389" y="connsiteY1389"/>
                  </a:cxn>
                  <a:cxn ang="0">
                    <a:pos x="connsiteX1390" y="connsiteY1390"/>
                  </a:cxn>
                  <a:cxn ang="0">
                    <a:pos x="connsiteX1391" y="connsiteY1391"/>
                  </a:cxn>
                  <a:cxn ang="0">
                    <a:pos x="connsiteX1392" y="connsiteY1392"/>
                  </a:cxn>
                  <a:cxn ang="0">
                    <a:pos x="connsiteX1393" y="connsiteY1393"/>
                  </a:cxn>
                  <a:cxn ang="0">
                    <a:pos x="connsiteX1394" y="connsiteY1394"/>
                  </a:cxn>
                  <a:cxn ang="0">
                    <a:pos x="connsiteX1395" y="connsiteY1395"/>
                  </a:cxn>
                  <a:cxn ang="0">
                    <a:pos x="connsiteX1396" y="connsiteY1396"/>
                  </a:cxn>
                  <a:cxn ang="0">
                    <a:pos x="connsiteX1397" y="connsiteY1397"/>
                  </a:cxn>
                  <a:cxn ang="0">
                    <a:pos x="connsiteX1398" y="connsiteY1398"/>
                  </a:cxn>
                  <a:cxn ang="0">
                    <a:pos x="connsiteX1399" y="connsiteY1399"/>
                  </a:cxn>
                  <a:cxn ang="0">
                    <a:pos x="connsiteX1400" y="connsiteY1400"/>
                  </a:cxn>
                  <a:cxn ang="0">
                    <a:pos x="connsiteX1401" y="connsiteY1401"/>
                  </a:cxn>
                  <a:cxn ang="0">
                    <a:pos x="connsiteX1402" y="connsiteY1402"/>
                  </a:cxn>
                  <a:cxn ang="0">
                    <a:pos x="connsiteX1403" y="connsiteY1403"/>
                  </a:cxn>
                  <a:cxn ang="0">
                    <a:pos x="connsiteX1404" y="connsiteY1404"/>
                  </a:cxn>
                  <a:cxn ang="0">
                    <a:pos x="connsiteX1405" y="connsiteY1405"/>
                  </a:cxn>
                  <a:cxn ang="0">
                    <a:pos x="connsiteX1406" y="connsiteY1406"/>
                  </a:cxn>
                  <a:cxn ang="0">
                    <a:pos x="connsiteX1407" y="connsiteY1407"/>
                  </a:cxn>
                  <a:cxn ang="0">
                    <a:pos x="connsiteX1408" y="connsiteY1408"/>
                  </a:cxn>
                  <a:cxn ang="0">
                    <a:pos x="connsiteX1409" y="connsiteY1409"/>
                  </a:cxn>
                  <a:cxn ang="0">
                    <a:pos x="connsiteX1410" y="connsiteY1410"/>
                  </a:cxn>
                  <a:cxn ang="0">
                    <a:pos x="connsiteX1411" y="connsiteY1411"/>
                  </a:cxn>
                  <a:cxn ang="0">
                    <a:pos x="connsiteX1412" y="connsiteY1412"/>
                  </a:cxn>
                  <a:cxn ang="0">
                    <a:pos x="connsiteX1413" y="connsiteY1413"/>
                  </a:cxn>
                  <a:cxn ang="0">
                    <a:pos x="connsiteX1414" y="connsiteY1414"/>
                  </a:cxn>
                  <a:cxn ang="0">
                    <a:pos x="connsiteX1415" y="connsiteY1415"/>
                  </a:cxn>
                  <a:cxn ang="0">
                    <a:pos x="connsiteX1416" y="connsiteY1416"/>
                  </a:cxn>
                  <a:cxn ang="0">
                    <a:pos x="connsiteX1417" y="connsiteY1417"/>
                  </a:cxn>
                  <a:cxn ang="0">
                    <a:pos x="connsiteX1418" y="connsiteY1418"/>
                  </a:cxn>
                  <a:cxn ang="0">
                    <a:pos x="connsiteX1419" y="connsiteY1419"/>
                  </a:cxn>
                  <a:cxn ang="0">
                    <a:pos x="connsiteX1420" y="connsiteY1420"/>
                  </a:cxn>
                  <a:cxn ang="0">
                    <a:pos x="connsiteX1421" y="connsiteY1421"/>
                  </a:cxn>
                  <a:cxn ang="0">
                    <a:pos x="connsiteX1422" y="connsiteY1422"/>
                  </a:cxn>
                  <a:cxn ang="0">
                    <a:pos x="connsiteX1423" y="connsiteY1423"/>
                  </a:cxn>
                  <a:cxn ang="0">
                    <a:pos x="connsiteX1424" y="connsiteY1424"/>
                  </a:cxn>
                  <a:cxn ang="0">
                    <a:pos x="connsiteX1425" y="connsiteY1425"/>
                  </a:cxn>
                  <a:cxn ang="0">
                    <a:pos x="connsiteX1426" y="connsiteY1426"/>
                  </a:cxn>
                  <a:cxn ang="0">
                    <a:pos x="connsiteX1427" y="connsiteY1427"/>
                  </a:cxn>
                  <a:cxn ang="0">
                    <a:pos x="connsiteX1428" y="connsiteY1428"/>
                  </a:cxn>
                  <a:cxn ang="0">
                    <a:pos x="connsiteX1429" y="connsiteY1429"/>
                  </a:cxn>
                  <a:cxn ang="0">
                    <a:pos x="connsiteX1430" y="connsiteY1430"/>
                  </a:cxn>
                  <a:cxn ang="0">
                    <a:pos x="connsiteX1431" y="connsiteY1431"/>
                  </a:cxn>
                  <a:cxn ang="0">
                    <a:pos x="connsiteX1432" y="connsiteY1432"/>
                  </a:cxn>
                  <a:cxn ang="0">
                    <a:pos x="connsiteX1433" y="connsiteY1433"/>
                  </a:cxn>
                  <a:cxn ang="0">
                    <a:pos x="connsiteX1434" y="connsiteY1434"/>
                  </a:cxn>
                  <a:cxn ang="0">
                    <a:pos x="connsiteX1435" y="connsiteY1435"/>
                  </a:cxn>
                  <a:cxn ang="0">
                    <a:pos x="connsiteX1436" y="connsiteY1436"/>
                  </a:cxn>
                  <a:cxn ang="0">
                    <a:pos x="connsiteX1437" y="connsiteY1437"/>
                  </a:cxn>
                  <a:cxn ang="0">
                    <a:pos x="connsiteX1438" y="connsiteY1438"/>
                  </a:cxn>
                  <a:cxn ang="0">
                    <a:pos x="connsiteX1439" y="connsiteY1439"/>
                  </a:cxn>
                  <a:cxn ang="0">
                    <a:pos x="connsiteX1440" y="connsiteY1440"/>
                  </a:cxn>
                  <a:cxn ang="0">
                    <a:pos x="connsiteX1441" y="connsiteY1441"/>
                  </a:cxn>
                  <a:cxn ang="0">
                    <a:pos x="connsiteX1442" y="connsiteY1442"/>
                  </a:cxn>
                  <a:cxn ang="0">
                    <a:pos x="connsiteX1443" y="connsiteY1443"/>
                  </a:cxn>
                  <a:cxn ang="0">
                    <a:pos x="connsiteX1444" y="connsiteY1444"/>
                  </a:cxn>
                  <a:cxn ang="0">
                    <a:pos x="connsiteX1445" y="connsiteY1445"/>
                  </a:cxn>
                  <a:cxn ang="0">
                    <a:pos x="connsiteX1446" y="connsiteY1446"/>
                  </a:cxn>
                  <a:cxn ang="0">
                    <a:pos x="connsiteX1447" y="connsiteY1447"/>
                  </a:cxn>
                  <a:cxn ang="0">
                    <a:pos x="connsiteX1448" y="connsiteY1448"/>
                  </a:cxn>
                  <a:cxn ang="0">
                    <a:pos x="connsiteX1449" y="connsiteY1449"/>
                  </a:cxn>
                  <a:cxn ang="0">
                    <a:pos x="connsiteX1450" y="connsiteY1450"/>
                  </a:cxn>
                  <a:cxn ang="0">
                    <a:pos x="connsiteX1451" y="connsiteY1451"/>
                  </a:cxn>
                  <a:cxn ang="0">
                    <a:pos x="connsiteX1452" y="connsiteY1452"/>
                  </a:cxn>
                  <a:cxn ang="0">
                    <a:pos x="connsiteX1453" y="connsiteY1453"/>
                  </a:cxn>
                  <a:cxn ang="0">
                    <a:pos x="connsiteX1454" y="connsiteY1454"/>
                  </a:cxn>
                  <a:cxn ang="0">
                    <a:pos x="connsiteX1455" y="connsiteY1455"/>
                  </a:cxn>
                  <a:cxn ang="0">
                    <a:pos x="connsiteX1456" y="connsiteY1456"/>
                  </a:cxn>
                  <a:cxn ang="0">
                    <a:pos x="connsiteX1457" y="connsiteY1457"/>
                  </a:cxn>
                  <a:cxn ang="0">
                    <a:pos x="connsiteX1458" y="connsiteY1458"/>
                  </a:cxn>
                  <a:cxn ang="0">
                    <a:pos x="connsiteX1459" y="connsiteY1459"/>
                  </a:cxn>
                  <a:cxn ang="0">
                    <a:pos x="connsiteX1460" y="connsiteY1460"/>
                  </a:cxn>
                  <a:cxn ang="0">
                    <a:pos x="connsiteX1461" y="connsiteY1461"/>
                  </a:cxn>
                  <a:cxn ang="0">
                    <a:pos x="connsiteX1462" y="connsiteY1462"/>
                  </a:cxn>
                  <a:cxn ang="0">
                    <a:pos x="connsiteX1463" y="connsiteY1463"/>
                  </a:cxn>
                  <a:cxn ang="0">
                    <a:pos x="connsiteX1464" y="connsiteY1464"/>
                  </a:cxn>
                  <a:cxn ang="0">
                    <a:pos x="connsiteX1465" y="connsiteY1465"/>
                  </a:cxn>
                  <a:cxn ang="0">
                    <a:pos x="connsiteX1466" y="connsiteY1466"/>
                  </a:cxn>
                  <a:cxn ang="0">
                    <a:pos x="connsiteX1467" y="connsiteY1467"/>
                  </a:cxn>
                  <a:cxn ang="0">
                    <a:pos x="connsiteX1468" y="connsiteY1468"/>
                  </a:cxn>
                  <a:cxn ang="0">
                    <a:pos x="connsiteX1469" y="connsiteY1469"/>
                  </a:cxn>
                  <a:cxn ang="0">
                    <a:pos x="connsiteX1470" y="connsiteY1470"/>
                  </a:cxn>
                  <a:cxn ang="0">
                    <a:pos x="connsiteX1471" y="connsiteY1471"/>
                  </a:cxn>
                  <a:cxn ang="0">
                    <a:pos x="connsiteX1472" y="connsiteY1472"/>
                  </a:cxn>
                  <a:cxn ang="0">
                    <a:pos x="connsiteX1473" y="connsiteY1473"/>
                  </a:cxn>
                  <a:cxn ang="0">
                    <a:pos x="connsiteX1474" y="connsiteY1474"/>
                  </a:cxn>
                  <a:cxn ang="0">
                    <a:pos x="connsiteX1475" y="connsiteY1475"/>
                  </a:cxn>
                  <a:cxn ang="0">
                    <a:pos x="connsiteX1476" y="connsiteY1476"/>
                  </a:cxn>
                  <a:cxn ang="0">
                    <a:pos x="connsiteX1477" y="connsiteY1477"/>
                  </a:cxn>
                  <a:cxn ang="0">
                    <a:pos x="connsiteX1478" y="connsiteY1478"/>
                  </a:cxn>
                  <a:cxn ang="0">
                    <a:pos x="connsiteX1479" y="connsiteY1479"/>
                  </a:cxn>
                  <a:cxn ang="0">
                    <a:pos x="connsiteX1480" y="connsiteY1480"/>
                  </a:cxn>
                  <a:cxn ang="0">
                    <a:pos x="connsiteX1481" y="connsiteY1481"/>
                  </a:cxn>
                  <a:cxn ang="0">
                    <a:pos x="connsiteX1482" y="connsiteY1482"/>
                  </a:cxn>
                  <a:cxn ang="0">
                    <a:pos x="connsiteX1483" y="connsiteY1483"/>
                  </a:cxn>
                  <a:cxn ang="0">
                    <a:pos x="connsiteX1484" y="connsiteY1484"/>
                  </a:cxn>
                  <a:cxn ang="0">
                    <a:pos x="connsiteX1485" y="connsiteY1485"/>
                  </a:cxn>
                  <a:cxn ang="0">
                    <a:pos x="connsiteX1486" y="connsiteY1486"/>
                  </a:cxn>
                  <a:cxn ang="0">
                    <a:pos x="connsiteX1487" y="connsiteY1487"/>
                  </a:cxn>
                  <a:cxn ang="0">
                    <a:pos x="connsiteX1488" y="connsiteY1488"/>
                  </a:cxn>
                  <a:cxn ang="0">
                    <a:pos x="connsiteX1489" y="connsiteY1489"/>
                  </a:cxn>
                  <a:cxn ang="0">
                    <a:pos x="connsiteX1490" y="connsiteY1490"/>
                  </a:cxn>
                  <a:cxn ang="0">
                    <a:pos x="connsiteX1491" y="connsiteY1491"/>
                  </a:cxn>
                  <a:cxn ang="0">
                    <a:pos x="connsiteX1492" y="connsiteY1492"/>
                  </a:cxn>
                  <a:cxn ang="0">
                    <a:pos x="connsiteX1493" y="connsiteY1493"/>
                  </a:cxn>
                  <a:cxn ang="0">
                    <a:pos x="connsiteX1494" y="connsiteY1494"/>
                  </a:cxn>
                  <a:cxn ang="0">
                    <a:pos x="connsiteX1495" y="connsiteY1495"/>
                  </a:cxn>
                  <a:cxn ang="0">
                    <a:pos x="connsiteX1496" y="connsiteY1496"/>
                  </a:cxn>
                  <a:cxn ang="0">
                    <a:pos x="connsiteX1497" y="connsiteY1497"/>
                  </a:cxn>
                  <a:cxn ang="0">
                    <a:pos x="connsiteX1498" y="connsiteY1498"/>
                  </a:cxn>
                  <a:cxn ang="0">
                    <a:pos x="connsiteX1499" y="connsiteY1499"/>
                  </a:cxn>
                  <a:cxn ang="0">
                    <a:pos x="connsiteX1500" y="connsiteY1500"/>
                  </a:cxn>
                  <a:cxn ang="0">
                    <a:pos x="connsiteX1501" y="connsiteY1501"/>
                  </a:cxn>
                  <a:cxn ang="0">
                    <a:pos x="connsiteX1502" y="connsiteY1502"/>
                  </a:cxn>
                  <a:cxn ang="0">
                    <a:pos x="connsiteX1503" y="connsiteY1503"/>
                  </a:cxn>
                  <a:cxn ang="0">
                    <a:pos x="connsiteX1504" y="connsiteY1504"/>
                  </a:cxn>
                  <a:cxn ang="0">
                    <a:pos x="connsiteX1505" y="connsiteY1505"/>
                  </a:cxn>
                  <a:cxn ang="0">
                    <a:pos x="connsiteX1506" y="connsiteY1506"/>
                  </a:cxn>
                  <a:cxn ang="0">
                    <a:pos x="connsiteX1507" y="connsiteY1507"/>
                  </a:cxn>
                  <a:cxn ang="0">
                    <a:pos x="connsiteX1508" y="connsiteY1508"/>
                  </a:cxn>
                  <a:cxn ang="0">
                    <a:pos x="connsiteX1509" y="connsiteY1509"/>
                  </a:cxn>
                  <a:cxn ang="0">
                    <a:pos x="connsiteX1510" y="connsiteY1510"/>
                  </a:cxn>
                  <a:cxn ang="0">
                    <a:pos x="connsiteX1511" y="connsiteY1511"/>
                  </a:cxn>
                  <a:cxn ang="0">
                    <a:pos x="connsiteX1512" y="connsiteY1512"/>
                  </a:cxn>
                  <a:cxn ang="0">
                    <a:pos x="connsiteX1513" y="connsiteY1513"/>
                  </a:cxn>
                  <a:cxn ang="0">
                    <a:pos x="connsiteX1514" y="connsiteY1514"/>
                  </a:cxn>
                  <a:cxn ang="0">
                    <a:pos x="connsiteX1515" y="connsiteY1515"/>
                  </a:cxn>
                  <a:cxn ang="0">
                    <a:pos x="connsiteX1516" y="connsiteY1516"/>
                  </a:cxn>
                  <a:cxn ang="0">
                    <a:pos x="connsiteX1517" y="connsiteY1517"/>
                  </a:cxn>
                  <a:cxn ang="0">
                    <a:pos x="connsiteX1518" y="connsiteY1518"/>
                  </a:cxn>
                  <a:cxn ang="0">
                    <a:pos x="connsiteX1519" y="connsiteY1519"/>
                  </a:cxn>
                  <a:cxn ang="0">
                    <a:pos x="connsiteX1520" y="connsiteY1520"/>
                  </a:cxn>
                  <a:cxn ang="0">
                    <a:pos x="connsiteX1521" y="connsiteY1521"/>
                  </a:cxn>
                  <a:cxn ang="0">
                    <a:pos x="connsiteX1522" y="connsiteY1522"/>
                  </a:cxn>
                  <a:cxn ang="0">
                    <a:pos x="connsiteX1523" y="connsiteY1523"/>
                  </a:cxn>
                  <a:cxn ang="0">
                    <a:pos x="connsiteX1524" y="connsiteY1524"/>
                  </a:cxn>
                  <a:cxn ang="0">
                    <a:pos x="connsiteX1525" y="connsiteY1525"/>
                  </a:cxn>
                  <a:cxn ang="0">
                    <a:pos x="connsiteX1526" y="connsiteY1526"/>
                  </a:cxn>
                  <a:cxn ang="0">
                    <a:pos x="connsiteX1527" y="connsiteY1527"/>
                  </a:cxn>
                  <a:cxn ang="0">
                    <a:pos x="connsiteX1528" y="connsiteY1528"/>
                  </a:cxn>
                  <a:cxn ang="0">
                    <a:pos x="connsiteX1529" y="connsiteY1529"/>
                  </a:cxn>
                  <a:cxn ang="0">
                    <a:pos x="connsiteX1530" y="connsiteY1530"/>
                  </a:cxn>
                  <a:cxn ang="0">
                    <a:pos x="connsiteX1531" y="connsiteY1531"/>
                  </a:cxn>
                  <a:cxn ang="0">
                    <a:pos x="connsiteX1532" y="connsiteY1532"/>
                  </a:cxn>
                  <a:cxn ang="0">
                    <a:pos x="connsiteX1533" y="connsiteY1533"/>
                  </a:cxn>
                  <a:cxn ang="0">
                    <a:pos x="connsiteX1534" y="connsiteY1534"/>
                  </a:cxn>
                  <a:cxn ang="0">
                    <a:pos x="connsiteX1535" y="connsiteY1535"/>
                  </a:cxn>
                  <a:cxn ang="0">
                    <a:pos x="connsiteX1536" y="connsiteY1536"/>
                  </a:cxn>
                  <a:cxn ang="0">
                    <a:pos x="connsiteX1537" y="connsiteY1537"/>
                  </a:cxn>
                  <a:cxn ang="0">
                    <a:pos x="connsiteX1538" y="connsiteY1538"/>
                  </a:cxn>
                  <a:cxn ang="0">
                    <a:pos x="connsiteX1539" y="connsiteY1539"/>
                  </a:cxn>
                  <a:cxn ang="0">
                    <a:pos x="connsiteX1540" y="connsiteY1540"/>
                  </a:cxn>
                  <a:cxn ang="0">
                    <a:pos x="connsiteX1541" y="connsiteY1541"/>
                  </a:cxn>
                  <a:cxn ang="0">
                    <a:pos x="connsiteX1542" y="connsiteY1542"/>
                  </a:cxn>
                  <a:cxn ang="0">
                    <a:pos x="connsiteX1543" y="connsiteY1543"/>
                  </a:cxn>
                  <a:cxn ang="0">
                    <a:pos x="connsiteX1544" y="connsiteY1544"/>
                  </a:cxn>
                  <a:cxn ang="0">
                    <a:pos x="connsiteX1545" y="connsiteY1545"/>
                  </a:cxn>
                  <a:cxn ang="0">
                    <a:pos x="connsiteX1546" y="connsiteY1546"/>
                  </a:cxn>
                  <a:cxn ang="0">
                    <a:pos x="connsiteX1547" y="connsiteY1547"/>
                  </a:cxn>
                  <a:cxn ang="0">
                    <a:pos x="connsiteX1548" y="connsiteY1548"/>
                  </a:cxn>
                  <a:cxn ang="0">
                    <a:pos x="connsiteX1549" y="connsiteY1549"/>
                  </a:cxn>
                  <a:cxn ang="0">
                    <a:pos x="connsiteX1550" y="connsiteY1550"/>
                  </a:cxn>
                  <a:cxn ang="0">
                    <a:pos x="connsiteX1551" y="connsiteY1551"/>
                  </a:cxn>
                  <a:cxn ang="0">
                    <a:pos x="connsiteX1552" y="connsiteY1552"/>
                  </a:cxn>
                  <a:cxn ang="0">
                    <a:pos x="connsiteX1553" y="connsiteY1553"/>
                  </a:cxn>
                  <a:cxn ang="0">
                    <a:pos x="connsiteX1554" y="connsiteY1554"/>
                  </a:cxn>
                  <a:cxn ang="0">
                    <a:pos x="connsiteX1555" y="connsiteY1555"/>
                  </a:cxn>
                  <a:cxn ang="0">
                    <a:pos x="connsiteX1556" y="connsiteY1556"/>
                  </a:cxn>
                  <a:cxn ang="0">
                    <a:pos x="connsiteX1557" y="connsiteY1557"/>
                  </a:cxn>
                  <a:cxn ang="0">
                    <a:pos x="connsiteX1558" y="connsiteY1558"/>
                  </a:cxn>
                  <a:cxn ang="0">
                    <a:pos x="connsiteX1559" y="connsiteY1559"/>
                  </a:cxn>
                  <a:cxn ang="0">
                    <a:pos x="connsiteX1560" y="connsiteY1560"/>
                  </a:cxn>
                  <a:cxn ang="0">
                    <a:pos x="connsiteX1561" y="connsiteY1561"/>
                  </a:cxn>
                  <a:cxn ang="0">
                    <a:pos x="connsiteX1562" y="connsiteY1562"/>
                  </a:cxn>
                  <a:cxn ang="0">
                    <a:pos x="connsiteX1563" y="connsiteY1563"/>
                  </a:cxn>
                  <a:cxn ang="0">
                    <a:pos x="connsiteX1564" y="connsiteY1564"/>
                  </a:cxn>
                  <a:cxn ang="0">
                    <a:pos x="connsiteX1565" y="connsiteY1565"/>
                  </a:cxn>
                  <a:cxn ang="0">
                    <a:pos x="connsiteX1566" y="connsiteY1566"/>
                  </a:cxn>
                  <a:cxn ang="0">
                    <a:pos x="connsiteX1567" y="connsiteY1567"/>
                  </a:cxn>
                  <a:cxn ang="0">
                    <a:pos x="connsiteX1568" y="connsiteY1568"/>
                  </a:cxn>
                  <a:cxn ang="0">
                    <a:pos x="connsiteX1569" y="connsiteY1569"/>
                  </a:cxn>
                  <a:cxn ang="0">
                    <a:pos x="connsiteX1570" y="connsiteY1570"/>
                  </a:cxn>
                  <a:cxn ang="0">
                    <a:pos x="connsiteX1571" y="connsiteY1571"/>
                  </a:cxn>
                  <a:cxn ang="0">
                    <a:pos x="connsiteX1572" y="connsiteY1572"/>
                  </a:cxn>
                  <a:cxn ang="0">
                    <a:pos x="connsiteX1573" y="connsiteY1573"/>
                  </a:cxn>
                  <a:cxn ang="0">
                    <a:pos x="connsiteX1574" y="connsiteY1574"/>
                  </a:cxn>
                  <a:cxn ang="0">
                    <a:pos x="connsiteX1575" y="connsiteY1575"/>
                  </a:cxn>
                  <a:cxn ang="0">
                    <a:pos x="connsiteX1576" y="connsiteY1576"/>
                  </a:cxn>
                  <a:cxn ang="0">
                    <a:pos x="connsiteX1577" y="connsiteY1577"/>
                  </a:cxn>
                  <a:cxn ang="0">
                    <a:pos x="connsiteX1578" y="connsiteY1578"/>
                  </a:cxn>
                  <a:cxn ang="0">
                    <a:pos x="connsiteX1579" y="connsiteY1579"/>
                  </a:cxn>
                  <a:cxn ang="0">
                    <a:pos x="connsiteX1580" y="connsiteY1580"/>
                  </a:cxn>
                  <a:cxn ang="0">
                    <a:pos x="connsiteX1581" y="connsiteY1581"/>
                  </a:cxn>
                  <a:cxn ang="0">
                    <a:pos x="connsiteX1582" y="connsiteY1582"/>
                  </a:cxn>
                  <a:cxn ang="0">
                    <a:pos x="connsiteX1583" y="connsiteY1583"/>
                  </a:cxn>
                  <a:cxn ang="0">
                    <a:pos x="connsiteX1584" y="connsiteY1584"/>
                  </a:cxn>
                  <a:cxn ang="0">
                    <a:pos x="connsiteX1585" y="connsiteY1585"/>
                  </a:cxn>
                  <a:cxn ang="0">
                    <a:pos x="connsiteX1586" y="connsiteY1586"/>
                  </a:cxn>
                  <a:cxn ang="0">
                    <a:pos x="connsiteX1587" y="connsiteY1587"/>
                  </a:cxn>
                  <a:cxn ang="0">
                    <a:pos x="connsiteX1588" y="connsiteY1588"/>
                  </a:cxn>
                  <a:cxn ang="0">
                    <a:pos x="connsiteX1589" y="connsiteY1589"/>
                  </a:cxn>
                  <a:cxn ang="0">
                    <a:pos x="connsiteX1590" y="connsiteY1590"/>
                  </a:cxn>
                  <a:cxn ang="0">
                    <a:pos x="connsiteX1591" y="connsiteY1591"/>
                  </a:cxn>
                  <a:cxn ang="0">
                    <a:pos x="connsiteX1592" y="connsiteY1592"/>
                  </a:cxn>
                  <a:cxn ang="0">
                    <a:pos x="connsiteX1593" y="connsiteY1593"/>
                  </a:cxn>
                  <a:cxn ang="0">
                    <a:pos x="connsiteX1594" y="connsiteY1594"/>
                  </a:cxn>
                  <a:cxn ang="0">
                    <a:pos x="connsiteX1595" y="connsiteY1595"/>
                  </a:cxn>
                  <a:cxn ang="0">
                    <a:pos x="connsiteX1596" y="connsiteY1596"/>
                  </a:cxn>
                  <a:cxn ang="0">
                    <a:pos x="connsiteX1597" y="connsiteY1597"/>
                  </a:cxn>
                  <a:cxn ang="0">
                    <a:pos x="connsiteX1598" y="connsiteY1598"/>
                  </a:cxn>
                  <a:cxn ang="0">
                    <a:pos x="connsiteX1599" y="connsiteY1599"/>
                  </a:cxn>
                  <a:cxn ang="0">
                    <a:pos x="connsiteX1600" y="connsiteY1600"/>
                  </a:cxn>
                  <a:cxn ang="0">
                    <a:pos x="connsiteX1601" y="connsiteY1601"/>
                  </a:cxn>
                  <a:cxn ang="0">
                    <a:pos x="connsiteX1602" y="connsiteY1602"/>
                  </a:cxn>
                  <a:cxn ang="0">
                    <a:pos x="connsiteX1603" y="connsiteY1603"/>
                  </a:cxn>
                  <a:cxn ang="0">
                    <a:pos x="connsiteX1604" y="connsiteY1604"/>
                  </a:cxn>
                  <a:cxn ang="0">
                    <a:pos x="connsiteX1605" y="connsiteY1605"/>
                  </a:cxn>
                  <a:cxn ang="0">
                    <a:pos x="connsiteX1606" y="connsiteY1606"/>
                  </a:cxn>
                  <a:cxn ang="0">
                    <a:pos x="connsiteX1607" y="connsiteY1607"/>
                  </a:cxn>
                  <a:cxn ang="0">
                    <a:pos x="connsiteX1608" y="connsiteY1608"/>
                  </a:cxn>
                  <a:cxn ang="0">
                    <a:pos x="connsiteX1609" y="connsiteY1609"/>
                  </a:cxn>
                  <a:cxn ang="0">
                    <a:pos x="connsiteX1610" y="connsiteY1610"/>
                  </a:cxn>
                  <a:cxn ang="0">
                    <a:pos x="connsiteX1611" y="connsiteY1611"/>
                  </a:cxn>
                  <a:cxn ang="0">
                    <a:pos x="connsiteX1612" y="connsiteY1612"/>
                  </a:cxn>
                  <a:cxn ang="0">
                    <a:pos x="connsiteX1613" y="connsiteY1613"/>
                  </a:cxn>
                  <a:cxn ang="0">
                    <a:pos x="connsiteX1614" y="connsiteY1614"/>
                  </a:cxn>
                  <a:cxn ang="0">
                    <a:pos x="connsiteX1615" y="connsiteY1615"/>
                  </a:cxn>
                  <a:cxn ang="0">
                    <a:pos x="connsiteX1616" y="connsiteY1616"/>
                  </a:cxn>
                  <a:cxn ang="0">
                    <a:pos x="connsiteX1617" y="connsiteY1617"/>
                  </a:cxn>
                  <a:cxn ang="0">
                    <a:pos x="connsiteX1618" y="connsiteY1618"/>
                  </a:cxn>
                  <a:cxn ang="0">
                    <a:pos x="connsiteX1619" y="connsiteY1619"/>
                  </a:cxn>
                  <a:cxn ang="0">
                    <a:pos x="connsiteX1620" y="connsiteY1620"/>
                  </a:cxn>
                  <a:cxn ang="0">
                    <a:pos x="connsiteX1621" y="connsiteY1621"/>
                  </a:cxn>
                  <a:cxn ang="0">
                    <a:pos x="connsiteX1622" y="connsiteY1622"/>
                  </a:cxn>
                  <a:cxn ang="0">
                    <a:pos x="connsiteX1623" y="connsiteY1623"/>
                  </a:cxn>
                  <a:cxn ang="0">
                    <a:pos x="connsiteX1624" y="connsiteY1624"/>
                  </a:cxn>
                  <a:cxn ang="0">
                    <a:pos x="connsiteX1625" y="connsiteY1625"/>
                  </a:cxn>
                  <a:cxn ang="0">
                    <a:pos x="connsiteX1626" y="connsiteY1626"/>
                  </a:cxn>
                  <a:cxn ang="0">
                    <a:pos x="connsiteX1627" y="connsiteY1627"/>
                  </a:cxn>
                  <a:cxn ang="0">
                    <a:pos x="connsiteX1628" y="connsiteY1628"/>
                  </a:cxn>
                  <a:cxn ang="0">
                    <a:pos x="connsiteX1629" y="connsiteY1629"/>
                  </a:cxn>
                  <a:cxn ang="0">
                    <a:pos x="connsiteX1630" y="connsiteY1630"/>
                  </a:cxn>
                  <a:cxn ang="0">
                    <a:pos x="connsiteX1631" y="connsiteY1631"/>
                  </a:cxn>
                  <a:cxn ang="0">
                    <a:pos x="connsiteX1632" y="connsiteY1632"/>
                  </a:cxn>
                  <a:cxn ang="0">
                    <a:pos x="connsiteX1633" y="connsiteY1633"/>
                  </a:cxn>
                  <a:cxn ang="0">
                    <a:pos x="connsiteX1634" y="connsiteY1634"/>
                  </a:cxn>
                  <a:cxn ang="0">
                    <a:pos x="connsiteX1635" y="connsiteY1635"/>
                  </a:cxn>
                  <a:cxn ang="0">
                    <a:pos x="connsiteX1636" y="connsiteY1636"/>
                  </a:cxn>
                  <a:cxn ang="0">
                    <a:pos x="connsiteX1637" y="connsiteY1637"/>
                  </a:cxn>
                  <a:cxn ang="0">
                    <a:pos x="connsiteX1638" y="connsiteY1638"/>
                  </a:cxn>
                  <a:cxn ang="0">
                    <a:pos x="connsiteX1639" y="connsiteY1639"/>
                  </a:cxn>
                  <a:cxn ang="0">
                    <a:pos x="connsiteX1640" y="connsiteY1640"/>
                  </a:cxn>
                  <a:cxn ang="0">
                    <a:pos x="connsiteX1641" y="connsiteY1641"/>
                  </a:cxn>
                  <a:cxn ang="0">
                    <a:pos x="connsiteX1642" y="connsiteY1642"/>
                  </a:cxn>
                  <a:cxn ang="0">
                    <a:pos x="connsiteX1643" y="connsiteY1643"/>
                  </a:cxn>
                  <a:cxn ang="0">
                    <a:pos x="connsiteX1644" y="connsiteY1644"/>
                  </a:cxn>
                  <a:cxn ang="0">
                    <a:pos x="connsiteX1645" y="connsiteY1645"/>
                  </a:cxn>
                  <a:cxn ang="0">
                    <a:pos x="connsiteX1646" y="connsiteY1646"/>
                  </a:cxn>
                  <a:cxn ang="0">
                    <a:pos x="connsiteX1647" y="connsiteY1647"/>
                  </a:cxn>
                  <a:cxn ang="0">
                    <a:pos x="connsiteX1648" y="connsiteY1648"/>
                  </a:cxn>
                  <a:cxn ang="0">
                    <a:pos x="connsiteX1649" y="connsiteY1649"/>
                  </a:cxn>
                  <a:cxn ang="0">
                    <a:pos x="connsiteX1650" y="connsiteY1650"/>
                  </a:cxn>
                  <a:cxn ang="0">
                    <a:pos x="connsiteX1651" y="connsiteY1651"/>
                  </a:cxn>
                  <a:cxn ang="0">
                    <a:pos x="connsiteX1652" y="connsiteY1652"/>
                  </a:cxn>
                  <a:cxn ang="0">
                    <a:pos x="connsiteX1653" y="connsiteY1653"/>
                  </a:cxn>
                  <a:cxn ang="0">
                    <a:pos x="connsiteX1654" y="connsiteY1654"/>
                  </a:cxn>
                  <a:cxn ang="0">
                    <a:pos x="connsiteX1655" y="connsiteY1655"/>
                  </a:cxn>
                  <a:cxn ang="0">
                    <a:pos x="connsiteX1656" y="connsiteY1656"/>
                  </a:cxn>
                  <a:cxn ang="0">
                    <a:pos x="connsiteX1657" y="connsiteY1657"/>
                  </a:cxn>
                  <a:cxn ang="0">
                    <a:pos x="connsiteX1658" y="connsiteY1658"/>
                  </a:cxn>
                  <a:cxn ang="0">
                    <a:pos x="connsiteX1659" y="connsiteY1659"/>
                  </a:cxn>
                  <a:cxn ang="0">
                    <a:pos x="connsiteX1660" y="connsiteY1660"/>
                  </a:cxn>
                  <a:cxn ang="0">
                    <a:pos x="connsiteX1661" y="connsiteY1661"/>
                  </a:cxn>
                  <a:cxn ang="0">
                    <a:pos x="connsiteX1662" y="connsiteY1662"/>
                  </a:cxn>
                  <a:cxn ang="0">
                    <a:pos x="connsiteX1663" y="connsiteY1663"/>
                  </a:cxn>
                  <a:cxn ang="0">
                    <a:pos x="connsiteX1664" y="connsiteY1664"/>
                  </a:cxn>
                  <a:cxn ang="0">
                    <a:pos x="connsiteX1665" y="connsiteY1665"/>
                  </a:cxn>
                  <a:cxn ang="0">
                    <a:pos x="connsiteX1666" y="connsiteY1666"/>
                  </a:cxn>
                  <a:cxn ang="0">
                    <a:pos x="connsiteX1667" y="connsiteY1667"/>
                  </a:cxn>
                  <a:cxn ang="0">
                    <a:pos x="connsiteX1668" y="connsiteY1668"/>
                  </a:cxn>
                  <a:cxn ang="0">
                    <a:pos x="connsiteX1669" y="connsiteY1669"/>
                  </a:cxn>
                  <a:cxn ang="0">
                    <a:pos x="connsiteX1670" y="connsiteY1670"/>
                  </a:cxn>
                  <a:cxn ang="0">
                    <a:pos x="connsiteX1671" y="connsiteY1671"/>
                  </a:cxn>
                  <a:cxn ang="0">
                    <a:pos x="connsiteX1672" y="connsiteY1672"/>
                  </a:cxn>
                  <a:cxn ang="0">
                    <a:pos x="connsiteX1673" y="connsiteY1673"/>
                  </a:cxn>
                  <a:cxn ang="0">
                    <a:pos x="connsiteX1674" y="connsiteY1674"/>
                  </a:cxn>
                  <a:cxn ang="0">
                    <a:pos x="connsiteX1675" y="connsiteY1675"/>
                  </a:cxn>
                  <a:cxn ang="0">
                    <a:pos x="connsiteX1676" y="connsiteY1676"/>
                  </a:cxn>
                  <a:cxn ang="0">
                    <a:pos x="connsiteX1677" y="connsiteY1677"/>
                  </a:cxn>
                  <a:cxn ang="0">
                    <a:pos x="connsiteX1678" y="connsiteY1678"/>
                  </a:cxn>
                  <a:cxn ang="0">
                    <a:pos x="connsiteX1679" y="connsiteY1679"/>
                  </a:cxn>
                  <a:cxn ang="0">
                    <a:pos x="connsiteX1680" y="connsiteY1680"/>
                  </a:cxn>
                  <a:cxn ang="0">
                    <a:pos x="connsiteX1681" y="connsiteY1681"/>
                  </a:cxn>
                  <a:cxn ang="0">
                    <a:pos x="connsiteX1682" y="connsiteY1682"/>
                  </a:cxn>
                  <a:cxn ang="0">
                    <a:pos x="connsiteX1683" y="connsiteY1683"/>
                  </a:cxn>
                  <a:cxn ang="0">
                    <a:pos x="connsiteX1684" y="connsiteY1684"/>
                  </a:cxn>
                  <a:cxn ang="0">
                    <a:pos x="connsiteX1685" y="connsiteY1685"/>
                  </a:cxn>
                  <a:cxn ang="0">
                    <a:pos x="connsiteX1686" y="connsiteY1686"/>
                  </a:cxn>
                  <a:cxn ang="0">
                    <a:pos x="connsiteX1687" y="connsiteY1687"/>
                  </a:cxn>
                  <a:cxn ang="0">
                    <a:pos x="connsiteX1688" y="connsiteY1688"/>
                  </a:cxn>
                  <a:cxn ang="0">
                    <a:pos x="connsiteX1689" y="connsiteY1689"/>
                  </a:cxn>
                  <a:cxn ang="0">
                    <a:pos x="connsiteX1690" y="connsiteY1690"/>
                  </a:cxn>
                  <a:cxn ang="0">
                    <a:pos x="connsiteX1691" y="connsiteY1691"/>
                  </a:cxn>
                  <a:cxn ang="0">
                    <a:pos x="connsiteX1692" y="connsiteY1692"/>
                  </a:cxn>
                  <a:cxn ang="0">
                    <a:pos x="connsiteX1693" y="connsiteY1693"/>
                  </a:cxn>
                  <a:cxn ang="0">
                    <a:pos x="connsiteX1694" y="connsiteY1694"/>
                  </a:cxn>
                  <a:cxn ang="0">
                    <a:pos x="connsiteX1695" y="connsiteY1695"/>
                  </a:cxn>
                  <a:cxn ang="0">
                    <a:pos x="connsiteX1696" y="connsiteY1696"/>
                  </a:cxn>
                  <a:cxn ang="0">
                    <a:pos x="connsiteX1697" y="connsiteY1697"/>
                  </a:cxn>
                  <a:cxn ang="0">
                    <a:pos x="connsiteX1698" y="connsiteY1698"/>
                  </a:cxn>
                  <a:cxn ang="0">
                    <a:pos x="connsiteX1699" y="connsiteY1699"/>
                  </a:cxn>
                  <a:cxn ang="0">
                    <a:pos x="connsiteX1700" y="connsiteY1700"/>
                  </a:cxn>
                  <a:cxn ang="0">
                    <a:pos x="connsiteX1701" y="connsiteY1701"/>
                  </a:cxn>
                  <a:cxn ang="0">
                    <a:pos x="connsiteX1702" y="connsiteY1702"/>
                  </a:cxn>
                  <a:cxn ang="0">
                    <a:pos x="connsiteX1703" y="connsiteY1703"/>
                  </a:cxn>
                  <a:cxn ang="0">
                    <a:pos x="connsiteX1704" y="connsiteY1704"/>
                  </a:cxn>
                  <a:cxn ang="0">
                    <a:pos x="connsiteX1705" y="connsiteY1705"/>
                  </a:cxn>
                  <a:cxn ang="0">
                    <a:pos x="connsiteX1706" y="connsiteY1706"/>
                  </a:cxn>
                  <a:cxn ang="0">
                    <a:pos x="connsiteX1707" y="connsiteY1707"/>
                  </a:cxn>
                  <a:cxn ang="0">
                    <a:pos x="connsiteX1708" y="connsiteY1708"/>
                  </a:cxn>
                  <a:cxn ang="0">
                    <a:pos x="connsiteX1709" y="connsiteY1709"/>
                  </a:cxn>
                  <a:cxn ang="0">
                    <a:pos x="connsiteX1710" y="connsiteY1710"/>
                  </a:cxn>
                  <a:cxn ang="0">
                    <a:pos x="connsiteX1711" y="connsiteY1711"/>
                  </a:cxn>
                  <a:cxn ang="0">
                    <a:pos x="connsiteX1712" y="connsiteY1712"/>
                  </a:cxn>
                  <a:cxn ang="0">
                    <a:pos x="connsiteX1713" y="connsiteY1713"/>
                  </a:cxn>
                  <a:cxn ang="0">
                    <a:pos x="connsiteX1714" y="connsiteY1714"/>
                  </a:cxn>
                  <a:cxn ang="0">
                    <a:pos x="connsiteX1715" y="connsiteY1715"/>
                  </a:cxn>
                  <a:cxn ang="0">
                    <a:pos x="connsiteX1716" y="connsiteY1716"/>
                  </a:cxn>
                  <a:cxn ang="0">
                    <a:pos x="connsiteX1717" y="connsiteY1717"/>
                  </a:cxn>
                  <a:cxn ang="0">
                    <a:pos x="connsiteX1718" y="connsiteY1718"/>
                  </a:cxn>
                  <a:cxn ang="0">
                    <a:pos x="connsiteX1719" y="connsiteY1719"/>
                  </a:cxn>
                  <a:cxn ang="0">
                    <a:pos x="connsiteX1720" y="connsiteY1720"/>
                  </a:cxn>
                  <a:cxn ang="0">
                    <a:pos x="connsiteX1721" y="connsiteY1721"/>
                  </a:cxn>
                  <a:cxn ang="0">
                    <a:pos x="connsiteX1722" y="connsiteY1722"/>
                  </a:cxn>
                  <a:cxn ang="0">
                    <a:pos x="connsiteX1723" y="connsiteY1723"/>
                  </a:cxn>
                  <a:cxn ang="0">
                    <a:pos x="connsiteX1724" y="connsiteY1724"/>
                  </a:cxn>
                  <a:cxn ang="0">
                    <a:pos x="connsiteX1725" y="connsiteY1725"/>
                  </a:cxn>
                  <a:cxn ang="0">
                    <a:pos x="connsiteX1726" y="connsiteY1726"/>
                  </a:cxn>
                  <a:cxn ang="0">
                    <a:pos x="connsiteX1727" y="connsiteY1727"/>
                  </a:cxn>
                  <a:cxn ang="0">
                    <a:pos x="connsiteX1728" y="connsiteY1728"/>
                  </a:cxn>
                  <a:cxn ang="0">
                    <a:pos x="connsiteX1729" y="connsiteY1729"/>
                  </a:cxn>
                  <a:cxn ang="0">
                    <a:pos x="connsiteX1730" y="connsiteY1730"/>
                  </a:cxn>
                  <a:cxn ang="0">
                    <a:pos x="connsiteX1731" y="connsiteY1731"/>
                  </a:cxn>
                  <a:cxn ang="0">
                    <a:pos x="connsiteX1732" y="connsiteY1732"/>
                  </a:cxn>
                  <a:cxn ang="0">
                    <a:pos x="connsiteX1733" y="connsiteY1733"/>
                  </a:cxn>
                  <a:cxn ang="0">
                    <a:pos x="connsiteX1734" y="connsiteY1734"/>
                  </a:cxn>
                  <a:cxn ang="0">
                    <a:pos x="connsiteX1735" y="connsiteY1735"/>
                  </a:cxn>
                  <a:cxn ang="0">
                    <a:pos x="connsiteX1736" y="connsiteY1736"/>
                  </a:cxn>
                  <a:cxn ang="0">
                    <a:pos x="connsiteX1737" y="connsiteY1737"/>
                  </a:cxn>
                  <a:cxn ang="0">
                    <a:pos x="connsiteX1738" y="connsiteY1738"/>
                  </a:cxn>
                  <a:cxn ang="0">
                    <a:pos x="connsiteX1739" y="connsiteY1739"/>
                  </a:cxn>
                  <a:cxn ang="0">
                    <a:pos x="connsiteX1740" y="connsiteY1740"/>
                  </a:cxn>
                  <a:cxn ang="0">
                    <a:pos x="connsiteX1741" y="connsiteY1741"/>
                  </a:cxn>
                  <a:cxn ang="0">
                    <a:pos x="connsiteX1742" y="connsiteY1742"/>
                  </a:cxn>
                  <a:cxn ang="0">
                    <a:pos x="connsiteX1743" y="connsiteY1743"/>
                  </a:cxn>
                  <a:cxn ang="0">
                    <a:pos x="connsiteX1744" y="connsiteY1744"/>
                  </a:cxn>
                  <a:cxn ang="0">
                    <a:pos x="connsiteX1745" y="connsiteY1745"/>
                  </a:cxn>
                  <a:cxn ang="0">
                    <a:pos x="connsiteX1746" y="connsiteY1746"/>
                  </a:cxn>
                  <a:cxn ang="0">
                    <a:pos x="connsiteX1747" y="connsiteY1747"/>
                  </a:cxn>
                  <a:cxn ang="0">
                    <a:pos x="connsiteX1748" y="connsiteY1748"/>
                  </a:cxn>
                  <a:cxn ang="0">
                    <a:pos x="connsiteX1749" y="connsiteY1749"/>
                  </a:cxn>
                  <a:cxn ang="0">
                    <a:pos x="connsiteX1750" y="connsiteY1750"/>
                  </a:cxn>
                  <a:cxn ang="0">
                    <a:pos x="connsiteX1751" y="connsiteY1751"/>
                  </a:cxn>
                  <a:cxn ang="0">
                    <a:pos x="connsiteX1752" y="connsiteY1752"/>
                  </a:cxn>
                  <a:cxn ang="0">
                    <a:pos x="connsiteX1753" y="connsiteY1753"/>
                  </a:cxn>
                  <a:cxn ang="0">
                    <a:pos x="connsiteX1754" y="connsiteY1754"/>
                  </a:cxn>
                  <a:cxn ang="0">
                    <a:pos x="connsiteX1755" y="connsiteY1755"/>
                  </a:cxn>
                  <a:cxn ang="0">
                    <a:pos x="connsiteX1756" y="connsiteY1756"/>
                  </a:cxn>
                  <a:cxn ang="0">
                    <a:pos x="connsiteX1757" y="connsiteY1757"/>
                  </a:cxn>
                  <a:cxn ang="0">
                    <a:pos x="connsiteX1758" y="connsiteY1758"/>
                  </a:cxn>
                  <a:cxn ang="0">
                    <a:pos x="connsiteX1759" y="connsiteY1759"/>
                  </a:cxn>
                  <a:cxn ang="0">
                    <a:pos x="connsiteX1760" y="connsiteY1760"/>
                  </a:cxn>
                  <a:cxn ang="0">
                    <a:pos x="connsiteX1761" y="connsiteY1761"/>
                  </a:cxn>
                  <a:cxn ang="0">
                    <a:pos x="connsiteX1762" y="connsiteY1762"/>
                  </a:cxn>
                  <a:cxn ang="0">
                    <a:pos x="connsiteX1763" y="connsiteY1763"/>
                  </a:cxn>
                  <a:cxn ang="0">
                    <a:pos x="connsiteX1764" y="connsiteY1764"/>
                  </a:cxn>
                  <a:cxn ang="0">
                    <a:pos x="connsiteX1765" y="connsiteY1765"/>
                  </a:cxn>
                  <a:cxn ang="0">
                    <a:pos x="connsiteX1766" y="connsiteY1766"/>
                  </a:cxn>
                  <a:cxn ang="0">
                    <a:pos x="connsiteX1767" y="connsiteY1767"/>
                  </a:cxn>
                  <a:cxn ang="0">
                    <a:pos x="connsiteX1768" y="connsiteY1768"/>
                  </a:cxn>
                  <a:cxn ang="0">
                    <a:pos x="connsiteX1769" y="connsiteY1769"/>
                  </a:cxn>
                  <a:cxn ang="0">
                    <a:pos x="connsiteX1770" y="connsiteY1770"/>
                  </a:cxn>
                  <a:cxn ang="0">
                    <a:pos x="connsiteX1771" y="connsiteY1771"/>
                  </a:cxn>
                  <a:cxn ang="0">
                    <a:pos x="connsiteX1772" y="connsiteY1772"/>
                  </a:cxn>
                  <a:cxn ang="0">
                    <a:pos x="connsiteX1773" y="connsiteY1773"/>
                  </a:cxn>
                  <a:cxn ang="0">
                    <a:pos x="connsiteX1774" y="connsiteY1774"/>
                  </a:cxn>
                  <a:cxn ang="0">
                    <a:pos x="connsiteX1775" y="connsiteY1775"/>
                  </a:cxn>
                  <a:cxn ang="0">
                    <a:pos x="connsiteX1776" y="connsiteY1776"/>
                  </a:cxn>
                  <a:cxn ang="0">
                    <a:pos x="connsiteX1777" y="connsiteY1777"/>
                  </a:cxn>
                  <a:cxn ang="0">
                    <a:pos x="connsiteX1778" y="connsiteY1778"/>
                  </a:cxn>
                  <a:cxn ang="0">
                    <a:pos x="connsiteX1779" y="connsiteY1779"/>
                  </a:cxn>
                  <a:cxn ang="0">
                    <a:pos x="connsiteX1780" y="connsiteY1780"/>
                  </a:cxn>
                  <a:cxn ang="0">
                    <a:pos x="connsiteX1781" y="connsiteY1781"/>
                  </a:cxn>
                  <a:cxn ang="0">
                    <a:pos x="connsiteX1782" y="connsiteY1782"/>
                  </a:cxn>
                  <a:cxn ang="0">
                    <a:pos x="connsiteX1783" y="connsiteY1783"/>
                  </a:cxn>
                  <a:cxn ang="0">
                    <a:pos x="connsiteX1784" y="connsiteY1784"/>
                  </a:cxn>
                  <a:cxn ang="0">
                    <a:pos x="connsiteX1785" y="connsiteY1785"/>
                  </a:cxn>
                  <a:cxn ang="0">
                    <a:pos x="connsiteX1786" y="connsiteY1786"/>
                  </a:cxn>
                  <a:cxn ang="0">
                    <a:pos x="connsiteX1787" y="connsiteY1787"/>
                  </a:cxn>
                  <a:cxn ang="0">
                    <a:pos x="connsiteX1788" y="connsiteY1788"/>
                  </a:cxn>
                  <a:cxn ang="0">
                    <a:pos x="connsiteX1789" y="connsiteY1789"/>
                  </a:cxn>
                  <a:cxn ang="0">
                    <a:pos x="connsiteX1790" y="connsiteY1790"/>
                  </a:cxn>
                  <a:cxn ang="0">
                    <a:pos x="connsiteX1791" y="connsiteY1791"/>
                  </a:cxn>
                  <a:cxn ang="0">
                    <a:pos x="connsiteX1792" y="connsiteY1792"/>
                  </a:cxn>
                  <a:cxn ang="0">
                    <a:pos x="connsiteX1793" y="connsiteY1793"/>
                  </a:cxn>
                  <a:cxn ang="0">
                    <a:pos x="connsiteX1794" y="connsiteY1794"/>
                  </a:cxn>
                  <a:cxn ang="0">
                    <a:pos x="connsiteX1795" y="connsiteY1795"/>
                  </a:cxn>
                  <a:cxn ang="0">
                    <a:pos x="connsiteX1796" y="connsiteY1796"/>
                  </a:cxn>
                  <a:cxn ang="0">
                    <a:pos x="connsiteX1797" y="connsiteY1797"/>
                  </a:cxn>
                  <a:cxn ang="0">
                    <a:pos x="connsiteX1798" y="connsiteY1798"/>
                  </a:cxn>
                  <a:cxn ang="0">
                    <a:pos x="connsiteX1799" y="connsiteY1799"/>
                  </a:cxn>
                  <a:cxn ang="0">
                    <a:pos x="connsiteX1800" y="connsiteY1800"/>
                  </a:cxn>
                  <a:cxn ang="0">
                    <a:pos x="connsiteX1801" y="connsiteY1801"/>
                  </a:cxn>
                  <a:cxn ang="0">
                    <a:pos x="connsiteX1802" y="connsiteY1802"/>
                  </a:cxn>
                  <a:cxn ang="0">
                    <a:pos x="connsiteX1803" y="connsiteY1803"/>
                  </a:cxn>
                  <a:cxn ang="0">
                    <a:pos x="connsiteX1804" y="connsiteY1804"/>
                  </a:cxn>
                  <a:cxn ang="0">
                    <a:pos x="connsiteX1805" y="connsiteY1805"/>
                  </a:cxn>
                  <a:cxn ang="0">
                    <a:pos x="connsiteX1806" y="connsiteY1806"/>
                  </a:cxn>
                  <a:cxn ang="0">
                    <a:pos x="connsiteX1807" y="connsiteY1807"/>
                  </a:cxn>
                  <a:cxn ang="0">
                    <a:pos x="connsiteX1808" y="connsiteY1808"/>
                  </a:cxn>
                  <a:cxn ang="0">
                    <a:pos x="connsiteX1809" y="connsiteY1809"/>
                  </a:cxn>
                  <a:cxn ang="0">
                    <a:pos x="connsiteX1810" y="connsiteY1810"/>
                  </a:cxn>
                  <a:cxn ang="0">
                    <a:pos x="connsiteX1811" y="connsiteY1811"/>
                  </a:cxn>
                  <a:cxn ang="0">
                    <a:pos x="connsiteX1812" y="connsiteY1812"/>
                  </a:cxn>
                  <a:cxn ang="0">
                    <a:pos x="connsiteX1813" y="connsiteY1813"/>
                  </a:cxn>
                  <a:cxn ang="0">
                    <a:pos x="connsiteX1814" y="connsiteY1814"/>
                  </a:cxn>
                  <a:cxn ang="0">
                    <a:pos x="connsiteX1815" y="connsiteY1815"/>
                  </a:cxn>
                  <a:cxn ang="0">
                    <a:pos x="connsiteX1816" y="connsiteY1816"/>
                  </a:cxn>
                  <a:cxn ang="0">
                    <a:pos x="connsiteX1817" y="connsiteY1817"/>
                  </a:cxn>
                  <a:cxn ang="0">
                    <a:pos x="connsiteX1818" y="connsiteY1818"/>
                  </a:cxn>
                  <a:cxn ang="0">
                    <a:pos x="connsiteX1819" y="connsiteY1819"/>
                  </a:cxn>
                  <a:cxn ang="0">
                    <a:pos x="connsiteX1820" y="connsiteY1820"/>
                  </a:cxn>
                  <a:cxn ang="0">
                    <a:pos x="connsiteX1821" y="connsiteY1821"/>
                  </a:cxn>
                  <a:cxn ang="0">
                    <a:pos x="connsiteX1822" y="connsiteY1822"/>
                  </a:cxn>
                  <a:cxn ang="0">
                    <a:pos x="connsiteX1823" y="connsiteY1823"/>
                  </a:cxn>
                  <a:cxn ang="0">
                    <a:pos x="connsiteX1824" y="connsiteY1824"/>
                  </a:cxn>
                  <a:cxn ang="0">
                    <a:pos x="connsiteX1825" y="connsiteY1825"/>
                  </a:cxn>
                  <a:cxn ang="0">
                    <a:pos x="connsiteX1826" y="connsiteY1826"/>
                  </a:cxn>
                  <a:cxn ang="0">
                    <a:pos x="connsiteX1827" y="connsiteY1827"/>
                  </a:cxn>
                  <a:cxn ang="0">
                    <a:pos x="connsiteX1828" y="connsiteY1828"/>
                  </a:cxn>
                  <a:cxn ang="0">
                    <a:pos x="connsiteX1829" y="connsiteY1829"/>
                  </a:cxn>
                  <a:cxn ang="0">
                    <a:pos x="connsiteX1830" y="connsiteY1830"/>
                  </a:cxn>
                  <a:cxn ang="0">
                    <a:pos x="connsiteX1831" y="connsiteY1831"/>
                  </a:cxn>
                  <a:cxn ang="0">
                    <a:pos x="connsiteX1832" y="connsiteY1832"/>
                  </a:cxn>
                  <a:cxn ang="0">
                    <a:pos x="connsiteX1833" y="connsiteY1833"/>
                  </a:cxn>
                  <a:cxn ang="0">
                    <a:pos x="connsiteX1834" y="connsiteY1834"/>
                  </a:cxn>
                  <a:cxn ang="0">
                    <a:pos x="connsiteX1835" y="connsiteY1835"/>
                  </a:cxn>
                  <a:cxn ang="0">
                    <a:pos x="connsiteX1836" y="connsiteY1836"/>
                  </a:cxn>
                  <a:cxn ang="0">
                    <a:pos x="connsiteX1837" y="connsiteY1837"/>
                  </a:cxn>
                  <a:cxn ang="0">
                    <a:pos x="connsiteX1838" y="connsiteY1838"/>
                  </a:cxn>
                  <a:cxn ang="0">
                    <a:pos x="connsiteX1839" y="connsiteY1839"/>
                  </a:cxn>
                  <a:cxn ang="0">
                    <a:pos x="connsiteX1840" y="connsiteY1840"/>
                  </a:cxn>
                  <a:cxn ang="0">
                    <a:pos x="connsiteX1841" y="connsiteY1841"/>
                  </a:cxn>
                  <a:cxn ang="0">
                    <a:pos x="connsiteX1842" y="connsiteY1842"/>
                  </a:cxn>
                  <a:cxn ang="0">
                    <a:pos x="connsiteX1843" y="connsiteY1843"/>
                  </a:cxn>
                  <a:cxn ang="0">
                    <a:pos x="connsiteX1844" y="connsiteY1844"/>
                  </a:cxn>
                  <a:cxn ang="0">
                    <a:pos x="connsiteX1845" y="connsiteY1845"/>
                  </a:cxn>
                  <a:cxn ang="0">
                    <a:pos x="connsiteX1846" y="connsiteY1846"/>
                  </a:cxn>
                  <a:cxn ang="0">
                    <a:pos x="connsiteX1847" y="connsiteY1847"/>
                  </a:cxn>
                  <a:cxn ang="0">
                    <a:pos x="connsiteX1848" y="connsiteY1848"/>
                  </a:cxn>
                  <a:cxn ang="0">
                    <a:pos x="connsiteX1849" y="connsiteY1849"/>
                  </a:cxn>
                  <a:cxn ang="0">
                    <a:pos x="connsiteX1850" y="connsiteY1850"/>
                  </a:cxn>
                  <a:cxn ang="0">
                    <a:pos x="connsiteX1851" y="connsiteY1851"/>
                  </a:cxn>
                  <a:cxn ang="0">
                    <a:pos x="connsiteX1852" y="connsiteY1852"/>
                  </a:cxn>
                  <a:cxn ang="0">
                    <a:pos x="connsiteX1853" y="connsiteY1853"/>
                  </a:cxn>
                  <a:cxn ang="0">
                    <a:pos x="connsiteX1854" y="connsiteY1854"/>
                  </a:cxn>
                  <a:cxn ang="0">
                    <a:pos x="connsiteX1855" y="connsiteY1855"/>
                  </a:cxn>
                  <a:cxn ang="0">
                    <a:pos x="connsiteX1856" y="connsiteY1856"/>
                  </a:cxn>
                  <a:cxn ang="0">
                    <a:pos x="connsiteX1857" y="connsiteY1857"/>
                  </a:cxn>
                  <a:cxn ang="0">
                    <a:pos x="connsiteX1858" y="connsiteY1858"/>
                  </a:cxn>
                  <a:cxn ang="0">
                    <a:pos x="connsiteX1859" y="connsiteY1859"/>
                  </a:cxn>
                  <a:cxn ang="0">
                    <a:pos x="connsiteX1860" y="connsiteY1860"/>
                  </a:cxn>
                  <a:cxn ang="0">
                    <a:pos x="connsiteX1861" y="connsiteY1861"/>
                  </a:cxn>
                  <a:cxn ang="0">
                    <a:pos x="connsiteX1862" y="connsiteY1862"/>
                  </a:cxn>
                  <a:cxn ang="0">
                    <a:pos x="connsiteX1863" y="connsiteY1863"/>
                  </a:cxn>
                  <a:cxn ang="0">
                    <a:pos x="connsiteX1864" y="connsiteY1864"/>
                  </a:cxn>
                  <a:cxn ang="0">
                    <a:pos x="connsiteX1865" y="connsiteY1865"/>
                  </a:cxn>
                  <a:cxn ang="0">
                    <a:pos x="connsiteX1866" y="connsiteY1866"/>
                  </a:cxn>
                  <a:cxn ang="0">
                    <a:pos x="connsiteX1867" y="connsiteY1867"/>
                  </a:cxn>
                  <a:cxn ang="0">
                    <a:pos x="connsiteX1868" y="connsiteY1868"/>
                  </a:cxn>
                  <a:cxn ang="0">
                    <a:pos x="connsiteX1869" y="connsiteY1869"/>
                  </a:cxn>
                  <a:cxn ang="0">
                    <a:pos x="connsiteX1870" y="connsiteY1870"/>
                  </a:cxn>
                  <a:cxn ang="0">
                    <a:pos x="connsiteX1871" y="connsiteY1871"/>
                  </a:cxn>
                  <a:cxn ang="0">
                    <a:pos x="connsiteX1872" y="connsiteY1872"/>
                  </a:cxn>
                  <a:cxn ang="0">
                    <a:pos x="connsiteX1873" y="connsiteY1873"/>
                  </a:cxn>
                  <a:cxn ang="0">
                    <a:pos x="connsiteX1874" y="connsiteY1874"/>
                  </a:cxn>
                  <a:cxn ang="0">
                    <a:pos x="connsiteX1875" y="connsiteY1875"/>
                  </a:cxn>
                  <a:cxn ang="0">
                    <a:pos x="connsiteX1876" y="connsiteY1876"/>
                  </a:cxn>
                  <a:cxn ang="0">
                    <a:pos x="connsiteX1877" y="connsiteY1877"/>
                  </a:cxn>
                  <a:cxn ang="0">
                    <a:pos x="connsiteX1878" y="connsiteY1878"/>
                  </a:cxn>
                  <a:cxn ang="0">
                    <a:pos x="connsiteX1879" y="connsiteY1879"/>
                  </a:cxn>
                  <a:cxn ang="0">
                    <a:pos x="connsiteX1880" y="connsiteY1880"/>
                  </a:cxn>
                  <a:cxn ang="0">
                    <a:pos x="connsiteX1881" y="connsiteY1881"/>
                  </a:cxn>
                  <a:cxn ang="0">
                    <a:pos x="connsiteX1882" y="connsiteY1882"/>
                  </a:cxn>
                  <a:cxn ang="0">
                    <a:pos x="connsiteX1883" y="connsiteY1883"/>
                  </a:cxn>
                  <a:cxn ang="0">
                    <a:pos x="connsiteX1884" y="connsiteY1884"/>
                  </a:cxn>
                  <a:cxn ang="0">
                    <a:pos x="connsiteX1885" y="connsiteY1885"/>
                  </a:cxn>
                  <a:cxn ang="0">
                    <a:pos x="connsiteX1886" y="connsiteY1886"/>
                  </a:cxn>
                  <a:cxn ang="0">
                    <a:pos x="connsiteX1887" y="connsiteY1887"/>
                  </a:cxn>
                  <a:cxn ang="0">
                    <a:pos x="connsiteX1888" y="connsiteY1888"/>
                  </a:cxn>
                  <a:cxn ang="0">
                    <a:pos x="connsiteX1889" y="connsiteY1889"/>
                  </a:cxn>
                  <a:cxn ang="0">
                    <a:pos x="connsiteX1890" y="connsiteY1890"/>
                  </a:cxn>
                  <a:cxn ang="0">
                    <a:pos x="connsiteX1891" y="connsiteY1891"/>
                  </a:cxn>
                  <a:cxn ang="0">
                    <a:pos x="connsiteX1892" y="connsiteY1892"/>
                  </a:cxn>
                  <a:cxn ang="0">
                    <a:pos x="connsiteX1893" y="connsiteY1893"/>
                  </a:cxn>
                  <a:cxn ang="0">
                    <a:pos x="connsiteX1894" y="connsiteY1894"/>
                  </a:cxn>
                  <a:cxn ang="0">
                    <a:pos x="connsiteX1895" y="connsiteY1895"/>
                  </a:cxn>
                  <a:cxn ang="0">
                    <a:pos x="connsiteX1896" y="connsiteY1896"/>
                  </a:cxn>
                  <a:cxn ang="0">
                    <a:pos x="connsiteX1897" y="connsiteY1897"/>
                  </a:cxn>
                  <a:cxn ang="0">
                    <a:pos x="connsiteX1898" y="connsiteY1898"/>
                  </a:cxn>
                  <a:cxn ang="0">
                    <a:pos x="connsiteX1899" y="connsiteY1899"/>
                  </a:cxn>
                  <a:cxn ang="0">
                    <a:pos x="connsiteX1900" y="connsiteY1900"/>
                  </a:cxn>
                  <a:cxn ang="0">
                    <a:pos x="connsiteX1901" y="connsiteY1901"/>
                  </a:cxn>
                  <a:cxn ang="0">
                    <a:pos x="connsiteX1902" y="connsiteY1902"/>
                  </a:cxn>
                  <a:cxn ang="0">
                    <a:pos x="connsiteX1903" y="connsiteY1903"/>
                  </a:cxn>
                  <a:cxn ang="0">
                    <a:pos x="connsiteX1904" y="connsiteY1904"/>
                  </a:cxn>
                  <a:cxn ang="0">
                    <a:pos x="connsiteX1905" y="connsiteY1905"/>
                  </a:cxn>
                  <a:cxn ang="0">
                    <a:pos x="connsiteX1906" y="connsiteY1906"/>
                  </a:cxn>
                  <a:cxn ang="0">
                    <a:pos x="connsiteX1907" y="connsiteY1907"/>
                  </a:cxn>
                  <a:cxn ang="0">
                    <a:pos x="connsiteX1908" y="connsiteY1908"/>
                  </a:cxn>
                  <a:cxn ang="0">
                    <a:pos x="connsiteX1909" y="connsiteY1909"/>
                  </a:cxn>
                  <a:cxn ang="0">
                    <a:pos x="connsiteX1910" y="connsiteY1910"/>
                  </a:cxn>
                  <a:cxn ang="0">
                    <a:pos x="connsiteX1911" y="connsiteY1911"/>
                  </a:cxn>
                  <a:cxn ang="0">
                    <a:pos x="connsiteX1912" y="connsiteY1912"/>
                  </a:cxn>
                  <a:cxn ang="0">
                    <a:pos x="connsiteX1913" y="connsiteY1913"/>
                  </a:cxn>
                  <a:cxn ang="0">
                    <a:pos x="connsiteX1914" y="connsiteY1914"/>
                  </a:cxn>
                  <a:cxn ang="0">
                    <a:pos x="connsiteX1915" y="connsiteY1915"/>
                  </a:cxn>
                  <a:cxn ang="0">
                    <a:pos x="connsiteX1916" y="connsiteY1916"/>
                  </a:cxn>
                  <a:cxn ang="0">
                    <a:pos x="connsiteX1917" y="connsiteY1917"/>
                  </a:cxn>
                  <a:cxn ang="0">
                    <a:pos x="connsiteX1918" y="connsiteY1918"/>
                  </a:cxn>
                  <a:cxn ang="0">
                    <a:pos x="connsiteX1919" y="connsiteY1919"/>
                  </a:cxn>
                  <a:cxn ang="0">
                    <a:pos x="connsiteX1920" y="connsiteY1920"/>
                  </a:cxn>
                  <a:cxn ang="0">
                    <a:pos x="connsiteX1921" y="connsiteY1921"/>
                  </a:cxn>
                  <a:cxn ang="0">
                    <a:pos x="connsiteX1922" y="connsiteY1922"/>
                  </a:cxn>
                  <a:cxn ang="0">
                    <a:pos x="connsiteX1923" y="connsiteY1923"/>
                  </a:cxn>
                  <a:cxn ang="0">
                    <a:pos x="connsiteX1924" y="connsiteY1924"/>
                  </a:cxn>
                  <a:cxn ang="0">
                    <a:pos x="connsiteX1925" y="connsiteY1925"/>
                  </a:cxn>
                  <a:cxn ang="0">
                    <a:pos x="connsiteX1926" y="connsiteY1926"/>
                  </a:cxn>
                  <a:cxn ang="0">
                    <a:pos x="connsiteX1927" y="connsiteY1927"/>
                  </a:cxn>
                  <a:cxn ang="0">
                    <a:pos x="connsiteX1928" y="connsiteY1928"/>
                  </a:cxn>
                  <a:cxn ang="0">
                    <a:pos x="connsiteX1929" y="connsiteY1929"/>
                  </a:cxn>
                  <a:cxn ang="0">
                    <a:pos x="connsiteX1930" y="connsiteY1930"/>
                  </a:cxn>
                  <a:cxn ang="0">
                    <a:pos x="connsiteX1931" y="connsiteY1931"/>
                  </a:cxn>
                  <a:cxn ang="0">
                    <a:pos x="connsiteX1932" y="connsiteY1932"/>
                  </a:cxn>
                  <a:cxn ang="0">
                    <a:pos x="connsiteX1933" y="connsiteY1933"/>
                  </a:cxn>
                  <a:cxn ang="0">
                    <a:pos x="connsiteX1934" y="connsiteY1934"/>
                  </a:cxn>
                  <a:cxn ang="0">
                    <a:pos x="connsiteX1935" y="connsiteY1935"/>
                  </a:cxn>
                  <a:cxn ang="0">
                    <a:pos x="connsiteX1936" y="connsiteY1936"/>
                  </a:cxn>
                  <a:cxn ang="0">
                    <a:pos x="connsiteX1937" y="connsiteY1937"/>
                  </a:cxn>
                  <a:cxn ang="0">
                    <a:pos x="connsiteX1938" y="connsiteY1938"/>
                  </a:cxn>
                  <a:cxn ang="0">
                    <a:pos x="connsiteX1939" y="connsiteY1939"/>
                  </a:cxn>
                  <a:cxn ang="0">
                    <a:pos x="connsiteX1940" y="connsiteY1940"/>
                  </a:cxn>
                  <a:cxn ang="0">
                    <a:pos x="connsiteX1941" y="connsiteY1941"/>
                  </a:cxn>
                  <a:cxn ang="0">
                    <a:pos x="connsiteX1942" y="connsiteY1942"/>
                  </a:cxn>
                  <a:cxn ang="0">
                    <a:pos x="connsiteX1943" y="connsiteY1943"/>
                  </a:cxn>
                  <a:cxn ang="0">
                    <a:pos x="connsiteX1944" y="connsiteY1944"/>
                  </a:cxn>
                  <a:cxn ang="0">
                    <a:pos x="connsiteX1945" y="connsiteY1945"/>
                  </a:cxn>
                  <a:cxn ang="0">
                    <a:pos x="connsiteX1946" y="connsiteY1946"/>
                  </a:cxn>
                  <a:cxn ang="0">
                    <a:pos x="connsiteX1947" y="connsiteY1947"/>
                  </a:cxn>
                  <a:cxn ang="0">
                    <a:pos x="connsiteX1948" y="connsiteY1948"/>
                  </a:cxn>
                  <a:cxn ang="0">
                    <a:pos x="connsiteX1949" y="connsiteY1949"/>
                  </a:cxn>
                  <a:cxn ang="0">
                    <a:pos x="connsiteX1950" y="connsiteY1950"/>
                  </a:cxn>
                  <a:cxn ang="0">
                    <a:pos x="connsiteX1951" y="connsiteY1951"/>
                  </a:cxn>
                  <a:cxn ang="0">
                    <a:pos x="connsiteX1952" y="connsiteY1952"/>
                  </a:cxn>
                  <a:cxn ang="0">
                    <a:pos x="connsiteX1953" y="connsiteY1953"/>
                  </a:cxn>
                  <a:cxn ang="0">
                    <a:pos x="connsiteX1954" y="connsiteY1954"/>
                  </a:cxn>
                  <a:cxn ang="0">
                    <a:pos x="connsiteX1955" y="connsiteY1955"/>
                  </a:cxn>
                  <a:cxn ang="0">
                    <a:pos x="connsiteX1956" y="connsiteY1956"/>
                  </a:cxn>
                  <a:cxn ang="0">
                    <a:pos x="connsiteX1957" y="connsiteY1957"/>
                  </a:cxn>
                  <a:cxn ang="0">
                    <a:pos x="connsiteX1958" y="connsiteY1958"/>
                  </a:cxn>
                  <a:cxn ang="0">
                    <a:pos x="connsiteX1959" y="connsiteY1959"/>
                  </a:cxn>
                  <a:cxn ang="0">
                    <a:pos x="connsiteX1960" y="connsiteY1960"/>
                  </a:cxn>
                  <a:cxn ang="0">
                    <a:pos x="connsiteX1961" y="connsiteY1961"/>
                  </a:cxn>
                  <a:cxn ang="0">
                    <a:pos x="connsiteX1962" y="connsiteY1962"/>
                  </a:cxn>
                  <a:cxn ang="0">
                    <a:pos x="connsiteX1963" y="connsiteY1963"/>
                  </a:cxn>
                  <a:cxn ang="0">
                    <a:pos x="connsiteX1964" y="connsiteY1964"/>
                  </a:cxn>
                  <a:cxn ang="0">
                    <a:pos x="connsiteX1965" y="connsiteY1965"/>
                  </a:cxn>
                  <a:cxn ang="0">
                    <a:pos x="connsiteX1966" y="connsiteY1966"/>
                  </a:cxn>
                  <a:cxn ang="0">
                    <a:pos x="connsiteX1967" y="connsiteY1967"/>
                  </a:cxn>
                  <a:cxn ang="0">
                    <a:pos x="connsiteX1968" y="connsiteY1968"/>
                  </a:cxn>
                  <a:cxn ang="0">
                    <a:pos x="connsiteX1969" y="connsiteY1969"/>
                  </a:cxn>
                  <a:cxn ang="0">
                    <a:pos x="connsiteX1970" y="connsiteY1970"/>
                  </a:cxn>
                  <a:cxn ang="0">
                    <a:pos x="connsiteX1971" y="connsiteY1971"/>
                  </a:cxn>
                  <a:cxn ang="0">
                    <a:pos x="connsiteX1972" y="connsiteY1972"/>
                  </a:cxn>
                  <a:cxn ang="0">
                    <a:pos x="connsiteX1973" y="connsiteY1973"/>
                  </a:cxn>
                  <a:cxn ang="0">
                    <a:pos x="connsiteX1974" y="connsiteY1974"/>
                  </a:cxn>
                  <a:cxn ang="0">
                    <a:pos x="connsiteX1975" y="connsiteY1975"/>
                  </a:cxn>
                  <a:cxn ang="0">
                    <a:pos x="connsiteX1976" y="connsiteY1976"/>
                  </a:cxn>
                  <a:cxn ang="0">
                    <a:pos x="connsiteX1977" y="connsiteY1977"/>
                  </a:cxn>
                  <a:cxn ang="0">
                    <a:pos x="connsiteX1978" y="connsiteY1978"/>
                  </a:cxn>
                  <a:cxn ang="0">
                    <a:pos x="connsiteX1979" y="connsiteY1979"/>
                  </a:cxn>
                  <a:cxn ang="0">
                    <a:pos x="connsiteX1980" y="connsiteY1980"/>
                  </a:cxn>
                  <a:cxn ang="0">
                    <a:pos x="connsiteX1981" y="connsiteY1981"/>
                  </a:cxn>
                  <a:cxn ang="0">
                    <a:pos x="connsiteX1982" y="connsiteY1982"/>
                  </a:cxn>
                  <a:cxn ang="0">
                    <a:pos x="connsiteX1983" y="connsiteY1983"/>
                  </a:cxn>
                  <a:cxn ang="0">
                    <a:pos x="connsiteX1984" y="connsiteY1984"/>
                  </a:cxn>
                  <a:cxn ang="0">
                    <a:pos x="connsiteX1985" y="connsiteY1985"/>
                  </a:cxn>
                  <a:cxn ang="0">
                    <a:pos x="connsiteX1986" y="connsiteY1986"/>
                  </a:cxn>
                  <a:cxn ang="0">
                    <a:pos x="connsiteX1987" y="connsiteY1987"/>
                  </a:cxn>
                  <a:cxn ang="0">
                    <a:pos x="connsiteX1988" y="connsiteY1988"/>
                  </a:cxn>
                  <a:cxn ang="0">
                    <a:pos x="connsiteX1989" y="connsiteY1989"/>
                  </a:cxn>
                  <a:cxn ang="0">
                    <a:pos x="connsiteX1990" y="connsiteY1990"/>
                  </a:cxn>
                  <a:cxn ang="0">
                    <a:pos x="connsiteX1991" y="connsiteY1991"/>
                  </a:cxn>
                  <a:cxn ang="0">
                    <a:pos x="connsiteX1992" y="connsiteY1992"/>
                  </a:cxn>
                  <a:cxn ang="0">
                    <a:pos x="connsiteX1993" y="connsiteY1993"/>
                  </a:cxn>
                  <a:cxn ang="0">
                    <a:pos x="connsiteX1994" y="connsiteY1994"/>
                  </a:cxn>
                  <a:cxn ang="0">
                    <a:pos x="connsiteX1995" y="connsiteY1995"/>
                  </a:cxn>
                  <a:cxn ang="0">
                    <a:pos x="connsiteX1996" y="connsiteY1996"/>
                  </a:cxn>
                  <a:cxn ang="0">
                    <a:pos x="connsiteX1997" y="connsiteY1997"/>
                  </a:cxn>
                  <a:cxn ang="0">
                    <a:pos x="connsiteX1998" y="connsiteY1998"/>
                  </a:cxn>
                  <a:cxn ang="0">
                    <a:pos x="connsiteX1999" y="connsiteY1999"/>
                  </a:cxn>
                  <a:cxn ang="0">
                    <a:pos x="connsiteX2000" y="connsiteY2000"/>
                  </a:cxn>
                  <a:cxn ang="0">
                    <a:pos x="connsiteX2001" y="connsiteY2001"/>
                  </a:cxn>
                  <a:cxn ang="0">
                    <a:pos x="connsiteX2002" y="connsiteY2002"/>
                  </a:cxn>
                  <a:cxn ang="0">
                    <a:pos x="connsiteX2003" y="connsiteY2003"/>
                  </a:cxn>
                  <a:cxn ang="0">
                    <a:pos x="connsiteX2004" y="connsiteY2004"/>
                  </a:cxn>
                  <a:cxn ang="0">
                    <a:pos x="connsiteX2005" y="connsiteY2005"/>
                  </a:cxn>
                  <a:cxn ang="0">
                    <a:pos x="connsiteX2006" y="connsiteY2006"/>
                  </a:cxn>
                  <a:cxn ang="0">
                    <a:pos x="connsiteX2007" y="connsiteY2007"/>
                  </a:cxn>
                  <a:cxn ang="0">
                    <a:pos x="connsiteX2008" y="connsiteY2008"/>
                  </a:cxn>
                  <a:cxn ang="0">
                    <a:pos x="connsiteX2009" y="connsiteY2009"/>
                  </a:cxn>
                  <a:cxn ang="0">
                    <a:pos x="connsiteX2010" y="connsiteY2010"/>
                  </a:cxn>
                  <a:cxn ang="0">
                    <a:pos x="connsiteX2011" y="connsiteY2011"/>
                  </a:cxn>
                  <a:cxn ang="0">
                    <a:pos x="connsiteX2012" y="connsiteY2012"/>
                  </a:cxn>
                  <a:cxn ang="0">
                    <a:pos x="connsiteX2013" y="connsiteY2013"/>
                  </a:cxn>
                  <a:cxn ang="0">
                    <a:pos x="connsiteX2014" y="connsiteY2014"/>
                  </a:cxn>
                  <a:cxn ang="0">
                    <a:pos x="connsiteX2015" y="connsiteY2015"/>
                  </a:cxn>
                  <a:cxn ang="0">
                    <a:pos x="connsiteX2016" y="connsiteY2016"/>
                  </a:cxn>
                  <a:cxn ang="0">
                    <a:pos x="connsiteX2017" y="connsiteY2017"/>
                  </a:cxn>
                  <a:cxn ang="0">
                    <a:pos x="connsiteX2018" y="connsiteY2018"/>
                  </a:cxn>
                  <a:cxn ang="0">
                    <a:pos x="connsiteX2019" y="connsiteY2019"/>
                  </a:cxn>
                  <a:cxn ang="0">
                    <a:pos x="connsiteX2020" y="connsiteY2020"/>
                  </a:cxn>
                  <a:cxn ang="0">
                    <a:pos x="connsiteX2021" y="connsiteY2021"/>
                  </a:cxn>
                  <a:cxn ang="0">
                    <a:pos x="connsiteX2022" y="connsiteY2022"/>
                  </a:cxn>
                  <a:cxn ang="0">
                    <a:pos x="connsiteX2023" y="connsiteY2023"/>
                  </a:cxn>
                  <a:cxn ang="0">
                    <a:pos x="connsiteX2024" y="connsiteY2024"/>
                  </a:cxn>
                  <a:cxn ang="0">
                    <a:pos x="connsiteX2025" y="connsiteY2025"/>
                  </a:cxn>
                  <a:cxn ang="0">
                    <a:pos x="connsiteX2026" y="connsiteY2026"/>
                  </a:cxn>
                  <a:cxn ang="0">
                    <a:pos x="connsiteX2027" y="connsiteY2027"/>
                  </a:cxn>
                  <a:cxn ang="0">
                    <a:pos x="connsiteX2028" y="connsiteY2028"/>
                  </a:cxn>
                  <a:cxn ang="0">
                    <a:pos x="connsiteX2029" y="connsiteY2029"/>
                  </a:cxn>
                  <a:cxn ang="0">
                    <a:pos x="connsiteX2030" y="connsiteY2030"/>
                  </a:cxn>
                  <a:cxn ang="0">
                    <a:pos x="connsiteX2031" y="connsiteY2031"/>
                  </a:cxn>
                  <a:cxn ang="0">
                    <a:pos x="connsiteX2032" y="connsiteY2032"/>
                  </a:cxn>
                  <a:cxn ang="0">
                    <a:pos x="connsiteX2033" y="connsiteY2033"/>
                  </a:cxn>
                  <a:cxn ang="0">
                    <a:pos x="connsiteX2034" y="connsiteY2034"/>
                  </a:cxn>
                  <a:cxn ang="0">
                    <a:pos x="connsiteX2035" y="connsiteY2035"/>
                  </a:cxn>
                  <a:cxn ang="0">
                    <a:pos x="connsiteX2036" y="connsiteY2036"/>
                  </a:cxn>
                  <a:cxn ang="0">
                    <a:pos x="connsiteX2037" y="connsiteY2037"/>
                  </a:cxn>
                  <a:cxn ang="0">
                    <a:pos x="connsiteX2038" y="connsiteY2038"/>
                  </a:cxn>
                  <a:cxn ang="0">
                    <a:pos x="connsiteX2039" y="connsiteY2039"/>
                  </a:cxn>
                  <a:cxn ang="0">
                    <a:pos x="connsiteX2040" y="connsiteY2040"/>
                  </a:cxn>
                  <a:cxn ang="0">
                    <a:pos x="connsiteX2041" y="connsiteY2041"/>
                  </a:cxn>
                  <a:cxn ang="0">
                    <a:pos x="connsiteX2042" y="connsiteY2042"/>
                  </a:cxn>
                  <a:cxn ang="0">
                    <a:pos x="connsiteX2043" y="connsiteY2043"/>
                  </a:cxn>
                  <a:cxn ang="0">
                    <a:pos x="connsiteX2044" y="connsiteY2044"/>
                  </a:cxn>
                  <a:cxn ang="0">
                    <a:pos x="connsiteX2045" y="connsiteY2045"/>
                  </a:cxn>
                  <a:cxn ang="0">
                    <a:pos x="connsiteX2046" y="connsiteY2046"/>
                  </a:cxn>
                  <a:cxn ang="0">
                    <a:pos x="connsiteX2047" y="connsiteY2047"/>
                  </a:cxn>
                  <a:cxn ang="0">
                    <a:pos x="connsiteX2048" y="connsiteY2048"/>
                  </a:cxn>
                  <a:cxn ang="0">
                    <a:pos x="connsiteX2049" y="connsiteY2049"/>
                  </a:cxn>
                  <a:cxn ang="0">
                    <a:pos x="connsiteX2050" y="connsiteY2050"/>
                  </a:cxn>
                  <a:cxn ang="0">
                    <a:pos x="connsiteX2051" y="connsiteY2051"/>
                  </a:cxn>
                  <a:cxn ang="0">
                    <a:pos x="connsiteX2052" y="connsiteY2052"/>
                  </a:cxn>
                  <a:cxn ang="0">
                    <a:pos x="connsiteX2053" y="connsiteY2053"/>
                  </a:cxn>
                  <a:cxn ang="0">
                    <a:pos x="connsiteX2054" y="connsiteY2054"/>
                  </a:cxn>
                  <a:cxn ang="0">
                    <a:pos x="connsiteX2055" y="connsiteY2055"/>
                  </a:cxn>
                  <a:cxn ang="0">
                    <a:pos x="connsiteX2056" y="connsiteY2056"/>
                  </a:cxn>
                  <a:cxn ang="0">
                    <a:pos x="connsiteX2057" y="connsiteY2057"/>
                  </a:cxn>
                  <a:cxn ang="0">
                    <a:pos x="connsiteX2058" y="connsiteY2058"/>
                  </a:cxn>
                  <a:cxn ang="0">
                    <a:pos x="connsiteX2059" y="connsiteY2059"/>
                  </a:cxn>
                  <a:cxn ang="0">
                    <a:pos x="connsiteX2060" y="connsiteY2060"/>
                  </a:cxn>
                  <a:cxn ang="0">
                    <a:pos x="connsiteX2061" y="connsiteY2061"/>
                  </a:cxn>
                  <a:cxn ang="0">
                    <a:pos x="connsiteX2062" y="connsiteY2062"/>
                  </a:cxn>
                  <a:cxn ang="0">
                    <a:pos x="connsiteX2063" y="connsiteY2063"/>
                  </a:cxn>
                  <a:cxn ang="0">
                    <a:pos x="connsiteX2064" y="connsiteY2064"/>
                  </a:cxn>
                  <a:cxn ang="0">
                    <a:pos x="connsiteX2065" y="connsiteY2065"/>
                  </a:cxn>
                  <a:cxn ang="0">
                    <a:pos x="connsiteX2066" y="connsiteY2066"/>
                  </a:cxn>
                  <a:cxn ang="0">
                    <a:pos x="connsiteX2067" y="connsiteY2067"/>
                  </a:cxn>
                  <a:cxn ang="0">
                    <a:pos x="connsiteX2068" y="connsiteY2068"/>
                  </a:cxn>
                  <a:cxn ang="0">
                    <a:pos x="connsiteX2069" y="connsiteY2069"/>
                  </a:cxn>
                  <a:cxn ang="0">
                    <a:pos x="connsiteX2070" y="connsiteY2070"/>
                  </a:cxn>
                  <a:cxn ang="0">
                    <a:pos x="connsiteX2071" y="connsiteY2071"/>
                  </a:cxn>
                  <a:cxn ang="0">
                    <a:pos x="connsiteX2072" y="connsiteY2072"/>
                  </a:cxn>
                  <a:cxn ang="0">
                    <a:pos x="connsiteX2073" y="connsiteY2073"/>
                  </a:cxn>
                  <a:cxn ang="0">
                    <a:pos x="connsiteX2074" y="connsiteY2074"/>
                  </a:cxn>
                </a:cxnLst>
                <a:rect l="l" t="t" r="r" b="b"/>
                <a:pathLst>
                  <a:path w="900282" h="323736">
                    <a:moveTo>
                      <a:pt x="524362" y="323724"/>
                    </a:moveTo>
                    <a:lnTo>
                      <a:pt x="521741" y="323724"/>
                    </a:lnTo>
                    <a:cubicBezTo>
                      <a:pt x="521496" y="323724"/>
                      <a:pt x="521300" y="323528"/>
                      <a:pt x="521300" y="323283"/>
                    </a:cubicBezTo>
                    <a:cubicBezTo>
                      <a:pt x="521300" y="323038"/>
                      <a:pt x="521496" y="322842"/>
                      <a:pt x="521741" y="322842"/>
                    </a:cubicBezTo>
                    <a:lnTo>
                      <a:pt x="524362" y="322842"/>
                    </a:lnTo>
                    <a:cubicBezTo>
                      <a:pt x="524607" y="322842"/>
                      <a:pt x="524803" y="323038"/>
                      <a:pt x="524803" y="323283"/>
                    </a:cubicBezTo>
                    <a:cubicBezTo>
                      <a:pt x="524803" y="323528"/>
                      <a:pt x="524607" y="323724"/>
                      <a:pt x="524362" y="323724"/>
                    </a:cubicBezTo>
                    <a:close/>
                    <a:moveTo>
                      <a:pt x="515628" y="323724"/>
                    </a:moveTo>
                    <a:lnTo>
                      <a:pt x="513007" y="323724"/>
                    </a:lnTo>
                    <a:cubicBezTo>
                      <a:pt x="512762" y="323724"/>
                      <a:pt x="512566" y="323528"/>
                      <a:pt x="512566" y="323283"/>
                    </a:cubicBezTo>
                    <a:cubicBezTo>
                      <a:pt x="512566" y="323038"/>
                      <a:pt x="512762" y="322842"/>
                      <a:pt x="513007" y="322842"/>
                    </a:cubicBezTo>
                    <a:lnTo>
                      <a:pt x="515628" y="322842"/>
                    </a:lnTo>
                    <a:cubicBezTo>
                      <a:pt x="515873" y="322842"/>
                      <a:pt x="516069" y="323038"/>
                      <a:pt x="516069" y="323283"/>
                    </a:cubicBezTo>
                    <a:cubicBezTo>
                      <a:pt x="516069" y="323528"/>
                      <a:pt x="515873" y="323724"/>
                      <a:pt x="515628" y="323724"/>
                    </a:cubicBezTo>
                    <a:close/>
                    <a:moveTo>
                      <a:pt x="506894" y="323724"/>
                    </a:moveTo>
                    <a:lnTo>
                      <a:pt x="504273" y="323724"/>
                    </a:lnTo>
                    <a:cubicBezTo>
                      <a:pt x="504028" y="323724"/>
                      <a:pt x="503832" y="323528"/>
                      <a:pt x="503832" y="323283"/>
                    </a:cubicBezTo>
                    <a:cubicBezTo>
                      <a:pt x="503832" y="323038"/>
                      <a:pt x="504028" y="322842"/>
                      <a:pt x="504273" y="322842"/>
                    </a:cubicBezTo>
                    <a:lnTo>
                      <a:pt x="506894" y="322842"/>
                    </a:lnTo>
                    <a:cubicBezTo>
                      <a:pt x="507139" y="322842"/>
                      <a:pt x="507335" y="323038"/>
                      <a:pt x="507335" y="323283"/>
                    </a:cubicBezTo>
                    <a:cubicBezTo>
                      <a:pt x="507335" y="323528"/>
                      <a:pt x="507139" y="323724"/>
                      <a:pt x="506894" y="323724"/>
                    </a:cubicBezTo>
                    <a:close/>
                    <a:moveTo>
                      <a:pt x="498160" y="323724"/>
                    </a:moveTo>
                    <a:lnTo>
                      <a:pt x="495539" y="323724"/>
                    </a:lnTo>
                    <a:cubicBezTo>
                      <a:pt x="495294" y="323724"/>
                      <a:pt x="495098" y="323528"/>
                      <a:pt x="495098" y="323283"/>
                    </a:cubicBezTo>
                    <a:cubicBezTo>
                      <a:pt x="495098" y="323038"/>
                      <a:pt x="495294" y="322842"/>
                      <a:pt x="495539" y="322842"/>
                    </a:cubicBezTo>
                    <a:lnTo>
                      <a:pt x="498160" y="322842"/>
                    </a:lnTo>
                    <a:cubicBezTo>
                      <a:pt x="498405" y="322842"/>
                      <a:pt x="498601" y="323038"/>
                      <a:pt x="498601" y="323283"/>
                    </a:cubicBezTo>
                    <a:cubicBezTo>
                      <a:pt x="498601" y="323528"/>
                      <a:pt x="498405" y="323724"/>
                      <a:pt x="498160" y="323724"/>
                    </a:cubicBezTo>
                    <a:close/>
                    <a:moveTo>
                      <a:pt x="489426" y="323724"/>
                    </a:moveTo>
                    <a:lnTo>
                      <a:pt x="486805" y="323724"/>
                    </a:lnTo>
                    <a:cubicBezTo>
                      <a:pt x="486560" y="323724"/>
                      <a:pt x="486364" y="323528"/>
                      <a:pt x="486364" y="323283"/>
                    </a:cubicBezTo>
                    <a:cubicBezTo>
                      <a:pt x="486364" y="323038"/>
                      <a:pt x="486560" y="322842"/>
                      <a:pt x="486805" y="322842"/>
                    </a:cubicBezTo>
                    <a:lnTo>
                      <a:pt x="489426" y="322842"/>
                    </a:lnTo>
                    <a:cubicBezTo>
                      <a:pt x="489671" y="322842"/>
                      <a:pt x="489867" y="323038"/>
                      <a:pt x="489867" y="323283"/>
                    </a:cubicBezTo>
                    <a:cubicBezTo>
                      <a:pt x="489867" y="323528"/>
                      <a:pt x="489671" y="323724"/>
                      <a:pt x="489426" y="323724"/>
                    </a:cubicBezTo>
                    <a:close/>
                    <a:moveTo>
                      <a:pt x="480692" y="323724"/>
                    </a:moveTo>
                    <a:lnTo>
                      <a:pt x="478071" y="323724"/>
                    </a:lnTo>
                    <a:cubicBezTo>
                      <a:pt x="477826" y="323724"/>
                      <a:pt x="477630" y="323528"/>
                      <a:pt x="477630" y="323283"/>
                    </a:cubicBezTo>
                    <a:cubicBezTo>
                      <a:pt x="477630" y="323038"/>
                      <a:pt x="477826" y="322842"/>
                      <a:pt x="478071" y="322842"/>
                    </a:cubicBezTo>
                    <a:lnTo>
                      <a:pt x="480692" y="322842"/>
                    </a:lnTo>
                    <a:cubicBezTo>
                      <a:pt x="480937" y="322842"/>
                      <a:pt x="481133" y="323038"/>
                      <a:pt x="481133" y="323283"/>
                    </a:cubicBezTo>
                    <a:cubicBezTo>
                      <a:pt x="481133" y="323528"/>
                      <a:pt x="480937" y="323724"/>
                      <a:pt x="480692" y="323724"/>
                    </a:cubicBezTo>
                    <a:close/>
                    <a:moveTo>
                      <a:pt x="471958" y="323724"/>
                    </a:moveTo>
                    <a:lnTo>
                      <a:pt x="469337" y="323724"/>
                    </a:lnTo>
                    <a:cubicBezTo>
                      <a:pt x="469092" y="323724"/>
                      <a:pt x="468896" y="323528"/>
                      <a:pt x="468896" y="323283"/>
                    </a:cubicBezTo>
                    <a:cubicBezTo>
                      <a:pt x="468896" y="323038"/>
                      <a:pt x="469092" y="322842"/>
                      <a:pt x="469337" y="322842"/>
                    </a:cubicBezTo>
                    <a:lnTo>
                      <a:pt x="471958" y="322842"/>
                    </a:lnTo>
                    <a:cubicBezTo>
                      <a:pt x="472203" y="322842"/>
                      <a:pt x="472399" y="323038"/>
                      <a:pt x="472399" y="323283"/>
                    </a:cubicBezTo>
                    <a:cubicBezTo>
                      <a:pt x="472399" y="323528"/>
                      <a:pt x="472203" y="323724"/>
                      <a:pt x="471958" y="323724"/>
                    </a:cubicBezTo>
                    <a:close/>
                    <a:moveTo>
                      <a:pt x="463224" y="323724"/>
                    </a:moveTo>
                    <a:lnTo>
                      <a:pt x="460603" y="323724"/>
                    </a:lnTo>
                    <a:cubicBezTo>
                      <a:pt x="460358" y="323724"/>
                      <a:pt x="460161" y="323528"/>
                      <a:pt x="460161" y="323283"/>
                    </a:cubicBezTo>
                    <a:cubicBezTo>
                      <a:pt x="460161" y="323038"/>
                      <a:pt x="460358" y="322842"/>
                      <a:pt x="460603" y="322842"/>
                    </a:cubicBezTo>
                    <a:lnTo>
                      <a:pt x="463224" y="322842"/>
                    </a:lnTo>
                    <a:cubicBezTo>
                      <a:pt x="463469" y="322842"/>
                      <a:pt x="463665" y="323038"/>
                      <a:pt x="463665" y="323283"/>
                    </a:cubicBezTo>
                    <a:cubicBezTo>
                      <a:pt x="463665" y="323528"/>
                      <a:pt x="463469" y="323724"/>
                      <a:pt x="463224" y="323724"/>
                    </a:cubicBezTo>
                    <a:close/>
                    <a:moveTo>
                      <a:pt x="454490" y="323724"/>
                    </a:moveTo>
                    <a:lnTo>
                      <a:pt x="451868" y="323724"/>
                    </a:lnTo>
                    <a:cubicBezTo>
                      <a:pt x="451623" y="323724"/>
                      <a:pt x="451427" y="323528"/>
                      <a:pt x="451427" y="323283"/>
                    </a:cubicBezTo>
                    <a:cubicBezTo>
                      <a:pt x="451427" y="323038"/>
                      <a:pt x="451623" y="322842"/>
                      <a:pt x="451868" y="322842"/>
                    </a:cubicBezTo>
                    <a:lnTo>
                      <a:pt x="454490" y="322842"/>
                    </a:lnTo>
                    <a:cubicBezTo>
                      <a:pt x="454735" y="322842"/>
                      <a:pt x="454931" y="323038"/>
                      <a:pt x="454931" y="323283"/>
                    </a:cubicBezTo>
                    <a:cubicBezTo>
                      <a:pt x="454931" y="323528"/>
                      <a:pt x="454735" y="323724"/>
                      <a:pt x="454490" y="323724"/>
                    </a:cubicBezTo>
                    <a:close/>
                    <a:moveTo>
                      <a:pt x="445756" y="323724"/>
                    </a:moveTo>
                    <a:lnTo>
                      <a:pt x="443134" y="323724"/>
                    </a:lnTo>
                    <a:cubicBezTo>
                      <a:pt x="442889" y="323724"/>
                      <a:pt x="442693" y="323528"/>
                      <a:pt x="442693" y="323283"/>
                    </a:cubicBezTo>
                    <a:cubicBezTo>
                      <a:pt x="442693" y="323038"/>
                      <a:pt x="442889" y="322842"/>
                      <a:pt x="443134" y="322842"/>
                    </a:cubicBezTo>
                    <a:lnTo>
                      <a:pt x="445756" y="322842"/>
                    </a:lnTo>
                    <a:cubicBezTo>
                      <a:pt x="446001" y="322842"/>
                      <a:pt x="446197" y="323038"/>
                      <a:pt x="446197" y="323283"/>
                    </a:cubicBezTo>
                    <a:cubicBezTo>
                      <a:pt x="446197" y="323528"/>
                      <a:pt x="446001" y="323724"/>
                      <a:pt x="445756" y="323724"/>
                    </a:cubicBezTo>
                    <a:close/>
                    <a:moveTo>
                      <a:pt x="437022" y="323724"/>
                    </a:moveTo>
                    <a:lnTo>
                      <a:pt x="434400" y="323724"/>
                    </a:lnTo>
                    <a:cubicBezTo>
                      <a:pt x="434155" y="323724"/>
                      <a:pt x="433959" y="323528"/>
                      <a:pt x="433959" y="323283"/>
                    </a:cubicBezTo>
                    <a:cubicBezTo>
                      <a:pt x="433959" y="323038"/>
                      <a:pt x="434155" y="322842"/>
                      <a:pt x="434400" y="322842"/>
                    </a:cubicBezTo>
                    <a:lnTo>
                      <a:pt x="437022" y="322842"/>
                    </a:lnTo>
                    <a:cubicBezTo>
                      <a:pt x="437267" y="322842"/>
                      <a:pt x="437463" y="323038"/>
                      <a:pt x="437463" y="323283"/>
                    </a:cubicBezTo>
                    <a:cubicBezTo>
                      <a:pt x="437463" y="323528"/>
                      <a:pt x="437267" y="323724"/>
                      <a:pt x="437022" y="323724"/>
                    </a:cubicBezTo>
                    <a:close/>
                    <a:moveTo>
                      <a:pt x="428288" y="323724"/>
                    </a:moveTo>
                    <a:lnTo>
                      <a:pt x="425666" y="323724"/>
                    </a:lnTo>
                    <a:cubicBezTo>
                      <a:pt x="425421" y="323724"/>
                      <a:pt x="425225" y="323528"/>
                      <a:pt x="425225" y="323283"/>
                    </a:cubicBezTo>
                    <a:cubicBezTo>
                      <a:pt x="425225" y="323038"/>
                      <a:pt x="425421" y="322842"/>
                      <a:pt x="425666" y="322842"/>
                    </a:cubicBezTo>
                    <a:lnTo>
                      <a:pt x="428288" y="322842"/>
                    </a:lnTo>
                    <a:cubicBezTo>
                      <a:pt x="428533" y="322842"/>
                      <a:pt x="428729" y="323038"/>
                      <a:pt x="428729" y="323283"/>
                    </a:cubicBezTo>
                    <a:cubicBezTo>
                      <a:pt x="428729" y="323528"/>
                      <a:pt x="428533" y="323724"/>
                      <a:pt x="428288" y="323724"/>
                    </a:cubicBezTo>
                    <a:close/>
                    <a:moveTo>
                      <a:pt x="419554" y="323724"/>
                    </a:moveTo>
                    <a:lnTo>
                      <a:pt x="416932" y="323724"/>
                    </a:lnTo>
                    <a:cubicBezTo>
                      <a:pt x="416687" y="323724"/>
                      <a:pt x="416491" y="323528"/>
                      <a:pt x="416491" y="323283"/>
                    </a:cubicBezTo>
                    <a:cubicBezTo>
                      <a:pt x="416491" y="323038"/>
                      <a:pt x="416687" y="322842"/>
                      <a:pt x="416932" y="322842"/>
                    </a:cubicBezTo>
                    <a:lnTo>
                      <a:pt x="419554" y="322842"/>
                    </a:lnTo>
                    <a:cubicBezTo>
                      <a:pt x="419799" y="322842"/>
                      <a:pt x="419995" y="323038"/>
                      <a:pt x="419995" y="323283"/>
                    </a:cubicBezTo>
                    <a:cubicBezTo>
                      <a:pt x="419995" y="323528"/>
                      <a:pt x="419799" y="323724"/>
                      <a:pt x="419554" y="323724"/>
                    </a:cubicBezTo>
                    <a:close/>
                    <a:moveTo>
                      <a:pt x="410820" y="323724"/>
                    </a:moveTo>
                    <a:lnTo>
                      <a:pt x="408198" y="323724"/>
                    </a:lnTo>
                    <a:cubicBezTo>
                      <a:pt x="407953" y="323724"/>
                      <a:pt x="407757" y="323528"/>
                      <a:pt x="407757" y="323283"/>
                    </a:cubicBezTo>
                    <a:cubicBezTo>
                      <a:pt x="407757" y="323038"/>
                      <a:pt x="407953" y="322842"/>
                      <a:pt x="408198" y="322842"/>
                    </a:cubicBezTo>
                    <a:lnTo>
                      <a:pt x="410820" y="322842"/>
                    </a:lnTo>
                    <a:cubicBezTo>
                      <a:pt x="411065" y="322842"/>
                      <a:pt x="411261" y="323038"/>
                      <a:pt x="411261" y="323283"/>
                    </a:cubicBezTo>
                    <a:cubicBezTo>
                      <a:pt x="411261" y="323528"/>
                      <a:pt x="411065" y="323724"/>
                      <a:pt x="410820" y="323724"/>
                    </a:cubicBezTo>
                    <a:close/>
                    <a:moveTo>
                      <a:pt x="402085" y="323724"/>
                    </a:moveTo>
                    <a:lnTo>
                      <a:pt x="400615" y="323724"/>
                    </a:lnTo>
                    <a:lnTo>
                      <a:pt x="397957" y="323209"/>
                    </a:lnTo>
                    <a:cubicBezTo>
                      <a:pt x="397725" y="323160"/>
                      <a:pt x="397565" y="322928"/>
                      <a:pt x="397614" y="322695"/>
                    </a:cubicBezTo>
                    <a:cubicBezTo>
                      <a:pt x="397663" y="322462"/>
                      <a:pt x="397884" y="322303"/>
                      <a:pt x="398129" y="322352"/>
                    </a:cubicBezTo>
                    <a:lnTo>
                      <a:pt x="400701" y="322866"/>
                    </a:lnTo>
                    <a:lnTo>
                      <a:pt x="402085" y="322866"/>
                    </a:lnTo>
                    <a:cubicBezTo>
                      <a:pt x="402330" y="322866"/>
                      <a:pt x="402526" y="323050"/>
                      <a:pt x="402526" y="323295"/>
                    </a:cubicBezTo>
                    <a:cubicBezTo>
                      <a:pt x="402526" y="323540"/>
                      <a:pt x="402330" y="323736"/>
                      <a:pt x="402085" y="323736"/>
                    </a:cubicBezTo>
                    <a:close/>
                    <a:moveTo>
                      <a:pt x="530512" y="323295"/>
                    </a:moveTo>
                    <a:cubicBezTo>
                      <a:pt x="530304" y="323295"/>
                      <a:pt x="530120" y="323148"/>
                      <a:pt x="530083" y="322940"/>
                    </a:cubicBezTo>
                    <a:cubicBezTo>
                      <a:pt x="530034" y="322707"/>
                      <a:pt x="530193" y="322474"/>
                      <a:pt x="530426" y="322425"/>
                    </a:cubicBezTo>
                    <a:lnTo>
                      <a:pt x="532998" y="321935"/>
                    </a:lnTo>
                    <a:cubicBezTo>
                      <a:pt x="533231" y="321899"/>
                      <a:pt x="533464" y="322046"/>
                      <a:pt x="533513" y="322278"/>
                    </a:cubicBezTo>
                    <a:cubicBezTo>
                      <a:pt x="533562" y="322511"/>
                      <a:pt x="533403" y="322744"/>
                      <a:pt x="533170" y="322793"/>
                    </a:cubicBezTo>
                    <a:lnTo>
                      <a:pt x="530597" y="323283"/>
                    </a:lnTo>
                    <a:cubicBezTo>
                      <a:pt x="530597" y="323283"/>
                      <a:pt x="530549" y="323283"/>
                      <a:pt x="530512" y="323283"/>
                    </a:cubicBezTo>
                    <a:close/>
                    <a:moveTo>
                      <a:pt x="392041" y="322021"/>
                    </a:moveTo>
                    <a:cubicBezTo>
                      <a:pt x="392041" y="322021"/>
                      <a:pt x="391979" y="322021"/>
                      <a:pt x="391955" y="322021"/>
                    </a:cubicBezTo>
                    <a:lnTo>
                      <a:pt x="389383" y="321507"/>
                    </a:lnTo>
                    <a:cubicBezTo>
                      <a:pt x="389150" y="321458"/>
                      <a:pt x="388991" y="321225"/>
                      <a:pt x="389039" y="320992"/>
                    </a:cubicBezTo>
                    <a:cubicBezTo>
                      <a:pt x="389089" y="320759"/>
                      <a:pt x="389321" y="320600"/>
                      <a:pt x="389554" y="320649"/>
                    </a:cubicBezTo>
                    <a:lnTo>
                      <a:pt x="392126" y="321164"/>
                    </a:lnTo>
                    <a:cubicBezTo>
                      <a:pt x="392359" y="321213"/>
                      <a:pt x="392518" y="321445"/>
                      <a:pt x="392469" y="321678"/>
                    </a:cubicBezTo>
                    <a:cubicBezTo>
                      <a:pt x="392433" y="321886"/>
                      <a:pt x="392249" y="322033"/>
                      <a:pt x="392041" y="322033"/>
                    </a:cubicBezTo>
                    <a:close/>
                    <a:moveTo>
                      <a:pt x="539099" y="321666"/>
                    </a:moveTo>
                    <a:cubicBezTo>
                      <a:pt x="538891" y="321666"/>
                      <a:pt x="538707" y="321519"/>
                      <a:pt x="538670" y="321311"/>
                    </a:cubicBezTo>
                    <a:cubicBezTo>
                      <a:pt x="538621" y="321078"/>
                      <a:pt x="538780" y="320845"/>
                      <a:pt x="539013" y="320796"/>
                    </a:cubicBezTo>
                    <a:lnTo>
                      <a:pt x="541586" y="320306"/>
                    </a:lnTo>
                    <a:cubicBezTo>
                      <a:pt x="541831" y="320257"/>
                      <a:pt x="542051" y="320416"/>
                      <a:pt x="542100" y="320649"/>
                    </a:cubicBezTo>
                    <a:cubicBezTo>
                      <a:pt x="542149" y="320882"/>
                      <a:pt x="541990" y="321115"/>
                      <a:pt x="541757" y="321164"/>
                    </a:cubicBezTo>
                    <a:lnTo>
                      <a:pt x="539185" y="321654"/>
                    </a:lnTo>
                    <a:cubicBezTo>
                      <a:pt x="539185" y="321654"/>
                      <a:pt x="539136" y="321654"/>
                      <a:pt x="539099" y="321654"/>
                    </a:cubicBezTo>
                    <a:close/>
                    <a:moveTo>
                      <a:pt x="383466" y="320318"/>
                    </a:moveTo>
                    <a:cubicBezTo>
                      <a:pt x="383466" y="320318"/>
                      <a:pt x="383405" y="320318"/>
                      <a:pt x="383380" y="320318"/>
                    </a:cubicBezTo>
                    <a:lnTo>
                      <a:pt x="380808" y="319804"/>
                    </a:lnTo>
                    <a:cubicBezTo>
                      <a:pt x="380575" y="319755"/>
                      <a:pt x="380416" y="319522"/>
                      <a:pt x="380465" y="319290"/>
                    </a:cubicBezTo>
                    <a:cubicBezTo>
                      <a:pt x="380514" y="319057"/>
                      <a:pt x="380734" y="318898"/>
                      <a:pt x="380979" y="318946"/>
                    </a:cubicBezTo>
                    <a:lnTo>
                      <a:pt x="383552" y="319461"/>
                    </a:lnTo>
                    <a:cubicBezTo>
                      <a:pt x="383784" y="319510"/>
                      <a:pt x="383944" y="319743"/>
                      <a:pt x="383895" y="319975"/>
                    </a:cubicBezTo>
                    <a:cubicBezTo>
                      <a:pt x="383858" y="320184"/>
                      <a:pt x="383674" y="320331"/>
                      <a:pt x="383466" y="320331"/>
                    </a:cubicBezTo>
                    <a:close/>
                    <a:moveTo>
                      <a:pt x="547686" y="320037"/>
                    </a:moveTo>
                    <a:cubicBezTo>
                      <a:pt x="547478" y="320037"/>
                      <a:pt x="547294" y="319890"/>
                      <a:pt x="547257" y="319682"/>
                    </a:cubicBezTo>
                    <a:cubicBezTo>
                      <a:pt x="547208" y="319449"/>
                      <a:pt x="547367" y="319216"/>
                      <a:pt x="547600" y="319167"/>
                    </a:cubicBezTo>
                    <a:lnTo>
                      <a:pt x="550173" y="318677"/>
                    </a:lnTo>
                    <a:cubicBezTo>
                      <a:pt x="550405" y="318640"/>
                      <a:pt x="550638" y="318787"/>
                      <a:pt x="550687" y="319020"/>
                    </a:cubicBezTo>
                    <a:cubicBezTo>
                      <a:pt x="550736" y="319253"/>
                      <a:pt x="550577" y="319485"/>
                      <a:pt x="550344" y="319535"/>
                    </a:cubicBezTo>
                    <a:lnTo>
                      <a:pt x="547772" y="320024"/>
                    </a:lnTo>
                    <a:cubicBezTo>
                      <a:pt x="547772" y="320024"/>
                      <a:pt x="547723" y="320024"/>
                      <a:pt x="547686" y="320024"/>
                    </a:cubicBezTo>
                    <a:close/>
                    <a:moveTo>
                      <a:pt x="374903" y="318604"/>
                    </a:moveTo>
                    <a:cubicBezTo>
                      <a:pt x="374903" y="318604"/>
                      <a:pt x="374842" y="318604"/>
                      <a:pt x="374818" y="318604"/>
                    </a:cubicBezTo>
                    <a:lnTo>
                      <a:pt x="372245" y="318089"/>
                    </a:lnTo>
                    <a:cubicBezTo>
                      <a:pt x="372012" y="318040"/>
                      <a:pt x="371853" y="317807"/>
                      <a:pt x="371902" y="317575"/>
                    </a:cubicBezTo>
                    <a:cubicBezTo>
                      <a:pt x="371951" y="317342"/>
                      <a:pt x="372172" y="317183"/>
                      <a:pt x="372417" y="317232"/>
                    </a:cubicBezTo>
                    <a:lnTo>
                      <a:pt x="374989" y="317746"/>
                    </a:lnTo>
                    <a:cubicBezTo>
                      <a:pt x="375222" y="317795"/>
                      <a:pt x="375381" y="318028"/>
                      <a:pt x="375332" y="318261"/>
                    </a:cubicBezTo>
                    <a:cubicBezTo>
                      <a:pt x="375295" y="318469"/>
                      <a:pt x="375112" y="318616"/>
                      <a:pt x="374903" y="318616"/>
                    </a:cubicBezTo>
                    <a:close/>
                    <a:moveTo>
                      <a:pt x="556273" y="318407"/>
                    </a:moveTo>
                    <a:cubicBezTo>
                      <a:pt x="556065" y="318407"/>
                      <a:pt x="555881" y="318261"/>
                      <a:pt x="555844" y="318052"/>
                    </a:cubicBezTo>
                    <a:cubicBezTo>
                      <a:pt x="555795" y="317820"/>
                      <a:pt x="555954" y="317587"/>
                      <a:pt x="556187" y="317538"/>
                    </a:cubicBezTo>
                    <a:lnTo>
                      <a:pt x="558760" y="317048"/>
                    </a:lnTo>
                    <a:cubicBezTo>
                      <a:pt x="559005" y="316999"/>
                      <a:pt x="559225" y="317158"/>
                      <a:pt x="559274" y="317391"/>
                    </a:cubicBezTo>
                    <a:cubicBezTo>
                      <a:pt x="559323" y="317624"/>
                      <a:pt x="559164" y="317856"/>
                      <a:pt x="558931" y="317905"/>
                    </a:cubicBezTo>
                    <a:lnTo>
                      <a:pt x="556359" y="318395"/>
                    </a:lnTo>
                    <a:cubicBezTo>
                      <a:pt x="556359" y="318395"/>
                      <a:pt x="556310" y="318395"/>
                      <a:pt x="556273" y="318395"/>
                    </a:cubicBezTo>
                    <a:close/>
                    <a:moveTo>
                      <a:pt x="366328" y="316901"/>
                    </a:moveTo>
                    <a:cubicBezTo>
                      <a:pt x="366328" y="316901"/>
                      <a:pt x="366267" y="316901"/>
                      <a:pt x="366243" y="316901"/>
                    </a:cubicBezTo>
                    <a:lnTo>
                      <a:pt x="363670" y="316386"/>
                    </a:lnTo>
                    <a:cubicBezTo>
                      <a:pt x="363438" y="316337"/>
                      <a:pt x="363278" y="316105"/>
                      <a:pt x="363327" y="315872"/>
                    </a:cubicBezTo>
                    <a:cubicBezTo>
                      <a:pt x="363376" y="315639"/>
                      <a:pt x="363609" y="315480"/>
                      <a:pt x="363842" y="315529"/>
                    </a:cubicBezTo>
                    <a:lnTo>
                      <a:pt x="366414" y="316043"/>
                    </a:lnTo>
                    <a:cubicBezTo>
                      <a:pt x="366647" y="316092"/>
                      <a:pt x="366806" y="316325"/>
                      <a:pt x="366757" y="316558"/>
                    </a:cubicBezTo>
                    <a:cubicBezTo>
                      <a:pt x="366720" y="316766"/>
                      <a:pt x="366537" y="316913"/>
                      <a:pt x="366328" y="316913"/>
                    </a:cubicBezTo>
                    <a:close/>
                    <a:moveTo>
                      <a:pt x="564860" y="316778"/>
                    </a:moveTo>
                    <a:cubicBezTo>
                      <a:pt x="564652" y="316778"/>
                      <a:pt x="564468" y="316631"/>
                      <a:pt x="564431" y="316423"/>
                    </a:cubicBezTo>
                    <a:cubicBezTo>
                      <a:pt x="564382" y="316190"/>
                      <a:pt x="564542" y="315958"/>
                      <a:pt x="564774" y="315909"/>
                    </a:cubicBezTo>
                    <a:lnTo>
                      <a:pt x="567347" y="315419"/>
                    </a:lnTo>
                    <a:cubicBezTo>
                      <a:pt x="567579" y="315370"/>
                      <a:pt x="567812" y="315529"/>
                      <a:pt x="567861" y="315762"/>
                    </a:cubicBezTo>
                    <a:cubicBezTo>
                      <a:pt x="567910" y="315994"/>
                      <a:pt x="567751" y="316227"/>
                      <a:pt x="567518" y="316276"/>
                    </a:cubicBezTo>
                    <a:lnTo>
                      <a:pt x="564946" y="316766"/>
                    </a:lnTo>
                    <a:cubicBezTo>
                      <a:pt x="564946" y="316766"/>
                      <a:pt x="564897" y="316766"/>
                      <a:pt x="564860" y="316766"/>
                    </a:cubicBezTo>
                    <a:close/>
                    <a:moveTo>
                      <a:pt x="357754" y="315186"/>
                    </a:moveTo>
                    <a:cubicBezTo>
                      <a:pt x="357754" y="315186"/>
                      <a:pt x="357692" y="315186"/>
                      <a:pt x="357668" y="315186"/>
                    </a:cubicBezTo>
                    <a:lnTo>
                      <a:pt x="355095" y="314671"/>
                    </a:lnTo>
                    <a:cubicBezTo>
                      <a:pt x="354863" y="314622"/>
                      <a:pt x="354703" y="314390"/>
                      <a:pt x="354752" y="314157"/>
                    </a:cubicBezTo>
                    <a:cubicBezTo>
                      <a:pt x="354802" y="313924"/>
                      <a:pt x="355022" y="313765"/>
                      <a:pt x="355267" y="313814"/>
                    </a:cubicBezTo>
                    <a:lnTo>
                      <a:pt x="357839" y="314328"/>
                    </a:lnTo>
                    <a:cubicBezTo>
                      <a:pt x="358072" y="314377"/>
                      <a:pt x="358231" y="314610"/>
                      <a:pt x="358182" y="314843"/>
                    </a:cubicBezTo>
                    <a:cubicBezTo>
                      <a:pt x="358146" y="315051"/>
                      <a:pt x="357962" y="315198"/>
                      <a:pt x="357754" y="315198"/>
                    </a:cubicBezTo>
                    <a:close/>
                    <a:moveTo>
                      <a:pt x="573447" y="315149"/>
                    </a:moveTo>
                    <a:cubicBezTo>
                      <a:pt x="573239" y="315149"/>
                      <a:pt x="573055" y="315002"/>
                      <a:pt x="573018" y="314794"/>
                    </a:cubicBezTo>
                    <a:cubicBezTo>
                      <a:pt x="572969" y="314561"/>
                      <a:pt x="573129" y="314328"/>
                      <a:pt x="573361" y="314279"/>
                    </a:cubicBezTo>
                    <a:lnTo>
                      <a:pt x="575934" y="313789"/>
                    </a:lnTo>
                    <a:cubicBezTo>
                      <a:pt x="576179" y="313753"/>
                      <a:pt x="576399" y="313900"/>
                      <a:pt x="576448" y="314132"/>
                    </a:cubicBezTo>
                    <a:cubicBezTo>
                      <a:pt x="576497" y="314365"/>
                      <a:pt x="576338" y="314598"/>
                      <a:pt x="576105" y="314647"/>
                    </a:cubicBezTo>
                    <a:lnTo>
                      <a:pt x="573533" y="315137"/>
                    </a:lnTo>
                    <a:cubicBezTo>
                      <a:pt x="573533" y="315137"/>
                      <a:pt x="573484" y="315137"/>
                      <a:pt x="573447" y="315137"/>
                    </a:cubicBezTo>
                    <a:close/>
                    <a:moveTo>
                      <a:pt x="582034" y="313520"/>
                    </a:moveTo>
                    <a:cubicBezTo>
                      <a:pt x="581826" y="313520"/>
                      <a:pt x="581642" y="313373"/>
                      <a:pt x="581605" y="313165"/>
                    </a:cubicBezTo>
                    <a:cubicBezTo>
                      <a:pt x="581556" y="312932"/>
                      <a:pt x="581716" y="312699"/>
                      <a:pt x="581948" y="312650"/>
                    </a:cubicBezTo>
                    <a:lnTo>
                      <a:pt x="584521" y="312160"/>
                    </a:lnTo>
                    <a:cubicBezTo>
                      <a:pt x="584754" y="312111"/>
                      <a:pt x="584986" y="312270"/>
                      <a:pt x="585035" y="312503"/>
                    </a:cubicBezTo>
                    <a:cubicBezTo>
                      <a:pt x="585084" y="312736"/>
                      <a:pt x="584925" y="312969"/>
                      <a:pt x="584692" y="313018"/>
                    </a:cubicBezTo>
                    <a:lnTo>
                      <a:pt x="582120" y="313508"/>
                    </a:lnTo>
                    <a:cubicBezTo>
                      <a:pt x="582120" y="313508"/>
                      <a:pt x="582071" y="313508"/>
                      <a:pt x="582034" y="313508"/>
                    </a:cubicBezTo>
                    <a:close/>
                    <a:moveTo>
                      <a:pt x="349179" y="313483"/>
                    </a:moveTo>
                    <a:cubicBezTo>
                      <a:pt x="349179" y="313483"/>
                      <a:pt x="349118" y="313483"/>
                      <a:pt x="349093" y="313483"/>
                    </a:cubicBezTo>
                    <a:lnTo>
                      <a:pt x="346521" y="312969"/>
                    </a:lnTo>
                    <a:cubicBezTo>
                      <a:pt x="346288" y="312920"/>
                      <a:pt x="346129" y="312687"/>
                      <a:pt x="346178" y="312454"/>
                    </a:cubicBezTo>
                    <a:cubicBezTo>
                      <a:pt x="346227" y="312221"/>
                      <a:pt x="346447" y="312062"/>
                      <a:pt x="346692" y="312111"/>
                    </a:cubicBezTo>
                    <a:lnTo>
                      <a:pt x="349265" y="312626"/>
                    </a:lnTo>
                    <a:cubicBezTo>
                      <a:pt x="349497" y="312675"/>
                      <a:pt x="349657" y="312907"/>
                      <a:pt x="349608" y="313140"/>
                    </a:cubicBezTo>
                    <a:cubicBezTo>
                      <a:pt x="349571" y="313348"/>
                      <a:pt x="349387" y="313495"/>
                      <a:pt x="349179" y="313495"/>
                    </a:cubicBezTo>
                    <a:close/>
                    <a:moveTo>
                      <a:pt x="590621" y="311903"/>
                    </a:moveTo>
                    <a:cubicBezTo>
                      <a:pt x="590413" y="311903"/>
                      <a:pt x="590229" y="311756"/>
                      <a:pt x="590193" y="311548"/>
                    </a:cubicBezTo>
                    <a:cubicBezTo>
                      <a:pt x="590144" y="311315"/>
                      <a:pt x="590303" y="311082"/>
                      <a:pt x="590535" y="311033"/>
                    </a:cubicBezTo>
                    <a:lnTo>
                      <a:pt x="593108" y="310543"/>
                    </a:lnTo>
                    <a:cubicBezTo>
                      <a:pt x="593341" y="310494"/>
                      <a:pt x="593573" y="310653"/>
                      <a:pt x="593622" y="310886"/>
                    </a:cubicBezTo>
                    <a:cubicBezTo>
                      <a:pt x="593671" y="311119"/>
                      <a:pt x="593512" y="311352"/>
                      <a:pt x="593279" y="311401"/>
                    </a:cubicBezTo>
                    <a:lnTo>
                      <a:pt x="590707" y="311891"/>
                    </a:lnTo>
                    <a:cubicBezTo>
                      <a:pt x="590707" y="311891"/>
                      <a:pt x="590658" y="311891"/>
                      <a:pt x="590621" y="311891"/>
                    </a:cubicBezTo>
                    <a:close/>
                    <a:moveTo>
                      <a:pt x="340616" y="311780"/>
                    </a:moveTo>
                    <a:cubicBezTo>
                      <a:pt x="340616" y="311780"/>
                      <a:pt x="340555" y="311780"/>
                      <a:pt x="340531" y="311780"/>
                    </a:cubicBezTo>
                    <a:lnTo>
                      <a:pt x="337958" y="311266"/>
                    </a:lnTo>
                    <a:cubicBezTo>
                      <a:pt x="337725" y="311217"/>
                      <a:pt x="337566" y="310984"/>
                      <a:pt x="337615" y="310751"/>
                    </a:cubicBezTo>
                    <a:cubicBezTo>
                      <a:pt x="337664" y="310519"/>
                      <a:pt x="337885" y="310359"/>
                      <a:pt x="338130" y="310408"/>
                    </a:cubicBezTo>
                    <a:lnTo>
                      <a:pt x="340702" y="310923"/>
                    </a:lnTo>
                    <a:cubicBezTo>
                      <a:pt x="340935" y="310972"/>
                      <a:pt x="341094" y="311205"/>
                      <a:pt x="341045" y="311437"/>
                    </a:cubicBezTo>
                    <a:cubicBezTo>
                      <a:pt x="341008" y="311646"/>
                      <a:pt x="340825" y="311793"/>
                      <a:pt x="340616" y="311793"/>
                    </a:cubicBezTo>
                    <a:close/>
                    <a:moveTo>
                      <a:pt x="599208" y="310274"/>
                    </a:moveTo>
                    <a:cubicBezTo>
                      <a:pt x="599000" y="310274"/>
                      <a:pt x="598816" y="310127"/>
                      <a:pt x="598780" y="309918"/>
                    </a:cubicBezTo>
                    <a:cubicBezTo>
                      <a:pt x="598731" y="309686"/>
                      <a:pt x="598890" y="309453"/>
                      <a:pt x="599123" y="309404"/>
                    </a:cubicBezTo>
                    <a:lnTo>
                      <a:pt x="601695" y="308914"/>
                    </a:lnTo>
                    <a:cubicBezTo>
                      <a:pt x="601928" y="308877"/>
                      <a:pt x="602161" y="309024"/>
                      <a:pt x="602209" y="309257"/>
                    </a:cubicBezTo>
                    <a:cubicBezTo>
                      <a:pt x="602258" y="309490"/>
                      <a:pt x="602099" y="309722"/>
                      <a:pt x="601866" y="309771"/>
                    </a:cubicBezTo>
                    <a:lnTo>
                      <a:pt x="599294" y="310261"/>
                    </a:lnTo>
                    <a:cubicBezTo>
                      <a:pt x="599294" y="310261"/>
                      <a:pt x="599245" y="310261"/>
                      <a:pt x="599208" y="310261"/>
                    </a:cubicBezTo>
                    <a:close/>
                    <a:moveTo>
                      <a:pt x="332041" y="310078"/>
                    </a:moveTo>
                    <a:cubicBezTo>
                      <a:pt x="332041" y="310078"/>
                      <a:pt x="331980" y="310078"/>
                      <a:pt x="331956" y="310078"/>
                    </a:cubicBezTo>
                    <a:lnTo>
                      <a:pt x="329383" y="309563"/>
                    </a:lnTo>
                    <a:cubicBezTo>
                      <a:pt x="329151" y="309514"/>
                      <a:pt x="328991" y="309281"/>
                      <a:pt x="329040" y="309049"/>
                    </a:cubicBezTo>
                    <a:cubicBezTo>
                      <a:pt x="329089" y="308816"/>
                      <a:pt x="329310" y="308657"/>
                      <a:pt x="329555" y="308706"/>
                    </a:cubicBezTo>
                    <a:lnTo>
                      <a:pt x="332127" y="309220"/>
                    </a:lnTo>
                    <a:cubicBezTo>
                      <a:pt x="332360" y="309269"/>
                      <a:pt x="332519" y="309502"/>
                      <a:pt x="332470" y="309735"/>
                    </a:cubicBezTo>
                    <a:cubicBezTo>
                      <a:pt x="332433" y="309943"/>
                      <a:pt x="332250" y="310090"/>
                      <a:pt x="332041" y="310090"/>
                    </a:cubicBezTo>
                    <a:close/>
                    <a:moveTo>
                      <a:pt x="607795" y="308657"/>
                    </a:moveTo>
                    <a:cubicBezTo>
                      <a:pt x="607587" y="308657"/>
                      <a:pt x="607403" y="308510"/>
                      <a:pt x="607367" y="308301"/>
                    </a:cubicBezTo>
                    <a:cubicBezTo>
                      <a:pt x="607318" y="308069"/>
                      <a:pt x="607477" y="307836"/>
                      <a:pt x="607710" y="307787"/>
                    </a:cubicBezTo>
                    <a:lnTo>
                      <a:pt x="610282" y="307297"/>
                    </a:lnTo>
                    <a:cubicBezTo>
                      <a:pt x="610515" y="307248"/>
                      <a:pt x="610748" y="307407"/>
                      <a:pt x="610797" y="307640"/>
                    </a:cubicBezTo>
                    <a:cubicBezTo>
                      <a:pt x="610846" y="307873"/>
                      <a:pt x="610686" y="308105"/>
                      <a:pt x="610454" y="308154"/>
                    </a:cubicBezTo>
                    <a:lnTo>
                      <a:pt x="607881" y="308644"/>
                    </a:lnTo>
                    <a:cubicBezTo>
                      <a:pt x="607881" y="308644"/>
                      <a:pt x="607832" y="308644"/>
                      <a:pt x="607795" y="308644"/>
                    </a:cubicBezTo>
                    <a:close/>
                    <a:moveTo>
                      <a:pt x="323467" y="308375"/>
                    </a:moveTo>
                    <a:cubicBezTo>
                      <a:pt x="323467" y="308375"/>
                      <a:pt x="323405" y="308375"/>
                      <a:pt x="323381" y="308375"/>
                    </a:cubicBezTo>
                    <a:lnTo>
                      <a:pt x="320808" y="307860"/>
                    </a:lnTo>
                    <a:cubicBezTo>
                      <a:pt x="320576" y="307812"/>
                      <a:pt x="320416" y="307579"/>
                      <a:pt x="320465" y="307346"/>
                    </a:cubicBezTo>
                    <a:cubicBezTo>
                      <a:pt x="320514" y="307113"/>
                      <a:pt x="320747" y="306954"/>
                      <a:pt x="320980" y="307003"/>
                    </a:cubicBezTo>
                    <a:lnTo>
                      <a:pt x="323552" y="307518"/>
                    </a:lnTo>
                    <a:cubicBezTo>
                      <a:pt x="323785" y="307567"/>
                      <a:pt x="323944" y="307799"/>
                      <a:pt x="323895" y="308032"/>
                    </a:cubicBezTo>
                    <a:cubicBezTo>
                      <a:pt x="323859" y="308240"/>
                      <a:pt x="323675" y="308387"/>
                      <a:pt x="323467" y="308387"/>
                    </a:cubicBezTo>
                    <a:close/>
                    <a:moveTo>
                      <a:pt x="616382" y="307028"/>
                    </a:moveTo>
                    <a:cubicBezTo>
                      <a:pt x="616174" y="307028"/>
                      <a:pt x="615990" y="306881"/>
                      <a:pt x="615954" y="306672"/>
                    </a:cubicBezTo>
                    <a:cubicBezTo>
                      <a:pt x="615905" y="306440"/>
                      <a:pt x="616064" y="306207"/>
                      <a:pt x="616297" y="306158"/>
                    </a:cubicBezTo>
                    <a:lnTo>
                      <a:pt x="618869" y="305668"/>
                    </a:lnTo>
                    <a:cubicBezTo>
                      <a:pt x="619102" y="305631"/>
                      <a:pt x="619335" y="305778"/>
                      <a:pt x="619384" y="306011"/>
                    </a:cubicBezTo>
                    <a:cubicBezTo>
                      <a:pt x="619433" y="306244"/>
                      <a:pt x="619273" y="306476"/>
                      <a:pt x="619041" y="306525"/>
                    </a:cubicBezTo>
                    <a:lnTo>
                      <a:pt x="616468" y="307015"/>
                    </a:lnTo>
                    <a:cubicBezTo>
                      <a:pt x="616468" y="307015"/>
                      <a:pt x="616419" y="307015"/>
                      <a:pt x="616382" y="307015"/>
                    </a:cubicBezTo>
                    <a:close/>
                    <a:moveTo>
                      <a:pt x="314892" y="306672"/>
                    </a:moveTo>
                    <a:cubicBezTo>
                      <a:pt x="314892" y="306672"/>
                      <a:pt x="314831" y="306672"/>
                      <a:pt x="314806" y="306672"/>
                    </a:cubicBezTo>
                    <a:lnTo>
                      <a:pt x="312234" y="306158"/>
                    </a:lnTo>
                    <a:cubicBezTo>
                      <a:pt x="312001" y="306109"/>
                      <a:pt x="311842" y="305876"/>
                      <a:pt x="311891" y="305643"/>
                    </a:cubicBezTo>
                    <a:cubicBezTo>
                      <a:pt x="311940" y="305411"/>
                      <a:pt x="312160" y="305251"/>
                      <a:pt x="312405" y="305300"/>
                    </a:cubicBezTo>
                    <a:lnTo>
                      <a:pt x="314978" y="305815"/>
                    </a:lnTo>
                    <a:cubicBezTo>
                      <a:pt x="315210" y="305864"/>
                      <a:pt x="315370" y="306097"/>
                      <a:pt x="315321" y="306329"/>
                    </a:cubicBezTo>
                    <a:cubicBezTo>
                      <a:pt x="315284" y="306537"/>
                      <a:pt x="315100" y="306684"/>
                      <a:pt x="314892" y="306684"/>
                    </a:cubicBezTo>
                    <a:close/>
                    <a:moveTo>
                      <a:pt x="624969" y="305411"/>
                    </a:moveTo>
                    <a:cubicBezTo>
                      <a:pt x="624761" y="305411"/>
                      <a:pt x="624578" y="305264"/>
                      <a:pt x="624541" y="305055"/>
                    </a:cubicBezTo>
                    <a:cubicBezTo>
                      <a:pt x="624492" y="304823"/>
                      <a:pt x="624651" y="304590"/>
                      <a:pt x="624884" y="304541"/>
                    </a:cubicBezTo>
                    <a:lnTo>
                      <a:pt x="627456" y="304051"/>
                    </a:lnTo>
                    <a:cubicBezTo>
                      <a:pt x="627689" y="304002"/>
                      <a:pt x="627922" y="304161"/>
                      <a:pt x="627971" y="304394"/>
                    </a:cubicBezTo>
                    <a:cubicBezTo>
                      <a:pt x="628020" y="304627"/>
                      <a:pt x="627860" y="304859"/>
                      <a:pt x="627628" y="304908"/>
                    </a:cubicBezTo>
                    <a:lnTo>
                      <a:pt x="625055" y="305398"/>
                    </a:lnTo>
                    <a:cubicBezTo>
                      <a:pt x="625055" y="305398"/>
                      <a:pt x="625006" y="305398"/>
                      <a:pt x="624969" y="305398"/>
                    </a:cubicBezTo>
                    <a:close/>
                    <a:moveTo>
                      <a:pt x="306329" y="304970"/>
                    </a:moveTo>
                    <a:cubicBezTo>
                      <a:pt x="306329" y="304970"/>
                      <a:pt x="306268" y="304970"/>
                      <a:pt x="306244" y="304970"/>
                    </a:cubicBezTo>
                    <a:lnTo>
                      <a:pt x="303671" y="304455"/>
                    </a:lnTo>
                    <a:cubicBezTo>
                      <a:pt x="303438" y="304406"/>
                      <a:pt x="303279" y="304173"/>
                      <a:pt x="303328" y="303941"/>
                    </a:cubicBezTo>
                    <a:cubicBezTo>
                      <a:pt x="303377" y="303708"/>
                      <a:pt x="303598" y="303549"/>
                      <a:pt x="303843" y="303598"/>
                    </a:cubicBezTo>
                    <a:lnTo>
                      <a:pt x="306415" y="304112"/>
                    </a:lnTo>
                    <a:cubicBezTo>
                      <a:pt x="306648" y="304161"/>
                      <a:pt x="306807" y="304394"/>
                      <a:pt x="306758" y="304627"/>
                    </a:cubicBezTo>
                    <a:cubicBezTo>
                      <a:pt x="306721" y="304835"/>
                      <a:pt x="306538" y="304982"/>
                      <a:pt x="306329" y="304982"/>
                    </a:cubicBezTo>
                    <a:close/>
                    <a:moveTo>
                      <a:pt x="633557" y="303781"/>
                    </a:moveTo>
                    <a:cubicBezTo>
                      <a:pt x="633348" y="303781"/>
                      <a:pt x="633165" y="303634"/>
                      <a:pt x="633128" y="303426"/>
                    </a:cubicBezTo>
                    <a:cubicBezTo>
                      <a:pt x="633079" y="303193"/>
                      <a:pt x="633238" y="302961"/>
                      <a:pt x="633471" y="302912"/>
                    </a:cubicBezTo>
                    <a:lnTo>
                      <a:pt x="636043" y="302422"/>
                    </a:lnTo>
                    <a:cubicBezTo>
                      <a:pt x="636276" y="302373"/>
                      <a:pt x="636509" y="302532"/>
                      <a:pt x="636558" y="302765"/>
                    </a:cubicBezTo>
                    <a:cubicBezTo>
                      <a:pt x="636607" y="302997"/>
                      <a:pt x="636447" y="303230"/>
                      <a:pt x="636215" y="303279"/>
                    </a:cubicBezTo>
                    <a:lnTo>
                      <a:pt x="633642" y="303769"/>
                    </a:lnTo>
                    <a:cubicBezTo>
                      <a:pt x="633642" y="303769"/>
                      <a:pt x="633593" y="303769"/>
                      <a:pt x="633557" y="303769"/>
                    </a:cubicBezTo>
                    <a:close/>
                    <a:moveTo>
                      <a:pt x="297754" y="303267"/>
                    </a:moveTo>
                    <a:cubicBezTo>
                      <a:pt x="297754" y="303267"/>
                      <a:pt x="297693" y="303267"/>
                      <a:pt x="297669" y="303267"/>
                    </a:cubicBezTo>
                    <a:lnTo>
                      <a:pt x="295096" y="302752"/>
                    </a:lnTo>
                    <a:cubicBezTo>
                      <a:pt x="294863" y="302703"/>
                      <a:pt x="294704" y="302471"/>
                      <a:pt x="294753" y="302238"/>
                    </a:cubicBezTo>
                    <a:cubicBezTo>
                      <a:pt x="294802" y="302005"/>
                      <a:pt x="295023" y="301846"/>
                      <a:pt x="295268" y="301895"/>
                    </a:cubicBezTo>
                    <a:lnTo>
                      <a:pt x="297840" y="302409"/>
                    </a:lnTo>
                    <a:cubicBezTo>
                      <a:pt x="298073" y="302458"/>
                      <a:pt x="298232" y="302691"/>
                      <a:pt x="298183" y="302924"/>
                    </a:cubicBezTo>
                    <a:cubicBezTo>
                      <a:pt x="298146" y="303132"/>
                      <a:pt x="297963" y="303279"/>
                      <a:pt x="297754" y="303279"/>
                    </a:cubicBezTo>
                    <a:close/>
                    <a:moveTo>
                      <a:pt x="642144" y="302164"/>
                    </a:moveTo>
                    <a:cubicBezTo>
                      <a:pt x="641935" y="302164"/>
                      <a:pt x="641752" y="302017"/>
                      <a:pt x="641715" y="301809"/>
                    </a:cubicBezTo>
                    <a:cubicBezTo>
                      <a:pt x="641666" y="301576"/>
                      <a:pt x="641825" y="301344"/>
                      <a:pt x="642058" y="301295"/>
                    </a:cubicBezTo>
                    <a:lnTo>
                      <a:pt x="644630" y="300805"/>
                    </a:lnTo>
                    <a:cubicBezTo>
                      <a:pt x="644863" y="300768"/>
                      <a:pt x="645096" y="300915"/>
                      <a:pt x="645145" y="301148"/>
                    </a:cubicBezTo>
                    <a:cubicBezTo>
                      <a:pt x="645194" y="301380"/>
                      <a:pt x="645035" y="301613"/>
                      <a:pt x="644802" y="301662"/>
                    </a:cubicBezTo>
                    <a:lnTo>
                      <a:pt x="642229" y="302152"/>
                    </a:lnTo>
                    <a:cubicBezTo>
                      <a:pt x="642229" y="302152"/>
                      <a:pt x="642180" y="302152"/>
                      <a:pt x="642144" y="302152"/>
                    </a:cubicBezTo>
                    <a:close/>
                    <a:moveTo>
                      <a:pt x="289180" y="301564"/>
                    </a:moveTo>
                    <a:cubicBezTo>
                      <a:pt x="289180" y="301564"/>
                      <a:pt x="289118" y="301564"/>
                      <a:pt x="289094" y="301564"/>
                    </a:cubicBezTo>
                    <a:lnTo>
                      <a:pt x="286521" y="301050"/>
                    </a:lnTo>
                    <a:cubicBezTo>
                      <a:pt x="286289" y="301001"/>
                      <a:pt x="286129" y="300768"/>
                      <a:pt x="286178" y="300535"/>
                    </a:cubicBezTo>
                    <a:cubicBezTo>
                      <a:pt x="286227" y="300302"/>
                      <a:pt x="286460" y="300143"/>
                      <a:pt x="286693" y="300192"/>
                    </a:cubicBezTo>
                    <a:lnTo>
                      <a:pt x="289265" y="300707"/>
                    </a:lnTo>
                    <a:cubicBezTo>
                      <a:pt x="289498" y="300756"/>
                      <a:pt x="289657" y="300988"/>
                      <a:pt x="289608" y="301221"/>
                    </a:cubicBezTo>
                    <a:cubicBezTo>
                      <a:pt x="289572" y="301429"/>
                      <a:pt x="289388" y="301576"/>
                      <a:pt x="289180" y="301576"/>
                    </a:cubicBezTo>
                    <a:close/>
                    <a:moveTo>
                      <a:pt x="650731" y="300535"/>
                    </a:moveTo>
                    <a:cubicBezTo>
                      <a:pt x="650522" y="300535"/>
                      <a:pt x="650339" y="300388"/>
                      <a:pt x="650302" y="300180"/>
                    </a:cubicBezTo>
                    <a:cubicBezTo>
                      <a:pt x="650253" y="299947"/>
                      <a:pt x="650412" y="299714"/>
                      <a:pt x="650645" y="299665"/>
                    </a:cubicBezTo>
                    <a:lnTo>
                      <a:pt x="653217" y="299175"/>
                    </a:lnTo>
                    <a:cubicBezTo>
                      <a:pt x="653462" y="299139"/>
                      <a:pt x="653683" y="299286"/>
                      <a:pt x="653732" y="299518"/>
                    </a:cubicBezTo>
                    <a:cubicBezTo>
                      <a:pt x="653781" y="299751"/>
                      <a:pt x="653622" y="299984"/>
                      <a:pt x="653389" y="300033"/>
                    </a:cubicBezTo>
                    <a:lnTo>
                      <a:pt x="650817" y="300523"/>
                    </a:lnTo>
                    <a:cubicBezTo>
                      <a:pt x="650817" y="300523"/>
                      <a:pt x="650767" y="300523"/>
                      <a:pt x="650731" y="300523"/>
                    </a:cubicBezTo>
                    <a:close/>
                    <a:moveTo>
                      <a:pt x="280605" y="299861"/>
                    </a:moveTo>
                    <a:cubicBezTo>
                      <a:pt x="280605" y="299861"/>
                      <a:pt x="280544" y="299861"/>
                      <a:pt x="280519" y="299861"/>
                    </a:cubicBezTo>
                    <a:lnTo>
                      <a:pt x="277947" y="299347"/>
                    </a:lnTo>
                    <a:cubicBezTo>
                      <a:pt x="277714" y="299298"/>
                      <a:pt x="277555" y="299065"/>
                      <a:pt x="277604" y="298832"/>
                    </a:cubicBezTo>
                    <a:cubicBezTo>
                      <a:pt x="277653" y="298600"/>
                      <a:pt x="277885" y="298440"/>
                      <a:pt x="278118" y="298489"/>
                    </a:cubicBezTo>
                    <a:lnTo>
                      <a:pt x="280691" y="299004"/>
                    </a:lnTo>
                    <a:cubicBezTo>
                      <a:pt x="280923" y="299053"/>
                      <a:pt x="281083" y="299286"/>
                      <a:pt x="281034" y="299518"/>
                    </a:cubicBezTo>
                    <a:cubicBezTo>
                      <a:pt x="280997" y="299727"/>
                      <a:pt x="280813" y="299874"/>
                      <a:pt x="280605" y="299874"/>
                    </a:cubicBezTo>
                    <a:close/>
                    <a:moveTo>
                      <a:pt x="659318" y="298918"/>
                    </a:moveTo>
                    <a:cubicBezTo>
                      <a:pt x="659109" y="298918"/>
                      <a:pt x="658926" y="298771"/>
                      <a:pt x="658889" y="298563"/>
                    </a:cubicBezTo>
                    <a:cubicBezTo>
                      <a:pt x="658840" y="298330"/>
                      <a:pt x="658999" y="298097"/>
                      <a:pt x="659232" y="298048"/>
                    </a:cubicBezTo>
                    <a:lnTo>
                      <a:pt x="661805" y="297558"/>
                    </a:lnTo>
                    <a:cubicBezTo>
                      <a:pt x="662049" y="297509"/>
                      <a:pt x="662270" y="297669"/>
                      <a:pt x="662319" y="297901"/>
                    </a:cubicBezTo>
                    <a:cubicBezTo>
                      <a:pt x="662368" y="298134"/>
                      <a:pt x="662209" y="298367"/>
                      <a:pt x="661976" y="298416"/>
                    </a:cubicBezTo>
                    <a:lnTo>
                      <a:pt x="659403" y="298906"/>
                    </a:lnTo>
                    <a:cubicBezTo>
                      <a:pt x="659403" y="298906"/>
                      <a:pt x="659355" y="298906"/>
                      <a:pt x="659318" y="298906"/>
                    </a:cubicBezTo>
                    <a:close/>
                    <a:moveTo>
                      <a:pt x="272042" y="298159"/>
                    </a:moveTo>
                    <a:cubicBezTo>
                      <a:pt x="272042" y="298159"/>
                      <a:pt x="271981" y="298159"/>
                      <a:pt x="271957" y="298159"/>
                    </a:cubicBezTo>
                    <a:lnTo>
                      <a:pt x="269384" y="297644"/>
                    </a:lnTo>
                    <a:cubicBezTo>
                      <a:pt x="269151" y="297595"/>
                      <a:pt x="268992" y="297362"/>
                      <a:pt x="269041" y="297130"/>
                    </a:cubicBezTo>
                    <a:cubicBezTo>
                      <a:pt x="269090" y="296897"/>
                      <a:pt x="269311" y="296738"/>
                      <a:pt x="269556" y="296787"/>
                    </a:cubicBezTo>
                    <a:lnTo>
                      <a:pt x="272128" y="297301"/>
                    </a:lnTo>
                    <a:cubicBezTo>
                      <a:pt x="272361" y="297350"/>
                      <a:pt x="272520" y="297583"/>
                      <a:pt x="272471" y="297816"/>
                    </a:cubicBezTo>
                    <a:cubicBezTo>
                      <a:pt x="272434" y="298024"/>
                      <a:pt x="272250" y="298171"/>
                      <a:pt x="272042" y="298171"/>
                    </a:cubicBezTo>
                    <a:close/>
                    <a:moveTo>
                      <a:pt x="667905" y="297289"/>
                    </a:moveTo>
                    <a:cubicBezTo>
                      <a:pt x="667697" y="297289"/>
                      <a:pt x="667513" y="297142"/>
                      <a:pt x="667476" y="296934"/>
                    </a:cubicBezTo>
                    <a:cubicBezTo>
                      <a:pt x="667427" y="296701"/>
                      <a:pt x="667586" y="296468"/>
                      <a:pt x="667819" y="296419"/>
                    </a:cubicBezTo>
                    <a:lnTo>
                      <a:pt x="670392" y="295929"/>
                    </a:lnTo>
                    <a:cubicBezTo>
                      <a:pt x="670624" y="295892"/>
                      <a:pt x="670857" y="296039"/>
                      <a:pt x="670906" y="296272"/>
                    </a:cubicBezTo>
                    <a:cubicBezTo>
                      <a:pt x="670955" y="296505"/>
                      <a:pt x="670796" y="296738"/>
                      <a:pt x="670563" y="296787"/>
                    </a:cubicBezTo>
                    <a:lnTo>
                      <a:pt x="667991" y="297277"/>
                    </a:lnTo>
                    <a:cubicBezTo>
                      <a:pt x="667991" y="297277"/>
                      <a:pt x="667942" y="297277"/>
                      <a:pt x="667905" y="297277"/>
                    </a:cubicBezTo>
                    <a:close/>
                    <a:moveTo>
                      <a:pt x="263467" y="296456"/>
                    </a:moveTo>
                    <a:cubicBezTo>
                      <a:pt x="263467" y="296456"/>
                      <a:pt x="263406" y="296456"/>
                      <a:pt x="263382" y="296456"/>
                    </a:cubicBezTo>
                    <a:lnTo>
                      <a:pt x="260809" y="295942"/>
                    </a:lnTo>
                    <a:cubicBezTo>
                      <a:pt x="260576" y="295892"/>
                      <a:pt x="260417" y="295660"/>
                      <a:pt x="260466" y="295427"/>
                    </a:cubicBezTo>
                    <a:cubicBezTo>
                      <a:pt x="260515" y="295194"/>
                      <a:pt x="260736" y="295035"/>
                      <a:pt x="260981" y="295084"/>
                    </a:cubicBezTo>
                    <a:lnTo>
                      <a:pt x="263553" y="295598"/>
                    </a:lnTo>
                    <a:cubicBezTo>
                      <a:pt x="263786" y="295648"/>
                      <a:pt x="263945" y="295880"/>
                      <a:pt x="263896" y="296113"/>
                    </a:cubicBezTo>
                    <a:cubicBezTo>
                      <a:pt x="263859" y="296321"/>
                      <a:pt x="263676" y="296468"/>
                      <a:pt x="263467" y="296468"/>
                    </a:cubicBezTo>
                    <a:close/>
                    <a:moveTo>
                      <a:pt x="676492" y="295660"/>
                    </a:moveTo>
                    <a:cubicBezTo>
                      <a:pt x="676284" y="295660"/>
                      <a:pt x="676100" y="295513"/>
                      <a:pt x="676063" y="295305"/>
                    </a:cubicBezTo>
                    <a:cubicBezTo>
                      <a:pt x="676014" y="295072"/>
                      <a:pt x="676173" y="294839"/>
                      <a:pt x="676406" y="294790"/>
                    </a:cubicBezTo>
                    <a:lnTo>
                      <a:pt x="678979" y="294300"/>
                    </a:lnTo>
                    <a:cubicBezTo>
                      <a:pt x="679211" y="294251"/>
                      <a:pt x="679444" y="294410"/>
                      <a:pt x="679493" y="294643"/>
                    </a:cubicBezTo>
                    <a:cubicBezTo>
                      <a:pt x="679542" y="294876"/>
                      <a:pt x="679383" y="295109"/>
                      <a:pt x="679150" y="295158"/>
                    </a:cubicBezTo>
                    <a:lnTo>
                      <a:pt x="676578" y="295648"/>
                    </a:lnTo>
                    <a:cubicBezTo>
                      <a:pt x="676578" y="295648"/>
                      <a:pt x="676529" y="295648"/>
                      <a:pt x="676492" y="295648"/>
                    </a:cubicBezTo>
                    <a:close/>
                    <a:moveTo>
                      <a:pt x="254893" y="294741"/>
                    </a:moveTo>
                    <a:cubicBezTo>
                      <a:pt x="254893" y="294741"/>
                      <a:pt x="254831" y="294741"/>
                      <a:pt x="254807" y="294741"/>
                    </a:cubicBezTo>
                    <a:lnTo>
                      <a:pt x="252234" y="294227"/>
                    </a:lnTo>
                    <a:cubicBezTo>
                      <a:pt x="252002" y="294178"/>
                      <a:pt x="251842" y="293945"/>
                      <a:pt x="251891" y="293712"/>
                    </a:cubicBezTo>
                    <a:cubicBezTo>
                      <a:pt x="251940" y="293479"/>
                      <a:pt x="252161" y="293320"/>
                      <a:pt x="252406" y="293369"/>
                    </a:cubicBezTo>
                    <a:lnTo>
                      <a:pt x="254978" y="293884"/>
                    </a:lnTo>
                    <a:cubicBezTo>
                      <a:pt x="255211" y="293933"/>
                      <a:pt x="255370" y="294165"/>
                      <a:pt x="255321" y="294398"/>
                    </a:cubicBezTo>
                    <a:cubicBezTo>
                      <a:pt x="255285" y="294606"/>
                      <a:pt x="255101" y="294753"/>
                      <a:pt x="254893" y="294753"/>
                    </a:cubicBezTo>
                    <a:close/>
                    <a:moveTo>
                      <a:pt x="685079" y="294031"/>
                    </a:moveTo>
                    <a:cubicBezTo>
                      <a:pt x="684871" y="294031"/>
                      <a:pt x="684687" y="293884"/>
                      <a:pt x="684650" y="293675"/>
                    </a:cubicBezTo>
                    <a:cubicBezTo>
                      <a:pt x="684601" y="293443"/>
                      <a:pt x="684761" y="293210"/>
                      <a:pt x="684993" y="293161"/>
                    </a:cubicBezTo>
                    <a:lnTo>
                      <a:pt x="687566" y="292671"/>
                    </a:lnTo>
                    <a:cubicBezTo>
                      <a:pt x="687798" y="292634"/>
                      <a:pt x="688031" y="292781"/>
                      <a:pt x="688080" y="293014"/>
                    </a:cubicBezTo>
                    <a:cubicBezTo>
                      <a:pt x="688129" y="293247"/>
                      <a:pt x="687970" y="293479"/>
                      <a:pt x="687737" y="293528"/>
                    </a:cubicBezTo>
                    <a:lnTo>
                      <a:pt x="685165" y="294018"/>
                    </a:lnTo>
                    <a:cubicBezTo>
                      <a:pt x="685165" y="294018"/>
                      <a:pt x="685116" y="294018"/>
                      <a:pt x="685079" y="294018"/>
                    </a:cubicBezTo>
                    <a:close/>
                    <a:moveTo>
                      <a:pt x="246318" y="293038"/>
                    </a:moveTo>
                    <a:cubicBezTo>
                      <a:pt x="246318" y="293038"/>
                      <a:pt x="246256" y="293038"/>
                      <a:pt x="246232" y="293038"/>
                    </a:cubicBezTo>
                    <a:lnTo>
                      <a:pt x="243660" y="292524"/>
                    </a:lnTo>
                    <a:cubicBezTo>
                      <a:pt x="243427" y="292475"/>
                      <a:pt x="243268" y="292242"/>
                      <a:pt x="243317" y="292009"/>
                    </a:cubicBezTo>
                    <a:cubicBezTo>
                      <a:pt x="243366" y="291777"/>
                      <a:pt x="243586" y="291617"/>
                      <a:pt x="243831" y="291666"/>
                    </a:cubicBezTo>
                    <a:lnTo>
                      <a:pt x="246403" y="292181"/>
                    </a:lnTo>
                    <a:cubicBezTo>
                      <a:pt x="246636" y="292230"/>
                      <a:pt x="246795" y="292463"/>
                      <a:pt x="246747" y="292695"/>
                    </a:cubicBezTo>
                    <a:cubicBezTo>
                      <a:pt x="246710" y="292904"/>
                      <a:pt x="246526" y="293051"/>
                      <a:pt x="246318" y="293051"/>
                    </a:cubicBezTo>
                    <a:close/>
                    <a:moveTo>
                      <a:pt x="693666" y="292401"/>
                    </a:moveTo>
                    <a:cubicBezTo>
                      <a:pt x="693458" y="292401"/>
                      <a:pt x="693274" y="292254"/>
                      <a:pt x="693237" y="292046"/>
                    </a:cubicBezTo>
                    <a:cubicBezTo>
                      <a:pt x="693188" y="291813"/>
                      <a:pt x="693348" y="291581"/>
                      <a:pt x="693580" y="291532"/>
                    </a:cubicBezTo>
                    <a:lnTo>
                      <a:pt x="696153" y="291042"/>
                    </a:lnTo>
                    <a:cubicBezTo>
                      <a:pt x="696386" y="291005"/>
                      <a:pt x="696618" y="291152"/>
                      <a:pt x="696667" y="291385"/>
                    </a:cubicBezTo>
                    <a:cubicBezTo>
                      <a:pt x="696716" y="291617"/>
                      <a:pt x="696557" y="291850"/>
                      <a:pt x="696324" y="291899"/>
                    </a:cubicBezTo>
                    <a:lnTo>
                      <a:pt x="693752" y="292389"/>
                    </a:lnTo>
                    <a:cubicBezTo>
                      <a:pt x="693752" y="292389"/>
                      <a:pt x="693703" y="292389"/>
                      <a:pt x="693666" y="292389"/>
                    </a:cubicBezTo>
                    <a:close/>
                    <a:moveTo>
                      <a:pt x="237755" y="291323"/>
                    </a:moveTo>
                    <a:cubicBezTo>
                      <a:pt x="237755" y="291323"/>
                      <a:pt x="237694" y="291323"/>
                      <a:pt x="237669" y="291323"/>
                    </a:cubicBezTo>
                    <a:lnTo>
                      <a:pt x="235097" y="290809"/>
                    </a:lnTo>
                    <a:cubicBezTo>
                      <a:pt x="234864" y="290760"/>
                      <a:pt x="234705" y="290527"/>
                      <a:pt x="234754" y="290294"/>
                    </a:cubicBezTo>
                    <a:cubicBezTo>
                      <a:pt x="234803" y="290062"/>
                      <a:pt x="235036" y="289902"/>
                      <a:pt x="235269" y="289951"/>
                    </a:cubicBezTo>
                    <a:lnTo>
                      <a:pt x="237841" y="290466"/>
                    </a:lnTo>
                    <a:cubicBezTo>
                      <a:pt x="238074" y="290515"/>
                      <a:pt x="238233" y="290748"/>
                      <a:pt x="238184" y="290980"/>
                    </a:cubicBezTo>
                    <a:cubicBezTo>
                      <a:pt x="238147" y="291189"/>
                      <a:pt x="237963" y="291336"/>
                      <a:pt x="237755" y="291336"/>
                    </a:cubicBezTo>
                    <a:close/>
                    <a:moveTo>
                      <a:pt x="702253" y="290772"/>
                    </a:moveTo>
                    <a:cubicBezTo>
                      <a:pt x="702045" y="290772"/>
                      <a:pt x="701861" y="290625"/>
                      <a:pt x="701824" y="290417"/>
                    </a:cubicBezTo>
                    <a:cubicBezTo>
                      <a:pt x="701775" y="290184"/>
                      <a:pt x="701935" y="289951"/>
                      <a:pt x="702167" y="289902"/>
                    </a:cubicBezTo>
                    <a:lnTo>
                      <a:pt x="704740" y="289412"/>
                    </a:lnTo>
                    <a:cubicBezTo>
                      <a:pt x="704973" y="289363"/>
                      <a:pt x="705205" y="289523"/>
                      <a:pt x="705254" y="289755"/>
                    </a:cubicBezTo>
                    <a:cubicBezTo>
                      <a:pt x="705303" y="289988"/>
                      <a:pt x="705144" y="290221"/>
                      <a:pt x="704911" y="290270"/>
                    </a:cubicBezTo>
                    <a:lnTo>
                      <a:pt x="702339" y="290760"/>
                    </a:lnTo>
                    <a:cubicBezTo>
                      <a:pt x="702339" y="290760"/>
                      <a:pt x="702290" y="290760"/>
                      <a:pt x="702253" y="290760"/>
                    </a:cubicBezTo>
                    <a:close/>
                    <a:moveTo>
                      <a:pt x="229180" y="289621"/>
                    </a:moveTo>
                    <a:cubicBezTo>
                      <a:pt x="229180" y="289621"/>
                      <a:pt x="229119" y="289621"/>
                      <a:pt x="229095" y="289621"/>
                    </a:cubicBezTo>
                    <a:lnTo>
                      <a:pt x="226522" y="289106"/>
                    </a:lnTo>
                    <a:cubicBezTo>
                      <a:pt x="226289" y="289057"/>
                      <a:pt x="226130" y="288824"/>
                      <a:pt x="226179" y="288592"/>
                    </a:cubicBezTo>
                    <a:cubicBezTo>
                      <a:pt x="226228" y="288359"/>
                      <a:pt x="226449" y="288200"/>
                      <a:pt x="226694" y="288249"/>
                    </a:cubicBezTo>
                    <a:lnTo>
                      <a:pt x="229266" y="288763"/>
                    </a:lnTo>
                    <a:cubicBezTo>
                      <a:pt x="229499" y="288812"/>
                      <a:pt x="229658" y="289045"/>
                      <a:pt x="229609" y="289278"/>
                    </a:cubicBezTo>
                    <a:cubicBezTo>
                      <a:pt x="229572" y="289486"/>
                      <a:pt x="229389" y="289633"/>
                      <a:pt x="229180" y="289633"/>
                    </a:cubicBezTo>
                    <a:close/>
                    <a:moveTo>
                      <a:pt x="710840" y="289143"/>
                    </a:moveTo>
                    <a:cubicBezTo>
                      <a:pt x="710632" y="289143"/>
                      <a:pt x="710448" y="288996"/>
                      <a:pt x="710411" y="288788"/>
                    </a:cubicBezTo>
                    <a:cubicBezTo>
                      <a:pt x="710363" y="288555"/>
                      <a:pt x="710522" y="288322"/>
                      <a:pt x="710754" y="288273"/>
                    </a:cubicBezTo>
                    <a:lnTo>
                      <a:pt x="713327" y="287783"/>
                    </a:lnTo>
                    <a:cubicBezTo>
                      <a:pt x="713560" y="287746"/>
                      <a:pt x="713792" y="287893"/>
                      <a:pt x="713841" y="288126"/>
                    </a:cubicBezTo>
                    <a:cubicBezTo>
                      <a:pt x="713890" y="288359"/>
                      <a:pt x="713731" y="288592"/>
                      <a:pt x="713498" y="288641"/>
                    </a:cubicBezTo>
                    <a:lnTo>
                      <a:pt x="710926" y="289131"/>
                    </a:lnTo>
                    <a:cubicBezTo>
                      <a:pt x="710926" y="289131"/>
                      <a:pt x="710877" y="289131"/>
                      <a:pt x="710840" y="289131"/>
                    </a:cubicBezTo>
                    <a:close/>
                    <a:moveTo>
                      <a:pt x="220606" y="287918"/>
                    </a:moveTo>
                    <a:cubicBezTo>
                      <a:pt x="220606" y="287918"/>
                      <a:pt x="220544" y="287918"/>
                      <a:pt x="220520" y="287918"/>
                    </a:cubicBezTo>
                    <a:lnTo>
                      <a:pt x="217947" y="287403"/>
                    </a:lnTo>
                    <a:cubicBezTo>
                      <a:pt x="217715" y="287354"/>
                      <a:pt x="217555" y="287122"/>
                      <a:pt x="217604" y="286889"/>
                    </a:cubicBezTo>
                    <a:cubicBezTo>
                      <a:pt x="217653" y="286656"/>
                      <a:pt x="217874" y="286497"/>
                      <a:pt x="218119" y="286546"/>
                    </a:cubicBezTo>
                    <a:lnTo>
                      <a:pt x="220691" y="287060"/>
                    </a:lnTo>
                    <a:cubicBezTo>
                      <a:pt x="220924" y="287109"/>
                      <a:pt x="221083" y="287342"/>
                      <a:pt x="221034" y="287575"/>
                    </a:cubicBezTo>
                    <a:cubicBezTo>
                      <a:pt x="220998" y="287783"/>
                      <a:pt x="220814" y="287930"/>
                      <a:pt x="220606" y="287930"/>
                    </a:cubicBezTo>
                    <a:close/>
                    <a:moveTo>
                      <a:pt x="719427" y="287526"/>
                    </a:moveTo>
                    <a:cubicBezTo>
                      <a:pt x="719219" y="287526"/>
                      <a:pt x="719035" y="287379"/>
                      <a:pt x="718998" y="287171"/>
                    </a:cubicBezTo>
                    <a:cubicBezTo>
                      <a:pt x="718950" y="286938"/>
                      <a:pt x="719109" y="286705"/>
                      <a:pt x="719342" y="286656"/>
                    </a:cubicBezTo>
                    <a:lnTo>
                      <a:pt x="721914" y="286166"/>
                    </a:lnTo>
                    <a:cubicBezTo>
                      <a:pt x="722159" y="286129"/>
                      <a:pt x="722379" y="286276"/>
                      <a:pt x="722428" y="286509"/>
                    </a:cubicBezTo>
                    <a:cubicBezTo>
                      <a:pt x="722478" y="286742"/>
                      <a:pt x="722318" y="286975"/>
                      <a:pt x="722085" y="287024"/>
                    </a:cubicBezTo>
                    <a:lnTo>
                      <a:pt x="719513" y="287514"/>
                    </a:lnTo>
                    <a:cubicBezTo>
                      <a:pt x="719513" y="287514"/>
                      <a:pt x="719464" y="287514"/>
                      <a:pt x="719427" y="287514"/>
                    </a:cubicBezTo>
                    <a:close/>
                    <a:moveTo>
                      <a:pt x="212031" y="286215"/>
                    </a:moveTo>
                    <a:cubicBezTo>
                      <a:pt x="212031" y="286215"/>
                      <a:pt x="211969" y="286215"/>
                      <a:pt x="211945" y="286215"/>
                    </a:cubicBezTo>
                    <a:lnTo>
                      <a:pt x="209373" y="285701"/>
                    </a:lnTo>
                    <a:cubicBezTo>
                      <a:pt x="209140" y="285652"/>
                      <a:pt x="208981" y="285419"/>
                      <a:pt x="209030" y="285186"/>
                    </a:cubicBezTo>
                    <a:cubicBezTo>
                      <a:pt x="209079" y="284953"/>
                      <a:pt x="209311" y="284794"/>
                      <a:pt x="209544" y="284843"/>
                    </a:cubicBezTo>
                    <a:lnTo>
                      <a:pt x="212116" y="285358"/>
                    </a:lnTo>
                    <a:cubicBezTo>
                      <a:pt x="212349" y="285407"/>
                      <a:pt x="212508" y="285639"/>
                      <a:pt x="212460" y="285872"/>
                    </a:cubicBezTo>
                    <a:cubicBezTo>
                      <a:pt x="212423" y="286080"/>
                      <a:pt x="212239" y="286227"/>
                      <a:pt x="212031" y="286227"/>
                    </a:cubicBezTo>
                    <a:close/>
                    <a:moveTo>
                      <a:pt x="728014" y="285897"/>
                    </a:moveTo>
                    <a:cubicBezTo>
                      <a:pt x="727806" y="285897"/>
                      <a:pt x="727622" y="285750"/>
                      <a:pt x="727586" y="285541"/>
                    </a:cubicBezTo>
                    <a:cubicBezTo>
                      <a:pt x="727537" y="285309"/>
                      <a:pt x="727696" y="285076"/>
                      <a:pt x="727929" y="285027"/>
                    </a:cubicBezTo>
                    <a:lnTo>
                      <a:pt x="730501" y="284537"/>
                    </a:lnTo>
                    <a:cubicBezTo>
                      <a:pt x="730746" y="284488"/>
                      <a:pt x="730967" y="284647"/>
                      <a:pt x="731016" y="284880"/>
                    </a:cubicBezTo>
                    <a:cubicBezTo>
                      <a:pt x="731064" y="285113"/>
                      <a:pt x="730905" y="285345"/>
                      <a:pt x="730673" y="285394"/>
                    </a:cubicBezTo>
                    <a:lnTo>
                      <a:pt x="728100" y="285884"/>
                    </a:lnTo>
                    <a:cubicBezTo>
                      <a:pt x="728100" y="285884"/>
                      <a:pt x="728051" y="285884"/>
                      <a:pt x="728014" y="285884"/>
                    </a:cubicBezTo>
                    <a:close/>
                    <a:moveTo>
                      <a:pt x="203456" y="284512"/>
                    </a:moveTo>
                    <a:cubicBezTo>
                      <a:pt x="203456" y="284512"/>
                      <a:pt x="203395" y="284512"/>
                      <a:pt x="203370" y="284512"/>
                    </a:cubicBezTo>
                    <a:lnTo>
                      <a:pt x="200798" y="283998"/>
                    </a:lnTo>
                    <a:cubicBezTo>
                      <a:pt x="200565" y="283949"/>
                      <a:pt x="200406" y="283716"/>
                      <a:pt x="200455" y="283483"/>
                    </a:cubicBezTo>
                    <a:cubicBezTo>
                      <a:pt x="200504" y="283251"/>
                      <a:pt x="200724" y="283092"/>
                      <a:pt x="200969" y="283141"/>
                    </a:cubicBezTo>
                    <a:lnTo>
                      <a:pt x="203542" y="283655"/>
                    </a:lnTo>
                    <a:cubicBezTo>
                      <a:pt x="203774" y="283704"/>
                      <a:pt x="203934" y="283937"/>
                      <a:pt x="203885" y="284169"/>
                    </a:cubicBezTo>
                    <a:cubicBezTo>
                      <a:pt x="203848" y="284378"/>
                      <a:pt x="203664" y="284525"/>
                      <a:pt x="203456" y="284525"/>
                    </a:cubicBezTo>
                    <a:close/>
                    <a:moveTo>
                      <a:pt x="736601" y="284280"/>
                    </a:moveTo>
                    <a:cubicBezTo>
                      <a:pt x="736393" y="284280"/>
                      <a:pt x="736209" y="284133"/>
                      <a:pt x="736173" y="283925"/>
                    </a:cubicBezTo>
                    <a:cubicBezTo>
                      <a:pt x="736124" y="283692"/>
                      <a:pt x="736283" y="283459"/>
                      <a:pt x="736516" y="283410"/>
                    </a:cubicBezTo>
                    <a:lnTo>
                      <a:pt x="739088" y="282920"/>
                    </a:lnTo>
                    <a:cubicBezTo>
                      <a:pt x="739333" y="282883"/>
                      <a:pt x="739554" y="283030"/>
                      <a:pt x="739603" y="283263"/>
                    </a:cubicBezTo>
                    <a:cubicBezTo>
                      <a:pt x="739652" y="283496"/>
                      <a:pt x="739492" y="283728"/>
                      <a:pt x="739260" y="283778"/>
                    </a:cubicBezTo>
                    <a:lnTo>
                      <a:pt x="736687" y="284267"/>
                    </a:lnTo>
                    <a:cubicBezTo>
                      <a:pt x="736687" y="284267"/>
                      <a:pt x="736638" y="284267"/>
                      <a:pt x="736601" y="284267"/>
                    </a:cubicBezTo>
                    <a:close/>
                    <a:moveTo>
                      <a:pt x="194893" y="282810"/>
                    </a:moveTo>
                    <a:cubicBezTo>
                      <a:pt x="194893" y="282810"/>
                      <a:pt x="194832" y="282810"/>
                      <a:pt x="194808" y="282810"/>
                    </a:cubicBezTo>
                    <a:lnTo>
                      <a:pt x="192235" y="282295"/>
                    </a:lnTo>
                    <a:cubicBezTo>
                      <a:pt x="192002" y="282246"/>
                      <a:pt x="191843" y="282014"/>
                      <a:pt x="191892" y="281781"/>
                    </a:cubicBezTo>
                    <a:cubicBezTo>
                      <a:pt x="191941" y="281548"/>
                      <a:pt x="192174" y="281389"/>
                      <a:pt x="192407" y="281438"/>
                    </a:cubicBezTo>
                    <a:lnTo>
                      <a:pt x="194979" y="281952"/>
                    </a:lnTo>
                    <a:cubicBezTo>
                      <a:pt x="195212" y="282001"/>
                      <a:pt x="195371" y="282234"/>
                      <a:pt x="195322" y="282467"/>
                    </a:cubicBezTo>
                    <a:cubicBezTo>
                      <a:pt x="195285" y="282675"/>
                      <a:pt x="195102" y="282822"/>
                      <a:pt x="194893" y="282822"/>
                    </a:cubicBezTo>
                    <a:close/>
                    <a:moveTo>
                      <a:pt x="745188" y="282651"/>
                    </a:moveTo>
                    <a:cubicBezTo>
                      <a:pt x="744980" y="282651"/>
                      <a:pt x="744797" y="282504"/>
                      <a:pt x="744760" y="282295"/>
                    </a:cubicBezTo>
                    <a:cubicBezTo>
                      <a:pt x="744711" y="282063"/>
                      <a:pt x="744870" y="281830"/>
                      <a:pt x="745103" y="281781"/>
                    </a:cubicBezTo>
                    <a:lnTo>
                      <a:pt x="747675" y="281291"/>
                    </a:lnTo>
                    <a:cubicBezTo>
                      <a:pt x="747908" y="281254"/>
                      <a:pt x="748141" y="281401"/>
                      <a:pt x="748190" y="281634"/>
                    </a:cubicBezTo>
                    <a:cubicBezTo>
                      <a:pt x="748239" y="281867"/>
                      <a:pt x="748079" y="282099"/>
                      <a:pt x="747847" y="282148"/>
                    </a:cubicBezTo>
                    <a:lnTo>
                      <a:pt x="745274" y="282638"/>
                    </a:lnTo>
                    <a:cubicBezTo>
                      <a:pt x="745274" y="282638"/>
                      <a:pt x="745225" y="282638"/>
                      <a:pt x="745188" y="282638"/>
                    </a:cubicBezTo>
                    <a:close/>
                    <a:moveTo>
                      <a:pt x="186319" y="281107"/>
                    </a:moveTo>
                    <a:cubicBezTo>
                      <a:pt x="186319" y="281107"/>
                      <a:pt x="186257" y="281107"/>
                      <a:pt x="186233" y="281107"/>
                    </a:cubicBezTo>
                    <a:lnTo>
                      <a:pt x="183660" y="280593"/>
                    </a:lnTo>
                    <a:cubicBezTo>
                      <a:pt x="183428" y="280544"/>
                      <a:pt x="183268" y="280311"/>
                      <a:pt x="183317" y="280078"/>
                    </a:cubicBezTo>
                    <a:cubicBezTo>
                      <a:pt x="183366" y="279845"/>
                      <a:pt x="183587" y="279686"/>
                      <a:pt x="183832" y="279735"/>
                    </a:cubicBezTo>
                    <a:lnTo>
                      <a:pt x="186404" y="280250"/>
                    </a:lnTo>
                    <a:cubicBezTo>
                      <a:pt x="186637" y="280299"/>
                      <a:pt x="186796" y="280531"/>
                      <a:pt x="186747" y="280764"/>
                    </a:cubicBezTo>
                    <a:cubicBezTo>
                      <a:pt x="186711" y="280972"/>
                      <a:pt x="186527" y="281119"/>
                      <a:pt x="186319" y="281119"/>
                    </a:cubicBezTo>
                    <a:close/>
                    <a:moveTo>
                      <a:pt x="753776" y="281034"/>
                    </a:moveTo>
                    <a:cubicBezTo>
                      <a:pt x="753567" y="281034"/>
                      <a:pt x="753384" y="280887"/>
                      <a:pt x="753347" y="280678"/>
                    </a:cubicBezTo>
                    <a:cubicBezTo>
                      <a:pt x="753298" y="280446"/>
                      <a:pt x="753457" y="280213"/>
                      <a:pt x="753690" y="280164"/>
                    </a:cubicBezTo>
                    <a:lnTo>
                      <a:pt x="756262" y="279674"/>
                    </a:lnTo>
                    <a:cubicBezTo>
                      <a:pt x="756495" y="279625"/>
                      <a:pt x="756728" y="279784"/>
                      <a:pt x="756777" y="280017"/>
                    </a:cubicBezTo>
                    <a:cubicBezTo>
                      <a:pt x="756826" y="280250"/>
                      <a:pt x="756666" y="280482"/>
                      <a:pt x="756434" y="280531"/>
                    </a:cubicBezTo>
                    <a:lnTo>
                      <a:pt x="753861" y="281021"/>
                    </a:lnTo>
                    <a:cubicBezTo>
                      <a:pt x="753861" y="281021"/>
                      <a:pt x="753812" y="281021"/>
                      <a:pt x="753776" y="281021"/>
                    </a:cubicBezTo>
                    <a:close/>
                    <a:moveTo>
                      <a:pt x="762363" y="279404"/>
                    </a:moveTo>
                    <a:cubicBezTo>
                      <a:pt x="762154" y="279404"/>
                      <a:pt x="761971" y="279257"/>
                      <a:pt x="761934" y="279049"/>
                    </a:cubicBezTo>
                    <a:cubicBezTo>
                      <a:pt x="761885" y="278816"/>
                      <a:pt x="762044" y="278584"/>
                      <a:pt x="762277" y="278535"/>
                    </a:cubicBezTo>
                    <a:lnTo>
                      <a:pt x="764849" y="278045"/>
                    </a:lnTo>
                    <a:cubicBezTo>
                      <a:pt x="765082" y="278008"/>
                      <a:pt x="765315" y="278155"/>
                      <a:pt x="765364" y="278388"/>
                    </a:cubicBezTo>
                    <a:cubicBezTo>
                      <a:pt x="765413" y="278620"/>
                      <a:pt x="765254" y="278853"/>
                      <a:pt x="765021" y="278902"/>
                    </a:cubicBezTo>
                    <a:lnTo>
                      <a:pt x="762448" y="279392"/>
                    </a:lnTo>
                    <a:cubicBezTo>
                      <a:pt x="762448" y="279392"/>
                      <a:pt x="762399" y="279392"/>
                      <a:pt x="762363" y="279392"/>
                    </a:cubicBezTo>
                    <a:close/>
                    <a:moveTo>
                      <a:pt x="177744" y="279404"/>
                    </a:moveTo>
                    <a:cubicBezTo>
                      <a:pt x="177744" y="279404"/>
                      <a:pt x="177682" y="279404"/>
                      <a:pt x="177658" y="279404"/>
                    </a:cubicBezTo>
                    <a:lnTo>
                      <a:pt x="175086" y="278890"/>
                    </a:lnTo>
                    <a:cubicBezTo>
                      <a:pt x="174853" y="278841"/>
                      <a:pt x="174694" y="278608"/>
                      <a:pt x="174743" y="278375"/>
                    </a:cubicBezTo>
                    <a:cubicBezTo>
                      <a:pt x="174792" y="278143"/>
                      <a:pt x="175012" y="277983"/>
                      <a:pt x="175257" y="278032"/>
                    </a:cubicBezTo>
                    <a:lnTo>
                      <a:pt x="177829" y="278547"/>
                    </a:lnTo>
                    <a:cubicBezTo>
                      <a:pt x="178062" y="278596"/>
                      <a:pt x="178221" y="278829"/>
                      <a:pt x="178172" y="279061"/>
                    </a:cubicBezTo>
                    <a:cubicBezTo>
                      <a:pt x="178136" y="279270"/>
                      <a:pt x="177952" y="279417"/>
                      <a:pt x="177744" y="279417"/>
                    </a:cubicBezTo>
                    <a:close/>
                    <a:moveTo>
                      <a:pt x="770950" y="277787"/>
                    </a:moveTo>
                    <a:cubicBezTo>
                      <a:pt x="770741" y="277787"/>
                      <a:pt x="770558" y="277640"/>
                      <a:pt x="770521" y="277432"/>
                    </a:cubicBezTo>
                    <a:cubicBezTo>
                      <a:pt x="770472" y="277199"/>
                      <a:pt x="770631" y="276967"/>
                      <a:pt x="770864" y="276918"/>
                    </a:cubicBezTo>
                    <a:lnTo>
                      <a:pt x="773436" y="276428"/>
                    </a:lnTo>
                    <a:cubicBezTo>
                      <a:pt x="773669" y="276379"/>
                      <a:pt x="773902" y="276538"/>
                      <a:pt x="773951" y="276771"/>
                    </a:cubicBezTo>
                    <a:cubicBezTo>
                      <a:pt x="774000" y="277003"/>
                      <a:pt x="773841" y="277236"/>
                      <a:pt x="773608" y="277285"/>
                    </a:cubicBezTo>
                    <a:lnTo>
                      <a:pt x="771035" y="277775"/>
                    </a:lnTo>
                    <a:cubicBezTo>
                      <a:pt x="771035" y="277775"/>
                      <a:pt x="770986" y="277775"/>
                      <a:pt x="770950" y="277775"/>
                    </a:cubicBezTo>
                    <a:close/>
                    <a:moveTo>
                      <a:pt x="169169" y="277702"/>
                    </a:moveTo>
                    <a:cubicBezTo>
                      <a:pt x="169169" y="277702"/>
                      <a:pt x="169108" y="277702"/>
                      <a:pt x="169083" y="277702"/>
                    </a:cubicBezTo>
                    <a:lnTo>
                      <a:pt x="166511" y="277187"/>
                    </a:lnTo>
                    <a:cubicBezTo>
                      <a:pt x="166278" y="277138"/>
                      <a:pt x="166119" y="276905"/>
                      <a:pt x="166168" y="276673"/>
                    </a:cubicBezTo>
                    <a:cubicBezTo>
                      <a:pt x="166217" y="276440"/>
                      <a:pt x="166437" y="276281"/>
                      <a:pt x="166682" y="276330"/>
                    </a:cubicBezTo>
                    <a:lnTo>
                      <a:pt x="169255" y="276844"/>
                    </a:lnTo>
                    <a:cubicBezTo>
                      <a:pt x="169487" y="276893"/>
                      <a:pt x="169647" y="277126"/>
                      <a:pt x="169598" y="277359"/>
                    </a:cubicBezTo>
                    <a:cubicBezTo>
                      <a:pt x="169561" y="277567"/>
                      <a:pt x="169377" y="277714"/>
                      <a:pt x="169169" y="277714"/>
                    </a:cubicBezTo>
                    <a:close/>
                    <a:moveTo>
                      <a:pt x="779537" y="276158"/>
                    </a:moveTo>
                    <a:cubicBezTo>
                      <a:pt x="779328" y="276158"/>
                      <a:pt x="779145" y="276011"/>
                      <a:pt x="779108" y="275803"/>
                    </a:cubicBezTo>
                    <a:cubicBezTo>
                      <a:pt x="779059" y="275570"/>
                      <a:pt x="779218" y="275337"/>
                      <a:pt x="779451" y="275288"/>
                    </a:cubicBezTo>
                    <a:lnTo>
                      <a:pt x="782023" y="274798"/>
                    </a:lnTo>
                    <a:cubicBezTo>
                      <a:pt x="782256" y="274749"/>
                      <a:pt x="782489" y="274909"/>
                      <a:pt x="782538" y="275141"/>
                    </a:cubicBezTo>
                    <a:cubicBezTo>
                      <a:pt x="782587" y="275374"/>
                      <a:pt x="782428" y="275607"/>
                      <a:pt x="782195" y="275656"/>
                    </a:cubicBezTo>
                    <a:lnTo>
                      <a:pt x="779622" y="276146"/>
                    </a:lnTo>
                    <a:cubicBezTo>
                      <a:pt x="779622" y="276146"/>
                      <a:pt x="779574" y="276146"/>
                      <a:pt x="779537" y="276146"/>
                    </a:cubicBezTo>
                    <a:close/>
                    <a:moveTo>
                      <a:pt x="160606" y="275999"/>
                    </a:moveTo>
                    <a:cubicBezTo>
                      <a:pt x="160606" y="275999"/>
                      <a:pt x="160545" y="275999"/>
                      <a:pt x="160521" y="275999"/>
                    </a:cubicBezTo>
                    <a:lnTo>
                      <a:pt x="157948" y="275484"/>
                    </a:lnTo>
                    <a:cubicBezTo>
                      <a:pt x="157715" y="275435"/>
                      <a:pt x="157556" y="275203"/>
                      <a:pt x="157605" y="274970"/>
                    </a:cubicBezTo>
                    <a:cubicBezTo>
                      <a:pt x="157654" y="274737"/>
                      <a:pt x="157875" y="274578"/>
                      <a:pt x="158120" y="274627"/>
                    </a:cubicBezTo>
                    <a:lnTo>
                      <a:pt x="160692" y="275141"/>
                    </a:lnTo>
                    <a:cubicBezTo>
                      <a:pt x="160925" y="275190"/>
                      <a:pt x="161084" y="275423"/>
                      <a:pt x="161035" y="275656"/>
                    </a:cubicBezTo>
                    <a:cubicBezTo>
                      <a:pt x="160998" y="275864"/>
                      <a:pt x="160815" y="276011"/>
                      <a:pt x="160606" y="276011"/>
                    </a:cubicBezTo>
                    <a:close/>
                    <a:moveTo>
                      <a:pt x="788124" y="274541"/>
                    </a:moveTo>
                    <a:cubicBezTo>
                      <a:pt x="787916" y="274541"/>
                      <a:pt x="787732" y="274394"/>
                      <a:pt x="787695" y="274186"/>
                    </a:cubicBezTo>
                    <a:cubicBezTo>
                      <a:pt x="787646" y="273953"/>
                      <a:pt x="787805" y="273720"/>
                      <a:pt x="788038" y="273671"/>
                    </a:cubicBezTo>
                    <a:lnTo>
                      <a:pt x="790611" y="273181"/>
                    </a:lnTo>
                    <a:cubicBezTo>
                      <a:pt x="790855" y="273133"/>
                      <a:pt x="791076" y="273292"/>
                      <a:pt x="791125" y="273525"/>
                    </a:cubicBezTo>
                    <a:cubicBezTo>
                      <a:pt x="791174" y="273757"/>
                      <a:pt x="791015" y="273990"/>
                      <a:pt x="790782" y="274039"/>
                    </a:cubicBezTo>
                    <a:lnTo>
                      <a:pt x="788210" y="274529"/>
                    </a:lnTo>
                    <a:cubicBezTo>
                      <a:pt x="788210" y="274529"/>
                      <a:pt x="788161" y="274529"/>
                      <a:pt x="788124" y="274529"/>
                    </a:cubicBezTo>
                    <a:close/>
                    <a:moveTo>
                      <a:pt x="152032" y="274296"/>
                    </a:moveTo>
                    <a:cubicBezTo>
                      <a:pt x="152032" y="274296"/>
                      <a:pt x="151970" y="274296"/>
                      <a:pt x="151946" y="274296"/>
                    </a:cubicBezTo>
                    <a:lnTo>
                      <a:pt x="149373" y="273782"/>
                    </a:lnTo>
                    <a:cubicBezTo>
                      <a:pt x="149141" y="273733"/>
                      <a:pt x="148981" y="273500"/>
                      <a:pt x="149030" y="273267"/>
                    </a:cubicBezTo>
                    <a:cubicBezTo>
                      <a:pt x="149079" y="273034"/>
                      <a:pt x="149312" y="272875"/>
                      <a:pt x="149545" y="272924"/>
                    </a:cubicBezTo>
                    <a:lnTo>
                      <a:pt x="152117" y="273439"/>
                    </a:lnTo>
                    <a:cubicBezTo>
                      <a:pt x="152350" y="273488"/>
                      <a:pt x="152509" y="273720"/>
                      <a:pt x="152460" y="273953"/>
                    </a:cubicBezTo>
                    <a:cubicBezTo>
                      <a:pt x="152424" y="274161"/>
                      <a:pt x="152240" y="274308"/>
                      <a:pt x="152032" y="274308"/>
                    </a:cubicBezTo>
                    <a:close/>
                    <a:moveTo>
                      <a:pt x="796711" y="272912"/>
                    </a:moveTo>
                    <a:cubicBezTo>
                      <a:pt x="796503" y="272912"/>
                      <a:pt x="796319" y="272765"/>
                      <a:pt x="796282" y="272557"/>
                    </a:cubicBezTo>
                    <a:cubicBezTo>
                      <a:pt x="796233" y="272324"/>
                      <a:pt x="796392" y="272091"/>
                      <a:pt x="796625" y="272042"/>
                    </a:cubicBezTo>
                    <a:lnTo>
                      <a:pt x="799198" y="271552"/>
                    </a:lnTo>
                    <a:cubicBezTo>
                      <a:pt x="799443" y="271503"/>
                      <a:pt x="799663" y="271663"/>
                      <a:pt x="799712" y="271895"/>
                    </a:cubicBezTo>
                    <a:cubicBezTo>
                      <a:pt x="799761" y="272128"/>
                      <a:pt x="799602" y="272361"/>
                      <a:pt x="799369" y="272410"/>
                    </a:cubicBezTo>
                    <a:lnTo>
                      <a:pt x="796797" y="272900"/>
                    </a:lnTo>
                    <a:cubicBezTo>
                      <a:pt x="796797" y="272900"/>
                      <a:pt x="796748" y="272900"/>
                      <a:pt x="796711" y="272900"/>
                    </a:cubicBezTo>
                    <a:close/>
                    <a:moveTo>
                      <a:pt x="143457" y="272594"/>
                    </a:moveTo>
                    <a:cubicBezTo>
                      <a:pt x="143457" y="272594"/>
                      <a:pt x="143395" y="272594"/>
                      <a:pt x="143371" y="272594"/>
                    </a:cubicBezTo>
                    <a:lnTo>
                      <a:pt x="140799" y="272079"/>
                    </a:lnTo>
                    <a:cubicBezTo>
                      <a:pt x="140566" y="272030"/>
                      <a:pt x="140407" y="271797"/>
                      <a:pt x="140455" y="271565"/>
                    </a:cubicBezTo>
                    <a:cubicBezTo>
                      <a:pt x="140505" y="271332"/>
                      <a:pt x="140725" y="271173"/>
                      <a:pt x="140970" y="271222"/>
                    </a:cubicBezTo>
                    <a:lnTo>
                      <a:pt x="143542" y="271736"/>
                    </a:lnTo>
                    <a:cubicBezTo>
                      <a:pt x="143775" y="271785"/>
                      <a:pt x="143934" y="272018"/>
                      <a:pt x="143885" y="272250"/>
                    </a:cubicBezTo>
                    <a:cubicBezTo>
                      <a:pt x="143849" y="272459"/>
                      <a:pt x="143665" y="272606"/>
                      <a:pt x="143457" y="272606"/>
                    </a:cubicBezTo>
                    <a:close/>
                    <a:moveTo>
                      <a:pt x="805298" y="271283"/>
                    </a:moveTo>
                    <a:cubicBezTo>
                      <a:pt x="805090" y="271283"/>
                      <a:pt x="804906" y="271136"/>
                      <a:pt x="804869" y="270927"/>
                    </a:cubicBezTo>
                    <a:cubicBezTo>
                      <a:pt x="804820" y="270695"/>
                      <a:pt x="804979" y="270462"/>
                      <a:pt x="805212" y="270413"/>
                    </a:cubicBezTo>
                    <a:lnTo>
                      <a:pt x="807785" y="269923"/>
                    </a:lnTo>
                    <a:cubicBezTo>
                      <a:pt x="808030" y="269886"/>
                      <a:pt x="808250" y="270033"/>
                      <a:pt x="808299" y="270266"/>
                    </a:cubicBezTo>
                    <a:cubicBezTo>
                      <a:pt x="808348" y="270499"/>
                      <a:pt x="808189" y="270732"/>
                      <a:pt x="807956" y="270781"/>
                    </a:cubicBezTo>
                    <a:lnTo>
                      <a:pt x="805384" y="271271"/>
                    </a:lnTo>
                    <a:cubicBezTo>
                      <a:pt x="805384" y="271271"/>
                      <a:pt x="805335" y="271271"/>
                      <a:pt x="805298" y="271271"/>
                    </a:cubicBezTo>
                    <a:close/>
                    <a:moveTo>
                      <a:pt x="134882" y="270879"/>
                    </a:moveTo>
                    <a:cubicBezTo>
                      <a:pt x="134882" y="270879"/>
                      <a:pt x="134821" y="270879"/>
                      <a:pt x="134796" y="270879"/>
                    </a:cubicBezTo>
                    <a:lnTo>
                      <a:pt x="132224" y="270364"/>
                    </a:lnTo>
                    <a:cubicBezTo>
                      <a:pt x="131991" y="270315"/>
                      <a:pt x="131832" y="270082"/>
                      <a:pt x="131881" y="269850"/>
                    </a:cubicBezTo>
                    <a:cubicBezTo>
                      <a:pt x="131930" y="269617"/>
                      <a:pt x="132150" y="269458"/>
                      <a:pt x="132395" y="269507"/>
                    </a:cubicBezTo>
                    <a:lnTo>
                      <a:pt x="134968" y="270021"/>
                    </a:lnTo>
                    <a:cubicBezTo>
                      <a:pt x="135200" y="270070"/>
                      <a:pt x="135360" y="270303"/>
                      <a:pt x="135311" y="270536"/>
                    </a:cubicBezTo>
                    <a:cubicBezTo>
                      <a:pt x="135274" y="270744"/>
                      <a:pt x="135090" y="270891"/>
                      <a:pt x="134882" y="270891"/>
                    </a:cubicBezTo>
                    <a:close/>
                    <a:moveTo>
                      <a:pt x="813885" y="269654"/>
                    </a:moveTo>
                    <a:cubicBezTo>
                      <a:pt x="813677" y="269654"/>
                      <a:pt x="813493" y="269507"/>
                      <a:pt x="813456" y="269298"/>
                    </a:cubicBezTo>
                    <a:cubicBezTo>
                      <a:pt x="813407" y="269066"/>
                      <a:pt x="813567" y="268833"/>
                      <a:pt x="813799" y="268784"/>
                    </a:cubicBezTo>
                    <a:lnTo>
                      <a:pt x="816372" y="268294"/>
                    </a:lnTo>
                    <a:cubicBezTo>
                      <a:pt x="816604" y="268257"/>
                      <a:pt x="816837" y="268404"/>
                      <a:pt x="816886" y="268637"/>
                    </a:cubicBezTo>
                    <a:cubicBezTo>
                      <a:pt x="816935" y="268870"/>
                      <a:pt x="816776" y="269102"/>
                      <a:pt x="816543" y="269151"/>
                    </a:cubicBezTo>
                    <a:lnTo>
                      <a:pt x="813971" y="269641"/>
                    </a:lnTo>
                    <a:cubicBezTo>
                      <a:pt x="813971" y="269641"/>
                      <a:pt x="813922" y="269641"/>
                      <a:pt x="813885" y="269641"/>
                    </a:cubicBezTo>
                    <a:close/>
                    <a:moveTo>
                      <a:pt x="126319" y="269176"/>
                    </a:moveTo>
                    <a:cubicBezTo>
                      <a:pt x="126319" y="269176"/>
                      <a:pt x="126258" y="269176"/>
                      <a:pt x="126234" y="269176"/>
                    </a:cubicBezTo>
                    <a:lnTo>
                      <a:pt x="123661" y="268661"/>
                    </a:lnTo>
                    <a:cubicBezTo>
                      <a:pt x="123428" y="268612"/>
                      <a:pt x="123269" y="268380"/>
                      <a:pt x="123318" y="268147"/>
                    </a:cubicBezTo>
                    <a:cubicBezTo>
                      <a:pt x="123367" y="267914"/>
                      <a:pt x="123588" y="267755"/>
                      <a:pt x="123833" y="267804"/>
                    </a:cubicBezTo>
                    <a:lnTo>
                      <a:pt x="126405" y="268318"/>
                    </a:lnTo>
                    <a:cubicBezTo>
                      <a:pt x="126638" y="268367"/>
                      <a:pt x="126797" y="268600"/>
                      <a:pt x="126748" y="268833"/>
                    </a:cubicBezTo>
                    <a:cubicBezTo>
                      <a:pt x="126711" y="269041"/>
                      <a:pt x="126528" y="269188"/>
                      <a:pt x="126319" y="269188"/>
                    </a:cubicBezTo>
                    <a:close/>
                    <a:moveTo>
                      <a:pt x="822472" y="268024"/>
                    </a:moveTo>
                    <a:cubicBezTo>
                      <a:pt x="822264" y="268024"/>
                      <a:pt x="822080" y="267877"/>
                      <a:pt x="822043" y="267669"/>
                    </a:cubicBezTo>
                    <a:cubicBezTo>
                      <a:pt x="821994" y="267436"/>
                      <a:pt x="822154" y="267204"/>
                      <a:pt x="822386" y="267155"/>
                    </a:cubicBezTo>
                    <a:lnTo>
                      <a:pt x="824959" y="266665"/>
                    </a:lnTo>
                    <a:cubicBezTo>
                      <a:pt x="825192" y="266616"/>
                      <a:pt x="825424" y="266775"/>
                      <a:pt x="825473" y="267008"/>
                    </a:cubicBezTo>
                    <a:cubicBezTo>
                      <a:pt x="825522" y="267240"/>
                      <a:pt x="825363" y="267473"/>
                      <a:pt x="825130" y="267522"/>
                    </a:cubicBezTo>
                    <a:lnTo>
                      <a:pt x="822558" y="268012"/>
                    </a:lnTo>
                    <a:cubicBezTo>
                      <a:pt x="822558" y="268012"/>
                      <a:pt x="822509" y="268012"/>
                      <a:pt x="822472" y="268012"/>
                    </a:cubicBezTo>
                    <a:close/>
                    <a:moveTo>
                      <a:pt x="117745" y="267473"/>
                    </a:moveTo>
                    <a:cubicBezTo>
                      <a:pt x="117745" y="267473"/>
                      <a:pt x="117683" y="267473"/>
                      <a:pt x="117659" y="267473"/>
                    </a:cubicBezTo>
                    <a:lnTo>
                      <a:pt x="115086" y="266959"/>
                    </a:lnTo>
                    <a:cubicBezTo>
                      <a:pt x="114854" y="266910"/>
                      <a:pt x="114694" y="266677"/>
                      <a:pt x="114743" y="266444"/>
                    </a:cubicBezTo>
                    <a:cubicBezTo>
                      <a:pt x="114792" y="266211"/>
                      <a:pt x="115013" y="266052"/>
                      <a:pt x="115258" y="266101"/>
                    </a:cubicBezTo>
                    <a:lnTo>
                      <a:pt x="117830" y="266616"/>
                    </a:lnTo>
                    <a:cubicBezTo>
                      <a:pt x="118063" y="266665"/>
                      <a:pt x="118222" y="266897"/>
                      <a:pt x="118173" y="267130"/>
                    </a:cubicBezTo>
                    <a:cubicBezTo>
                      <a:pt x="118137" y="267338"/>
                      <a:pt x="117953" y="267485"/>
                      <a:pt x="117745" y="267485"/>
                    </a:cubicBezTo>
                    <a:close/>
                    <a:moveTo>
                      <a:pt x="831059" y="266407"/>
                    </a:moveTo>
                    <a:cubicBezTo>
                      <a:pt x="830851" y="266407"/>
                      <a:pt x="830667" y="266260"/>
                      <a:pt x="830630" y="266052"/>
                    </a:cubicBezTo>
                    <a:cubicBezTo>
                      <a:pt x="830581" y="265819"/>
                      <a:pt x="830741" y="265587"/>
                      <a:pt x="830973" y="265538"/>
                    </a:cubicBezTo>
                    <a:lnTo>
                      <a:pt x="833546" y="265048"/>
                    </a:lnTo>
                    <a:cubicBezTo>
                      <a:pt x="833779" y="265011"/>
                      <a:pt x="834011" y="265158"/>
                      <a:pt x="834060" y="265391"/>
                    </a:cubicBezTo>
                    <a:cubicBezTo>
                      <a:pt x="834109" y="265623"/>
                      <a:pt x="833950" y="265856"/>
                      <a:pt x="833717" y="265905"/>
                    </a:cubicBezTo>
                    <a:lnTo>
                      <a:pt x="831145" y="266395"/>
                    </a:lnTo>
                    <a:cubicBezTo>
                      <a:pt x="831145" y="266395"/>
                      <a:pt x="831096" y="266395"/>
                      <a:pt x="831059" y="266395"/>
                    </a:cubicBezTo>
                    <a:close/>
                    <a:moveTo>
                      <a:pt x="109170" y="265770"/>
                    </a:moveTo>
                    <a:cubicBezTo>
                      <a:pt x="109170" y="265770"/>
                      <a:pt x="109108" y="265770"/>
                      <a:pt x="109084" y="265770"/>
                    </a:cubicBezTo>
                    <a:lnTo>
                      <a:pt x="106512" y="265256"/>
                    </a:lnTo>
                    <a:cubicBezTo>
                      <a:pt x="106279" y="265207"/>
                      <a:pt x="106120" y="264974"/>
                      <a:pt x="106168" y="264741"/>
                    </a:cubicBezTo>
                    <a:cubicBezTo>
                      <a:pt x="106217" y="264509"/>
                      <a:pt x="106450" y="264349"/>
                      <a:pt x="106683" y="264398"/>
                    </a:cubicBezTo>
                    <a:lnTo>
                      <a:pt x="109255" y="264913"/>
                    </a:lnTo>
                    <a:cubicBezTo>
                      <a:pt x="109488" y="264962"/>
                      <a:pt x="109647" y="265195"/>
                      <a:pt x="109598" y="265427"/>
                    </a:cubicBezTo>
                    <a:cubicBezTo>
                      <a:pt x="109562" y="265636"/>
                      <a:pt x="109378" y="265783"/>
                      <a:pt x="109170" y="265783"/>
                    </a:cubicBezTo>
                    <a:close/>
                    <a:moveTo>
                      <a:pt x="839646" y="264778"/>
                    </a:moveTo>
                    <a:cubicBezTo>
                      <a:pt x="839438" y="264778"/>
                      <a:pt x="839254" y="264631"/>
                      <a:pt x="839217" y="264423"/>
                    </a:cubicBezTo>
                    <a:cubicBezTo>
                      <a:pt x="839168" y="264190"/>
                      <a:pt x="839328" y="263957"/>
                      <a:pt x="839560" y="263908"/>
                    </a:cubicBezTo>
                    <a:lnTo>
                      <a:pt x="842133" y="263418"/>
                    </a:lnTo>
                    <a:cubicBezTo>
                      <a:pt x="842366" y="263369"/>
                      <a:pt x="842598" y="263529"/>
                      <a:pt x="842647" y="263761"/>
                    </a:cubicBezTo>
                    <a:cubicBezTo>
                      <a:pt x="842696" y="263994"/>
                      <a:pt x="842537" y="264227"/>
                      <a:pt x="842304" y="264276"/>
                    </a:cubicBezTo>
                    <a:lnTo>
                      <a:pt x="839732" y="264766"/>
                    </a:lnTo>
                    <a:cubicBezTo>
                      <a:pt x="839732" y="264766"/>
                      <a:pt x="839683" y="264766"/>
                      <a:pt x="839646" y="264766"/>
                    </a:cubicBezTo>
                    <a:close/>
                    <a:moveTo>
                      <a:pt x="100595" y="264068"/>
                    </a:moveTo>
                    <a:cubicBezTo>
                      <a:pt x="100595" y="264068"/>
                      <a:pt x="100534" y="264068"/>
                      <a:pt x="100509" y="264068"/>
                    </a:cubicBezTo>
                    <a:lnTo>
                      <a:pt x="97937" y="263553"/>
                    </a:lnTo>
                    <a:cubicBezTo>
                      <a:pt x="97704" y="263504"/>
                      <a:pt x="97545" y="263271"/>
                      <a:pt x="97594" y="263039"/>
                    </a:cubicBezTo>
                    <a:cubicBezTo>
                      <a:pt x="97643" y="262806"/>
                      <a:pt x="97863" y="262647"/>
                      <a:pt x="98108" y="262696"/>
                    </a:cubicBezTo>
                    <a:lnTo>
                      <a:pt x="100681" y="263210"/>
                    </a:lnTo>
                    <a:cubicBezTo>
                      <a:pt x="100913" y="263259"/>
                      <a:pt x="101073" y="263492"/>
                      <a:pt x="101024" y="263725"/>
                    </a:cubicBezTo>
                    <a:cubicBezTo>
                      <a:pt x="100987" y="263933"/>
                      <a:pt x="100803" y="264080"/>
                      <a:pt x="100595" y="264080"/>
                    </a:cubicBezTo>
                    <a:close/>
                    <a:moveTo>
                      <a:pt x="848233" y="263161"/>
                    </a:moveTo>
                    <a:cubicBezTo>
                      <a:pt x="848025" y="263161"/>
                      <a:pt x="847841" y="263014"/>
                      <a:pt x="847805" y="262806"/>
                    </a:cubicBezTo>
                    <a:cubicBezTo>
                      <a:pt x="847755" y="262573"/>
                      <a:pt x="847915" y="262340"/>
                      <a:pt x="848148" y="262291"/>
                    </a:cubicBezTo>
                    <a:lnTo>
                      <a:pt x="850720" y="261801"/>
                    </a:lnTo>
                    <a:cubicBezTo>
                      <a:pt x="850953" y="261752"/>
                      <a:pt x="851185" y="261912"/>
                      <a:pt x="851235" y="262144"/>
                    </a:cubicBezTo>
                    <a:cubicBezTo>
                      <a:pt x="851283" y="262377"/>
                      <a:pt x="851124" y="262610"/>
                      <a:pt x="850891" y="262659"/>
                    </a:cubicBezTo>
                    <a:lnTo>
                      <a:pt x="848319" y="263149"/>
                    </a:lnTo>
                    <a:cubicBezTo>
                      <a:pt x="848319" y="263149"/>
                      <a:pt x="848270" y="263149"/>
                      <a:pt x="848233" y="263149"/>
                    </a:cubicBezTo>
                    <a:close/>
                    <a:moveTo>
                      <a:pt x="92032" y="262365"/>
                    </a:moveTo>
                    <a:cubicBezTo>
                      <a:pt x="92032" y="262365"/>
                      <a:pt x="91971" y="262365"/>
                      <a:pt x="91947" y="262365"/>
                    </a:cubicBezTo>
                    <a:lnTo>
                      <a:pt x="89374" y="261850"/>
                    </a:lnTo>
                    <a:cubicBezTo>
                      <a:pt x="89141" y="261801"/>
                      <a:pt x="88982" y="261569"/>
                      <a:pt x="89031" y="261336"/>
                    </a:cubicBezTo>
                    <a:cubicBezTo>
                      <a:pt x="89080" y="261103"/>
                      <a:pt x="89301" y="260944"/>
                      <a:pt x="89546" y="260993"/>
                    </a:cubicBezTo>
                    <a:lnTo>
                      <a:pt x="92118" y="261507"/>
                    </a:lnTo>
                    <a:cubicBezTo>
                      <a:pt x="92351" y="261556"/>
                      <a:pt x="92510" y="261789"/>
                      <a:pt x="92461" y="262022"/>
                    </a:cubicBezTo>
                    <a:cubicBezTo>
                      <a:pt x="92424" y="262230"/>
                      <a:pt x="92241" y="262377"/>
                      <a:pt x="92032" y="262377"/>
                    </a:cubicBezTo>
                    <a:close/>
                    <a:moveTo>
                      <a:pt x="856820" y="261532"/>
                    </a:moveTo>
                    <a:cubicBezTo>
                      <a:pt x="856612" y="261532"/>
                      <a:pt x="856428" y="261385"/>
                      <a:pt x="856392" y="261177"/>
                    </a:cubicBezTo>
                    <a:cubicBezTo>
                      <a:pt x="856343" y="260944"/>
                      <a:pt x="856502" y="260711"/>
                      <a:pt x="856735" y="260662"/>
                    </a:cubicBezTo>
                    <a:lnTo>
                      <a:pt x="859307" y="260172"/>
                    </a:lnTo>
                    <a:cubicBezTo>
                      <a:pt x="859540" y="260135"/>
                      <a:pt x="859773" y="260282"/>
                      <a:pt x="859822" y="260515"/>
                    </a:cubicBezTo>
                    <a:cubicBezTo>
                      <a:pt x="859870" y="260748"/>
                      <a:pt x="859711" y="260981"/>
                      <a:pt x="859479" y="261030"/>
                    </a:cubicBezTo>
                    <a:lnTo>
                      <a:pt x="856906" y="261520"/>
                    </a:lnTo>
                    <a:cubicBezTo>
                      <a:pt x="856906" y="261520"/>
                      <a:pt x="856857" y="261520"/>
                      <a:pt x="856820" y="261520"/>
                    </a:cubicBezTo>
                    <a:close/>
                    <a:moveTo>
                      <a:pt x="83457" y="260662"/>
                    </a:moveTo>
                    <a:cubicBezTo>
                      <a:pt x="83457" y="260662"/>
                      <a:pt x="83396" y="260662"/>
                      <a:pt x="83372" y="260662"/>
                    </a:cubicBezTo>
                    <a:lnTo>
                      <a:pt x="80799" y="260148"/>
                    </a:lnTo>
                    <a:cubicBezTo>
                      <a:pt x="80566" y="260099"/>
                      <a:pt x="80407" y="259866"/>
                      <a:pt x="80456" y="259633"/>
                    </a:cubicBezTo>
                    <a:cubicBezTo>
                      <a:pt x="80505" y="259401"/>
                      <a:pt x="80726" y="259241"/>
                      <a:pt x="80971" y="259290"/>
                    </a:cubicBezTo>
                    <a:lnTo>
                      <a:pt x="83543" y="259805"/>
                    </a:lnTo>
                    <a:cubicBezTo>
                      <a:pt x="83776" y="259854"/>
                      <a:pt x="83935" y="260086"/>
                      <a:pt x="83886" y="260319"/>
                    </a:cubicBezTo>
                    <a:cubicBezTo>
                      <a:pt x="83849" y="260527"/>
                      <a:pt x="83666" y="260674"/>
                      <a:pt x="83457" y="260674"/>
                    </a:cubicBezTo>
                    <a:close/>
                    <a:moveTo>
                      <a:pt x="865407" y="259915"/>
                    </a:moveTo>
                    <a:cubicBezTo>
                      <a:pt x="865199" y="259915"/>
                      <a:pt x="865015" y="259768"/>
                      <a:pt x="864979" y="259560"/>
                    </a:cubicBezTo>
                    <a:cubicBezTo>
                      <a:pt x="864930" y="259327"/>
                      <a:pt x="865089" y="259094"/>
                      <a:pt x="865322" y="259045"/>
                    </a:cubicBezTo>
                    <a:lnTo>
                      <a:pt x="867894" y="258555"/>
                    </a:lnTo>
                    <a:cubicBezTo>
                      <a:pt x="868127" y="258506"/>
                      <a:pt x="868360" y="258666"/>
                      <a:pt x="868409" y="258898"/>
                    </a:cubicBezTo>
                    <a:cubicBezTo>
                      <a:pt x="868458" y="259131"/>
                      <a:pt x="868298" y="259364"/>
                      <a:pt x="868066" y="259413"/>
                    </a:cubicBezTo>
                    <a:lnTo>
                      <a:pt x="865493" y="259903"/>
                    </a:lnTo>
                    <a:cubicBezTo>
                      <a:pt x="865493" y="259903"/>
                      <a:pt x="865444" y="259903"/>
                      <a:pt x="865407" y="259903"/>
                    </a:cubicBezTo>
                    <a:close/>
                    <a:moveTo>
                      <a:pt x="74883" y="258960"/>
                    </a:moveTo>
                    <a:cubicBezTo>
                      <a:pt x="74883" y="258960"/>
                      <a:pt x="74821" y="258960"/>
                      <a:pt x="74797" y="258960"/>
                    </a:cubicBezTo>
                    <a:lnTo>
                      <a:pt x="72224" y="258445"/>
                    </a:lnTo>
                    <a:cubicBezTo>
                      <a:pt x="71992" y="258396"/>
                      <a:pt x="71832" y="258163"/>
                      <a:pt x="71881" y="257931"/>
                    </a:cubicBezTo>
                    <a:cubicBezTo>
                      <a:pt x="71930" y="257698"/>
                      <a:pt x="72163" y="257539"/>
                      <a:pt x="72396" y="257588"/>
                    </a:cubicBezTo>
                    <a:lnTo>
                      <a:pt x="74968" y="258102"/>
                    </a:lnTo>
                    <a:cubicBezTo>
                      <a:pt x="75201" y="258151"/>
                      <a:pt x="75360" y="258384"/>
                      <a:pt x="75311" y="258617"/>
                    </a:cubicBezTo>
                    <a:cubicBezTo>
                      <a:pt x="75275" y="258825"/>
                      <a:pt x="75091" y="258972"/>
                      <a:pt x="74883" y="258972"/>
                    </a:cubicBezTo>
                    <a:close/>
                    <a:moveTo>
                      <a:pt x="873994" y="258286"/>
                    </a:moveTo>
                    <a:cubicBezTo>
                      <a:pt x="873786" y="258286"/>
                      <a:pt x="873603" y="258139"/>
                      <a:pt x="873566" y="257931"/>
                    </a:cubicBezTo>
                    <a:cubicBezTo>
                      <a:pt x="873517" y="257698"/>
                      <a:pt x="873676" y="257465"/>
                      <a:pt x="873909" y="257416"/>
                    </a:cubicBezTo>
                    <a:lnTo>
                      <a:pt x="876481" y="256926"/>
                    </a:lnTo>
                    <a:cubicBezTo>
                      <a:pt x="876714" y="256889"/>
                      <a:pt x="876947" y="257036"/>
                      <a:pt x="876996" y="257269"/>
                    </a:cubicBezTo>
                    <a:cubicBezTo>
                      <a:pt x="877045" y="257502"/>
                      <a:pt x="876885" y="257735"/>
                      <a:pt x="876653" y="257784"/>
                    </a:cubicBezTo>
                    <a:lnTo>
                      <a:pt x="874080" y="258274"/>
                    </a:lnTo>
                    <a:cubicBezTo>
                      <a:pt x="874080" y="258274"/>
                      <a:pt x="874031" y="258274"/>
                      <a:pt x="873994" y="258274"/>
                    </a:cubicBezTo>
                    <a:close/>
                    <a:moveTo>
                      <a:pt x="66308" y="257257"/>
                    </a:moveTo>
                    <a:cubicBezTo>
                      <a:pt x="66308" y="257257"/>
                      <a:pt x="66247" y="257257"/>
                      <a:pt x="66222" y="257257"/>
                    </a:cubicBezTo>
                    <a:lnTo>
                      <a:pt x="63650" y="256742"/>
                    </a:lnTo>
                    <a:cubicBezTo>
                      <a:pt x="63417" y="256693"/>
                      <a:pt x="63258" y="256461"/>
                      <a:pt x="63307" y="256228"/>
                    </a:cubicBezTo>
                    <a:cubicBezTo>
                      <a:pt x="63356" y="255995"/>
                      <a:pt x="63588" y="255836"/>
                      <a:pt x="63821" y="255885"/>
                    </a:cubicBezTo>
                    <a:lnTo>
                      <a:pt x="66394" y="256399"/>
                    </a:lnTo>
                    <a:cubicBezTo>
                      <a:pt x="66626" y="256448"/>
                      <a:pt x="66786" y="256681"/>
                      <a:pt x="66737" y="256914"/>
                    </a:cubicBezTo>
                    <a:cubicBezTo>
                      <a:pt x="66700" y="257122"/>
                      <a:pt x="66516" y="257269"/>
                      <a:pt x="66308" y="257269"/>
                    </a:cubicBezTo>
                    <a:close/>
                    <a:moveTo>
                      <a:pt x="882582" y="256669"/>
                    </a:moveTo>
                    <a:cubicBezTo>
                      <a:pt x="882373" y="256669"/>
                      <a:pt x="882190" y="256522"/>
                      <a:pt x="882153" y="256314"/>
                    </a:cubicBezTo>
                    <a:cubicBezTo>
                      <a:pt x="882104" y="256081"/>
                      <a:pt x="882263" y="255848"/>
                      <a:pt x="882496" y="255799"/>
                    </a:cubicBezTo>
                    <a:lnTo>
                      <a:pt x="885068" y="255309"/>
                    </a:lnTo>
                    <a:cubicBezTo>
                      <a:pt x="885313" y="255272"/>
                      <a:pt x="885534" y="255419"/>
                      <a:pt x="885583" y="255652"/>
                    </a:cubicBezTo>
                    <a:cubicBezTo>
                      <a:pt x="885632" y="255885"/>
                      <a:pt x="885472" y="256118"/>
                      <a:pt x="885240" y="256167"/>
                    </a:cubicBezTo>
                    <a:lnTo>
                      <a:pt x="882667" y="256657"/>
                    </a:lnTo>
                    <a:cubicBezTo>
                      <a:pt x="882667" y="256657"/>
                      <a:pt x="882618" y="256657"/>
                      <a:pt x="882582" y="256657"/>
                    </a:cubicBezTo>
                    <a:close/>
                    <a:moveTo>
                      <a:pt x="57745" y="255554"/>
                    </a:moveTo>
                    <a:cubicBezTo>
                      <a:pt x="57745" y="255554"/>
                      <a:pt x="57684" y="255554"/>
                      <a:pt x="57660" y="255554"/>
                    </a:cubicBezTo>
                    <a:lnTo>
                      <a:pt x="55087" y="255040"/>
                    </a:lnTo>
                    <a:cubicBezTo>
                      <a:pt x="54854" y="254991"/>
                      <a:pt x="54695" y="254758"/>
                      <a:pt x="54744" y="254525"/>
                    </a:cubicBezTo>
                    <a:cubicBezTo>
                      <a:pt x="54793" y="254292"/>
                      <a:pt x="55014" y="254133"/>
                      <a:pt x="55259" y="254182"/>
                    </a:cubicBezTo>
                    <a:lnTo>
                      <a:pt x="57831" y="254697"/>
                    </a:lnTo>
                    <a:cubicBezTo>
                      <a:pt x="58064" y="254746"/>
                      <a:pt x="58223" y="254978"/>
                      <a:pt x="58174" y="255211"/>
                    </a:cubicBezTo>
                    <a:cubicBezTo>
                      <a:pt x="58137" y="255419"/>
                      <a:pt x="57954" y="255566"/>
                      <a:pt x="57745" y="255566"/>
                    </a:cubicBezTo>
                    <a:close/>
                    <a:moveTo>
                      <a:pt x="891169" y="255040"/>
                    </a:moveTo>
                    <a:cubicBezTo>
                      <a:pt x="890960" y="255040"/>
                      <a:pt x="890777" y="254893"/>
                      <a:pt x="890740" y="254684"/>
                    </a:cubicBezTo>
                    <a:cubicBezTo>
                      <a:pt x="890691" y="254452"/>
                      <a:pt x="890850" y="254219"/>
                      <a:pt x="891083" y="254170"/>
                    </a:cubicBezTo>
                    <a:lnTo>
                      <a:pt x="893655" y="253680"/>
                    </a:lnTo>
                    <a:cubicBezTo>
                      <a:pt x="893900" y="253631"/>
                      <a:pt x="894121" y="253790"/>
                      <a:pt x="894170" y="254023"/>
                    </a:cubicBezTo>
                    <a:cubicBezTo>
                      <a:pt x="894219" y="254256"/>
                      <a:pt x="894060" y="254488"/>
                      <a:pt x="893827" y="254537"/>
                    </a:cubicBezTo>
                    <a:lnTo>
                      <a:pt x="891254" y="255027"/>
                    </a:lnTo>
                    <a:cubicBezTo>
                      <a:pt x="891254" y="255027"/>
                      <a:pt x="891205" y="255027"/>
                      <a:pt x="891169" y="255027"/>
                    </a:cubicBezTo>
                    <a:close/>
                    <a:moveTo>
                      <a:pt x="49170" y="253851"/>
                    </a:moveTo>
                    <a:cubicBezTo>
                      <a:pt x="49170" y="253851"/>
                      <a:pt x="49109" y="253851"/>
                      <a:pt x="49085" y="253851"/>
                    </a:cubicBezTo>
                    <a:lnTo>
                      <a:pt x="46512" y="253337"/>
                    </a:lnTo>
                    <a:cubicBezTo>
                      <a:pt x="46279" y="253288"/>
                      <a:pt x="46120" y="253055"/>
                      <a:pt x="46169" y="252822"/>
                    </a:cubicBezTo>
                    <a:cubicBezTo>
                      <a:pt x="46218" y="252590"/>
                      <a:pt x="46439" y="252430"/>
                      <a:pt x="46684" y="252479"/>
                    </a:cubicBezTo>
                    <a:lnTo>
                      <a:pt x="49256" y="252994"/>
                    </a:lnTo>
                    <a:cubicBezTo>
                      <a:pt x="49489" y="253043"/>
                      <a:pt x="49648" y="253276"/>
                      <a:pt x="49599" y="253508"/>
                    </a:cubicBezTo>
                    <a:cubicBezTo>
                      <a:pt x="49562" y="253717"/>
                      <a:pt x="49379" y="253864"/>
                      <a:pt x="49170" y="253864"/>
                    </a:cubicBezTo>
                    <a:close/>
                    <a:moveTo>
                      <a:pt x="899731" y="253398"/>
                    </a:moveTo>
                    <a:lnTo>
                      <a:pt x="899731" y="253398"/>
                    </a:lnTo>
                    <a:cubicBezTo>
                      <a:pt x="899486" y="253398"/>
                      <a:pt x="899302" y="253190"/>
                      <a:pt x="899302" y="252957"/>
                    </a:cubicBezTo>
                    <a:cubicBezTo>
                      <a:pt x="899315" y="252087"/>
                      <a:pt x="899339" y="251205"/>
                      <a:pt x="899351" y="250336"/>
                    </a:cubicBezTo>
                    <a:cubicBezTo>
                      <a:pt x="899351" y="250091"/>
                      <a:pt x="899547" y="249931"/>
                      <a:pt x="899793" y="249907"/>
                    </a:cubicBezTo>
                    <a:cubicBezTo>
                      <a:pt x="900037" y="249907"/>
                      <a:pt x="900221" y="250115"/>
                      <a:pt x="900221" y="250348"/>
                    </a:cubicBezTo>
                    <a:cubicBezTo>
                      <a:pt x="900209" y="251218"/>
                      <a:pt x="900197" y="252100"/>
                      <a:pt x="900172" y="252969"/>
                    </a:cubicBezTo>
                    <a:cubicBezTo>
                      <a:pt x="900172" y="253202"/>
                      <a:pt x="899976" y="253398"/>
                      <a:pt x="899731" y="253398"/>
                    </a:cubicBezTo>
                    <a:close/>
                    <a:moveTo>
                      <a:pt x="40596" y="252149"/>
                    </a:moveTo>
                    <a:cubicBezTo>
                      <a:pt x="40596" y="252149"/>
                      <a:pt x="40534" y="252149"/>
                      <a:pt x="40510" y="252149"/>
                    </a:cubicBezTo>
                    <a:lnTo>
                      <a:pt x="37937" y="251634"/>
                    </a:lnTo>
                    <a:cubicBezTo>
                      <a:pt x="37705" y="251585"/>
                      <a:pt x="37545" y="251352"/>
                      <a:pt x="37594" y="251120"/>
                    </a:cubicBezTo>
                    <a:cubicBezTo>
                      <a:pt x="37643" y="250887"/>
                      <a:pt x="37864" y="250728"/>
                      <a:pt x="38109" y="250777"/>
                    </a:cubicBezTo>
                    <a:lnTo>
                      <a:pt x="40681" y="251291"/>
                    </a:lnTo>
                    <a:cubicBezTo>
                      <a:pt x="40914" y="251340"/>
                      <a:pt x="41073" y="251573"/>
                      <a:pt x="41024" y="251806"/>
                    </a:cubicBezTo>
                    <a:cubicBezTo>
                      <a:pt x="40988" y="252014"/>
                      <a:pt x="40804" y="252161"/>
                      <a:pt x="40596" y="252161"/>
                    </a:cubicBezTo>
                    <a:close/>
                    <a:moveTo>
                      <a:pt x="32021" y="250446"/>
                    </a:moveTo>
                    <a:cubicBezTo>
                      <a:pt x="32021" y="250446"/>
                      <a:pt x="31960" y="250446"/>
                      <a:pt x="31935" y="250446"/>
                    </a:cubicBezTo>
                    <a:lnTo>
                      <a:pt x="29363" y="249931"/>
                    </a:lnTo>
                    <a:cubicBezTo>
                      <a:pt x="29130" y="249882"/>
                      <a:pt x="28971" y="249650"/>
                      <a:pt x="29020" y="249417"/>
                    </a:cubicBezTo>
                    <a:cubicBezTo>
                      <a:pt x="29069" y="249184"/>
                      <a:pt x="29289" y="249025"/>
                      <a:pt x="29534" y="249074"/>
                    </a:cubicBezTo>
                    <a:lnTo>
                      <a:pt x="32107" y="249588"/>
                    </a:lnTo>
                    <a:cubicBezTo>
                      <a:pt x="32339" y="249638"/>
                      <a:pt x="32499" y="249870"/>
                      <a:pt x="32450" y="250103"/>
                    </a:cubicBezTo>
                    <a:cubicBezTo>
                      <a:pt x="32413" y="250311"/>
                      <a:pt x="32229" y="250458"/>
                      <a:pt x="32021" y="250458"/>
                    </a:cubicBezTo>
                    <a:close/>
                    <a:moveTo>
                      <a:pt x="23446" y="248743"/>
                    </a:moveTo>
                    <a:cubicBezTo>
                      <a:pt x="23446" y="248743"/>
                      <a:pt x="23385" y="248743"/>
                      <a:pt x="23360" y="248743"/>
                    </a:cubicBezTo>
                    <a:lnTo>
                      <a:pt x="20788" y="248229"/>
                    </a:lnTo>
                    <a:cubicBezTo>
                      <a:pt x="20555" y="248180"/>
                      <a:pt x="20396" y="247947"/>
                      <a:pt x="20445" y="247714"/>
                    </a:cubicBezTo>
                    <a:cubicBezTo>
                      <a:pt x="20494" y="247482"/>
                      <a:pt x="20727" y="247322"/>
                      <a:pt x="20959" y="247371"/>
                    </a:cubicBezTo>
                    <a:lnTo>
                      <a:pt x="23532" y="247886"/>
                    </a:lnTo>
                    <a:cubicBezTo>
                      <a:pt x="23764" y="247935"/>
                      <a:pt x="23924" y="248168"/>
                      <a:pt x="23875" y="248400"/>
                    </a:cubicBezTo>
                    <a:cubicBezTo>
                      <a:pt x="23838" y="248608"/>
                      <a:pt x="23654" y="248755"/>
                      <a:pt x="23446" y="248755"/>
                    </a:cubicBezTo>
                    <a:close/>
                    <a:moveTo>
                      <a:pt x="14871" y="247040"/>
                    </a:moveTo>
                    <a:cubicBezTo>
                      <a:pt x="14871" y="247040"/>
                      <a:pt x="14810" y="247040"/>
                      <a:pt x="14785" y="247040"/>
                    </a:cubicBezTo>
                    <a:lnTo>
                      <a:pt x="12213" y="246526"/>
                    </a:lnTo>
                    <a:cubicBezTo>
                      <a:pt x="11980" y="246477"/>
                      <a:pt x="11821" y="246244"/>
                      <a:pt x="11870" y="246012"/>
                    </a:cubicBezTo>
                    <a:cubicBezTo>
                      <a:pt x="11919" y="245779"/>
                      <a:pt x="12139" y="245620"/>
                      <a:pt x="12384" y="245669"/>
                    </a:cubicBezTo>
                    <a:lnTo>
                      <a:pt x="14957" y="246183"/>
                    </a:lnTo>
                    <a:cubicBezTo>
                      <a:pt x="15190" y="246232"/>
                      <a:pt x="15349" y="246465"/>
                      <a:pt x="15300" y="246698"/>
                    </a:cubicBezTo>
                    <a:cubicBezTo>
                      <a:pt x="15263" y="246906"/>
                      <a:pt x="15079" y="247053"/>
                      <a:pt x="14871" y="247053"/>
                    </a:cubicBezTo>
                    <a:close/>
                    <a:moveTo>
                      <a:pt x="6296" y="245338"/>
                    </a:moveTo>
                    <a:cubicBezTo>
                      <a:pt x="6296" y="245338"/>
                      <a:pt x="6235" y="245338"/>
                      <a:pt x="6211" y="245338"/>
                    </a:cubicBezTo>
                    <a:lnTo>
                      <a:pt x="3638" y="244823"/>
                    </a:lnTo>
                    <a:cubicBezTo>
                      <a:pt x="3405" y="244774"/>
                      <a:pt x="3246" y="244542"/>
                      <a:pt x="3295" y="244309"/>
                    </a:cubicBezTo>
                    <a:cubicBezTo>
                      <a:pt x="3344" y="244076"/>
                      <a:pt x="3565" y="243917"/>
                      <a:pt x="3810" y="243966"/>
                    </a:cubicBezTo>
                    <a:lnTo>
                      <a:pt x="6382" y="244480"/>
                    </a:lnTo>
                    <a:cubicBezTo>
                      <a:pt x="6615" y="244529"/>
                      <a:pt x="6774" y="244762"/>
                      <a:pt x="6725" y="244995"/>
                    </a:cubicBezTo>
                    <a:cubicBezTo>
                      <a:pt x="6688" y="245203"/>
                      <a:pt x="6505" y="245350"/>
                      <a:pt x="6296" y="245350"/>
                    </a:cubicBezTo>
                    <a:close/>
                    <a:moveTo>
                      <a:pt x="899829" y="244664"/>
                    </a:moveTo>
                    <a:lnTo>
                      <a:pt x="899829" y="244664"/>
                    </a:lnTo>
                    <a:cubicBezTo>
                      <a:pt x="899584" y="244664"/>
                      <a:pt x="899388" y="244468"/>
                      <a:pt x="899400" y="244223"/>
                    </a:cubicBezTo>
                    <a:cubicBezTo>
                      <a:pt x="899400" y="243353"/>
                      <a:pt x="899400" y="242471"/>
                      <a:pt x="899400" y="241602"/>
                    </a:cubicBezTo>
                    <a:cubicBezTo>
                      <a:pt x="899400" y="241357"/>
                      <a:pt x="899596" y="241161"/>
                      <a:pt x="899841" y="241161"/>
                    </a:cubicBezTo>
                    <a:lnTo>
                      <a:pt x="899841" y="241161"/>
                    </a:lnTo>
                    <a:cubicBezTo>
                      <a:pt x="900086" y="241161"/>
                      <a:pt x="900282" y="241357"/>
                      <a:pt x="900282" y="241602"/>
                    </a:cubicBezTo>
                    <a:cubicBezTo>
                      <a:pt x="900282" y="242471"/>
                      <a:pt x="900282" y="243353"/>
                      <a:pt x="900282" y="244223"/>
                    </a:cubicBezTo>
                    <a:cubicBezTo>
                      <a:pt x="900282" y="244468"/>
                      <a:pt x="900086" y="244652"/>
                      <a:pt x="899841" y="244652"/>
                    </a:cubicBezTo>
                    <a:close/>
                    <a:moveTo>
                      <a:pt x="2732" y="239311"/>
                    </a:moveTo>
                    <a:cubicBezTo>
                      <a:pt x="2499" y="239311"/>
                      <a:pt x="2303" y="239127"/>
                      <a:pt x="2291" y="238894"/>
                    </a:cubicBezTo>
                    <a:lnTo>
                      <a:pt x="2168" y="236273"/>
                    </a:lnTo>
                    <a:cubicBezTo>
                      <a:pt x="2168" y="236028"/>
                      <a:pt x="2340" y="235832"/>
                      <a:pt x="2585" y="235820"/>
                    </a:cubicBezTo>
                    <a:cubicBezTo>
                      <a:pt x="2842" y="235783"/>
                      <a:pt x="3026" y="235991"/>
                      <a:pt x="3038" y="236236"/>
                    </a:cubicBezTo>
                    <a:lnTo>
                      <a:pt x="3160" y="238858"/>
                    </a:lnTo>
                    <a:cubicBezTo>
                      <a:pt x="3160" y="239103"/>
                      <a:pt x="2989" y="239299"/>
                      <a:pt x="2744" y="239311"/>
                    </a:cubicBezTo>
                    <a:cubicBezTo>
                      <a:pt x="2744" y="239311"/>
                      <a:pt x="2732" y="239311"/>
                      <a:pt x="2719" y="239311"/>
                    </a:cubicBezTo>
                    <a:close/>
                    <a:moveTo>
                      <a:pt x="899829" y="235930"/>
                    </a:moveTo>
                    <a:cubicBezTo>
                      <a:pt x="899584" y="235930"/>
                      <a:pt x="899388" y="235734"/>
                      <a:pt x="899388" y="235501"/>
                    </a:cubicBezTo>
                    <a:cubicBezTo>
                      <a:pt x="899388" y="234632"/>
                      <a:pt x="899388" y="233750"/>
                      <a:pt x="899364" y="232880"/>
                    </a:cubicBezTo>
                    <a:cubicBezTo>
                      <a:pt x="899364" y="232635"/>
                      <a:pt x="899560" y="232439"/>
                      <a:pt x="899793" y="232439"/>
                    </a:cubicBezTo>
                    <a:lnTo>
                      <a:pt x="899793" y="232439"/>
                    </a:lnTo>
                    <a:cubicBezTo>
                      <a:pt x="900037" y="232439"/>
                      <a:pt x="900233" y="232635"/>
                      <a:pt x="900233" y="232868"/>
                    </a:cubicBezTo>
                    <a:cubicBezTo>
                      <a:pt x="900233" y="233737"/>
                      <a:pt x="900246" y="234619"/>
                      <a:pt x="900258" y="235489"/>
                    </a:cubicBezTo>
                    <a:cubicBezTo>
                      <a:pt x="900258" y="235734"/>
                      <a:pt x="900062" y="235930"/>
                      <a:pt x="899829" y="235930"/>
                    </a:cubicBezTo>
                    <a:lnTo>
                      <a:pt x="899829" y="235930"/>
                    </a:lnTo>
                    <a:close/>
                    <a:moveTo>
                      <a:pt x="2340" y="230577"/>
                    </a:moveTo>
                    <a:cubicBezTo>
                      <a:pt x="2107" y="230577"/>
                      <a:pt x="1911" y="230393"/>
                      <a:pt x="1899" y="230160"/>
                    </a:cubicBezTo>
                    <a:lnTo>
                      <a:pt x="1788" y="227539"/>
                    </a:lnTo>
                    <a:cubicBezTo>
                      <a:pt x="1788" y="227294"/>
                      <a:pt x="1960" y="227098"/>
                      <a:pt x="2205" y="227086"/>
                    </a:cubicBezTo>
                    <a:cubicBezTo>
                      <a:pt x="2450" y="227073"/>
                      <a:pt x="2646" y="227257"/>
                      <a:pt x="2658" y="227502"/>
                    </a:cubicBezTo>
                    <a:lnTo>
                      <a:pt x="2768" y="230124"/>
                    </a:lnTo>
                    <a:cubicBezTo>
                      <a:pt x="2768" y="230369"/>
                      <a:pt x="2597" y="230565"/>
                      <a:pt x="2352" y="230577"/>
                    </a:cubicBezTo>
                    <a:lnTo>
                      <a:pt x="2327" y="230577"/>
                    </a:lnTo>
                    <a:close/>
                    <a:moveTo>
                      <a:pt x="899731" y="227184"/>
                    </a:moveTo>
                    <a:cubicBezTo>
                      <a:pt x="899498" y="227184"/>
                      <a:pt x="899302" y="226988"/>
                      <a:pt x="899290" y="226755"/>
                    </a:cubicBezTo>
                    <a:lnTo>
                      <a:pt x="899241" y="224134"/>
                    </a:lnTo>
                    <a:cubicBezTo>
                      <a:pt x="899241" y="223889"/>
                      <a:pt x="899425" y="223692"/>
                      <a:pt x="899670" y="223692"/>
                    </a:cubicBezTo>
                    <a:lnTo>
                      <a:pt x="899670" y="223692"/>
                    </a:lnTo>
                    <a:cubicBezTo>
                      <a:pt x="899903" y="223692"/>
                      <a:pt x="900099" y="223876"/>
                      <a:pt x="900111" y="224121"/>
                    </a:cubicBezTo>
                    <a:lnTo>
                      <a:pt x="900160" y="226743"/>
                    </a:lnTo>
                    <a:cubicBezTo>
                      <a:pt x="900160" y="226988"/>
                      <a:pt x="899976" y="227184"/>
                      <a:pt x="899731" y="227184"/>
                    </a:cubicBezTo>
                    <a:lnTo>
                      <a:pt x="899731" y="227184"/>
                    </a:lnTo>
                    <a:close/>
                    <a:moveTo>
                      <a:pt x="1984" y="221843"/>
                    </a:moveTo>
                    <a:cubicBezTo>
                      <a:pt x="1752" y="221843"/>
                      <a:pt x="1556" y="221659"/>
                      <a:pt x="1543" y="221426"/>
                    </a:cubicBezTo>
                    <a:lnTo>
                      <a:pt x="1445" y="218805"/>
                    </a:lnTo>
                    <a:cubicBezTo>
                      <a:pt x="1445" y="218560"/>
                      <a:pt x="1629" y="218364"/>
                      <a:pt x="1862" y="218352"/>
                    </a:cubicBezTo>
                    <a:cubicBezTo>
                      <a:pt x="2095" y="218352"/>
                      <a:pt x="2303" y="218535"/>
                      <a:pt x="2315" y="218768"/>
                    </a:cubicBezTo>
                    <a:lnTo>
                      <a:pt x="2413" y="221390"/>
                    </a:lnTo>
                    <a:cubicBezTo>
                      <a:pt x="2413" y="221635"/>
                      <a:pt x="2229" y="221831"/>
                      <a:pt x="1997" y="221843"/>
                    </a:cubicBezTo>
                    <a:lnTo>
                      <a:pt x="1984" y="221843"/>
                    </a:lnTo>
                    <a:close/>
                    <a:moveTo>
                      <a:pt x="899535" y="218462"/>
                    </a:moveTo>
                    <a:cubicBezTo>
                      <a:pt x="899302" y="218462"/>
                      <a:pt x="899106" y="218278"/>
                      <a:pt x="899094" y="218033"/>
                    </a:cubicBezTo>
                    <a:lnTo>
                      <a:pt x="899021" y="215424"/>
                    </a:lnTo>
                    <a:cubicBezTo>
                      <a:pt x="899021" y="215179"/>
                      <a:pt x="899204" y="214983"/>
                      <a:pt x="899449" y="214971"/>
                    </a:cubicBezTo>
                    <a:cubicBezTo>
                      <a:pt x="899682" y="214971"/>
                      <a:pt x="899890" y="215154"/>
                      <a:pt x="899903" y="215399"/>
                    </a:cubicBezTo>
                    <a:lnTo>
                      <a:pt x="899976" y="218021"/>
                    </a:lnTo>
                    <a:cubicBezTo>
                      <a:pt x="899976" y="218266"/>
                      <a:pt x="899793" y="218462"/>
                      <a:pt x="899547" y="218474"/>
                    </a:cubicBezTo>
                    <a:lnTo>
                      <a:pt x="899535" y="218474"/>
                    </a:lnTo>
                    <a:close/>
                    <a:moveTo>
                      <a:pt x="1654" y="213109"/>
                    </a:moveTo>
                    <a:cubicBezTo>
                      <a:pt x="1421" y="213109"/>
                      <a:pt x="1225" y="212925"/>
                      <a:pt x="1213" y="212692"/>
                    </a:cubicBezTo>
                    <a:lnTo>
                      <a:pt x="1127" y="210071"/>
                    </a:lnTo>
                    <a:cubicBezTo>
                      <a:pt x="1127" y="209826"/>
                      <a:pt x="1311" y="209630"/>
                      <a:pt x="1543" y="209618"/>
                    </a:cubicBezTo>
                    <a:cubicBezTo>
                      <a:pt x="1788" y="209605"/>
                      <a:pt x="1984" y="209801"/>
                      <a:pt x="1997" y="210034"/>
                    </a:cubicBezTo>
                    <a:lnTo>
                      <a:pt x="2082" y="212656"/>
                    </a:lnTo>
                    <a:cubicBezTo>
                      <a:pt x="2082" y="212900"/>
                      <a:pt x="1899" y="213097"/>
                      <a:pt x="1666" y="213109"/>
                    </a:cubicBezTo>
                    <a:lnTo>
                      <a:pt x="1654" y="213109"/>
                    </a:lnTo>
                    <a:close/>
                    <a:moveTo>
                      <a:pt x="899241" y="209740"/>
                    </a:moveTo>
                    <a:cubicBezTo>
                      <a:pt x="899009" y="209740"/>
                      <a:pt x="898812" y="209556"/>
                      <a:pt x="898800" y="209324"/>
                    </a:cubicBezTo>
                    <a:lnTo>
                      <a:pt x="898690" y="206714"/>
                    </a:lnTo>
                    <a:cubicBezTo>
                      <a:pt x="898690" y="206469"/>
                      <a:pt x="898862" y="206273"/>
                      <a:pt x="899106" y="206261"/>
                    </a:cubicBezTo>
                    <a:cubicBezTo>
                      <a:pt x="899351" y="206261"/>
                      <a:pt x="899547" y="206433"/>
                      <a:pt x="899560" y="206678"/>
                    </a:cubicBezTo>
                    <a:lnTo>
                      <a:pt x="899670" y="209287"/>
                    </a:lnTo>
                    <a:cubicBezTo>
                      <a:pt x="899670" y="209532"/>
                      <a:pt x="899486" y="209728"/>
                      <a:pt x="899253" y="209740"/>
                    </a:cubicBezTo>
                    <a:lnTo>
                      <a:pt x="899241" y="209740"/>
                    </a:lnTo>
                    <a:close/>
                    <a:moveTo>
                      <a:pt x="1372" y="204375"/>
                    </a:moveTo>
                    <a:cubicBezTo>
                      <a:pt x="1139" y="204375"/>
                      <a:pt x="943" y="204191"/>
                      <a:pt x="931" y="203946"/>
                    </a:cubicBezTo>
                    <a:lnTo>
                      <a:pt x="857" y="201325"/>
                    </a:lnTo>
                    <a:cubicBezTo>
                      <a:pt x="857" y="201080"/>
                      <a:pt x="1041" y="200883"/>
                      <a:pt x="1286" y="200871"/>
                    </a:cubicBezTo>
                    <a:cubicBezTo>
                      <a:pt x="1531" y="200871"/>
                      <a:pt x="1727" y="201055"/>
                      <a:pt x="1739" y="201300"/>
                    </a:cubicBezTo>
                    <a:lnTo>
                      <a:pt x="1813" y="203921"/>
                    </a:lnTo>
                    <a:cubicBezTo>
                      <a:pt x="1813" y="204166"/>
                      <a:pt x="1629" y="204362"/>
                      <a:pt x="1384" y="204375"/>
                    </a:cubicBezTo>
                    <a:lnTo>
                      <a:pt x="1372" y="204375"/>
                    </a:lnTo>
                    <a:close/>
                    <a:moveTo>
                      <a:pt x="898862" y="201043"/>
                    </a:moveTo>
                    <a:cubicBezTo>
                      <a:pt x="898629" y="201043"/>
                      <a:pt x="898433" y="200859"/>
                      <a:pt x="898421" y="200626"/>
                    </a:cubicBezTo>
                    <a:cubicBezTo>
                      <a:pt x="898384" y="199757"/>
                      <a:pt x="898335" y="198887"/>
                      <a:pt x="898286" y="198017"/>
                    </a:cubicBezTo>
                    <a:cubicBezTo>
                      <a:pt x="898273" y="197772"/>
                      <a:pt x="898457" y="197564"/>
                      <a:pt x="898702" y="197564"/>
                    </a:cubicBezTo>
                    <a:cubicBezTo>
                      <a:pt x="898935" y="197539"/>
                      <a:pt x="899143" y="197735"/>
                      <a:pt x="899155" y="197980"/>
                    </a:cubicBezTo>
                    <a:cubicBezTo>
                      <a:pt x="899204" y="198850"/>
                      <a:pt x="899241" y="199720"/>
                      <a:pt x="899290" y="200589"/>
                    </a:cubicBezTo>
                    <a:cubicBezTo>
                      <a:pt x="899290" y="200835"/>
                      <a:pt x="899119" y="201030"/>
                      <a:pt x="898874" y="201043"/>
                    </a:cubicBezTo>
                    <a:cubicBezTo>
                      <a:pt x="898874" y="201043"/>
                      <a:pt x="898862" y="201043"/>
                      <a:pt x="898849" y="201043"/>
                    </a:cubicBezTo>
                    <a:close/>
                    <a:moveTo>
                      <a:pt x="1127" y="195641"/>
                    </a:moveTo>
                    <a:cubicBezTo>
                      <a:pt x="894" y="195641"/>
                      <a:pt x="698" y="195457"/>
                      <a:pt x="686" y="195212"/>
                    </a:cubicBezTo>
                    <a:lnTo>
                      <a:pt x="612" y="192590"/>
                    </a:lnTo>
                    <a:cubicBezTo>
                      <a:pt x="612" y="192345"/>
                      <a:pt x="796" y="192149"/>
                      <a:pt x="1041" y="192137"/>
                    </a:cubicBezTo>
                    <a:cubicBezTo>
                      <a:pt x="1311" y="192149"/>
                      <a:pt x="1482" y="192321"/>
                      <a:pt x="1494" y="192566"/>
                    </a:cubicBezTo>
                    <a:lnTo>
                      <a:pt x="1568" y="195187"/>
                    </a:lnTo>
                    <a:cubicBezTo>
                      <a:pt x="1568" y="195432"/>
                      <a:pt x="1384" y="195628"/>
                      <a:pt x="1139" y="195641"/>
                    </a:cubicBezTo>
                    <a:lnTo>
                      <a:pt x="1139" y="195641"/>
                    </a:lnTo>
                    <a:close/>
                    <a:moveTo>
                      <a:pt x="898396" y="192321"/>
                    </a:moveTo>
                    <a:cubicBezTo>
                      <a:pt x="898163" y="192321"/>
                      <a:pt x="897979" y="192137"/>
                      <a:pt x="897955" y="191904"/>
                    </a:cubicBezTo>
                    <a:lnTo>
                      <a:pt x="897796" y="189283"/>
                    </a:lnTo>
                    <a:cubicBezTo>
                      <a:pt x="897784" y="189038"/>
                      <a:pt x="897967" y="188830"/>
                      <a:pt x="898200" y="188818"/>
                    </a:cubicBezTo>
                    <a:cubicBezTo>
                      <a:pt x="898445" y="188793"/>
                      <a:pt x="898653" y="188989"/>
                      <a:pt x="898665" y="189222"/>
                    </a:cubicBezTo>
                    <a:lnTo>
                      <a:pt x="898825" y="191843"/>
                    </a:lnTo>
                    <a:cubicBezTo>
                      <a:pt x="898837" y="192088"/>
                      <a:pt x="898653" y="192296"/>
                      <a:pt x="898408" y="192309"/>
                    </a:cubicBezTo>
                    <a:cubicBezTo>
                      <a:pt x="898408" y="192309"/>
                      <a:pt x="898396" y="192309"/>
                      <a:pt x="898384" y="192309"/>
                    </a:cubicBezTo>
                    <a:close/>
                    <a:moveTo>
                      <a:pt x="906" y="186907"/>
                    </a:moveTo>
                    <a:cubicBezTo>
                      <a:pt x="674" y="186907"/>
                      <a:pt x="478" y="186723"/>
                      <a:pt x="465" y="186478"/>
                    </a:cubicBezTo>
                    <a:lnTo>
                      <a:pt x="404" y="183856"/>
                    </a:lnTo>
                    <a:cubicBezTo>
                      <a:pt x="404" y="183611"/>
                      <a:pt x="588" y="183415"/>
                      <a:pt x="833" y="183415"/>
                    </a:cubicBezTo>
                    <a:lnTo>
                      <a:pt x="833" y="183415"/>
                    </a:lnTo>
                    <a:cubicBezTo>
                      <a:pt x="1066" y="183415"/>
                      <a:pt x="1262" y="183599"/>
                      <a:pt x="1274" y="183844"/>
                    </a:cubicBezTo>
                    <a:lnTo>
                      <a:pt x="1335" y="186466"/>
                    </a:lnTo>
                    <a:cubicBezTo>
                      <a:pt x="1335" y="186711"/>
                      <a:pt x="1151" y="186907"/>
                      <a:pt x="906" y="186907"/>
                    </a:cubicBezTo>
                    <a:lnTo>
                      <a:pt x="906" y="186907"/>
                    </a:lnTo>
                    <a:close/>
                    <a:moveTo>
                      <a:pt x="897832" y="183599"/>
                    </a:moveTo>
                    <a:cubicBezTo>
                      <a:pt x="897600" y="183599"/>
                      <a:pt x="897416" y="183428"/>
                      <a:pt x="897391" y="183195"/>
                    </a:cubicBezTo>
                    <a:lnTo>
                      <a:pt x="897208" y="180586"/>
                    </a:lnTo>
                    <a:cubicBezTo>
                      <a:pt x="897196" y="180341"/>
                      <a:pt x="897367" y="180132"/>
                      <a:pt x="897612" y="180120"/>
                    </a:cubicBezTo>
                    <a:cubicBezTo>
                      <a:pt x="897857" y="180096"/>
                      <a:pt x="898065" y="180279"/>
                      <a:pt x="898078" y="180524"/>
                    </a:cubicBezTo>
                    <a:lnTo>
                      <a:pt x="898261" y="183146"/>
                    </a:lnTo>
                    <a:cubicBezTo>
                      <a:pt x="898273" y="183391"/>
                      <a:pt x="898090" y="183599"/>
                      <a:pt x="897857" y="183611"/>
                    </a:cubicBezTo>
                    <a:cubicBezTo>
                      <a:pt x="897857" y="183611"/>
                      <a:pt x="897832" y="183611"/>
                      <a:pt x="897832" y="183611"/>
                    </a:cubicBezTo>
                    <a:close/>
                    <a:moveTo>
                      <a:pt x="723" y="178160"/>
                    </a:moveTo>
                    <a:cubicBezTo>
                      <a:pt x="490" y="178160"/>
                      <a:pt x="294" y="177964"/>
                      <a:pt x="282" y="177732"/>
                    </a:cubicBezTo>
                    <a:lnTo>
                      <a:pt x="233" y="175110"/>
                    </a:lnTo>
                    <a:cubicBezTo>
                      <a:pt x="233" y="174865"/>
                      <a:pt x="416" y="174669"/>
                      <a:pt x="661" y="174669"/>
                    </a:cubicBezTo>
                    <a:cubicBezTo>
                      <a:pt x="894" y="174706"/>
                      <a:pt x="1102" y="174853"/>
                      <a:pt x="1102" y="175098"/>
                    </a:cubicBezTo>
                    <a:lnTo>
                      <a:pt x="1151" y="177719"/>
                    </a:lnTo>
                    <a:cubicBezTo>
                      <a:pt x="1151" y="177964"/>
                      <a:pt x="968" y="178160"/>
                      <a:pt x="723" y="178160"/>
                    </a:cubicBezTo>
                    <a:lnTo>
                      <a:pt x="723" y="178160"/>
                    </a:lnTo>
                    <a:close/>
                    <a:moveTo>
                      <a:pt x="897196" y="174877"/>
                    </a:moveTo>
                    <a:cubicBezTo>
                      <a:pt x="896975" y="174877"/>
                      <a:pt x="896779" y="174706"/>
                      <a:pt x="896754" y="174473"/>
                    </a:cubicBezTo>
                    <a:lnTo>
                      <a:pt x="896546" y="171864"/>
                    </a:lnTo>
                    <a:cubicBezTo>
                      <a:pt x="896522" y="171619"/>
                      <a:pt x="896706" y="171411"/>
                      <a:pt x="896950" y="171398"/>
                    </a:cubicBezTo>
                    <a:cubicBezTo>
                      <a:pt x="897196" y="171398"/>
                      <a:pt x="897404" y="171558"/>
                      <a:pt x="897416" y="171803"/>
                    </a:cubicBezTo>
                    <a:lnTo>
                      <a:pt x="897624" y="174424"/>
                    </a:lnTo>
                    <a:cubicBezTo>
                      <a:pt x="897649" y="174669"/>
                      <a:pt x="897465" y="174877"/>
                      <a:pt x="897220" y="174890"/>
                    </a:cubicBezTo>
                    <a:cubicBezTo>
                      <a:pt x="897220" y="174890"/>
                      <a:pt x="897196" y="174890"/>
                      <a:pt x="897183" y="174890"/>
                    </a:cubicBezTo>
                    <a:close/>
                    <a:moveTo>
                      <a:pt x="588" y="169426"/>
                    </a:moveTo>
                    <a:cubicBezTo>
                      <a:pt x="355" y="169426"/>
                      <a:pt x="159" y="169230"/>
                      <a:pt x="147" y="168997"/>
                    </a:cubicBezTo>
                    <a:lnTo>
                      <a:pt x="110" y="166376"/>
                    </a:lnTo>
                    <a:cubicBezTo>
                      <a:pt x="110" y="166131"/>
                      <a:pt x="306" y="165935"/>
                      <a:pt x="539" y="165935"/>
                    </a:cubicBezTo>
                    <a:cubicBezTo>
                      <a:pt x="772" y="165959"/>
                      <a:pt x="980" y="166131"/>
                      <a:pt x="980" y="166364"/>
                    </a:cubicBezTo>
                    <a:lnTo>
                      <a:pt x="1017" y="168985"/>
                    </a:lnTo>
                    <a:cubicBezTo>
                      <a:pt x="1017" y="169230"/>
                      <a:pt x="833" y="169426"/>
                      <a:pt x="588" y="169426"/>
                    </a:cubicBezTo>
                    <a:lnTo>
                      <a:pt x="588" y="169426"/>
                    </a:lnTo>
                    <a:close/>
                    <a:moveTo>
                      <a:pt x="896485" y="166168"/>
                    </a:moveTo>
                    <a:cubicBezTo>
                      <a:pt x="896265" y="166168"/>
                      <a:pt x="896069" y="165996"/>
                      <a:pt x="896056" y="165763"/>
                    </a:cubicBezTo>
                    <a:lnTo>
                      <a:pt x="895823" y="163154"/>
                    </a:lnTo>
                    <a:cubicBezTo>
                      <a:pt x="895799" y="162909"/>
                      <a:pt x="895983" y="162701"/>
                      <a:pt x="896216" y="162677"/>
                    </a:cubicBezTo>
                    <a:cubicBezTo>
                      <a:pt x="896460" y="162664"/>
                      <a:pt x="896669" y="162836"/>
                      <a:pt x="896693" y="163069"/>
                    </a:cubicBezTo>
                    <a:lnTo>
                      <a:pt x="896926" y="165678"/>
                    </a:lnTo>
                    <a:cubicBezTo>
                      <a:pt x="896950" y="165923"/>
                      <a:pt x="896767" y="166131"/>
                      <a:pt x="896534" y="166155"/>
                    </a:cubicBezTo>
                    <a:cubicBezTo>
                      <a:pt x="896522" y="166155"/>
                      <a:pt x="896510" y="166155"/>
                      <a:pt x="896497" y="166155"/>
                    </a:cubicBezTo>
                    <a:close/>
                    <a:moveTo>
                      <a:pt x="502" y="160680"/>
                    </a:moveTo>
                    <a:cubicBezTo>
                      <a:pt x="257" y="160680"/>
                      <a:pt x="73" y="160484"/>
                      <a:pt x="61" y="160251"/>
                    </a:cubicBezTo>
                    <a:lnTo>
                      <a:pt x="37" y="157630"/>
                    </a:lnTo>
                    <a:cubicBezTo>
                      <a:pt x="37" y="157385"/>
                      <a:pt x="233" y="157189"/>
                      <a:pt x="465" y="157189"/>
                    </a:cubicBezTo>
                    <a:lnTo>
                      <a:pt x="465" y="157189"/>
                    </a:lnTo>
                    <a:cubicBezTo>
                      <a:pt x="710" y="157189"/>
                      <a:pt x="906" y="157385"/>
                      <a:pt x="906" y="157617"/>
                    </a:cubicBezTo>
                    <a:lnTo>
                      <a:pt x="931" y="160239"/>
                    </a:lnTo>
                    <a:cubicBezTo>
                      <a:pt x="931" y="160484"/>
                      <a:pt x="735" y="160680"/>
                      <a:pt x="502" y="160680"/>
                    </a:cubicBezTo>
                    <a:lnTo>
                      <a:pt x="502" y="160680"/>
                    </a:lnTo>
                    <a:close/>
                    <a:moveTo>
                      <a:pt x="895701" y="157458"/>
                    </a:moveTo>
                    <a:cubicBezTo>
                      <a:pt x="895481" y="157458"/>
                      <a:pt x="895285" y="157287"/>
                      <a:pt x="895272" y="157066"/>
                    </a:cubicBezTo>
                    <a:lnTo>
                      <a:pt x="895027" y="154457"/>
                    </a:lnTo>
                    <a:cubicBezTo>
                      <a:pt x="895003" y="154212"/>
                      <a:pt x="895174" y="154004"/>
                      <a:pt x="895419" y="153979"/>
                    </a:cubicBezTo>
                    <a:cubicBezTo>
                      <a:pt x="895664" y="153967"/>
                      <a:pt x="895872" y="154126"/>
                      <a:pt x="895897" y="154371"/>
                    </a:cubicBezTo>
                    <a:lnTo>
                      <a:pt x="896142" y="156980"/>
                    </a:lnTo>
                    <a:cubicBezTo>
                      <a:pt x="896166" y="157225"/>
                      <a:pt x="895983" y="157434"/>
                      <a:pt x="895750" y="157458"/>
                    </a:cubicBezTo>
                    <a:cubicBezTo>
                      <a:pt x="895738" y="157458"/>
                      <a:pt x="895726" y="157458"/>
                      <a:pt x="895713" y="157458"/>
                    </a:cubicBezTo>
                    <a:close/>
                    <a:moveTo>
                      <a:pt x="453" y="151946"/>
                    </a:moveTo>
                    <a:cubicBezTo>
                      <a:pt x="208" y="151946"/>
                      <a:pt x="12" y="151750"/>
                      <a:pt x="12" y="151505"/>
                    </a:cubicBezTo>
                    <a:lnTo>
                      <a:pt x="12" y="148883"/>
                    </a:lnTo>
                    <a:cubicBezTo>
                      <a:pt x="12" y="148638"/>
                      <a:pt x="196" y="148442"/>
                      <a:pt x="441" y="148442"/>
                    </a:cubicBezTo>
                    <a:lnTo>
                      <a:pt x="441" y="148442"/>
                    </a:lnTo>
                    <a:cubicBezTo>
                      <a:pt x="686" y="148442"/>
                      <a:pt x="882" y="148638"/>
                      <a:pt x="882" y="148883"/>
                    </a:cubicBezTo>
                    <a:lnTo>
                      <a:pt x="882" y="151493"/>
                    </a:lnTo>
                    <a:cubicBezTo>
                      <a:pt x="882" y="151738"/>
                      <a:pt x="698" y="151934"/>
                      <a:pt x="453" y="151934"/>
                    </a:cubicBezTo>
                    <a:lnTo>
                      <a:pt x="453" y="151934"/>
                    </a:lnTo>
                    <a:close/>
                    <a:moveTo>
                      <a:pt x="894844" y="148761"/>
                    </a:moveTo>
                    <a:cubicBezTo>
                      <a:pt x="894623" y="148761"/>
                      <a:pt x="894427" y="148589"/>
                      <a:pt x="894415" y="148369"/>
                    </a:cubicBezTo>
                    <a:lnTo>
                      <a:pt x="894145" y="145760"/>
                    </a:lnTo>
                    <a:cubicBezTo>
                      <a:pt x="894121" y="145515"/>
                      <a:pt x="894292" y="145306"/>
                      <a:pt x="894537" y="145282"/>
                    </a:cubicBezTo>
                    <a:cubicBezTo>
                      <a:pt x="894770" y="145245"/>
                      <a:pt x="894991" y="145429"/>
                      <a:pt x="895015" y="145674"/>
                    </a:cubicBezTo>
                    <a:lnTo>
                      <a:pt x="895285" y="148283"/>
                    </a:lnTo>
                    <a:cubicBezTo>
                      <a:pt x="895309" y="148528"/>
                      <a:pt x="895138" y="148736"/>
                      <a:pt x="894893" y="148761"/>
                    </a:cubicBezTo>
                    <a:cubicBezTo>
                      <a:pt x="894880" y="148761"/>
                      <a:pt x="894868" y="148761"/>
                      <a:pt x="894844" y="148761"/>
                    </a:cubicBezTo>
                    <a:close/>
                    <a:moveTo>
                      <a:pt x="441" y="143212"/>
                    </a:moveTo>
                    <a:lnTo>
                      <a:pt x="441" y="143212"/>
                    </a:lnTo>
                    <a:cubicBezTo>
                      <a:pt x="196" y="143212"/>
                      <a:pt x="0" y="143016"/>
                      <a:pt x="0" y="142771"/>
                    </a:cubicBezTo>
                    <a:lnTo>
                      <a:pt x="0" y="140149"/>
                    </a:lnTo>
                    <a:cubicBezTo>
                      <a:pt x="0" y="139904"/>
                      <a:pt x="208" y="139708"/>
                      <a:pt x="441" y="139708"/>
                    </a:cubicBezTo>
                    <a:lnTo>
                      <a:pt x="441" y="139708"/>
                    </a:lnTo>
                    <a:cubicBezTo>
                      <a:pt x="686" y="139708"/>
                      <a:pt x="882" y="139904"/>
                      <a:pt x="882" y="140149"/>
                    </a:cubicBezTo>
                    <a:lnTo>
                      <a:pt x="882" y="142771"/>
                    </a:lnTo>
                    <a:cubicBezTo>
                      <a:pt x="882" y="143016"/>
                      <a:pt x="674" y="143212"/>
                      <a:pt x="441" y="143212"/>
                    </a:cubicBezTo>
                    <a:close/>
                    <a:moveTo>
                      <a:pt x="893913" y="140076"/>
                    </a:moveTo>
                    <a:cubicBezTo>
                      <a:pt x="893692" y="140076"/>
                      <a:pt x="893508" y="139904"/>
                      <a:pt x="893484" y="139684"/>
                    </a:cubicBezTo>
                    <a:lnTo>
                      <a:pt x="893190" y="137075"/>
                    </a:lnTo>
                    <a:cubicBezTo>
                      <a:pt x="893165" y="136830"/>
                      <a:pt x="893337" y="136621"/>
                      <a:pt x="893570" y="136597"/>
                    </a:cubicBezTo>
                    <a:cubicBezTo>
                      <a:pt x="893815" y="136585"/>
                      <a:pt x="894023" y="136744"/>
                      <a:pt x="894047" y="136977"/>
                    </a:cubicBezTo>
                    <a:lnTo>
                      <a:pt x="894341" y="139586"/>
                    </a:lnTo>
                    <a:cubicBezTo>
                      <a:pt x="894366" y="139831"/>
                      <a:pt x="894194" y="140039"/>
                      <a:pt x="893949" y="140064"/>
                    </a:cubicBezTo>
                    <a:cubicBezTo>
                      <a:pt x="893937" y="140064"/>
                      <a:pt x="893913" y="140064"/>
                      <a:pt x="893900" y="140064"/>
                    </a:cubicBezTo>
                    <a:close/>
                    <a:moveTo>
                      <a:pt x="490" y="134478"/>
                    </a:moveTo>
                    <a:lnTo>
                      <a:pt x="490" y="134478"/>
                    </a:lnTo>
                    <a:cubicBezTo>
                      <a:pt x="245" y="134478"/>
                      <a:pt x="49" y="134282"/>
                      <a:pt x="61" y="134037"/>
                    </a:cubicBezTo>
                    <a:lnTo>
                      <a:pt x="86" y="131427"/>
                    </a:lnTo>
                    <a:cubicBezTo>
                      <a:pt x="86" y="131182"/>
                      <a:pt x="282" y="130974"/>
                      <a:pt x="527" y="130999"/>
                    </a:cubicBezTo>
                    <a:cubicBezTo>
                      <a:pt x="772" y="130999"/>
                      <a:pt x="968" y="131195"/>
                      <a:pt x="955" y="131440"/>
                    </a:cubicBezTo>
                    <a:lnTo>
                      <a:pt x="931" y="134049"/>
                    </a:lnTo>
                    <a:cubicBezTo>
                      <a:pt x="931" y="134294"/>
                      <a:pt x="735" y="134478"/>
                      <a:pt x="490" y="134478"/>
                    </a:cubicBezTo>
                    <a:close/>
                    <a:moveTo>
                      <a:pt x="892920" y="131391"/>
                    </a:moveTo>
                    <a:cubicBezTo>
                      <a:pt x="892700" y="131391"/>
                      <a:pt x="892516" y="131231"/>
                      <a:pt x="892492" y="131011"/>
                    </a:cubicBezTo>
                    <a:lnTo>
                      <a:pt x="892173" y="128402"/>
                    </a:lnTo>
                    <a:cubicBezTo>
                      <a:pt x="892149" y="128157"/>
                      <a:pt x="892320" y="127949"/>
                      <a:pt x="892553" y="127912"/>
                    </a:cubicBezTo>
                    <a:cubicBezTo>
                      <a:pt x="892786" y="127875"/>
                      <a:pt x="893006" y="128059"/>
                      <a:pt x="893043" y="128292"/>
                    </a:cubicBezTo>
                    <a:lnTo>
                      <a:pt x="893361" y="130901"/>
                    </a:lnTo>
                    <a:cubicBezTo>
                      <a:pt x="893386" y="131146"/>
                      <a:pt x="893214" y="131354"/>
                      <a:pt x="892982" y="131391"/>
                    </a:cubicBezTo>
                    <a:cubicBezTo>
                      <a:pt x="892969" y="131391"/>
                      <a:pt x="892945" y="131391"/>
                      <a:pt x="892933" y="131391"/>
                    </a:cubicBezTo>
                    <a:close/>
                    <a:moveTo>
                      <a:pt x="588" y="125744"/>
                    </a:moveTo>
                    <a:lnTo>
                      <a:pt x="588" y="125744"/>
                    </a:lnTo>
                    <a:cubicBezTo>
                      <a:pt x="343" y="125744"/>
                      <a:pt x="159" y="125548"/>
                      <a:pt x="159" y="125303"/>
                    </a:cubicBezTo>
                    <a:lnTo>
                      <a:pt x="196" y="122681"/>
                    </a:lnTo>
                    <a:cubicBezTo>
                      <a:pt x="196" y="122436"/>
                      <a:pt x="392" y="122252"/>
                      <a:pt x="637" y="122252"/>
                    </a:cubicBezTo>
                    <a:lnTo>
                      <a:pt x="637" y="122252"/>
                    </a:lnTo>
                    <a:cubicBezTo>
                      <a:pt x="882" y="122252"/>
                      <a:pt x="1066" y="122461"/>
                      <a:pt x="1066" y="122693"/>
                    </a:cubicBezTo>
                    <a:lnTo>
                      <a:pt x="1029" y="125315"/>
                    </a:lnTo>
                    <a:cubicBezTo>
                      <a:pt x="1029" y="125560"/>
                      <a:pt x="833" y="125744"/>
                      <a:pt x="588" y="125744"/>
                    </a:cubicBezTo>
                    <a:close/>
                    <a:moveTo>
                      <a:pt x="891855" y="122706"/>
                    </a:moveTo>
                    <a:cubicBezTo>
                      <a:pt x="891634" y="122706"/>
                      <a:pt x="891450" y="122546"/>
                      <a:pt x="891426" y="122326"/>
                    </a:cubicBezTo>
                    <a:lnTo>
                      <a:pt x="891095" y="119729"/>
                    </a:lnTo>
                    <a:cubicBezTo>
                      <a:pt x="891058" y="119484"/>
                      <a:pt x="891230" y="119276"/>
                      <a:pt x="891475" y="119239"/>
                    </a:cubicBezTo>
                    <a:cubicBezTo>
                      <a:pt x="891720" y="119214"/>
                      <a:pt x="891928" y="119374"/>
                      <a:pt x="891965" y="119619"/>
                    </a:cubicBezTo>
                    <a:lnTo>
                      <a:pt x="892296" y="122216"/>
                    </a:lnTo>
                    <a:cubicBezTo>
                      <a:pt x="892320" y="122461"/>
                      <a:pt x="892161" y="122669"/>
                      <a:pt x="891916" y="122706"/>
                    </a:cubicBezTo>
                    <a:cubicBezTo>
                      <a:pt x="891891" y="122706"/>
                      <a:pt x="891879" y="122706"/>
                      <a:pt x="891855" y="122706"/>
                    </a:cubicBezTo>
                    <a:close/>
                    <a:moveTo>
                      <a:pt x="723" y="117010"/>
                    </a:moveTo>
                    <a:lnTo>
                      <a:pt x="723" y="117010"/>
                    </a:lnTo>
                    <a:cubicBezTo>
                      <a:pt x="478" y="117010"/>
                      <a:pt x="294" y="116801"/>
                      <a:pt x="294" y="116569"/>
                    </a:cubicBezTo>
                    <a:lnTo>
                      <a:pt x="343" y="113947"/>
                    </a:lnTo>
                    <a:cubicBezTo>
                      <a:pt x="343" y="113702"/>
                      <a:pt x="551" y="113506"/>
                      <a:pt x="784" y="113518"/>
                    </a:cubicBezTo>
                    <a:cubicBezTo>
                      <a:pt x="1029" y="113518"/>
                      <a:pt x="1213" y="113727"/>
                      <a:pt x="1213" y="113959"/>
                    </a:cubicBezTo>
                    <a:lnTo>
                      <a:pt x="1164" y="116581"/>
                    </a:lnTo>
                    <a:cubicBezTo>
                      <a:pt x="1164" y="116814"/>
                      <a:pt x="968" y="117010"/>
                      <a:pt x="723" y="117010"/>
                    </a:cubicBezTo>
                    <a:close/>
                    <a:moveTo>
                      <a:pt x="890715" y="114033"/>
                    </a:moveTo>
                    <a:cubicBezTo>
                      <a:pt x="890495" y="114033"/>
                      <a:pt x="890311" y="113874"/>
                      <a:pt x="890287" y="113653"/>
                    </a:cubicBezTo>
                    <a:lnTo>
                      <a:pt x="889931" y="111056"/>
                    </a:lnTo>
                    <a:cubicBezTo>
                      <a:pt x="889895" y="110811"/>
                      <a:pt x="890066" y="110591"/>
                      <a:pt x="890299" y="110566"/>
                    </a:cubicBezTo>
                    <a:cubicBezTo>
                      <a:pt x="890532" y="110529"/>
                      <a:pt x="890752" y="110701"/>
                      <a:pt x="890789" y="110946"/>
                    </a:cubicBezTo>
                    <a:lnTo>
                      <a:pt x="891144" y="113543"/>
                    </a:lnTo>
                    <a:cubicBezTo>
                      <a:pt x="891181" y="113788"/>
                      <a:pt x="891009" y="113996"/>
                      <a:pt x="890764" y="114033"/>
                    </a:cubicBezTo>
                    <a:cubicBezTo>
                      <a:pt x="890740" y="114033"/>
                      <a:pt x="890728" y="114033"/>
                      <a:pt x="890703" y="114033"/>
                    </a:cubicBezTo>
                    <a:close/>
                    <a:moveTo>
                      <a:pt x="919" y="108275"/>
                    </a:moveTo>
                    <a:lnTo>
                      <a:pt x="919" y="108275"/>
                    </a:lnTo>
                    <a:cubicBezTo>
                      <a:pt x="674" y="108275"/>
                      <a:pt x="490" y="108067"/>
                      <a:pt x="490" y="107822"/>
                    </a:cubicBezTo>
                    <a:lnTo>
                      <a:pt x="563" y="105201"/>
                    </a:lnTo>
                    <a:cubicBezTo>
                      <a:pt x="563" y="104956"/>
                      <a:pt x="808" y="104760"/>
                      <a:pt x="1017" y="104772"/>
                    </a:cubicBezTo>
                    <a:cubicBezTo>
                      <a:pt x="1262" y="104772"/>
                      <a:pt x="1445" y="104980"/>
                      <a:pt x="1445" y="105225"/>
                    </a:cubicBezTo>
                    <a:lnTo>
                      <a:pt x="1372" y="107847"/>
                    </a:lnTo>
                    <a:cubicBezTo>
                      <a:pt x="1372" y="108079"/>
                      <a:pt x="1176" y="108275"/>
                      <a:pt x="931" y="108275"/>
                    </a:cubicBezTo>
                    <a:close/>
                    <a:moveTo>
                      <a:pt x="889527" y="105372"/>
                    </a:moveTo>
                    <a:cubicBezTo>
                      <a:pt x="889319" y="105372"/>
                      <a:pt x="889123" y="105213"/>
                      <a:pt x="889098" y="104993"/>
                    </a:cubicBezTo>
                    <a:lnTo>
                      <a:pt x="888731" y="102396"/>
                    </a:lnTo>
                    <a:cubicBezTo>
                      <a:pt x="888694" y="102151"/>
                      <a:pt x="888866" y="101930"/>
                      <a:pt x="889098" y="101906"/>
                    </a:cubicBezTo>
                    <a:cubicBezTo>
                      <a:pt x="889331" y="101881"/>
                      <a:pt x="889564" y="102040"/>
                      <a:pt x="889588" y="102273"/>
                    </a:cubicBezTo>
                    <a:lnTo>
                      <a:pt x="889956" y="104870"/>
                    </a:lnTo>
                    <a:cubicBezTo>
                      <a:pt x="889993" y="105115"/>
                      <a:pt x="889821" y="105336"/>
                      <a:pt x="889588" y="105360"/>
                    </a:cubicBezTo>
                    <a:cubicBezTo>
                      <a:pt x="889564" y="105360"/>
                      <a:pt x="889552" y="105360"/>
                      <a:pt x="889527" y="105360"/>
                    </a:cubicBezTo>
                    <a:close/>
                    <a:moveTo>
                      <a:pt x="1176" y="99529"/>
                    </a:moveTo>
                    <a:lnTo>
                      <a:pt x="1164" y="99529"/>
                    </a:lnTo>
                    <a:cubicBezTo>
                      <a:pt x="919" y="99529"/>
                      <a:pt x="735" y="99321"/>
                      <a:pt x="747" y="99076"/>
                    </a:cubicBezTo>
                    <a:lnTo>
                      <a:pt x="833" y="96454"/>
                    </a:lnTo>
                    <a:cubicBezTo>
                      <a:pt x="833" y="96209"/>
                      <a:pt x="1053" y="96050"/>
                      <a:pt x="1286" y="96038"/>
                    </a:cubicBezTo>
                    <a:cubicBezTo>
                      <a:pt x="1531" y="96038"/>
                      <a:pt x="1715" y="96246"/>
                      <a:pt x="1703" y="96491"/>
                    </a:cubicBezTo>
                    <a:lnTo>
                      <a:pt x="1617" y="99113"/>
                    </a:lnTo>
                    <a:cubicBezTo>
                      <a:pt x="1617" y="99345"/>
                      <a:pt x="1421" y="99529"/>
                      <a:pt x="1176" y="99529"/>
                    </a:cubicBezTo>
                    <a:close/>
                    <a:moveTo>
                      <a:pt x="888265" y="96712"/>
                    </a:moveTo>
                    <a:cubicBezTo>
                      <a:pt x="888057" y="96712"/>
                      <a:pt x="887861" y="96552"/>
                      <a:pt x="887837" y="96344"/>
                    </a:cubicBezTo>
                    <a:lnTo>
                      <a:pt x="887445" y="93747"/>
                    </a:lnTo>
                    <a:cubicBezTo>
                      <a:pt x="887408" y="93502"/>
                      <a:pt x="887567" y="93282"/>
                      <a:pt x="887812" y="93245"/>
                    </a:cubicBezTo>
                    <a:cubicBezTo>
                      <a:pt x="888057" y="93208"/>
                      <a:pt x="888278" y="93368"/>
                      <a:pt x="888315" y="93613"/>
                    </a:cubicBezTo>
                    <a:lnTo>
                      <a:pt x="888706" y="96209"/>
                    </a:lnTo>
                    <a:cubicBezTo>
                      <a:pt x="888743" y="96454"/>
                      <a:pt x="888572" y="96675"/>
                      <a:pt x="888339" y="96712"/>
                    </a:cubicBezTo>
                    <a:cubicBezTo>
                      <a:pt x="888315" y="96712"/>
                      <a:pt x="888290" y="96712"/>
                      <a:pt x="888278" y="96712"/>
                    </a:cubicBezTo>
                    <a:close/>
                    <a:moveTo>
                      <a:pt x="1494" y="90783"/>
                    </a:moveTo>
                    <a:lnTo>
                      <a:pt x="1482" y="90783"/>
                    </a:lnTo>
                    <a:cubicBezTo>
                      <a:pt x="1237" y="90783"/>
                      <a:pt x="1053" y="90575"/>
                      <a:pt x="1066" y="90330"/>
                    </a:cubicBezTo>
                    <a:lnTo>
                      <a:pt x="1176" y="87708"/>
                    </a:lnTo>
                    <a:cubicBezTo>
                      <a:pt x="1176" y="87463"/>
                      <a:pt x="1396" y="87267"/>
                      <a:pt x="1629" y="87292"/>
                    </a:cubicBezTo>
                    <a:cubicBezTo>
                      <a:pt x="1874" y="87292"/>
                      <a:pt x="2058" y="87500"/>
                      <a:pt x="2046" y="87745"/>
                    </a:cubicBezTo>
                    <a:lnTo>
                      <a:pt x="1935" y="90366"/>
                    </a:lnTo>
                    <a:cubicBezTo>
                      <a:pt x="1935" y="90599"/>
                      <a:pt x="1727" y="90783"/>
                      <a:pt x="1494" y="90783"/>
                    </a:cubicBezTo>
                    <a:close/>
                    <a:moveTo>
                      <a:pt x="886942" y="88063"/>
                    </a:moveTo>
                    <a:cubicBezTo>
                      <a:pt x="886734" y="88063"/>
                      <a:pt x="886550" y="87904"/>
                      <a:pt x="886514" y="87696"/>
                    </a:cubicBezTo>
                    <a:lnTo>
                      <a:pt x="886109" y="85111"/>
                    </a:lnTo>
                    <a:cubicBezTo>
                      <a:pt x="886073" y="84878"/>
                      <a:pt x="886232" y="84646"/>
                      <a:pt x="886477" y="84609"/>
                    </a:cubicBezTo>
                    <a:cubicBezTo>
                      <a:pt x="886722" y="84572"/>
                      <a:pt x="886942" y="84731"/>
                      <a:pt x="886979" y="84976"/>
                    </a:cubicBezTo>
                    <a:lnTo>
                      <a:pt x="887384" y="87573"/>
                    </a:lnTo>
                    <a:cubicBezTo>
                      <a:pt x="887420" y="87806"/>
                      <a:pt x="887261" y="88039"/>
                      <a:pt x="887016" y="88076"/>
                    </a:cubicBezTo>
                    <a:cubicBezTo>
                      <a:pt x="886991" y="88076"/>
                      <a:pt x="886967" y="88076"/>
                      <a:pt x="886942" y="88076"/>
                    </a:cubicBezTo>
                    <a:close/>
                    <a:moveTo>
                      <a:pt x="1886" y="82037"/>
                    </a:moveTo>
                    <a:cubicBezTo>
                      <a:pt x="1886" y="82037"/>
                      <a:pt x="1874" y="82037"/>
                      <a:pt x="1862" y="82037"/>
                    </a:cubicBezTo>
                    <a:cubicBezTo>
                      <a:pt x="1617" y="82037"/>
                      <a:pt x="1433" y="81816"/>
                      <a:pt x="1445" y="81583"/>
                    </a:cubicBezTo>
                    <a:lnTo>
                      <a:pt x="1580" y="78962"/>
                    </a:lnTo>
                    <a:cubicBezTo>
                      <a:pt x="1592" y="78717"/>
                      <a:pt x="1801" y="78521"/>
                      <a:pt x="2033" y="78545"/>
                    </a:cubicBezTo>
                    <a:cubicBezTo>
                      <a:pt x="2278" y="78545"/>
                      <a:pt x="2462" y="78766"/>
                      <a:pt x="2450" y="78999"/>
                    </a:cubicBezTo>
                    <a:lnTo>
                      <a:pt x="2315" y="81620"/>
                    </a:lnTo>
                    <a:cubicBezTo>
                      <a:pt x="2315" y="81853"/>
                      <a:pt x="2107" y="82037"/>
                      <a:pt x="1874" y="82037"/>
                    </a:cubicBezTo>
                    <a:close/>
                    <a:moveTo>
                      <a:pt x="885558" y="79440"/>
                    </a:moveTo>
                    <a:cubicBezTo>
                      <a:pt x="885350" y="79440"/>
                      <a:pt x="885166" y="79293"/>
                      <a:pt x="885129" y="79072"/>
                    </a:cubicBezTo>
                    <a:lnTo>
                      <a:pt x="884701" y="76487"/>
                    </a:lnTo>
                    <a:cubicBezTo>
                      <a:pt x="884664" y="76255"/>
                      <a:pt x="884823" y="76022"/>
                      <a:pt x="885056" y="75985"/>
                    </a:cubicBezTo>
                    <a:cubicBezTo>
                      <a:pt x="885289" y="75948"/>
                      <a:pt x="885522" y="76108"/>
                      <a:pt x="885558" y="76340"/>
                    </a:cubicBezTo>
                    <a:lnTo>
                      <a:pt x="885987" y="78925"/>
                    </a:lnTo>
                    <a:cubicBezTo>
                      <a:pt x="886024" y="79158"/>
                      <a:pt x="885865" y="79391"/>
                      <a:pt x="885632" y="79427"/>
                    </a:cubicBezTo>
                    <a:cubicBezTo>
                      <a:pt x="885607" y="79427"/>
                      <a:pt x="885583" y="79427"/>
                      <a:pt x="885558" y="79427"/>
                    </a:cubicBezTo>
                    <a:close/>
                    <a:moveTo>
                      <a:pt x="2352" y="73290"/>
                    </a:moveTo>
                    <a:cubicBezTo>
                      <a:pt x="2352" y="73290"/>
                      <a:pt x="2340" y="73290"/>
                      <a:pt x="2327" y="73290"/>
                    </a:cubicBezTo>
                    <a:cubicBezTo>
                      <a:pt x="2082" y="73278"/>
                      <a:pt x="1899" y="73070"/>
                      <a:pt x="1911" y="72825"/>
                    </a:cubicBezTo>
                    <a:lnTo>
                      <a:pt x="2070" y="70203"/>
                    </a:lnTo>
                    <a:cubicBezTo>
                      <a:pt x="2082" y="69958"/>
                      <a:pt x="2303" y="69775"/>
                      <a:pt x="2536" y="69799"/>
                    </a:cubicBezTo>
                    <a:cubicBezTo>
                      <a:pt x="2781" y="69811"/>
                      <a:pt x="2964" y="70020"/>
                      <a:pt x="2940" y="70265"/>
                    </a:cubicBezTo>
                    <a:lnTo>
                      <a:pt x="2781" y="72886"/>
                    </a:lnTo>
                    <a:cubicBezTo>
                      <a:pt x="2768" y="73119"/>
                      <a:pt x="2572" y="73302"/>
                      <a:pt x="2340" y="73302"/>
                    </a:cubicBezTo>
                    <a:close/>
                    <a:moveTo>
                      <a:pt x="884113" y="70816"/>
                    </a:moveTo>
                    <a:cubicBezTo>
                      <a:pt x="883904" y="70816"/>
                      <a:pt x="883721" y="70669"/>
                      <a:pt x="883684" y="70448"/>
                    </a:cubicBezTo>
                    <a:lnTo>
                      <a:pt x="883243" y="67864"/>
                    </a:lnTo>
                    <a:cubicBezTo>
                      <a:pt x="883206" y="67631"/>
                      <a:pt x="883366" y="67398"/>
                      <a:pt x="883598" y="67361"/>
                    </a:cubicBezTo>
                    <a:cubicBezTo>
                      <a:pt x="883831" y="67325"/>
                      <a:pt x="884064" y="67484"/>
                      <a:pt x="884101" y="67717"/>
                    </a:cubicBezTo>
                    <a:lnTo>
                      <a:pt x="884541" y="70301"/>
                    </a:lnTo>
                    <a:cubicBezTo>
                      <a:pt x="884578" y="70534"/>
                      <a:pt x="884419" y="70767"/>
                      <a:pt x="884186" y="70804"/>
                    </a:cubicBezTo>
                    <a:cubicBezTo>
                      <a:pt x="884162" y="70804"/>
                      <a:pt x="884137" y="70804"/>
                      <a:pt x="884113" y="70804"/>
                    </a:cubicBezTo>
                    <a:close/>
                    <a:moveTo>
                      <a:pt x="2891" y="64568"/>
                    </a:moveTo>
                    <a:cubicBezTo>
                      <a:pt x="2891" y="64568"/>
                      <a:pt x="2866" y="64568"/>
                      <a:pt x="2866" y="64568"/>
                    </a:cubicBezTo>
                    <a:cubicBezTo>
                      <a:pt x="2621" y="64556"/>
                      <a:pt x="2438" y="64348"/>
                      <a:pt x="2462" y="64103"/>
                    </a:cubicBezTo>
                    <a:lnTo>
                      <a:pt x="2646" y="61481"/>
                    </a:lnTo>
                    <a:cubicBezTo>
                      <a:pt x="2658" y="61236"/>
                      <a:pt x="2879" y="61065"/>
                      <a:pt x="3111" y="61077"/>
                    </a:cubicBezTo>
                    <a:cubicBezTo>
                      <a:pt x="3356" y="61089"/>
                      <a:pt x="3528" y="61298"/>
                      <a:pt x="3516" y="61543"/>
                    </a:cubicBezTo>
                    <a:lnTo>
                      <a:pt x="3332" y="64152"/>
                    </a:lnTo>
                    <a:cubicBezTo>
                      <a:pt x="3320" y="64385"/>
                      <a:pt x="3124" y="64556"/>
                      <a:pt x="2891" y="64556"/>
                    </a:cubicBezTo>
                    <a:close/>
                    <a:moveTo>
                      <a:pt x="882606" y="62204"/>
                    </a:moveTo>
                    <a:cubicBezTo>
                      <a:pt x="882398" y="62204"/>
                      <a:pt x="882214" y="62057"/>
                      <a:pt x="882177" y="61849"/>
                    </a:cubicBezTo>
                    <a:lnTo>
                      <a:pt x="881712" y="59264"/>
                    </a:lnTo>
                    <a:cubicBezTo>
                      <a:pt x="881675" y="59032"/>
                      <a:pt x="881822" y="58799"/>
                      <a:pt x="882067" y="58762"/>
                    </a:cubicBezTo>
                    <a:cubicBezTo>
                      <a:pt x="882312" y="58725"/>
                      <a:pt x="882533" y="58872"/>
                      <a:pt x="882569" y="59117"/>
                    </a:cubicBezTo>
                    <a:lnTo>
                      <a:pt x="883035" y="61702"/>
                    </a:lnTo>
                    <a:cubicBezTo>
                      <a:pt x="883072" y="61935"/>
                      <a:pt x="882925" y="62167"/>
                      <a:pt x="882680" y="62204"/>
                    </a:cubicBezTo>
                    <a:cubicBezTo>
                      <a:pt x="882655" y="62204"/>
                      <a:pt x="882631" y="62204"/>
                      <a:pt x="882606" y="62204"/>
                    </a:cubicBezTo>
                    <a:close/>
                    <a:moveTo>
                      <a:pt x="3528" y="55859"/>
                    </a:moveTo>
                    <a:cubicBezTo>
                      <a:pt x="3528" y="55859"/>
                      <a:pt x="3503" y="55859"/>
                      <a:pt x="3491" y="55859"/>
                    </a:cubicBezTo>
                    <a:cubicBezTo>
                      <a:pt x="3246" y="55834"/>
                      <a:pt x="3075" y="55626"/>
                      <a:pt x="3087" y="55393"/>
                    </a:cubicBezTo>
                    <a:lnTo>
                      <a:pt x="3295" y="52772"/>
                    </a:lnTo>
                    <a:cubicBezTo>
                      <a:pt x="3320" y="52527"/>
                      <a:pt x="3528" y="52343"/>
                      <a:pt x="3761" y="52368"/>
                    </a:cubicBezTo>
                    <a:cubicBezTo>
                      <a:pt x="4006" y="52392"/>
                      <a:pt x="4177" y="52600"/>
                      <a:pt x="4165" y="52833"/>
                    </a:cubicBezTo>
                    <a:lnTo>
                      <a:pt x="3957" y="55442"/>
                    </a:lnTo>
                    <a:cubicBezTo>
                      <a:pt x="3944" y="55675"/>
                      <a:pt x="3748" y="55847"/>
                      <a:pt x="3516" y="55847"/>
                    </a:cubicBezTo>
                    <a:close/>
                    <a:moveTo>
                      <a:pt x="881050" y="53605"/>
                    </a:moveTo>
                    <a:cubicBezTo>
                      <a:pt x="880842" y="53605"/>
                      <a:pt x="880658" y="53458"/>
                      <a:pt x="880622" y="53250"/>
                    </a:cubicBezTo>
                    <a:lnTo>
                      <a:pt x="880144" y="50677"/>
                    </a:lnTo>
                    <a:cubicBezTo>
                      <a:pt x="880095" y="50444"/>
                      <a:pt x="880254" y="50212"/>
                      <a:pt x="880487" y="50163"/>
                    </a:cubicBezTo>
                    <a:cubicBezTo>
                      <a:pt x="880732" y="50126"/>
                      <a:pt x="880952" y="50273"/>
                      <a:pt x="881001" y="50506"/>
                    </a:cubicBezTo>
                    <a:lnTo>
                      <a:pt x="881479" y="53078"/>
                    </a:lnTo>
                    <a:cubicBezTo>
                      <a:pt x="881528" y="53311"/>
                      <a:pt x="881369" y="53544"/>
                      <a:pt x="881124" y="53593"/>
                    </a:cubicBezTo>
                    <a:cubicBezTo>
                      <a:pt x="881099" y="53593"/>
                      <a:pt x="881075" y="53593"/>
                      <a:pt x="881038" y="53593"/>
                    </a:cubicBezTo>
                    <a:close/>
                    <a:moveTo>
                      <a:pt x="4263" y="47149"/>
                    </a:moveTo>
                    <a:cubicBezTo>
                      <a:pt x="4263" y="47149"/>
                      <a:pt x="4238" y="47149"/>
                      <a:pt x="4226" y="47149"/>
                    </a:cubicBezTo>
                    <a:cubicBezTo>
                      <a:pt x="3981" y="47125"/>
                      <a:pt x="3810" y="46917"/>
                      <a:pt x="3834" y="46672"/>
                    </a:cubicBezTo>
                    <a:cubicBezTo>
                      <a:pt x="3908" y="45802"/>
                      <a:pt x="3993" y="44932"/>
                      <a:pt x="4079" y="44062"/>
                    </a:cubicBezTo>
                    <a:cubicBezTo>
                      <a:pt x="4104" y="43817"/>
                      <a:pt x="4312" y="43646"/>
                      <a:pt x="4557" y="43670"/>
                    </a:cubicBezTo>
                    <a:cubicBezTo>
                      <a:pt x="4802" y="43695"/>
                      <a:pt x="4973" y="43903"/>
                      <a:pt x="4949" y="44148"/>
                    </a:cubicBezTo>
                    <a:cubicBezTo>
                      <a:pt x="4863" y="45018"/>
                      <a:pt x="4790" y="45888"/>
                      <a:pt x="4704" y="46757"/>
                    </a:cubicBezTo>
                    <a:cubicBezTo>
                      <a:pt x="4679" y="46990"/>
                      <a:pt x="4496" y="47149"/>
                      <a:pt x="4275" y="47149"/>
                    </a:cubicBezTo>
                    <a:close/>
                    <a:moveTo>
                      <a:pt x="879421" y="45018"/>
                    </a:moveTo>
                    <a:cubicBezTo>
                      <a:pt x="879213" y="45018"/>
                      <a:pt x="879029" y="44871"/>
                      <a:pt x="878992" y="44663"/>
                    </a:cubicBezTo>
                    <a:lnTo>
                      <a:pt x="878490" y="42090"/>
                    </a:lnTo>
                    <a:cubicBezTo>
                      <a:pt x="878441" y="41857"/>
                      <a:pt x="878600" y="41625"/>
                      <a:pt x="878833" y="41576"/>
                    </a:cubicBezTo>
                    <a:cubicBezTo>
                      <a:pt x="879066" y="41527"/>
                      <a:pt x="879299" y="41686"/>
                      <a:pt x="879348" y="41919"/>
                    </a:cubicBezTo>
                    <a:lnTo>
                      <a:pt x="879850" y="44491"/>
                    </a:lnTo>
                    <a:cubicBezTo>
                      <a:pt x="879899" y="44724"/>
                      <a:pt x="879740" y="44957"/>
                      <a:pt x="879507" y="45006"/>
                    </a:cubicBezTo>
                    <a:cubicBezTo>
                      <a:pt x="879482" y="45006"/>
                      <a:pt x="879446" y="45006"/>
                      <a:pt x="879421" y="45006"/>
                    </a:cubicBezTo>
                    <a:close/>
                    <a:moveTo>
                      <a:pt x="5108" y="38452"/>
                    </a:moveTo>
                    <a:cubicBezTo>
                      <a:pt x="5108" y="38452"/>
                      <a:pt x="5084" y="38452"/>
                      <a:pt x="5059" y="38452"/>
                    </a:cubicBezTo>
                    <a:cubicBezTo>
                      <a:pt x="4814" y="38427"/>
                      <a:pt x="4643" y="38207"/>
                      <a:pt x="4667" y="37974"/>
                    </a:cubicBezTo>
                    <a:cubicBezTo>
                      <a:pt x="4753" y="37104"/>
                      <a:pt x="4851" y="36235"/>
                      <a:pt x="4949" y="35365"/>
                    </a:cubicBezTo>
                    <a:cubicBezTo>
                      <a:pt x="4973" y="35120"/>
                      <a:pt x="5194" y="34949"/>
                      <a:pt x="5427" y="34973"/>
                    </a:cubicBezTo>
                    <a:cubicBezTo>
                      <a:pt x="5672" y="34998"/>
                      <a:pt x="5843" y="35218"/>
                      <a:pt x="5819" y="35451"/>
                    </a:cubicBezTo>
                    <a:cubicBezTo>
                      <a:pt x="5721" y="36321"/>
                      <a:pt x="5635" y="37190"/>
                      <a:pt x="5537" y="38060"/>
                    </a:cubicBezTo>
                    <a:cubicBezTo>
                      <a:pt x="5512" y="38280"/>
                      <a:pt x="5329" y="38452"/>
                      <a:pt x="5108" y="38452"/>
                    </a:cubicBezTo>
                    <a:close/>
                    <a:moveTo>
                      <a:pt x="877731" y="36443"/>
                    </a:moveTo>
                    <a:cubicBezTo>
                      <a:pt x="877522" y="36443"/>
                      <a:pt x="877339" y="36296"/>
                      <a:pt x="877302" y="36088"/>
                    </a:cubicBezTo>
                    <a:lnTo>
                      <a:pt x="876787" y="33515"/>
                    </a:lnTo>
                    <a:cubicBezTo>
                      <a:pt x="876738" y="33283"/>
                      <a:pt x="876898" y="33050"/>
                      <a:pt x="877130" y="33001"/>
                    </a:cubicBezTo>
                    <a:cubicBezTo>
                      <a:pt x="877375" y="32952"/>
                      <a:pt x="877596" y="33111"/>
                      <a:pt x="877645" y="33344"/>
                    </a:cubicBezTo>
                    <a:lnTo>
                      <a:pt x="878159" y="35916"/>
                    </a:lnTo>
                    <a:cubicBezTo>
                      <a:pt x="878208" y="36149"/>
                      <a:pt x="878049" y="36382"/>
                      <a:pt x="877816" y="36431"/>
                    </a:cubicBezTo>
                    <a:cubicBezTo>
                      <a:pt x="877792" y="36431"/>
                      <a:pt x="877755" y="36431"/>
                      <a:pt x="877731" y="36431"/>
                    </a:cubicBezTo>
                    <a:close/>
                    <a:moveTo>
                      <a:pt x="6076" y="29767"/>
                    </a:moveTo>
                    <a:cubicBezTo>
                      <a:pt x="6076" y="29767"/>
                      <a:pt x="6039" y="29767"/>
                      <a:pt x="6027" y="29767"/>
                    </a:cubicBezTo>
                    <a:cubicBezTo>
                      <a:pt x="5782" y="29742"/>
                      <a:pt x="5610" y="29522"/>
                      <a:pt x="5647" y="29277"/>
                    </a:cubicBezTo>
                    <a:cubicBezTo>
                      <a:pt x="5745" y="28407"/>
                      <a:pt x="5855" y="27537"/>
                      <a:pt x="5966" y="26668"/>
                    </a:cubicBezTo>
                    <a:cubicBezTo>
                      <a:pt x="5990" y="26423"/>
                      <a:pt x="6211" y="26263"/>
                      <a:pt x="6456" y="26288"/>
                    </a:cubicBezTo>
                    <a:cubicBezTo>
                      <a:pt x="6701" y="26312"/>
                      <a:pt x="6860" y="26533"/>
                      <a:pt x="6835" y="26778"/>
                    </a:cubicBezTo>
                    <a:cubicBezTo>
                      <a:pt x="6725" y="27635"/>
                      <a:pt x="6627" y="28505"/>
                      <a:pt x="6517" y="29375"/>
                    </a:cubicBezTo>
                    <a:cubicBezTo>
                      <a:pt x="6492" y="29595"/>
                      <a:pt x="6296" y="29755"/>
                      <a:pt x="6088" y="29755"/>
                    </a:cubicBezTo>
                    <a:close/>
                    <a:moveTo>
                      <a:pt x="875979" y="27868"/>
                    </a:moveTo>
                    <a:cubicBezTo>
                      <a:pt x="875771" y="27868"/>
                      <a:pt x="875599" y="27721"/>
                      <a:pt x="875550" y="27525"/>
                    </a:cubicBezTo>
                    <a:lnTo>
                      <a:pt x="875011" y="24953"/>
                    </a:lnTo>
                    <a:cubicBezTo>
                      <a:pt x="874962" y="24720"/>
                      <a:pt x="875109" y="24487"/>
                      <a:pt x="875354" y="24438"/>
                    </a:cubicBezTo>
                    <a:cubicBezTo>
                      <a:pt x="875587" y="24377"/>
                      <a:pt x="875820" y="24536"/>
                      <a:pt x="875869" y="24781"/>
                    </a:cubicBezTo>
                    <a:lnTo>
                      <a:pt x="876408" y="27354"/>
                    </a:lnTo>
                    <a:cubicBezTo>
                      <a:pt x="876457" y="27586"/>
                      <a:pt x="876310" y="27819"/>
                      <a:pt x="876065" y="27868"/>
                    </a:cubicBezTo>
                    <a:cubicBezTo>
                      <a:pt x="876040" y="27868"/>
                      <a:pt x="876003" y="27868"/>
                      <a:pt x="875979" y="27868"/>
                    </a:cubicBezTo>
                    <a:close/>
                    <a:moveTo>
                      <a:pt x="7178" y="21094"/>
                    </a:moveTo>
                    <a:cubicBezTo>
                      <a:pt x="7178" y="21094"/>
                      <a:pt x="7142" y="21094"/>
                      <a:pt x="7117" y="21094"/>
                    </a:cubicBezTo>
                    <a:cubicBezTo>
                      <a:pt x="6872" y="21057"/>
                      <a:pt x="6713" y="20837"/>
                      <a:pt x="6750" y="20604"/>
                    </a:cubicBezTo>
                    <a:cubicBezTo>
                      <a:pt x="6872" y="19734"/>
                      <a:pt x="6995" y="18865"/>
                      <a:pt x="7117" y="18007"/>
                    </a:cubicBezTo>
                    <a:cubicBezTo>
                      <a:pt x="7154" y="17762"/>
                      <a:pt x="7374" y="17603"/>
                      <a:pt x="7607" y="17640"/>
                    </a:cubicBezTo>
                    <a:cubicBezTo>
                      <a:pt x="7840" y="17676"/>
                      <a:pt x="8011" y="17897"/>
                      <a:pt x="7975" y="18130"/>
                    </a:cubicBezTo>
                    <a:cubicBezTo>
                      <a:pt x="7852" y="18987"/>
                      <a:pt x="7730" y="19857"/>
                      <a:pt x="7607" y="20727"/>
                    </a:cubicBezTo>
                    <a:cubicBezTo>
                      <a:pt x="7583" y="20947"/>
                      <a:pt x="7387" y="21106"/>
                      <a:pt x="7178" y="21106"/>
                    </a:cubicBezTo>
                    <a:close/>
                    <a:moveTo>
                      <a:pt x="874154" y="19318"/>
                    </a:moveTo>
                    <a:cubicBezTo>
                      <a:pt x="873958" y="19318"/>
                      <a:pt x="873774" y="19183"/>
                      <a:pt x="873725" y="18975"/>
                    </a:cubicBezTo>
                    <a:lnTo>
                      <a:pt x="873161" y="16415"/>
                    </a:lnTo>
                    <a:cubicBezTo>
                      <a:pt x="873113" y="16182"/>
                      <a:pt x="873260" y="15949"/>
                      <a:pt x="873492" y="15888"/>
                    </a:cubicBezTo>
                    <a:cubicBezTo>
                      <a:pt x="873725" y="15827"/>
                      <a:pt x="873958" y="15986"/>
                      <a:pt x="874007" y="16219"/>
                    </a:cubicBezTo>
                    <a:lnTo>
                      <a:pt x="874570" y="18779"/>
                    </a:lnTo>
                    <a:cubicBezTo>
                      <a:pt x="874619" y="19012"/>
                      <a:pt x="874472" y="19244"/>
                      <a:pt x="874239" y="19293"/>
                    </a:cubicBezTo>
                    <a:cubicBezTo>
                      <a:pt x="874203" y="19293"/>
                      <a:pt x="874178" y="19293"/>
                      <a:pt x="874141" y="19293"/>
                    </a:cubicBezTo>
                    <a:close/>
                    <a:moveTo>
                      <a:pt x="868617" y="14565"/>
                    </a:moveTo>
                    <a:cubicBezTo>
                      <a:pt x="868617" y="14565"/>
                      <a:pt x="868580" y="14565"/>
                      <a:pt x="868568" y="14565"/>
                    </a:cubicBezTo>
                    <a:cubicBezTo>
                      <a:pt x="867710" y="14467"/>
                      <a:pt x="866841" y="14369"/>
                      <a:pt x="865959" y="14271"/>
                    </a:cubicBezTo>
                    <a:cubicBezTo>
                      <a:pt x="865714" y="14246"/>
                      <a:pt x="865542" y="14026"/>
                      <a:pt x="865567" y="13793"/>
                    </a:cubicBezTo>
                    <a:cubicBezTo>
                      <a:pt x="865591" y="13548"/>
                      <a:pt x="865812" y="13377"/>
                      <a:pt x="866044" y="13401"/>
                    </a:cubicBezTo>
                    <a:cubicBezTo>
                      <a:pt x="866926" y="13499"/>
                      <a:pt x="867796" y="13597"/>
                      <a:pt x="868654" y="13695"/>
                    </a:cubicBezTo>
                    <a:cubicBezTo>
                      <a:pt x="868899" y="13720"/>
                      <a:pt x="869070" y="13940"/>
                      <a:pt x="869033" y="14185"/>
                    </a:cubicBezTo>
                    <a:cubicBezTo>
                      <a:pt x="869009" y="14406"/>
                      <a:pt x="868825" y="14577"/>
                      <a:pt x="868605" y="14577"/>
                    </a:cubicBezTo>
                    <a:close/>
                    <a:moveTo>
                      <a:pt x="859932" y="13634"/>
                    </a:moveTo>
                    <a:cubicBezTo>
                      <a:pt x="859932" y="13634"/>
                      <a:pt x="859907" y="13634"/>
                      <a:pt x="859883" y="13634"/>
                    </a:cubicBezTo>
                    <a:lnTo>
                      <a:pt x="857274" y="13377"/>
                    </a:lnTo>
                    <a:cubicBezTo>
                      <a:pt x="857029" y="13352"/>
                      <a:pt x="856857" y="13144"/>
                      <a:pt x="856882" y="12899"/>
                    </a:cubicBezTo>
                    <a:cubicBezTo>
                      <a:pt x="856906" y="12654"/>
                      <a:pt x="857114" y="12495"/>
                      <a:pt x="857359" y="12507"/>
                    </a:cubicBezTo>
                    <a:lnTo>
                      <a:pt x="859969" y="12764"/>
                    </a:lnTo>
                    <a:cubicBezTo>
                      <a:pt x="860214" y="12789"/>
                      <a:pt x="860385" y="12997"/>
                      <a:pt x="860361" y="13242"/>
                    </a:cubicBezTo>
                    <a:cubicBezTo>
                      <a:pt x="860336" y="13462"/>
                      <a:pt x="860152" y="13634"/>
                      <a:pt x="859932" y="13634"/>
                    </a:cubicBezTo>
                    <a:close/>
                    <a:moveTo>
                      <a:pt x="851235" y="12801"/>
                    </a:moveTo>
                    <a:cubicBezTo>
                      <a:pt x="851235" y="12801"/>
                      <a:pt x="851210" y="12801"/>
                      <a:pt x="851198" y="12801"/>
                    </a:cubicBezTo>
                    <a:lnTo>
                      <a:pt x="848589" y="12568"/>
                    </a:lnTo>
                    <a:cubicBezTo>
                      <a:pt x="848344" y="12544"/>
                      <a:pt x="848172" y="12335"/>
                      <a:pt x="848197" y="12090"/>
                    </a:cubicBezTo>
                    <a:cubicBezTo>
                      <a:pt x="848221" y="11846"/>
                      <a:pt x="848429" y="11686"/>
                      <a:pt x="848674" y="11699"/>
                    </a:cubicBezTo>
                    <a:lnTo>
                      <a:pt x="851283" y="11931"/>
                    </a:lnTo>
                    <a:cubicBezTo>
                      <a:pt x="851528" y="11956"/>
                      <a:pt x="851700" y="12164"/>
                      <a:pt x="851675" y="12409"/>
                    </a:cubicBezTo>
                    <a:cubicBezTo>
                      <a:pt x="851651" y="12642"/>
                      <a:pt x="851467" y="12801"/>
                      <a:pt x="851247" y="12801"/>
                    </a:cubicBezTo>
                    <a:close/>
                    <a:moveTo>
                      <a:pt x="8452" y="12458"/>
                    </a:moveTo>
                    <a:cubicBezTo>
                      <a:pt x="8452" y="12458"/>
                      <a:pt x="8403" y="12458"/>
                      <a:pt x="8379" y="12458"/>
                    </a:cubicBezTo>
                    <a:cubicBezTo>
                      <a:pt x="8146" y="12421"/>
                      <a:pt x="7975" y="12201"/>
                      <a:pt x="8011" y="11956"/>
                    </a:cubicBezTo>
                    <a:cubicBezTo>
                      <a:pt x="8146" y="11086"/>
                      <a:pt x="8293" y="10229"/>
                      <a:pt x="8428" y="9359"/>
                    </a:cubicBezTo>
                    <a:cubicBezTo>
                      <a:pt x="8465" y="9114"/>
                      <a:pt x="8685" y="8955"/>
                      <a:pt x="8930" y="9004"/>
                    </a:cubicBezTo>
                    <a:cubicBezTo>
                      <a:pt x="9163" y="9040"/>
                      <a:pt x="9334" y="9273"/>
                      <a:pt x="9285" y="9506"/>
                    </a:cubicBezTo>
                    <a:cubicBezTo>
                      <a:pt x="9151" y="10363"/>
                      <a:pt x="9004" y="11221"/>
                      <a:pt x="8869" y="12090"/>
                    </a:cubicBezTo>
                    <a:cubicBezTo>
                      <a:pt x="8832" y="12311"/>
                      <a:pt x="8648" y="12458"/>
                      <a:pt x="8440" y="12458"/>
                    </a:cubicBezTo>
                    <a:close/>
                    <a:moveTo>
                      <a:pt x="842525" y="12054"/>
                    </a:moveTo>
                    <a:cubicBezTo>
                      <a:pt x="842525" y="12054"/>
                      <a:pt x="842500" y="12054"/>
                      <a:pt x="842488" y="12054"/>
                    </a:cubicBezTo>
                    <a:lnTo>
                      <a:pt x="839879" y="11846"/>
                    </a:lnTo>
                    <a:cubicBezTo>
                      <a:pt x="839634" y="11821"/>
                      <a:pt x="839463" y="11613"/>
                      <a:pt x="839475" y="11380"/>
                    </a:cubicBezTo>
                    <a:cubicBezTo>
                      <a:pt x="839499" y="11135"/>
                      <a:pt x="839695" y="10964"/>
                      <a:pt x="839940" y="10976"/>
                    </a:cubicBezTo>
                    <a:lnTo>
                      <a:pt x="842549" y="11184"/>
                    </a:lnTo>
                    <a:cubicBezTo>
                      <a:pt x="842794" y="11209"/>
                      <a:pt x="842966" y="11417"/>
                      <a:pt x="842954" y="11650"/>
                    </a:cubicBezTo>
                    <a:cubicBezTo>
                      <a:pt x="842929" y="11882"/>
                      <a:pt x="842745" y="12054"/>
                      <a:pt x="842513" y="12054"/>
                    </a:cubicBezTo>
                    <a:close/>
                    <a:moveTo>
                      <a:pt x="833815" y="11368"/>
                    </a:moveTo>
                    <a:cubicBezTo>
                      <a:pt x="833815" y="11368"/>
                      <a:pt x="833791" y="11368"/>
                      <a:pt x="833779" y="11368"/>
                    </a:cubicBezTo>
                    <a:lnTo>
                      <a:pt x="831169" y="11172"/>
                    </a:lnTo>
                    <a:cubicBezTo>
                      <a:pt x="830924" y="11160"/>
                      <a:pt x="830753" y="10939"/>
                      <a:pt x="830765" y="10706"/>
                    </a:cubicBezTo>
                    <a:cubicBezTo>
                      <a:pt x="830777" y="10461"/>
                      <a:pt x="830986" y="10278"/>
                      <a:pt x="831231" y="10302"/>
                    </a:cubicBezTo>
                    <a:lnTo>
                      <a:pt x="833852" y="10498"/>
                    </a:lnTo>
                    <a:cubicBezTo>
                      <a:pt x="834097" y="10523"/>
                      <a:pt x="834269" y="10731"/>
                      <a:pt x="834256" y="10964"/>
                    </a:cubicBezTo>
                    <a:cubicBezTo>
                      <a:pt x="834244" y="11196"/>
                      <a:pt x="834048" y="11368"/>
                      <a:pt x="833815" y="11368"/>
                    </a:cubicBezTo>
                    <a:close/>
                    <a:moveTo>
                      <a:pt x="825093" y="10731"/>
                    </a:moveTo>
                    <a:cubicBezTo>
                      <a:pt x="825093" y="10731"/>
                      <a:pt x="825069" y="10731"/>
                      <a:pt x="825057" y="10731"/>
                    </a:cubicBezTo>
                    <a:lnTo>
                      <a:pt x="822435" y="10547"/>
                    </a:lnTo>
                    <a:cubicBezTo>
                      <a:pt x="822190" y="10535"/>
                      <a:pt x="822019" y="10327"/>
                      <a:pt x="822031" y="10082"/>
                    </a:cubicBezTo>
                    <a:cubicBezTo>
                      <a:pt x="822043" y="9837"/>
                      <a:pt x="822264" y="9665"/>
                      <a:pt x="822497" y="9677"/>
                    </a:cubicBezTo>
                    <a:lnTo>
                      <a:pt x="825118" y="9861"/>
                    </a:lnTo>
                    <a:cubicBezTo>
                      <a:pt x="825363" y="9873"/>
                      <a:pt x="825535" y="10082"/>
                      <a:pt x="825522" y="10327"/>
                    </a:cubicBezTo>
                    <a:cubicBezTo>
                      <a:pt x="825510" y="10559"/>
                      <a:pt x="825314" y="10731"/>
                      <a:pt x="825081" y="10731"/>
                    </a:cubicBezTo>
                    <a:close/>
                    <a:moveTo>
                      <a:pt x="816372" y="10143"/>
                    </a:moveTo>
                    <a:cubicBezTo>
                      <a:pt x="816372" y="10143"/>
                      <a:pt x="816347" y="10143"/>
                      <a:pt x="816347" y="10143"/>
                    </a:cubicBezTo>
                    <a:lnTo>
                      <a:pt x="813726" y="9971"/>
                    </a:lnTo>
                    <a:cubicBezTo>
                      <a:pt x="813481" y="9959"/>
                      <a:pt x="813297" y="9751"/>
                      <a:pt x="813321" y="9506"/>
                    </a:cubicBezTo>
                    <a:cubicBezTo>
                      <a:pt x="813334" y="9261"/>
                      <a:pt x="813542" y="9077"/>
                      <a:pt x="813787" y="9102"/>
                    </a:cubicBezTo>
                    <a:lnTo>
                      <a:pt x="816408" y="9273"/>
                    </a:lnTo>
                    <a:cubicBezTo>
                      <a:pt x="816654" y="9285"/>
                      <a:pt x="816837" y="9494"/>
                      <a:pt x="816813" y="9739"/>
                    </a:cubicBezTo>
                    <a:cubicBezTo>
                      <a:pt x="816801" y="9971"/>
                      <a:pt x="816604" y="10143"/>
                      <a:pt x="816372" y="10143"/>
                    </a:cubicBezTo>
                    <a:close/>
                    <a:moveTo>
                      <a:pt x="807650" y="9592"/>
                    </a:moveTo>
                    <a:cubicBezTo>
                      <a:pt x="807650" y="9592"/>
                      <a:pt x="807638" y="9592"/>
                      <a:pt x="807625" y="9592"/>
                    </a:cubicBezTo>
                    <a:lnTo>
                      <a:pt x="805004" y="9432"/>
                    </a:lnTo>
                    <a:cubicBezTo>
                      <a:pt x="804759" y="9420"/>
                      <a:pt x="804575" y="9212"/>
                      <a:pt x="804600" y="8967"/>
                    </a:cubicBezTo>
                    <a:cubicBezTo>
                      <a:pt x="804612" y="8722"/>
                      <a:pt x="804808" y="8526"/>
                      <a:pt x="805065" y="8550"/>
                    </a:cubicBezTo>
                    <a:lnTo>
                      <a:pt x="807687" y="8710"/>
                    </a:lnTo>
                    <a:cubicBezTo>
                      <a:pt x="807932" y="8722"/>
                      <a:pt x="808115" y="8930"/>
                      <a:pt x="808091" y="9175"/>
                    </a:cubicBezTo>
                    <a:cubicBezTo>
                      <a:pt x="808079" y="9408"/>
                      <a:pt x="807883" y="9592"/>
                      <a:pt x="807650" y="9592"/>
                    </a:cubicBezTo>
                    <a:close/>
                    <a:moveTo>
                      <a:pt x="798928" y="9077"/>
                    </a:moveTo>
                    <a:cubicBezTo>
                      <a:pt x="798928" y="9077"/>
                      <a:pt x="798916" y="9077"/>
                      <a:pt x="798904" y="9077"/>
                    </a:cubicBezTo>
                    <a:lnTo>
                      <a:pt x="796282" y="8930"/>
                    </a:lnTo>
                    <a:cubicBezTo>
                      <a:pt x="796037" y="8918"/>
                      <a:pt x="795853" y="8710"/>
                      <a:pt x="795866" y="8465"/>
                    </a:cubicBezTo>
                    <a:cubicBezTo>
                      <a:pt x="795878" y="8220"/>
                      <a:pt x="796074" y="8024"/>
                      <a:pt x="796331" y="8048"/>
                    </a:cubicBezTo>
                    <a:lnTo>
                      <a:pt x="798953" y="8195"/>
                    </a:lnTo>
                    <a:cubicBezTo>
                      <a:pt x="799198" y="8207"/>
                      <a:pt x="799381" y="8416"/>
                      <a:pt x="799369" y="8661"/>
                    </a:cubicBezTo>
                    <a:cubicBezTo>
                      <a:pt x="799357" y="8893"/>
                      <a:pt x="799161" y="9077"/>
                      <a:pt x="798928" y="9077"/>
                    </a:cubicBezTo>
                    <a:close/>
                    <a:moveTo>
                      <a:pt x="790206" y="8599"/>
                    </a:moveTo>
                    <a:cubicBezTo>
                      <a:pt x="790206" y="8599"/>
                      <a:pt x="790194" y="8599"/>
                      <a:pt x="790182" y="8599"/>
                    </a:cubicBezTo>
                    <a:lnTo>
                      <a:pt x="787560" y="8465"/>
                    </a:lnTo>
                    <a:cubicBezTo>
                      <a:pt x="787315" y="8465"/>
                      <a:pt x="787132" y="8244"/>
                      <a:pt x="787144" y="8011"/>
                    </a:cubicBezTo>
                    <a:cubicBezTo>
                      <a:pt x="787156" y="7766"/>
                      <a:pt x="787364" y="7558"/>
                      <a:pt x="787597" y="7595"/>
                    </a:cubicBezTo>
                    <a:lnTo>
                      <a:pt x="790218" y="7730"/>
                    </a:lnTo>
                    <a:cubicBezTo>
                      <a:pt x="790464" y="7742"/>
                      <a:pt x="790647" y="7950"/>
                      <a:pt x="790635" y="8183"/>
                    </a:cubicBezTo>
                    <a:cubicBezTo>
                      <a:pt x="790623" y="8416"/>
                      <a:pt x="790427" y="8599"/>
                      <a:pt x="790194" y="8599"/>
                    </a:cubicBezTo>
                    <a:close/>
                    <a:moveTo>
                      <a:pt x="781472" y="8146"/>
                    </a:moveTo>
                    <a:cubicBezTo>
                      <a:pt x="781472" y="8146"/>
                      <a:pt x="781460" y="8146"/>
                      <a:pt x="781448" y="8146"/>
                    </a:cubicBezTo>
                    <a:lnTo>
                      <a:pt x="778826" y="8011"/>
                    </a:lnTo>
                    <a:cubicBezTo>
                      <a:pt x="778581" y="8011"/>
                      <a:pt x="778397" y="7791"/>
                      <a:pt x="778410" y="7558"/>
                    </a:cubicBezTo>
                    <a:cubicBezTo>
                      <a:pt x="778410" y="7313"/>
                      <a:pt x="778630" y="7117"/>
                      <a:pt x="778863" y="7142"/>
                    </a:cubicBezTo>
                    <a:lnTo>
                      <a:pt x="781484" y="7276"/>
                    </a:lnTo>
                    <a:cubicBezTo>
                      <a:pt x="781730" y="7276"/>
                      <a:pt x="781913" y="7497"/>
                      <a:pt x="781901" y="7730"/>
                    </a:cubicBezTo>
                    <a:cubicBezTo>
                      <a:pt x="781901" y="7962"/>
                      <a:pt x="781693" y="8146"/>
                      <a:pt x="781460" y="8146"/>
                    </a:cubicBezTo>
                    <a:close/>
                    <a:moveTo>
                      <a:pt x="772738" y="7730"/>
                    </a:moveTo>
                    <a:cubicBezTo>
                      <a:pt x="772738" y="7730"/>
                      <a:pt x="772726" y="7730"/>
                      <a:pt x="772714" y="7730"/>
                    </a:cubicBezTo>
                    <a:lnTo>
                      <a:pt x="770092" y="7607"/>
                    </a:lnTo>
                    <a:cubicBezTo>
                      <a:pt x="769847" y="7607"/>
                      <a:pt x="769663" y="7387"/>
                      <a:pt x="769676" y="7154"/>
                    </a:cubicBezTo>
                    <a:cubicBezTo>
                      <a:pt x="769676" y="6909"/>
                      <a:pt x="769896" y="6713"/>
                      <a:pt x="770129" y="6737"/>
                    </a:cubicBezTo>
                    <a:lnTo>
                      <a:pt x="772750" y="6860"/>
                    </a:lnTo>
                    <a:cubicBezTo>
                      <a:pt x="772995" y="6860"/>
                      <a:pt x="773179" y="7080"/>
                      <a:pt x="773167" y="7313"/>
                    </a:cubicBezTo>
                    <a:cubicBezTo>
                      <a:pt x="773167" y="7546"/>
                      <a:pt x="772959" y="7730"/>
                      <a:pt x="772726" y="7730"/>
                    </a:cubicBezTo>
                    <a:close/>
                    <a:moveTo>
                      <a:pt x="764004" y="7325"/>
                    </a:moveTo>
                    <a:lnTo>
                      <a:pt x="763980" y="7325"/>
                    </a:lnTo>
                    <a:lnTo>
                      <a:pt x="761358" y="7215"/>
                    </a:lnTo>
                    <a:cubicBezTo>
                      <a:pt x="761113" y="7215"/>
                      <a:pt x="760929" y="7007"/>
                      <a:pt x="760942" y="6762"/>
                    </a:cubicBezTo>
                    <a:cubicBezTo>
                      <a:pt x="760942" y="6517"/>
                      <a:pt x="761162" y="6345"/>
                      <a:pt x="761395" y="6345"/>
                    </a:cubicBezTo>
                    <a:lnTo>
                      <a:pt x="764016" y="6456"/>
                    </a:lnTo>
                    <a:cubicBezTo>
                      <a:pt x="764261" y="6456"/>
                      <a:pt x="764445" y="6676"/>
                      <a:pt x="764433" y="6909"/>
                    </a:cubicBezTo>
                    <a:cubicBezTo>
                      <a:pt x="764433" y="7142"/>
                      <a:pt x="764225" y="7325"/>
                      <a:pt x="763992" y="7325"/>
                    </a:cubicBezTo>
                    <a:close/>
                    <a:moveTo>
                      <a:pt x="755270" y="6946"/>
                    </a:moveTo>
                    <a:lnTo>
                      <a:pt x="755246" y="6946"/>
                    </a:lnTo>
                    <a:lnTo>
                      <a:pt x="752624" y="6835"/>
                    </a:lnTo>
                    <a:cubicBezTo>
                      <a:pt x="752379" y="6835"/>
                      <a:pt x="752195" y="6627"/>
                      <a:pt x="752208" y="6382"/>
                    </a:cubicBezTo>
                    <a:cubicBezTo>
                      <a:pt x="752208" y="6137"/>
                      <a:pt x="752404" y="5953"/>
                      <a:pt x="752661" y="5966"/>
                    </a:cubicBezTo>
                    <a:lnTo>
                      <a:pt x="755282" y="6076"/>
                    </a:lnTo>
                    <a:cubicBezTo>
                      <a:pt x="755527" y="6076"/>
                      <a:pt x="755711" y="6296"/>
                      <a:pt x="755699" y="6529"/>
                    </a:cubicBezTo>
                    <a:cubicBezTo>
                      <a:pt x="755699" y="6762"/>
                      <a:pt x="755491" y="6946"/>
                      <a:pt x="755258" y="6946"/>
                    </a:cubicBezTo>
                    <a:close/>
                    <a:moveTo>
                      <a:pt x="746536" y="6590"/>
                    </a:moveTo>
                    <a:lnTo>
                      <a:pt x="746524" y="6590"/>
                    </a:lnTo>
                    <a:lnTo>
                      <a:pt x="743902" y="6492"/>
                    </a:lnTo>
                    <a:cubicBezTo>
                      <a:pt x="743657" y="6492"/>
                      <a:pt x="743473" y="6284"/>
                      <a:pt x="743486" y="6039"/>
                    </a:cubicBezTo>
                    <a:cubicBezTo>
                      <a:pt x="743486" y="5794"/>
                      <a:pt x="743682" y="5623"/>
                      <a:pt x="743939" y="5623"/>
                    </a:cubicBezTo>
                    <a:lnTo>
                      <a:pt x="746560" y="5721"/>
                    </a:lnTo>
                    <a:cubicBezTo>
                      <a:pt x="746805" y="5721"/>
                      <a:pt x="746989" y="5929"/>
                      <a:pt x="746977" y="6174"/>
                    </a:cubicBezTo>
                    <a:cubicBezTo>
                      <a:pt x="746977" y="6407"/>
                      <a:pt x="746769" y="6590"/>
                      <a:pt x="746536" y="6590"/>
                    </a:cubicBezTo>
                    <a:close/>
                    <a:moveTo>
                      <a:pt x="737802" y="6260"/>
                    </a:moveTo>
                    <a:lnTo>
                      <a:pt x="737790" y="6260"/>
                    </a:lnTo>
                    <a:lnTo>
                      <a:pt x="735168" y="6162"/>
                    </a:lnTo>
                    <a:cubicBezTo>
                      <a:pt x="734923" y="6162"/>
                      <a:pt x="734739" y="5953"/>
                      <a:pt x="734752" y="5708"/>
                    </a:cubicBezTo>
                    <a:cubicBezTo>
                      <a:pt x="734752" y="5463"/>
                      <a:pt x="734948" y="5280"/>
                      <a:pt x="735205" y="5292"/>
                    </a:cubicBezTo>
                    <a:lnTo>
                      <a:pt x="737826" y="5390"/>
                    </a:lnTo>
                    <a:cubicBezTo>
                      <a:pt x="738071" y="5390"/>
                      <a:pt x="738255" y="5598"/>
                      <a:pt x="738243" y="5843"/>
                    </a:cubicBezTo>
                    <a:cubicBezTo>
                      <a:pt x="738243" y="6076"/>
                      <a:pt x="738035" y="6260"/>
                      <a:pt x="737802" y="6260"/>
                    </a:cubicBezTo>
                    <a:close/>
                    <a:moveTo>
                      <a:pt x="729068" y="5941"/>
                    </a:moveTo>
                    <a:lnTo>
                      <a:pt x="729056" y="5941"/>
                    </a:lnTo>
                    <a:lnTo>
                      <a:pt x="726434" y="5843"/>
                    </a:lnTo>
                    <a:cubicBezTo>
                      <a:pt x="726189" y="5843"/>
                      <a:pt x="726005" y="5635"/>
                      <a:pt x="726018" y="5390"/>
                    </a:cubicBezTo>
                    <a:cubicBezTo>
                      <a:pt x="726018" y="5145"/>
                      <a:pt x="726226" y="4961"/>
                      <a:pt x="726471" y="4973"/>
                    </a:cubicBezTo>
                    <a:lnTo>
                      <a:pt x="729092" y="5071"/>
                    </a:lnTo>
                    <a:cubicBezTo>
                      <a:pt x="729337" y="5071"/>
                      <a:pt x="729521" y="5280"/>
                      <a:pt x="729509" y="5525"/>
                    </a:cubicBezTo>
                    <a:cubicBezTo>
                      <a:pt x="729509" y="5757"/>
                      <a:pt x="729313" y="5941"/>
                      <a:pt x="729068" y="5941"/>
                    </a:cubicBezTo>
                    <a:close/>
                    <a:moveTo>
                      <a:pt x="720334" y="5635"/>
                    </a:moveTo>
                    <a:lnTo>
                      <a:pt x="720322" y="5635"/>
                    </a:lnTo>
                    <a:lnTo>
                      <a:pt x="717700" y="5549"/>
                    </a:lnTo>
                    <a:cubicBezTo>
                      <a:pt x="717455" y="5549"/>
                      <a:pt x="717271" y="5341"/>
                      <a:pt x="717283" y="5096"/>
                    </a:cubicBezTo>
                    <a:cubicBezTo>
                      <a:pt x="717283" y="4851"/>
                      <a:pt x="717504" y="4692"/>
                      <a:pt x="717737" y="4679"/>
                    </a:cubicBezTo>
                    <a:lnTo>
                      <a:pt x="720358" y="4765"/>
                    </a:lnTo>
                    <a:cubicBezTo>
                      <a:pt x="720603" y="4765"/>
                      <a:pt x="720787" y="4973"/>
                      <a:pt x="720775" y="5218"/>
                    </a:cubicBezTo>
                    <a:cubicBezTo>
                      <a:pt x="720775" y="5451"/>
                      <a:pt x="720579" y="5635"/>
                      <a:pt x="720334" y="5635"/>
                    </a:cubicBezTo>
                    <a:close/>
                    <a:moveTo>
                      <a:pt x="711600" y="5353"/>
                    </a:moveTo>
                    <a:lnTo>
                      <a:pt x="711587" y="5353"/>
                    </a:lnTo>
                    <a:lnTo>
                      <a:pt x="708966" y="5267"/>
                    </a:lnTo>
                    <a:cubicBezTo>
                      <a:pt x="708721" y="5267"/>
                      <a:pt x="708537" y="5059"/>
                      <a:pt x="708537" y="4814"/>
                    </a:cubicBezTo>
                    <a:cubicBezTo>
                      <a:pt x="708537" y="4569"/>
                      <a:pt x="708745" y="4373"/>
                      <a:pt x="708991" y="4385"/>
                    </a:cubicBezTo>
                    <a:lnTo>
                      <a:pt x="711612" y="4471"/>
                    </a:lnTo>
                    <a:cubicBezTo>
                      <a:pt x="711857" y="4471"/>
                      <a:pt x="712041" y="4679"/>
                      <a:pt x="712041" y="4924"/>
                    </a:cubicBezTo>
                    <a:cubicBezTo>
                      <a:pt x="712041" y="5157"/>
                      <a:pt x="711845" y="5353"/>
                      <a:pt x="711600" y="5353"/>
                    </a:cubicBezTo>
                    <a:close/>
                    <a:moveTo>
                      <a:pt x="702866" y="5084"/>
                    </a:moveTo>
                    <a:lnTo>
                      <a:pt x="702853" y="5084"/>
                    </a:lnTo>
                    <a:lnTo>
                      <a:pt x="700232" y="5010"/>
                    </a:lnTo>
                    <a:cubicBezTo>
                      <a:pt x="699987" y="5010"/>
                      <a:pt x="699803" y="4802"/>
                      <a:pt x="699803" y="4557"/>
                    </a:cubicBezTo>
                    <a:cubicBezTo>
                      <a:pt x="699803" y="4312"/>
                      <a:pt x="700011" y="4140"/>
                      <a:pt x="700256" y="4128"/>
                    </a:cubicBezTo>
                    <a:lnTo>
                      <a:pt x="702878" y="4202"/>
                    </a:lnTo>
                    <a:cubicBezTo>
                      <a:pt x="703123" y="4202"/>
                      <a:pt x="703307" y="4410"/>
                      <a:pt x="703307" y="4655"/>
                    </a:cubicBezTo>
                    <a:cubicBezTo>
                      <a:pt x="703307" y="4888"/>
                      <a:pt x="703111" y="5084"/>
                      <a:pt x="702866" y="5084"/>
                    </a:cubicBezTo>
                    <a:close/>
                    <a:moveTo>
                      <a:pt x="694132" y="4826"/>
                    </a:moveTo>
                    <a:lnTo>
                      <a:pt x="694119" y="4826"/>
                    </a:lnTo>
                    <a:lnTo>
                      <a:pt x="691498" y="4753"/>
                    </a:lnTo>
                    <a:cubicBezTo>
                      <a:pt x="691253" y="4753"/>
                      <a:pt x="691069" y="4545"/>
                      <a:pt x="691069" y="4300"/>
                    </a:cubicBezTo>
                    <a:cubicBezTo>
                      <a:pt x="691069" y="4055"/>
                      <a:pt x="691241" y="3871"/>
                      <a:pt x="691522" y="3871"/>
                    </a:cubicBezTo>
                    <a:lnTo>
                      <a:pt x="694144" y="3944"/>
                    </a:lnTo>
                    <a:cubicBezTo>
                      <a:pt x="694389" y="3944"/>
                      <a:pt x="694573" y="4153"/>
                      <a:pt x="694573" y="4398"/>
                    </a:cubicBezTo>
                    <a:cubicBezTo>
                      <a:pt x="694573" y="4630"/>
                      <a:pt x="694377" y="4826"/>
                      <a:pt x="694132" y="4826"/>
                    </a:cubicBezTo>
                    <a:close/>
                    <a:moveTo>
                      <a:pt x="685398" y="4581"/>
                    </a:moveTo>
                    <a:lnTo>
                      <a:pt x="685385" y="4581"/>
                    </a:lnTo>
                    <a:lnTo>
                      <a:pt x="682764" y="4508"/>
                    </a:lnTo>
                    <a:cubicBezTo>
                      <a:pt x="682519" y="4508"/>
                      <a:pt x="682335" y="4300"/>
                      <a:pt x="682335" y="4055"/>
                    </a:cubicBezTo>
                    <a:cubicBezTo>
                      <a:pt x="682335" y="3810"/>
                      <a:pt x="682556" y="3614"/>
                      <a:pt x="682788" y="3626"/>
                    </a:cubicBezTo>
                    <a:lnTo>
                      <a:pt x="685410" y="3699"/>
                    </a:lnTo>
                    <a:cubicBezTo>
                      <a:pt x="685655" y="3699"/>
                      <a:pt x="685838" y="3908"/>
                      <a:pt x="685838" y="4153"/>
                    </a:cubicBezTo>
                    <a:cubicBezTo>
                      <a:pt x="685838" y="4385"/>
                      <a:pt x="685642" y="4581"/>
                      <a:pt x="685398" y="4581"/>
                    </a:cubicBezTo>
                    <a:close/>
                    <a:moveTo>
                      <a:pt x="676663" y="4349"/>
                    </a:moveTo>
                    <a:lnTo>
                      <a:pt x="676663" y="4349"/>
                    </a:lnTo>
                    <a:lnTo>
                      <a:pt x="674042" y="4275"/>
                    </a:lnTo>
                    <a:cubicBezTo>
                      <a:pt x="673797" y="4275"/>
                      <a:pt x="673613" y="4067"/>
                      <a:pt x="673613" y="3822"/>
                    </a:cubicBezTo>
                    <a:cubicBezTo>
                      <a:pt x="673613" y="3589"/>
                      <a:pt x="673809" y="3393"/>
                      <a:pt x="674054" y="3393"/>
                    </a:cubicBezTo>
                    <a:lnTo>
                      <a:pt x="674054" y="3393"/>
                    </a:lnTo>
                    <a:lnTo>
                      <a:pt x="676676" y="3467"/>
                    </a:lnTo>
                    <a:cubicBezTo>
                      <a:pt x="676921" y="3467"/>
                      <a:pt x="677104" y="3675"/>
                      <a:pt x="677104" y="3920"/>
                    </a:cubicBezTo>
                    <a:cubicBezTo>
                      <a:pt x="677104" y="4153"/>
                      <a:pt x="676908" y="4349"/>
                      <a:pt x="676663" y="4349"/>
                    </a:cubicBezTo>
                    <a:close/>
                    <a:moveTo>
                      <a:pt x="667929" y="4128"/>
                    </a:moveTo>
                    <a:lnTo>
                      <a:pt x="667929" y="4128"/>
                    </a:lnTo>
                    <a:lnTo>
                      <a:pt x="665308" y="4067"/>
                    </a:lnTo>
                    <a:cubicBezTo>
                      <a:pt x="665063" y="4067"/>
                      <a:pt x="664879" y="3859"/>
                      <a:pt x="664879" y="3614"/>
                    </a:cubicBezTo>
                    <a:cubicBezTo>
                      <a:pt x="664879" y="3369"/>
                      <a:pt x="665063" y="3185"/>
                      <a:pt x="665332" y="3185"/>
                    </a:cubicBezTo>
                    <a:lnTo>
                      <a:pt x="667954" y="3246"/>
                    </a:lnTo>
                    <a:cubicBezTo>
                      <a:pt x="668199" y="3246"/>
                      <a:pt x="668383" y="3454"/>
                      <a:pt x="668383" y="3699"/>
                    </a:cubicBezTo>
                    <a:cubicBezTo>
                      <a:pt x="668383" y="3932"/>
                      <a:pt x="668187" y="4128"/>
                      <a:pt x="667942" y="4128"/>
                    </a:cubicBezTo>
                    <a:close/>
                    <a:moveTo>
                      <a:pt x="10130" y="3920"/>
                    </a:moveTo>
                    <a:cubicBezTo>
                      <a:pt x="10045" y="3920"/>
                      <a:pt x="9959" y="3895"/>
                      <a:pt x="9873" y="3834"/>
                    </a:cubicBezTo>
                    <a:cubicBezTo>
                      <a:pt x="9677" y="3699"/>
                      <a:pt x="9628" y="3418"/>
                      <a:pt x="9775" y="3222"/>
                    </a:cubicBezTo>
                    <a:cubicBezTo>
                      <a:pt x="10278" y="2523"/>
                      <a:pt x="11074" y="2107"/>
                      <a:pt x="11943" y="2095"/>
                    </a:cubicBezTo>
                    <a:lnTo>
                      <a:pt x="12446" y="2095"/>
                    </a:lnTo>
                    <a:cubicBezTo>
                      <a:pt x="12446" y="2095"/>
                      <a:pt x="12446" y="2095"/>
                      <a:pt x="12446" y="2095"/>
                    </a:cubicBezTo>
                    <a:cubicBezTo>
                      <a:pt x="12678" y="2095"/>
                      <a:pt x="12874" y="2291"/>
                      <a:pt x="12887" y="2523"/>
                    </a:cubicBezTo>
                    <a:cubicBezTo>
                      <a:pt x="12887" y="2768"/>
                      <a:pt x="12703" y="2964"/>
                      <a:pt x="12458" y="2964"/>
                    </a:cubicBezTo>
                    <a:lnTo>
                      <a:pt x="11968" y="2964"/>
                    </a:lnTo>
                    <a:cubicBezTo>
                      <a:pt x="11368" y="2977"/>
                      <a:pt x="10841" y="3258"/>
                      <a:pt x="10498" y="3736"/>
                    </a:cubicBezTo>
                    <a:cubicBezTo>
                      <a:pt x="10412" y="3859"/>
                      <a:pt x="10278" y="3920"/>
                      <a:pt x="10143" y="3920"/>
                    </a:cubicBezTo>
                    <a:close/>
                    <a:moveTo>
                      <a:pt x="659195" y="3920"/>
                    </a:moveTo>
                    <a:lnTo>
                      <a:pt x="659195" y="3920"/>
                    </a:lnTo>
                    <a:lnTo>
                      <a:pt x="656574" y="3859"/>
                    </a:lnTo>
                    <a:cubicBezTo>
                      <a:pt x="656329" y="3859"/>
                      <a:pt x="656145" y="3650"/>
                      <a:pt x="656145" y="3405"/>
                    </a:cubicBezTo>
                    <a:cubicBezTo>
                      <a:pt x="656145" y="3160"/>
                      <a:pt x="656341" y="2964"/>
                      <a:pt x="656598" y="2977"/>
                    </a:cubicBezTo>
                    <a:lnTo>
                      <a:pt x="659220" y="3038"/>
                    </a:lnTo>
                    <a:cubicBezTo>
                      <a:pt x="659465" y="3038"/>
                      <a:pt x="659649" y="3246"/>
                      <a:pt x="659649" y="3491"/>
                    </a:cubicBezTo>
                    <a:cubicBezTo>
                      <a:pt x="659649" y="3724"/>
                      <a:pt x="659453" y="3920"/>
                      <a:pt x="659208" y="3920"/>
                    </a:cubicBezTo>
                    <a:close/>
                    <a:moveTo>
                      <a:pt x="650461" y="3712"/>
                    </a:moveTo>
                    <a:lnTo>
                      <a:pt x="650461" y="3712"/>
                    </a:lnTo>
                    <a:lnTo>
                      <a:pt x="647840" y="3650"/>
                    </a:lnTo>
                    <a:cubicBezTo>
                      <a:pt x="647595" y="3650"/>
                      <a:pt x="647411" y="3442"/>
                      <a:pt x="647411" y="3209"/>
                    </a:cubicBezTo>
                    <a:cubicBezTo>
                      <a:pt x="647411" y="2964"/>
                      <a:pt x="647607" y="2793"/>
                      <a:pt x="647852" y="2781"/>
                    </a:cubicBezTo>
                    <a:lnTo>
                      <a:pt x="650474" y="2842"/>
                    </a:lnTo>
                    <a:cubicBezTo>
                      <a:pt x="650718" y="2842"/>
                      <a:pt x="650902" y="3050"/>
                      <a:pt x="650902" y="3295"/>
                    </a:cubicBezTo>
                    <a:cubicBezTo>
                      <a:pt x="650902" y="3528"/>
                      <a:pt x="650706" y="3724"/>
                      <a:pt x="650461" y="3724"/>
                    </a:cubicBezTo>
                    <a:close/>
                    <a:moveTo>
                      <a:pt x="641727" y="3516"/>
                    </a:moveTo>
                    <a:lnTo>
                      <a:pt x="641727" y="3516"/>
                    </a:lnTo>
                    <a:lnTo>
                      <a:pt x="639106" y="3454"/>
                    </a:lnTo>
                    <a:cubicBezTo>
                      <a:pt x="638861" y="3454"/>
                      <a:pt x="638677" y="3246"/>
                      <a:pt x="638677" y="3013"/>
                    </a:cubicBezTo>
                    <a:cubicBezTo>
                      <a:pt x="638677" y="2768"/>
                      <a:pt x="638873" y="2548"/>
                      <a:pt x="639118" y="2585"/>
                    </a:cubicBezTo>
                    <a:lnTo>
                      <a:pt x="641739" y="2646"/>
                    </a:lnTo>
                    <a:cubicBezTo>
                      <a:pt x="641984" y="2646"/>
                      <a:pt x="642168" y="2854"/>
                      <a:pt x="642168" y="3087"/>
                    </a:cubicBezTo>
                    <a:cubicBezTo>
                      <a:pt x="642168" y="3320"/>
                      <a:pt x="641972" y="3516"/>
                      <a:pt x="641727" y="3516"/>
                    </a:cubicBezTo>
                    <a:close/>
                    <a:moveTo>
                      <a:pt x="632993" y="3332"/>
                    </a:moveTo>
                    <a:lnTo>
                      <a:pt x="632993" y="3332"/>
                    </a:lnTo>
                    <a:lnTo>
                      <a:pt x="630372" y="3283"/>
                    </a:lnTo>
                    <a:cubicBezTo>
                      <a:pt x="630127" y="3283"/>
                      <a:pt x="629943" y="3075"/>
                      <a:pt x="629943" y="2842"/>
                    </a:cubicBezTo>
                    <a:cubicBezTo>
                      <a:pt x="629943" y="2597"/>
                      <a:pt x="630176" y="2376"/>
                      <a:pt x="630384" y="2413"/>
                    </a:cubicBezTo>
                    <a:lnTo>
                      <a:pt x="633005" y="2462"/>
                    </a:lnTo>
                    <a:cubicBezTo>
                      <a:pt x="633250" y="2462"/>
                      <a:pt x="633434" y="2670"/>
                      <a:pt x="633434" y="2903"/>
                    </a:cubicBezTo>
                    <a:cubicBezTo>
                      <a:pt x="633434" y="3136"/>
                      <a:pt x="633238" y="3332"/>
                      <a:pt x="632993" y="3332"/>
                    </a:cubicBezTo>
                    <a:close/>
                    <a:moveTo>
                      <a:pt x="624259" y="3160"/>
                    </a:moveTo>
                    <a:lnTo>
                      <a:pt x="624259" y="3160"/>
                    </a:lnTo>
                    <a:lnTo>
                      <a:pt x="621638" y="3111"/>
                    </a:lnTo>
                    <a:cubicBezTo>
                      <a:pt x="621393" y="3111"/>
                      <a:pt x="621209" y="2903"/>
                      <a:pt x="621209" y="2670"/>
                    </a:cubicBezTo>
                    <a:cubicBezTo>
                      <a:pt x="621209" y="2425"/>
                      <a:pt x="621368" y="2242"/>
                      <a:pt x="621650" y="2242"/>
                    </a:cubicBezTo>
                    <a:lnTo>
                      <a:pt x="624271" y="2291"/>
                    </a:lnTo>
                    <a:cubicBezTo>
                      <a:pt x="624516" y="2291"/>
                      <a:pt x="624700" y="2499"/>
                      <a:pt x="624700" y="2732"/>
                    </a:cubicBezTo>
                    <a:cubicBezTo>
                      <a:pt x="624700" y="2964"/>
                      <a:pt x="624504" y="3160"/>
                      <a:pt x="624259" y="3160"/>
                    </a:cubicBezTo>
                    <a:close/>
                    <a:moveTo>
                      <a:pt x="615525" y="2989"/>
                    </a:moveTo>
                    <a:lnTo>
                      <a:pt x="615525" y="2989"/>
                    </a:lnTo>
                    <a:lnTo>
                      <a:pt x="612903" y="2940"/>
                    </a:lnTo>
                    <a:cubicBezTo>
                      <a:pt x="612659" y="2940"/>
                      <a:pt x="612475" y="2732"/>
                      <a:pt x="612475" y="2499"/>
                    </a:cubicBezTo>
                    <a:cubicBezTo>
                      <a:pt x="612475" y="2254"/>
                      <a:pt x="612671" y="2070"/>
                      <a:pt x="612916" y="2070"/>
                    </a:cubicBezTo>
                    <a:lnTo>
                      <a:pt x="612916" y="2070"/>
                    </a:lnTo>
                    <a:lnTo>
                      <a:pt x="615537" y="2119"/>
                    </a:lnTo>
                    <a:cubicBezTo>
                      <a:pt x="615782" y="2119"/>
                      <a:pt x="615966" y="2327"/>
                      <a:pt x="615966" y="2560"/>
                    </a:cubicBezTo>
                    <a:cubicBezTo>
                      <a:pt x="615966" y="2805"/>
                      <a:pt x="615770" y="2989"/>
                      <a:pt x="615525" y="2989"/>
                    </a:cubicBezTo>
                    <a:close/>
                    <a:moveTo>
                      <a:pt x="18595" y="2891"/>
                    </a:moveTo>
                    <a:cubicBezTo>
                      <a:pt x="18350" y="2891"/>
                      <a:pt x="18166" y="2695"/>
                      <a:pt x="18154" y="2462"/>
                    </a:cubicBezTo>
                    <a:cubicBezTo>
                      <a:pt x="18154" y="2217"/>
                      <a:pt x="18350" y="2021"/>
                      <a:pt x="18583" y="2021"/>
                    </a:cubicBezTo>
                    <a:lnTo>
                      <a:pt x="21204" y="1984"/>
                    </a:lnTo>
                    <a:lnTo>
                      <a:pt x="21204" y="1984"/>
                    </a:lnTo>
                    <a:cubicBezTo>
                      <a:pt x="21449" y="1984"/>
                      <a:pt x="21633" y="2180"/>
                      <a:pt x="21645" y="2413"/>
                    </a:cubicBezTo>
                    <a:cubicBezTo>
                      <a:pt x="21645" y="2658"/>
                      <a:pt x="21449" y="2854"/>
                      <a:pt x="21217" y="2854"/>
                    </a:cubicBezTo>
                    <a:lnTo>
                      <a:pt x="18595" y="2891"/>
                    </a:lnTo>
                    <a:lnTo>
                      <a:pt x="18595" y="2891"/>
                    </a:lnTo>
                    <a:close/>
                    <a:moveTo>
                      <a:pt x="606791" y="2830"/>
                    </a:moveTo>
                    <a:lnTo>
                      <a:pt x="606791" y="2830"/>
                    </a:lnTo>
                    <a:lnTo>
                      <a:pt x="604169" y="2781"/>
                    </a:lnTo>
                    <a:cubicBezTo>
                      <a:pt x="603924" y="2781"/>
                      <a:pt x="603741" y="2572"/>
                      <a:pt x="603741" y="2340"/>
                    </a:cubicBezTo>
                    <a:cubicBezTo>
                      <a:pt x="603741" y="2107"/>
                      <a:pt x="603949" y="1923"/>
                      <a:pt x="604182" y="1911"/>
                    </a:cubicBezTo>
                    <a:lnTo>
                      <a:pt x="606803" y="1960"/>
                    </a:lnTo>
                    <a:cubicBezTo>
                      <a:pt x="607048" y="1960"/>
                      <a:pt x="607232" y="2168"/>
                      <a:pt x="607232" y="2401"/>
                    </a:cubicBezTo>
                    <a:cubicBezTo>
                      <a:pt x="607232" y="2646"/>
                      <a:pt x="607036" y="2830"/>
                      <a:pt x="606791" y="2830"/>
                    </a:cubicBezTo>
                    <a:close/>
                    <a:moveTo>
                      <a:pt x="27341" y="2781"/>
                    </a:moveTo>
                    <a:cubicBezTo>
                      <a:pt x="27096" y="2781"/>
                      <a:pt x="26913" y="2585"/>
                      <a:pt x="26900" y="2352"/>
                    </a:cubicBezTo>
                    <a:cubicBezTo>
                      <a:pt x="26900" y="2107"/>
                      <a:pt x="27096" y="1911"/>
                      <a:pt x="27329" y="1911"/>
                    </a:cubicBezTo>
                    <a:lnTo>
                      <a:pt x="29951" y="1874"/>
                    </a:lnTo>
                    <a:lnTo>
                      <a:pt x="29951" y="1874"/>
                    </a:lnTo>
                    <a:cubicBezTo>
                      <a:pt x="30196" y="1874"/>
                      <a:pt x="30379" y="2070"/>
                      <a:pt x="30392" y="2303"/>
                    </a:cubicBezTo>
                    <a:cubicBezTo>
                      <a:pt x="30392" y="2548"/>
                      <a:pt x="30196" y="2744"/>
                      <a:pt x="29963" y="2744"/>
                    </a:cubicBezTo>
                    <a:lnTo>
                      <a:pt x="27341" y="2781"/>
                    </a:lnTo>
                    <a:lnTo>
                      <a:pt x="27341" y="2781"/>
                    </a:lnTo>
                    <a:close/>
                    <a:moveTo>
                      <a:pt x="598057" y="2683"/>
                    </a:moveTo>
                    <a:lnTo>
                      <a:pt x="598057" y="2683"/>
                    </a:lnTo>
                    <a:lnTo>
                      <a:pt x="595435" y="2634"/>
                    </a:lnTo>
                    <a:cubicBezTo>
                      <a:pt x="595190" y="2634"/>
                      <a:pt x="595007" y="2425"/>
                      <a:pt x="595007" y="2193"/>
                    </a:cubicBezTo>
                    <a:cubicBezTo>
                      <a:pt x="595007" y="1948"/>
                      <a:pt x="595203" y="1752"/>
                      <a:pt x="595448" y="1764"/>
                    </a:cubicBezTo>
                    <a:lnTo>
                      <a:pt x="598069" y="1813"/>
                    </a:lnTo>
                    <a:cubicBezTo>
                      <a:pt x="598314" y="1813"/>
                      <a:pt x="598498" y="2021"/>
                      <a:pt x="598498" y="2254"/>
                    </a:cubicBezTo>
                    <a:cubicBezTo>
                      <a:pt x="598498" y="2487"/>
                      <a:pt x="598302" y="2683"/>
                      <a:pt x="598057" y="2683"/>
                    </a:cubicBezTo>
                    <a:close/>
                    <a:moveTo>
                      <a:pt x="36088" y="2683"/>
                    </a:moveTo>
                    <a:cubicBezTo>
                      <a:pt x="35843" y="2683"/>
                      <a:pt x="35659" y="2487"/>
                      <a:pt x="35647" y="2254"/>
                    </a:cubicBezTo>
                    <a:cubicBezTo>
                      <a:pt x="35647" y="2009"/>
                      <a:pt x="35843" y="1813"/>
                      <a:pt x="36076" y="1813"/>
                    </a:cubicBezTo>
                    <a:lnTo>
                      <a:pt x="38697" y="1788"/>
                    </a:lnTo>
                    <a:lnTo>
                      <a:pt x="38697" y="1788"/>
                    </a:lnTo>
                    <a:cubicBezTo>
                      <a:pt x="38942" y="1788"/>
                      <a:pt x="39126" y="1984"/>
                      <a:pt x="39138" y="2217"/>
                    </a:cubicBezTo>
                    <a:cubicBezTo>
                      <a:pt x="39138" y="2462"/>
                      <a:pt x="38942" y="2658"/>
                      <a:pt x="38709" y="2658"/>
                    </a:cubicBezTo>
                    <a:lnTo>
                      <a:pt x="36088" y="2683"/>
                    </a:lnTo>
                    <a:lnTo>
                      <a:pt x="36088" y="2683"/>
                    </a:lnTo>
                    <a:close/>
                    <a:moveTo>
                      <a:pt x="44834" y="2585"/>
                    </a:moveTo>
                    <a:cubicBezTo>
                      <a:pt x="44589" y="2585"/>
                      <a:pt x="44405" y="2389"/>
                      <a:pt x="44393" y="2156"/>
                    </a:cubicBezTo>
                    <a:cubicBezTo>
                      <a:pt x="44393" y="1911"/>
                      <a:pt x="44589" y="1715"/>
                      <a:pt x="44822" y="1715"/>
                    </a:cubicBezTo>
                    <a:lnTo>
                      <a:pt x="47443" y="1690"/>
                    </a:lnTo>
                    <a:cubicBezTo>
                      <a:pt x="47713" y="1666"/>
                      <a:pt x="47884" y="1886"/>
                      <a:pt x="47884" y="2119"/>
                    </a:cubicBezTo>
                    <a:cubicBezTo>
                      <a:pt x="47884" y="2364"/>
                      <a:pt x="47688" y="2560"/>
                      <a:pt x="47455" y="2560"/>
                    </a:cubicBezTo>
                    <a:lnTo>
                      <a:pt x="44834" y="2585"/>
                    </a:lnTo>
                    <a:lnTo>
                      <a:pt x="44834" y="2585"/>
                    </a:lnTo>
                    <a:close/>
                    <a:moveTo>
                      <a:pt x="589323" y="2536"/>
                    </a:moveTo>
                    <a:lnTo>
                      <a:pt x="589323" y="2536"/>
                    </a:lnTo>
                    <a:lnTo>
                      <a:pt x="586701" y="2499"/>
                    </a:lnTo>
                    <a:cubicBezTo>
                      <a:pt x="586456" y="2499"/>
                      <a:pt x="586273" y="2291"/>
                      <a:pt x="586273" y="2058"/>
                    </a:cubicBezTo>
                    <a:cubicBezTo>
                      <a:pt x="586273" y="1813"/>
                      <a:pt x="586493" y="1605"/>
                      <a:pt x="586714" y="1629"/>
                    </a:cubicBezTo>
                    <a:lnTo>
                      <a:pt x="589335" y="1666"/>
                    </a:lnTo>
                    <a:cubicBezTo>
                      <a:pt x="589580" y="1666"/>
                      <a:pt x="589764" y="1874"/>
                      <a:pt x="589764" y="2107"/>
                    </a:cubicBezTo>
                    <a:cubicBezTo>
                      <a:pt x="589764" y="2352"/>
                      <a:pt x="589568" y="2536"/>
                      <a:pt x="589323" y="2536"/>
                    </a:cubicBezTo>
                    <a:close/>
                    <a:moveTo>
                      <a:pt x="53580" y="2487"/>
                    </a:moveTo>
                    <a:cubicBezTo>
                      <a:pt x="53335" y="2487"/>
                      <a:pt x="53152" y="2291"/>
                      <a:pt x="53139" y="2058"/>
                    </a:cubicBezTo>
                    <a:cubicBezTo>
                      <a:pt x="53139" y="1813"/>
                      <a:pt x="53335" y="1617"/>
                      <a:pt x="53568" y="1617"/>
                    </a:cubicBezTo>
                    <a:lnTo>
                      <a:pt x="56190" y="1592"/>
                    </a:lnTo>
                    <a:lnTo>
                      <a:pt x="56190" y="1592"/>
                    </a:lnTo>
                    <a:cubicBezTo>
                      <a:pt x="56435" y="1592"/>
                      <a:pt x="56618" y="1788"/>
                      <a:pt x="56631" y="2021"/>
                    </a:cubicBezTo>
                    <a:cubicBezTo>
                      <a:pt x="56631" y="2266"/>
                      <a:pt x="56435" y="2462"/>
                      <a:pt x="56202" y="2462"/>
                    </a:cubicBezTo>
                    <a:lnTo>
                      <a:pt x="53580" y="2487"/>
                    </a:lnTo>
                    <a:lnTo>
                      <a:pt x="53580" y="2487"/>
                    </a:lnTo>
                    <a:close/>
                    <a:moveTo>
                      <a:pt x="580589" y="2401"/>
                    </a:moveTo>
                    <a:lnTo>
                      <a:pt x="580589" y="2401"/>
                    </a:lnTo>
                    <a:lnTo>
                      <a:pt x="577967" y="2364"/>
                    </a:lnTo>
                    <a:cubicBezTo>
                      <a:pt x="577722" y="2364"/>
                      <a:pt x="577539" y="2156"/>
                      <a:pt x="577539" y="1923"/>
                    </a:cubicBezTo>
                    <a:cubicBezTo>
                      <a:pt x="577539" y="1678"/>
                      <a:pt x="577747" y="1482"/>
                      <a:pt x="577979" y="1494"/>
                    </a:cubicBezTo>
                    <a:lnTo>
                      <a:pt x="580601" y="1531"/>
                    </a:lnTo>
                    <a:cubicBezTo>
                      <a:pt x="580846" y="1531"/>
                      <a:pt x="581030" y="1739"/>
                      <a:pt x="581030" y="1972"/>
                    </a:cubicBezTo>
                    <a:cubicBezTo>
                      <a:pt x="581030" y="2217"/>
                      <a:pt x="580834" y="2401"/>
                      <a:pt x="580589" y="2401"/>
                    </a:cubicBezTo>
                    <a:close/>
                    <a:moveTo>
                      <a:pt x="62327" y="2389"/>
                    </a:moveTo>
                    <a:cubicBezTo>
                      <a:pt x="62082" y="2389"/>
                      <a:pt x="61898" y="2193"/>
                      <a:pt x="61886" y="1960"/>
                    </a:cubicBezTo>
                    <a:cubicBezTo>
                      <a:pt x="61886" y="1715"/>
                      <a:pt x="62082" y="1519"/>
                      <a:pt x="62314" y="1519"/>
                    </a:cubicBezTo>
                    <a:lnTo>
                      <a:pt x="64936" y="1494"/>
                    </a:lnTo>
                    <a:lnTo>
                      <a:pt x="64936" y="1494"/>
                    </a:lnTo>
                    <a:cubicBezTo>
                      <a:pt x="65181" y="1494"/>
                      <a:pt x="65365" y="1690"/>
                      <a:pt x="65377" y="1923"/>
                    </a:cubicBezTo>
                    <a:cubicBezTo>
                      <a:pt x="65377" y="2168"/>
                      <a:pt x="65181" y="2364"/>
                      <a:pt x="64948" y="2364"/>
                    </a:cubicBezTo>
                    <a:lnTo>
                      <a:pt x="62327" y="2389"/>
                    </a:lnTo>
                    <a:lnTo>
                      <a:pt x="62327" y="2389"/>
                    </a:lnTo>
                    <a:close/>
                    <a:moveTo>
                      <a:pt x="71073" y="2291"/>
                    </a:moveTo>
                    <a:cubicBezTo>
                      <a:pt x="70828" y="2291"/>
                      <a:pt x="70644" y="2095"/>
                      <a:pt x="70632" y="1862"/>
                    </a:cubicBezTo>
                    <a:cubicBezTo>
                      <a:pt x="70632" y="1617"/>
                      <a:pt x="70828" y="1421"/>
                      <a:pt x="71061" y="1421"/>
                    </a:cubicBezTo>
                    <a:lnTo>
                      <a:pt x="73682" y="1396"/>
                    </a:lnTo>
                    <a:cubicBezTo>
                      <a:pt x="73927" y="1421"/>
                      <a:pt x="74123" y="1592"/>
                      <a:pt x="74123" y="1825"/>
                    </a:cubicBezTo>
                    <a:cubicBezTo>
                      <a:pt x="74123" y="2070"/>
                      <a:pt x="73927" y="2266"/>
                      <a:pt x="73694" y="2266"/>
                    </a:cubicBezTo>
                    <a:lnTo>
                      <a:pt x="71073" y="2291"/>
                    </a:lnTo>
                    <a:lnTo>
                      <a:pt x="71073" y="2291"/>
                    </a:lnTo>
                    <a:close/>
                    <a:moveTo>
                      <a:pt x="571855" y="2266"/>
                    </a:moveTo>
                    <a:lnTo>
                      <a:pt x="571855" y="2266"/>
                    </a:lnTo>
                    <a:lnTo>
                      <a:pt x="569233" y="2229"/>
                    </a:lnTo>
                    <a:cubicBezTo>
                      <a:pt x="568988" y="2229"/>
                      <a:pt x="568804" y="2033"/>
                      <a:pt x="568804" y="1788"/>
                    </a:cubicBezTo>
                    <a:cubicBezTo>
                      <a:pt x="568804" y="1543"/>
                      <a:pt x="569013" y="1323"/>
                      <a:pt x="569245" y="1360"/>
                    </a:cubicBezTo>
                    <a:lnTo>
                      <a:pt x="571867" y="1396"/>
                    </a:lnTo>
                    <a:cubicBezTo>
                      <a:pt x="572112" y="1396"/>
                      <a:pt x="572296" y="1592"/>
                      <a:pt x="572296" y="1837"/>
                    </a:cubicBezTo>
                    <a:cubicBezTo>
                      <a:pt x="572296" y="2082"/>
                      <a:pt x="572100" y="2266"/>
                      <a:pt x="571855" y="2266"/>
                    </a:cubicBezTo>
                    <a:close/>
                    <a:moveTo>
                      <a:pt x="79807" y="2205"/>
                    </a:moveTo>
                    <a:cubicBezTo>
                      <a:pt x="79562" y="2205"/>
                      <a:pt x="79378" y="2009"/>
                      <a:pt x="79366" y="1776"/>
                    </a:cubicBezTo>
                    <a:cubicBezTo>
                      <a:pt x="79366" y="1531"/>
                      <a:pt x="79562" y="1335"/>
                      <a:pt x="79795" y="1335"/>
                    </a:cubicBezTo>
                    <a:lnTo>
                      <a:pt x="82416" y="1311"/>
                    </a:lnTo>
                    <a:lnTo>
                      <a:pt x="82416" y="1311"/>
                    </a:lnTo>
                    <a:cubicBezTo>
                      <a:pt x="82661" y="1311"/>
                      <a:pt x="82845" y="1507"/>
                      <a:pt x="82857" y="1739"/>
                    </a:cubicBezTo>
                    <a:cubicBezTo>
                      <a:pt x="82857" y="1984"/>
                      <a:pt x="82661" y="2180"/>
                      <a:pt x="82428" y="2180"/>
                    </a:cubicBezTo>
                    <a:lnTo>
                      <a:pt x="79807" y="2205"/>
                    </a:lnTo>
                    <a:lnTo>
                      <a:pt x="79807" y="2205"/>
                    </a:lnTo>
                    <a:close/>
                    <a:moveTo>
                      <a:pt x="563108" y="2144"/>
                    </a:moveTo>
                    <a:lnTo>
                      <a:pt x="563108" y="2144"/>
                    </a:lnTo>
                    <a:lnTo>
                      <a:pt x="560536" y="2107"/>
                    </a:lnTo>
                    <a:cubicBezTo>
                      <a:pt x="560291" y="2107"/>
                      <a:pt x="560070" y="1899"/>
                      <a:pt x="560083" y="1666"/>
                    </a:cubicBezTo>
                    <a:cubicBezTo>
                      <a:pt x="560083" y="1421"/>
                      <a:pt x="560254" y="1237"/>
                      <a:pt x="560487" y="1237"/>
                    </a:cubicBezTo>
                    <a:lnTo>
                      <a:pt x="560487" y="1237"/>
                    </a:lnTo>
                    <a:lnTo>
                      <a:pt x="563108" y="1274"/>
                    </a:lnTo>
                    <a:cubicBezTo>
                      <a:pt x="563353" y="1274"/>
                      <a:pt x="563537" y="1470"/>
                      <a:pt x="563537" y="1715"/>
                    </a:cubicBezTo>
                    <a:cubicBezTo>
                      <a:pt x="563537" y="1960"/>
                      <a:pt x="563341" y="2144"/>
                      <a:pt x="563096" y="2144"/>
                    </a:cubicBezTo>
                    <a:close/>
                    <a:moveTo>
                      <a:pt x="88553" y="2107"/>
                    </a:moveTo>
                    <a:cubicBezTo>
                      <a:pt x="88308" y="2107"/>
                      <a:pt x="88125" y="1911"/>
                      <a:pt x="88112" y="1678"/>
                    </a:cubicBezTo>
                    <a:cubicBezTo>
                      <a:pt x="88112" y="1433"/>
                      <a:pt x="88308" y="1237"/>
                      <a:pt x="88541" y="1237"/>
                    </a:cubicBezTo>
                    <a:lnTo>
                      <a:pt x="91163" y="1213"/>
                    </a:lnTo>
                    <a:lnTo>
                      <a:pt x="91163" y="1213"/>
                    </a:lnTo>
                    <a:cubicBezTo>
                      <a:pt x="91408" y="1213"/>
                      <a:pt x="91591" y="1409"/>
                      <a:pt x="91604" y="1641"/>
                    </a:cubicBezTo>
                    <a:cubicBezTo>
                      <a:pt x="91604" y="1886"/>
                      <a:pt x="91408" y="2082"/>
                      <a:pt x="91175" y="2082"/>
                    </a:cubicBezTo>
                    <a:lnTo>
                      <a:pt x="88553" y="2107"/>
                    </a:lnTo>
                    <a:lnTo>
                      <a:pt x="88553" y="2107"/>
                    </a:lnTo>
                    <a:close/>
                    <a:moveTo>
                      <a:pt x="97300" y="2021"/>
                    </a:moveTo>
                    <a:cubicBezTo>
                      <a:pt x="97055" y="2021"/>
                      <a:pt x="96871" y="1825"/>
                      <a:pt x="96859" y="1592"/>
                    </a:cubicBezTo>
                    <a:cubicBezTo>
                      <a:pt x="96859" y="1347"/>
                      <a:pt x="97055" y="1151"/>
                      <a:pt x="97287" y="1151"/>
                    </a:cubicBezTo>
                    <a:lnTo>
                      <a:pt x="99909" y="1127"/>
                    </a:lnTo>
                    <a:lnTo>
                      <a:pt x="99909" y="1127"/>
                    </a:lnTo>
                    <a:cubicBezTo>
                      <a:pt x="100154" y="1127"/>
                      <a:pt x="100338" y="1323"/>
                      <a:pt x="100350" y="1556"/>
                    </a:cubicBezTo>
                    <a:cubicBezTo>
                      <a:pt x="100350" y="1801"/>
                      <a:pt x="100154" y="1997"/>
                      <a:pt x="99921" y="1997"/>
                    </a:cubicBezTo>
                    <a:lnTo>
                      <a:pt x="97300" y="2021"/>
                    </a:lnTo>
                    <a:lnTo>
                      <a:pt x="97300" y="2021"/>
                    </a:lnTo>
                    <a:close/>
                    <a:moveTo>
                      <a:pt x="554387" y="2021"/>
                    </a:moveTo>
                    <a:lnTo>
                      <a:pt x="554387" y="2021"/>
                    </a:lnTo>
                    <a:lnTo>
                      <a:pt x="551765" y="1984"/>
                    </a:lnTo>
                    <a:cubicBezTo>
                      <a:pt x="551520" y="1984"/>
                      <a:pt x="551336" y="1788"/>
                      <a:pt x="551336" y="1543"/>
                    </a:cubicBezTo>
                    <a:cubicBezTo>
                      <a:pt x="551336" y="1298"/>
                      <a:pt x="551532" y="1078"/>
                      <a:pt x="551777" y="1115"/>
                    </a:cubicBezTo>
                    <a:lnTo>
                      <a:pt x="554399" y="1151"/>
                    </a:lnTo>
                    <a:cubicBezTo>
                      <a:pt x="554644" y="1151"/>
                      <a:pt x="554828" y="1347"/>
                      <a:pt x="554828" y="1592"/>
                    </a:cubicBezTo>
                    <a:cubicBezTo>
                      <a:pt x="554828" y="1837"/>
                      <a:pt x="554631" y="2021"/>
                      <a:pt x="554387" y="2021"/>
                    </a:cubicBezTo>
                    <a:close/>
                    <a:moveTo>
                      <a:pt x="106046" y="1948"/>
                    </a:moveTo>
                    <a:cubicBezTo>
                      <a:pt x="105801" y="1948"/>
                      <a:pt x="105617" y="1752"/>
                      <a:pt x="105605" y="1519"/>
                    </a:cubicBezTo>
                    <a:cubicBezTo>
                      <a:pt x="105605" y="1274"/>
                      <a:pt x="105801" y="1078"/>
                      <a:pt x="106034" y="1078"/>
                    </a:cubicBezTo>
                    <a:lnTo>
                      <a:pt x="108655" y="1053"/>
                    </a:lnTo>
                    <a:lnTo>
                      <a:pt x="108655" y="1053"/>
                    </a:lnTo>
                    <a:cubicBezTo>
                      <a:pt x="108900" y="1053"/>
                      <a:pt x="109084" y="1249"/>
                      <a:pt x="109096" y="1482"/>
                    </a:cubicBezTo>
                    <a:cubicBezTo>
                      <a:pt x="109096" y="1727"/>
                      <a:pt x="108900" y="1923"/>
                      <a:pt x="108667" y="1923"/>
                    </a:cubicBezTo>
                    <a:lnTo>
                      <a:pt x="106046" y="1948"/>
                    </a:lnTo>
                    <a:lnTo>
                      <a:pt x="106046" y="1948"/>
                    </a:lnTo>
                    <a:close/>
                    <a:moveTo>
                      <a:pt x="545652" y="1911"/>
                    </a:moveTo>
                    <a:lnTo>
                      <a:pt x="545652" y="1911"/>
                    </a:lnTo>
                    <a:lnTo>
                      <a:pt x="543031" y="1874"/>
                    </a:lnTo>
                    <a:cubicBezTo>
                      <a:pt x="542786" y="1874"/>
                      <a:pt x="542602" y="1678"/>
                      <a:pt x="542602" y="1433"/>
                    </a:cubicBezTo>
                    <a:cubicBezTo>
                      <a:pt x="542602" y="1188"/>
                      <a:pt x="542811" y="955"/>
                      <a:pt x="543043" y="1004"/>
                    </a:cubicBezTo>
                    <a:lnTo>
                      <a:pt x="545665" y="1041"/>
                    </a:lnTo>
                    <a:cubicBezTo>
                      <a:pt x="545910" y="1041"/>
                      <a:pt x="546093" y="1237"/>
                      <a:pt x="546093" y="1482"/>
                    </a:cubicBezTo>
                    <a:cubicBezTo>
                      <a:pt x="546093" y="1727"/>
                      <a:pt x="545897" y="1911"/>
                      <a:pt x="545652" y="1911"/>
                    </a:cubicBezTo>
                    <a:close/>
                    <a:moveTo>
                      <a:pt x="114792" y="1862"/>
                    </a:moveTo>
                    <a:cubicBezTo>
                      <a:pt x="114547" y="1862"/>
                      <a:pt x="114364" y="1666"/>
                      <a:pt x="114351" y="1433"/>
                    </a:cubicBezTo>
                    <a:cubicBezTo>
                      <a:pt x="114351" y="1188"/>
                      <a:pt x="114547" y="992"/>
                      <a:pt x="114780" y="992"/>
                    </a:cubicBezTo>
                    <a:lnTo>
                      <a:pt x="117401" y="968"/>
                    </a:lnTo>
                    <a:lnTo>
                      <a:pt x="117401" y="968"/>
                    </a:lnTo>
                    <a:cubicBezTo>
                      <a:pt x="117646" y="968"/>
                      <a:pt x="117830" y="1164"/>
                      <a:pt x="117843" y="1396"/>
                    </a:cubicBezTo>
                    <a:cubicBezTo>
                      <a:pt x="117843" y="1641"/>
                      <a:pt x="117646" y="1837"/>
                      <a:pt x="117414" y="1837"/>
                    </a:cubicBezTo>
                    <a:lnTo>
                      <a:pt x="114792" y="1862"/>
                    </a:lnTo>
                    <a:lnTo>
                      <a:pt x="114792" y="1862"/>
                    </a:lnTo>
                    <a:close/>
                    <a:moveTo>
                      <a:pt x="536918" y="1813"/>
                    </a:moveTo>
                    <a:lnTo>
                      <a:pt x="536918" y="1813"/>
                    </a:lnTo>
                    <a:lnTo>
                      <a:pt x="534297" y="1788"/>
                    </a:lnTo>
                    <a:cubicBezTo>
                      <a:pt x="534052" y="1788"/>
                      <a:pt x="533868" y="1592"/>
                      <a:pt x="533868" y="1347"/>
                    </a:cubicBezTo>
                    <a:cubicBezTo>
                      <a:pt x="533868" y="1103"/>
                      <a:pt x="534052" y="907"/>
                      <a:pt x="534309" y="919"/>
                    </a:cubicBezTo>
                    <a:lnTo>
                      <a:pt x="536931" y="943"/>
                    </a:lnTo>
                    <a:cubicBezTo>
                      <a:pt x="537176" y="943"/>
                      <a:pt x="537359" y="1139"/>
                      <a:pt x="537359" y="1384"/>
                    </a:cubicBezTo>
                    <a:cubicBezTo>
                      <a:pt x="537359" y="1629"/>
                      <a:pt x="537163" y="1813"/>
                      <a:pt x="536918" y="1813"/>
                    </a:cubicBezTo>
                    <a:close/>
                    <a:moveTo>
                      <a:pt x="123539" y="1788"/>
                    </a:moveTo>
                    <a:cubicBezTo>
                      <a:pt x="123294" y="1788"/>
                      <a:pt x="123098" y="1592"/>
                      <a:pt x="123098" y="1360"/>
                    </a:cubicBezTo>
                    <a:cubicBezTo>
                      <a:pt x="123098" y="1115"/>
                      <a:pt x="123294" y="919"/>
                      <a:pt x="123526" y="919"/>
                    </a:cubicBezTo>
                    <a:lnTo>
                      <a:pt x="126148" y="894"/>
                    </a:lnTo>
                    <a:cubicBezTo>
                      <a:pt x="126417" y="919"/>
                      <a:pt x="126589" y="1090"/>
                      <a:pt x="126589" y="1323"/>
                    </a:cubicBezTo>
                    <a:cubicBezTo>
                      <a:pt x="126589" y="1568"/>
                      <a:pt x="126393" y="1764"/>
                      <a:pt x="126160" y="1764"/>
                    </a:cubicBezTo>
                    <a:lnTo>
                      <a:pt x="123539" y="1788"/>
                    </a:lnTo>
                    <a:lnTo>
                      <a:pt x="123539" y="1788"/>
                    </a:lnTo>
                    <a:close/>
                    <a:moveTo>
                      <a:pt x="132346" y="1715"/>
                    </a:moveTo>
                    <a:cubicBezTo>
                      <a:pt x="132101" y="1715"/>
                      <a:pt x="131881" y="1519"/>
                      <a:pt x="131868" y="1286"/>
                    </a:cubicBezTo>
                    <a:cubicBezTo>
                      <a:pt x="131868" y="1041"/>
                      <a:pt x="132028" y="845"/>
                      <a:pt x="132260" y="845"/>
                    </a:cubicBezTo>
                    <a:lnTo>
                      <a:pt x="134882" y="821"/>
                    </a:lnTo>
                    <a:lnTo>
                      <a:pt x="134882" y="821"/>
                    </a:lnTo>
                    <a:cubicBezTo>
                      <a:pt x="135127" y="821"/>
                      <a:pt x="135311" y="1017"/>
                      <a:pt x="135323" y="1249"/>
                    </a:cubicBezTo>
                    <a:cubicBezTo>
                      <a:pt x="135323" y="1494"/>
                      <a:pt x="135127" y="1690"/>
                      <a:pt x="134894" y="1690"/>
                    </a:cubicBezTo>
                    <a:lnTo>
                      <a:pt x="132346" y="1715"/>
                    </a:lnTo>
                    <a:lnTo>
                      <a:pt x="132346" y="1715"/>
                    </a:lnTo>
                    <a:close/>
                    <a:moveTo>
                      <a:pt x="528172" y="1715"/>
                    </a:moveTo>
                    <a:lnTo>
                      <a:pt x="528172" y="1715"/>
                    </a:lnTo>
                    <a:lnTo>
                      <a:pt x="525587" y="1690"/>
                    </a:lnTo>
                    <a:cubicBezTo>
                      <a:pt x="525342" y="1690"/>
                      <a:pt x="525134" y="1494"/>
                      <a:pt x="525134" y="1249"/>
                    </a:cubicBezTo>
                    <a:cubicBezTo>
                      <a:pt x="525134" y="1004"/>
                      <a:pt x="525306" y="821"/>
                      <a:pt x="525551" y="821"/>
                    </a:cubicBezTo>
                    <a:lnTo>
                      <a:pt x="525551" y="821"/>
                    </a:lnTo>
                    <a:lnTo>
                      <a:pt x="528172" y="845"/>
                    </a:lnTo>
                    <a:cubicBezTo>
                      <a:pt x="528417" y="845"/>
                      <a:pt x="528601" y="1041"/>
                      <a:pt x="528601" y="1286"/>
                    </a:cubicBezTo>
                    <a:cubicBezTo>
                      <a:pt x="528601" y="1531"/>
                      <a:pt x="528405" y="1715"/>
                      <a:pt x="528160" y="1715"/>
                    </a:cubicBezTo>
                    <a:close/>
                    <a:moveTo>
                      <a:pt x="141019" y="1641"/>
                    </a:moveTo>
                    <a:cubicBezTo>
                      <a:pt x="140774" y="1641"/>
                      <a:pt x="140578" y="1445"/>
                      <a:pt x="140578" y="1213"/>
                    </a:cubicBezTo>
                    <a:cubicBezTo>
                      <a:pt x="140578" y="968"/>
                      <a:pt x="140774" y="772"/>
                      <a:pt x="141007" y="772"/>
                    </a:cubicBezTo>
                    <a:lnTo>
                      <a:pt x="143628" y="747"/>
                    </a:lnTo>
                    <a:lnTo>
                      <a:pt x="143628" y="747"/>
                    </a:lnTo>
                    <a:cubicBezTo>
                      <a:pt x="143873" y="747"/>
                      <a:pt x="144057" y="943"/>
                      <a:pt x="144069" y="1176"/>
                    </a:cubicBezTo>
                    <a:cubicBezTo>
                      <a:pt x="144069" y="1421"/>
                      <a:pt x="143873" y="1617"/>
                      <a:pt x="143640" y="1617"/>
                    </a:cubicBezTo>
                    <a:lnTo>
                      <a:pt x="141019" y="1641"/>
                    </a:lnTo>
                    <a:lnTo>
                      <a:pt x="141019" y="1641"/>
                    </a:lnTo>
                    <a:close/>
                    <a:moveTo>
                      <a:pt x="519438" y="1617"/>
                    </a:moveTo>
                    <a:lnTo>
                      <a:pt x="519438" y="1617"/>
                    </a:lnTo>
                    <a:lnTo>
                      <a:pt x="516817" y="1592"/>
                    </a:lnTo>
                    <a:cubicBezTo>
                      <a:pt x="516572" y="1592"/>
                      <a:pt x="516388" y="1396"/>
                      <a:pt x="516388" y="1151"/>
                    </a:cubicBezTo>
                    <a:cubicBezTo>
                      <a:pt x="516388" y="907"/>
                      <a:pt x="516584" y="723"/>
                      <a:pt x="516829" y="723"/>
                    </a:cubicBezTo>
                    <a:lnTo>
                      <a:pt x="516829" y="723"/>
                    </a:lnTo>
                    <a:lnTo>
                      <a:pt x="519450" y="747"/>
                    </a:lnTo>
                    <a:cubicBezTo>
                      <a:pt x="519695" y="747"/>
                      <a:pt x="519879" y="943"/>
                      <a:pt x="519879" y="1188"/>
                    </a:cubicBezTo>
                    <a:cubicBezTo>
                      <a:pt x="519879" y="1433"/>
                      <a:pt x="519683" y="1617"/>
                      <a:pt x="519438" y="1617"/>
                    </a:cubicBezTo>
                    <a:close/>
                    <a:moveTo>
                      <a:pt x="149765" y="1568"/>
                    </a:moveTo>
                    <a:cubicBezTo>
                      <a:pt x="149520" y="1568"/>
                      <a:pt x="149337" y="1372"/>
                      <a:pt x="149324" y="1139"/>
                    </a:cubicBezTo>
                    <a:cubicBezTo>
                      <a:pt x="149324" y="894"/>
                      <a:pt x="149520" y="698"/>
                      <a:pt x="149753" y="698"/>
                    </a:cubicBezTo>
                    <a:lnTo>
                      <a:pt x="152375" y="674"/>
                    </a:lnTo>
                    <a:cubicBezTo>
                      <a:pt x="152619" y="661"/>
                      <a:pt x="152816" y="870"/>
                      <a:pt x="152816" y="1103"/>
                    </a:cubicBezTo>
                    <a:cubicBezTo>
                      <a:pt x="152816" y="1347"/>
                      <a:pt x="152619" y="1543"/>
                      <a:pt x="152387" y="1543"/>
                    </a:cubicBezTo>
                    <a:lnTo>
                      <a:pt x="149765" y="1568"/>
                    </a:lnTo>
                    <a:lnTo>
                      <a:pt x="149765" y="1568"/>
                    </a:lnTo>
                    <a:close/>
                    <a:moveTo>
                      <a:pt x="510704" y="1531"/>
                    </a:moveTo>
                    <a:lnTo>
                      <a:pt x="510704" y="1531"/>
                    </a:lnTo>
                    <a:lnTo>
                      <a:pt x="508082" y="1507"/>
                    </a:lnTo>
                    <a:cubicBezTo>
                      <a:pt x="507838" y="1507"/>
                      <a:pt x="507641" y="1311"/>
                      <a:pt x="507654" y="1066"/>
                    </a:cubicBezTo>
                    <a:cubicBezTo>
                      <a:pt x="507654" y="821"/>
                      <a:pt x="507838" y="612"/>
                      <a:pt x="508095" y="637"/>
                    </a:cubicBezTo>
                    <a:lnTo>
                      <a:pt x="510716" y="661"/>
                    </a:lnTo>
                    <a:cubicBezTo>
                      <a:pt x="510961" y="661"/>
                      <a:pt x="511157" y="857"/>
                      <a:pt x="511145" y="1103"/>
                    </a:cubicBezTo>
                    <a:cubicBezTo>
                      <a:pt x="511145" y="1347"/>
                      <a:pt x="510949" y="1531"/>
                      <a:pt x="510704" y="1531"/>
                    </a:cubicBezTo>
                    <a:close/>
                    <a:moveTo>
                      <a:pt x="158548" y="1507"/>
                    </a:moveTo>
                    <a:cubicBezTo>
                      <a:pt x="158303" y="1507"/>
                      <a:pt x="158095" y="1311"/>
                      <a:pt x="158095" y="1078"/>
                    </a:cubicBezTo>
                    <a:cubicBezTo>
                      <a:pt x="158095" y="833"/>
                      <a:pt x="158267" y="637"/>
                      <a:pt x="158512" y="637"/>
                    </a:cubicBezTo>
                    <a:lnTo>
                      <a:pt x="161133" y="612"/>
                    </a:lnTo>
                    <a:cubicBezTo>
                      <a:pt x="161403" y="576"/>
                      <a:pt x="161574" y="808"/>
                      <a:pt x="161574" y="1041"/>
                    </a:cubicBezTo>
                    <a:cubicBezTo>
                      <a:pt x="161574" y="1286"/>
                      <a:pt x="161378" y="1482"/>
                      <a:pt x="161145" y="1482"/>
                    </a:cubicBezTo>
                    <a:lnTo>
                      <a:pt x="158573" y="1507"/>
                    </a:lnTo>
                    <a:lnTo>
                      <a:pt x="158573" y="1507"/>
                    </a:lnTo>
                    <a:close/>
                    <a:moveTo>
                      <a:pt x="501958" y="1445"/>
                    </a:moveTo>
                    <a:lnTo>
                      <a:pt x="501958" y="1445"/>
                    </a:lnTo>
                    <a:lnTo>
                      <a:pt x="499336" y="1421"/>
                    </a:lnTo>
                    <a:cubicBezTo>
                      <a:pt x="499091" y="1421"/>
                      <a:pt x="498895" y="1225"/>
                      <a:pt x="498907" y="980"/>
                    </a:cubicBezTo>
                    <a:cubicBezTo>
                      <a:pt x="498907" y="735"/>
                      <a:pt x="499103" y="551"/>
                      <a:pt x="499348" y="551"/>
                    </a:cubicBezTo>
                    <a:lnTo>
                      <a:pt x="499348" y="551"/>
                    </a:lnTo>
                    <a:lnTo>
                      <a:pt x="501970" y="576"/>
                    </a:lnTo>
                    <a:cubicBezTo>
                      <a:pt x="502215" y="576"/>
                      <a:pt x="502411" y="772"/>
                      <a:pt x="502399" y="1017"/>
                    </a:cubicBezTo>
                    <a:cubicBezTo>
                      <a:pt x="502399" y="1262"/>
                      <a:pt x="502203" y="1445"/>
                      <a:pt x="501958" y="1445"/>
                    </a:cubicBezTo>
                    <a:close/>
                    <a:moveTo>
                      <a:pt x="167246" y="1445"/>
                    </a:moveTo>
                    <a:cubicBezTo>
                      <a:pt x="167001" y="1445"/>
                      <a:pt x="166805" y="1249"/>
                      <a:pt x="166805" y="1017"/>
                    </a:cubicBezTo>
                    <a:cubicBezTo>
                      <a:pt x="166805" y="772"/>
                      <a:pt x="167001" y="576"/>
                      <a:pt x="167233" y="576"/>
                    </a:cubicBezTo>
                    <a:lnTo>
                      <a:pt x="169855" y="576"/>
                    </a:lnTo>
                    <a:cubicBezTo>
                      <a:pt x="169855" y="576"/>
                      <a:pt x="169855" y="564"/>
                      <a:pt x="169855" y="564"/>
                    </a:cubicBezTo>
                    <a:cubicBezTo>
                      <a:pt x="170100" y="564"/>
                      <a:pt x="170296" y="759"/>
                      <a:pt x="170296" y="992"/>
                    </a:cubicBezTo>
                    <a:cubicBezTo>
                      <a:pt x="170296" y="1237"/>
                      <a:pt x="170100" y="1433"/>
                      <a:pt x="169867" y="1433"/>
                    </a:cubicBezTo>
                    <a:lnTo>
                      <a:pt x="167246" y="1433"/>
                    </a:lnTo>
                    <a:cubicBezTo>
                      <a:pt x="167246" y="1433"/>
                      <a:pt x="167246" y="1445"/>
                      <a:pt x="167246" y="1445"/>
                    </a:cubicBezTo>
                    <a:close/>
                    <a:moveTo>
                      <a:pt x="175992" y="1384"/>
                    </a:moveTo>
                    <a:cubicBezTo>
                      <a:pt x="175747" y="1384"/>
                      <a:pt x="175551" y="1188"/>
                      <a:pt x="175551" y="955"/>
                    </a:cubicBezTo>
                    <a:cubicBezTo>
                      <a:pt x="175551" y="723"/>
                      <a:pt x="175747" y="515"/>
                      <a:pt x="175980" y="515"/>
                    </a:cubicBezTo>
                    <a:lnTo>
                      <a:pt x="178601" y="515"/>
                    </a:lnTo>
                    <a:cubicBezTo>
                      <a:pt x="178601" y="515"/>
                      <a:pt x="178601" y="502"/>
                      <a:pt x="178601" y="502"/>
                    </a:cubicBezTo>
                    <a:cubicBezTo>
                      <a:pt x="178846" y="502"/>
                      <a:pt x="179042" y="698"/>
                      <a:pt x="179042" y="931"/>
                    </a:cubicBezTo>
                    <a:cubicBezTo>
                      <a:pt x="179042" y="1176"/>
                      <a:pt x="178846" y="1372"/>
                      <a:pt x="178613" y="1372"/>
                    </a:cubicBezTo>
                    <a:lnTo>
                      <a:pt x="175992" y="1372"/>
                    </a:lnTo>
                    <a:cubicBezTo>
                      <a:pt x="175992" y="1372"/>
                      <a:pt x="175992" y="1384"/>
                      <a:pt x="175992" y="1384"/>
                    </a:cubicBezTo>
                    <a:close/>
                    <a:moveTo>
                      <a:pt x="493224" y="1384"/>
                    </a:moveTo>
                    <a:lnTo>
                      <a:pt x="493224" y="1384"/>
                    </a:lnTo>
                    <a:lnTo>
                      <a:pt x="490602" y="1360"/>
                    </a:lnTo>
                    <a:cubicBezTo>
                      <a:pt x="490357" y="1360"/>
                      <a:pt x="490161" y="1164"/>
                      <a:pt x="490173" y="919"/>
                    </a:cubicBezTo>
                    <a:cubicBezTo>
                      <a:pt x="490173" y="674"/>
                      <a:pt x="490345" y="465"/>
                      <a:pt x="490614" y="490"/>
                    </a:cubicBezTo>
                    <a:lnTo>
                      <a:pt x="493236" y="515"/>
                    </a:lnTo>
                    <a:cubicBezTo>
                      <a:pt x="493481" y="515"/>
                      <a:pt x="493677" y="711"/>
                      <a:pt x="493665" y="955"/>
                    </a:cubicBezTo>
                    <a:cubicBezTo>
                      <a:pt x="493665" y="1200"/>
                      <a:pt x="493469" y="1384"/>
                      <a:pt x="493224" y="1384"/>
                    </a:cubicBezTo>
                    <a:close/>
                    <a:moveTo>
                      <a:pt x="184763" y="1335"/>
                    </a:moveTo>
                    <a:cubicBezTo>
                      <a:pt x="184518" y="1335"/>
                      <a:pt x="184310" y="1139"/>
                      <a:pt x="184310" y="907"/>
                    </a:cubicBezTo>
                    <a:cubicBezTo>
                      <a:pt x="184310" y="661"/>
                      <a:pt x="184493" y="465"/>
                      <a:pt x="184726" y="465"/>
                    </a:cubicBezTo>
                    <a:lnTo>
                      <a:pt x="187348" y="465"/>
                    </a:lnTo>
                    <a:cubicBezTo>
                      <a:pt x="187348" y="465"/>
                      <a:pt x="187348" y="453"/>
                      <a:pt x="187348" y="453"/>
                    </a:cubicBezTo>
                    <a:cubicBezTo>
                      <a:pt x="187593" y="453"/>
                      <a:pt x="187789" y="649"/>
                      <a:pt x="187789" y="882"/>
                    </a:cubicBezTo>
                    <a:cubicBezTo>
                      <a:pt x="187789" y="1127"/>
                      <a:pt x="187593" y="1323"/>
                      <a:pt x="187360" y="1323"/>
                    </a:cubicBezTo>
                    <a:lnTo>
                      <a:pt x="184763" y="1323"/>
                    </a:lnTo>
                    <a:cubicBezTo>
                      <a:pt x="184763" y="1323"/>
                      <a:pt x="184763" y="1335"/>
                      <a:pt x="184763" y="1335"/>
                    </a:cubicBezTo>
                    <a:close/>
                    <a:moveTo>
                      <a:pt x="484490" y="1311"/>
                    </a:moveTo>
                    <a:lnTo>
                      <a:pt x="484490" y="1311"/>
                    </a:lnTo>
                    <a:lnTo>
                      <a:pt x="481893" y="1286"/>
                    </a:lnTo>
                    <a:cubicBezTo>
                      <a:pt x="481648" y="1286"/>
                      <a:pt x="481439" y="1090"/>
                      <a:pt x="481439" y="845"/>
                    </a:cubicBezTo>
                    <a:cubicBezTo>
                      <a:pt x="481439" y="600"/>
                      <a:pt x="481660" y="429"/>
                      <a:pt x="481868" y="416"/>
                    </a:cubicBezTo>
                    <a:lnTo>
                      <a:pt x="484490" y="441"/>
                    </a:lnTo>
                    <a:cubicBezTo>
                      <a:pt x="484734" y="441"/>
                      <a:pt x="484930" y="637"/>
                      <a:pt x="484918" y="882"/>
                    </a:cubicBezTo>
                    <a:cubicBezTo>
                      <a:pt x="484918" y="1127"/>
                      <a:pt x="484722" y="1311"/>
                      <a:pt x="484477" y="1311"/>
                    </a:cubicBezTo>
                    <a:close/>
                    <a:moveTo>
                      <a:pt x="193472" y="1274"/>
                    </a:moveTo>
                    <a:cubicBezTo>
                      <a:pt x="193227" y="1274"/>
                      <a:pt x="193031" y="1078"/>
                      <a:pt x="193031" y="845"/>
                    </a:cubicBezTo>
                    <a:cubicBezTo>
                      <a:pt x="193031" y="600"/>
                      <a:pt x="193227" y="404"/>
                      <a:pt x="193460" y="404"/>
                    </a:cubicBezTo>
                    <a:lnTo>
                      <a:pt x="196082" y="404"/>
                    </a:lnTo>
                    <a:cubicBezTo>
                      <a:pt x="196082" y="404"/>
                      <a:pt x="196082" y="392"/>
                      <a:pt x="196082" y="392"/>
                    </a:cubicBezTo>
                    <a:cubicBezTo>
                      <a:pt x="196327" y="392"/>
                      <a:pt x="196523" y="588"/>
                      <a:pt x="196523" y="821"/>
                    </a:cubicBezTo>
                    <a:cubicBezTo>
                      <a:pt x="196523" y="1066"/>
                      <a:pt x="196327" y="1262"/>
                      <a:pt x="196094" y="1262"/>
                    </a:cubicBezTo>
                    <a:lnTo>
                      <a:pt x="193472" y="1262"/>
                    </a:lnTo>
                    <a:cubicBezTo>
                      <a:pt x="193472" y="1262"/>
                      <a:pt x="193472" y="1274"/>
                      <a:pt x="193472" y="1274"/>
                    </a:cubicBezTo>
                    <a:close/>
                    <a:moveTo>
                      <a:pt x="475743" y="1237"/>
                    </a:moveTo>
                    <a:lnTo>
                      <a:pt x="473122" y="1237"/>
                    </a:lnTo>
                    <a:cubicBezTo>
                      <a:pt x="472877" y="1213"/>
                      <a:pt x="472681" y="1017"/>
                      <a:pt x="472693" y="784"/>
                    </a:cubicBezTo>
                    <a:cubicBezTo>
                      <a:pt x="472693" y="539"/>
                      <a:pt x="472889" y="355"/>
                      <a:pt x="473134" y="355"/>
                    </a:cubicBezTo>
                    <a:lnTo>
                      <a:pt x="475755" y="355"/>
                    </a:lnTo>
                    <a:cubicBezTo>
                      <a:pt x="476000" y="380"/>
                      <a:pt x="476196" y="576"/>
                      <a:pt x="476184" y="808"/>
                    </a:cubicBezTo>
                    <a:cubicBezTo>
                      <a:pt x="476184" y="1053"/>
                      <a:pt x="475988" y="1237"/>
                      <a:pt x="475743" y="1237"/>
                    </a:cubicBezTo>
                    <a:close/>
                    <a:moveTo>
                      <a:pt x="202206" y="1213"/>
                    </a:moveTo>
                    <a:cubicBezTo>
                      <a:pt x="201961" y="1213"/>
                      <a:pt x="201765" y="1017"/>
                      <a:pt x="201765" y="784"/>
                    </a:cubicBezTo>
                    <a:cubicBezTo>
                      <a:pt x="201765" y="539"/>
                      <a:pt x="201961" y="343"/>
                      <a:pt x="202194" y="343"/>
                    </a:cubicBezTo>
                    <a:lnTo>
                      <a:pt x="204816" y="343"/>
                    </a:lnTo>
                    <a:cubicBezTo>
                      <a:pt x="204816" y="343"/>
                      <a:pt x="204816" y="331"/>
                      <a:pt x="204816" y="331"/>
                    </a:cubicBezTo>
                    <a:cubicBezTo>
                      <a:pt x="205061" y="331"/>
                      <a:pt x="205257" y="527"/>
                      <a:pt x="205257" y="759"/>
                    </a:cubicBezTo>
                    <a:cubicBezTo>
                      <a:pt x="205257" y="1004"/>
                      <a:pt x="205061" y="1200"/>
                      <a:pt x="204828" y="1200"/>
                    </a:cubicBezTo>
                    <a:lnTo>
                      <a:pt x="202206" y="1200"/>
                    </a:lnTo>
                    <a:cubicBezTo>
                      <a:pt x="202206" y="1200"/>
                      <a:pt x="202206" y="1213"/>
                      <a:pt x="202206" y="1213"/>
                    </a:cubicBezTo>
                    <a:close/>
                    <a:moveTo>
                      <a:pt x="466997" y="1176"/>
                    </a:moveTo>
                    <a:lnTo>
                      <a:pt x="464400" y="1176"/>
                    </a:lnTo>
                    <a:cubicBezTo>
                      <a:pt x="464155" y="1151"/>
                      <a:pt x="463947" y="955"/>
                      <a:pt x="463947" y="723"/>
                    </a:cubicBezTo>
                    <a:cubicBezTo>
                      <a:pt x="463947" y="478"/>
                      <a:pt x="464130" y="294"/>
                      <a:pt x="464375" y="294"/>
                    </a:cubicBezTo>
                    <a:lnTo>
                      <a:pt x="466997" y="294"/>
                    </a:lnTo>
                    <a:cubicBezTo>
                      <a:pt x="467242" y="319"/>
                      <a:pt x="467438" y="515"/>
                      <a:pt x="467426" y="747"/>
                    </a:cubicBezTo>
                    <a:cubicBezTo>
                      <a:pt x="467426" y="992"/>
                      <a:pt x="467230" y="1176"/>
                      <a:pt x="466985" y="1176"/>
                    </a:cubicBezTo>
                    <a:close/>
                    <a:moveTo>
                      <a:pt x="210941" y="1176"/>
                    </a:moveTo>
                    <a:cubicBezTo>
                      <a:pt x="210696" y="1176"/>
                      <a:pt x="210500" y="980"/>
                      <a:pt x="210500" y="747"/>
                    </a:cubicBezTo>
                    <a:cubicBezTo>
                      <a:pt x="210500" y="502"/>
                      <a:pt x="210696" y="306"/>
                      <a:pt x="210928" y="306"/>
                    </a:cubicBezTo>
                    <a:lnTo>
                      <a:pt x="213550" y="306"/>
                    </a:lnTo>
                    <a:cubicBezTo>
                      <a:pt x="213770" y="269"/>
                      <a:pt x="213991" y="490"/>
                      <a:pt x="213991" y="723"/>
                    </a:cubicBezTo>
                    <a:cubicBezTo>
                      <a:pt x="213991" y="968"/>
                      <a:pt x="213795" y="1164"/>
                      <a:pt x="213562" y="1164"/>
                    </a:cubicBezTo>
                    <a:lnTo>
                      <a:pt x="210941" y="1164"/>
                    </a:lnTo>
                    <a:cubicBezTo>
                      <a:pt x="210941" y="1164"/>
                      <a:pt x="210941" y="1176"/>
                      <a:pt x="210941" y="1176"/>
                    </a:cubicBezTo>
                    <a:close/>
                    <a:moveTo>
                      <a:pt x="219699" y="1127"/>
                    </a:moveTo>
                    <a:cubicBezTo>
                      <a:pt x="219454" y="1127"/>
                      <a:pt x="219258" y="931"/>
                      <a:pt x="219258" y="686"/>
                    </a:cubicBezTo>
                    <a:cubicBezTo>
                      <a:pt x="219258" y="441"/>
                      <a:pt x="219442" y="245"/>
                      <a:pt x="219687" y="245"/>
                    </a:cubicBezTo>
                    <a:lnTo>
                      <a:pt x="222308" y="245"/>
                    </a:lnTo>
                    <a:cubicBezTo>
                      <a:pt x="222308" y="245"/>
                      <a:pt x="222308" y="233"/>
                      <a:pt x="222308" y="233"/>
                    </a:cubicBezTo>
                    <a:cubicBezTo>
                      <a:pt x="222553" y="233"/>
                      <a:pt x="222749" y="429"/>
                      <a:pt x="222749" y="661"/>
                    </a:cubicBezTo>
                    <a:cubicBezTo>
                      <a:pt x="222749" y="907"/>
                      <a:pt x="222553" y="1103"/>
                      <a:pt x="222321" y="1103"/>
                    </a:cubicBezTo>
                    <a:lnTo>
                      <a:pt x="219711" y="1103"/>
                    </a:lnTo>
                    <a:cubicBezTo>
                      <a:pt x="219711" y="1103"/>
                      <a:pt x="219711" y="1115"/>
                      <a:pt x="219711" y="1115"/>
                    </a:cubicBezTo>
                    <a:close/>
                    <a:moveTo>
                      <a:pt x="458251" y="1127"/>
                    </a:moveTo>
                    <a:lnTo>
                      <a:pt x="455629" y="1127"/>
                    </a:lnTo>
                    <a:cubicBezTo>
                      <a:pt x="455384" y="1115"/>
                      <a:pt x="455188" y="919"/>
                      <a:pt x="455200" y="674"/>
                    </a:cubicBezTo>
                    <a:cubicBezTo>
                      <a:pt x="455200" y="429"/>
                      <a:pt x="455396" y="245"/>
                      <a:pt x="455641" y="245"/>
                    </a:cubicBezTo>
                    <a:lnTo>
                      <a:pt x="458263" y="245"/>
                    </a:lnTo>
                    <a:cubicBezTo>
                      <a:pt x="458508" y="257"/>
                      <a:pt x="458704" y="453"/>
                      <a:pt x="458692" y="698"/>
                    </a:cubicBezTo>
                    <a:cubicBezTo>
                      <a:pt x="458692" y="943"/>
                      <a:pt x="458496" y="1127"/>
                      <a:pt x="458251" y="1127"/>
                    </a:cubicBezTo>
                    <a:close/>
                    <a:moveTo>
                      <a:pt x="228421" y="1090"/>
                    </a:moveTo>
                    <a:cubicBezTo>
                      <a:pt x="228176" y="1090"/>
                      <a:pt x="227980" y="894"/>
                      <a:pt x="227980" y="661"/>
                    </a:cubicBezTo>
                    <a:cubicBezTo>
                      <a:pt x="227980" y="416"/>
                      <a:pt x="228176" y="221"/>
                      <a:pt x="228409" y="221"/>
                    </a:cubicBezTo>
                    <a:lnTo>
                      <a:pt x="231030" y="221"/>
                    </a:lnTo>
                    <a:cubicBezTo>
                      <a:pt x="231030" y="221"/>
                      <a:pt x="231030" y="208"/>
                      <a:pt x="231030" y="208"/>
                    </a:cubicBezTo>
                    <a:cubicBezTo>
                      <a:pt x="231275" y="208"/>
                      <a:pt x="231471" y="404"/>
                      <a:pt x="231471" y="637"/>
                    </a:cubicBezTo>
                    <a:cubicBezTo>
                      <a:pt x="231471" y="882"/>
                      <a:pt x="231275" y="1078"/>
                      <a:pt x="231042" y="1078"/>
                    </a:cubicBezTo>
                    <a:lnTo>
                      <a:pt x="228421" y="1078"/>
                    </a:lnTo>
                    <a:cubicBezTo>
                      <a:pt x="228421" y="1078"/>
                      <a:pt x="228421" y="1090"/>
                      <a:pt x="228421" y="1090"/>
                    </a:cubicBezTo>
                    <a:close/>
                    <a:moveTo>
                      <a:pt x="449516" y="1090"/>
                    </a:moveTo>
                    <a:lnTo>
                      <a:pt x="446895" y="1090"/>
                    </a:lnTo>
                    <a:cubicBezTo>
                      <a:pt x="446650" y="1078"/>
                      <a:pt x="446454" y="882"/>
                      <a:pt x="446466" y="637"/>
                    </a:cubicBezTo>
                    <a:cubicBezTo>
                      <a:pt x="446466" y="392"/>
                      <a:pt x="446662" y="208"/>
                      <a:pt x="446907" y="208"/>
                    </a:cubicBezTo>
                    <a:lnTo>
                      <a:pt x="449529" y="208"/>
                    </a:lnTo>
                    <a:cubicBezTo>
                      <a:pt x="449774" y="221"/>
                      <a:pt x="449970" y="416"/>
                      <a:pt x="449957" y="661"/>
                    </a:cubicBezTo>
                    <a:cubicBezTo>
                      <a:pt x="449957" y="907"/>
                      <a:pt x="449761" y="1090"/>
                      <a:pt x="449516" y="1090"/>
                    </a:cubicBezTo>
                    <a:close/>
                    <a:moveTo>
                      <a:pt x="237167" y="1053"/>
                    </a:moveTo>
                    <a:cubicBezTo>
                      <a:pt x="236922" y="1053"/>
                      <a:pt x="236726" y="857"/>
                      <a:pt x="236726" y="612"/>
                    </a:cubicBezTo>
                    <a:cubicBezTo>
                      <a:pt x="236726" y="368"/>
                      <a:pt x="236922" y="172"/>
                      <a:pt x="237155" y="172"/>
                    </a:cubicBezTo>
                    <a:lnTo>
                      <a:pt x="239776" y="172"/>
                    </a:lnTo>
                    <a:cubicBezTo>
                      <a:pt x="239776" y="172"/>
                      <a:pt x="239776" y="172"/>
                      <a:pt x="239776" y="172"/>
                    </a:cubicBezTo>
                    <a:cubicBezTo>
                      <a:pt x="240021" y="172"/>
                      <a:pt x="240217" y="368"/>
                      <a:pt x="240217" y="600"/>
                    </a:cubicBezTo>
                    <a:cubicBezTo>
                      <a:pt x="240217" y="845"/>
                      <a:pt x="240021" y="1041"/>
                      <a:pt x="239789" y="1041"/>
                    </a:cubicBezTo>
                    <a:lnTo>
                      <a:pt x="237167" y="1041"/>
                    </a:lnTo>
                    <a:cubicBezTo>
                      <a:pt x="237167" y="1041"/>
                      <a:pt x="237167" y="1041"/>
                      <a:pt x="237167" y="1041"/>
                    </a:cubicBezTo>
                    <a:close/>
                    <a:moveTo>
                      <a:pt x="440782" y="1053"/>
                    </a:moveTo>
                    <a:lnTo>
                      <a:pt x="438161" y="1053"/>
                    </a:lnTo>
                    <a:cubicBezTo>
                      <a:pt x="437916" y="1041"/>
                      <a:pt x="437720" y="845"/>
                      <a:pt x="437732" y="600"/>
                    </a:cubicBezTo>
                    <a:cubicBezTo>
                      <a:pt x="437732" y="355"/>
                      <a:pt x="437965" y="159"/>
                      <a:pt x="438173" y="172"/>
                    </a:cubicBezTo>
                    <a:lnTo>
                      <a:pt x="440795" y="172"/>
                    </a:lnTo>
                    <a:cubicBezTo>
                      <a:pt x="441040" y="184"/>
                      <a:pt x="441236" y="380"/>
                      <a:pt x="441223" y="625"/>
                    </a:cubicBezTo>
                    <a:cubicBezTo>
                      <a:pt x="441223" y="870"/>
                      <a:pt x="441027" y="1053"/>
                      <a:pt x="440782" y="1053"/>
                    </a:cubicBezTo>
                    <a:close/>
                    <a:moveTo>
                      <a:pt x="245926" y="1029"/>
                    </a:moveTo>
                    <a:cubicBezTo>
                      <a:pt x="245681" y="1029"/>
                      <a:pt x="245485" y="833"/>
                      <a:pt x="245485" y="588"/>
                    </a:cubicBezTo>
                    <a:cubicBezTo>
                      <a:pt x="245485" y="343"/>
                      <a:pt x="245669" y="147"/>
                      <a:pt x="245914" y="147"/>
                    </a:cubicBezTo>
                    <a:lnTo>
                      <a:pt x="248535" y="147"/>
                    </a:lnTo>
                    <a:cubicBezTo>
                      <a:pt x="248535" y="147"/>
                      <a:pt x="248535" y="147"/>
                      <a:pt x="248535" y="147"/>
                    </a:cubicBezTo>
                    <a:cubicBezTo>
                      <a:pt x="248780" y="147"/>
                      <a:pt x="248976" y="343"/>
                      <a:pt x="248976" y="588"/>
                    </a:cubicBezTo>
                    <a:cubicBezTo>
                      <a:pt x="248976" y="833"/>
                      <a:pt x="248780" y="1029"/>
                      <a:pt x="248547" y="1029"/>
                    </a:cubicBezTo>
                    <a:lnTo>
                      <a:pt x="245938" y="1029"/>
                    </a:lnTo>
                    <a:cubicBezTo>
                      <a:pt x="245938" y="1029"/>
                      <a:pt x="245938" y="1029"/>
                      <a:pt x="245938" y="1029"/>
                    </a:cubicBezTo>
                    <a:close/>
                    <a:moveTo>
                      <a:pt x="432048" y="1017"/>
                    </a:moveTo>
                    <a:lnTo>
                      <a:pt x="429427" y="1017"/>
                    </a:lnTo>
                    <a:cubicBezTo>
                      <a:pt x="429182" y="1017"/>
                      <a:pt x="428986" y="808"/>
                      <a:pt x="428986" y="564"/>
                    </a:cubicBezTo>
                    <a:cubicBezTo>
                      <a:pt x="428986" y="319"/>
                      <a:pt x="429182" y="123"/>
                      <a:pt x="429427" y="123"/>
                    </a:cubicBezTo>
                    <a:lnTo>
                      <a:pt x="432048" y="123"/>
                    </a:lnTo>
                    <a:cubicBezTo>
                      <a:pt x="432293" y="123"/>
                      <a:pt x="432489" y="331"/>
                      <a:pt x="432477" y="576"/>
                    </a:cubicBezTo>
                    <a:cubicBezTo>
                      <a:pt x="432477" y="821"/>
                      <a:pt x="432281" y="1004"/>
                      <a:pt x="432036" y="1004"/>
                    </a:cubicBezTo>
                    <a:close/>
                    <a:moveTo>
                      <a:pt x="254660" y="1004"/>
                    </a:moveTo>
                    <a:cubicBezTo>
                      <a:pt x="254415" y="1004"/>
                      <a:pt x="254219" y="808"/>
                      <a:pt x="254219" y="564"/>
                    </a:cubicBezTo>
                    <a:cubicBezTo>
                      <a:pt x="254219" y="319"/>
                      <a:pt x="254415" y="123"/>
                      <a:pt x="254660" y="123"/>
                    </a:cubicBezTo>
                    <a:lnTo>
                      <a:pt x="257281" y="123"/>
                    </a:lnTo>
                    <a:cubicBezTo>
                      <a:pt x="257281" y="123"/>
                      <a:pt x="257281" y="123"/>
                      <a:pt x="257281" y="123"/>
                    </a:cubicBezTo>
                    <a:cubicBezTo>
                      <a:pt x="257526" y="123"/>
                      <a:pt x="257722" y="319"/>
                      <a:pt x="257722" y="564"/>
                    </a:cubicBezTo>
                    <a:cubicBezTo>
                      <a:pt x="257722" y="808"/>
                      <a:pt x="257526" y="1004"/>
                      <a:pt x="257281" y="1004"/>
                    </a:cubicBezTo>
                    <a:lnTo>
                      <a:pt x="254660" y="1004"/>
                    </a:lnTo>
                    <a:cubicBezTo>
                      <a:pt x="254660" y="1004"/>
                      <a:pt x="254660" y="1004"/>
                      <a:pt x="254660" y="1004"/>
                    </a:cubicBezTo>
                    <a:close/>
                    <a:moveTo>
                      <a:pt x="423314" y="980"/>
                    </a:moveTo>
                    <a:lnTo>
                      <a:pt x="420693" y="980"/>
                    </a:lnTo>
                    <a:cubicBezTo>
                      <a:pt x="420448" y="980"/>
                      <a:pt x="420252" y="772"/>
                      <a:pt x="420252" y="527"/>
                    </a:cubicBezTo>
                    <a:cubicBezTo>
                      <a:pt x="420252" y="282"/>
                      <a:pt x="420448" y="86"/>
                      <a:pt x="420693" y="86"/>
                    </a:cubicBezTo>
                    <a:lnTo>
                      <a:pt x="423314" y="86"/>
                    </a:lnTo>
                    <a:cubicBezTo>
                      <a:pt x="423559" y="86"/>
                      <a:pt x="423755" y="294"/>
                      <a:pt x="423755" y="539"/>
                    </a:cubicBezTo>
                    <a:cubicBezTo>
                      <a:pt x="423755" y="784"/>
                      <a:pt x="423559" y="980"/>
                      <a:pt x="423314" y="980"/>
                    </a:cubicBezTo>
                    <a:close/>
                    <a:moveTo>
                      <a:pt x="263406" y="980"/>
                    </a:moveTo>
                    <a:cubicBezTo>
                      <a:pt x="263161" y="980"/>
                      <a:pt x="262965" y="784"/>
                      <a:pt x="262965" y="539"/>
                    </a:cubicBezTo>
                    <a:cubicBezTo>
                      <a:pt x="262965" y="294"/>
                      <a:pt x="263161" y="98"/>
                      <a:pt x="263394" y="98"/>
                    </a:cubicBezTo>
                    <a:lnTo>
                      <a:pt x="266015" y="98"/>
                    </a:lnTo>
                    <a:cubicBezTo>
                      <a:pt x="266015" y="98"/>
                      <a:pt x="266015" y="98"/>
                      <a:pt x="266015" y="98"/>
                    </a:cubicBezTo>
                    <a:cubicBezTo>
                      <a:pt x="266260" y="98"/>
                      <a:pt x="266456" y="294"/>
                      <a:pt x="266456" y="539"/>
                    </a:cubicBezTo>
                    <a:cubicBezTo>
                      <a:pt x="266456" y="784"/>
                      <a:pt x="266260" y="980"/>
                      <a:pt x="266015" y="980"/>
                    </a:cubicBezTo>
                    <a:lnTo>
                      <a:pt x="263406" y="980"/>
                    </a:lnTo>
                    <a:cubicBezTo>
                      <a:pt x="263406" y="980"/>
                      <a:pt x="263406" y="980"/>
                      <a:pt x="263406" y="980"/>
                    </a:cubicBezTo>
                    <a:close/>
                    <a:moveTo>
                      <a:pt x="414568" y="955"/>
                    </a:moveTo>
                    <a:lnTo>
                      <a:pt x="411947" y="955"/>
                    </a:lnTo>
                    <a:cubicBezTo>
                      <a:pt x="411701" y="955"/>
                      <a:pt x="411506" y="747"/>
                      <a:pt x="411506" y="502"/>
                    </a:cubicBezTo>
                    <a:cubicBezTo>
                      <a:pt x="411506" y="257"/>
                      <a:pt x="411701" y="61"/>
                      <a:pt x="411947" y="61"/>
                    </a:cubicBezTo>
                    <a:lnTo>
                      <a:pt x="414568" y="61"/>
                    </a:lnTo>
                    <a:cubicBezTo>
                      <a:pt x="414813" y="61"/>
                      <a:pt x="415009" y="269"/>
                      <a:pt x="415009" y="515"/>
                    </a:cubicBezTo>
                    <a:cubicBezTo>
                      <a:pt x="415009" y="759"/>
                      <a:pt x="414813" y="955"/>
                      <a:pt x="414568" y="955"/>
                    </a:cubicBezTo>
                    <a:close/>
                    <a:moveTo>
                      <a:pt x="272140" y="955"/>
                    </a:moveTo>
                    <a:cubicBezTo>
                      <a:pt x="271895" y="955"/>
                      <a:pt x="271699" y="759"/>
                      <a:pt x="271699" y="515"/>
                    </a:cubicBezTo>
                    <a:cubicBezTo>
                      <a:pt x="271699" y="269"/>
                      <a:pt x="271895" y="73"/>
                      <a:pt x="272140" y="73"/>
                    </a:cubicBezTo>
                    <a:lnTo>
                      <a:pt x="274762" y="73"/>
                    </a:lnTo>
                    <a:cubicBezTo>
                      <a:pt x="274762" y="73"/>
                      <a:pt x="274762" y="73"/>
                      <a:pt x="274762" y="73"/>
                    </a:cubicBezTo>
                    <a:cubicBezTo>
                      <a:pt x="275007" y="73"/>
                      <a:pt x="275203" y="269"/>
                      <a:pt x="275203" y="515"/>
                    </a:cubicBezTo>
                    <a:cubicBezTo>
                      <a:pt x="275203" y="759"/>
                      <a:pt x="275007" y="955"/>
                      <a:pt x="274762" y="955"/>
                    </a:cubicBezTo>
                    <a:lnTo>
                      <a:pt x="272140" y="955"/>
                    </a:lnTo>
                    <a:cubicBezTo>
                      <a:pt x="272140" y="955"/>
                      <a:pt x="272140" y="955"/>
                      <a:pt x="272140" y="955"/>
                    </a:cubicBezTo>
                    <a:close/>
                    <a:moveTo>
                      <a:pt x="405834" y="931"/>
                    </a:moveTo>
                    <a:lnTo>
                      <a:pt x="403212" y="931"/>
                    </a:lnTo>
                    <a:cubicBezTo>
                      <a:pt x="402967" y="931"/>
                      <a:pt x="402771" y="723"/>
                      <a:pt x="402771" y="490"/>
                    </a:cubicBezTo>
                    <a:cubicBezTo>
                      <a:pt x="402771" y="245"/>
                      <a:pt x="402967" y="49"/>
                      <a:pt x="403212" y="49"/>
                    </a:cubicBezTo>
                    <a:lnTo>
                      <a:pt x="405834" y="49"/>
                    </a:lnTo>
                    <a:cubicBezTo>
                      <a:pt x="406079" y="49"/>
                      <a:pt x="406275" y="257"/>
                      <a:pt x="406275" y="490"/>
                    </a:cubicBezTo>
                    <a:cubicBezTo>
                      <a:pt x="406275" y="735"/>
                      <a:pt x="406079" y="931"/>
                      <a:pt x="405834" y="931"/>
                    </a:cubicBezTo>
                    <a:close/>
                    <a:moveTo>
                      <a:pt x="280887" y="931"/>
                    </a:moveTo>
                    <a:cubicBezTo>
                      <a:pt x="280642" y="931"/>
                      <a:pt x="280446" y="735"/>
                      <a:pt x="280446" y="490"/>
                    </a:cubicBezTo>
                    <a:cubicBezTo>
                      <a:pt x="280446" y="245"/>
                      <a:pt x="280642" y="49"/>
                      <a:pt x="280887" y="49"/>
                    </a:cubicBezTo>
                    <a:lnTo>
                      <a:pt x="283508" y="49"/>
                    </a:lnTo>
                    <a:cubicBezTo>
                      <a:pt x="283753" y="49"/>
                      <a:pt x="283949" y="233"/>
                      <a:pt x="283949" y="478"/>
                    </a:cubicBezTo>
                    <a:cubicBezTo>
                      <a:pt x="283949" y="723"/>
                      <a:pt x="283753" y="919"/>
                      <a:pt x="283508" y="919"/>
                    </a:cubicBezTo>
                    <a:lnTo>
                      <a:pt x="280887" y="919"/>
                    </a:lnTo>
                    <a:cubicBezTo>
                      <a:pt x="280887" y="919"/>
                      <a:pt x="280887" y="919"/>
                      <a:pt x="280887" y="919"/>
                    </a:cubicBezTo>
                    <a:close/>
                    <a:moveTo>
                      <a:pt x="397100" y="907"/>
                    </a:moveTo>
                    <a:lnTo>
                      <a:pt x="394478" y="907"/>
                    </a:lnTo>
                    <a:cubicBezTo>
                      <a:pt x="394233" y="907"/>
                      <a:pt x="394037" y="698"/>
                      <a:pt x="394037" y="465"/>
                    </a:cubicBezTo>
                    <a:cubicBezTo>
                      <a:pt x="394037" y="221"/>
                      <a:pt x="394233" y="25"/>
                      <a:pt x="394478" y="25"/>
                    </a:cubicBezTo>
                    <a:lnTo>
                      <a:pt x="397100" y="25"/>
                    </a:lnTo>
                    <a:cubicBezTo>
                      <a:pt x="397345" y="25"/>
                      <a:pt x="397541" y="233"/>
                      <a:pt x="397541" y="465"/>
                    </a:cubicBezTo>
                    <a:cubicBezTo>
                      <a:pt x="397541" y="711"/>
                      <a:pt x="397345" y="907"/>
                      <a:pt x="397100" y="907"/>
                    </a:cubicBezTo>
                    <a:close/>
                    <a:moveTo>
                      <a:pt x="289633" y="907"/>
                    </a:moveTo>
                    <a:cubicBezTo>
                      <a:pt x="289388" y="907"/>
                      <a:pt x="289192" y="711"/>
                      <a:pt x="289192" y="465"/>
                    </a:cubicBezTo>
                    <a:cubicBezTo>
                      <a:pt x="289192" y="221"/>
                      <a:pt x="289388" y="25"/>
                      <a:pt x="289621" y="25"/>
                    </a:cubicBezTo>
                    <a:lnTo>
                      <a:pt x="292242" y="25"/>
                    </a:lnTo>
                    <a:cubicBezTo>
                      <a:pt x="292242" y="25"/>
                      <a:pt x="292242" y="25"/>
                      <a:pt x="292242" y="25"/>
                    </a:cubicBezTo>
                    <a:cubicBezTo>
                      <a:pt x="292487" y="25"/>
                      <a:pt x="292683" y="221"/>
                      <a:pt x="292683" y="465"/>
                    </a:cubicBezTo>
                    <a:cubicBezTo>
                      <a:pt x="292683" y="711"/>
                      <a:pt x="292487" y="907"/>
                      <a:pt x="292242" y="907"/>
                    </a:cubicBezTo>
                    <a:lnTo>
                      <a:pt x="289621" y="907"/>
                    </a:lnTo>
                    <a:cubicBezTo>
                      <a:pt x="289621" y="907"/>
                      <a:pt x="289621" y="907"/>
                      <a:pt x="289621" y="907"/>
                    </a:cubicBezTo>
                    <a:close/>
                    <a:moveTo>
                      <a:pt x="388353" y="894"/>
                    </a:moveTo>
                    <a:lnTo>
                      <a:pt x="385732" y="894"/>
                    </a:lnTo>
                    <a:cubicBezTo>
                      <a:pt x="385487" y="894"/>
                      <a:pt x="385291" y="698"/>
                      <a:pt x="385291" y="453"/>
                    </a:cubicBezTo>
                    <a:cubicBezTo>
                      <a:pt x="385291" y="208"/>
                      <a:pt x="385487" y="12"/>
                      <a:pt x="385732" y="12"/>
                    </a:cubicBezTo>
                    <a:lnTo>
                      <a:pt x="388353" y="12"/>
                    </a:lnTo>
                    <a:cubicBezTo>
                      <a:pt x="388599" y="12"/>
                      <a:pt x="388795" y="208"/>
                      <a:pt x="388795" y="453"/>
                    </a:cubicBezTo>
                    <a:cubicBezTo>
                      <a:pt x="388795" y="698"/>
                      <a:pt x="388599" y="894"/>
                      <a:pt x="388353" y="894"/>
                    </a:cubicBezTo>
                    <a:close/>
                    <a:moveTo>
                      <a:pt x="298367" y="894"/>
                    </a:moveTo>
                    <a:cubicBezTo>
                      <a:pt x="298122" y="894"/>
                      <a:pt x="297926" y="698"/>
                      <a:pt x="297926" y="453"/>
                    </a:cubicBezTo>
                    <a:cubicBezTo>
                      <a:pt x="297926" y="208"/>
                      <a:pt x="298122" y="12"/>
                      <a:pt x="298367" y="12"/>
                    </a:cubicBezTo>
                    <a:lnTo>
                      <a:pt x="300988" y="12"/>
                    </a:lnTo>
                    <a:cubicBezTo>
                      <a:pt x="300988" y="12"/>
                      <a:pt x="300988" y="12"/>
                      <a:pt x="300988" y="12"/>
                    </a:cubicBezTo>
                    <a:cubicBezTo>
                      <a:pt x="301233" y="12"/>
                      <a:pt x="301429" y="208"/>
                      <a:pt x="301429" y="453"/>
                    </a:cubicBezTo>
                    <a:cubicBezTo>
                      <a:pt x="301429" y="698"/>
                      <a:pt x="301233" y="894"/>
                      <a:pt x="300988" y="894"/>
                    </a:cubicBezTo>
                    <a:lnTo>
                      <a:pt x="298367" y="894"/>
                    </a:lnTo>
                    <a:cubicBezTo>
                      <a:pt x="298367" y="894"/>
                      <a:pt x="298367" y="894"/>
                      <a:pt x="298367" y="894"/>
                    </a:cubicBezTo>
                    <a:close/>
                    <a:moveTo>
                      <a:pt x="307113" y="882"/>
                    </a:moveTo>
                    <a:cubicBezTo>
                      <a:pt x="306868" y="882"/>
                      <a:pt x="306672" y="686"/>
                      <a:pt x="306672" y="441"/>
                    </a:cubicBezTo>
                    <a:cubicBezTo>
                      <a:pt x="306672" y="196"/>
                      <a:pt x="306868" y="0"/>
                      <a:pt x="307113" y="0"/>
                    </a:cubicBezTo>
                    <a:lnTo>
                      <a:pt x="309735" y="0"/>
                    </a:lnTo>
                    <a:cubicBezTo>
                      <a:pt x="309980" y="0"/>
                      <a:pt x="310176" y="196"/>
                      <a:pt x="310176" y="429"/>
                    </a:cubicBezTo>
                    <a:cubicBezTo>
                      <a:pt x="310176" y="674"/>
                      <a:pt x="309980" y="870"/>
                      <a:pt x="309735" y="870"/>
                    </a:cubicBezTo>
                    <a:lnTo>
                      <a:pt x="307113" y="870"/>
                    </a:lnTo>
                    <a:cubicBezTo>
                      <a:pt x="307113" y="870"/>
                      <a:pt x="307113" y="870"/>
                      <a:pt x="307113" y="870"/>
                    </a:cubicBezTo>
                    <a:close/>
                    <a:moveTo>
                      <a:pt x="379619" y="882"/>
                    </a:moveTo>
                    <a:lnTo>
                      <a:pt x="376998" y="882"/>
                    </a:lnTo>
                    <a:cubicBezTo>
                      <a:pt x="376753" y="882"/>
                      <a:pt x="376557" y="686"/>
                      <a:pt x="376557" y="441"/>
                    </a:cubicBezTo>
                    <a:cubicBezTo>
                      <a:pt x="376557" y="196"/>
                      <a:pt x="376753" y="0"/>
                      <a:pt x="376986" y="0"/>
                    </a:cubicBezTo>
                    <a:lnTo>
                      <a:pt x="379607" y="0"/>
                    </a:lnTo>
                    <a:cubicBezTo>
                      <a:pt x="379852" y="0"/>
                      <a:pt x="380048" y="196"/>
                      <a:pt x="380048" y="441"/>
                    </a:cubicBezTo>
                    <a:cubicBezTo>
                      <a:pt x="380048" y="686"/>
                      <a:pt x="379852" y="882"/>
                      <a:pt x="379607" y="882"/>
                    </a:cubicBezTo>
                    <a:close/>
                    <a:moveTo>
                      <a:pt x="315847" y="882"/>
                    </a:moveTo>
                    <a:cubicBezTo>
                      <a:pt x="315602" y="882"/>
                      <a:pt x="315406" y="686"/>
                      <a:pt x="315406" y="441"/>
                    </a:cubicBezTo>
                    <a:cubicBezTo>
                      <a:pt x="315406" y="196"/>
                      <a:pt x="315602" y="0"/>
                      <a:pt x="315847" y="0"/>
                    </a:cubicBezTo>
                    <a:lnTo>
                      <a:pt x="318469" y="0"/>
                    </a:lnTo>
                    <a:cubicBezTo>
                      <a:pt x="318714" y="0"/>
                      <a:pt x="318910" y="196"/>
                      <a:pt x="318910" y="429"/>
                    </a:cubicBezTo>
                    <a:cubicBezTo>
                      <a:pt x="318910" y="674"/>
                      <a:pt x="318714" y="870"/>
                      <a:pt x="318469" y="870"/>
                    </a:cubicBezTo>
                    <a:lnTo>
                      <a:pt x="315847" y="870"/>
                    </a:lnTo>
                    <a:close/>
                    <a:moveTo>
                      <a:pt x="370873" y="882"/>
                    </a:moveTo>
                    <a:lnTo>
                      <a:pt x="368252" y="882"/>
                    </a:lnTo>
                    <a:cubicBezTo>
                      <a:pt x="368007" y="882"/>
                      <a:pt x="367811" y="686"/>
                      <a:pt x="367811" y="441"/>
                    </a:cubicBezTo>
                    <a:cubicBezTo>
                      <a:pt x="367811" y="196"/>
                      <a:pt x="368007" y="0"/>
                      <a:pt x="368252" y="0"/>
                    </a:cubicBezTo>
                    <a:lnTo>
                      <a:pt x="370873" y="0"/>
                    </a:lnTo>
                    <a:cubicBezTo>
                      <a:pt x="371118" y="0"/>
                      <a:pt x="371314" y="196"/>
                      <a:pt x="371314" y="441"/>
                    </a:cubicBezTo>
                    <a:cubicBezTo>
                      <a:pt x="371314" y="686"/>
                      <a:pt x="371118" y="882"/>
                      <a:pt x="370873" y="882"/>
                    </a:cubicBezTo>
                    <a:close/>
                    <a:moveTo>
                      <a:pt x="362139" y="882"/>
                    </a:moveTo>
                    <a:lnTo>
                      <a:pt x="359518" y="882"/>
                    </a:lnTo>
                    <a:cubicBezTo>
                      <a:pt x="359273" y="882"/>
                      <a:pt x="359077" y="686"/>
                      <a:pt x="359077" y="441"/>
                    </a:cubicBezTo>
                    <a:cubicBezTo>
                      <a:pt x="359077" y="196"/>
                      <a:pt x="359273" y="0"/>
                      <a:pt x="359518" y="0"/>
                    </a:cubicBezTo>
                    <a:lnTo>
                      <a:pt x="362139" y="0"/>
                    </a:lnTo>
                    <a:cubicBezTo>
                      <a:pt x="362384" y="0"/>
                      <a:pt x="362580" y="196"/>
                      <a:pt x="362580" y="441"/>
                    </a:cubicBezTo>
                    <a:cubicBezTo>
                      <a:pt x="362580" y="686"/>
                      <a:pt x="362384" y="882"/>
                      <a:pt x="362139" y="882"/>
                    </a:cubicBezTo>
                    <a:close/>
                    <a:moveTo>
                      <a:pt x="324594" y="882"/>
                    </a:moveTo>
                    <a:cubicBezTo>
                      <a:pt x="324349" y="882"/>
                      <a:pt x="324153" y="686"/>
                      <a:pt x="324153" y="441"/>
                    </a:cubicBezTo>
                    <a:cubicBezTo>
                      <a:pt x="324153" y="196"/>
                      <a:pt x="324349" y="0"/>
                      <a:pt x="324594" y="0"/>
                    </a:cubicBezTo>
                    <a:lnTo>
                      <a:pt x="327203" y="0"/>
                    </a:lnTo>
                    <a:cubicBezTo>
                      <a:pt x="327448" y="0"/>
                      <a:pt x="327644" y="196"/>
                      <a:pt x="327644" y="429"/>
                    </a:cubicBezTo>
                    <a:cubicBezTo>
                      <a:pt x="327644" y="674"/>
                      <a:pt x="327448" y="870"/>
                      <a:pt x="327203" y="870"/>
                    </a:cubicBezTo>
                    <a:lnTo>
                      <a:pt x="324594" y="870"/>
                    </a:lnTo>
                    <a:close/>
                    <a:moveTo>
                      <a:pt x="333303" y="882"/>
                    </a:moveTo>
                    <a:cubicBezTo>
                      <a:pt x="333058" y="882"/>
                      <a:pt x="332862" y="686"/>
                      <a:pt x="332862" y="441"/>
                    </a:cubicBezTo>
                    <a:cubicBezTo>
                      <a:pt x="332862" y="196"/>
                      <a:pt x="333058" y="0"/>
                      <a:pt x="333303" y="0"/>
                    </a:cubicBezTo>
                    <a:lnTo>
                      <a:pt x="335925" y="0"/>
                    </a:lnTo>
                    <a:cubicBezTo>
                      <a:pt x="336170" y="0"/>
                      <a:pt x="336366" y="196"/>
                      <a:pt x="336366" y="441"/>
                    </a:cubicBezTo>
                    <a:cubicBezTo>
                      <a:pt x="336366" y="686"/>
                      <a:pt x="336170" y="882"/>
                      <a:pt x="335925" y="882"/>
                    </a:cubicBezTo>
                    <a:lnTo>
                      <a:pt x="333303" y="882"/>
                    </a:lnTo>
                    <a:close/>
                    <a:moveTo>
                      <a:pt x="353393" y="882"/>
                    </a:moveTo>
                    <a:lnTo>
                      <a:pt x="350771" y="882"/>
                    </a:lnTo>
                    <a:cubicBezTo>
                      <a:pt x="350526" y="882"/>
                      <a:pt x="350330" y="686"/>
                      <a:pt x="350330" y="441"/>
                    </a:cubicBezTo>
                    <a:cubicBezTo>
                      <a:pt x="350330" y="196"/>
                      <a:pt x="350526" y="0"/>
                      <a:pt x="350771" y="0"/>
                    </a:cubicBezTo>
                    <a:lnTo>
                      <a:pt x="353393" y="0"/>
                    </a:lnTo>
                    <a:cubicBezTo>
                      <a:pt x="353638" y="0"/>
                      <a:pt x="353834" y="196"/>
                      <a:pt x="353834" y="441"/>
                    </a:cubicBezTo>
                    <a:cubicBezTo>
                      <a:pt x="353834" y="686"/>
                      <a:pt x="353638" y="882"/>
                      <a:pt x="353393" y="882"/>
                    </a:cubicBezTo>
                    <a:close/>
                    <a:moveTo>
                      <a:pt x="342025" y="882"/>
                    </a:moveTo>
                    <a:cubicBezTo>
                      <a:pt x="341780" y="882"/>
                      <a:pt x="341584" y="686"/>
                      <a:pt x="341584" y="441"/>
                    </a:cubicBezTo>
                    <a:cubicBezTo>
                      <a:pt x="341584" y="196"/>
                      <a:pt x="341780" y="0"/>
                      <a:pt x="342025" y="0"/>
                    </a:cubicBezTo>
                    <a:lnTo>
                      <a:pt x="344646" y="0"/>
                    </a:lnTo>
                    <a:cubicBezTo>
                      <a:pt x="344891" y="0"/>
                      <a:pt x="345087" y="196"/>
                      <a:pt x="345087" y="441"/>
                    </a:cubicBezTo>
                    <a:cubicBezTo>
                      <a:pt x="345087" y="686"/>
                      <a:pt x="344891" y="882"/>
                      <a:pt x="344646" y="882"/>
                    </a:cubicBezTo>
                    <a:lnTo>
                      <a:pt x="342025" y="882"/>
                    </a:lnTo>
                    <a:close/>
                  </a:path>
                </a:pathLst>
              </a:custGeom>
              <a:solidFill>
                <a:srgbClr val="FFFFFF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Forme libre : forme 952">
                <a:extLst>
                  <a:ext uri="{FF2B5EF4-FFF2-40B4-BE49-F238E27FC236}">
                    <a16:creationId xmlns:a16="http://schemas.microsoft.com/office/drawing/2014/main" id="{13E2FDE1-2889-C279-CBED-2D3D6D051C7B}"/>
                  </a:ext>
                </a:extLst>
              </p:cNvPr>
              <p:cNvSpPr/>
              <p:nvPr/>
            </p:nvSpPr>
            <p:spPr>
              <a:xfrm>
                <a:off x="996430" y="729418"/>
                <a:ext cx="201554" cy="173235"/>
              </a:xfrm>
              <a:custGeom>
                <a:avLst/>
                <a:gdLst>
                  <a:gd name="connsiteX0" fmla="*/ 161155 w 201554"/>
                  <a:gd name="connsiteY0" fmla="*/ 173236 h 173235"/>
                  <a:gd name="connsiteX1" fmla="*/ 43901 w 201554"/>
                  <a:gd name="connsiteY1" fmla="*/ 173236 h 173235"/>
                  <a:gd name="connsiteX2" fmla="*/ 13766 w 201554"/>
                  <a:gd name="connsiteY2" fmla="*/ 146617 h 173235"/>
                  <a:gd name="connsiteX3" fmla="*/ 218 w 201554"/>
                  <a:gd name="connsiteY3" fmla="*/ 33785 h 173235"/>
                  <a:gd name="connsiteX4" fmla="*/ 30353 w 201554"/>
                  <a:gd name="connsiteY4" fmla="*/ 0 h 173235"/>
                  <a:gd name="connsiteX5" fmla="*/ 171212 w 201554"/>
                  <a:gd name="connsiteY5" fmla="*/ 0 h 173235"/>
                  <a:gd name="connsiteX6" fmla="*/ 201432 w 201554"/>
                  <a:gd name="connsiteY6" fmla="*/ 32866 h 173235"/>
                  <a:gd name="connsiteX7" fmla="*/ 191375 w 201554"/>
                  <a:gd name="connsiteY7" fmla="*/ 145698 h 173235"/>
                  <a:gd name="connsiteX8" fmla="*/ 161155 w 201554"/>
                  <a:gd name="connsiteY8" fmla="*/ 173236 h 173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1554" h="173235">
                    <a:moveTo>
                      <a:pt x="161155" y="173236"/>
                    </a:moveTo>
                    <a:lnTo>
                      <a:pt x="43901" y="173236"/>
                    </a:lnTo>
                    <a:cubicBezTo>
                      <a:pt x="28540" y="173236"/>
                      <a:pt x="15592" y="161807"/>
                      <a:pt x="13766" y="146617"/>
                    </a:cubicBezTo>
                    <a:lnTo>
                      <a:pt x="218" y="33785"/>
                    </a:lnTo>
                    <a:cubicBezTo>
                      <a:pt x="-1938" y="15814"/>
                      <a:pt x="12162" y="0"/>
                      <a:pt x="30353" y="0"/>
                    </a:cubicBezTo>
                    <a:lnTo>
                      <a:pt x="171212" y="0"/>
                    </a:lnTo>
                    <a:cubicBezTo>
                      <a:pt x="189023" y="0"/>
                      <a:pt x="203013" y="15202"/>
                      <a:pt x="201432" y="32866"/>
                    </a:cubicBezTo>
                    <a:lnTo>
                      <a:pt x="191375" y="145698"/>
                    </a:lnTo>
                    <a:cubicBezTo>
                      <a:pt x="189991" y="161280"/>
                      <a:pt x="176872" y="173236"/>
                      <a:pt x="161155" y="173236"/>
                    </a:cubicBezTo>
                    <a:close/>
                  </a:path>
                </a:pathLst>
              </a:custGeom>
              <a:solidFill>
                <a:srgbClr val="8078D5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Forme libre : forme 953">
                <a:extLst>
                  <a:ext uri="{FF2B5EF4-FFF2-40B4-BE49-F238E27FC236}">
                    <a16:creationId xmlns:a16="http://schemas.microsoft.com/office/drawing/2014/main" id="{4D8614F0-573D-E97E-2259-BF11A7941BC5}"/>
                  </a:ext>
                </a:extLst>
              </p:cNvPr>
              <p:cNvSpPr/>
              <p:nvPr/>
            </p:nvSpPr>
            <p:spPr>
              <a:xfrm>
                <a:off x="1020516" y="750059"/>
                <a:ext cx="153404" cy="131843"/>
              </a:xfrm>
              <a:custGeom>
                <a:avLst/>
                <a:gdLst>
                  <a:gd name="connsiteX0" fmla="*/ 122651 w 153404"/>
                  <a:gd name="connsiteY0" fmla="*/ 131844 h 131843"/>
                  <a:gd name="connsiteX1" fmla="*/ 33412 w 153404"/>
                  <a:gd name="connsiteY1" fmla="*/ 131844 h 131843"/>
                  <a:gd name="connsiteX2" fmla="*/ 10480 w 153404"/>
                  <a:gd name="connsiteY2" fmla="*/ 111583 h 131843"/>
                  <a:gd name="connsiteX3" fmla="*/ 166 w 153404"/>
                  <a:gd name="connsiteY3" fmla="*/ 25712 h 131843"/>
                  <a:gd name="connsiteX4" fmla="*/ 23098 w 153404"/>
                  <a:gd name="connsiteY4" fmla="*/ 0 h 131843"/>
                  <a:gd name="connsiteX5" fmla="*/ 130307 w 153404"/>
                  <a:gd name="connsiteY5" fmla="*/ 0 h 131843"/>
                  <a:gd name="connsiteX6" fmla="*/ 153312 w 153404"/>
                  <a:gd name="connsiteY6" fmla="*/ 25014 h 131843"/>
                  <a:gd name="connsiteX7" fmla="*/ 145656 w 153404"/>
                  <a:gd name="connsiteY7" fmla="*/ 110885 h 131843"/>
                  <a:gd name="connsiteX8" fmla="*/ 122651 w 153404"/>
                  <a:gd name="connsiteY8" fmla="*/ 131844 h 131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404" h="131843">
                    <a:moveTo>
                      <a:pt x="122651" y="131844"/>
                    </a:moveTo>
                    <a:lnTo>
                      <a:pt x="33412" y="131844"/>
                    </a:lnTo>
                    <a:cubicBezTo>
                      <a:pt x="21713" y="131844"/>
                      <a:pt x="11865" y="123147"/>
                      <a:pt x="10480" y="111583"/>
                    </a:cubicBezTo>
                    <a:lnTo>
                      <a:pt x="166" y="25712"/>
                    </a:lnTo>
                    <a:cubicBezTo>
                      <a:pt x="-1475" y="12029"/>
                      <a:pt x="9255" y="0"/>
                      <a:pt x="23098" y="0"/>
                    </a:cubicBezTo>
                    <a:lnTo>
                      <a:pt x="130307" y="0"/>
                    </a:lnTo>
                    <a:cubicBezTo>
                      <a:pt x="143868" y="0"/>
                      <a:pt x="154513" y="11576"/>
                      <a:pt x="153312" y="25014"/>
                    </a:cubicBezTo>
                    <a:lnTo>
                      <a:pt x="145656" y="110885"/>
                    </a:lnTo>
                    <a:cubicBezTo>
                      <a:pt x="144603" y="122742"/>
                      <a:pt x="134619" y="131844"/>
                      <a:pt x="122651" y="131844"/>
                    </a:cubicBezTo>
                    <a:close/>
                  </a:path>
                </a:pathLst>
              </a:custGeom>
              <a:solidFill>
                <a:srgbClr val="4438B7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7" name="Graphique 4">
              <a:extLst>
                <a:ext uri="{FF2B5EF4-FFF2-40B4-BE49-F238E27FC236}">
                  <a16:creationId xmlns:a16="http://schemas.microsoft.com/office/drawing/2014/main" id="{32970CB2-825A-A548-DD92-7B1C5B922FE6}"/>
                </a:ext>
              </a:extLst>
            </p:cNvPr>
            <p:cNvGrpSpPr/>
            <p:nvPr/>
          </p:nvGrpSpPr>
          <p:grpSpPr>
            <a:xfrm>
              <a:off x="225674" y="134125"/>
              <a:ext cx="1413021" cy="982360"/>
              <a:chOff x="225674" y="134125"/>
              <a:chExt cx="1413021" cy="982360"/>
            </a:xfrm>
          </p:grpSpPr>
          <p:sp>
            <p:nvSpPr>
              <p:cNvPr id="935" name="Forme libre : forme 934">
                <a:extLst>
                  <a:ext uri="{FF2B5EF4-FFF2-40B4-BE49-F238E27FC236}">
                    <a16:creationId xmlns:a16="http://schemas.microsoft.com/office/drawing/2014/main" id="{B7D8111F-F707-8FD1-A307-9D9BAC44C7BF}"/>
                  </a:ext>
                </a:extLst>
              </p:cNvPr>
              <p:cNvSpPr/>
              <p:nvPr/>
            </p:nvSpPr>
            <p:spPr>
              <a:xfrm>
                <a:off x="1118092" y="134125"/>
                <a:ext cx="520603" cy="981025"/>
              </a:xfrm>
              <a:custGeom>
                <a:avLst/>
                <a:gdLst>
                  <a:gd name="connsiteX0" fmla="*/ 0 w 520603"/>
                  <a:gd name="connsiteY0" fmla="*/ 880810 h 981025"/>
                  <a:gd name="connsiteX1" fmla="*/ 265660 w 520603"/>
                  <a:gd name="connsiteY1" fmla="*/ 371870 h 981025"/>
                  <a:gd name="connsiteX2" fmla="*/ 211235 w 520603"/>
                  <a:gd name="connsiteY2" fmla="*/ 371870 h 981025"/>
                  <a:gd name="connsiteX3" fmla="*/ 202047 w 520603"/>
                  <a:gd name="connsiteY3" fmla="*/ 352442 h 981025"/>
                  <a:gd name="connsiteX4" fmla="*/ 485188 w 520603"/>
                  <a:gd name="connsiteY4" fmla="*/ 7355 h 981025"/>
                  <a:gd name="connsiteX5" fmla="*/ 520565 w 520603"/>
                  <a:gd name="connsiteY5" fmla="*/ 21197 h 981025"/>
                  <a:gd name="connsiteX6" fmla="*/ 500659 w 520603"/>
                  <a:gd name="connsiteY6" fmla="*/ 358653 h 981025"/>
                  <a:gd name="connsiteX7" fmla="*/ 463163 w 520603"/>
                  <a:gd name="connsiteY7" fmla="*/ 390171 h 981025"/>
                  <a:gd name="connsiteX8" fmla="*/ 425213 w 520603"/>
                  <a:gd name="connsiteY8" fmla="*/ 385823 h 981025"/>
                  <a:gd name="connsiteX9" fmla="*/ 161623 w 520603"/>
                  <a:gd name="connsiteY9" fmla="*/ 956648 h 981025"/>
                  <a:gd name="connsiteX10" fmla="*/ 123514 w 520603"/>
                  <a:gd name="connsiteY10" fmla="*/ 981025 h 981025"/>
                  <a:gd name="connsiteX11" fmla="*/ 32156 w 520603"/>
                  <a:gd name="connsiteY11" fmla="*/ 981025 h 981025"/>
                  <a:gd name="connsiteX12" fmla="*/ 0 w 520603"/>
                  <a:gd name="connsiteY12" fmla="*/ 880810 h 981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20603" h="981025">
                    <a:moveTo>
                      <a:pt x="0" y="880810"/>
                    </a:moveTo>
                    <a:lnTo>
                      <a:pt x="265660" y="371870"/>
                    </a:lnTo>
                    <a:lnTo>
                      <a:pt x="211235" y="371870"/>
                    </a:lnTo>
                    <a:cubicBezTo>
                      <a:pt x="201202" y="371870"/>
                      <a:pt x="195677" y="360196"/>
                      <a:pt x="202047" y="352442"/>
                    </a:cubicBezTo>
                    <a:lnTo>
                      <a:pt x="485188" y="7355"/>
                    </a:lnTo>
                    <a:cubicBezTo>
                      <a:pt x="497462" y="-7602"/>
                      <a:pt x="521704" y="1879"/>
                      <a:pt x="520565" y="21197"/>
                    </a:cubicBezTo>
                    <a:lnTo>
                      <a:pt x="500659" y="358653"/>
                    </a:lnTo>
                    <a:cubicBezTo>
                      <a:pt x="499520" y="377971"/>
                      <a:pt x="482395" y="392364"/>
                      <a:pt x="463163" y="390171"/>
                    </a:cubicBezTo>
                    <a:lnTo>
                      <a:pt x="425213" y="385823"/>
                    </a:lnTo>
                    <a:lnTo>
                      <a:pt x="161623" y="956648"/>
                    </a:lnTo>
                    <a:cubicBezTo>
                      <a:pt x="154763" y="971507"/>
                      <a:pt x="139892" y="981025"/>
                      <a:pt x="123514" y="981025"/>
                    </a:cubicBezTo>
                    <a:lnTo>
                      <a:pt x="32156" y="981025"/>
                    </a:lnTo>
                    <a:lnTo>
                      <a:pt x="0" y="880810"/>
                    </a:lnTo>
                    <a:close/>
                  </a:path>
                </a:pathLst>
              </a:custGeom>
              <a:solidFill>
                <a:srgbClr val="FFD040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Forme libre : forme 935">
                <a:extLst>
                  <a:ext uri="{FF2B5EF4-FFF2-40B4-BE49-F238E27FC236}">
                    <a16:creationId xmlns:a16="http://schemas.microsoft.com/office/drawing/2014/main" id="{F5123464-A66E-CC65-4C83-EDE63F615E37}"/>
                  </a:ext>
                </a:extLst>
              </p:cNvPr>
              <p:cNvSpPr/>
              <p:nvPr/>
            </p:nvSpPr>
            <p:spPr>
              <a:xfrm>
                <a:off x="898454" y="586084"/>
                <a:ext cx="381260" cy="529066"/>
              </a:xfrm>
              <a:custGeom>
                <a:avLst/>
                <a:gdLst>
                  <a:gd name="connsiteX0" fmla="*/ 0 w 381260"/>
                  <a:gd name="connsiteY0" fmla="*/ 71906 h 529066"/>
                  <a:gd name="connsiteX1" fmla="*/ 187544 w 381260"/>
                  <a:gd name="connsiteY1" fmla="*/ 488520 h 529066"/>
                  <a:gd name="connsiteX2" fmla="*/ 250262 w 381260"/>
                  <a:gd name="connsiteY2" fmla="*/ 529066 h 529066"/>
                  <a:gd name="connsiteX3" fmla="*/ 346949 w 381260"/>
                  <a:gd name="connsiteY3" fmla="*/ 529066 h 529066"/>
                  <a:gd name="connsiteX4" fmla="*/ 377819 w 381260"/>
                  <a:gd name="connsiteY4" fmla="*/ 510888 h 529066"/>
                  <a:gd name="connsiteX5" fmla="*/ 381261 w 381260"/>
                  <a:gd name="connsiteY5" fmla="*/ 504689 h 529066"/>
                  <a:gd name="connsiteX6" fmla="*/ 381261 w 381260"/>
                  <a:gd name="connsiteY6" fmla="*/ 504689 h 529066"/>
                  <a:gd name="connsiteX7" fmla="*/ 356639 w 381260"/>
                  <a:gd name="connsiteY7" fmla="*/ 489610 h 529066"/>
                  <a:gd name="connsiteX8" fmla="*/ 106757 w 381260"/>
                  <a:gd name="connsiteY8" fmla="*/ 0 h 529066"/>
                  <a:gd name="connsiteX9" fmla="*/ 0 w 381260"/>
                  <a:gd name="connsiteY9" fmla="*/ 71906 h 529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260" h="529066">
                    <a:moveTo>
                      <a:pt x="0" y="71906"/>
                    </a:moveTo>
                    <a:lnTo>
                      <a:pt x="187544" y="488520"/>
                    </a:lnTo>
                    <a:cubicBezTo>
                      <a:pt x="198654" y="513191"/>
                      <a:pt x="223203" y="529066"/>
                      <a:pt x="250262" y="529066"/>
                    </a:cubicBezTo>
                    <a:lnTo>
                      <a:pt x="346949" y="529066"/>
                    </a:lnTo>
                    <a:cubicBezTo>
                      <a:pt x="359775" y="529066"/>
                      <a:pt x="371596" y="522108"/>
                      <a:pt x="377819" y="510888"/>
                    </a:cubicBezTo>
                    <a:lnTo>
                      <a:pt x="381261" y="504689"/>
                    </a:lnTo>
                    <a:lnTo>
                      <a:pt x="381261" y="504689"/>
                    </a:lnTo>
                    <a:cubicBezTo>
                      <a:pt x="370873" y="504689"/>
                      <a:pt x="361367" y="498871"/>
                      <a:pt x="356639" y="489610"/>
                    </a:cubicBezTo>
                    <a:lnTo>
                      <a:pt x="106757" y="0"/>
                    </a:lnTo>
                    <a:lnTo>
                      <a:pt x="0" y="71906"/>
                    </a:lnTo>
                    <a:close/>
                  </a:path>
                </a:pathLst>
              </a:custGeom>
              <a:solidFill>
                <a:srgbClr val="FFD040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Forme libre : forme 936">
                <a:extLst>
                  <a:ext uri="{FF2B5EF4-FFF2-40B4-BE49-F238E27FC236}">
                    <a16:creationId xmlns:a16="http://schemas.microsoft.com/office/drawing/2014/main" id="{07D211F5-4846-9674-D584-FB771A117B3C}"/>
                  </a:ext>
                </a:extLst>
              </p:cNvPr>
              <p:cNvSpPr/>
              <p:nvPr/>
            </p:nvSpPr>
            <p:spPr>
              <a:xfrm>
                <a:off x="525597" y="537682"/>
                <a:ext cx="504848" cy="574724"/>
              </a:xfrm>
              <a:custGeom>
                <a:avLst/>
                <a:gdLst>
                  <a:gd name="connsiteX0" fmla="*/ 504849 w 504848"/>
                  <a:gd name="connsiteY0" fmla="*/ 97855 h 574724"/>
                  <a:gd name="connsiteX1" fmla="*/ 504849 w 504848"/>
                  <a:gd name="connsiteY1" fmla="*/ 97855 h 574724"/>
                  <a:gd name="connsiteX2" fmla="*/ 445290 w 504848"/>
                  <a:gd name="connsiteY2" fmla="*/ 107324 h 574724"/>
                  <a:gd name="connsiteX3" fmla="*/ 169536 w 504848"/>
                  <a:gd name="connsiteY3" fmla="*/ 521610 h 574724"/>
                  <a:gd name="connsiteX4" fmla="*/ 70375 w 504848"/>
                  <a:gd name="connsiteY4" fmla="*/ 574725 h 574724"/>
                  <a:gd name="connsiteX5" fmla="*/ 31580 w 504848"/>
                  <a:gd name="connsiteY5" fmla="*/ 574725 h 574724"/>
                  <a:gd name="connsiteX6" fmla="*/ 0 w 504848"/>
                  <a:gd name="connsiteY6" fmla="*/ 483758 h 574724"/>
                  <a:gd name="connsiteX7" fmla="*/ 322425 w 504848"/>
                  <a:gd name="connsiteY7" fmla="*/ 31228 h 574724"/>
                  <a:gd name="connsiteX8" fmla="*/ 453106 w 504848"/>
                  <a:gd name="connsiteY8" fmla="*/ 16761 h 574724"/>
                  <a:gd name="connsiteX9" fmla="*/ 491202 w 504848"/>
                  <a:gd name="connsiteY9" fmla="*/ 64768 h 574724"/>
                  <a:gd name="connsiteX10" fmla="*/ 504849 w 504848"/>
                  <a:gd name="connsiteY10" fmla="*/ 97843 h 574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4848" h="574724">
                    <a:moveTo>
                      <a:pt x="504849" y="97855"/>
                    </a:moveTo>
                    <a:lnTo>
                      <a:pt x="504849" y="97855"/>
                    </a:lnTo>
                    <a:cubicBezTo>
                      <a:pt x="486045" y="83008"/>
                      <a:pt x="458569" y="87369"/>
                      <a:pt x="445290" y="107324"/>
                    </a:cubicBezTo>
                    <a:lnTo>
                      <a:pt x="169536" y="521610"/>
                    </a:lnTo>
                    <a:cubicBezTo>
                      <a:pt x="147450" y="554795"/>
                      <a:pt x="110235" y="574725"/>
                      <a:pt x="70375" y="574725"/>
                    </a:cubicBezTo>
                    <a:lnTo>
                      <a:pt x="31580" y="574725"/>
                    </a:lnTo>
                    <a:lnTo>
                      <a:pt x="0" y="483758"/>
                    </a:lnTo>
                    <a:cubicBezTo>
                      <a:pt x="0" y="483758"/>
                      <a:pt x="256350" y="90689"/>
                      <a:pt x="322425" y="31228"/>
                    </a:cubicBezTo>
                    <a:cubicBezTo>
                      <a:pt x="322425" y="31228"/>
                      <a:pt x="388219" y="-28073"/>
                      <a:pt x="453106" y="16761"/>
                    </a:cubicBezTo>
                    <a:cubicBezTo>
                      <a:pt x="470243" y="28607"/>
                      <a:pt x="483265" y="45512"/>
                      <a:pt x="491202" y="64768"/>
                    </a:cubicBezTo>
                    <a:lnTo>
                      <a:pt x="504849" y="97843"/>
                    </a:lnTo>
                    <a:close/>
                  </a:path>
                </a:pathLst>
              </a:custGeom>
              <a:solidFill>
                <a:srgbClr val="FFD040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Forme libre : forme 937">
                <a:extLst>
                  <a:ext uri="{FF2B5EF4-FFF2-40B4-BE49-F238E27FC236}">
                    <a16:creationId xmlns:a16="http://schemas.microsoft.com/office/drawing/2014/main" id="{B80661C5-83B7-A43F-46A1-0A1E6CC081F1}"/>
                  </a:ext>
                </a:extLst>
              </p:cNvPr>
              <p:cNvSpPr/>
              <p:nvPr/>
            </p:nvSpPr>
            <p:spPr>
              <a:xfrm>
                <a:off x="225674" y="710125"/>
                <a:ext cx="469459" cy="406360"/>
              </a:xfrm>
              <a:custGeom>
                <a:avLst/>
                <a:gdLst>
                  <a:gd name="connsiteX0" fmla="*/ 0 w 469459"/>
                  <a:gd name="connsiteY0" fmla="*/ 66675 h 406360"/>
                  <a:gd name="connsiteX1" fmla="*/ 135605 w 469459"/>
                  <a:gd name="connsiteY1" fmla="*/ 0 h 406360"/>
                  <a:gd name="connsiteX2" fmla="*/ 262720 w 469459"/>
                  <a:gd name="connsiteY2" fmla="*/ 166131 h 406360"/>
                  <a:gd name="connsiteX3" fmla="*/ 469459 w 469459"/>
                  <a:gd name="connsiteY3" fmla="*/ 349167 h 406360"/>
                  <a:gd name="connsiteX4" fmla="*/ 463996 w 469459"/>
                  <a:gd name="connsiteY4" fmla="*/ 358231 h 406360"/>
                  <a:gd name="connsiteX5" fmla="*/ 378835 w 469459"/>
                  <a:gd name="connsiteY5" fmla="*/ 406361 h 406360"/>
                  <a:gd name="connsiteX6" fmla="*/ 342380 w 469459"/>
                  <a:gd name="connsiteY6" fmla="*/ 406361 h 406360"/>
                  <a:gd name="connsiteX7" fmla="*/ 241112 w 469459"/>
                  <a:gd name="connsiteY7" fmla="*/ 354471 h 406360"/>
                  <a:gd name="connsiteX8" fmla="*/ 0 w 469459"/>
                  <a:gd name="connsiteY8" fmla="*/ 66675 h 406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459" h="406360">
                    <a:moveTo>
                      <a:pt x="0" y="66675"/>
                    </a:moveTo>
                    <a:cubicBezTo>
                      <a:pt x="0" y="66675"/>
                      <a:pt x="46157" y="8979"/>
                      <a:pt x="135605" y="0"/>
                    </a:cubicBezTo>
                    <a:cubicBezTo>
                      <a:pt x="135605" y="0"/>
                      <a:pt x="178087" y="14479"/>
                      <a:pt x="262720" y="166131"/>
                    </a:cubicBezTo>
                    <a:cubicBezTo>
                      <a:pt x="347354" y="317783"/>
                      <a:pt x="403531" y="386945"/>
                      <a:pt x="469459" y="349167"/>
                    </a:cubicBezTo>
                    <a:lnTo>
                      <a:pt x="463996" y="358231"/>
                    </a:lnTo>
                    <a:cubicBezTo>
                      <a:pt x="446013" y="388096"/>
                      <a:pt x="413698" y="406361"/>
                      <a:pt x="378835" y="406361"/>
                    </a:cubicBezTo>
                    <a:lnTo>
                      <a:pt x="342380" y="406361"/>
                    </a:lnTo>
                    <a:cubicBezTo>
                      <a:pt x="302238" y="406361"/>
                      <a:pt x="264558" y="387067"/>
                      <a:pt x="241112" y="354471"/>
                    </a:cubicBezTo>
                    <a:cubicBezTo>
                      <a:pt x="175245" y="262904"/>
                      <a:pt x="40473" y="80885"/>
                      <a:pt x="0" y="6667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DF53F"/>
                  </a:gs>
                  <a:gs pos="28000">
                    <a:srgbClr val="F3C14A"/>
                  </a:gs>
                  <a:gs pos="100000">
                    <a:srgbClr val="D93C65"/>
                  </a:gs>
                </a:gsLst>
                <a:lin ang="14046235" scaled="1"/>
              </a:gra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Forme libre : forme 938">
                <a:extLst>
                  <a:ext uri="{FF2B5EF4-FFF2-40B4-BE49-F238E27FC236}">
                    <a16:creationId xmlns:a16="http://schemas.microsoft.com/office/drawing/2014/main" id="{99D89574-5DCA-0637-513B-28B5C4B6D615}"/>
                  </a:ext>
                </a:extLst>
              </p:cNvPr>
              <p:cNvSpPr/>
              <p:nvPr/>
            </p:nvSpPr>
            <p:spPr>
              <a:xfrm>
                <a:off x="1605390" y="241622"/>
                <a:ext cx="4477" cy="19096"/>
              </a:xfrm>
              <a:custGeom>
                <a:avLst/>
                <a:gdLst>
                  <a:gd name="connsiteX0" fmla="*/ 1308 w 4477"/>
                  <a:gd name="connsiteY0" fmla="*/ 19085 h 19096"/>
                  <a:gd name="connsiteX1" fmla="*/ 1161 w 4477"/>
                  <a:gd name="connsiteY1" fmla="*/ 19085 h 19096"/>
                  <a:gd name="connsiteX2" fmla="*/ 9 w 4477"/>
                  <a:gd name="connsiteY2" fmla="*/ 17639 h 19096"/>
                  <a:gd name="connsiteX3" fmla="*/ 1871 w 4477"/>
                  <a:gd name="connsiteY3" fmla="*/ 1163 h 19096"/>
                  <a:gd name="connsiteX4" fmla="*/ 3317 w 4477"/>
                  <a:gd name="connsiteY4" fmla="*/ 12 h 19096"/>
                  <a:gd name="connsiteX5" fmla="*/ 4468 w 4477"/>
                  <a:gd name="connsiteY5" fmla="*/ 1457 h 19096"/>
                  <a:gd name="connsiteX6" fmla="*/ 2606 w 4477"/>
                  <a:gd name="connsiteY6" fmla="*/ 17933 h 19096"/>
                  <a:gd name="connsiteX7" fmla="*/ 1308 w 4477"/>
                  <a:gd name="connsiteY7" fmla="*/ 19097 h 19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77" h="19096">
                    <a:moveTo>
                      <a:pt x="1308" y="19085"/>
                    </a:moveTo>
                    <a:cubicBezTo>
                      <a:pt x="1308" y="19085"/>
                      <a:pt x="1210" y="19085"/>
                      <a:pt x="1161" y="19085"/>
                    </a:cubicBezTo>
                    <a:cubicBezTo>
                      <a:pt x="438" y="18999"/>
                      <a:pt x="-76" y="18350"/>
                      <a:pt x="9" y="17639"/>
                    </a:cubicBezTo>
                    <a:lnTo>
                      <a:pt x="1871" y="1163"/>
                    </a:lnTo>
                    <a:cubicBezTo>
                      <a:pt x="1957" y="440"/>
                      <a:pt x="2606" y="-86"/>
                      <a:pt x="3317" y="12"/>
                    </a:cubicBezTo>
                    <a:cubicBezTo>
                      <a:pt x="4039" y="97"/>
                      <a:pt x="4554" y="747"/>
                      <a:pt x="4468" y="1457"/>
                    </a:cubicBezTo>
                    <a:lnTo>
                      <a:pt x="2606" y="17933"/>
                    </a:lnTo>
                    <a:cubicBezTo>
                      <a:pt x="2533" y="18607"/>
                      <a:pt x="1969" y="19097"/>
                      <a:pt x="1308" y="19097"/>
                    </a:cubicBezTo>
                    <a:close/>
                  </a:path>
                </a:pathLst>
              </a:custGeom>
              <a:solidFill>
                <a:srgbClr val="FFFFFF">
                  <a:alpha val="63000"/>
                </a:srgbClr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Forme libre : forme 939">
                <a:extLst>
                  <a:ext uri="{FF2B5EF4-FFF2-40B4-BE49-F238E27FC236}">
                    <a16:creationId xmlns:a16="http://schemas.microsoft.com/office/drawing/2014/main" id="{73AF94A6-332D-1805-09B6-640781DB86CF}"/>
                  </a:ext>
                </a:extLst>
              </p:cNvPr>
              <p:cNvSpPr/>
              <p:nvPr/>
            </p:nvSpPr>
            <p:spPr>
              <a:xfrm>
                <a:off x="1369027" y="159448"/>
                <a:ext cx="249292" cy="309247"/>
              </a:xfrm>
              <a:custGeom>
                <a:avLst/>
                <a:gdLst>
                  <a:gd name="connsiteX0" fmla="*/ 1312 w 249292"/>
                  <a:gd name="connsiteY0" fmla="*/ 309247 h 309247"/>
                  <a:gd name="connsiteX1" fmla="*/ 515 w 249292"/>
                  <a:gd name="connsiteY1" fmla="*/ 308978 h 309247"/>
                  <a:gd name="connsiteX2" fmla="*/ 270 w 249292"/>
                  <a:gd name="connsiteY2" fmla="*/ 307140 h 309247"/>
                  <a:gd name="connsiteX3" fmla="*/ 234069 w 249292"/>
                  <a:gd name="connsiteY3" fmla="*/ 3347 h 309247"/>
                  <a:gd name="connsiteX4" fmla="*/ 243979 w 249292"/>
                  <a:gd name="connsiteY4" fmla="*/ 652 h 309247"/>
                  <a:gd name="connsiteX5" fmla="*/ 249234 w 249292"/>
                  <a:gd name="connsiteY5" fmla="*/ 9472 h 309247"/>
                  <a:gd name="connsiteX6" fmla="*/ 245106 w 249292"/>
                  <a:gd name="connsiteY6" fmla="*/ 45890 h 309247"/>
                  <a:gd name="connsiteX7" fmla="*/ 243660 w 249292"/>
                  <a:gd name="connsiteY7" fmla="*/ 47042 h 309247"/>
                  <a:gd name="connsiteX8" fmla="*/ 242509 w 249292"/>
                  <a:gd name="connsiteY8" fmla="*/ 45596 h 309247"/>
                  <a:gd name="connsiteX9" fmla="*/ 246637 w 249292"/>
                  <a:gd name="connsiteY9" fmla="*/ 9178 h 309247"/>
                  <a:gd name="connsiteX10" fmla="*/ 243011 w 249292"/>
                  <a:gd name="connsiteY10" fmla="*/ 3077 h 309247"/>
                  <a:gd name="connsiteX11" fmla="*/ 236164 w 249292"/>
                  <a:gd name="connsiteY11" fmla="*/ 4939 h 309247"/>
                  <a:gd name="connsiteX12" fmla="*/ 2365 w 249292"/>
                  <a:gd name="connsiteY12" fmla="*/ 308733 h 309247"/>
                  <a:gd name="connsiteX13" fmla="*/ 1324 w 249292"/>
                  <a:gd name="connsiteY13" fmla="*/ 309247 h 309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9292" h="309247">
                    <a:moveTo>
                      <a:pt x="1312" y="309247"/>
                    </a:moveTo>
                    <a:cubicBezTo>
                      <a:pt x="1030" y="309247"/>
                      <a:pt x="748" y="309162"/>
                      <a:pt x="515" y="308978"/>
                    </a:cubicBezTo>
                    <a:cubicBezTo>
                      <a:pt x="-60" y="308537"/>
                      <a:pt x="-171" y="307716"/>
                      <a:pt x="270" y="307140"/>
                    </a:cubicBezTo>
                    <a:lnTo>
                      <a:pt x="234069" y="3347"/>
                    </a:lnTo>
                    <a:cubicBezTo>
                      <a:pt x="236458" y="248"/>
                      <a:pt x="240353" y="-818"/>
                      <a:pt x="243979" y="652"/>
                    </a:cubicBezTo>
                    <a:cubicBezTo>
                      <a:pt x="247605" y="2122"/>
                      <a:pt x="249675" y="5576"/>
                      <a:pt x="249234" y="9472"/>
                    </a:cubicBezTo>
                    <a:lnTo>
                      <a:pt x="245106" y="45890"/>
                    </a:lnTo>
                    <a:cubicBezTo>
                      <a:pt x="245020" y="46613"/>
                      <a:pt x="244371" y="47140"/>
                      <a:pt x="243660" y="47042"/>
                    </a:cubicBezTo>
                    <a:cubicBezTo>
                      <a:pt x="242938" y="46956"/>
                      <a:pt x="242423" y="46307"/>
                      <a:pt x="242509" y="45596"/>
                    </a:cubicBezTo>
                    <a:lnTo>
                      <a:pt x="246637" y="9178"/>
                    </a:lnTo>
                    <a:cubicBezTo>
                      <a:pt x="247005" y="5907"/>
                      <a:pt x="244910" y="3849"/>
                      <a:pt x="243011" y="3077"/>
                    </a:cubicBezTo>
                    <a:cubicBezTo>
                      <a:pt x="241113" y="2306"/>
                      <a:pt x="238173" y="2330"/>
                      <a:pt x="236164" y="4939"/>
                    </a:cubicBezTo>
                    <a:lnTo>
                      <a:pt x="2365" y="308733"/>
                    </a:lnTo>
                    <a:cubicBezTo>
                      <a:pt x="2108" y="309064"/>
                      <a:pt x="1716" y="309247"/>
                      <a:pt x="1324" y="309247"/>
                    </a:cubicBezTo>
                    <a:close/>
                  </a:path>
                </a:pathLst>
              </a:custGeom>
              <a:solidFill>
                <a:srgbClr val="FFFFFF">
                  <a:alpha val="63000"/>
                </a:srgbClr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Forme libre : forme 940">
                <a:extLst>
                  <a:ext uri="{FF2B5EF4-FFF2-40B4-BE49-F238E27FC236}">
                    <a16:creationId xmlns:a16="http://schemas.microsoft.com/office/drawing/2014/main" id="{9869A4CF-873A-3AF2-7BDB-DDD5ACE23ED4}"/>
                  </a:ext>
                </a:extLst>
              </p:cNvPr>
              <p:cNvSpPr/>
              <p:nvPr/>
            </p:nvSpPr>
            <p:spPr>
              <a:xfrm>
                <a:off x="838624" y="597074"/>
                <a:ext cx="155906" cy="190102"/>
              </a:xfrm>
              <a:custGeom>
                <a:avLst/>
                <a:gdLst>
                  <a:gd name="connsiteX0" fmla="*/ 1314 w 155906"/>
                  <a:gd name="connsiteY0" fmla="*/ 190102 h 190102"/>
                  <a:gd name="connsiteX1" fmla="*/ 579 w 155906"/>
                  <a:gd name="connsiteY1" fmla="*/ 189882 h 190102"/>
                  <a:gd name="connsiteX2" fmla="*/ 224 w 155906"/>
                  <a:gd name="connsiteY2" fmla="*/ 188057 h 190102"/>
                  <a:gd name="connsiteX3" fmla="*/ 121141 w 155906"/>
                  <a:gd name="connsiteY3" fmla="*/ 8818 h 190102"/>
                  <a:gd name="connsiteX4" fmla="*/ 139221 w 155906"/>
                  <a:gd name="connsiteY4" fmla="*/ 60 h 190102"/>
                  <a:gd name="connsiteX5" fmla="*/ 155783 w 155906"/>
                  <a:gd name="connsiteY5" fmla="*/ 11440 h 190102"/>
                  <a:gd name="connsiteX6" fmla="*/ 155158 w 155906"/>
                  <a:gd name="connsiteY6" fmla="*/ 13179 h 190102"/>
                  <a:gd name="connsiteX7" fmla="*/ 153407 w 155906"/>
                  <a:gd name="connsiteY7" fmla="*/ 12555 h 190102"/>
                  <a:gd name="connsiteX8" fmla="*/ 139025 w 155906"/>
                  <a:gd name="connsiteY8" fmla="*/ 2669 h 190102"/>
                  <a:gd name="connsiteX9" fmla="*/ 123309 w 155906"/>
                  <a:gd name="connsiteY9" fmla="*/ 10276 h 190102"/>
                  <a:gd name="connsiteX10" fmla="*/ 2392 w 155906"/>
                  <a:gd name="connsiteY10" fmla="*/ 189514 h 190102"/>
                  <a:gd name="connsiteX11" fmla="*/ 1301 w 155906"/>
                  <a:gd name="connsiteY11" fmla="*/ 190090 h 19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5906" h="190102">
                    <a:moveTo>
                      <a:pt x="1314" y="190102"/>
                    </a:moveTo>
                    <a:cubicBezTo>
                      <a:pt x="1056" y="190102"/>
                      <a:pt x="811" y="190029"/>
                      <a:pt x="579" y="189882"/>
                    </a:cubicBezTo>
                    <a:cubicBezTo>
                      <a:pt x="-21" y="189478"/>
                      <a:pt x="-181" y="188657"/>
                      <a:pt x="224" y="188057"/>
                    </a:cubicBezTo>
                    <a:lnTo>
                      <a:pt x="121141" y="8818"/>
                    </a:lnTo>
                    <a:cubicBezTo>
                      <a:pt x="125208" y="2792"/>
                      <a:pt x="131969" y="-491"/>
                      <a:pt x="139221" y="60"/>
                    </a:cubicBezTo>
                    <a:cubicBezTo>
                      <a:pt x="146473" y="611"/>
                      <a:pt x="152671" y="4862"/>
                      <a:pt x="155783" y="11440"/>
                    </a:cubicBezTo>
                    <a:cubicBezTo>
                      <a:pt x="156089" y="12089"/>
                      <a:pt x="155807" y="12873"/>
                      <a:pt x="155158" y="13179"/>
                    </a:cubicBezTo>
                    <a:cubicBezTo>
                      <a:pt x="154509" y="13486"/>
                      <a:pt x="153725" y="13204"/>
                      <a:pt x="153407" y="12555"/>
                    </a:cubicBezTo>
                    <a:cubicBezTo>
                      <a:pt x="150699" y="6846"/>
                      <a:pt x="145322" y="3147"/>
                      <a:pt x="139025" y="2669"/>
                    </a:cubicBezTo>
                    <a:cubicBezTo>
                      <a:pt x="132729" y="2191"/>
                      <a:pt x="126849" y="5033"/>
                      <a:pt x="123309" y="10276"/>
                    </a:cubicBezTo>
                    <a:lnTo>
                      <a:pt x="2392" y="189514"/>
                    </a:lnTo>
                    <a:cubicBezTo>
                      <a:pt x="2134" y="189894"/>
                      <a:pt x="1730" y="190090"/>
                      <a:pt x="1301" y="190090"/>
                    </a:cubicBezTo>
                    <a:close/>
                  </a:path>
                </a:pathLst>
              </a:custGeom>
              <a:solidFill>
                <a:srgbClr val="FFFFFF">
                  <a:alpha val="63000"/>
                </a:srgbClr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Forme libre : forme 941">
                <a:extLst>
                  <a:ext uri="{FF2B5EF4-FFF2-40B4-BE49-F238E27FC236}">
                    <a16:creationId xmlns:a16="http://schemas.microsoft.com/office/drawing/2014/main" id="{162935EA-8F4D-10CE-CFA2-99A5DF6389EC}"/>
                  </a:ext>
                </a:extLst>
              </p:cNvPr>
              <p:cNvSpPr/>
              <p:nvPr/>
            </p:nvSpPr>
            <p:spPr>
              <a:xfrm>
                <a:off x="807203" y="819635"/>
                <a:ext cx="10381" cy="14114"/>
              </a:xfrm>
              <a:custGeom>
                <a:avLst/>
                <a:gdLst>
                  <a:gd name="connsiteX0" fmla="*/ 1314 w 10381"/>
                  <a:gd name="connsiteY0" fmla="*/ 14115 h 14114"/>
                  <a:gd name="connsiteX1" fmla="*/ 579 w 10381"/>
                  <a:gd name="connsiteY1" fmla="*/ 13894 h 14114"/>
                  <a:gd name="connsiteX2" fmla="*/ 224 w 10381"/>
                  <a:gd name="connsiteY2" fmla="*/ 12069 h 14114"/>
                  <a:gd name="connsiteX3" fmla="*/ 7978 w 10381"/>
                  <a:gd name="connsiteY3" fmla="*/ 579 h 14114"/>
                  <a:gd name="connsiteX4" fmla="*/ 9803 w 10381"/>
                  <a:gd name="connsiteY4" fmla="*/ 224 h 14114"/>
                  <a:gd name="connsiteX5" fmla="*/ 10158 w 10381"/>
                  <a:gd name="connsiteY5" fmla="*/ 2049 h 14114"/>
                  <a:gd name="connsiteX6" fmla="*/ 2404 w 10381"/>
                  <a:gd name="connsiteY6" fmla="*/ 13539 h 14114"/>
                  <a:gd name="connsiteX7" fmla="*/ 1314 w 10381"/>
                  <a:gd name="connsiteY7" fmla="*/ 14115 h 14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381" h="14114">
                    <a:moveTo>
                      <a:pt x="1314" y="14115"/>
                    </a:moveTo>
                    <a:cubicBezTo>
                      <a:pt x="1056" y="14115"/>
                      <a:pt x="811" y="14041"/>
                      <a:pt x="579" y="13894"/>
                    </a:cubicBezTo>
                    <a:cubicBezTo>
                      <a:pt x="-21" y="13490"/>
                      <a:pt x="-181" y="12669"/>
                      <a:pt x="224" y="12069"/>
                    </a:cubicBezTo>
                    <a:lnTo>
                      <a:pt x="7978" y="579"/>
                    </a:lnTo>
                    <a:cubicBezTo>
                      <a:pt x="8382" y="-21"/>
                      <a:pt x="9203" y="-181"/>
                      <a:pt x="9803" y="224"/>
                    </a:cubicBezTo>
                    <a:cubicBezTo>
                      <a:pt x="10403" y="628"/>
                      <a:pt x="10562" y="1449"/>
                      <a:pt x="10158" y="2049"/>
                    </a:cubicBezTo>
                    <a:lnTo>
                      <a:pt x="2404" y="13539"/>
                    </a:lnTo>
                    <a:cubicBezTo>
                      <a:pt x="2147" y="13919"/>
                      <a:pt x="1742" y="14115"/>
                      <a:pt x="1314" y="14115"/>
                    </a:cubicBezTo>
                    <a:close/>
                  </a:path>
                </a:pathLst>
              </a:custGeom>
              <a:solidFill>
                <a:srgbClr val="FFFFFF">
                  <a:alpha val="63000"/>
                </a:srgbClr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8" name="Graphique 4">
              <a:extLst>
                <a:ext uri="{FF2B5EF4-FFF2-40B4-BE49-F238E27FC236}">
                  <a16:creationId xmlns:a16="http://schemas.microsoft.com/office/drawing/2014/main" id="{39D0E0D0-A02E-B450-E5E8-146408AF70B2}"/>
                </a:ext>
              </a:extLst>
            </p:cNvPr>
            <p:cNvGrpSpPr/>
            <p:nvPr/>
          </p:nvGrpSpPr>
          <p:grpSpPr>
            <a:xfrm>
              <a:off x="1085153" y="396651"/>
              <a:ext cx="204701" cy="316536"/>
              <a:chOff x="1085153" y="396651"/>
              <a:chExt cx="204701" cy="316536"/>
            </a:xfrm>
          </p:grpSpPr>
          <p:sp>
            <p:nvSpPr>
              <p:cNvPr id="923" name="Forme libre : forme 922">
                <a:extLst>
                  <a:ext uri="{FF2B5EF4-FFF2-40B4-BE49-F238E27FC236}">
                    <a16:creationId xmlns:a16="http://schemas.microsoft.com/office/drawing/2014/main" id="{171744C2-1496-802F-AE35-C3028ED54F27}"/>
                  </a:ext>
                </a:extLst>
              </p:cNvPr>
              <p:cNvSpPr/>
              <p:nvPr/>
            </p:nvSpPr>
            <p:spPr>
              <a:xfrm>
                <a:off x="1148512" y="640015"/>
                <a:ext cx="77265" cy="73172"/>
              </a:xfrm>
              <a:custGeom>
                <a:avLst/>
                <a:gdLst>
                  <a:gd name="connsiteX0" fmla="*/ 77243 w 77265"/>
                  <a:gd name="connsiteY0" fmla="*/ 17252 h 73172"/>
                  <a:gd name="connsiteX1" fmla="*/ 72454 w 77265"/>
                  <a:gd name="connsiteY1" fmla="*/ 12928 h 73172"/>
                  <a:gd name="connsiteX2" fmla="*/ 77243 w 77265"/>
                  <a:gd name="connsiteY2" fmla="*/ 7453 h 73172"/>
                  <a:gd name="connsiteX3" fmla="*/ 37812 w 77265"/>
                  <a:gd name="connsiteY3" fmla="*/ 470 h 73172"/>
                  <a:gd name="connsiteX4" fmla="*/ 9 w 77265"/>
                  <a:gd name="connsiteY4" fmla="*/ 13675 h 73172"/>
                  <a:gd name="connsiteX5" fmla="*/ 4799 w 77265"/>
                  <a:gd name="connsiteY5" fmla="*/ 18000 h 73172"/>
                  <a:gd name="connsiteX6" fmla="*/ 9 w 77265"/>
                  <a:gd name="connsiteY6" fmla="*/ 23475 h 73172"/>
                  <a:gd name="connsiteX7" fmla="*/ 4799 w 77265"/>
                  <a:gd name="connsiteY7" fmla="*/ 27799 h 73172"/>
                  <a:gd name="connsiteX8" fmla="*/ 9 w 77265"/>
                  <a:gd name="connsiteY8" fmla="*/ 33275 h 73172"/>
                  <a:gd name="connsiteX9" fmla="*/ 4799 w 77265"/>
                  <a:gd name="connsiteY9" fmla="*/ 37599 h 73172"/>
                  <a:gd name="connsiteX10" fmla="*/ 9 w 77265"/>
                  <a:gd name="connsiteY10" fmla="*/ 43075 h 73172"/>
                  <a:gd name="connsiteX11" fmla="*/ 9539 w 77265"/>
                  <a:gd name="connsiteY11" fmla="*/ 48820 h 73172"/>
                  <a:gd name="connsiteX12" fmla="*/ 9686 w 77265"/>
                  <a:gd name="connsiteY12" fmla="*/ 54847 h 73172"/>
                  <a:gd name="connsiteX13" fmla="*/ 37358 w 77265"/>
                  <a:gd name="connsiteY13" fmla="*/ 73172 h 73172"/>
                  <a:gd name="connsiteX14" fmla="*/ 66023 w 77265"/>
                  <a:gd name="connsiteY14" fmla="*/ 51882 h 73172"/>
                  <a:gd name="connsiteX15" fmla="*/ 65729 w 77265"/>
                  <a:gd name="connsiteY15" fmla="*/ 45157 h 73172"/>
                  <a:gd name="connsiteX16" fmla="*/ 77256 w 77265"/>
                  <a:gd name="connsiteY16" fmla="*/ 36840 h 73172"/>
                  <a:gd name="connsiteX17" fmla="*/ 72466 w 77265"/>
                  <a:gd name="connsiteY17" fmla="*/ 32515 h 73172"/>
                  <a:gd name="connsiteX18" fmla="*/ 77256 w 77265"/>
                  <a:gd name="connsiteY18" fmla="*/ 27040 h 73172"/>
                  <a:gd name="connsiteX19" fmla="*/ 72466 w 77265"/>
                  <a:gd name="connsiteY19" fmla="*/ 22716 h 73172"/>
                  <a:gd name="connsiteX20" fmla="*/ 77256 w 77265"/>
                  <a:gd name="connsiteY20" fmla="*/ 17240 h 73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7265" h="73172">
                    <a:moveTo>
                      <a:pt x="77243" y="17252"/>
                    </a:moveTo>
                    <a:cubicBezTo>
                      <a:pt x="77109" y="15562"/>
                      <a:pt x="75382" y="14092"/>
                      <a:pt x="72454" y="12928"/>
                    </a:cubicBezTo>
                    <a:cubicBezTo>
                      <a:pt x="75627" y="11176"/>
                      <a:pt x="77390" y="9302"/>
                      <a:pt x="77243" y="7453"/>
                    </a:cubicBezTo>
                    <a:cubicBezTo>
                      <a:pt x="76790" y="1879"/>
                      <a:pt x="59138" y="-1245"/>
                      <a:pt x="37812" y="470"/>
                    </a:cubicBezTo>
                    <a:cubicBezTo>
                      <a:pt x="16485" y="2185"/>
                      <a:pt x="-444" y="8102"/>
                      <a:pt x="9" y="13675"/>
                    </a:cubicBezTo>
                    <a:cubicBezTo>
                      <a:pt x="144" y="15366"/>
                      <a:pt x="1871" y="16836"/>
                      <a:pt x="4799" y="18000"/>
                    </a:cubicBezTo>
                    <a:cubicBezTo>
                      <a:pt x="1626" y="19751"/>
                      <a:pt x="-138" y="21625"/>
                      <a:pt x="9" y="23475"/>
                    </a:cubicBezTo>
                    <a:cubicBezTo>
                      <a:pt x="144" y="25166"/>
                      <a:pt x="1871" y="26623"/>
                      <a:pt x="4799" y="27799"/>
                    </a:cubicBezTo>
                    <a:cubicBezTo>
                      <a:pt x="1626" y="29551"/>
                      <a:pt x="-138" y="31425"/>
                      <a:pt x="9" y="33275"/>
                    </a:cubicBezTo>
                    <a:cubicBezTo>
                      <a:pt x="144" y="34965"/>
                      <a:pt x="1871" y="36435"/>
                      <a:pt x="4799" y="37599"/>
                    </a:cubicBezTo>
                    <a:cubicBezTo>
                      <a:pt x="1626" y="39351"/>
                      <a:pt x="-138" y="41225"/>
                      <a:pt x="9" y="43075"/>
                    </a:cubicBezTo>
                    <a:cubicBezTo>
                      <a:pt x="205" y="45537"/>
                      <a:pt x="3782" y="47521"/>
                      <a:pt x="9539" y="48820"/>
                    </a:cubicBezTo>
                    <a:cubicBezTo>
                      <a:pt x="9466" y="50645"/>
                      <a:pt x="9502" y="52642"/>
                      <a:pt x="9686" y="54847"/>
                    </a:cubicBezTo>
                    <a:cubicBezTo>
                      <a:pt x="10519" y="65124"/>
                      <a:pt x="22071" y="73172"/>
                      <a:pt x="37358" y="73172"/>
                    </a:cubicBezTo>
                    <a:cubicBezTo>
                      <a:pt x="52646" y="73172"/>
                      <a:pt x="65864" y="62184"/>
                      <a:pt x="66023" y="51882"/>
                    </a:cubicBezTo>
                    <a:cubicBezTo>
                      <a:pt x="66059" y="49359"/>
                      <a:pt x="65949" y="47129"/>
                      <a:pt x="65729" y="45157"/>
                    </a:cubicBezTo>
                    <a:cubicBezTo>
                      <a:pt x="73042" y="42719"/>
                      <a:pt x="77501" y="39731"/>
                      <a:pt x="77256" y="36840"/>
                    </a:cubicBezTo>
                    <a:cubicBezTo>
                      <a:pt x="77121" y="35149"/>
                      <a:pt x="75394" y="33679"/>
                      <a:pt x="72466" y="32515"/>
                    </a:cubicBezTo>
                    <a:cubicBezTo>
                      <a:pt x="75639" y="30764"/>
                      <a:pt x="77403" y="28890"/>
                      <a:pt x="77256" y="27040"/>
                    </a:cubicBezTo>
                    <a:cubicBezTo>
                      <a:pt x="77121" y="25349"/>
                      <a:pt x="75394" y="23879"/>
                      <a:pt x="72466" y="22716"/>
                    </a:cubicBezTo>
                    <a:cubicBezTo>
                      <a:pt x="75639" y="20964"/>
                      <a:pt x="77403" y="19090"/>
                      <a:pt x="77256" y="1724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B3582"/>
                  </a:gs>
                  <a:gs pos="50000">
                    <a:srgbClr val="202162"/>
                  </a:gs>
                  <a:gs pos="100000">
                    <a:srgbClr val="150E42"/>
                  </a:gs>
                </a:gsLst>
                <a:lin ang="5916578" scaled="1"/>
              </a:gra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924" name="Graphique 4">
                <a:extLst>
                  <a:ext uri="{FF2B5EF4-FFF2-40B4-BE49-F238E27FC236}">
                    <a16:creationId xmlns:a16="http://schemas.microsoft.com/office/drawing/2014/main" id="{28FB8B7F-1B29-F9F4-DFCC-57EF77348A9A}"/>
                  </a:ext>
                </a:extLst>
              </p:cNvPr>
              <p:cNvGrpSpPr/>
              <p:nvPr/>
            </p:nvGrpSpPr>
            <p:grpSpPr>
              <a:xfrm>
                <a:off x="1154192" y="653447"/>
                <a:ext cx="65401" cy="37617"/>
                <a:chOff x="1154192" y="653447"/>
                <a:chExt cx="65401" cy="37617"/>
              </a:xfrm>
              <a:solidFill>
                <a:srgbClr val="FFFFFF"/>
              </a:solidFill>
            </p:grpSpPr>
            <p:sp>
              <p:nvSpPr>
                <p:cNvPr id="931" name="Forme libre : forme 930">
                  <a:extLst>
                    <a:ext uri="{FF2B5EF4-FFF2-40B4-BE49-F238E27FC236}">
                      <a16:creationId xmlns:a16="http://schemas.microsoft.com/office/drawing/2014/main" id="{A383B485-B452-4B35-C344-3E20C5EDD3A5}"/>
                    </a:ext>
                  </a:extLst>
                </p:cNvPr>
                <p:cNvSpPr/>
                <p:nvPr/>
              </p:nvSpPr>
              <p:spPr>
                <a:xfrm>
                  <a:off x="1159117" y="685472"/>
                  <a:ext cx="53084" cy="5592"/>
                </a:xfrm>
                <a:custGeom>
                  <a:avLst/>
                  <a:gdLst>
                    <a:gd name="connsiteX0" fmla="*/ 17333 w 53084"/>
                    <a:gd name="connsiteY0" fmla="*/ 5592 h 5592"/>
                    <a:gd name="connsiteX1" fmla="*/ 416 w 53084"/>
                    <a:gd name="connsiteY1" fmla="*/ 4208 h 5592"/>
                    <a:gd name="connsiteX2" fmla="*/ 12 w 53084"/>
                    <a:gd name="connsiteY2" fmla="*/ 3608 h 5592"/>
                    <a:gd name="connsiteX3" fmla="*/ 612 w 53084"/>
                    <a:gd name="connsiteY3" fmla="*/ 3204 h 5592"/>
                    <a:gd name="connsiteX4" fmla="*/ 28799 w 53084"/>
                    <a:gd name="connsiteY4" fmla="*/ 4098 h 5592"/>
                    <a:gd name="connsiteX5" fmla="*/ 52428 w 53084"/>
                    <a:gd name="connsiteY5" fmla="*/ 19 h 5592"/>
                    <a:gd name="connsiteX6" fmla="*/ 53065 w 53084"/>
                    <a:gd name="connsiteY6" fmla="*/ 362 h 5592"/>
                    <a:gd name="connsiteX7" fmla="*/ 52722 w 53084"/>
                    <a:gd name="connsiteY7" fmla="*/ 999 h 5592"/>
                    <a:gd name="connsiteX8" fmla="*/ 28884 w 53084"/>
                    <a:gd name="connsiteY8" fmla="*/ 5115 h 5592"/>
                    <a:gd name="connsiteX9" fmla="*/ 17345 w 53084"/>
                    <a:gd name="connsiteY9" fmla="*/ 5592 h 55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3084" h="5592">
                      <a:moveTo>
                        <a:pt x="17333" y="5592"/>
                      </a:moveTo>
                      <a:cubicBezTo>
                        <a:pt x="11000" y="5592"/>
                        <a:pt x="5206" y="5127"/>
                        <a:pt x="416" y="4208"/>
                      </a:cubicBezTo>
                      <a:cubicBezTo>
                        <a:pt x="134" y="4159"/>
                        <a:pt x="-49" y="3890"/>
                        <a:pt x="12" y="3608"/>
                      </a:cubicBezTo>
                      <a:cubicBezTo>
                        <a:pt x="61" y="3326"/>
                        <a:pt x="330" y="3143"/>
                        <a:pt x="612" y="3204"/>
                      </a:cubicBezTo>
                      <a:cubicBezTo>
                        <a:pt x="8109" y="4637"/>
                        <a:pt x="18117" y="4956"/>
                        <a:pt x="28799" y="4098"/>
                      </a:cubicBezTo>
                      <a:cubicBezTo>
                        <a:pt x="37533" y="3388"/>
                        <a:pt x="45716" y="1979"/>
                        <a:pt x="52428" y="19"/>
                      </a:cubicBezTo>
                      <a:cubicBezTo>
                        <a:pt x="52698" y="-55"/>
                        <a:pt x="52980" y="92"/>
                        <a:pt x="53065" y="362"/>
                      </a:cubicBezTo>
                      <a:cubicBezTo>
                        <a:pt x="53139" y="631"/>
                        <a:pt x="52992" y="913"/>
                        <a:pt x="52722" y="999"/>
                      </a:cubicBezTo>
                      <a:cubicBezTo>
                        <a:pt x="45936" y="2983"/>
                        <a:pt x="37692" y="4404"/>
                        <a:pt x="28884" y="5115"/>
                      </a:cubicBezTo>
                      <a:cubicBezTo>
                        <a:pt x="24916" y="5433"/>
                        <a:pt x="21045" y="5592"/>
                        <a:pt x="17345" y="559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2" name="Forme libre : forme 931">
                  <a:extLst>
                    <a:ext uri="{FF2B5EF4-FFF2-40B4-BE49-F238E27FC236}">
                      <a16:creationId xmlns:a16="http://schemas.microsoft.com/office/drawing/2014/main" id="{81456EFE-05E4-DBE2-767F-B35D52197BEB}"/>
                    </a:ext>
                  </a:extLst>
                </p:cNvPr>
                <p:cNvSpPr/>
                <p:nvPr/>
              </p:nvSpPr>
              <p:spPr>
                <a:xfrm>
                  <a:off x="1155412" y="672973"/>
                  <a:ext cx="64181" cy="8279"/>
                </a:xfrm>
                <a:custGeom>
                  <a:avLst/>
                  <a:gdLst>
                    <a:gd name="connsiteX0" fmla="*/ 21149 w 64181"/>
                    <a:gd name="connsiteY0" fmla="*/ 8280 h 8279"/>
                    <a:gd name="connsiteX1" fmla="*/ 373 w 64181"/>
                    <a:gd name="connsiteY1" fmla="*/ 6026 h 8279"/>
                    <a:gd name="connsiteX2" fmla="*/ 18 w 64181"/>
                    <a:gd name="connsiteY2" fmla="*/ 5389 h 8279"/>
                    <a:gd name="connsiteX3" fmla="*/ 655 w 64181"/>
                    <a:gd name="connsiteY3" fmla="*/ 5034 h 8279"/>
                    <a:gd name="connsiteX4" fmla="*/ 32492 w 64181"/>
                    <a:gd name="connsiteY4" fmla="*/ 6785 h 8279"/>
                    <a:gd name="connsiteX5" fmla="*/ 63447 w 64181"/>
                    <a:gd name="connsiteY5" fmla="*/ 48 h 8279"/>
                    <a:gd name="connsiteX6" fmla="*/ 64133 w 64181"/>
                    <a:gd name="connsiteY6" fmla="*/ 293 h 8279"/>
                    <a:gd name="connsiteX7" fmla="*/ 63888 w 64181"/>
                    <a:gd name="connsiteY7" fmla="*/ 967 h 8279"/>
                    <a:gd name="connsiteX8" fmla="*/ 32578 w 64181"/>
                    <a:gd name="connsiteY8" fmla="*/ 7790 h 8279"/>
                    <a:gd name="connsiteX9" fmla="*/ 21149 w 64181"/>
                    <a:gd name="connsiteY9" fmla="*/ 8255 h 82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4181" h="8279">
                      <a:moveTo>
                        <a:pt x="21149" y="8280"/>
                      </a:moveTo>
                      <a:cubicBezTo>
                        <a:pt x="12917" y="8280"/>
                        <a:pt x="5567" y="7508"/>
                        <a:pt x="373" y="6026"/>
                      </a:cubicBezTo>
                      <a:cubicBezTo>
                        <a:pt x="104" y="5952"/>
                        <a:pt x="-56" y="5671"/>
                        <a:pt x="18" y="5389"/>
                      </a:cubicBezTo>
                      <a:cubicBezTo>
                        <a:pt x="91" y="5119"/>
                        <a:pt x="373" y="4960"/>
                        <a:pt x="655" y="5034"/>
                      </a:cubicBezTo>
                      <a:cubicBezTo>
                        <a:pt x="8042" y="7141"/>
                        <a:pt x="19948" y="7790"/>
                        <a:pt x="32492" y="6785"/>
                      </a:cubicBezTo>
                      <a:cubicBezTo>
                        <a:pt x="44901" y="5781"/>
                        <a:pt x="56477" y="3270"/>
                        <a:pt x="63447" y="48"/>
                      </a:cubicBezTo>
                      <a:cubicBezTo>
                        <a:pt x="63704" y="-74"/>
                        <a:pt x="64011" y="48"/>
                        <a:pt x="64133" y="293"/>
                      </a:cubicBezTo>
                      <a:cubicBezTo>
                        <a:pt x="64256" y="550"/>
                        <a:pt x="64133" y="856"/>
                        <a:pt x="63888" y="967"/>
                      </a:cubicBezTo>
                      <a:cubicBezTo>
                        <a:pt x="56808" y="4237"/>
                        <a:pt x="45109" y="6785"/>
                        <a:pt x="32578" y="7790"/>
                      </a:cubicBezTo>
                      <a:cubicBezTo>
                        <a:pt x="28670" y="8108"/>
                        <a:pt x="24824" y="8255"/>
                        <a:pt x="21149" y="82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3" name="Forme libre : forme 932">
                  <a:extLst>
                    <a:ext uri="{FF2B5EF4-FFF2-40B4-BE49-F238E27FC236}">
                      <a16:creationId xmlns:a16="http://schemas.microsoft.com/office/drawing/2014/main" id="{85C63EB8-191D-4437-3FAB-E30F08769708}"/>
                    </a:ext>
                  </a:extLst>
                </p:cNvPr>
                <p:cNvSpPr/>
                <p:nvPr/>
              </p:nvSpPr>
              <p:spPr>
                <a:xfrm>
                  <a:off x="1154192" y="663173"/>
                  <a:ext cx="65388" cy="8292"/>
                </a:xfrm>
                <a:custGeom>
                  <a:avLst/>
                  <a:gdLst>
                    <a:gd name="connsiteX0" fmla="*/ 22258 w 65388"/>
                    <a:gd name="connsiteY0" fmla="*/ 8292 h 8292"/>
                    <a:gd name="connsiteX1" fmla="*/ 355 w 65388"/>
                    <a:gd name="connsiteY1" fmla="*/ 5658 h 8292"/>
                    <a:gd name="connsiteX2" fmla="*/ 24 w 65388"/>
                    <a:gd name="connsiteY2" fmla="*/ 5009 h 8292"/>
                    <a:gd name="connsiteX3" fmla="*/ 674 w 65388"/>
                    <a:gd name="connsiteY3" fmla="*/ 4678 h 8292"/>
                    <a:gd name="connsiteX4" fmla="*/ 33699 w 65388"/>
                    <a:gd name="connsiteY4" fmla="*/ 6785 h 8292"/>
                    <a:gd name="connsiteX5" fmla="*/ 64654 w 65388"/>
                    <a:gd name="connsiteY5" fmla="*/ 48 h 8292"/>
                    <a:gd name="connsiteX6" fmla="*/ 65340 w 65388"/>
                    <a:gd name="connsiteY6" fmla="*/ 293 h 8292"/>
                    <a:gd name="connsiteX7" fmla="*/ 65095 w 65388"/>
                    <a:gd name="connsiteY7" fmla="*/ 967 h 8292"/>
                    <a:gd name="connsiteX8" fmla="*/ 33785 w 65388"/>
                    <a:gd name="connsiteY8" fmla="*/ 7790 h 8292"/>
                    <a:gd name="connsiteX9" fmla="*/ 22245 w 65388"/>
                    <a:gd name="connsiteY9" fmla="*/ 8268 h 8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5388" h="8292">
                      <a:moveTo>
                        <a:pt x="22258" y="8292"/>
                      </a:moveTo>
                      <a:cubicBezTo>
                        <a:pt x="13377" y="8292"/>
                        <a:pt x="5598" y="7386"/>
                        <a:pt x="355" y="5658"/>
                      </a:cubicBezTo>
                      <a:cubicBezTo>
                        <a:pt x="86" y="5573"/>
                        <a:pt x="-61" y="5279"/>
                        <a:pt x="24" y="5009"/>
                      </a:cubicBezTo>
                      <a:cubicBezTo>
                        <a:pt x="110" y="4740"/>
                        <a:pt x="404" y="4593"/>
                        <a:pt x="674" y="4678"/>
                      </a:cubicBezTo>
                      <a:cubicBezTo>
                        <a:pt x="7962" y="7079"/>
                        <a:pt x="20310" y="7863"/>
                        <a:pt x="33699" y="6785"/>
                      </a:cubicBezTo>
                      <a:cubicBezTo>
                        <a:pt x="46108" y="5781"/>
                        <a:pt x="57684" y="3270"/>
                        <a:pt x="64654" y="48"/>
                      </a:cubicBezTo>
                      <a:cubicBezTo>
                        <a:pt x="64911" y="-74"/>
                        <a:pt x="65218" y="48"/>
                        <a:pt x="65340" y="293"/>
                      </a:cubicBezTo>
                      <a:cubicBezTo>
                        <a:pt x="65463" y="550"/>
                        <a:pt x="65340" y="856"/>
                        <a:pt x="65095" y="967"/>
                      </a:cubicBezTo>
                      <a:cubicBezTo>
                        <a:pt x="58015" y="4237"/>
                        <a:pt x="46316" y="6785"/>
                        <a:pt x="33785" y="7790"/>
                      </a:cubicBezTo>
                      <a:cubicBezTo>
                        <a:pt x="29816" y="8108"/>
                        <a:pt x="25933" y="8268"/>
                        <a:pt x="22245" y="826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4" name="Forme libre : forme 933">
                  <a:extLst>
                    <a:ext uri="{FF2B5EF4-FFF2-40B4-BE49-F238E27FC236}">
                      <a16:creationId xmlns:a16="http://schemas.microsoft.com/office/drawing/2014/main" id="{A9BC3265-752F-87E0-D595-F29E0F673672}"/>
                    </a:ext>
                  </a:extLst>
                </p:cNvPr>
                <p:cNvSpPr/>
                <p:nvPr/>
              </p:nvSpPr>
              <p:spPr>
                <a:xfrm>
                  <a:off x="1157671" y="653447"/>
                  <a:ext cx="61762" cy="8206"/>
                </a:xfrm>
                <a:custGeom>
                  <a:avLst/>
                  <a:gdLst>
                    <a:gd name="connsiteX0" fmla="*/ 18852 w 61762"/>
                    <a:gd name="connsiteY0" fmla="*/ 8206 h 8206"/>
                    <a:gd name="connsiteX1" fmla="*/ 404 w 61762"/>
                    <a:gd name="connsiteY1" fmla="*/ 6528 h 8206"/>
                    <a:gd name="connsiteX2" fmla="*/ 12 w 61762"/>
                    <a:gd name="connsiteY2" fmla="*/ 5915 h 8206"/>
                    <a:gd name="connsiteX3" fmla="*/ 625 w 61762"/>
                    <a:gd name="connsiteY3" fmla="*/ 5523 h 8206"/>
                    <a:gd name="connsiteX4" fmla="*/ 30232 w 61762"/>
                    <a:gd name="connsiteY4" fmla="*/ 6712 h 8206"/>
                    <a:gd name="connsiteX5" fmla="*/ 61041 w 61762"/>
                    <a:gd name="connsiteY5" fmla="*/ 48 h 8206"/>
                    <a:gd name="connsiteX6" fmla="*/ 61714 w 61762"/>
                    <a:gd name="connsiteY6" fmla="*/ 305 h 8206"/>
                    <a:gd name="connsiteX7" fmla="*/ 61457 w 61762"/>
                    <a:gd name="connsiteY7" fmla="*/ 979 h 8206"/>
                    <a:gd name="connsiteX8" fmla="*/ 30318 w 61762"/>
                    <a:gd name="connsiteY8" fmla="*/ 7728 h 8206"/>
                    <a:gd name="connsiteX9" fmla="*/ 18852 w 61762"/>
                    <a:gd name="connsiteY9" fmla="*/ 8206 h 8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762" h="8206">
                      <a:moveTo>
                        <a:pt x="18852" y="8206"/>
                      </a:moveTo>
                      <a:cubicBezTo>
                        <a:pt x="11809" y="8206"/>
                        <a:pt x="5390" y="7630"/>
                        <a:pt x="404" y="6528"/>
                      </a:cubicBezTo>
                      <a:cubicBezTo>
                        <a:pt x="123" y="6467"/>
                        <a:pt x="-49" y="6197"/>
                        <a:pt x="12" y="5915"/>
                      </a:cubicBezTo>
                      <a:cubicBezTo>
                        <a:pt x="74" y="5634"/>
                        <a:pt x="343" y="5462"/>
                        <a:pt x="625" y="5523"/>
                      </a:cubicBezTo>
                      <a:cubicBezTo>
                        <a:pt x="8122" y="7189"/>
                        <a:pt x="18914" y="7618"/>
                        <a:pt x="30232" y="6712"/>
                      </a:cubicBezTo>
                      <a:cubicBezTo>
                        <a:pt x="42531" y="5719"/>
                        <a:pt x="54046" y="3233"/>
                        <a:pt x="61041" y="48"/>
                      </a:cubicBezTo>
                      <a:cubicBezTo>
                        <a:pt x="61298" y="-75"/>
                        <a:pt x="61604" y="48"/>
                        <a:pt x="61714" y="305"/>
                      </a:cubicBezTo>
                      <a:cubicBezTo>
                        <a:pt x="61837" y="562"/>
                        <a:pt x="61714" y="869"/>
                        <a:pt x="61457" y="979"/>
                      </a:cubicBezTo>
                      <a:cubicBezTo>
                        <a:pt x="54364" y="4213"/>
                        <a:pt x="42727" y="6736"/>
                        <a:pt x="30318" y="7728"/>
                      </a:cubicBezTo>
                      <a:cubicBezTo>
                        <a:pt x="26398" y="8047"/>
                        <a:pt x="22540" y="8206"/>
                        <a:pt x="18852" y="820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5" name="Forme libre : forme 924">
                <a:extLst>
                  <a:ext uri="{FF2B5EF4-FFF2-40B4-BE49-F238E27FC236}">
                    <a16:creationId xmlns:a16="http://schemas.microsoft.com/office/drawing/2014/main" id="{0E315BE3-C9A0-155E-FD86-E6C2940FA6A4}"/>
                  </a:ext>
                </a:extLst>
              </p:cNvPr>
              <p:cNvSpPr/>
              <p:nvPr/>
            </p:nvSpPr>
            <p:spPr>
              <a:xfrm>
                <a:off x="1085153" y="396651"/>
                <a:ext cx="204701" cy="260212"/>
              </a:xfrm>
              <a:custGeom>
                <a:avLst/>
                <a:gdLst>
                  <a:gd name="connsiteX0" fmla="*/ 49048 w 204701"/>
                  <a:gd name="connsiteY0" fmla="*/ 211140 h 260212"/>
                  <a:gd name="connsiteX1" fmla="*/ 36136 w 204701"/>
                  <a:gd name="connsiteY1" fmla="*/ 185918 h 260212"/>
                  <a:gd name="connsiteX2" fmla="*/ 171 w 204701"/>
                  <a:gd name="connsiteY2" fmla="*/ 92955 h 260212"/>
                  <a:gd name="connsiteX3" fmla="*/ 106046 w 204701"/>
                  <a:gd name="connsiteY3" fmla="*/ 396 h 260212"/>
                  <a:gd name="connsiteX4" fmla="*/ 204276 w 204701"/>
                  <a:gd name="connsiteY4" fmla="*/ 103820 h 260212"/>
                  <a:gd name="connsiteX5" fmla="*/ 164685 w 204701"/>
                  <a:gd name="connsiteY5" fmla="*/ 184963 h 260212"/>
                  <a:gd name="connsiteX6" fmla="*/ 144142 w 204701"/>
                  <a:gd name="connsiteY6" fmla="*/ 221369 h 260212"/>
                  <a:gd name="connsiteX7" fmla="*/ 102346 w 204701"/>
                  <a:gd name="connsiteY7" fmla="*/ 260151 h 260212"/>
                  <a:gd name="connsiteX8" fmla="*/ 49048 w 204701"/>
                  <a:gd name="connsiteY8" fmla="*/ 211140 h 260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4701" h="260212">
                    <a:moveTo>
                      <a:pt x="49048" y="211140"/>
                    </a:moveTo>
                    <a:cubicBezTo>
                      <a:pt x="46463" y="201965"/>
                      <a:pt x="42053" y="193390"/>
                      <a:pt x="36136" y="185918"/>
                    </a:cubicBezTo>
                    <a:cubicBezTo>
                      <a:pt x="23433" y="169920"/>
                      <a:pt x="2719" y="137372"/>
                      <a:pt x="171" y="92955"/>
                    </a:cubicBezTo>
                    <a:cubicBezTo>
                      <a:pt x="-3540" y="28350"/>
                      <a:pt x="53764" y="-4002"/>
                      <a:pt x="106046" y="396"/>
                    </a:cubicBezTo>
                    <a:cubicBezTo>
                      <a:pt x="158328" y="4781"/>
                      <a:pt x="209924" y="43723"/>
                      <a:pt x="204276" y="103820"/>
                    </a:cubicBezTo>
                    <a:cubicBezTo>
                      <a:pt x="200798" y="140802"/>
                      <a:pt x="180095" y="168854"/>
                      <a:pt x="164685" y="184963"/>
                    </a:cubicBezTo>
                    <a:cubicBezTo>
                      <a:pt x="154898" y="195191"/>
                      <a:pt x="147915" y="207723"/>
                      <a:pt x="144142" y="221369"/>
                    </a:cubicBezTo>
                    <a:cubicBezTo>
                      <a:pt x="139512" y="238065"/>
                      <a:pt x="128512" y="258877"/>
                      <a:pt x="102346" y="260151"/>
                    </a:cubicBezTo>
                    <a:cubicBezTo>
                      <a:pt x="68488" y="261793"/>
                      <a:pt x="54438" y="230238"/>
                      <a:pt x="49048" y="211140"/>
                    </a:cubicBezTo>
                    <a:close/>
                  </a:path>
                </a:pathLst>
              </a:custGeom>
              <a:solidFill>
                <a:srgbClr val="FFD040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Forme libre : forme 925">
                <a:extLst>
                  <a:ext uri="{FF2B5EF4-FFF2-40B4-BE49-F238E27FC236}">
                    <a16:creationId xmlns:a16="http://schemas.microsoft.com/office/drawing/2014/main" id="{C1017D6D-E8BC-9CCE-71EC-18019A47E718}"/>
                  </a:ext>
                </a:extLst>
              </p:cNvPr>
              <p:cNvSpPr/>
              <p:nvPr/>
            </p:nvSpPr>
            <p:spPr>
              <a:xfrm>
                <a:off x="1196117" y="521170"/>
                <a:ext cx="22487" cy="124671"/>
              </a:xfrm>
              <a:custGeom>
                <a:avLst/>
                <a:gdLst>
                  <a:gd name="connsiteX0" fmla="*/ 30 w 22487"/>
                  <a:gd name="connsiteY0" fmla="*/ 122746 h 124671"/>
                  <a:gd name="connsiteX1" fmla="*/ 18331 w 22487"/>
                  <a:gd name="connsiteY1" fmla="*/ 3752 h 124671"/>
                  <a:gd name="connsiteX2" fmla="*/ 21038 w 22487"/>
                  <a:gd name="connsiteY2" fmla="*/ 65 h 124671"/>
                  <a:gd name="connsiteX3" fmla="*/ 22374 w 22487"/>
                  <a:gd name="connsiteY3" fmla="*/ 5283 h 124671"/>
                  <a:gd name="connsiteX4" fmla="*/ 22337 w 22487"/>
                  <a:gd name="connsiteY4" fmla="*/ 5491 h 124671"/>
                  <a:gd name="connsiteX5" fmla="*/ 1500 w 22487"/>
                  <a:gd name="connsiteY5" fmla="*/ 123383 h 124671"/>
                  <a:gd name="connsiteX6" fmla="*/ 496 w 22487"/>
                  <a:gd name="connsiteY6" fmla="*/ 124632 h 124671"/>
                  <a:gd name="connsiteX7" fmla="*/ 42 w 22487"/>
                  <a:gd name="connsiteY7" fmla="*/ 122746 h 124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487" h="124671">
                    <a:moveTo>
                      <a:pt x="30" y="122746"/>
                    </a:moveTo>
                    <a:lnTo>
                      <a:pt x="18331" y="3752"/>
                    </a:lnTo>
                    <a:cubicBezTo>
                      <a:pt x="18711" y="1290"/>
                      <a:pt x="19924" y="-352"/>
                      <a:pt x="21038" y="65"/>
                    </a:cubicBezTo>
                    <a:cubicBezTo>
                      <a:pt x="22153" y="481"/>
                      <a:pt x="22753" y="2821"/>
                      <a:pt x="22374" y="5283"/>
                    </a:cubicBezTo>
                    <a:cubicBezTo>
                      <a:pt x="22374" y="5344"/>
                      <a:pt x="22349" y="5430"/>
                      <a:pt x="22337" y="5491"/>
                    </a:cubicBezTo>
                    <a:lnTo>
                      <a:pt x="1500" y="123383"/>
                    </a:lnTo>
                    <a:cubicBezTo>
                      <a:pt x="1341" y="124265"/>
                      <a:pt x="888" y="124828"/>
                      <a:pt x="496" y="124632"/>
                    </a:cubicBezTo>
                    <a:cubicBezTo>
                      <a:pt x="104" y="124448"/>
                      <a:pt x="-92" y="123603"/>
                      <a:pt x="42" y="1227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Forme libre : forme 926">
                <a:extLst>
                  <a:ext uri="{FF2B5EF4-FFF2-40B4-BE49-F238E27FC236}">
                    <a16:creationId xmlns:a16="http://schemas.microsoft.com/office/drawing/2014/main" id="{058261CD-CE79-B471-5EC0-AB0D1C805018}"/>
                  </a:ext>
                </a:extLst>
              </p:cNvPr>
              <p:cNvSpPr/>
              <p:nvPr/>
            </p:nvSpPr>
            <p:spPr>
              <a:xfrm>
                <a:off x="1154715" y="522113"/>
                <a:ext cx="22487" cy="124671"/>
              </a:xfrm>
              <a:custGeom>
                <a:avLst/>
                <a:gdLst>
                  <a:gd name="connsiteX0" fmla="*/ 22445 w 22487"/>
                  <a:gd name="connsiteY0" fmla="*/ 122746 h 124671"/>
                  <a:gd name="connsiteX1" fmla="*/ 4156 w 22487"/>
                  <a:gd name="connsiteY1" fmla="*/ 3752 h 124671"/>
                  <a:gd name="connsiteX2" fmla="*/ 1449 w 22487"/>
                  <a:gd name="connsiteY2" fmla="*/ 65 h 124671"/>
                  <a:gd name="connsiteX3" fmla="*/ 114 w 22487"/>
                  <a:gd name="connsiteY3" fmla="*/ 5283 h 124671"/>
                  <a:gd name="connsiteX4" fmla="*/ 151 w 22487"/>
                  <a:gd name="connsiteY4" fmla="*/ 5491 h 124671"/>
                  <a:gd name="connsiteX5" fmla="*/ 20988 w 22487"/>
                  <a:gd name="connsiteY5" fmla="*/ 123383 h 124671"/>
                  <a:gd name="connsiteX6" fmla="*/ 21992 w 22487"/>
                  <a:gd name="connsiteY6" fmla="*/ 124632 h 124671"/>
                  <a:gd name="connsiteX7" fmla="*/ 22445 w 22487"/>
                  <a:gd name="connsiteY7" fmla="*/ 122746 h 124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487" h="124671">
                    <a:moveTo>
                      <a:pt x="22445" y="122746"/>
                    </a:moveTo>
                    <a:lnTo>
                      <a:pt x="4156" y="3752"/>
                    </a:lnTo>
                    <a:cubicBezTo>
                      <a:pt x="3777" y="1290"/>
                      <a:pt x="2564" y="-352"/>
                      <a:pt x="1449" y="65"/>
                    </a:cubicBezTo>
                    <a:cubicBezTo>
                      <a:pt x="334" y="481"/>
                      <a:pt x="-266" y="2821"/>
                      <a:pt x="114" y="5283"/>
                    </a:cubicBezTo>
                    <a:cubicBezTo>
                      <a:pt x="114" y="5344"/>
                      <a:pt x="139" y="5430"/>
                      <a:pt x="151" y="5491"/>
                    </a:cubicBezTo>
                    <a:lnTo>
                      <a:pt x="20988" y="123383"/>
                    </a:lnTo>
                    <a:cubicBezTo>
                      <a:pt x="21147" y="124265"/>
                      <a:pt x="21600" y="124828"/>
                      <a:pt x="21992" y="124632"/>
                    </a:cubicBezTo>
                    <a:cubicBezTo>
                      <a:pt x="22384" y="124448"/>
                      <a:pt x="22580" y="123603"/>
                      <a:pt x="22445" y="1227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Forme libre : forme 927">
                <a:extLst>
                  <a:ext uri="{FF2B5EF4-FFF2-40B4-BE49-F238E27FC236}">
                    <a16:creationId xmlns:a16="http://schemas.microsoft.com/office/drawing/2014/main" id="{B50F94EA-5040-B028-299D-4BDC13AA74E2}"/>
                  </a:ext>
                </a:extLst>
              </p:cNvPr>
              <p:cNvSpPr/>
              <p:nvPr/>
            </p:nvSpPr>
            <p:spPr>
              <a:xfrm>
                <a:off x="1160621" y="500321"/>
                <a:ext cx="53880" cy="29207"/>
              </a:xfrm>
              <a:custGeom>
                <a:avLst/>
                <a:gdLst>
                  <a:gd name="connsiteX0" fmla="*/ 53693 w 53880"/>
                  <a:gd name="connsiteY0" fmla="*/ 14384 h 29207"/>
                  <a:gd name="connsiteX1" fmla="*/ 51292 w 53880"/>
                  <a:gd name="connsiteY1" fmla="*/ 13759 h 29207"/>
                  <a:gd name="connsiteX2" fmla="*/ 41100 w 53880"/>
                  <a:gd name="connsiteY2" fmla="*/ 18525 h 29207"/>
                  <a:gd name="connsiteX3" fmla="*/ 37560 w 53880"/>
                  <a:gd name="connsiteY3" fmla="*/ 8443 h 29207"/>
                  <a:gd name="connsiteX4" fmla="*/ 36323 w 53880"/>
                  <a:gd name="connsiteY4" fmla="*/ 7194 h 29207"/>
                  <a:gd name="connsiteX5" fmla="*/ 33187 w 53880"/>
                  <a:gd name="connsiteY5" fmla="*/ 8161 h 29207"/>
                  <a:gd name="connsiteX6" fmla="*/ 33187 w 53880"/>
                  <a:gd name="connsiteY6" fmla="*/ 8198 h 29207"/>
                  <a:gd name="connsiteX7" fmla="*/ 24796 w 53880"/>
                  <a:gd name="connsiteY7" fmla="*/ 23473 h 29207"/>
                  <a:gd name="connsiteX8" fmla="*/ 17017 w 53880"/>
                  <a:gd name="connsiteY8" fmla="*/ 1730 h 29207"/>
                  <a:gd name="connsiteX9" fmla="*/ 17017 w 53880"/>
                  <a:gd name="connsiteY9" fmla="*/ 1693 h 29207"/>
                  <a:gd name="connsiteX10" fmla="*/ 15829 w 53880"/>
                  <a:gd name="connsiteY10" fmla="*/ 370 h 29207"/>
                  <a:gd name="connsiteX11" fmla="*/ 11983 w 53880"/>
                  <a:gd name="connsiteY11" fmla="*/ 1130 h 29207"/>
                  <a:gd name="connsiteX12" fmla="*/ 272 w 53880"/>
                  <a:gd name="connsiteY12" fmla="*/ 17251 h 29207"/>
                  <a:gd name="connsiteX13" fmla="*/ 689 w 53880"/>
                  <a:gd name="connsiteY13" fmla="*/ 19284 h 29207"/>
                  <a:gd name="connsiteX14" fmla="*/ 3175 w 53880"/>
                  <a:gd name="connsiteY14" fmla="*/ 19015 h 29207"/>
                  <a:gd name="connsiteX15" fmla="*/ 13490 w 53880"/>
                  <a:gd name="connsiteY15" fmla="*/ 7512 h 29207"/>
                  <a:gd name="connsiteX16" fmla="*/ 22775 w 53880"/>
                  <a:gd name="connsiteY16" fmla="*/ 28202 h 29207"/>
                  <a:gd name="connsiteX17" fmla="*/ 22775 w 53880"/>
                  <a:gd name="connsiteY17" fmla="*/ 28202 h 29207"/>
                  <a:gd name="connsiteX18" fmla="*/ 23596 w 53880"/>
                  <a:gd name="connsiteY18" fmla="*/ 29023 h 29207"/>
                  <a:gd name="connsiteX19" fmla="*/ 26021 w 53880"/>
                  <a:gd name="connsiteY19" fmla="*/ 28398 h 29207"/>
                  <a:gd name="connsiteX20" fmla="*/ 34976 w 53880"/>
                  <a:gd name="connsiteY20" fmla="*/ 14017 h 29207"/>
                  <a:gd name="connsiteX21" fmla="*/ 38344 w 53880"/>
                  <a:gd name="connsiteY21" fmla="*/ 21293 h 29207"/>
                  <a:gd name="connsiteX22" fmla="*/ 38369 w 53880"/>
                  <a:gd name="connsiteY22" fmla="*/ 21354 h 29207"/>
                  <a:gd name="connsiteX23" fmla="*/ 38454 w 53880"/>
                  <a:gd name="connsiteY23" fmla="*/ 21514 h 29207"/>
                  <a:gd name="connsiteX24" fmla="*/ 40855 w 53880"/>
                  <a:gd name="connsiteY24" fmla="*/ 22138 h 29207"/>
                  <a:gd name="connsiteX25" fmla="*/ 52946 w 53880"/>
                  <a:gd name="connsiteY25" fmla="*/ 16491 h 29207"/>
                  <a:gd name="connsiteX26" fmla="*/ 53669 w 53880"/>
                  <a:gd name="connsiteY26" fmla="*/ 14409 h 29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880" h="29207">
                    <a:moveTo>
                      <a:pt x="53693" y="14384"/>
                    </a:moveTo>
                    <a:cubicBezTo>
                      <a:pt x="53228" y="13637"/>
                      <a:pt x="52150" y="13355"/>
                      <a:pt x="51292" y="13759"/>
                    </a:cubicBezTo>
                    <a:lnTo>
                      <a:pt x="41100" y="18525"/>
                    </a:lnTo>
                    <a:lnTo>
                      <a:pt x="37560" y="8443"/>
                    </a:lnTo>
                    <a:cubicBezTo>
                      <a:pt x="37376" y="7916"/>
                      <a:pt x="36936" y="7451"/>
                      <a:pt x="36323" y="7194"/>
                    </a:cubicBezTo>
                    <a:cubicBezTo>
                      <a:pt x="35147" y="6716"/>
                      <a:pt x="33751" y="7145"/>
                      <a:pt x="33187" y="8161"/>
                    </a:cubicBezTo>
                    <a:lnTo>
                      <a:pt x="33187" y="8198"/>
                    </a:lnTo>
                    <a:cubicBezTo>
                      <a:pt x="33187" y="8198"/>
                      <a:pt x="24796" y="23473"/>
                      <a:pt x="24796" y="23473"/>
                    </a:cubicBezTo>
                    <a:lnTo>
                      <a:pt x="17017" y="1730"/>
                    </a:lnTo>
                    <a:lnTo>
                      <a:pt x="17017" y="1693"/>
                    </a:lnTo>
                    <a:cubicBezTo>
                      <a:pt x="16809" y="1167"/>
                      <a:pt x="16417" y="689"/>
                      <a:pt x="15829" y="370"/>
                    </a:cubicBezTo>
                    <a:cubicBezTo>
                      <a:pt x="14531" y="-340"/>
                      <a:pt x="12804" y="3"/>
                      <a:pt x="11983" y="1130"/>
                    </a:cubicBezTo>
                    <a:lnTo>
                      <a:pt x="272" y="17251"/>
                    </a:lnTo>
                    <a:cubicBezTo>
                      <a:pt x="-206" y="17912"/>
                      <a:pt x="-46" y="18794"/>
                      <a:pt x="689" y="19284"/>
                    </a:cubicBezTo>
                    <a:cubicBezTo>
                      <a:pt x="1460" y="19811"/>
                      <a:pt x="2575" y="19688"/>
                      <a:pt x="3175" y="19015"/>
                    </a:cubicBezTo>
                    <a:lnTo>
                      <a:pt x="13490" y="7512"/>
                    </a:lnTo>
                    <a:lnTo>
                      <a:pt x="22775" y="28202"/>
                    </a:lnTo>
                    <a:lnTo>
                      <a:pt x="22775" y="28202"/>
                    </a:lnTo>
                    <a:cubicBezTo>
                      <a:pt x="22922" y="28545"/>
                      <a:pt x="23204" y="28839"/>
                      <a:pt x="23596" y="29023"/>
                    </a:cubicBezTo>
                    <a:cubicBezTo>
                      <a:pt x="24465" y="29427"/>
                      <a:pt x="25556" y="29145"/>
                      <a:pt x="26021" y="28398"/>
                    </a:cubicBezTo>
                    <a:lnTo>
                      <a:pt x="34976" y="14017"/>
                    </a:lnTo>
                    <a:lnTo>
                      <a:pt x="38344" y="21293"/>
                    </a:lnTo>
                    <a:lnTo>
                      <a:pt x="38369" y="21354"/>
                    </a:lnTo>
                    <a:cubicBezTo>
                      <a:pt x="38369" y="21354"/>
                      <a:pt x="38418" y="21452"/>
                      <a:pt x="38454" y="21514"/>
                    </a:cubicBezTo>
                    <a:cubicBezTo>
                      <a:pt x="38920" y="22261"/>
                      <a:pt x="39998" y="22542"/>
                      <a:pt x="40855" y="22138"/>
                    </a:cubicBezTo>
                    <a:lnTo>
                      <a:pt x="52946" y="16491"/>
                    </a:lnTo>
                    <a:cubicBezTo>
                      <a:pt x="53803" y="16087"/>
                      <a:pt x="54134" y="15156"/>
                      <a:pt x="53669" y="14409"/>
                    </a:cubicBezTo>
                    <a:close/>
                  </a:path>
                </a:pathLst>
              </a:custGeom>
              <a:solidFill>
                <a:srgbClr val="FFFFFF">
                  <a:alpha val="83000"/>
                </a:srgbClr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Forme libre : forme 928">
                <a:extLst>
                  <a:ext uri="{FF2B5EF4-FFF2-40B4-BE49-F238E27FC236}">
                    <a16:creationId xmlns:a16="http://schemas.microsoft.com/office/drawing/2014/main" id="{464C9061-6801-A3A9-461F-B72070D4474B}"/>
                  </a:ext>
                </a:extLst>
              </p:cNvPr>
              <p:cNvSpPr/>
              <p:nvPr/>
            </p:nvSpPr>
            <p:spPr>
              <a:xfrm>
                <a:off x="1248933" y="549524"/>
                <a:ext cx="11251" cy="15735"/>
              </a:xfrm>
              <a:custGeom>
                <a:avLst/>
                <a:gdLst>
                  <a:gd name="connsiteX0" fmla="*/ 1310 w 11251"/>
                  <a:gd name="connsiteY0" fmla="*/ 15735 h 15735"/>
                  <a:gd name="connsiteX1" fmla="*/ 526 w 11251"/>
                  <a:gd name="connsiteY1" fmla="*/ 15478 h 15735"/>
                  <a:gd name="connsiteX2" fmla="*/ 256 w 11251"/>
                  <a:gd name="connsiteY2" fmla="*/ 13641 h 15735"/>
                  <a:gd name="connsiteX3" fmla="*/ 8807 w 11251"/>
                  <a:gd name="connsiteY3" fmla="*/ 656 h 15735"/>
                  <a:gd name="connsiteX4" fmla="*/ 10595 w 11251"/>
                  <a:gd name="connsiteY4" fmla="*/ 178 h 15735"/>
                  <a:gd name="connsiteX5" fmla="*/ 11073 w 11251"/>
                  <a:gd name="connsiteY5" fmla="*/ 1967 h 15735"/>
                  <a:gd name="connsiteX6" fmla="*/ 2363 w 11251"/>
                  <a:gd name="connsiteY6" fmla="*/ 15209 h 15735"/>
                  <a:gd name="connsiteX7" fmla="*/ 1310 w 11251"/>
                  <a:gd name="connsiteY7" fmla="*/ 15735 h 15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51" h="15735">
                    <a:moveTo>
                      <a:pt x="1310" y="15735"/>
                    </a:moveTo>
                    <a:cubicBezTo>
                      <a:pt x="1040" y="15735"/>
                      <a:pt x="758" y="15650"/>
                      <a:pt x="526" y="15478"/>
                    </a:cubicBezTo>
                    <a:cubicBezTo>
                      <a:pt x="-50" y="15050"/>
                      <a:pt x="-173" y="14229"/>
                      <a:pt x="256" y="13641"/>
                    </a:cubicBezTo>
                    <a:cubicBezTo>
                      <a:pt x="3392" y="9415"/>
                      <a:pt x="6271" y="5041"/>
                      <a:pt x="8807" y="656"/>
                    </a:cubicBezTo>
                    <a:cubicBezTo>
                      <a:pt x="9174" y="31"/>
                      <a:pt x="9970" y="-189"/>
                      <a:pt x="10595" y="178"/>
                    </a:cubicBezTo>
                    <a:cubicBezTo>
                      <a:pt x="11220" y="546"/>
                      <a:pt x="11440" y="1342"/>
                      <a:pt x="11073" y="1967"/>
                    </a:cubicBezTo>
                    <a:cubicBezTo>
                      <a:pt x="8488" y="6450"/>
                      <a:pt x="5560" y="10897"/>
                      <a:pt x="2363" y="15209"/>
                    </a:cubicBezTo>
                    <a:cubicBezTo>
                      <a:pt x="2106" y="15552"/>
                      <a:pt x="1714" y="15735"/>
                      <a:pt x="1310" y="15735"/>
                    </a:cubicBezTo>
                    <a:close/>
                  </a:path>
                </a:pathLst>
              </a:custGeom>
              <a:solidFill>
                <a:srgbClr val="FFFFFF">
                  <a:alpha val="83000"/>
                </a:srgbClr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Forme libre : forme 929">
                <a:extLst>
                  <a:ext uri="{FF2B5EF4-FFF2-40B4-BE49-F238E27FC236}">
                    <a16:creationId xmlns:a16="http://schemas.microsoft.com/office/drawing/2014/main" id="{48BCDCDA-ADD5-3DE1-2333-5269EE8A679B}"/>
                  </a:ext>
                </a:extLst>
              </p:cNvPr>
              <p:cNvSpPr/>
              <p:nvPr/>
            </p:nvSpPr>
            <p:spPr>
              <a:xfrm>
                <a:off x="1263980" y="452649"/>
                <a:ext cx="12115" cy="86788"/>
              </a:xfrm>
              <a:custGeom>
                <a:avLst/>
                <a:gdLst>
                  <a:gd name="connsiteX0" fmla="*/ 1317 w 12115"/>
                  <a:gd name="connsiteY0" fmla="*/ 86788 h 86788"/>
                  <a:gd name="connsiteX1" fmla="*/ 791 w 12115"/>
                  <a:gd name="connsiteY1" fmla="*/ 86678 h 86788"/>
                  <a:gd name="connsiteX2" fmla="*/ 105 w 12115"/>
                  <a:gd name="connsiteY2" fmla="*/ 84951 h 86788"/>
                  <a:gd name="connsiteX3" fmla="*/ 2579 w 12115"/>
                  <a:gd name="connsiteY3" fmla="*/ 1861 h 86788"/>
                  <a:gd name="connsiteX4" fmla="*/ 3228 w 12115"/>
                  <a:gd name="connsiteY4" fmla="*/ 121 h 86788"/>
                  <a:gd name="connsiteX5" fmla="*/ 4968 w 12115"/>
                  <a:gd name="connsiteY5" fmla="*/ 771 h 86788"/>
                  <a:gd name="connsiteX6" fmla="*/ 2506 w 12115"/>
                  <a:gd name="connsiteY6" fmla="*/ 85992 h 86788"/>
                  <a:gd name="connsiteX7" fmla="*/ 1305 w 12115"/>
                  <a:gd name="connsiteY7" fmla="*/ 86776 h 86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15" h="86788">
                    <a:moveTo>
                      <a:pt x="1317" y="86788"/>
                    </a:moveTo>
                    <a:cubicBezTo>
                      <a:pt x="1146" y="86788"/>
                      <a:pt x="962" y="86752"/>
                      <a:pt x="791" y="86678"/>
                    </a:cubicBezTo>
                    <a:cubicBezTo>
                      <a:pt x="129" y="86384"/>
                      <a:pt x="-177" y="85612"/>
                      <a:pt x="105" y="84951"/>
                    </a:cubicBezTo>
                    <a:cubicBezTo>
                      <a:pt x="19619" y="40019"/>
                      <a:pt x="2763" y="2241"/>
                      <a:pt x="2579" y="1861"/>
                    </a:cubicBezTo>
                    <a:cubicBezTo>
                      <a:pt x="2273" y="1199"/>
                      <a:pt x="2567" y="428"/>
                      <a:pt x="3228" y="121"/>
                    </a:cubicBezTo>
                    <a:cubicBezTo>
                      <a:pt x="3890" y="-185"/>
                      <a:pt x="4662" y="109"/>
                      <a:pt x="4968" y="771"/>
                    </a:cubicBezTo>
                    <a:cubicBezTo>
                      <a:pt x="5139" y="1163"/>
                      <a:pt x="22485" y="40007"/>
                      <a:pt x="2506" y="85992"/>
                    </a:cubicBezTo>
                    <a:cubicBezTo>
                      <a:pt x="2285" y="86482"/>
                      <a:pt x="1808" y="86776"/>
                      <a:pt x="1305" y="86776"/>
                    </a:cubicBezTo>
                    <a:close/>
                  </a:path>
                </a:pathLst>
              </a:custGeom>
              <a:solidFill>
                <a:srgbClr val="FFFFFF">
                  <a:alpha val="83000"/>
                </a:srgbClr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9" name="Graphique 4">
              <a:extLst>
                <a:ext uri="{FF2B5EF4-FFF2-40B4-BE49-F238E27FC236}">
                  <a16:creationId xmlns:a16="http://schemas.microsoft.com/office/drawing/2014/main" id="{8E2645D5-7F5D-E995-8EA0-39D8FB6FA332}"/>
                </a:ext>
              </a:extLst>
            </p:cNvPr>
            <p:cNvGrpSpPr/>
            <p:nvPr/>
          </p:nvGrpSpPr>
          <p:grpSpPr>
            <a:xfrm>
              <a:off x="110137" y="4247"/>
              <a:ext cx="791547" cy="1140392"/>
              <a:chOff x="110137" y="4247"/>
              <a:chExt cx="791547" cy="1140392"/>
            </a:xfrm>
          </p:grpSpPr>
          <p:sp>
            <p:nvSpPr>
              <p:cNvPr id="899" name="Forme libre : forme 898">
                <a:extLst>
                  <a:ext uri="{FF2B5EF4-FFF2-40B4-BE49-F238E27FC236}">
                    <a16:creationId xmlns:a16="http://schemas.microsoft.com/office/drawing/2014/main" id="{5733766D-90AF-E51D-67A9-8113785B7060}"/>
                  </a:ext>
                </a:extLst>
              </p:cNvPr>
              <p:cNvSpPr/>
              <p:nvPr/>
            </p:nvSpPr>
            <p:spPr>
              <a:xfrm>
                <a:off x="110137" y="128864"/>
                <a:ext cx="791547" cy="1015775"/>
              </a:xfrm>
              <a:custGeom>
                <a:avLst/>
                <a:gdLst>
                  <a:gd name="connsiteX0" fmla="*/ 101891 w 791547"/>
                  <a:gd name="connsiteY0" fmla="*/ 36 h 1015775"/>
                  <a:gd name="connsiteX1" fmla="*/ 712749 w 791547"/>
                  <a:gd name="connsiteY1" fmla="*/ 19096 h 1015775"/>
                  <a:gd name="connsiteX2" fmla="*/ 774083 w 791547"/>
                  <a:gd name="connsiteY2" fmla="*/ 81129 h 1015775"/>
                  <a:gd name="connsiteX3" fmla="*/ 791539 w 791547"/>
                  <a:gd name="connsiteY3" fmla="*/ 968169 h 1015775"/>
                  <a:gd name="connsiteX4" fmla="*/ 744255 w 791547"/>
                  <a:gd name="connsiteY4" fmla="*/ 1015772 h 1015775"/>
                  <a:gd name="connsiteX5" fmla="*/ 43741 w 791547"/>
                  <a:gd name="connsiteY5" fmla="*/ 1006658 h 1015775"/>
                  <a:gd name="connsiteX6" fmla="*/ 22 w 791547"/>
                  <a:gd name="connsiteY6" fmla="*/ 960966 h 1015775"/>
                  <a:gd name="connsiteX7" fmla="*/ 27829 w 791547"/>
                  <a:gd name="connsiteY7" fmla="*/ 69626 h 1015775"/>
                  <a:gd name="connsiteX8" fmla="*/ 101903 w 791547"/>
                  <a:gd name="connsiteY8" fmla="*/ 36 h 101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1547" h="1015775">
                    <a:moveTo>
                      <a:pt x="101891" y="36"/>
                    </a:moveTo>
                    <a:lnTo>
                      <a:pt x="712749" y="19096"/>
                    </a:lnTo>
                    <a:cubicBezTo>
                      <a:pt x="746448" y="20150"/>
                      <a:pt x="773409" y="47430"/>
                      <a:pt x="774083" y="81129"/>
                    </a:cubicBezTo>
                    <a:lnTo>
                      <a:pt x="791539" y="968169"/>
                    </a:lnTo>
                    <a:cubicBezTo>
                      <a:pt x="792053" y="994543"/>
                      <a:pt x="770629" y="1016115"/>
                      <a:pt x="744255" y="1015772"/>
                    </a:cubicBezTo>
                    <a:lnTo>
                      <a:pt x="43741" y="1006658"/>
                    </a:lnTo>
                    <a:cubicBezTo>
                      <a:pt x="18948" y="1006340"/>
                      <a:pt x="-750" y="985735"/>
                      <a:pt x="22" y="960966"/>
                    </a:cubicBezTo>
                    <a:lnTo>
                      <a:pt x="27829" y="69626"/>
                    </a:lnTo>
                    <a:cubicBezTo>
                      <a:pt x="29066" y="29949"/>
                      <a:pt x="62226" y="-1202"/>
                      <a:pt x="101903" y="36"/>
                    </a:cubicBez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900" name="Graphique 4">
                <a:extLst>
                  <a:ext uri="{FF2B5EF4-FFF2-40B4-BE49-F238E27FC236}">
                    <a16:creationId xmlns:a16="http://schemas.microsoft.com/office/drawing/2014/main" id="{19C9770C-1A7A-F95E-FEB8-27C1B4D81373}"/>
                  </a:ext>
                </a:extLst>
              </p:cNvPr>
              <p:cNvGrpSpPr/>
              <p:nvPr/>
            </p:nvGrpSpPr>
            <p:grpSpPr>
              <a:xfrm>
                <a:off x="166147" y="121479"/>
                <a:ext cx="694277" cy="984924"/>
                <a:chOff x="166147" y="121479"/>
                <a:chExt cx="694277" cy="984924"/>
              </a:xfrm>
            </p:grpSpPr>
            <p:sp>
              <p:nvSpPr>
                <p:cNvPr id="904" name="Forme libre : forme 903">
                  <a:extLst>
                    <a:ext uri="{FF2B5EF4-FFF2-40B4-BE49-F238E27FC236}">
                      <a16:creationId xmlns:a16="http://schemas.microsoft.com/office/drawing/2014/main" id="{D363D9F3-D480-087B-1E21-18FC370CED29}"/>
                    </a:ext>
                  </a:extLst>
                </p:cNvPr>
                <p:cNvSpPr/>
                <p:nvPr/>
              </p:nvSpPr>
              <p:spPr>
                <a:xfrm>
                  <a:off x="166147" y="121479"/>
                  <a:ext cx="694277" cy="984924"/>
                </a:xfrm>
                <a:custGeom>
                  <a:avLst/>
                  <a:gdLst>
                    <a:gd name="connsiteX0" fmla="*/ 47975 w 694277"/>
                    <a:gd name="connsiteY0" fmla="*/ 303 h 984924"/>
                    <a:gd name="connsiteX1" fmla="*/ 654534 w 694277"/>
                    <a:gd name="connsiteY1" fmla="*/ 47342 h 984924"/>
                    <a:gd name="connsiteX2" fmla="*/ 674746 w 694277"/>
                    <a:gd name="connsiteY2" fmla="*/ 66182 h 984924"/>
                    <a:gd name="connsiteX3" fmla="*/ 694272 w 694277"/>
                    <a:gd name="connsiteY3" fmla="*/ 957241 h 984924"/>
                    <a:gd name="connsiteX4" fmla="*/ 672688 w 694277"/>
                    <a:gd name="connsiteY4" fmla="*/ 979939 h 984924"/>
                    <a:gd name="connsiteX5" fmla="*/ 15207 w 694277"/>
                    <a:gd name="connsiteY5" fmla="*/ 972810 h 984924"/>
                    <a:gd name="connsiteX6" fmla="*/ 5 w 694277"/>
                    <a:gd name="connsiteY6" fmla="*/ 954913 h 984924"/>
                    <a:gd name="connsiteX7" fmla="*/ 23660 w 694277"/>
                    <a:gd name="connsiteY7" fmla="*/ 20368 h 984924"/>
                    <a:gd name="connsiteX8" fmla="*/ 47975 w 694277"/>
                    <a:gd name="connsiteY8" fmla="*/ 291 h 984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94277" h="984924">
                      <a:moveTo>
                        <a:pt x="47975" y="303"/>
                      </a:moveTo>
                      <a:cubicBezTo>
                        <a:pt x="131041" y="14219"/>
                        <a:pt x="416803" y="58159"/>
                        <a:pt x="654534" y="47342"/>
                      </a:cubicBezTo>
                      <a:cubicBezTo>
                        <a:pt x="665375" y="46852"/>
                        <a:pt x="674501" y="55341"/>
                        <a:pt x="674746" y="66182"/>
                      </a:cubicBezTo>
                      <a:lnTo>
                        <a:pt x="694272" y="957241"/>
                      </a:lnTo>
                      <a:cubicBezTo>
                        <a:pt x="694541" y="969453"/>
                        <a:pt x="684901" y="979596"/>
                        <a:pt x="672688" y="979939"/>
                      </a:cubicBezTo>
                      <a:cubicBezTo>
                        <a:pt x="572754" y="982732"/>
                        <a:pt x="161249" y="992728"/>
                        <a:pt x="15207" y="972810"/>
                      </a:cubicBezTo>
                      <a:cubicBezTo>
                        <a:pt x="6314" y="971597"/>
                        <a:pt x="-215" y="963880"/>
                        <a:pt x="5" y="954913"/>
                      </a:cubicBezTo>
                      <a:lnTo>
                        <a:pt x="23660" y="20368"/>
                      </a:lnTo>
                      <a:cubicBezTo>
                        <a:pt x="23978" y="7677"/>
                        <a:pt x="35444" y="-1804"/>
                        <a:pt x="47975" y="291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" name="Forme libre : forme 904">
                  <a:extLst>
                    <a:ext uri="{FF2B5EF4-FFF2-40B4-BE49-F238E27FC236}">
                      <a16:creationId xmlns:a16="http://schemas.microsoft.com/office/drawing/2014/main" id="{076F68B1-30CB-71BD-B87B-12F87B0FB273}"/>
                    </a:ext>
                  </a:extLst>
                </p:cNvPr>
                <p:cNvSpPr/>
                <p:nvPr/>
              </p:nvSpPr>
              <p:spPr>
                <a:xfrm>
                  <a:off x="176180" y="144874"/>
                  <a:ext cx="668136" cy="947830"/>
                </a:xfrm>
                <a:custGeom>
                  <a:avLst/>
                  <a:gdLst>
                    <a:gd name="connsiteX0" fmla="*/ 46163 w 668136"/>
                    <a:gd name="connsiteY0" fmla="*/ 269 h 947830"/>
                    <a:gd name="connsiteX1" fmla="*/ 629887 w 668136"/>
                    <a:gd name="connsiteY1" fmla="*/ 45544 h 947830"/>
                    <a:gd name="connsiteX2" fmla="*/ 649340 w 668136"/>
                    <a:gd name="connsiteY2" fmla="*/ 63686 h 947830"/>
                    <a:gd name="connsiteX3" fmla="*/ 668131 w 668136"/>
                    <a:gd name="connsiteY3" fmla="*/ 921192 h 947830"/>
                    <a:gd name="connsiteX4" fmla="*/ 647355 w 668136"/>
                    <a:gd name="connsiteY4" fmla="*/ 943033 h 947830"/>
                    <a:gd name="connsiteX5" fmla="*/ 14632 w 668136"/>
                    <a:gd name="connsiteY5" fmla="*/ 936174 h 947830"/>
                    <a:gd name="connsiteX6" fmla="*/ 6 w 668136"/>
                    <a:gd name="connsiteY6" fmla="*/ 918950 h 947830"/>
                    <a:gd name="connsiteX7" fmla="*/ 22766 w 668136"/>
                    <a:gd name="connsiteY7" fmla="*/ 19599 h 947830"/>
                    <a:gd name="connsiteX8" fmla="*/ 46163 w 668136"/>
                    <a:gd name="connsiteY8" fmla="*/ 281 h 9478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68136" h="947830">
                      <a:moveTo>
                        <a:pt x="46163" y="269"/>
                      </a:moveTo>
                      <a:cubicBezTo>
                        <a:pt x="126104" y="13658"/>
                        <a:pt x="401099" y="55944"/>
                        <a:pt x="629887" y="45544"/>
                      </a:cubicBezTo>
                      <a:cubicBezTo>
                        <a:pt x="640324" y="45066"/>
                        <a:pt x="649107" y="53237"/>
                        <a:pt x="649340" y="63686"/>
                      </a:cubicBezTo>
                      <a:lnTo>
                        <a:pt x="668131" y="921192"/>
                      </a:lnTo>
                      <a:cubicBezTo>
                        <a:pt x="668388" y="932952"/>
                        <a:pt x="659115" y="942703"/>
                        <a:pt x="647355" y="943033"/>
                      </a:cubicBezTo>
                      <a:cubicBezTo>
                        <a:pt x="551183" y="945716"/>
                        <a:pt x="155173" y="955344"/>
                        <a:pt x="14632" y="936174"/>
                      </a:cubicBezTo>
                      <a:cubicBezTo>
                        <a:pt x="6081" y="935010"/>
                        <a:pt x="-215" y="927574"/>
                        <a:pt x="6" y="918950"/>
                      </a:cubicBezTo>
                      <a:lnTo>
                        <a:pt x="22766" y="19599"/>
                      </a:lnTo>
                      <a:cubicBezTo>
                        <a:pt x="23072" y="7386"/>
                        <a:pt x="34109" y="-1740"/>
                        <a:pt x="46163" y="281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6" name="Forme libre : forme 905">
                  <a:extLst>
                    <a:ext uri="{FF2B5EF4-FFF2-40B4-BE49-F238E27FC236}">
                      <a16:creationId xmlns:a16="http://schemas.microsoft.com/office/drawing/2014/main" id="{C20E00AA-6424-A98D-7DC2-8C4AE5018F60}"/>
                    </a:ext>
                  </a:extLst>
                </p:cNvPr>
                <p:cNvSpPr/>
                <p:nvPr/>
              </p:nvSpPr>
              <p:spPr>
                <a:xfrm>
                  <a:off x="273884" y="232652"/>
                  <a:ext cx="529158" cy="32846"/>
                </a:xfrm>
                <a:custGeom>
                  <a:avLst/>
                  <a:gdLst>
                    <a:gd name="connsiteX0" fmla="*/ 525862 w 529158"/>
                    <a:gd name="connsiteY0" fmla="*/ 32845 h 32846"/>
                    <a:gd name="connsiteX1" fmla="*/ 529157 w 529158"/>
                    <a:gd name="connsiteY1" fmla="*/ 29537 h 32846"/>
                    <a:gd name="connsiteX2" fmla="*/ 528961 w 529158"/>
                    <a:gd name="connsiteY2" fmla="*/ 24013 h 32846"/>
                    <a:gd name="connsiteX3" fmla="*/ 525433 w 529158"/>
                    <a:gd name="connsiteY3" fmla="*/ 20473 h 32846"/>
                    <a:gd name="connsiteX4" fmla="*/ 1928 w 529158"/>
                    <a:gd name="connsiteY4" fmla="*/ 3 h 32846"/>
                    <a:gd name="connsiteX5" fmla="*/ 556 w 529158"/>
                    <a:gd name="connsiteY5" fmla="*/ 2600 h 32846"/>
                    <a:gd name="connsiteX6" fmla="*/ 9094 w 529158"/>
                    <a:gd name="connsiteY6" fmla="*/ 14041 h 32846"/>
                    <a:gd name="connsiteX7" fmla="*/ 14546 w 529158"/>
                    <a:gd name="connsiteY7" fmla="*/ 16883 h 32846"/>
                    <a:gd name="connsiteX8" fmla="*/ 525862 w 529158"/>
                    <a:gd name="connsiteY8" fmla="*/ 32833 h 328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29158" h="32846">
                      <a:moveTo>
                        <a:pt x="525862" y="32845"/>
                      </a:moveTo>
                      <a:cubicBezTo>
                        <a:pt x="527736" y="32906"/>
                        <a:pt x="529218" y="31412"/>
                        <a:pt x="529157" y="29537"/>
                      </a:cubicBezTo>
                      <a:lnTo>
                        <a:pt x="528961" y="24013"/>
                      </a:lnTo>
                      <a:cubicBezTo>
                        <a:pt x="528900" y="22139"/>
                        <a:pt x="527307" y="20546"/>
                        <a:pt x="525433" y="20473"/>
                      </a:cubicBezTo>
                      <a:lnTo>
                        <a:pt x="1928" y="3"/>
                      </a:lnTo>
                      <a:cubicBezTo>
                        <a:pt x="54" y="-70"/>
                        <a:pt x="-558" y="1106"/>
                        <a:pt x="556" y="2600"/>
                      </a:cubicBezTo>
                      <a:lnTo>
                        <a:pt x="9094" y="14041"/>
                      </a:lnTo>
                      <a:cubicBezTo>
                        <a:pt x="10221" y="15548"/>
                        <a:pt x="12671" y="16822"/>
                        <a:pt x="14546" y="16883"/>
                      </a:cubicBezTo>
                      <a:lnTo>
                        <a:pt x="525862" y="328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7" name="Forme libre : forme 906">
                  <a:extLst>
                    <a:ext uri="{FF2B5EF4-FFF2-40B4-BE49-F238E27FC236}">
                      <a16:creationId xmlns:a16="http://schemas.microsoft.com/office/drawing/2014/main" id="{767D77B6-DC65-B81B-3610-EE426C93DFCB}"/>
                    </a:ext>
                  </a:extLst>
                </p:cNvPr>
                <p:cNvSpPr/>
                <p:nvPr/>
              </p:nvSpPr>
              <p:spPr>
                <a:xfrm>
                  <a:off x="272818" y="266890"/>
                  <a:ext cx="529158" cy="32834"/>
                </a:xfrm>
                <a:custGeom>
                  <a:avLst/>
                  <a:gdLst>
                    <a:gd name="connsiteX0" fmla="*/ 1928 w 529158"/>
                    <a:gd name="connsiteY0" fmla="*/ 3 h 32834"/>
                    <a:gd name="connsiteX1" fmla="*/ 556 w 529158"/>
                    <a:gd name="connsiteY1" fmla="*/ 2600 h 32834"/>
                    <a:gd name="connsiteX2" fmla="*/ 9094 w 529158"/>
                    <a:gd name="connsiteY2" fmla="*/ 14041 h 32834"/>
                    <a:gd name="connsiteX3" fmla="*/ 14546 w 529158"/>
                    <a:gd name="connsiteY3" fmla="*/ 16883 h 32834"/>
                    <a:gd name="connsiteX4" fmla="*/ 525862 w 529158"/>
                    <a:gd name="connsiteY4" fmla="*/ 32833 h 32834"/>
                    <a:gd name="connsiteX5" fmla="*/ 529157 w 529158"/>
                    <a:gd name="connsiteY5" fmla="*/ 29525 h 32834"/>
                    <a:gd name="connsiteX6" fmla="*/ 528961 w 529158"/>
                    <a:gd name="connsiteY6" fmla="*/ 24001 h 32834"/>
                    <a:gd name="connsiteX7" fmla="*/ 525433 w 529158"/>
                    <a:gd name="connsiteY7" fmla="*/ 20460 h 32834"/>
                    <a:gd name="connsiteX8" fmla="*/ 1928 w 529158"/>
                    <a:gd name="connsiteY8" fmla="*/ 3 h 328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29158" h="32834">
                      <a:moveTo>
                        <a:pt x="1928" y="3"/>
                      </a:moveTo>
                      <a:cubicBezTo>
                        <a:pt x="54" y="-70"/>
                        <a:pt x="-558" y="1094"/>
                        <a:pt x="556" y="2600"/>
                      </a:cubicBezTo>
                      <a:lnTo>
                        <a:pt x="9094" y="14041"/>
                      </a:lnTo>
                      <a:cubicBezTo>
                        <a:pt x="10221" y="15548"/>
                        <a:pt x="12671" y="16822"/>
                        <a:pt x="14546" y="16883"/>
                      </a:cubicBezTo>
                      <a:lnTo>
                        <a:pt x="525862" y="32833"/>
                      </a:lnTo>
                      <a:cubicBezTo>
                        <a:pt x="527736" y="32894"/>
                        <a:pt x="529218" y="31412"/>
                        <a:pt x="529157" y="29525"/>
                      </a:cubicBezTo>
                      <a:lnTo>
                        <a:pt x="528961" y="24001"/>
                      </a:lnTo>
                      <a:cubicBezTo>
                        <a:pt x="528900" y="22126"/>
                        <a:pt x="527307" y="20534"/>
                        <a:pt x="525433" y="20460"/>
                      </a:cubicBezTo>
                      <a:lnTo>
                        <a:pt x="1928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8" name="Forme libre : forme 907">
                  <a:extLst>
                    <a:ext uri="{FF2B5EF4-FFF2-40B4-BE49-F238E27FC236}">
                      <a16:creationId xmlns:a16="http://schemas.microsoft.com/office/drawing/2014/main" id="{6B856308-BB2D-82F7-B3B3-1EB86E932250}"/>
                    </a:ext>
                  </a:extLst>
                </p:cNvPr>
                <p:cNvSpPr/>
                <p:nvPr/>
              </p:nvSpPr>
              <p:spPr>
                <a:xfrm>
                  <a:off x="262818" y="486224"/>
                  <a:ext cx="112369" cy="94506"/>
                </a:xfrm>
                <a:custGeom>
                  <a:avLst/>
                  <a:gdLst>
                    <a:gd name="connsiteX0" fmla="*/ 94198 w 112369"/>
                    <a:gd name="connsiteY0" fmla="*/ 94507 h 94506"/>
                    <a:gd name="connsiteX1" fmla="*/ 94014 w 112369"/>
                    <a:gd name="connsiteY1" fmla="*/ 94507 h 94506"/>
                    <a:gd name="connsiteX2" fmla="*/ 25232 w 112369"/>
                    <a:gd name="connsiteY2" fmla="*/ 93931 h 94506"/>
                    <a:gd name="connsiteX3" fmla="*/ 6184 w 112369"/>
                    <a:gd name="connsiteY3" fmla="*/ 78080 h 94506"/>
                    <a:gd name="connsiteX4" fmla="*/ 71 w 112369"/>
                    <a:gd name="connsiteY4" fmla="*/ 20371 h 94506"/>
                    <a:gd name="connsiteX5" fmla="*/ 3060 w 112369"/>
                    <a:gd name="connsiteY5" fmla="*/ 10817 h 94506"/>
                    <a:gd name="connsiteX6" fmla="*/ 13693 w 112369"/>
                    <a:gd name="connsiteY6" fmla="*/ 5549 h 94506"/>
                    <a:gd name="connsiteX7" fmla="*/ 13693 w 112369"/>
                    <a:gd name="connsiteY7" fmla="*/ 5549 h 94506"/>
                    <a:gd name="connsiteX8" fmla="*/ 36281 w 112369"/>
                    <a:gd name="connsiteY8" fmla="*/ 3699 h 94506"/>
                    <a:gd name="connsiteX9" fmla="*/ 89862 w 112369"/>
                    <a:gd name="connsiteY9" fmla="*/ 0 h 94506"/>
                    <a:gd name="connsiteX10" fmla="*/ 90143 w 112369"/>
                    <a:gd name="connsiteY10" fmla="*/ 0 h 94506"/>
                    <a:gd name="connsiteX11" fmla="*/ 109302 w 112369"/>
                    <a:gd name="connsiteY11" fmla="*/ 13573 h 94506"/>
                    <a:gd name="connsiteX12" fmla="*/ 111973 w 112369"/>
                    <a:gd name="connsiteY12" fmla="*/ 78656 h 94506"/>
                    <a:gd name="connsiteX13" fmla="*/ 94210 w 112369"/>
                    <a:gd name="connsiteY13" fmla="*/ 94507 h 94506"/>
                    <a:gd name="connsiteX14" fmla="*/ 14073 w 112369"/>
                    <a:gd name="connsiteY14" fmla="*/ 11159 h 94506"/>
                    <a:gd name="connsiteX15" fmla="*/ 7347 w 112369"/>
                    <a:gd name="connsiteY15" fmla="*/ 14430 h 94506"/>
                    <a:gd name="connsiteX16" fmla="*/ 5632 w 112369"/>
                    <a:gd name="connsiteY16" fmla="*/ 19783 h 94506"/>
                    <a:gd name="connsiteX17" fmla="*/ 11745 w 112369"/>
                    <a:gd name="connsiteY17" fmla="*/ 77492 h 94506"/>
                    <a:gd name="connsiteX18" fmla="*/ 25257 w 112369"/>
                    <a:gd name="connsiteY18" fmla="*/ 88321 h 94506"/>
                    <a:gd name="connsiteX19" fmla="*/ 94039 w 112369"/>
                    <a:gd name="connsiteY19" fmla="*/ 88896 h 94506"/>
                    <a:gd name="connsiteX20" fmla="*/ 94174 w 112369"/>
                    <a:gd name="connsiteY20" fmla="*/ 88896 h 94506"/>
                    <a:gd name="connsiteX21" fmla="*/ 106325 w 112369"/>
                    <a:gd name="connsiteY21" fmla="*/ 78521 h 94506"/>
                    <a:gd name="connsiteX22" fmla="*/ 103851 w 112369"/>
                    <a:gd name="connsiteY22" fmla="*/ 15043 h 94506"/>
                    <a:gd name="connsiteX23" fmla="*/ 89911 w 112369"/>
                    <a:gd name="connsiteY23" fmla="*/ 5610 h 94506"/>
                    <a:gd name="connsiteX24" fmla="*/ 36735 w 112369"/>
                    <a:gd name="connsiteY24" fmla="*/ 9285 h 94506"/>
                    <a:gd name="connsiteX25" fmla="*/ 14060 w 112369"/>
                    <a:gd name="connsiteY25" fmla="*/ 11147 h 94506"/>
                    <a:gd name="connsiteX26" fmla="*/ 14060 w 112369"/>
                    <a:gd name="connsiteY26" fmla="*/ 11147 h 94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2369" h="94506">
                      <a:moveTo>
                        <a:pt x="94198" y="94507"/>
                      </a:moveTo>
                      <a:cubicBezTo>
                        <a:pt x="94137" y="94507"/>
                        <a:pt x="94076" y="94507"/>
                        <a:pt x="94014" y="94507"/>
                      </a:cubicBezTo>
                      <a:lnTo>
                        <a:pt x="25232" y="93931"/>
                      </a:lnTo>
                      <a:cubicBezTo>
                        <a:pt x="15322" y="93845"/>
                        <a:pt x="7127" y="87034"/>
                        <a:pt x="6184" y="78080"/>
                      </a:cubicBezTo>
                      <a:lnTo>
                        <a:pt x="71" y="20371"/>
                      </a:lnTo>
                      <a:cubicBezTo>
                        <a:pt x="-296" y="16941"/>
                        <a:pt x="769" y="13548"/>
                        <a:pt x="3060" y="10817"/>
                      </a:cubicBezTo>
                      <a:cubicBezTo>
                        <a:pt x="5620" y="7766"/>
                        <a:pt x="9491" y="5843"/>
                        <a:pt x="13693" y="5549"/>
                      </a:cubicBezTo>
                      <a:lnTo>
                        <a:pt x="13693" y="5549"/>
                      </a:lnTo>
                      <a:cubicBezTo>
                        <a:pt x="19499" y="5145"/>
                        <a:pt x="27486" y="4459"/>
                        <a:pt x="36281" y="3699"/>
                      </a:cubicBezTo>
                      <a:cubicBezTo>
                        <a:pt x="55428" y="2046"/>
                        <a:pt x="77122" y="171"/>
                        <a:pt x="89862" y="0"/>
                      </a:cubicBezTo>
                      <a:cubicBezTo>
                        <a:pt x="89960" y="0"/>
                        <a:pt x="90045" y="0"/>
                        <a:pt x="90143" y="0"/>
                      </a:cubicBezTo>
                      <a:cubicBezTo>
                        <a:pt x="99257" y="0"/>
                        <a:pt x="107109" y="5537"/>
                        <a:pt x="109302" y="13573"/>
                      </a:cubicBezTo>
                      <a:cubicBezTo>
                        <a:pt x="112903" y="26839"/>
                        <a:pt x="112622" y="51927"/>
                        <a:pt x="111973" y="78656"/>
                      </a:cubicBezTo>
                      <a:cubicBezTo>
                        <a:pt x="111752" y="87426"/>
                        <a:pt x="103814" y="94494"/>
                        <a:pt x="94210" y="94507"/>
                      </a:cubicBezTo>
                      <a:close/>
                      <a:moveTo>
                        <a:pt x="14073" y="11159"/>
                      </a:moveTo>
                      <a:cubicBezTo>
                        <a:pt x="11390" y="11343"/>
                        <a:pt x="8940" y="12531"/>
                        <a:pt x="7347" y="14430"/>
                      </a:cubicBezTo>
                      <a:cubicBezTo>
                        <a:pt x="6049" y="15986"/>
                        <a:pt x="5436" y="17885"/>
                        <a:pt x="5632" y="19783"/>
                      </a:cubicBezTo>
                      <a:lnTo>
                        <a:pt x="11745" y="77492"/>
                      </a:lnTo>
                      <a:cubicBezTo>
                        <a:pt x="12394" y="83604"/>
                        <a:pt x="18201" y="88259"/>
                        <a:pt x="25257" y="88321"/>
                      </a:cubicBezTo>
                      <a:lnTo>
                        <a:pt x="94039" y="88896"/>
                      </a:lnTo>
                      <a:cubicBezTo>
                        <a:pt x="94039" y="88896"/>
                        <a:pt x="94125" y="88896"/>
                        <a:pt x="94174" y="88896"/>
                      </a:cubicBezTo>
                      <a:cubicBezTo>
                        <a:pt x="100752" y="88896"/>
                        <a:pt x="106191" y="84254"/>
                        <a:pt x="106325" y="78521"/>
                      </a:cubicBezTo>
                      <a:cubicBezTo>
                        <a:pt x="106962" y="52221"/>
                        <a:pt x="107256" y="27586"/>
                        <a:pt x="103851" y="15043"/>
                      </a:cubicBezTo>
                      <a:cubicBezTo>
                        <a:pt x="102344" y="9494"/>
                        <a:pt x="96354" y="5378"/>
                        <a:pt x="89911" y="5610"/>
                      </a:cubicBezTo>
                      <a:cubicBezTo>
                        <a:pt x="77367" y="5782"/>
                        <a:pt x="54840" y="7730"/>
                        <a:pt x="36735" y="9285"/>
                      </a:cubicBezTo>
                      <a:cubicBezTo>
                        <a:pt x="27903" y="10045"/>
                        <a:pt x="19879" y="10743"/>
                        <a:pt x="14060" y="11147"/>
                      </a:cubicBezTo>
                      <a:lnTo>
                        <a:pt x="14060" y="111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9" name="Forme libre : forme 908">
                  <a:extLst>
                    <a:ext uri="{FF2B5EF4-FFF2-40B4-BE49-F238E27FC236}">
                      <a16:creationId xmlns:a16="http://schemas.microsoft.com/office/drawing/2014/main" id="{B405E52B-E597-06CB-DDA4-690957A047EE}"/>
                    </a:ext>
                  </a:extLst>
                </p:cNvPr>
                <p:cNvSpPr/>
                <p:nvPr/>
              </p:nvSpPr>
              <p:spPr>
                <a:xfrm>
                  <a:off x="275451" y="498718"/>
                  <a:ext cx="85305" cy="71038"/>
                </a:xfrm>
                <a:custGeom>
                  <a:avLst/>
                  <a:gdLst>
                    <a:gd name="connsiteX0" fmla="*/ 8838 w 85305"/>
                    <a:gd name="connsiteY0" fmla="*/ 4436 h 71038"/>
                    <a:gd name="connsiteX1" fmla="*/ 69585 w 85305"/>
                    <a:gd name="connsiteY1" fmla="*/ 1 h 71038"/>
                    <a:gd name="connsiteX2" fmla="*/ 82925 w 85305"/>
                    <a:gd name="connsiteY2" fmla="*/ 9189 h 71038"/>
                    <a:gd name="connsiteX3" fmla="*/ 84983 w 85305"/>
                    <a:gd name="connsiteY3" fmla="*/ 60552 h 71038"/>
                    <a:gd name="connsiteX4" fmla="*/ 72904 w 85305"/>
                    <a:gd name="connsiteY4" fmla="*/ 71038 h 71038"/>
                    <a:gd name="connsiteX5" fmla="*/ 17940 w 85305"/>
                    <a:gd name="connsiteY5" fmla="*/ 70572 h 71038"/>
                    <a:gd name="connsiteX6" fmla="*/ 4931 w 85305"/>
                    <a:gd name="connsiteY6" fmla="*/ 59915 h 71038"/>
                    <a:gd name="connsiteX7" fmla="*/ 43 w 85305"/>
                    <a:gd name="connsiteY7" fmla="*/ 13807 h 71038"/>
                    <a:gd name="connsiteX8" fmla="*/ 8851 w 85305"/>
                    <a:gd name="connsiteY8" fmla="*/ 4436 h 71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5305" h="71038">
                      <a:moveTo>
                        <a:pt x="8838" y="4436"/>
                      </a:moveTo>
                      <a:cubicBezTo>
                        <a:pt x="23281" y="3431"/>
                        <a:pt x="54689" y="210"/>
                        <a:pt x="69585" y="1"/>
                      </a:cubicBezTo>
                      <a:cubicBezTo>
                        <a:pt x="75893" y="-84"/>
                        <a:pt x="81430" y="3725"/>
                        <a:pt x="82925" y="9189"/>
                      </a:cubicBezTo>
                      <a:cubicBezTo>
                        <a:pt x="85816" y="19809"/>
                        <a:pt x="85460" y="41001"/>
                        <a:pt x="84983" y="60552"/>
                      </a:cubicBezTo>
                      <a:cubicBezTo>
                        <a:pt x="84836" y="66407"/>
                        <a:pt x="79470" y="71087"/>
                        <a:pt x="72904" y="71038"/>
                      </a:cubicBezTo>
                      <a:lnTo>
                        <a:pt x="17940" y="70572"/>
                      </a:lnTo>
                      <a:cubicBezTo>
                        <a:pt x="11178" y="70511"/>
                        <a:pt x="5568" y="65917"/>
                        <a:pt x="4931" y="59915"/>
                      </a:cubicBezTo>
                      <a:lnTo>
                        <a:pt x="43" y="13807"/>
                      </a:lnTo>
                      <a:cubicBezTo>
                        <a:pt x="-459" y="9042"/>
                        <a:pt x="3497" y="4803"/>
                        <a:pt x="8851" y="4436"/>
                      </a:cubicBez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0" name="Forme libre : forme 909">
                  <a:extLst>
                    <a:ext uri="{FF2B5EF4-FFF2-40B4-BE49-F238E27FC236}">
                      <a16:creationId xmlns:a16="http://schemas.microsoft.com/office/drawing/2014/main" id="{361DFD99-927A-6F76-40A0-7E2C03BF89D7}"/>
                    </a:ext>
                  </a:extLst>
                </p:cNvPr>
                <p:cNvSpPr/>
                <p:nvPr/>
              </p:nvSpPr>
              <p:spPr>
                <a:xfrm>
                  <a:off x="412435" y="520719"/>
                  <a:ext cx="365886" cy="34287"/>
                </a:xfrm>
                <a:custGeom>
                  <a:avLst/>
                  <a:gdLst>
                    <a:gd name="connsiteX0" fmla="*/ 2645 w 365886"/>
                    <a:gd name="connsiteY0" fmla="*/ 1 h 34287"/>
                    <a:gd name="connsiteX1" fmla="*/ 109 w 365886"/>
                    <a:gd name="connsiteY1" fmla="*/ 3222 h 34287"/>
                    <a:gd name="connsiteX2" fmla="*/ 7471 w 365886"/>
                    <a:gd name="connsiteY2" fmla="*/ 30993 h 34287"/>
                    <a:gd name="connsiteX3" fmla="*/ 11758 w 365886"/>
                    <a:gd name="connsiteY3" fmla="*/ 34288 h 34287"/>
                    <a:gd name="connsiteX4" fmla="*/ 362554 w 365886"/>
                    <a:gd name="connsiteY4" fmla="*/ 33871 h 34287"/>
                    <a:gd name="connsiteX5" fmla="*/ 365886 w 365886"/>
                    <a:gd name="connsiteY5" fmla="*/ 30454 h 34287"/>
                    <a:gd name="connsiteX6" fmla="*/ 365457 w 365886"/>
                    <a:gd name="connsiteY6" fmla="*/ 11613 h 34287"/>
                    <a:gd name="connsiteX7" fmla="*/ 361966 w 365886"/>
                    <a:gd name="connsiteY7" fmla="*/ 8122 h 34287"/>
                    <a:gd name="connsiteX8" fmla="*/ 2657 w 365886"/>
                    <a:gd name="connsiteY8" fmla="*/ 1 h 3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5886" h="34287">
                      <a:moveTo>
                        <a:pt x="2645" y="1"/>
                      </a:moveTo>
                      <a:cubicBezTo>
                        <a:pt x="770" y="-36"/>
                        <a:pt x="-369" y="1409"/>
                        <a:pt x="109" y="3222"/>
                      </a:cubicBezTo>
                      <a:lnTo>
                        <a:pt x="7471" y="30993"/>
                      </a:lnTo>
                      <a:cubicBezTo>
                        <a:pt x="7949" y="32805"/>
                        <a:pt x="9884" y="34288"/>
                        <a:pt x="11758" y="34288"/>
                      </a:cubicBezTo>
                      <a:lnTo>
                        <a:pt x="362554" y="33871"/>
                      </a:lnTo>
                      <a:cubicBezTo>
                        <a:pt x="364428" y="33871"/>
                        <a:pt x="365923" y="32328"/>
                        <a:pt x="365886" y="30454"/>
                      </a:cubicBezTo>
                      <a:lnTo>
                        <a:pt x="365457" y="11613"/>
                      </a:lnTo>
                      <a:cubicBezTo>
                        <a:pt x="365408" y="9739"/>
                        <a:pt x="363840" y="8171"/>
                        <a:pt x="361966" y="8122"/>
                      </a:cubicBezTo>
                      <a:lnTo>
                        <a:pt x="265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1" name="Forme libre : forme 910">
                  <a:extLst>
                    <a:ext uri="{FF2B5EF4-FFF2-40B4-BE49-F238E27FC236}">
                      <a16:creationId xmlns:a16="http://schemas.microsoft.com/office/drawing/2014/main" id="{4847E560-F045-A1EF-578E-25CBA8ED57E7}"/>
                    </a:ext>
                  </a:extLst>
                </p:cNvPr>
                <p:cNvSpPr/>
                <p:nvPr/>
              </p:nvSpPr>
              <p:spPr>
                <a:xfrm>
                  <a:off x="269016" y="331865"/>
                  <a:ext cx="112369" cy="94506"/>
                </a:xfrm>
                <a:custGeom>
                  <a:avLst/>
                  <a:gdLst>
                    <a:gd name="connsiteX0" fmla="*/ 94198 w 112369"/>
                    <a:gd name="connsiteY0" fmla="*/ 94507 h 94506"/>
                    <a:gd name="connsiteX1" fmla="*/ 94014 w 112369"/>
                    <a:gd name="connsiteY1" fmla="*/ 94507 h 94506"/>
                    <a:gd name="connsiteX2" fmla="*/ 25232 w 112369"/>
                    <a:gd name="connsiteY2" fmla="*/ 93931 h 94506"/>
                    <a:gd name="connsiteX3" fmla="*/ 6184 w 112369"/>
                    <a:gd name="connsiteY3" fmla="*/ 78080 h 94506"/>
                    <a:gd name="connsiteX4" fmla="*/ 71 w 112369"/>
                    <a:gd name="connsiteY4" fmla="*/ 20371 h 94506"/>
                    <a:gd name="connsiteX5" fmla="*/ 3060 w 112369"/>
                    <a:gd name="connsiteY5" fmla="*/ 10817 h 94506"/>
                    <a:gd name="connsiteX6" fmla="*/ 13693 w 112369"/>
                    <a:gd name="connsiteY6" fmla="*/ 5549 h 94506"/>
                    <a:gd name="connsiteX7" fmla="*/ 13693 w 112369"/>
                    <a:gd name="connsiteY7" fmla="*/ 5549 h 94506"/>
                    <a:gd name="connsiteX8" fmla="*/ 36281 w 112369"/>
                    <a:gd name="connsiteY8" fmla="*/ 3699 h 94506"/>
                    <a:gd name="connsiteX9" fmla="*/ 89862 w 112369"/>
                    <a:gd name="connsiteY9" fmla="*/ 0 h 94506"/>
                    <a:gd name="connsiteX10" fmla="*/ 90143 w 112369"/>
                    <a:gd name="connsiteY10" fmla="*/ 0 h 94506"/>
                    <a:gd name="connsiteX11" fmla="*/ 109302 w 112369"/>
                    <a:gd name="connsiteY11" fmla="*/ 13573 h 94506"/>
                    <a:gd name="connsiteX12" fmla="*/ 111973 w 112369"/>
                    <a:gd name="connsiteY12" fmla="*/ 78656 h 94506"/>
                    <a:gd name="connsiteX13" fmla="*/ 94210 w 112369"/>
                    <a:gd name="connsiteY13" fmla="*/ 94507 h 94506"/>
                    <a:gd name="connsiteX14" fmla="*/ 14073 w 112369"/>
                    <a:gd name="connsiteY14" fmla="*/ 11160 h 94506"/>
                    <a:gd name="connsiteX15" fmla="*/ 7347 w 112369"/>
                    <a:gd name="connsiteY15" fmla="*/ 14430 h 94506"/>
                    <a:gd name="connsiteX16" fmla="*/ 5632 w 112369"/>
                    <a:gd name="connsiteY16" fmla="*/ 19783 h 94506"/>
                    <a:gd name="connsiteX17" fmla="*/ 11745 w 112369"/>
                    <a:gd name="connsiteY17" fmla="*/ 77492 h 94506"/>
                    <a:gd name="connsiteX18" fmla="*/ 25257 w 112369"/>
                    <a:gd name="connsiteY18" fmla="*/ 88321 h 94506"/>
                    <a:gd name="connsiteX19" fmla="*/ 94039 w 112369"/>
                    <a:gd name="connsiteY19" fmla="*/ 88896 h 94506"/>
                    <a:gd name="connsiteX20" fmla="*/ 94174 w 112369"/>
                    <a:gd name="connsiteY20" fmla="*/ 88896 h 94506"/>
                    <a:gd name="connsiteX21" fmla="*/ 106325 w 112369"/>
                    <a:gd name="connsiteY21" fmla="*/ 78521 h 94506"/>
                    <a:gd name="connsiteX22" fmla="*/ 103851 w 112369"/>
                    <a:gd name="connsiteY22" fmla="*/ 15043 h 94506"/>
                    <a:gd name="connsiteX23" fmla="*/ 89911 w 112369"/>
                    <a:gd name="connsiteY23" fmla="*/ 5610 h 94506"/>
                    <a:gd name="connsiteX24" fmla="*/ 36735 w 112369"/>
                    <a:gd name="connsiteY24" fmla="*/ 9285 h 94506"/>
                    <a:gd name="connsiteX25" fmla="*/ 14060 w 112369"/>
                    <a:gd name="connsiteY25" fmla="*/ 11147 h 94506"/>
                    <a:gd name="connsiteX26" fmla="*/ 14060 w 112369"/>
                    <a:gd name="connsiteY26" fmla="*/ 11147 h 94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2369" h="94506">
                      <a:moveTo>
                        <a:pt x="94198" y="94507"/>
                      </a:moveTo>
                      <a:cubicBezTo>
                        <a:pt x="94137" y="94507"/>
                        <a:pt x="94076" y="94507"/>
                        <a:pt x="94014" y="94507"/>
                      </a:cubicBezTo>
                      <a:lnTo>
                        <a:pt x="25232" y="93931"/>
                      </a:lnTo>
                      <a:cubicBezTo>
                        <a:pt x="15322" y="93845"/>
                        <a:pt x="7127" y="87034"/>
                        <a:pt x="6184" y="78080"/>
                      </a:cubicBezTo>
                      <a:lnTo>
                        <a:pt x="71" y="20371"/>
                      </a:lnTo>
                      <a:cubicBezTo>
                        <a:pt x="-296" y="16941"/>
                        <a:pt x="769" y="13548"/>
                        <a:pt x="3060" y="10817"/>
                      </a:cubicBezTo>
                      <a:cubicBezTo>
                        <a:pt x="5620" y="7766"/>
                        <a:pt x="9491" y="5843"/>
                        <a:pt x="13693" y="5549"/>
                      </a:cubicBezTo>
                      <a:lnTo>
                        <a:pt x="13693" y="5549"/>
                      </a:lnTo>
                      <a:cubicBezTo>
                        <a:pt x="19499" y="5145"/>
                        <a:pt x="27486" y="4459"/>
                        <a:pt x="36281" y="3699"/>
                      </a:cubicBezTo>
                      <a:cubicBezTo>
                        <a:pt x="55428" y="2046"/>
                        <a:pt x="77122" y="172"/>
                        <a:pt x="89862" y="0"/>
                      </a:cubicBezTo>
                      <a:cubicBezTo>
                        <a:pt x="89960" y="0"/>
                        <a:pt x="90045" y="0"/>
                        <a:pt x="90143" y="0"/>
                      </a:cubicBezTo>
                      <a:cubicBezTo>
                        <a:pt x="99257" y="0"/>
                        <a:pt x="107109" y="5537"/>
                        <a:pt x="109302" y="13573"/>
                      </a:cubicBezTo>
                      <a:cubicBezTo>
                        <a:pt x="112903" y="26839"/>
                        <a:pt x="112622" y="51927"/>
                        <a:pt x="111973" y="78656"/>
                      </a:cubicBezTo>
                      <a:cubicBezTo>
                        <a:pt x="111752" y="87426"/>
                        <a:pt x="103814" y="94495"/>
                        <a:pt x="94210" y="94507"/>
                      </a:cubicBezTo>
                      <a:close/>
                      <a:moveTo>
                        <a:pt x="14073" y="11160"/>
                      </a:moveTo>
                      <a:cubicBezTo>
                        <a:pt x="11390" y="11343"/>
                        <a:pt x="8940" y="12531"/>
                        <a:pt x="7347" y="14430"/>
                      </a:cubicBezTo>
                      <a:cubicBezTo>
                        <a:pt x="6049" y="15986"/>
                        <a:pt x="5436" y="17885"/>
                        <a:pt x="5632" y="19783"/>
                      </a:cubicBezTo>
                      <a:lnTo>
                        <a:pt x="11745" y="77492"/>
                      </a:lnTo>
                      <a:cubicBezTo>
                        <a:pt x="12394" y="83604"/>
                        <a:pt x="18201" y="88259"/>
                        <a:pt x="25257" y="88321"/>
                      </a:cubicBezTo>
                      <a:lnTo>
                        <a:pt x="94039" y="88896"/>
                      </a:lnTo>
                      <a:cubicBezTo>
                        <a:pt x="94039" y="88896"/>
                        <a:pt x="94125" y="88896"/>
                        <a:pt x="94174" y="88896"/>
                      </a:cubicBezTo>
                      <a:cubicBezTo>
                        <a:pt x="100752" y="88896"/>
                        <a:pt x="106191" y="84254"/>
                        <a:pt x="106325" y="78521"/>
                      </a:cubicBezTo>
                      <a:cubicBezTo>
                        <a:pt x="106962" y="52221"/>
                        <a:pt x="107256" y="27586"/>
                        <a:pt x="103851" y="15043"/>
                      </a:cubicBezTo>
                      <a:cubicBezTo>
                        <a:pt x="102344" y="9494"/>
                        <a:pt x="96354" y="5378"/>
                        <a:pt x="89911" y="5610"/>
                      </a:cubicBezTo>
                      <a:cubicBezTo>
                        <a:pt x="77367" y="5782"/>
                        <a:pt x="54840" y="7730"/>
                        <a:pt x="36735" y="9285"/>
                      </a:cubicBezTo>
                      <a:cubicBezTo>
                        <a:pt x="27903" y="10045"/>
                        <a:pt x="19879" y="10743"/>
                        <a:pt x="14060" y="11147"/>
                      </a:cubicBezTo>
                      <a:lnTo>
                        <a:pt x="14060" y="111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2" name="Forme libre : forme 911">
                  <a:extLst>
                    <a:ext uri="{FF2B5EF4-FFF2-40B4-BE49-F238E27FC236}">
                      <a16:creationId xmlns:a16="http://schemas.microsoft.com/office/drawing/2014/main" id="{D0AFB346-13B0-8B23-3FE9-B2FF1177156E}"/>
                    </a:ext>
                  </a:extLst>
                </p:cNvPr>
                <p:cNvSpPr/>
                <p:nvPr/>
              </p:nvSpPr>
              <p:spPr>
                <a:xfrm>
                  <a:off x="281649" y="344359"/>
                  <a:ext cx="85305" cy="71038"/>
                </a:xfrm>
                <a:custGeom>
                  <a:avLst/>
                  <a:gdLst>
                    <a:gd name="connsiteX0" fmla="*/ 8838 w 85305"/>
                    <a:gd name="connsiteY0" fmla="*/ 4436 h 71038"/>
                    <a:gd name="connsiteX1" fmla="*/ 69585 w 85305"/>
                    <a:gd name="connsiteY1" fmla="*/ 1 h 71038"/>
                    <a:gd name="connsiteX2" fmla="*/ 82925 w 85305"/>
                    <a:gd name="connsiteY2" fmla="*/ 9189 h 71038"/>
                    <a:gd name="connsiteX3" fmla="*/ 84983 w 85305"/>
                    <a:gd name="connsiteY3" fmla="*/ 60552 h 71038"/>
                    <a:gd name="connsiteX4" fmla="*/ 72904 w 85305"/>
                    <a:gd name="connsiteY4" fmla="*/ 71038 h 71038"/>
                    <a:gd name="connsiteX5" fmla="*/ 17940 w 85305"/>
                    <a:gd name="connsiteY5" fmla="*/ 70572 h 71038"/>
                    <a:gd name="connsiteX6" fmla="*/ 4931 w 85305"/>
                    <a:gd name="connsiteY6" fmla="*/ 59915 h 71038"/>
                    <a:gd name="connsiteX7" fmla="*/ 43 w 85305"/>
                    <a:gd name="connsiteY7" fmla="*/ 13807 h 71038"/>
                    <a:gd name="connsiteX8" fmla="*/ 8851 w 85305"/>
                    <a:gd name="connsiteY8" fmla="*/ 4436 h 71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5305" h="71038">
                      <a:moveTo>
                        <a:pt x="8838" y="4436"/>
                      </a:moveTo>
                      <a:cubicBezTo>
                        <a:pt x="23281" y="3431"/>
                        <a:pt x="54689" y="210"/>
                        <a:pt x="69585" y="1"/>
                      </a:cubicBezTo>
                      <a:cubicBezTo>
                        <a:pt x="75893" y="-84"/>
                        <a:pt x="81430" y="3725"/>
                        <a:pt x="82925" y="9189"/>
                      </a:cubicBezTo>
                      <a:cubicBezTo>
                        <a:pt x="85816" y="19809"/>
                        <a:pt x="85460" y="41001"/>
                        <a:pt x="84983" y="60552"/>
                      </a:cubicBezTo>
                      <a:cubicBezTo>
                        <a:pt x="84836" y="66407"/>
                        <a:pt x="79470" y="71087"/>
                        <a:pt x="72904" y="71038"/>
                      </a:cubicBezTo>
                      <a:lnTo>
                        <a:pt x="17940" y="70572"/>
                      </a:lnTo>
                      <a:cubicBezTo>
                        <a:pt x="11178" y="70511"/>
                        <a:pt x="5568" y="65917"/>
                        <a:pt x="4931" y="59915"/>
                      </a:cubicBezTo>
                      <a:lnTo>
                        <a:pt x="43" y="13807"/>
                      </a:lnTo>
                      <a:cubicBezTo>
                        <a:pt x="-459" y="9042"/>
                        <a:pt x="3497" y="4803"/>
                        <a:pt x="8851" y="4436"/>
                      </a:cubicBez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3" name="Forme libre : forme 912">
                  <a:extLst>
                    <a:ext uri="{FF2B5EF4-FFF2-40B4-BE49-F238E27FC236}">
                      <a16:creationId xmlns:a16="http://schemas.microsoft.com/office/drawing/2014/main" id="{9D0C7F3E-9FAF-D35F-FFB7-B1581E10A3C6}"/>
                    </a:ext>
                  </a:extLst>
                </p:cNvPr>
                <p:cNvSpPr/>
                <p:nvPr/>
              </p:nvSpPr>
              <p:spPr>
                <a:xfrm>
                  <a:off x="418646" y="366360"/>
                  <a:ext cx="365886" cy="34287"/>
                </a:xfrm>
                <a:custGeom>
                  <a:avLst/>
                  <a:gdLst>
                    <a:gd name="connsiteX0" fmla="*/ 2645 w 365886"/>
                    <a:gd name="connsiteY0" fmla="*/ 1 h 34287"/>
                    <a:gd name="connsiteX1" fmla="*/ 109 w 365886"/>
                    <a:gd name="connsiteY1" fmla="*/ 3222 h 34287"/>
                    <a:gd name="connsiteX2" fmla="*/ 7471 w 365886"/>
                    <a:gd name="connsiteY2" fmla="*/ 30993 h 34287"/>
                    <a:gd name="connsiteX3" fmla="*/ 11758 w 365886"/>
                    <a:gd name="connsiteY3" fmla="*/ 34288 h 34287"/>
                    <a:gd name="connsiteX4" fmla="*/ 362554 w 365886"/>
                    <a:gd name="connsiteY4" fmla="*/ 33871 h 34287"/>
                    <a:gd name="connsiteX5" fmla="*/ 365886 w 365886"/>
                    <a:gd name="connsiteY5" fmla="*/ 30454 h 34287"/>
                    <a:gd name="connsiteX6" fmla="*/ 365457 w 365886"/>
                    <a:gd name="connsiteY6" fmla="*/ 11613 h 34287"/>
                    <a:gd name="connsiteX7" fmla="*/ 361966 w 365886"/>
                    <a:gd name="connsiteY7" fmla="*/ 8122 h 34287"/>
                    <a:gd name="connsiteX8" fmla="*/ 2657 w 365886"/>
                    <a:gd name="connsiteY8" fmla="*/ 1 h 3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5886" h="34287">
                      <a:moveTo>
                        <a:pt x="2645" y="1"/>
                      </a:moveTo>
                      <a:cubicBezTo>
                        <a:pt x="770" y="-36"/>
                        <a:pt x="-369" y="1409"/>
                        <a:pt x="109" y="3222"/>
                      </a:cubicBezTo>
                      <a:lnTo>
                        <a:pt x="7471" y="30993"/>
                      </a:lnTo>
                      <a:cubicBezTo>
                        <a:pt x="7949" y="32805"/>
                        <a:pt x="9884" y="34288"/>
                        <a:pt x="11758" y="34288"/>
                      </a:cubicBezTo>
                      <a:lnTo>
                        <a:pt x="362554" y="33871"/>
                      </a:lnTo>
                      <a:cubicBezTo>
                        <a:pt x="364428" y="33871"/>
                        <a:pt x="365923" y="32328"/>
                        <a:pt x="365886" y="30454"/>
                      </a:cubicBezTo>
                      <a:lnTo>
                        <a:pt x="365457" y="11613"/>
                      </a:lnTo>
                      <a:cubicBezTo>
                        <a:pt x="365408" y="9739"/>
                        <a:pt x="363840" y="8171"/>
                        <a:pt x="361966" y="8122"/>
                      </a:cubicBezTo>
                      <a:lnTo>
                        <a:pt x="265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4" name="Forme libre : forme 913">
                  <a:extLst>
                    <a:ext uri="{FF2B5EF4-FFF2-40B4-BE49-F238E27FC236}">
                      <a16:creationId xmlns:a16="http://schemas.microsoft.com/office/drawing/2014/main" id="{B432656A-8350-030A-50F0-A2E6D2DE72A8}"/>
                    </a:ext>
                  </a:extLst>
                </p:cNvPr>
                <p:cNvSpPr/>
                <p:nvPr/>
              </p:nvSpPr>
              <p:spPr>
                <a:xfrm>
                  <a:off x="262989" y="633638"/>
                  <a:ext cx="112369" cy="94506"/>
                </a:xfrm>
                <a:custGeom>
                  <a:avLst/>
                  <a:gdLst>
                    <a:gd name="connsiteX0" fmla="*/ 94198 w 112369"/>
                    <a:gd name="connsiteY0" fmla="*/ 94507 h 94506"/>
                    <a:gd name="connsiteX1" fmla="*/ 94014 w 112369"/>
                    <a:gd name="connsiteY1" fmla="*/ 94507 h 94506"/>
                    <a:gd name="connsiteX2" fmla="*/ 25232 w 112369"/>
                    <a:gd name="connsiteY2" fmla="*/ 93931 h 94506"/>
                    <a:gd name="connsiteX3" fmla="*/ 6184 w 112369"/>
                    <a:gd name="connsiteY3" fmla="*/ 78080 h 94506"/>
                    <a:gd name="connsiteX4" fmla="*/ 71 w 112369"/>
                    <a:gd name="connsiteY4" fmla="*/ 20384 h 94506"/>
                    <a:gd name="connsiteX5" fmla="*/ 3060 w 112369"/>
                    <a:gd name="connsiteY5" fmla="*/ 10817 h 94506"/>
                    <a:gd name="connsiteX6" fmla="*/ 13693 w 112369"/>
                    <a:gd name="connsiteY6" fmla="*/ 5549 h 94506"/>
                    <a:gd name="connsiteX7" fmla="*/ 13693 w 112369"/>
                    <a:gd name="connsiteY7" fmla="*/ 5549 h 94506"/>
                    <a:gd name="connsiteX8" fmla="*/ 36281 w 112369"/>
                    <a:gd name="connsiteY8" fmla="*/ 3699 h 94506"/>
                    <a:gd name="connsiteX9" fmla="*/ 89862 w 112369"/>
                    <a:gd name="connsiteY9" fmla="*/ 0 h 94506"/>
                    <a:gd name="connsiteX10" fmla="*/ 90143 w 112369"/>
                    <a:gd name="connsiteY10" fmla="*/ 0 h 94506"/>
                    <a:gd name="connsiteX11" fmla="*/ 109302 w 112369"/>
                    <a:gd name="connsiteY11" fmla="*/ 13573 h 94506"/>
                    <a:gd name="connsiteX12" fmla="*/ 111972 w 112369"/>
                    <a:gd name="connsiteY12" fmla="*/ 78656 h 94506"/>
                    <a:gd name="connsiteX13" fmla="*/ 94210 w 112369"/>
                    <a:gd name="connsiteY13" fmla="*/ 94507 h 94506"/>
                    <a:gd name="connsiteX14" fmla="*/ 14073 w 112369"/>
                    <a:gd name="connsiteY14" fmla="*/ 11160 h 94506"/>
                    <a:gd name="connsiteX15" fmla="*/ 7347 w 112369"/>
                    <a:gd name="connsiteY15" fmla="*/ 14430 h 94506"/>
                    <a:gd name="connsiteX16" fmla="*/ 5632 w 112369"/>
                    <a:gd name="connsiteY16" fmla="*/ 19796 h 94506"/>
                    <a:gd name="connsiteX17" fmla="*/ 11745 w 112369"/>
                    <a:gd name="connsiteY17" fmla="*/ 77492 h 94506"/>
                    <a:gd name="connsiteX18" fmla="*/ 25257 w 112369"/>
                    <a:gd name="connsiteY18" fmla="*/ 88321 h 94506"/>
                    <a:gd name="connsiteX19" fmla="*/ 94039 w 112369"/>
                    <a:gd name="connsiteY19" fmla="*/ 88896 h 94506"/>
                    <a:gd name="connsiteX20" fmla="*/ 94174 w 112369"/>
                    <a:gd name="connsiteY20" fmla="*/ 88896 h 94506"/>
                    <a:gd name="connsiteX21" fmla="*/ 106325 w 112369"/>
                    <a:gd name="connsiteY21" fmla="*/ 78521 h 94506"/>
                    <a:gd name="connsiteX22" fmla="*/ 103851 w 112369"/>
                    <a:gd name="connsiteY22" fmla="*/ 15043 h 94506"/>
                    <a:gd name="connsiteX23" fmla="*/ 89911 w 112369"/>
                    <a:gd name="connsiteY23" fmla="*/ 5610 h 94506"/>
                    <a:gd name="connsiteX24" fmla="*/ 36735 w 112369"/>
                    <a:gd name="connsiteY24" fmla="*/ 9285 h 94506"/>
                    <a:gd name="connsiteX25" fmla="*/ 14060 w 112369"/>
                    <a:gd name="connsiteY25" fmla="*/ 11147 h 94506"/>
                    <a:gd name="connsiteX26" fmla="*/ 14060 w 112369"/>
                    <a:gd name="connsiteY26" fmla="*/ 11147 h 94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2369" h="94506">
                      <a:moveTo>
                        <a:pt x="94198" y="94507"/>
                      </a:moveTo>
                      <a:lnTo>
                        <a:pt x="94014" y="94507"/>
                      </a:lnTo>
                      <a:cubicBezTo>
                        <a:pt x="94014" y="94507"/>
                        <a:pt x="25232" y="93931"/>
                        <a:pt x="25232" y="93931"/>
                      </a:cubicBezTo>
                      <a:cubicBezTo>
                        <a:pt x="15322" y="93845"/>
                        <a:pt x="7127" y="87034"/>
                        <a:pt x="6184" y="78080"/>
                      </a:cubicBezTo>
                      <a:lnTo>
                        <a:pt x="71" y="20384"/>
                      </a:lnTo>
                      <a:cubicBezTo>
                        <a:pt x="-296" y="16941"/>
                        <a:pt x="769" y="13548"/>
                        <a:pt x="3060" y="10817"/>
                      </a:cubicBezTo>
                      <a:cubicBezTo>
                        <a:pt x="5620" y="7766"/>
                        <a:pt x="9491" y="5843"/>
                        <a:pt x="13693" y="5549"/>
                      </a:cubicBezTo>
                      <a:lnTo>
                        <a:pt x="13693" y="5549"/>
                      </a:lnTo>
                      <a:cubicBezTo>
                        <a:pt x="19499" y="5145"/>
                        <a:pt x="27486" y="4459"/>
                        <a:pt x="36281" y="3699"/>
                      </a:cubicBezTo>
                      <a:cubicBezTo>
                        <a:pt x="55428" y="2046"/>
                        <a:pt x="77122" y="172"/>
                        <a:pt x="89862" y="0"/>
                      </a:cubicBezTo>
                      <a:cubicBezTo>
                        <a:pt x="89960" y="0"/>
                        <a:pt x="90045" y="0"/>
                        <a:pt x="90143" y="0"/>
                      </a:cubicBezTo>
                      <a:cubicBezTo>
                        <a:pt x="99257" y="0"/>
                        <a:pt x="107122" y="5537"/>
                        <a:pt x="109302" y="13573"/>
                      </a:cubicBezTo>
                      <a:cubicBezTo>
                        <a:pt x="112903" y="26839"/>
                        <a:pt x="112622" y="51927"/>
                        <a:pt x="111972" y="78656"/>
                      </a:cubicBezTo>
                      <a:cubicBezTo>
                        <a:pt x="111764" y="87426"/>
                        <a:pt x="103814" y="94495"/>
                        <a:pt x="94210" y="94507"/>
                      </a:cubicBezTo>
                      <a:close/>
                      <a:moveTo>
                        <a:pt x="14073" y="11160"/>
                      </a:moveTo>
                      <a:cubicBezTo>
                        <a:pt x="11390" y="11343"/>
                        <a:pt x="8940" y="12532"/>
                        <a:pt x="7347" y="14430"/>
                      </a:cubicBezTo>
                      <a:cubicBezTo>
                        <a:pt x="6049" y="15986"/>
                        <a:pt x="5436" y="17885"/>
                        <a:pt x="5632" y="19796"/>
                      </a:cubicBezTo>
                      <a:lnTo>
                        <a:pt x="11745" y="77492"/>
                      </a:lnTo>
                      <a:cubicBezTo>
                        <a:pt x="12394" y="83604"/>
                        <a:pt x="18201" y="88259"/>
                        <a:pt x="25257" y="88321"/>
                      </a:cubicBezTo>
                      <a:lnTo>
                        <a:pt x="94039" y="88896"/>
                      </a:lnTo>
                      <a:cubicBezTo>
                        <a:pt x="94039" y="88896"/>
                        <a:pt x="94125" y="88896"/>
                        <a:pt x="94174" y="88896"/>
                      </a:cubicBezTo>
                      <a:cubicBezTo>
                        <a:pt x="100752" y="88896"/>
                        <a:pt x="106191" y="84254"/>
                        <a:pt x="106325" y="78521"/>
                      </a:cubicBezTo>
                      <a:cubicBezTo>
                        <a:pt x="106962" y="52233"/>
                        <a:pt x="107256" y="27586"/>
                        <a:pt x="103851" y="15043"/>
                      </a:cubicBezTo>
                      <a:cubicBezTo>
                        <a:pt x="102344" y="9481"/>
                        <a:pt x="96354" y="5439"/>
                        <a:pt x="89911" y="5610"/>
                      </a:cubicBezTo>
                      <a:cubicBezTo>
                        <a:pt x="77367" y="5782"/>
                        <a:pt x="54840" y="7730"/>
                        <a:pt x="36735" y="9285"/>
                      </a:cubicBezTo>
                      <a:cubicBezTo>
                        <a:pt x="27903" y="10045"/>
                        <a:pt x="19879" y="10743"/>
                        <a:pt x="14060" y="11147"/>
                      </a:cubicBezTo>
                      <a:lnTo>
                        <a:pt x="14060" y="111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" name="Forme libre : forme 914">
                  <a:extLst>
                    <a:ext uri="{FF2B5EF4-FFF2-40B4-BE49-F238E27FC236}">
                      <a16:creationId xmlns:a16="http://schemas.microsoft.com/office/drawing/2014/main" id="{4821E0D9-9DCC-165F-4176-E9CA52BBF50D}"/>
                    </a:ext>
                  </a:extLst>
                </p:cNvPr>
                <p:cNvSpPr/>
                <p:nvPr/>
              </p:nvSpPr>
              <p:spPr>
                <a:xfrm>
                  <a:off x="275622" y="646131"/>
                  <a:ext cx="85305" cy="71038"/>
                </a:xfrm>
                <a:custGeom>
                  <a:avLst/>
                  <a:gdLst>
                    <a:gd name="connsiteX0" fmla="*/ 8838 w 85305"/>
                    <a:gd name="connsiteY0" fmla="*/ 4436 h 71038"/>
                    <a:gd name="connsiteX1" fmla="*/ 69585 w 85305"/>
                    <a:gd name="connsiteY1" fmla="*/ 1 h 71038"/>
                    <a:gd name="connsiteX2" fmla="*/ 82925 w 85305"/>
                    <a:gd name="connsiteY2" fmla="*/ 9189 h 71038"/>
                    <a:gd name="connsiteX3" fmla="*/ 84983 w 85305"/>
                    <a:gd name="connsiteY3" fmla="*/ 60552 h 71038"/>
                    <a:gd name="connsiteX4" fmla="*/ 72904 w 85305"/>
                    <a:gd name="connsiteY4" fmla="*/ 71038 h 71038"/>
                    <a:gd name="connsiteX5" fmla="*/ 17940 w 85305"/>
                    <a:gd name="connsiteY5" fmla="*/ 70572 h 71038"/>
                    <a:gd name="connsiteX6" fmla="*/ 4931 w 85305"/>
                    <a:gd name="connsiteY6" fmla="*/ 59915 h 71038"/>
                    <a:gd name="connsiteX7" fmla="*/ 43 w 85305"/>
                    <a:gd name="connsiteY7" fmla="*/ 13807 h 71038"/>
                    <a:gd name="connsiteX8" fmla="*/ 8851 w 85305"/>
                    <a:gd name="connsiteY8" fmla="*/ 4436 h 71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5305" h="71038">
                      <a:moveTo>
                        <a:pt x="8838" y="4436"/>
                      </a:moveTo>
                      <a:cubicBezTo>
                        <a:pt x="23281" y="3431"/>
                        <a:pt x="54689" y="210"/>
                        <a:pt x="69585" y="1"/>
                      </a:cubicBezTo>
                      <a:cubicBezTo>
                        <a:pt x="75893" y="-84"/>
                        <a:pt x="81430" y="3725"/>
                        <a:pt x="82925" y="9189"/>
                      </a:cubicBezTo>
                      <a:cubicBezTo>
                        <a:pt x="85816" y="19809"/>
                        <a:pt x="85460" y="41001"/>
                        <a:pt x="84983" y="60552"/>
                      </a:cubicBezTo>
                      <a:cubicBezTo>
                        <a:pt x="84836" y="66407"/>
                        <a:pt x="79470" y="71087"/>
                        <a:pt x="72904" y="71038"/>
                      </a:cubicBezTo>
                      <a:lnTo>
                        <a:pt x="17940" y="70572"/>
                      </a:lnTo>
                      <a:cubicBezTo>
                        <a:pt x="11178" y="70511"/>
                        <a:pt x="5568" y="65917"/>
                        <a:pt x="4931" y="59915"/>
                      </a:cubicBezTo>
                      <a:lnTo>
                        <a:pt x="43" y="13807"/>
                      </a:lnTo>
                      <a:cubicBezTo>
                        <a:pt x="-459" y="9042"/>
                        <a:pt x="3497" y="4803"/>
                        <a:pt x="8851" y="4436"/>
                      </a:cubicBez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6" name="Forme libre : forme 915">
                  <a:extLst>
                    <a:ext uri="{FF2B5EF4-FFF2-40B4-BE49-F238E27FC236}">
                      <a16:creationId xmlns:a16="http://schemas.microsoft.com/office/drawing/2014/main" id="{129CD425-22F2-21F6-0CE7-0B2ADC2EE0C4}"/>
                    </a:ext>
                  </a:extLst>
                </p:cNvPr>
                <p:cNvSpPr/>
                <p:nvPr/>
              </p:nvSpPr>
              <p:spPr>
                <a:xfrm>
                  <a:off x="412619" y="668132"/>
                  <a:ext cx="365886" cy="34287"/>
                </a:xfrm>
                <a:custGeom>
                  <a:avLst/>
                  <a:gdLst>
                    <a:gd name="connsiteX0" fmla="*/ 2645 w 365886"/>
                    <a:gd name="connsiteY0" fmla="*/ 1 h 34287"/>
                    <a:gd name="connsiteX1" fmla="*/ 109 w 365886"/>
                    <a:gd name="connsiteY1" fmla="*/ 3222 h 34287"/>
                    <a:gd name="connsiteX2" fmla="*/ 7471 w 365886"/>
                    <a:gd name="connsiteY2" fmla="*/ 30993 h 34287"/>
                    <a:gd name="connsiteX3" fmla="*/ 11758 w 365886"/>
                    <a:gd name="connsiteY3" fmla="*/ 34288 h 34287"/>
                    <a:gd name="connsiteX4" fmla="*/ 362554 w 365886"/>
                    <a:gd name="connsiteY4" fmla="*/ 33871 h 34287"/>
                    <a:gd name="connsiteX5" fmla="*/ 365886 w 365886"/>
                    <a:gd name="connsiteY5" fmla="*/ 30454 h 34287"/>
                    <a:gd name="connsiteX6" fmla="*/ 365457 w 365886"/>
                    <a:gd name="connsiteY6" fmla="*/ 11613 h 34287"/>
                    <a:gd name="connsiteX7" fmla="*/ 361966 w 365886"/>
                    <a:gd name="connsiteY7" fmla="*/ 8122 h 34287"/>
                    <a:gd name="connsiteX8" fmla="*/ 2657 w 365886"/>
                    <a:gd name="connsiteY8" fmla="*/ 1 h 3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5886" h="34287">
                      <a:moveTo>
                        <a:pt x="2645" y="1"/>
                      </a:moveTo>
                      <a:cubicBezTo>
                        <a:pt x="770" y="-36"/>
                        <a:pt x="-369" y="1409"/>
                        <a:pt x="109" y="3222"/>
                      </a:cubicBezTo>
                      <a:lnTo>
                        <a:pt x="7471" y="30993"/>
                      </a:lnTo>
                      <a:cubicBezTo>
                        <a:pt x="7949" y="32805"/>
                        <a:pt x="9884" y="34288"/>
                        <a:pt x="11758" y="34288"/>
                      </a:cubicBezTo>
                      <a:lnTo>
                        <a:pt x="362554" y="33871"/>
                      </a:lnTo>
                      <a:cubicBezTo>
                        <a:pt x="364428" y="33871"/>
                        <a:pt x="365923" y="32328"/>
                        <a:pt x="365886" y="30454"/>
                      </a:cubicBezTo>
                      <a:lnTo>
                        <a:pt x="365457" y="11613"/>
                      </a:lnTo>
                      <a:cubicBezTo>
                        <a:pt x="365408" y="9739"/>
                        <a:pt x="363840" y="8171"/>
                        <a:pt x="361966" y="8122"/>
                      </a:cubicBezTo>
                      <a:lnTo>
                        <a:pt x="265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" name="Forme libre : forme 916">
                  <a:extLst>
                    <a:ext uri="{FF2B5EF4-FFF2-40B4-BE49-F238E27FC236}">
                      <a16:creationId xmlns:a16="http://schemas.microsoft.com/office/drawing/2014/main" id="{2A8EF309-D650-6DCF-9CFC-F54A15300E12}"/>
                    </a:ext>
                  </a:extLst>
                </p:cNvPr>
                <p:cNvSpPr/>
                <p:nvPr/>
              </p:nvSpPr>
              <p:spPr>
                <a:xfrm>
                  <a:off x="256717" y="775208"/>
                  <a:ext cx="112369" cy="94519"/>
                </a:xfrm>
                <a:custGeom>
                  <a:avLst/>
                  <a:gdLst>
                    <a:gd name="connsiteX0" fmla="*/ 94198 w 112369"/>
                    <a:gd name="connsiteY0" fmla="*/ 94495 h 94519"/>
                    <a:gd name="connsiteX1" fmla="*/ 94014 w 112369"/>
                    <a:gd name="connsiteY1" fmla="*/ 94495 h 94519"/>
                    <a:gd name="connsiteX2" fmla="*/ 25232 w 112369"/>
                    <a:gd name="connsiteY2" fmla="*/ 93919 h 94519"/>
                    <a:gd name="connsiteX3" fmla="*/ 6184 w 112369"/>
                    <a:gd name="connsiteY3" fmla="*/ 78068 h 94519"/>
                    <a:gd name="connsiteX4" fmla="*/ 71 w 112369"/>
                    <a:gd name="connsiteY4" fmla="*/ 20372 h 94519"/>
                    <a:gd name="connsiteX5" fmla="*/ 3060 w 112369"/>
                    <a:gd name="connsiteY5" fmla="*/ 10817 h 94519"/>
                    <a:gd name="connsiteX6" fmla="*/ 13693 w 112369"/>
                    <a:gd name="connsiteY6" fmla="*/ 5549 h 94519"/>
                    <a:gd name="connsiteX7" fmla="*/ 13693 w 112369"/>
                    <a:gd name="connsiteY7" fmla="*/ 5549 h 94519"/>
                    <a:gd name="connsiteX8" fmla="*/ 36257 w 112369"/>
                    <a:gd name="connsiteY8" fmla="*/ 3700 h 94519"/>
                    <a:gd name="connsiteX9" fmla="*/ 89862 w 112369"/>
                    <a:gd name="connsiteY9" fmla="*/ 0 h 94519"/>
                    <a:gd name="connsiteX10" fmla="*/ 109302 w 112369"/>
                    <a:gd name="connsiteY10" fmla="*/ 13573 h 94519"/>
                    <a:gd name="connsiteX11" fmla="*/ 111973 w 112369"/>
                    <a:gd name="connsiteY11" fmla="*/ 78656 h 94519"/>
                    <a:gd name="connsiteX12" fmla="*/ 94210 w 112369"/>
                    <a:gd name="connsiteY12" fmla="*/ 94519 h 94519"/>
                    <a:gd name="connsiteX13" fmla="*/ 14085 w 112369"/>
                    <a:gd name="connsiteY13" fmla="*/ 11135 h 94519"/>
                    <a:gd name="connsiteX14" fmla="*/ 7360 w 112369"/>
                    <a:gd name="connsiteY14" fmla="*/ 14406 h 94519"/>
                    <a:gd name="connsiteX15" fmla="*/ 5657 w 112369"/>
                    <a:gd name="connsiteY15" fmla="*/ 19771 h 94519"/>
                    <a:gd name="connsiteX16" fmla="*/ 11770 w 112369"/>
                    <a:gd name="connsiteY16" fmla="*/ 77468 h 94519"/>
                    <a:gd name="connsiteX17" fmla="*/ 25281 w 112369"/>
                    <a:gd name="connsiteY17" fmla="*/ 88296 h 94519"/>
                    <a:gd name="connsiteX18" fmla="*/ 94063 w 112369"/>
                    <a:gd name="connsiteY18" fmla="*/ 88884 h 94519"/>
                    <a:gd name="connsiteX19" fmla="*/ 106350 w 112369"/>
                    <a:gd name="connsiteY19" fmla="*/ 78509 h 94519"/>
                    <a:gd name="connsiteX20" fmla="*/ 103875 w 112369"/>
                    <a:gd name="connsiteY20" fmla="*/ 15031 h 94519"/>
                    <a:gd name="connsiteX21" fmla="*/ 89935 w 112369"/>
                    <a:gd name="connsiteY21" fmla="*/ 5598 h 94519"/>
                    <a:gd name="connsiteX22" fmla="*/ 36735 w 112369"/>
                    <a:gd name="connsiteY22" fmla="*/ 9273 h 94519"/>
                    <a:gd name="connsiteX23" fmla="*/ 14085 w 112369"/>
                    <a:gd name="connsiteY23" fmla="*/ 11135 h 94519"/>
                    <a:gd name="connsiteX24" fmla="*/ 14085 w 112369"/>
                    <a:gd name="connsiteY24" fmla="*/ 11135 h 94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12369" h="94519">
                      <a:moveTo>
                        <a:pt x="94198" y="94495"/>
                      </a:moveTo>
                      <a:cubicBezTo>
                        <a:pt x="94198" y="94495"/>
                        <a:pt x="94076" y="94495"/>
                        <a:pt x="94014" y="94495"/>
                      </a:cubicBezTo>
                      <a:lnTo>
                        <a:pt x="25232" y="93919"/>
                      </a:lnTo>
                      <a:cubicBezTo>
                        <a:pt x="15322" y="93833"/>
                        <a:pt x="7127" y="87023"/>
                        <a:pt x="6184" y="78068"/>
                      </a:cubicBezTo>
                      <a:lnTo>
                        <a:pt x="71" y="20372"/>
                      </a:lnTo>
                      <a:cubicBezTo>
                        <a:pt x="-296" y="16942"/>
                        <a:pt x="769" y="13549"/>
                        <a:pt x="3060" y="10817"/>
                      </a:cubicBezTo>
                      <a:cubicBezTo>
                        <a:pt x="5620" y="7767"/>
                        <a:pt x="9491" y="5843"/>
                        <a:pt x="13693" y="5549"/>
                      </a:cubicBezTo>
                      <a:lnTo>
                        <a:pt x="13693" y="5549"/>
                      </a:lnTo>
                      <a:cubicBezTo>
                        <a:pt x="19487" y="5145"/>
                        <a:pt x="27474" y="4459"/>
                        <a:pt x="36257" y="3700"/>
                      </a:cubicBezTo>
                      <a:cubicBezTo>
                        <a:pt x="54460" y="2132"/>
                        <a:pt x="77110" y="172"/>
                        <a:pt x="89862" y="0"/>
                      </a:cubicBezTo>
                      <a:cubicBezTo>
                        <a:pt x="98914" y="-49"/>
                        <a:pt x="107085" y="5451"/>
                        <a:pt x="109302" y="13573"/>
                      </a:cubicBezTo>
                      <a:cubicBezTo>
                        <a:pt x="112903" y="26840"/>
                        <a:pt x="112622" y="51927"/>
                        <a:pt x="111973" y="78656"/>
                      </a:cubicBezTo>
                      <a:cubicBezTo>
                        <a:pt x="111764" y="87427"/>
                        <a:pt x="103802" y="94507"/>
                        <a:pt x="94210" y="94519"/>
                      </a:cubicBezTo>
                      <a:close/>
                      <a:moveTo>
                        <a:pt x="14085" y="11135"/>
                      </a:moveTo>
                      <a:cubicBezTo>
                        <a:pt x="11402" y="11319"/>
                        <a:pt x="8952" y="12520"/>
                        <a:pt x="7360" y="14406"/>
                      </a:cubicBezTo>
                      <a:cubicBezTo>
                        <a:pt x="6061" y="15962"/>
                        <a:pt x="5449" y="17860"/>
                        <a:pt x="5657" y="19771"/>
                      </a:cubicBezTo>
                      <a:lnTo>
                        <a:pt x="11770" y="77468"/>
                      </a:lnTo>
                      <a:cubicBezTo>
                        <a:pt x="12419" y="83580"/>
                        <a:pt x="18225" y="88235"/>
                        <a:pt x="25281" y="88296"/>
                      </a:cubicBezTo>
                      <a:lnTo>
                        <a:pt x="94063" y="88884"/>
                      </a:lnTo>
                      <a:cubicBezTo>
                        <a:pt x="100544" y="88762"/>
                        <a:pt x="106215" y="84279"/>
                        <a:pt x="106350" y="78509"/>
                      </a:cubicBezTo>
                      <a:cubicBezTo>
                        <a:pt x="106987" y="52209"/>
                        <a:pt x="107281" y="27575"/>
                        <a:pt x="103875" y="15031"/>
                      </a:cubicBezTo>
                      <a:cubicBezTo>
                        <a:pt x="102369" y="9482"/>
                        <a:pt x="96379" y="5500"/>
                        <a:pt x="89935" y="5598"/>
                      </a:cubicBezTo>
                      <a:cubicBezTo>
                        <a:pt x="77391" y="5770"/>
                        <a:pt x="54840" y="7718"/>
                        <a:pt x="36735" y="9273"/>
                      </a:cubicBezTo>
                      <a:cubicBezTo>
                        <a:pt x="27915" y="10033"/>
                        <a:pt x="19903" y="10731"/>
                        <a:pt x="14085" y="11135"/>
                      </a:cubicBezTo>
                      <a:lnTo>
                        <a:pt x="14085" y="111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" name="Forme libre : forme 917">
                  <a:extLst>
                    <a:ext uri="{FF2B5EF4-FFF2-40B4-BE49-F238E27FC236}">
                      <a16:creationId xmlns:a16="http://schemas.microsoft.com/office/drawing/2014/main" id="{2F2B9D01-B5B4-C7DD-04B0-3E35BCF55587}"/>
                    </a:ext>
                  </a:extLst>
                </p:cNvPr>
                <p:cNvSpPr/>
                <p:nvPr/>
              </p:nvSpPr>
              <p:spPr>
                <a:xfrm>
                  <a:off x="269351" y="787689"/>
                  <a:ext cx="85305" cy="71038"/>
                </a:xfrm>
                <a:custGeom>
                  <a:avLst/>
                  <a:gdLst>
                    <a:gd name="connsiteX0" fmla="*/ 8838 w 85305"/>
                    <a:gd name="connsiteY0" fmla="*/ 4436 h 71038"/>
                    <a:gd name="connsiteX1" fmla="*/ 69585 w 85305"/>
                    <a:gd name="connsiteY1" fmla="*/ 1 h 71038"/>
                    <a:gd name="connsiteX2" fmla="*/ 82925 w 85305"/>
                    <a:gd name="connsiteY2" fmla="*/ 9189 h 71038"/>
                    <a:gd name="connsiteX3" fmla="*/ 84983 w 85305"/>
                    <a:gd name="connsiteY3" fmla="*/ 60552 h 71038"/>
                    <a:gd name="connsiteX4" fmla="*/ 72904 w 85305"/>
                    <a:gd name="connsiteY4" fmla="*/ 71038 h 71038"/>
                    <a:gd name="connsiteX5" fmla="*/ 17940 w 85305"/>
                    <a:gd name="connsiteY5" fmla="*/ 70572 h 71038"/>
                    <a:gd name="connsiteX6" fmla="*/ 4931 w 85305"/>
                    <a:gd name="connsiteY6" fmla="*/ 59915 h 71038"/>
                    <a:gd name="connsiteX7" fmla="*/ 43 w 85305"/>
                    <a:gd name="connsiteY7" fmla="*/ 13807 h 71038"/>
                    <a:gd name="connsiteX8" fmla="*/ 8851 w 85305"/>
                    <a:gd name="connsiteY8" fmla="*/ 4436 h 71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5305" h="71038">
                      <a:moveTo>
                        <a:pt x="8838" y="4436"/>
                      </a:moveTo>
                      <a:cubicBezTo>
                        <a:pt x="23281" y="3431"/>
                        <a:pt x="54689" y="210"/>
                        <a:pt x="69585" y="1"/>
                      </a:cubicBezTo>
                      <a:cubicBezTo>
                        <a:pt x="75893" y="-84"/>
                        <a:pt x="81430" y="3725"/>
                        <a:pt x="82925" y="9189"/>
                      </a:cubicBezTo>
                      <a:cubicBezTo>
                        <a:pt x="85816" y="19809"/>
                        <a:pt x="85460" y="41001"/>
                        <a:pt x="84983" y="60552"/>
                      </a:cubicBezTo>
                      <a:cubicBezTo>
                        <a:pt x="84836" y="66407"/>
                        <a:pt x="79470" y="71087"/>
                        <a:pt x="72904" y="71038"/>
                      </a:cubicBezTo>
                      <a:lnTo>
                        <a:pt x="17940" y="70572"/>
                      </a:lnTo>
                      <a:cubicBezTo>
                        <a:pt x="11178" y="70511"/>
                        <a:pt x="5568" y="65917"/>
                        <a:pt x="4931" y="59915"/>
                      </a:cubicBezTo>
                      <a:lnTo>
                        <a:pt x="43" y="13807"/>
                      </a:lnTo>
                      <a:cubicBezTo>
                        <a:pt x="-459" y="9042"/>
                        <a:pt x="3497" y="4803"/>
                        <a:pt x="8851" y="4436"/>
                      </a:cubicBez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9" name="Forme libre : forme 918">
                  <a:extLst>
                    <a:ext uri="{FF2B5EF4-FFF2-40B4-BE49-F238E27FC236}">
                      <a16:creationId xmlns:a16="http://schemas.microsoft.com/office/drawing/2014/main" id="{6EF8C334-42FE-4D57-A772-4AFD7F040FF1}"/>
                    </a:ext>
                  </a:extLst>
                </p:cNvPr>
                <p:cNvSpPr/>
                <p:nvPr/>
              </p:nvSpPr>
              <p:spPr>
                <a:xfrm>
                  <a:off x="406347" y="809690"/>
                  <a:ext cx="365886" cy="34287"/>
                </a:xfrm>
                <a:custGeom>
                  <a:avLst/>
                  <a:gdLst>
                    <a:gd name="connsiteX0" fmla="*/ 2645 w 365886"/>
                    <a:gd name="connsiteY0" fmla="*/ 1 h 34287"/>
                    <a:gd name="connsiteX1" fmla="*/ 109 w 365886"/>
                    <a:gd name="connsiteY1" fmla="*/ 3222 h 34287"/>
                    <a:gd name="connsiteX2" fmla="*/ 7471 w 365886"/>
                    <a:gd name="connsiteY2" fmla="*/ 30993 h 34287"/>
                    <a:gd name="connsiteX3" fmla="*/ 11758 w 365886"/>
                    <a:gd name="connsiteY3" fmla="*/ 34288 h 34287"/>
                    <a:gd name="connsiteX4" fmla="*/ 362554 w 365886"/>
                    <a:gd name="connsiteY4" fmla="*/ 33871 h 34287"/>
                    <a:gd name="connsiteX5" fmla="*/ 365886 w 365886"/>
                    <a:gd name="connsiteY5" fmla="*/ 30454 h 34287"/>
                    <a:gd name="connsiteX6" fmla="*/ 365457 w 365886"/>
                    <a:gd name="connsiteY6" fmla="*/ 11613 h 34287"/>
                    <a:gd name="connsiteX7" fmla="*/ 361966 w 365886"/>
                    <a:gd name="connsiteY7" fmla="*/ 8122 h 34287"/>
                    <a:gd name="connsiteX8" fmla="*/ 2657 w 365886"/>
                    <a:gd name="connsiteY8" fmla="*/ 1 h 3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5886" h="34287">
                      <a:moveTo>
                        <a:pt x="2645" y="1"/>
                      </a:moveTo>
                      <a:cubicBezTo>
                        <a:pt x="770" y="-36"/>
                        <a:pt x="-369" y="1409"/>
                        <a:pt x="109" y="3222"/>
                      </a:cubicBezTo>
                      <a:lnTo>
                        <a:pt x="7471" y="30993"/>
                      </a:lnTo>
                      <a:cubicBezTo>
                        <a:pt x="7949" y="32805"/>
                        <a:pt x="9884" y="34288"/>
                        <a:pt x="11758" y="34288"/>
                      </a:cubicBezTo>
                      <a:lnTo>
                        <a:pt x="362554" y="33871"/>
                      </a:lnTo>
                      <a:cubicBezTo>
                        <a:pt x="364428" y="33871"/>
                        <a:pt x="365923" y="32328"/>
                        <a:pt x="365886" y="30454"/>
                      </a:cubicBezTo>
                      <a:lnTo>
                        <a:pt x="365457" y="11613"/>
                      </a:lnTo>
                      <a:cubicBezTo>
                        <a:pt x="365408" y="9739"/>
                        <a:pt x="363840" y="8171"/>
                        <a:pt x="361966" y="8122"/>
                      </a:cubicBezTo>
                      <a:lnTo>
                        <a:pt x="265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0" name="Forme libre : forme 919">
                  <a:extLst>
                    <a:ext uri="{FF2B5EF4-FFF2-40B4-BE49-F238E27FC236}">
                      <a16:creationId xmlns:a16="http://schemas.microsoft.com/office/drawing/2014/main" id="{22702733-A1A6-6B9C-FDA0-DE0B334EA66B}"/>
                    </a:ext>
                  </a:extLst>
                </p:cNvPr>
                <p:cNvSpPr/>
                <p:nvPr/>
              </p:nvSpPr>
              <p:spPr>
                <a:xfrm>
                  <a:off x="249086" y="921176"/>
                  <a:ext cx="112369" cy="94506"/>
                </a:xfrm>
                <a:custGeom>
                  <a:avLst/>
                  <a:gdLst>
                    <a:gd name="connsiteX0" fmla="*/ 94198 w 112369"/>
                    <a:gd name="connsiteY0" fmla="*/ 94507 h 94506"/>
                    <a:gd name="connsiteX1" fmla="*/ 94014 w 112369"/>
                    <a:gd name="connsiteY1" fmla="*/ 94507 h 94506"/>
                    <a:gd name="connsiteX2" fmla="*/ 25232 w 112369"/>
                    <a:gd name="connsiteY2" fmla="*/ 93931 h 94506"/>
                    <a:gd name="connsiteX3" fmla="*/ 6184 w 112369"/>
                    <a:gd name="connsiteY3" fmla="*/ 78080 h 94506"/>
                    <a:gd name="connsiteX4" fmla="*/ 71 w 112369"/>
                    <a:gd name="connsiteY4" fmla="*/ 20371 h 94506"/>
                    <a:gd name="connsiteX5" fmla="*/ 3060 w 112369"/>
                    <a:gd name="connsiteY5" fmla="*/ 10816 h 94506"/>
                    <a:gd name="connsiteX6" fmla="*/ 13693 w 112369"/>
                    <a:gd name="connsiteY6" fmla="*/ 5549 h 94506"/>
                    <a:gd name="connsiteX7" fmla="*/ 13693 w 112369"/>
                    <a:gd name="connsiteY7" fmla="*/ 5549 h 94506"/>
                    <a:gd name="connsiteX8" fmla="*/ 36281 w 112369"/>
                    <a:gd name="connsiteY8" fmla="*/ 3699 h 94506"/>
                    <a:gd name="connsiteX9" fmla="*/ 89862 w 112369"/>
                    <a:gd name="connsiteY9" fmla="*/ 0 h 94506"/>
                    <a:gd name="connsiteX10" fmla="*/ 109302 w 112369"/>
                    <a:gd name="connsiteY10" fmla="*/ 13573 h 94506"/>
                    <a:gd name="connsiteX11" fmla="*/ 111972 w 112369"/>
                    <a:gd name="connsiteY11" fmla="*/ 78656 h 94506"/>
                    <a:gd name="connsiteX12" fmla="*/ 94210 w 112369"/>
                    <a:gd name="connsiteY12" fmla="*/ 94507 h 94506"/>
                    <a:gd name="connsiteX13" fmla="*/ 14073 w 112369"/>
                    <a:gd name="connsiteY13" fmla="*/ 11147 h 94506"/>
                    <a:gd name="connsiteX14" fmla="*/ 7347 w 112369"/>
                    <a:gd name="connsiteY14" fmla="*/ 14418 h 94506"/>
                    <a:gd name="connsiteX15" fmla="*/ 5632 w 112369"/>
                    <a:gd name="connsiteY15" fmla="*/ 19783 h 94506"/>
                    <a:gd name="connsiteX16" fmla="*/ 11745 w 112369"/>
                    <a:gd name="connsiteY16" fmla="*/ 77492 h 94506"/>
                    <a:gd name="connsiteX17" fmla="*/ 25257 w 112369"/>
                    <a:gd name="connsiteY17" fmla="*/ 88321 h 94506"/>
                    <a:gd name="connsiteX18" fmla="*/ 94039 w 112369"/>
                    <a:gd name="connsiteY18" fmla="*/ 88896 h 94506"/>
                    <a:gd name="connsiteX19" fmla="*/ 94174 w 112369"/>
                    <a:gd name="connsiteY19" fmla="*/ 88896 h 94506"/>
                    <a:gd name="connsiteX20" fmla="*/ 106325 w 112369"/>
                    <a:gd name="connsiteY20" fmla="*/ 78521 h 94506"/>
                    <a:gd name="connsiteX21" fmla="*/ 103851 w 112369"/>
                    <a:gd name="connsiteY21" fmla="*/ 15043 h 94506"/>
                    <a:gd name="connsiteX22" fmla="*/ 89911 w 112369"/>
                    <a:gd name="connsiteY22" fmla="*/ 5610 h 94506"/>
                    <a:gd name="connsiteX23" fmla="*/ 36735 w 112369"/>
                    <a:gd name="connsiteY23" fmla="*/ 9285 h 94506"/>
                    <a:gd name="connsiteX24" fmla="*/ 14060 w 112369"/>
                    <a:gd name="connsiteY24" fmla="*/ 11147 h 94506"/>
                    <a:gd name="connsiteX25" fmla="*/ 14060 w 112369"/>
                    <a:gd name="connsiteY25" fmla="*/ 11147 h 94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12369" h="94506">
                      <a:moveTo>
                        <a:pt x="94198" y="94507"/>
                      </a:moveTo>
                      <a:cubicBezTo>
                        <a:pt x="94137" y="94507"/>
                        <a:pt x="94076" y="94507"/>
                        <a:pt x="94014" y="94507"/>
                      </a:cubicBezTo>
                      <a:lnTo>
                        <a:pt x="25232" y="93931"/>
                      </a:lnTo>
                      <a:cubicBezTo>
                        <a:pt x="15322" y="93845"/>
                        <a:pt x="7127" y="87034"/>
                        <a:pt x="6184" y="78080"/>
                      </a:cubicBezTo>
                      <a:lnTo>
                        <a:pt x="71" y="20371"/>
                      </a:lnTo>
                      <a:cubicBezTo>
                        <a:pt x="-296" y="16941"/>
                        <a:pt x="769" y="13548"/>
                        <a:pt x="3060" y="10816"/>
                      </a:cubicBezTo>
                      <a:cubicBezTo>
                        <a:pt x="5620" y="7766"/>
                        <a:pt x="9491" y="5843"/>
                        <a:pt x="13693" y="5549"/>
                      </a:cubicBezTo>
                      <a:lnTo>
                        <a:pt x="13693" y="5549"/>
                      </a:lnTo>
                      <a:cubicBezTo>
                        <a:pt x="19499" y="5145"/>
                        <a:pt x="27486" y="4459"/>
                        <a:pt x="36281" y="3699"/>
                      </a:cubicBezTo>
                      <a:cubicBezTo>
                        <a:pt x="55428" y="2046"/>
                        <a:pt x="77122" y="172"/>
                        <a:pt x="89862" y="0"/>
                      </a:cubicBezTo>
                      <a:cubicBezTo>
                        <a:pt x="99208" y="110"/>
                        <a:pt x="107097" y="5451"/>
                        <a:pt x="109302" y="13573"/>
                      </a:cubicBezTo>
                      <a:cubicBezTo>
                        <a:pt x="112903" y="26839"/>
                        <a:pt x="112622" y="51927"/>
                        <a:pt x="111972" y="78656"/>
                      </a:cubicBezTo>
                      <a:cubicBezTo>
                        <a:pt x="111764" y="87426"/>
                        <a:pt x="103814" y="94495"/>
                        <a:pt x="94210" y="94507"/>
                      </a:cubicBezTo>
                      <a:close/>
                      <a:moveTo>
                        <a:pt x="14073" y="11147"/>
                      </a:moveTo>
                      <a:cubicBezTo>
                        <a:pt x="11390" y="11331"/>
                        <a:pt x="8940" y="12519"/>
                        <a:pt x="7347" y="14418"/>
                      </a:cubicBezTo>
                      <a:cubicBezTo>
                        <a:pt x="6049" y="15974"/>
                        <a:pt x="5437" y="17872"/>
                        <a:pt x="5632" y="19783"/>
                      </a:cubicBezTo>
                      <a:lnTo>
                        <a:pt x="11745" y="77492"/>
                      </a:lnTo>
                      <a:cubicBezTo>
                        <a:pt x="12394" y="83604"/>
                        <a:pt x="18201" y="88259"/>
                        <a:pt x="25257" y="88321"/>
                      </a:cubicBezTo>
                      <a:lnTo>
                        <a:pt x="94039" y="88896"/>
                      </a:lnTo>
                      <a:cubicBezTo>
                        <a:pt x="94039" y="88896"/>
                        <a:pt x="94125" y="88896"/>
                        <a:pt x="94174" y="88896"/>
                      </a:cubicBezTo>
                      <a:cubicBezTo>
                        <a:pt x="100752" y="88896"/>
                        <a:pt x="106191" y="84254"/>
                        <a:pt x="106325" y="78521"/>
                      </a:cubicBezTo>
                      <a:cubicBezTo>
                        <a:pt x="106962" y="52233"/>
                        <a:pt x="107256" y="27586"/>
                        <a:pt x="103851" y="15043"/>
                      </a:cubicBezTo>
                      <a:cubicBezTo>
                        <a:pt x="102344" y="9494"/>
                        <a:pt x="96354" y="5586"/>
                        <a:pt x="89911" y="5610"/>
                      </a:cubicBezTo>
                      <a:cubicBezTo>
                        <a:pt x="77367" y="5782"/>
                        <a:pt x="54840" y="7730"/>
                        <a:pt x="36735" y="9285"/>
                      </a:cubicBezTo>
                      <a:cubicBezTo>
                        <a:pt x="27903" y="10045"/>
                        <a:pt x="19879" y="10743"/>
                        <a:pt x="14060" y="11147"/>
                      </a:cubicBezTo>
                      <a:lnTo>
                        <a:pt x="14060" y="111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1" name="Forme libre : forme 920">
                  <a:extLst>
                    <a:ext uri="{FF2B5EF4-FFF2-40B4-BE49-F238E27FC236}">
                      <a16:creationId xmlns:a16="http://schemas.microsoft.com/office/drawing/2014/main" id="{E621B3D2-3770-7EF6-CB38-4C08E6E57EEB}"/>
                    </a:ext>
                  </a:extLst>
                </p:cNvPr>
                <p:cNvSpPr/>
                <p:nvPr/>
              </p:nvSpPr>
              <p:spPr>
                <a:xfrm>
                  <a:off x="261707" y="933681"/>
                  <a:ext cx="85305" cy="71038"/>
                </a:xfrm>
                <a:custGeom>
                  <a:avLst/>
                  <a:gdLst>
                    <a:gd name="connsiteX0" fmla="*/ 8838 w 85305"/>
                    <a:gd name="connsiteY0" fmla="*/ 4436 h 71038"/>
                    <a:gd name="connsiteX1" fmla="*/ 69585 w 85305"/>
                    <a:gd name="connsiteY1" fmla="*/ 1 h 71038"/>
                    <a:gd name="connsiteX2" fmla="*/ 82925 w 85305"/>
                    <a:gd name="connsiteY2" fmla="*/ 9189 h 71038"/>
                    <a:gd name="connsiteX3" fmla="*/ 84983 w 85305"/>
                    <a:gd name="connsiteY3" fmla="*/ 60552 h 71038"/>
                    <a:gd name="connsiteX4" fmla="*/ 72904 w 85305"/>
                    <a:gd name="connsiteY4" fmla="*/ 71038 h 71038"/>
                    <a:gd name="connsiteX5" fmla="*/ 17940 w 85305"/>
                    <a:gd name="connsiteY5" fmla="*/ 70572 h 71038"/>
                    <a:gd name="connsiteX6" fmla="*/ 4931 w 85305"/>
                    <a:gd name="connsiteY6" fmla="*/ 59915 h 71038"/>
                    <a:gd name="connsiteX7" fmla="*/ 43 w 85305"/>
                    <a:gd name="connsiteY7" fmla="*/ 13807 h 71038"/>
                    <a:gd name="connsiteX8" fmla="*/ 8851 w 85305"/>
                    <a:gd name="connsiteY8" fmla="*/ 4436 h 71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5305" h="71038">
                      <a:moveTo>
                        <a:pt x="8838" y="4436"/>
                      </a:moveTo>
                      <a:cubicBezTo>
                        <a:pt x="23281" y="3431"/>
                        <a:pt x="54689" y="210"/>
                        <a:pt x="69585" y="1"/>
                      </a:cubicBezTo>
                      <a:cubicBezTo>
                        <a:pt x="75893" y="-84"/>
                        <a:pt x="81430" y="3725"/>
                        <a:pt x="82925" y="9189"/>
                      </a:cubicBezTo>
                      <a:cubicBezTo>
                        <a:pt x="85816" y="19809"/>
                        <a:pt x="85460" y="41001"/>
                        <a:pt x="84983" y="60552"/>
                      </a:cubicBezTo>
                      <a:cubicBezTo>
                        <a:pt x="84836" y="66407"/>
                        <a:pt x="79470" y="71087"/>
                        <a:pt x="72904" y="71038"/>
                      </a:cubicBezTo>
                      <a:lnTo>
                        <a:pt x="17940" y="70572"/>
                      </a:lnTo>
                      <a:cubicBezTo>
                        <a:pt x="11178" y="70511"/>
                        <a:pt x="5568" y="65917"/>
                        <a:pt x="4931" y="59915"/>
                      </a:cubicBezTo>
                      <a:lnTo>
                        <a:pt x="43" y="13807"/>
                      </a:lnTo>
                      <a:cubicBezTo>
                        <a:pt x="-459" y="9042"/>
                        <a:pt x="3497" y="4803"/>
                        <a:pt x="8851" y="4436"/>
                      </a:cubicBez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2" name="Forme libre : forme 921">
                  <a:extLst>
                    <a:ext uri="{FF2B5EF4-FFF2-40B4-BE49-F238E27FC236}">
                      <a16:creationId xmlns:a16="http://schemas.microsoft.com/office/drawing/2014/main" id="{37674C9A-497A-3649-0832-936C95282EA3}"/>
                    </a:ext>
                  </a:extLst>
                </p:cNvPr>
                <p:cNvSpPr/>
                <p:nvPr/>
              </p:nvSpPr>
              <p:spPr>
                <a:xfrm>
                  <a:off x="398703" y="955683"/>
                  <a:ext cx="365886" cy="34287"/>
                </a:xfrm>
                <a:custGeom>
                  <a:avLst/>
                  <a:gdLst>
                    <a:gd name="connsiteX0" fmla="*/ 2645 w 365886"/>
                    <a:gd name="connsiteY0" fmla="*/ 1 h 34287"/>
                    <a:gd name="connsiteX1" fmla="*/ 109 w 365886"/>
                    <a:gd name="connsiteY1" fmla="*/ 3222 h 34287"/>
                    <a:gd name="connsiteX2" fmla="*/ 7471 w 365886"/>
                    <a:gd name="connsiteY2" fmla="*/ 30993 h 34287"/>
                    <a:gd name="connsiteX3" fmla="*/ 11758 w 365886"/>
                    <a:gd name="connsiteY3" fmla="*/ 34288 h 34287"/>
                    <a:gd name="connsiteX4" fmla="*/ 362554 w 365886"/>
                    <a:gd name="connsiteY4" fmla="*/ 33871 h 34287"/>
                    <a:gd name="connsiteX5" fmla="*/ 365886 w 365886"/>
                    <a:gd name="connsiteY5" fmla="*/ 30454 h 34287"/>
                    <a:gd name="connsiteX6" fmla="*/ 365457 w 365886"/>
                    <a:gd name="connsiteY6" fmla="*/ 11613 h 34287"/>
                    <a:gd name="connsiteX7" fmla="*/ 361966 w 365886"/>
                    <a:gd name="connsiteY7" fmla="*/ 8122 h 34287"/>
                    <a:gd name="connsiteX8" fmla="*/ 2657 w 365886"/>
                    <a:gd name="connsiteY8" fmla="*/ 1 h 3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5886" h="34287">
                      <a:moveTo>
                        <a:pt x="2645" y="1"/>
                      </a:moveTo>
                      <a:cubicBezTo>
                        <a:pt x="770" y="-36"/>
                        <a:pt x="-369" y="1409"/>
                        <a:pt x="109" y="3222"/>
                      </a:cubicBezTo>
                      <a:lnTo>
                        <a:pt x="7471" y="30993"/>
                      </a:lnTo>
                      <a:cubicBezTo>
                        <a:pt x="7949" y="32806"/>
                        <a:pt x="9884" y="34288"/>
                        <a:pt x="11758" y="34288"/>
                      </a:cubicBezTo>
                      <a:lnTo>
                        <a:pt x="362554" y="33871"/>
                      </a:lnTo>
                      <a:cubicBezTo>
                        <a:pt x="364428" y="33871"/>
                        <a:pt x="365923" y="32328"/>
                        <a:pt x="365886" y="30454"/>
                      </a:cubicBezTo>
                      <a:lnTo>
                        <a:pt x="365457" y="11613"/>
                      </a:lnTo>
                      <a:cubicBezTo>
                        <a:pt x="365408" y="9739"/>
                        <a:pt x="363840" y="8171"/>
                        <a:pt x="361966" y="8122"/>
                      </a:cubicBezTo>
                      <a:lnTo>
                        <a:pt x="265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01" name="Forme libre : forme 900">
                <a:extLst>
                  <a:ext uri="{FF2B5EF4-FFF2-40B4-BE49-F238E27FC236}">
                    <a16:creationId xmlns:a16="http://schemas.microsoft.com/office/drawing/2014/main" id="{98F1D164-31AF-E47C-AA49-80AE18E13AE4}"/>
                  </a:ext>
                </a:extLst>
              </p:cNvPr>
              <p:cNvSpPr/>
              <p:nvPr/>
            </p:nvSpPr>
            <p:spPr>
              <a:xfrm>
                <a:off x="484633" y="4247"/>
                <a:ext cx="92920" cy="101647"/>
              </a:xfrm>
              <a:custGeom>
                <a:avLst/>
                <a:gdLst>
                  <a:gd name="connsiteX0" fmla="*/ 74479 w 92920"/>
                  <a:gd name="connsiteY0" fmla="*/ 14613 h 101647"/>
                  <a:gd name="connsiteX1" fmla="*/ 20065 w 92920"/>
                  <a:gd name="connsiteY1" fmla="*/ 1849 h 101647"/>
                  <a:gd name="connsiteX2" fmla="*/ 49 w 92920"/>
                  <a:gd name="connsiteY2" fmla="*/ 29570 h 101647"/>
                  <a:gd name="connsiteX3" fmla="*/ 3896 w 92920"/>
                  <a:gd name="connsiteY3" fmla="*/ 93330 h 101647"/>
                  <a:gd name="connsiteX4" fmla="*/ 73009 w 92920"/>
                  <a:gd name="connsiteY4" fmla="*/ 101647 h 101647"/>
                  <a:gd name="connsiteX5" fmla="*/ 74479 w 92920"/>
                  <a:gd name="connsiteY5" fmla="*/ 14625 h 101647"/>
                  <a:gd name="connsiteX6" fmla="*/ 42397 w 92920"/>
                  <a:gd name="connsiteY6" fmla="*/ 64947 h 101647"/>
                  <a:gd name="connsiteX7" fmla="*/ 25651 w 92920"/>
                  <a:gd name="connsiteY7" fmla="*/ 47124 h 101647"/>
                  <a:gd name="connsiteX8" fmla="*/ 43475 w 92920"/>
                  <a:gd name="connsiteY8" fmla="*/ 30378 h 101647"/>
                  <a:gd name="connsiteX9" fmla="*/ 60220 w 92920"/>
                  <a:gd name="connsiteY9" fmla="*/ 48202 h 101647"/>
                  <a:gd name="connsiteX10" fmla="*/ 42397 w 92920"/>
                  <a:gd name="connsiteY10" fmla="*/ 64947 h 101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2920" h="101647">
                    <a:moveTo>
                      <a:pt x="74479" y="14613"/>
                    </a:moveTo>
                    <a:cubicBezTo>
                      <a:pt x="52895" y="-1422"/>
                      <a:pt x="33699" y="-1716"/>
                      <a:pt x="20065" y="1849"/>
                    </a:cubicBezTo>
                    <a:cubicBezTo>
                      <a:pt x="7632" y="5095"/>
                      <a:pt x="-722" y="16744"/>
                      <a:pt x="49" y="29570"/>
                    </a:cubicBezTo>
                    <a:lnTo>
                      <a:pt x="3896" y="93330"/>
                    </a:lnTo>
                    <a:lnTo>
                      <a:pt x="73009" y="101647"/>
                    </a:lnTo>
                    <a:cubicBezTo>
                      <a:pt x="73009" y="101647"/>
                      <a:pt x="116814" y="46070"/>
                      <a:pt x="74479" y="14625"/>
                    </a:cubicBezTo>
                    <a:close/>
                    <a:moveTo>
                      <a:pt x="42397" y="64947"/>
                    </a:moveTo>
                    <a:cubicBezTo>
                      <a:pt x="32854" y="64653"/>
                      <a:pt x="25357" y="56666"/>
                      <a:pt x="25651" y="47124"/>
                    </a:cubicBezTo>
                    <a:cubicBezTo>
                      <a:pt x="25945" y="37581"/>
                      <a:pt x="33932" y="30084"/>
                      <a:pt x="43475" y="30378"/>
                    </a:cubicBezTo>
                    <a:cubicBezTo>
                      <a:pt x="53017" y="30672"/>
                      <a:pt x="60514" y="38659"/>
                      <a:pt x="60220" y="48202"/>
                    </a:cubicBezTo>
                    <a:cubicBezTo>
                      <a:pt x="59926" y="57744"/>
                      <a:pt x="51939" y="65241"/>
                      <a:pt x="42397" y="64947"/>
                    </a:cubicBez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Forme libre : forme 901">
                <a:extLst>
                  <a:ext uri="{FF2B5EF4-FFF2-40B4-BE49-F238E27FC236}">
                    <a16:creationId xmlns:a16="http://schemas.microsoft.com/office/drawing/2014/main" id="{AF3D6201-36E6-44F0-64DA-F8312119A9D4}"/>
                  </a:ext>
                </a:extLst>
              </p:cNvPr>
              <p:cNvSpPr/>
              <p:nvPr/>
            </p:nvSpPr>
            <p:spPr>
              <a:xfrm>
                <a:off x="392626" y="84844"/>
                <a:ext cx="260527" cy="63643"/>
              </a:xfrm>
              <a:custGeom>
                <a:avLst/>
                <a:gdLst>
                  <a:gd name="connsiteX0" fmla="*/ 12 w 260527"/>
                  <a:gd name="connsiteY0" fmla="*/ 50867 h 63643"/>
                  <a:gd name="connsiteX1" fmla="*/ 1004 w 260527"/>
                  <a:gd name="connsiteY1" fmla="*/ 18907 h 63643"/>
                  <a:gd name="connsiteX2" fmla="*/ 21780 w 260527"/>
                  <a:gd name="connsiteY2" fmla="*/ 43 h 63643"/>
                  <a:gd name="connsiteX3" fmla="*/ 241920 w 260527"/>
                  <a:gd name="connsiteY3" fmla="*/ 14473 h 63643"/>
                  <a:gd name="connsiteX4" fmla="*/ 259645 w 260527"/>
                  <a:gd name="connsiteY4" fmla="*/ 32872 h 63643"/>
                  <a:gd name="connsiteX5" fmla="*/ 260527 w 260527"/>
                  <a:gd name="connsiteY5" fmla="*/ 63643 h 63643"/>
                  <a:gd name="connsiteX6" fmla="*/ 0 w 260527"/>
                  <a:gd name="connsiteY6" fmla="*/ 50879 h 63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0527" h="63643">
                    <a:moveTo>
                      <a:pt x="12" y="50867"/>
                    </a:moveTo>
                    <a:lnTo>
                      <a:pt x="1004" y="18907"/>
                    </a:lnTo>
                    <a:cubicBezTo>
                      <a:pt x="1347" y="7870"/>
                      <a:pt x="10767" y="-680"/>
                      <a:pt x="21780" y="43"/>
                    </a:cubicBezTo>
                    <a:lnTo>
                      <a:pt x="241920" y="14473"/>
                    </a:lnTo>
                    <a:cubicBezTo>
                      <a:pt x="251695" y="15110"/>
                      <a:pt x="259364" y="23084"/>
                      <a:pt x="259645" y="32872"/>
                    </a:cubicBezTo>
                    <a:lnTo>
                      <a:pt x="260527" y="63643"/>
                    </a:lnTo>
                    <a:lnTo>
                      <a:pt x="0" y="50879"/>
                    </a:ln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Forme libre : forme 902">
                <a:extLst>
                  <a:ext uri="{FF2B5EF4-FFF2-40B4-BE49-F238E27FC236}">
                    <a16:creationId xmlns:a16="http://schemas.microsoft.com/office/drawing/2014/main" id="{46010554-0D14-5E59-852A-132B9E6089DC}"/>
                  </a:ext>
                </a:extLst>
              </p:cNvPr>
              <p:cNvSpPr/>
              <p:nvPr/>
            </p:nvSpPr>
            <p:spPr>
              <a:xfrm>
                <a:off x="301143" y="121856"/>
                <a:ext cx="436018" cy="66308"/>
              </a:xfrm>
              <a:custGeom>
                <a:avLst/>
                <a:gdLst>
                  <a:gd name="connsiteX0" fmla="*/ 22811 w 436018"/>
                  <a:gd name="connsiteY0" fmla="*/ 0 h 66308"/>
                  <a:gd name="connsiteX1" fmla="*/ 408176 w 436018"/>
                  <a:gd name="connsiteY1" fmla="*/ 12017 h 66308"/>
                  <a:gd name="connsiteX2" fmla="*/ 435505 w 436018"/>
                  <a:gd name="connsiteY2" fmla="*/ 36516 h 66308"/>
                  <a:gd name="connsiteX3" fmla="*/ 435775 w 436018"/>
                  <a:gd name="connsiteY3" fmla="*/ 38415 h 66308"/>
                  <a:gd name="connsiteX4" fmla="*/ 410773 w 436018"/>
                  <a:gd name="connsiteY4" fmla="*/ 66296 h 66308"/>
                  <a:gd name="connsiteX5" fmla="*/ 15413 w 436018"/>
                  <a:gd name="connsiteY5" fmla="*/ 53960 h 66308"/>
                  <a:gd name="connsiteX6" fmla="*/ 51 w 436018"/>
                  <a:gd name="connsiteY6" fmla="*/ 36798 h 66308"/>
                  <a:gd name="connsiteX7" fmla="*/ 1460 w 436018"/>
                  <a:gd name="connsiteY7" fmla="*/ 19134 h 66308"/>
                  <a:gd name="connsiteX8" fmla="*/ 22824 w 436018"/>
                  <a:gd name="connsiteY8" fmla="*/ 12 h 66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6018" h="66308">
                    <a:moveTo>
                      <a:pt x="22811" y="0"/>
                    </a:moveTo>
                    <a:lnTo>
                      <a:pt x="408176" y="12017"/>
                    </a:lnTo>
                    <a:cubicBezTo>
                      <a:pt x="422030" y="12446"/>
                      <a:pt x="433570" y="22785"/>
                      <a:pt x="435505" y="36516"/>
                    </a:cubicBezTo>
                    <a:lnTo>
                      <a:pt x="435775" y="38415"/>
                    </a:lnTo>
                    <a:cubicBezTo>
                      <a:pt x="437894" y="53446"/>
                      <a:pt x="425950" y="66773"/>
                      <a:pt x="410773" y="66296"/>
                    </a:cubicBezTo>
                    <a:lnTo>
                      <a:pt x="15413" y="53960"/>
                    </a:lnTo>
                    <a:cubicBezTo>
                      <a:pt x="6323" y="53678"/>
                      <a:pt x="-671" y="45851"/>
                      <a:pt x="51" y="36798"/>
                    </a:cubicBezTo>
                    <a:lnTo>
                      <a:pt x="1460" y="19134"/>
                    </a:lnTo>
                    <a:cubicBezTo>
                      <a:pt x="2342" y="8085"/>
                      <a:pt x="11738" y="-331"/>
                      <a:pt x="22824" y="12"/>
                    </a:cubicBezTo>
                    <a:close/>
                  </a:path>
                </a:pathLst>
              </a:custGeom>
              <a:solidFill>
                <a:srgbClr val="4438B7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0" name="Graphique 4">
              <a:extLst>
                <a:ext uri="{FF2B5EF4-FFF2-40B4-BE49-F238E27FC236}">
                  <a16:creationId xmlns:a16="http://schemas.microsoft.com/office/drawing/2014/main" id="{C2D0FD39-363B-91DC-4F28-3BE6AABA41A3}"/>
                </a:ext>
              </a:extLst>
            </p:cNvPr>
            <p:cNvGrpSpPr/>
            <p:nvPr/>
          </p:nvGrpSpPr>
          <p:grpSpPr>
            <a:xfrm>
              <a:off x="1592245" y="437"/>
              <a:ext cx="247590" cy="320685"/>
              <a:chOff x="1592245" y="437"/>
              <a:chExt cx="247590" cy="320685"/>
            </a:xfrm>
          </p:grpSpPr>
          <p:grpSp>
            <p:nvGrpSpPr>
              <p:cNvPr id="879" name="Graphique 4">
                <a:extLst>
                  <a:ext uri="{FF2B5EF4-FFF2-40B4-BE49-F238E27FC236}">
                    <a16:creationId xmlns:a16="http://schemas.microsoft.com/office/drawing/2014/main" id="{B364092F-94FA-FAB6-EE40-C5A87B64CAD3}"/>
                  </a:ext>
                </a:extLst>
              </p:cNvPr>
              <p:cNvGrpSpPr/>
              <p:nvPr/>
            </p:nvGrpSpPr>
            <p:grpSpPr>
              <a:xfrm>
                <a:off x="1725545" y="111072"/>
                <a:ext cx="114290" cy="114290"/>
                <a:chOff x="1725545" y="111072"/>
                <a:chExt cx="114290" cy="114290"/>
              </a:xfrm>
            </p:grpSpPr>
            <p:sp>
              <p:nvSpPr>
                <p:cNvPr id="895" name="Forme libre : forme 894">
                  <a:extLst>
                    <a:ext uri="{FF2B5EF4-FFF2-40B4-BE49-F238E27FC236}">
                      <a16:creationId xmlns:a16="http://schemas.microsoft.com/office/drawing/2014/main" id="{858B1185-3752-7E9B-F09F-AB306020F4A8}"/>
                    </a:ext>
                  </a:extLst>
                </p:cNvPr>
                <p:cNvSpPr/>
                <p:nvPr/>
              </p:nvSpPr>
              <p:spPr>
                <a:xfrm rot="-4064400">
                  <a:off x="1725545" y="111072"/>
                  <a:ext cx="114290" cy="114290"/>
                </a:xfrm>
                <a:custGeom>
                  <a:avLst/>
                  <a:gdLst>
                    <a:gd name="connsiteX0" fmla="*/ 114290 w 114290"/>
                    <a:gd name="connsiteY0" fmla="*/ 57145 h 114290"/>
                    <a:gd name="connsiteX1" fmla="*/ 57145 w 114290"/>
                    <a:gd name="connsiteY1" fmla="*/ 114290 h 114290"/>
                    <a:gd name="connsiteX2" fmla="*/ 0 w 114290"/>
                    <a:gd name="connsiteY2" fmla="*/ 57145 h 114290"/>
                    <a:gd name="connsiteX3" fmla="*/ 57145 w 114290"/>
                    <a:gd name="connsiteY3" fmla="*/ 0 h 114290"/>
                    <a:gd name="connsiteX4" fmla="*/ 114290 w 114290"/>
                    <a:gd name="connsiteY4" fmla="*/ 57145 h 114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290" h="114290">
                      <a:moveTo>
                        <a:pt x="114290" y="57145"/>
                      </a:moveTo>
                      <a:cubicBezTo>
                        <a:pt x="114290" y="88705"/>
                        <a:pt x="88705" y="114290"/>
                        <a:pt x="57145" y="114290"/>
                      </a:cubicBezTo>
                      <a:cubicBezTo>
                        <a:pt x="25585" y="114290"/>
                        <a:pt x="0" y="88705"/>
                        <a:pt x="0" y="57145"/>
                      </a:cubicBezTo>
                      <a:cubicBezTo>
                        <a:pt x="0" y="25585"/>
                        <a:pt x="25585" y="0"/>
                        <a:pt x="57145" y="0"/>
                      </a:cubicBezTo>
                      <a:cubicBezTo>
                        <a:pt x="88705" y="0"/>
                        <a:pt x="114290" y="25585"/>
                        <a:pt x="114290" y="57145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6" name="Forme libre : forme 895">
                  <a:extLst>
                    <a:ext uri="{FF2B5EF4-FFF2-40B4-BE49-F238E27FC236}">
                      <a16:creationId xmlns:a16="http://schemas.microsoft.com/office/drawing/2014/main" id="{43809EFC-722E-98F6-D996-BEAB89E7FB50}"/>
                    </a:ext>
                  </a:extLst>
                </p:cNvPr>
                <p:cNvSpPr/>
                <p:nvPr/>
              </p:nvSpPr>
              <p:spPr>
                <a:xfrm>
                  <a:off x="1734668" y="114567"/>
                  <a:ext cx="58374" cy="30771"/>
                </a:xfrm>
                <a:custGeom>
                  <a:avLst/>
                  <a:gdLst>
                    <a:gd name="connsiteX0" fmla="*/ 872 w 58374"/>
                    <a:gd name="connsiteY0" fmla="*/ 30771 h 30771"/>
                    <a:gd name="connsiteX1" fmla="*/ 480 w 58374"/>
                    <a:gd name="connsiteY1" fmla="*/ 30673 h 30771"/>
                    <a:gd name="connsiteX2" fmla="*/ 88 w 58374"/>
                    <a:gd name="connsiteY2" fmla="*/ 29497 h 30771"/>
                    <a:gd name="connsiteX3" fmla="*/ 47985 w 58374"/>
                    <a:gd name="connsiteY3" fmla="*/ 0 h 30771"/>
                    <a:gd name="connsiteX4" fmla="*/ 57662 w 58374"/>
                    <a:gd name="connsiteY4" fmla="*/ 870 h 30771"/>
                    <a:gd name="connsiteX5" fmla="*/ 58360 w 58374"/>
                    <a:gd name="connsiteY5" fmla="*/ 1886 h 30771"/>
                    <a:gd name="connsiteX6" fmla="*/ 57344 w 58374"/>
                    <a:gd name="connsiteY6" fmla="*/ 2585 h 30771"/>
                    <a:gd name="connsiteX7" fmla="*/ 47985 w 58374"/>
                    <a:gd name="connsiteY7" fmla="*/ 1739 h 30771"/>
                    <a:gd name="connsiteX8" fmla="*/ 1644 w 58374"/>
                    <a:gd name="connsiteY8" fmla="*/ 30269 h 30771"/>
                    <a:gd name="connsiteX9" fmla="*/ 860 w 58374"/>
                    <a:gd name="connsiteY9" fmla="*/ 30747 h 30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8374" h="30771">
                      <a:moveTo>
                        <a:pt x="872" y="30771"/>
                      </a:moveTo>
                      <a:cubicBezTo>
                        <a:pt x="738" y="30771"/>
                        <a:pt x="603" y="30747"/>
                        <a:pt x="480" y="30673"/>
                      </a:cubicBezTo>
                      <a:cubicBezTo>
                        <a:pt x="52" y="30453"/>
                        <a:pt x="-120" y="29926"/>
                        <a:pt x="88" y="29497"/>
                      </a:cubicBezTo>
                      <a:cubicBezTo>
                        <a:pt x="9276" y="11307"/>
                        <a:pt x="27626" y="0"/>
                        <a:pt x="47985" y="0"/>
                      </a:cubicBezTo>
                      <a:cubicBezTo>
                        <a:pt x="51231" y="0"/>
                        <a:pt x="54490" y="294"/>
                        <a:pt x="57662" y="870"/>
                      </a:cubicBezTo>
                      <a:cubicBezTo>
                        <a:pt x="58140" y="955"/>
                        <a:pt x="58446" y="1409"/>
                        <a:pt x="58360" y="1886"/>
                      </a:cubicBezTo>
                      <a:cubicBezTo>
                        <a:pt x="58275" y="2364"/>
                        <a:pt x="57821" y="2683"/>
                        <a:pt x="57344" y="2585"/>
                      </a:cubicBezTo>
                      <a:cubicBezTo>
                        <a:pt x="54281" y="2021"/>
                        <a:pt x="51133" y="1739"/>
                        <a:pt x="47985" y="1739"/>
                      </a:cubicBezTo>
                      <a:cubicBezTo>
                        <a:pt x="28287" y="1739"/>
                        <a:pt x="10525" y="12666"/>
                        <a:pt x="1644" y="30269"/>
                      </a:cubicBezTo>
                      <a:cubicBezTo>
                        <a:pt x="1485" y="30575"/>
                        <a:pt x="1179" y="30747"/>
                        <a:pt x="860" y="30747"/>
                      </a:cubicBezTo>
                      <a:close/>
                    </a:path>
                  </a:pathLst>
                </a:custGeom>
                <a:solidFill>
                  <a:srgbClr val="FFFFFF">
                    <a:alpha val="68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7" name="Forme libre : forme 896">
                  <a:extLst>
                    <a:ext uri="{FF2B5EF4-FFF2-40B4-BE49-F238E27FC236}">
                      <a16:creationId xmlns:a16="http://schemas.microsoft.com/office/drawing/2014/main" id="{0328A6B6-44EA-9A1B-2A58-82D0E39F396E}"/>
                    </a:ext>
                  </a:extLst>
                </p:cNvPr>
                <p:cNvSpPr/>
                <p:nvPr/>
              </p:nvSpPr>
              <p:spPr>
                <a:xfrm rot="-4592999">
                  <a:off x="1735592" y="121100"/>
                  <a:ext cx="96723" cy="96723"/>
                </a:xfrm>
                <a:custGeom>
                  <a:avLst/>
                  <a:gdLst>
                    <a:gd name="connsiteX0" fmla="*/ 96724 w 96723"/>
                    <a:gd name="connsiteY0" fmla="*/ 48362 h 96723"/>
                    <a:gd name="connsiteX1" fmla="*/ 48362 w 96723"/>
                    <a:gd name="connsiteY1" fmla="*/ 96724 h 96723"/>
                    <a:gd name="connsiteX2" fmla="*/ 0 w 96723"/>
                    <a:gd name="connsiteY2" fmla="*/ 48362 h 96723"/>
                    <a:gd name="connsiteX3" fmla="*/ 48362 w 96723"/>
                    <a:gd name="connsiteY3" fmla="*/ 0 h 96723"/>
                    <a:gd name="connsiteX4" fmla="*/ 96724 w 96723"/>
                    <a:gd name="connsiteY4" fmla="*/ 48362 h 96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723" h="96723">
                      <a:moveTo>
                        <a:pt x="96724" y="48362"/>
                      </a:moveTo>
                      <a:cubicBezTo>
                        <a:pt x="96724" y="75072"/>
                        <a:pt x="75072" y="96724"/>
                        <a:pt x="48362" y="96724"/>
                      </a:cubicBezTo>
                      <a:cubicBezTo>
                        <a:pt x="21652" y="96724"/>
                        <a:pt x="0" y="75072"/>
                        <a:pt x="0" y="48362"/>
                      </a:cubicBezTo>
                      <a:cubicBezTo>
                        <a:pt x="0" y="21652"/>
                        <a:pt x="21652" y="0"/>
                        <a:pt x="48362" y="0"/>
                      </a:cubicBezTo>
                      <a:cubicBezTo>
                        <a:pt x="75072" y="0"/>
                        <a:pt x="96724" y="21652"/>
                        <a:pt x="96724" y="48362"/>
                      </a:cubicBezTo>
                      <a:close/>
                    </a:path>
                  </a:pathLst>
                </a:custGeom>
                <a:solidFill>
                  <a:srgbClr val="FFFFFF">
                    <a:alpha val="68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8" name="Forme libre : forme 897">
                  <a:extLst>
                    <a:ext uri="{FF2B5EF4-FFF2-40B4-BE49-F238E27FC236}">
                      <a16:creationId xmlns:a16="http://schemas.microsoft.com/office/drawing/2014/main" id="{1446828F-9752-47D6-BD2B-009F12C3DF0F}"/>
                    </a:ext>
                  </a:extLst>
                </p:cNvPr>
                <p:cNvSpPr/>
                <p:nvPr/>
              </p:nvSpPr>
              <p:spPr>
                <a:xfrm>
                  <a:off x="1762610" y="135196"/>
                  <a:ext cx="43158" cy="73265"/>
                </a:xfrm>
                <a:custGeom>
                  <a:avLst/>
                  <a:gdLst>
                    <a:gd name="connsiteX0" fmla="*/ 16552 w 43158"/>
                    <a:gd name="connsiteY0" fmla="*/ 70203 h 73265"/>
                    <a:gd name="connsiteX1" fmla="*/ 16552 w 43158"/>
                    <a:gd name="connsiteY1" fmla="*/ 64936 h 73265"/>
                    <a:gd name="connsiteX2" fmla="*/ 1791 w 43158"/>
                    <a:gd name="connsiteY2" fmla="*/ 61739 h 73265"/>
                    <a:gd name="connsiteX3" fmla="*/ 113 w 43158"/>
                    <a:gd name="connsiteY3" fmla="*/ 58137 h 73265"/>
                    <a:gd name="connsiteX4" fmla="*/ 1448 w 43158"/>
                    <a:gd name="connsiteY4" fmla="*/ 53237 h 73265"/>
                    <a:gd name="connsiteX5" fmla="*/ 5613 w 43158"/>
                    <a:gd name="connsiteY5" fmla="*/ 51228 h 73265"/>
                    <a:gd name="connsiteX6" fmla="*/ 19247 w 43158"/>
                    <a:gd name="connsiteY6" fmla="*/ 54095 h 73265"/>
                    <a:gd name="connsiteX7" fmla="*/ 28471 w 43158"/>
                    <a:gd name="connsiteY7" fmla="*/ 48631 h 73265"/>
                    <a:gd name="connsiteX8" fmla="*/ 18083 w 43158"/>
                    <a:gd name="connsiteY8" fmla="*/ 41380 h 73265"/>
                    <a:gd name="connsiteX9" fmla="*/ 88 w 43158"/>
                    <a:gd name="connsiteY9" fmla="*/ 24720 h 73265"/>
                    <a:gd name="connsiteX10" fmla="*/ 16748 w 43158"/>
                    <a:gd name="connsiteY10" fmla="*/ 8330 h 73265"/>
                    <a:gd name="connsiteX11" fmla="*/ 16748 w 43158"/>
                    <a:gd name="connsiteY11" fmla="*/ 3062 h 73265"/>
                    <a:gd name="connsiteX12" fmla="*/ 19810 w 43158"/>
                    <a:gd name="connsiteY12" fmla="*/ 0 h 73265"/>
                    <a:gd name="connsiteX13" fmla="*/ 22897 w 43158"/>
                    <a:gd name="connsiteY13" fmla="*/ 0 h 73265"/>
                    <a:gd name="connsiteX14" fmla="*/ 25960 w 43158"/>
                    <a:gd name="connsiteY14" fmla="*/ 3062 h 73265"/>
                    <a:gd name="connsiteX15" fmla="*/ 25960 w 43158"/>
                    <a:gd name="connsiteY15" fmla="*/ 7791 h 73265"/>
                    <a:gd name="connsiteX16" fmla="*/ 37658 w 43158"/>
                    <a:gd name="connsiteY16" fmla="*/ 9898 h 73265"/>
                    <a:gd name="connsiteX17" fmla="*/ 39569 w 43158"/>
                    <a:gd name="connsiteY17" fmla="*/ 13585 h 73265"/>
                    <a:gd name="connsiteX18" fmla="*/ 38344 w 43158"/>
                    <a:gd name="connsiteY18" fmla="*/ 18117 h 73265"/>
                    <a:gd name="connsiteX19" fmla="*/ 34314 w 43158"/>
                    <a:gd name="connsiteY19" fmla="*/ 20188 h 73265"/>
                    <a:gd name="connsiteX20" fmla="*/ 22836 w 43158"/>
                    <a:gd name="connsiteY20" fmla="*/ 18105 h 73265"/>
                    <a:gd name="connsiteX21" fmla="*/ 14776 w 43158"/>
                    <a:gd name="connsiteY21" fmla="*/ 23030 h 73265"/>
                    <a:gd name="connsiteX22" fmla="*/ 26683 w 43158"/>
                    <a:gd name="connsiteY22" fmla="*/ 30367 h 73265"/>
                    <a:gd name="connsiteX23" fmla="*/ 43158 w 43158"/>
                    <a:gd name="connsiteY23" fmla="*/ 47382 h 73265"/>
                    <a:gd name="connsiteX24" fmla="*/ 25788 w 43158"/>
                    <a:gd name="connsiteY24" fmla="*/ 64311 h 73265"/>
                    <a:gd name="connsiteX25" fmla="*/ 25788 w 43158"/>
                    <a:gd name="connsiteY25" fmla="*/ 70203 h 73265"/>
                    <a:gd name="connsiteX26" fmla="*/ 22726 w 43158"/>
                    <a:gd name="connsiteY26" fmla="*/ 73266 h 73265"/>
                    <a:gd name="connsiteX27" fmla="*/ 19639 w 43158"/>
                    <a:gd name="connsiteY27" fmla="*/ 73266 h 73265"/>
                    <a:gd name="connsiteX28" fmla="*/ 16577 w 43158"/>
                    <a:gd name="connsiteY28" fmla="*/ 70203 h 73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43158" h="73265">
                      <a:moveTo>
                        <a:pt x="16552" y="70203"/>
                      </a:moveTo>
                      <a:lnTo>
                        <a:pt x="16552" y="64936"/>
                      </a:lnTo>
                      <a:cubicBezTo>
                        <a:pt x="11064" y="64715"/>
                        <a:pt x="5637" y="63417"/>
                        <a:pt x="1791" y="61739"/>
                      </a:cubicBezTo>
                      <a:cubicBezTo>
                        <a:pt x="419" y="61138"/>
                        <a:pt x="-291" y="59595"/>
                        <a:pt x="113" y="58137"/>
                      </a:cubicBezTo>
                      <a:lnTo>
                        <a:pt x="1448" y="53237"/>
                      </a:lnTo>
                      <a:cubicBezTo>
                        <a:pt x="1938" y="51437"/>
                        <a:pt x="3898" y="50506"/>
                        <a:pt x="5613" y="51228"/>
                      </a:cubicBezTo>
                      <a:cubicBezTo>
                        <a:pt x="9435" y="52833"/>
                        <a:pt x="14151" y="54095"/>
                        <a:pt x="19247" y="54095"/>
                      </a:cubicBezTo>
                      <a:cubicBezTo>
                        <a:pt x="24343" y="54095"/>
                        <a:pt x="28471" y="52306"/>
                        <a:pt x="28471" y="48631"/>
                      </a:cubicBezTo>
                      <a:cubicBezTo>
                        <a:pt x="28471" y="45324"/>
                        <a:pt x="25421" y="43352"/>
                        <a:pt x="18083" y="41380"/>
                      </a:cubicBezTo>
                      <a:cubicBezTo>
                        <a:pt x="7610" y="38513"/>
                        <a:pt x="88" y="33944"/>
                        <a:pt x="88" y="24720"/>
                      </a:cubicBezTo>
                      <a:cubicBezTo>
                        <a:pt x="88" y="16390"/>
                        <a:pt x="6176" y="10033"/>
                        <a:pt x="16748" y="8330"/>
                      </a:cubicBezTo>
                      <a:lnTo>
                        <a:pt x="16748" y="3062"/>
                      </a:lnTo>
                      <a:cubicBezTo>
                        <a:pt x="16748" y="1372"/>
                        <a:pt x="18120" y="0"/>
                        <a:pt x="19810" y="0"/>
                      </a:cubicBezTo>
                      <a:lnTo>
                        <a:pt x="22897" y="0"/>
                      </a:lnTo>
                      <a:cubicBezTo>
                        <a:pt x="24588" y="0"/>
                        <a:pt x="25960" y="1372"/>
                        <a:pt x="25960" y="3062"/>
                      </a:cubicBezTo>
                      <a:lnTo>
                        <a:pt x="25960" y="7791"/>
                      </a:lnTo>
                      <a:cubicBezTo>
                        <a:pt x="31031" y="7999"/>
                        <a:pt x="34731" y="8857"/>
                        <a:pt x="37658" y="9898"/>
                      </a:cubicBezTo>
                      <a:cubicBezTo>
                        <a:pt x="39165" y="10425"/>
                        <a:pt x="39986" y="12041"/>
                        <a:pt x="39569" y="13585"/>
                      </a:cubicBezTo>
                      <a:lnTo>
                        <a:pt x="38344" y="18117"/>
                      </a:lnTo>
                      <a:cubicBezTo>
                        <a:pt x="37867" y="19869"/>
                        <a:pt x="36005" y="20825"/>
                        <a:pt x="34314" y="20188"/>
                      </a:cubicBezTo>
                      <a:cubicBezTo>
                        <a:pt x="31619" y="19171"/>
                        <a:pt x="27797" y="18105"/>
                        <a:pt x="22836" y="18105"/>
                      </a:cubicBezTo>
                      <a:cubicBezTo>
                        <a:pt x="16564" y="18105"/>
                        <a:pt x="14776" y="20702"/>
                        <a:pt x="14776" y="23030"/>
                      </a:cubicBezTo>
                      <a:cubicBezTo>
                        <a:pt x="14776" y="25896"/>
                        <a:pt x="18536" y="27868"/>
                        <a:pt x="26683" y="30367"/>
                      </a:cubicBezTo>
                      <a:cubicBezTo>
                        <a:pt x="38320" y="33858"/>
                        <a:pt x="43158" y="38697"/>
                        <a:pt x="43158" y="47382"/>
                      </a:cubicBezTo>
                      <a:cubicBezTo>
                        <a:pt x="43158" y="55357"/>
                        <a:pt x="37254" y="62510"/>
                        <a:pt x="25788" y="64311"/>
                      </a:cubicBezTo>
                      <a:lnTo>
                        <a:pt x="25788" y="70203"/>
                      </a:lnTo>
                      <a:cubicBezTo>
                        <a:pt x="25788" y="71894"/>
                        <a:pt x="24416" y="73266"/>
                        <a:pt x="22726" y="73266"/>
                      </a:cubicBezTo>
                      <a:lnTo>
                        <a:pt x="19639" y="73266"/>
                      </a:lnTo>
                      <a:cubicBezTo>
                        <a:pt x="17948" y="73266"/>
                        <a:pt x="16577" y="71894"/>
                        <a:pt x="16577" y="70203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0" name="Graphique 4">
                <a:extLst>
                  <a:ext uri="{FF2B5EF4-FFF2-40B4-BE49-F238E27FC236}">
                    <a16:creationId xmlns:a16="http://schemas.microsoft.com/office/drawing/2014/main" id="{004FE4AD-460B-B473-90BE-C9E63C9DE396}"/>
                  </a:ext>
                </a:extLst>
              </p:cNvPr>
              <p:cNvGrpSpPr/>
              <p:nvPr/>
            </p:nvGrpSpPr>
            <p:grpSpPr>
              <a:xfrm>
                <a:off x="1592245" y="103536"/>
                <a:ext cx="102089" cy="102089"/>
                <a:chOff x="1592245" y="103536"/>
                <a:chExt cx="102089" cy="102089"/>
              </a:xfrm>
            </p:grpSpPr>
            <p:sp>
              <p:nvSpPr>
                <p:cNvPr id="891" name="Forme libre : forme 890">
                  <a:extLst>
                    <a:ext uri="{FF2B5EF4-FFF2-40B4-BE49-F238E27FC236}">
                      <a16:creationId xmlns:a16="http://schemas.microsoft.com/office/drawing/2014/main" id="{04FCB532-1F74-6B7A-5618-57945B98D2E4}"/>
                    </a:ext>
                  </a:extLst>
                </p:cNvPr>
                <p:cNvSpPr/>
                <p:nvPr/>
              </p:nvSpPr>
              <p:spPr>
                <a:xfrm rot="-4852200">
                  <a:off x="1592245" y="103536"/>
                  <a:ext cx="102089" cy="102089"/>
                </a:xfrm>
                <a:custGeom>
                  <a:avLst/>
                  <a:gdLst>
                    <a:gd name="connsiteX0" fmla="*/ 102089 w 102089"/>
                    <a:gd name="connsiteY0" fmla="*/ 51045 h 102089"/>
                    <a:gd name="connsiteX1" fmla="*/ 51045 w 102089"/>
                    <a:gd name="connsiteY1" fmla="*/ 102089 h 102089"/>
                    <a:gd name="connsiteX2" fmla="*/ 0 w 102089"/>
                    <a:gd name="connsiteY2" fmla="*/ 51045 h 102089"/>
                    <a:gd name="connsiteX3" fmla="*/ 51045 w 102089"/>
                    <a:gd name="connsiteY3" fmla="*/ 0 h 102089"/>
                    <a:gd name="connsiteX4" fmla="*/ 102089 w 102089"/>
                    <a:gd name="connsiteY4" fmla="*/ 51045 h 1020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2089" h="102089">
                      <a:moveTo>
                        <a:pt x="102089" y="51045"/>
                      </a:moveTo>
                      <a:cubicBezTo>
                        <a:pt x="102089" y="79236"/>
                        <a:pt x="79236" y="102089"/>
                        <a:pt x="51045" y="102089"/>
                      </a:cubicBezTo>
                      <a:cubicBezTo>
                        <a:pt x="22853" y="102089"/>
                        <a:pt x="0" y="79236"/>
                        <a:pt x="0" y="51045"/>
                      </a:cubicBezTo>
                      <a:cubicBezTo>
                        <a:pt x="0" y="22853"/>
                        <a:pt x="22853" y="0"/>
                        <a:pt x="51045" y="0"/>
                      </a:cubicBezTo>
                      <a:cubicBezTo>
                        <a:pt x="79236" y="0"/>
                        <a:pt x="102089" y="22853"/>
                        <a:pt x="102089" y="51045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2" name="Forme libre : forme 891">
                  <a:extLst>
                    <a:ext uri="{FF2B5EF4-FFF2-40B4-BE49-F238E27FC236}">
                      <a16:creationId xmlns:a16="http://schemas.microsoft.com/office/drawing/2014/main" id="{7E22C780-3809-1FA2-B5B0-9B4E95B576FB}"/>
                    </a:ext>
                  </a:extLst>
                </p:cNvPr>
                <p:cNvSpPr/>
                <p:nvPr/>
              </p:nvSpPr>
              <p:spPr>
                <a:xfrm>
                  <a:off x="1600374" y="106593"/>
                  <a:ext cx="52335" cy="27672"/>
                </a:xfrm>
                <a:custGeom>
                  <a:avLst/>
                  <a:gdLst>
                    <a:gd name="connsiteX0" fmla="*/ 872 w 52335"/>
                    <a:gd name="connsiteY0" fmla="*/ 27672 h 27672"/>
                    <a:gd name="connsiteX1" fmla="*/ 480 w 52335"/>
                    <a:gd name="connsiteY1" fmla="*/ 27574 h 27672"/>
                    <a:gd name="connsiteX2" fmla="*/ 88 w 52335"/>
                    <a:gd name="connsiteY2" fmla="*/ 26398 h 27672"/>
                    <a:gd name="connsiteX3" fmla="*/ 42962 w 52335"/>
                    <a:gd name="connsiteY3" fmla="*/ 0 h 27672"/>
                    <a:gd name="connsiteX4" fmla="*/ 51623 w 52335"/>
                    <a:gd name="connsiteY4" fmla="*/ 784 h 27672"/>
                    <a:gd name="connsiteX5" fmla="*/ 52321 w 52335"/>
                    <a:gd name="connsiteY5" fmla="*/ 1801 h 27672"/>
                    <a:gd name="connsiteX6" fmla="*/ 51304 w 52335"/>
                    <a:gd name="connsiteY6" fmla="*/ 2499 h 27672"/>
                    <a:gd name="connsiteX7" fmla="*/ 42962 w 52335"/>
                    <a:gd name="connsiteY7" fmla="*/ 1752 h 27672"/>
                    <a:gd name="connsiteX8" fmla="*/ 1656 w 52335"/>
                    <a:gd name="connsiteY8" fmla="*/ 27182 h 27672"/>
                    <a:gd name="connsiteX9" fmla="*/ 872 w 52335"/>
                    <a:gd name="connsiteY9" fmla="*/ 27660 h 27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2335" h="27672">
                      <a:moveTo>
                        <a:pt x="872" y="27672"/>
                      </a:moveTo>
                      <a:cubicBezTo>
                        <a:pt x="738" y="27672"/>
                        <a:pt x="603" y="27648"/>
                        <a:pt x="480" y="27574"/>
                      </a:cubicBezTo>
                      <a:cubicBezTo>
                        <a:pt x="52" y="27354"/>
                        <a:pt x="-120" y="26827"/>
                        <a:pt x="88" y="26398"/>
                      </a:cubicBezTo>
                      <a:cubicBezTo>
                        <a:pt x="8308" y="10118"/>
                        <a:pt x="24735" y="0"/>
                        <a:pt x="42962" y="0"/>
                      </a:cubicBezTo>
                      <a:cubicBezTo>
                        <a:pt x="45878" y="0"/>
                        <a:pt x="48781" y="257"/>
                        <a:pt x="51623" y="784"/>
                      </a:cubicBezTo>
                      <a:cubicBezTo>
                        <a:pt x="52101" y="870"/>
                        <a:pt x="52407" y="1323"/>
                        <a:pt x="52321" y="1801"/>
                      </a:cubicBezTo>
                      <a:cubicBezTo>
                        <a:pt x="52235" y="2278"/>
                        <a:pt x="51782" y="2597"/>
                        <a:pt x="51304" y="2499"/>
                      </a:cubicBezTo>
                      <a:cubicBezTo>
                        <a:pt x="48573" y="1997"/>
                        <a:pt x="45768" y="1752"/>
                        <a:pt x="42962" y="1752"/>
                      </a:cubicBezTo>
                      <a:cubicBezTo>
                        <a:pt x="25396" y="1752"/>
                        <a:pt x="9570" y="11503"/>
                        <a:pt x="1656" y="27182"/>
                      </a:cubicBezTo>
                      <a:cubicBezTo>
                        <a:pt x="1497" y="27488"/>
                        <a:pt x="1191" y="27660"/>
                        <a:pt x="872" y="27660"/>
                      </a:cubicBezTo>
                      <a:close/>
                    </a:path>
                  </a:pathLst>
                </a:custGeom>
                <a:solidFill>
                  <a:srgbClr val="FFFFFF">
                    <a:alpha val="68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3" name="Forme libre : forme 892">
                  <a:extLst>
                    <a:ext uri="{FF2B5EF4-FFF2-40B4-BE49-F238E27FC236}">
                      <a16:creationId xmlns:a16="http://schemas.microsoft.com/office/drawing/2014/main" id="{A60DA6F8-2802-094F-8C7E-29C57ACF66A0}"/>
                    </a:ext>
                  </a:extLst>
                </p:cNvPr>
                <p:cNvSpPr/>
                <p:nvPr/>
              </p:nvSpPr>
              <p:spPr>
                <a:xfrm rot="-4478999">
                  <a:off x="1601148" y="112465"/>
                  <a:ext cx="86409" cy="86409"/>
                </a:xfrm>
                <a:custGeom>
                  <a:avLst/>
                  <a:gdLst>
                    <a:gd name="connsiteX0" fmla="*/ 86410 w 86409"/>
                    <a:gd name="connsiteY0" fmla="*/ 43205 h 86409"/>
                    <a:gd name="connsiteX1" fmla="*/ 43205 w 86409"/>
                    <a:gd name="connsiteY1" fmla="*/ 86410 h 86409"/>
                    <a:gd name="connsiteX2" fmla="*/ 0 w 86409"/>
                    <a:gd name="connsiteY2" fmla="*/ 43205 h 86409"/>
                    <a:gd name="connsiteX3" fmla="*/ 43205 w 86409"/>
                    <a:gd name="connsiteY3" fmla="*/ 0 h 86409"/>
                    <a:gd name="connsiteX4" fmla="*/ 86410 w 86409"/>
                    <a:gd name="connsiteY4" fmla="*/ 43205 h 86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409" h="86409">
                      <a:moveTo>
                        <a:pt x="86410" y="43205"/>
                      </a:moveTo>
                      <a:cubicBezTo>
                        <a:pt x="86410" y="67066"/>
                        <a:pt x="67066" y="86410"/>
                        <a:pt x="43205" y="86410"/>
                      </a:cubicBezTo>
                      <a:cubicBezTo>
                        <a:pt x="19343" y="86410"/>
                        <a:pt x="0" y="67066"/>
                        <a:pt x="0" y="43205"/>
                      </a:cubicBezTo>
                      <a:cubicBezTo>
                        <a:pt x="0" y="19343"/>
                        <a:pt x="19343" y="0"/>
                        <a:pt x="43205" y="0"/>
                      </a:cubicBezTo>
                      <a:cubicBezTo>
                        <a:pt x="67066" y="0"/>
                        <a:pt x="86410" y="19343"/>
                        <a:pt x="86410" y="43205"/>
                      </a:cubicBezTo>
                      <a:close/>
                    </a:path>
                  </a:pathLst>
                </a:custGeom>
                <a:solidFill>
                  <a:srgbClr val="FFFFFF">
                    <a:alpha val="68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4" name="Forme libre : forme 893">
                  <a:extLst>
                    <a:ext uri="{FF2B5EF4-FFF2-40B4-BE49-F238E27FC236}">
                      <a16:creationId xmlns:a16="http://schemas.microsoft.com/office/drawing/2014/main" id="{BC3EC258-5AD3-4697-9988-D88ED14A3B21}"/>
                    </a:ext>
                  </a:extLst>
                </p:cNvPr>
                <p:cNvSpPr/>
                <p:nvPr/>
              </p:nvSpPr>
              <p:spPr>
                <a:xfrm>
                  <a:off x="1625408" y="125139"/>
                  <a:ext cx="38545" cy="65450"/>
                </a:xfrm>
                <a:custGeom>
                  <a:avLst/>
                  <a:gdLst>
                    <a:gd name="connsiteX0" fmla="*/ 14793 w 38545"/>
                    <a:gd name="connsiteY0" fmla="*/ 62694 h 65450"/>
                    <a:gd name="connsiteX1" fmla="*/ 14793 w 38545"/>
                    <a:gd name="connsiteY1" fmla="*/ 57990 h 65450"/>
                    <a:gd name="connsiteX2" fmla="*/ 1600 w 38545"/>
                    <a:gd name="connsiteY2" fmla="*/ 55136 h 65450"/>
                    <a:gd name="connsiteX3" fmla="*/ 93 w 38545"/>
                    <a:gd name="connsiteY3" fmla="*/ 51927 h 65450"/>
                    <a:gd name="connsiteX4" fmla="*/ 1282 w 38545"/>
                    <a:gd name="connsiteY4" fmla="*/ 47553 h 65450"/>
                    <a:gd name="connsiteX5" fmla="*/ 5005 w 38545"/>
                    <a:gd name="connsiteY5" fmla="*/ 45765 h 65450"/>
                    <a:gd name="connsiteX6" fmla="*/ 17182 w 38545"/>
                    <a:gd name="connsiteY6" fmla="*/ 48325 h 65450"/>
                    <a:gd name="connsiteX7" fmla="*/ 25426 w 38545"/>
                    <a:gd name="connsiteY7" fmla="*/ 43450 h 65450"/>
                    <a:gd name="connsiteX8" fmla="*/ 16153 w 38545"/>
                    <a:gd name="connsiteY8" fmla="*/ 36970 h 65450"/>
                    <a:gd name="connsiteX9" fmla="*/ 69 w 38545"/>
                    <a:gd name="connsiteY9" fmla="*/ 22086 h 65450"/>
                    <a:gd name="connsiteX10" fmla="*/ 14952 w 38545"/>
                    <a:gd name="connsiteY10" fmla="*/ 7448 h 65450"/>
                    <a:gd name="connsiteX11" fmla="*/ 14952 w 38545"/>
                    <a:gd name="connsiteY11" fmla="*/ 2744 h 65450"/>
                    <a:gd name="connsiteX12" fmla="*/ 17696 w 38545"/>
                    <a:gd name="connsiteY12" fmla="*/ 0 h 65450"/>
                    <a:gd name="connsiteX13" fmla="*/ 20452 w 38545"/>
                    <a:gd name="connsiteY13" fmla="*/ 0 h 65450"/>
                    <a:gd name="connsiteX14" fmla="*/ 23196 w 38545"/>
                    <a:gd name="connsiteY14" fmla="*/ 2744 h 65450"/>
                    <a:gd name="connsiteX15" fmla="*/ 23196 w 38545"/>
                    <a:gd name="connsiteY15" fmla="*/ 6970 h 65450"/>
                    <a:gd name="connsiteX16" fmla="*/ 33645 w 38545"/>
                    <a:gd name="connsiteY16" fmla="*/ 8844 h 65450"/>
                    <a:gd name="connsiteX17" fmla="*/ 35348 w 38545"/>
                    <a:gd name="connsiteY17" fmla="*/ 12139 h 65450"/>
                    <a:gd name="connsiteX18" fmla="*/ 34246 w 38545"/>
                    <a:gd name="connsiteY18" fmla="*/ 16194 h 65450"/>
                    <a:gd name="connsiteX19" fmla="*/ 30644 w 38545"/>
                    <a:gd name="connsiteY19" fmla="*/ 18044 h 65450"/>
                    <a:gd name="connsiteX20" fmla="*/ 20391 w 38545"/>
                    <a:gd name="connsiteY20" fmla="*/ 16182 h 65450"/>
                    <a:gd name="connsiteX21" fmla="*/ 13188 w 38545"/>
                    <a:gd name="connsiteY21" fmla="*/ 20580 h 65450"/>
                    <a:gd name="connsiteX22" fmla="*/ 23821 w 38545"/>
                    <a:gd name="connsiteY22" fmla="*/ 27133 h 65450"/>
                    <a:gd name="connsiteX23" fmla="*/ 38545 w 38545"/>
                    <a:gd name="connsiteY23" fmla="*/ 42335 h 65450"/>
                    <a:gd name="connsiteX24" fmla="*/ 23025 w 38545"/>
                    <a:gd name="connsiteY24" fmla="*/ 57451 h 65450"/>
                    <a:gd name="connsiteX25" fmla="*/ 23025 w 38545"/>
                    <a:gd name="connsiteY25" fmla="*/ 62706 h 65450"/>
                    <a:gd name="connsiteX26" fmla="*/ 20281 w 38545"/>
                    <a:gd name="connsiteY26" fmla="*/ 65450 h 65450"/>
                    <a:gd name="connsiteX27" fmla="*/ 17525 w 38545"/>
                    <a:gd name="connsiteY27" fmla="*/ 65450 h 65450"/>
                    <a:gd name="connsiteX28" fmla="*/ 14781 w 38545"/>
                    <a:gd name="connsiteY28" fmla="*/ 62706 h 65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8545" h="65450">
                      <a:moveTo>
                        <a:pt x="14793" y="62694"/>
                      </a:moveTo>
                      <a:lnTo>
                        <a:pt x="14793" y="57990"/>
                      </a:lnTo>
                      <a:cubicBezTo>
                        <a:pt x="9893" y="57794"/>
                        <a:pt x="5042" y="56643"/>
                        <a:pt x="1600" y="55136"/>
                      </a:cubicBezTo>
                      <a:cubicBezTo>
                        <a:pt x="375" y="54597"/>
                        <a:pt x="-250" y="53213"/>
                        <a:pt x="93" y="51927"/>
                      </a:cubicBezTo>
                      <a:lnTo>
                        <a:pt x="1282" y="47553"/>
                      </a:lnTo>
                      <a:cubicBezTo>
                        <a:pt x="1723" y="45949"/>
                        <a:pt x="3462" y="45116"/>
                        <a:pt x="5005" y="45765"/>
                      </a:cubicBezTo>
                      <a:cubicBezTo>
                        <a:pt x="8423" y="47198"/>
                        <a:pt x="12637" y="48325"/>
                        <a:pt x="17182" y="48325"/>
                      </a:cubicBezTo>
                      <a:cubicBezTo>
                        <a:pt x="21726" y="48325"/>
                        <a:pt x="25426" y="46721"/>
                        <a:pt x="25426" y="43450"/>
                      </a:cubicBezTo>
                      <a:cubicBezTo>
                        <a:pt x="25426" y="40485"/>
                        <a:pt x="22706" y="38734"/>
                        <a:pt x="16153" y="36970"/>
                      </a:cubicBezTo>
                      <a:cubicBezTo>
                        <a:pt x="6794" y="34410"/>
                        <a:pt x="69" y="30330"/>
                        <a:pt x="69" y="22086"/>
                      </a:cubicBezTo>
                      <a:cubicBezTo>
                        <a:pt x="69" y="14651"/>
                        <a:pt x="5508" y="8967"/>
                        <a:pt x="14952" y="7448"/>
                      </a:cubicBezTo>
                      <a:lnTo>
                        <a:pt x="14952" y="2744"/>
                      </a:lnTo>
                      <a:cubicBezTo>
                        <a:pt x="14952" y="1237"/>
                        <a:pt x="16177" y="0"/>
                        <a:pt x="17696" y="0"/>
                      </a:cubicBezTo>
                      <a:lnTo>
                        <a:pt x="20452" y="0"/>
                      </a:lnTo>
                      <a:cubicBezTo>
                        <a:pt x="21959" y="0"/>
                        <a:pt x="23196" y="1225"/>
                        <a:pt x="23196" y="2744"/>
                      </a:cubicBezTo>
                      <a:lnTo>
                        <a:pt x="23196" y="6970"/>
                      </a:lnTo>
                      <a:cubicBezTo>
                        <a:pt x="27729" y="7154"/>
                        <a:pt x="31036" y="7926"/>
                        <a:pt x="33645" y="8844"/>
                      </a:cubicBezTo>
                      <a:cubicBezTo>
                        <a:pt x="34993" y="9310"/>
                        <a:pt x="35716" y="10768"/>
                        <a:pt x="35348" y="12139"/>
                      </a:cubicBezTo>
                      <a:lnTo>
                        <a:pt x="34246" y="16194"/>
                      </a:lnTo>
                      <a:cubicBezTo>
                        <a:pt x="33817" y="17750"/>
                        <a:pt x="32151" y="18607"/>
                        <a:pt x="30644" y="18044"/>
                      </a:cubicBezTo>
                      <a:cubicBezTo>
                        <a:pt x="28231" y="17137"/>
                        <a:pt x="24826" y="16182"/>
                        <a:pt x="20391" y="16182"/>
                      </a:cubicBezTo>
                      <a:cubicBezTo>
                        <a:pt x="14793" y="16182"/>
                        <a:pt x="13188" y="18497"/>
                        <a:pt x="13188" y="20580"/>
                      </a:cubicBezTo>
                      <a:cubicBezTo>
                        <a:pt x="13188" y="23140"/>
                        <a:pt x="16545" y="24904"/>
                        <a:pt x="23821" y="27133"/>
                      </a:cubicBezTo>
                      <a:cubicBezTo>
                        <a:pt x="34221" y="30257"/>
                        <a:pt x="38545" y="34569"/>
                        <a:pt x="38545" y="42335"/>
                      </a:cubicBezTo>
                      <a:cubicBezTo>
                        <a:pt x="38545" y="49452"/>
                        <a:pt x="33266" y="55859"/>
                        <a:pt x="23025" y="57451"/>
                      </a:cubicBezTo>
                      <a:lnTo>
                        <a:pt x="23025" y="62706"/>
                      </a:lnTo>
                      <a:cubicBezTo>
                        <a:pt x="23025" y="64213"/>
                        <a:pt x="21800" y="65450"/>
                        <a:pt x="20281" y="65450"/>
                      </a:cubicBezTo>
                      <a:lnTo>
                        <a:pt x="17525" y="65450"/>
                      </a:lnTo>
                      <a:cubicBezTo>
                        <a:pt x="16018" y="65450"/>
                        <a:pt x="14781" y="64225"/>
                        <a:pt x="14781" y="62706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1" name="Graphique 4">
                <a:extLst>
                  <a:ext uri="{FF2B5EF4-FFF2-40B4-BE49-F238E27FC236}">
                    <a16:creationId xmlns:a16="http://schemas.microsoft.com/office/drawing/2014/main" id="{232604C2-6A03-34EF-81C2-26C652B6F936}"/>
                  </a:ext>
                </a:extLst>
              </p:cNvPr>
              <p:cNvGrpSpPr/>
              <p:nvPr/>
            </p:nvGrpSpPr>
            <p:grpSpPr>
              <a:xfrm>
                <a:off x="1697027" y="437"/>
                <a:ext cx="100227" cy="100227"/>
                <a:chOff x="1697027" y="437"/>
                <a:chExt cx="100227" cy="100227"/>
              </a:xfrm>
            </p:grpSpPr>
            <p:sp>
              <p:nvSpPr>
                <p:cNvPr id="887" name="Forme libre : forme 886">
                  <a:extLst>
                    <a:ext uri="{FF2B5EF4-FFF2-40B4-BE49-F238E27FC236}">
                      <a16:creationId xmlns:a16="http://schemas.microsoft.com/office/drawing/2014/main" id="{45B94FE2-8B3B-4442-40C0-5D1473CDBE48}"/>
                    </a:ext>
                  </a:extLst>
                </p:cNvPr>
                <p:cNvSpPr/>
                <p:nvPr/>
              </p:nvSpPr>
              <p:spPr>
                <a:xfrm>
                  <a:off x="1697027" y="437"/>
                  <a:ext cx="100227" cy="100227"/>
                </a:xfrm>
                <a:custGeom>
                  <a:avLst/>
                  <a:gdLst>
                    <a:gd name="connsiteX0" fmla="*/ 100227 w 100227"/>
                    <a:gd name="connsiteY0" fmla="*/ 50114 h 100227"/>
                    <a:gd name="connsiteX1" fmla="*/ 50114 w 100227"/>
                    <a:gd name="connsiteY1" fmla="*/ 100227 h 100227"/>
                    <a:gd name="connsiteX2" fmla="*/ 0 w 100227"/>
                    <a:gd name="connsiteY2" fmla="*/ 50114 h 100227"/>
                    <a:gd name="connsiteX3" fmla="*/ 50114 w 100227"/>
                    <a:gd name="connsiteY3" fmla="*/ 0 h 100227"/>
                    <a:gd name="connsiteX4" fmla="*/ 100227 w 100227"/>
                    <a:gd name="connsiteY4" fmla="*/ 50114 h 100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227" h="100227">
                      <a:moveTo>
                        <a:pt x="100227" y="50114"/>
                      </a:moveTo>
                      <a:cubicBezTo>
                        <a:pt x="100227" y="77791"/>
                        <a:pt x="77791" y="100227"/>
                        <a:pt x="50114" y="100227"/>
                      </a:cubicBezTo>
                      <a:cubicBezTo>
                        <a:pt x="22437" y="100227"/>
                        <a:pt x="0" y="77791"/>
                        <a:pt x="0" y="50114"/>
                      </a:cubicBezTo>
                      <a:cubicBezTo>
                        <a:pt x="0" y="22437"/>
                        <a:pt x="22437" y="0"/>
                        <a:pt x="50114" y="0"/>
                      </a:cubicBezTo>
                      <a:cubicBezTo>
                        <a:pt x="77791" y="0"/>
                        <a:pt x="100227" y="22437"/>
                        <a:pt x="100227" y="50114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8" name="Forme libre : forme 887">
                  <a:extLst>
                    <a:ext uri="{FF2B5EF4-FFF2-40B4-BE49-F238E27FC236}">
                      <a16:creationId xmlns:a16="http://schemas.microsoft.com/office/drawing/2014/main" id="{A923D669-8035-CF4B-6986-A90906CF53E6}"/>
                    </a:ext>
                  </a:extLst>
                </p:cNvPr>
                <p:cNvSpPr/>
                <p:nvPr/>
              </p:nvSpPr>
              <p:spPr>
                <a:xfrm>
                  <a:off x="1704950" y="3413"/>
                  <a:ext cx="51404" cy="27194"/>
                </a:xfrm>
                <a:custGeom>
                  <a:avLst/>
                  <a:gdLst>
                    <a:gd name="connsiteX0" fmla="*/ 872 w 51404"/>
                    <a:gd name="connsiteY0" fmla="*/ 27194 h 27194"/>
                    <a:gd name="connsiteX1" fmla="*/ 480 w 51404"/>
                    <a:gd name="connsiteY1" fmla="*/ 27096 h 27194"/>
                    <a:gd name="connsiteX2" fmla="*/ 88 w 51404"/>
                    <a:gd name="connsiteY2" fmla="*/ 25920 h 27194"/>
                    <a:gd name="connsiteX3" fmla="*/ 42191 w 51404"/>
                    <a:gd name="connsiteY3" fmla="*/ 0 h 27194"/>
                    <a:gd name="connsiteX4" fmla="*/ 50692 w 51404"/>
                    <a:gd name="connsiteY4" fmla="*/ 759 h 27194"/>
                    <a:gd name="connsiteX5" fmla="*/ 51390 w 51404"/>
                    <a:gd name="connsiteY5" fmla="*/ 1776 h 27194"/>
                    <a:gd name="connsiteX6" fmla="*/ 50373 w 51404"/>
                    <a:gd name="connsiteY6" fmla="*/ 2474 h 27194"/>
                    <a:gd name="connsiteX7" fmla="*/ 42191 w 51404"/>
                    <a:gd name="connsiteY7" fmla="*/ 1739 h 27194"/>
                    <a:gd name="connsiteX8" fmla="*/ 1656 w 51404"/>
                    <a:gd name="connsiteY8" fmla="*/ 26704 h 27194"/>
                    <a:gd name="connsiteX9" fmla="*/ 872 w 51404"/>
                    <a:gd name="connsiteY9" fmla="*/ 27182 h 27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1404" h="27194">
                      <a:moveTo>
                        <a:pt x="872" y="27194"/>
                      </a:moveTo>
                      <a:cubicBezTo>
                        <a:pt x="738" y="27194"/>
                        <a:pt x="603" y="27170"/>
                        <a:pt x="480" y="27096"/>
                      </a:cubicBezTo>
                      <a:cubicBezTo>
                        <a:pt x="52" y="26876"/>
                        <a:pt x="-120" y="26349"/>
                        <a:pt x="88" y="25920"/>
                      </a:cubicBezTo>
                      <a:cubicBezTo>
                        <a:pt x="8161" y="9935"/>
                        <a:pt x="24294" y="0"/>
                        <a:pt x="42191" y="0"/>
                      </a:cubicBezTo>
                      <a:cubicBezTo>
                        <a:pt x="45045" y="0"/>
                        <a:pt x="47911" y="257"/>
                        <a:pt x="50692" y="759"/>
                      </a:cubicBezTo>
                      <a:cubicBezTo>
                        <a:pt x="51170" y="845"/>
                        <a:pt x="51476" y="1298"/>
                        <a:pt x="51390" y="1776"/>
                      </a:cubicBezTo>
                      <a:cubicBezTo>
                        <a:pt x="51304" y="2254"/>
                        <a:pt x="50851" y="2572"/>
                        <a:pt x="50373" y="2474"/>
                      </a:cubicBezTo>
                      <a:cubicBezTo>
                        <a:pt x="47691" y="1984"/>
                        <a:pt x="44935" y="1739"/>
                        <a:pt x="42191" y="1739"/>
                      </a:cubicBezTo>
                      <a:cubicBezTo>
                        <a:pt x="24955" y="1739"/>
                        <a:pt x="9423" y="11307"/>
                        <a:pt x="1656" y="26704"/>
                      </a:cubicBezTo>
                      <a:cubicBezTo>
                        <a:pt x="1497" y="27011"/>
                        <a:pt x="1191" y="27182"/>
                        <a:pt x="872" y="27182"/>
                      </a:cubicBezTo>
                      <a:close/>
                    </a:path>
                  </a:pathLst>
                </a:custGeom>
                <a:solidFill>
                  <a:srgbClr val="FFFFFF">
                    <a:alpha val="68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9" name="Forme libre : forme 888">
                  <a:extLst>
                    <a:ext uri="{FF2B5EF4-FFF2-40B4-BE49-F238E27FC236}">
                      <a16:creationId xmlns:a16="http://schemas.microsoft.com/office/drawing/2014/main" id="{267FDE14-D24B-E87E-CB4F-609E396378D5}"/>
                    </a:ext>
                  </a:extLst>
                </p:cNvPr>
                <p:cNvSpPr/>
                <p:nvPr/>
              </p:nvSpPr>
              <p:spPr>
                <a:xfrm rot="-4534200">
                  <a:off x="1705814" y="9230"/>
                  <a:ext cx="84817" cy="84817"/>
                </a:xfrm>
                <a:custGeom>
                  <a:avLst/>
                  <a:gdLst>
                    <a:gd name="connsiteX0" fmla="*/ 84817 w 84817"/>
                    <a:gd name="connsiteY0" fmla="*/ 42409 h 84817"/>
                    <a:gd name="connsiteX1" fmla="*/ 42409 w 84817"/>
                    <a:gd name="connsiteY1" fmla="*/ 84817 h 84817"/>
                    <a:gd name="connsiteX2" fmla="*/ 0 w 84817"/>
                    <a:gd name="connsiteY2" fmla="*/ 42409 h 84817"/>
                    <a:gd name="connsiteX3" fmla="*/ 42409 w 84817"/>
                    <a:gd name="connsiteY3" fmla="*/ 0 h 84817"/>
                    <a:gd name="connsiteX4" fmla="*/ 84817 w 84817"/>
                    <a:gd name="connsiteY4" fmla="*/ 42409 h 848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817" h="84817">
                      <a:moveTo>
                        <a:pt x="84817" y="42409"/>
                      </a:moveTo>
                      <a:cubicBezTo>
                        <a:pt x="84817" y="65830"/>
                        <a:pt x="65830" y="84817"/>
                        <a:pt x="42409" y="84817"/>
                      </a:cubicBezTo>
                      <a:cubicBezTo>
                        <a:pt x="18987" y="84817"/>
                        <a:pt x="0" y="65830"/>
                        <a:pt x="0" y="42409"/>
                      </a:cubicBezTo>
                      <a:cubicBezTo>
                        <a:pt x="0" y="18987"/>
                        <a:pt x="18987" y="0"/>
                        <a:pt x="42409" y="0"/>
                      </a:cubicBezTo>
                      <a:cubicBezTo>
                        <a:pt x="65830" y="0"/>
                        <a:pt x="84817" y="18987"/>
                        <a:pt x="84817" y="42409"/>
                      </a:cubicBezTo>
                      <a:close/>
                    </a:path>
                  </a:pathLst>
                </a:custGeom>
                <a:solidFill>
                  <a:srgbClr val="FFFFFF">
                    <a:alpha val="68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0" name="Forme libre : forme 889">
                  <a:extLst>
                    <a:ext uri="{FF2B5EF4-FFF2-40B4-BE49-F238E27FC236}">
                      <a16:creationId xmlns:a16="http://schemas.microsoft.com/office/drawing/2014/main" id="{CE819B89-B3E3-3E59-36E4-DA2DBA5F271F}"/>
                    </a:ext>
                  </a:extLst>
                </p:cNvPr>
                <p:cNvSpPr/>
                <p:nvPr/>
              </p:nvSpPr>
              <p:spPr>
                <a:xfrm>
                  <a:off x="1729561" y="21629"/>
                  <a:ext cx="37816" cy="64237"/>
                </a:xfrm>
                <a:custGeom>
                  <a:avLst/>
                  <a:gdLst>
                    <a:gd name="connsiteX0" fmla="*/ 14517 w 37816"/>
                    <a:gd name="connsiteY0" fmla="*/ 61543 h 64237"/>
                    <a:gd name="connsiteX1" fmla="*/ 14517 w 37816"/>
                    <a:gd name="connsiteY1" fmla="*/ 56925 h 64237"/>
                    <a:gd name="connsiteX2" fmla="*/ 1569 w 37816"/>
                    <a:gd name="connsiteY2" fmla="*/ 54119 h 64237"/>
                    <a:gd name="connsiteX3" fmla="*/ 99 w 37816"/>
                    <a:gd name="connsiteY3" fmla="*/ 50971 h 64237"/>
                    <a:gd name="connsiteX4" fmla="*/ 1275 w 37816"/>
                    <a:gd name="connsiteY4" fmla="*/ 46672 h 64237"/>
                    <a:gd name="connsiteX5" fmla="*/ 4926 w 37816"/>
                    <a:gd name="connsiteY5" fmla="*/ 44908 h 64237"/>
                    <a:gd name="connsiteX6" fmla="*/ 16881 w 37816"/>
                    <a:gd name="connsiteY6" fmla="*/ 47419 h 64237"/>
                    <a:gd name="connsiteX7" fmla="*/ 24966 w 37816"/>
                    <a:gd name="connsiteY7" fmla="*/ 42629 h 64237"/>
                    <a:gd name="connsiteX8" fmla="*/ 15852 w 37816"/>
                    <a:gd name="connsiteY8" fmla="*/ 36271 h 64237"/>
                    <a:gd name="connsiteX9" fmla="*/ 75 w 37816"/>
                    <a:gd name="connsiteY9" fmla="*/ 21670 h 64237"/>
                    <a:gd name="connsiteX10" fmla="*/ 14676 w 37816"/>
                    <a:gd name="connsiteY10" fmla="*/ 7301 h 64237"/>
                    <a:gd name="connsiteX11" fmla="*/ 14676 w 37816"/>
                    <a:gd name="connsiteY11" fmla="*/ 2683 h 64237"/>
                    <a:gd name="connsiteX12" fmla="*/ 17359 w 37816"/>
                    <a:gd name="connsiteY12" fmla="*/ 0 h 64237"/>
                    <a:gd name="connsiteX13" fmla="*/ 20066 w 37816"/>
                    <a:gd name="connsiteY13" fmla="*/ 0 h 64237"/>
                    <a:gd name="connsiteX14" fmla="*/ 22749 w 37816"/>
                    <a:gd name="connsiteY14" fmla="*/ 2683 h 64237"/>
                    <a:gd name="connsiteX15" fmla="*/ 22749 w 37816"/>
                    <a:gd name="connsiteY15" fmla="*/ 6823 h 64237"/>
                    <a:gd name="connsiteX16" fmla="*/ 33014 w 37816"/>
                    <a:gd name="connsiteY16" fmla="*/ 8661 h 64237"/>
                    <a:gd name="connsiteX17" fmla="*/ 34680 w 37816"/>
                    <a:gd name="connsiteY17" fmla="*/ 11894 h 64237"/>
                    <a:gd name="connsiteX18" fmla="*/ 33602 w 37816"/>
                    <a:gd name="connsiteY18" fmla="*/ 15863 h 64237"/>
                    <a:gd name="connsiteX19" fmla="*/ 30062 w 37816"/>
                    <a:gd name="connsiteY19" fmla="*/ 17676 h 64237"/>
                    <a:gd name="connsiteX20" fmla="*/ 19993 w 37816"/>
                    <a:gd name="connsiteY20" fmla="*/ 15851 h 64237"/>
                    <a:gd name="connsiteX21" fmla="*/ 12925 w 37816"/>
                    <a:gd name="connsiteY21" fmla="*/ 20175 h 64237"/>
                    <a:gd name="connsiteX22" fmla="*/ 23374 w 37816"/>
                    <a:gd name="connsiteY22" fmla="*/ 26619 h 64237"/>
                    <a:gd name="connsiteX23" fmla="*/ 37816 w 37816"/>
                    <a:gd name="connsiteY23" fmla="*/ 41539 h 64237"/>
                    <a:gd name="connsiteX24" fmla="*/ 22577 w 37816"/>
                    <a:gd name="connsiteY24" fmla="*/ 56386 h 64237"/>
                    <a:gd name="connsiteX25" fmla="*/ 22577 w 37816"/>
                    <a:gd name="connsiteY25" fmla="*/ 61555 h 64237"/>
                    <a:gd name="connsiteX26" fmla="*/ 19895 w 37816"/>
                    <a:gd name="connsiteY26" fmla="*/ 64238 h 64237"/>
                    <a:gd name="connsiteX27" fmla="*/ 17187 w 37816"/>
                    <a:gd name="connsiteY27" fmla="*/ 64238 h 64237"/>
                    <a:gd name="connsiteX28" fmla="*/ 14505 w 37816"/>
                    <a:gd name="connsiteY28" fmla="*/ 61555 h 642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7816" h="64237">
                      <a:moveTo>
                        <a:pt x="14517" y="61543"/>
                      </a:moveTo>
                      <a:lnTo>
                        <a:pt x="14517" y="56925"/>
                      </a:lnTo>
                      <a:cubicBezTo>
                        <a:pt x="9703" y="56729"/>
                        <a:pt x="4950" y="55602"/>
                        <a:pt x="1569" y="54119"/>
                      </a:cubicBezTo>
                      <a:cubicBezTo>
                        <a:pt x="369" y="53593"/>
                        <a:pt x="-256" y="52233"/>
                        <a:pt x="99" y="50971"/>
                      </a:cubicBezTo>
                      <a:lnTo>
                        <a:pt x="1275" y="46672"/>
                      </a:lnTo>
                      <a:cubicBezTo>
                        <a:pt x="1704" y="45091"/>
                        <a:pt x="3419" y="44283"/>
                        <a:pt x="4926" y="44908"/>
                      </a:cubicBezTo>
                      <a:cubicBezTo>
                        <a:pt x="8282" y="46316"/>
                        <a:pt x="12422" y="47419"/>
                        <a:pt x="16881" y="47419"/>
                      </a:cubicBezTo>
                      <a:cubicBezTo>
                        <a:pt x="21340" y="47419"/>
                        <a:pt x="24966" y="45851"/>
                        <a:pt x="24966" y="42629"/>
                      </a:cubicBezTo>
                      <a:cubicBezTo>
                        <a:pt x="24966" y="39726"/>
                        <a:pt x="22296" y="37999"/>
                        <a:pt x="15852" y="36271"/>
                      </a:cubicBezTo>
                      <a:cubicBezTo>
                        <a:pt x="6665" y="33760"/>
                        <a:pt x="75" y="29755"/>
                        <a:pt x="75" y="21670"/>
                      </a:cubicBezTo>
                      <a:cubicBezTo>
                        <a:pt x="75" y="14369"/>
                        <a:pt x="5416" y="8795"/>
                        <a:pt x="14676" y="7301"/>
                      </a:cubicBezTo>
                      <a:lnTo>
                        <a:pt x="14676" y="2683"/>
                      </a:lnTo>
                      <a:cubicBezTo>
                        <a:pt x="14676" y="1200"/>
                        <a:pt x="15877" y="0"/>
                        <a:pt x="17359" y="0"/>
                      </a:cubicBezTo>
                      <a:lnTo>
                        <a:pt x="20066" y="0"/>
                      </a:lnTo>
                      <a:cubicBezTo>
                        <a:pt x="21548" y="0"/>
                        <a:pt x="22749" y="1200"/>
                        <a:pt x="22749" y="2683"/>
                      </a:cubicBezTo>
                      <a:lnTo>
                        <a:pt x="22749" y="6823"/>
                      </a:lnTo>
                      <a:cubicBezTo>
                        <a:pt x="27196" y="7007"/>
                        <a:pt x="30442" y="7766"/>
                        <a:pt x="33014" y="8661"/>
                      </a:cubicBezTo>
                      <a:cubicBezTo>
                        <a:pt x="34337" y="9126"/>
                        <a:pt x="35048" y="10547"/>
                        <a:pt x="34680" y="11894"/>
                      </a:cubicBezTo>
                      <a:lnTo>
                        <a:pt x="33602" y="15863"/>
                      </a:lnTo>
                      <a:cubicBezTo>
                        <a:pt x="33186" y="17395"/>
                        <a:pt x="31544" y="18240"/>
                        <a:pt x="30062" y="17676"/>
                      </a:cubicBezTo>
                      <a:cubicBezTo>
                        <a:pt x="27698" y="16782"/>
                        <a:pt x="24354" y="15851"/>
                        <a:pt x="19993" y="15851"/>
                      </a:cubicBezTo>
                      <a:cubicBezTo>
                        <a:pt x="14493" y="15851"/>
                        <a:pt x="12925" y="18130"/>
                        <a:pt x="12925" y="20175"/>
                      </a:cubicBezTo>
                      <a:cubicBezTo>
                        <a:pt x="12925" y="22687"/>
                        <a:pt x="16220" y="24414"/>
                        <a:pt x="23374" y="26619"/>
                      </a:cubicBezTo>
                      <a:cubicBezTo>
                        <a:pt x="33578" y="29681"/>
                        <a:pt x="37816" y="33920"/>
                        <a:pt x="37816" y="41539"/>
                      </a:cubicBezTo>
                      <a:cubicBezTo>
                        <a:pt x="37816" y="48533"/>
                        <a:pt x="32635" y="54805"/>
                        <a:pt x="22577" y="56386"/>
                      </a:cubicBezTo>
                      <a:lnTo>
                        <a:pt x="22577" y="61555"/>
                      </a:lnTo>
                      <a:cubicBezTo>
                        <a:pt x="22577" y="63037"/>
                        <a:pt x="21377" y="64238"/>
                        <a:pt x="19895" y="64238"/>
                      </a:cubicBezTo>
                      <a:lnTo>
                        <a:pt x="17187" y="64238"/>
                      </a:lnTo>
                      <a:cubicBezTo>
                        <a:pt x="15705" y="64238"/>
                        <a:pt x="14505" y="63037"/>
                        <a:pt x="14505" y="61555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2" name="Graphique 4">
                <a:extLst>
                  <a:ext uri="{FF2B5EF4-FFF2-40B4-BE49-F238E27FC236}">
                    <a16:creationId xmlns:a16="http://schemas.microsoft.com/office/drawing/2014/main" id="{A0A25A35-184F-6E86-53BB-DCC97A8E2ADC}"/>
                  </a:ext>
                </a:extLst>
              </p:cNvPr>
              <p:cNvGrpSpPr/>
              <p:nvPr/>
            </p:nvGrpSpPr>
            <p:grpSpPr>
              <a:xfrm>
                <a:off x="1656113" y="221704"/>
                <a:ext cx="99418" cy="99418"/>
                <a:chOff x="1656113" y="221704"/>
                <a:chExt cx="99418" cy="99418"/>
              </a:xfrm>
            </p:grpSpPr>
            <p:sp>
              <p:nvSpPr>
                <p:cNvPr id="883" name="Forme libre : forme 882">
                  <a:extLst>
                    <a:ext uri="{FF2B5EF4-FFF2-40B4-BE49-F238E27FC236}">
                      <a16:creationId xmlns:a16="http://schemas.microsoft.com/office/drawing/2014/main" id="{4451E023-D5FA-5FD6-58B1-ED9082AFF6BD}"/>
                    </a:ext>
                  </a:extLst>
                </p:cNvPr>
                <p:cNvSpPr/>
                <p:nvPr/>
              </p:nvSpPr>
              <p:spPr>
                <a:xfrm>
                  <a:off x="1656113" y="221704"/>
                  <a:ext cx="99418" cy="99418"/>
                </a:xfrm>
                <a:custGeom>
                  <a:avLst/>
                  <a:gdLst>
                    <a:gd name="connsiteX0" fmla="*/ 99419 w 99418"/>
                    <a:gd name="connsiteY0" fmla="*/ 49709 h 99418"/>
                    <a:gd name="connsiteX1" fmla="*/ 49709 w 99418"/>
                    <a:gd name="connsiteY1" fmla="*/ 99419 h 99418"/>
                    <a:gd name="connsiteX2" fmla="*/ 0 w 99418"/>
                    <a:gd name="connsiteY2" fmla="*/ 49709 h 99418"/>
                    <a:gd name="connsiteX3" fmla="*/ 49709 w 99418"/>
                    <a:gd name="connsiteY3" fmla="*/ 0 h 99418"/>
                    <a:gd name="connsiteX4" fmla="*/ 99419 w 99418"/>
                    <a:gd name="connsiteY4" fmla="*/ 49709 h 994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418" h="99418">
                      <a:moveTo>
                        <a:pt x="99419" y="49709"/>
                      </a:moveTo>
                      <a:cubicBezTo>
                        <a:pt x="99419" y="77163"/>
                        <a:pt x="77163" y="99419"/>
                        <a:pt x="49709" y="99419"/>
                      </a:cubicBezTo>
                      <a:cubicBezTo>
                        <a:pt x="22256" y="99419"/>
                        <a:pt x="0" y="77163"/>
                        <a:pt x="0" y="49709"/>
                      </a:cubicBezTo>
                      <a:cubicBezTo>
                        <a:pt x="0" y="22256"/>
                        <a:pt x="22256" y="0"/>
                        <a:pt x="49709" y="0"/>
                      </a:cubicBezTo>
                      <a:cubicBezTo>
                        <a:pt x="77163" y="0"/>
                        <a:pt x="99419" y="22256"/>
                        <a:pt x="99419" y="49709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4" name="Forme libre : forme 883">
                  <a:extLst>
                    <a:ext uri="{FF2B5EF4-FFF2-40B4-BE49-F238E27FC236}">
                      <a16:creationId xmlns:a16="http://schemas.microsoft.com/office/drawing/2014/main" id="{77CF62F8-D047-A1A3-3009-E39A600E6492}"/>
                    </a:ext>
                  </a:extLst>
                </p:cNvPr>
                <p:cNvSpPr/>
                <p:nvPr/>
              </p:nvSpPr>
              <p:spPr>
                <a:xfrm>
                  <a:off x="1663963" y="224656"/>
                  <a:ext cx="51012" cy="26986"/>
                </a:xfrm>
                <a:custGeom>
                  <a:avLst/>
                  <a:gdLst>
                    <a:gd name="connsiteX0" fmla="*/ 872 w 51012"/>
                    <a:gd name="connsiteY0" fmla="*/ 26986 h 26986"/>
                    <a:gd name="connsiteX1" fmla="*/ 480 w 51012"/>
                    <a:gd name="connsiteY1" fmla="*/ 26888 h 26986"/>
                    <a:gd name="connsiteX2" fmla="*/ 88 w 51012"/>
                    <a:gd name="connsiteY2" fmla="*/ 25712 h 26986"/>
                    <a:gd name="connsiteX3" fmla="*/ 41860 w 51012"/>
                    <a:gd name="connsiteY3" fmla="*/ 0 h 26986"/>
                    <a:gd name="connsiteX4" fmla="*/ 50300 w 51012"/>
                    <a:gd name="connsiteY4" fmla="*/ 759 h 26986"/>
                    <a:gd name="connsiteX5" fmla="*/ 50998 w 51012"/>
                    <a:gd name="connsiteY5" fmla="*/ 1776 h 26986"/>
                    <a:gd name="connsiteX6" fmla="*/ 49982 w 51012"/>
                    <a:gd name="connsiteY6" fmla="*/ 2474 h 26986"/>
                    <a:gd name="connsiteX7" fmla="*/ 41860 w 51012"/>
                    <a:gd name="connsiteY7" fmla="*/ 1739 h 26986"/>
                    <a:gd name="connsiteX8" fmla="*/ 1656 w 51012"/>
                    <a:gd name="connsiteY8" fmla="*/ 26496 h 26986"/>
                    <a:gd name="connsiteX9" fmla="*/ 872 w 51012"/>
                    <a:gd name="connsiteY9" fmla="*/ 26974 h 26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1012" h="26986">
                      <a:moveTo>
                        <a:pt x="872" y="26986"/>
                      </a:moveTo>
                      <a:cubicBezTo>
                        <a:pt x="738" y="26986"/>
                        <a:pt x="603" y="26962"/>
                        <a:pt x="480" y="26888"/>
                      </a:cubicBezTo>
                      <a:cubicBezTo>
                        <a:pt x="52" y="26668"/>
                        <a:pt x="-120" y="26141"/>
                        <a:pt x="88" y="25712"/>
                      </a:cubicBezTo>
                      <a:cubicBezTo>
                        <a:pt x="8100" y="9849"/>
                        <a:pt x="24098" y="0"/>
                        <a:pt x="41860" y="0"/>
                      </a:cubicBezTo>
                      <a:cubicBezTo>
                        <a:pt x="44690" y="0"/>
                        <a:pt x="47532" y="257"/>
                        <a:pt x="50300" y="759"/>
                      </a:cubicBezTo>
                      <a:cubicBezTo>
                        <a:pt x="50778" y="845"/>
                        <a:pt x="51084" y="1298"/>
                        <a:pt x="50998" y="1776"/>
                      </a:cubicBezTo>
                      <a:cubicBezTo>
                        <a:pt x="50913" y="2254"/>
                        <a:pt x="50459" y="2572"/>
                        <a:pt x="49982" y="2474"/>
                      </a:cubicBezTo>
                      <a:cubicBezTo>
                        <a:pt x="47323" y="1984"/>
                        <a:pt x="44592" y="1739"/>
                        <a:pt x="41860" y="1739"/>
                      </a:cubicBezTo>
                      <a:cubicBezTo>
                        <a:pt x="24771" y="1739"/>
                        <a:pt x="9361" y="11221"/>
                        <a:pt x="1656" y="26496"/>
                      </a:cubicBezTo>
                      <a:cubicBezTo>
                        <a:pt x="1497" y="26802"/>
                        <a:pt x="1191" y="26974"/>
                        <a:pt x="872" y="26974"/>
                      </a:cubicBezTo>
                      <a:close/>
                    </a:path>
                  </a:pathLst>
                </a:custGeom>
                <a:solidFill>
                  <a:srgbClr val="FFFFFF">
                    <a:alpha val="68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5" name="Forme libre : forme 884">
                  <a:extLst>
                    <a:ext uri="{FF2B5EF4-FFF2-40B4-BE49-F238E27FC236}">
                      <a16:creationId xmlns:a16="http://schemas.microsoft.com/office/drawing/2014/main" id="{C41B1FCD-54C1-A9C1-04AE-294D20ADE855}"/>
                    </a:ext>
                  </a:extLst>
                </p:cNvPr>
                <p:cNvSpPr/>
                <p:nvPr/>
              </p:nvSpPr>
              <p:spPr>
                <a:xfrm>
                  <a:off x="1664847" y="230438"/>
                  <a:ext cx="84131" cy="84131"/>
                </a:xfrm>
                <a:custGeom>
                  <a:avLst/>
                  <a:gdLst>
                    <a:gd name="connsiteX0" fmla="*/ 84131 w 84131"/>
                    <a:gd name="connsiteY0" fmla="*/ 42066 h 84131"/>
                    <a:gd name="connsiteX1" fmla="*/ 42066 w 84131"/>
                    <a:gd name="connsiteY1" fmla="*/ 84131 h 84131"/>
                    <a:gd name="connsiteX2" fmla="*/ 0 w 84131"/>
                    <a:gd name="connsiteY2" fmla="*/ 42066 h 84131"/>
                    <a:gd name="connsiteX3" fmla="*/ 42066 w 84131"/>
                    <a:gd name="connsiteY3" fmla="*/ 0 h 84131"/>
                    <a:gd name="connsiteX4" fmla="*/ 84131 w 84131"/>
                    <a:gd name="connsiteY4" fmla="*/ 42066 h 841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131" h="84131">
                      <a:moveTo>
                        <a:pt x="84131" y="42066"/>
                      </a:moveTo>
                      <a:cubicBezTo>
                        <a:pt x="84131" y="65298"/>
                        <a:pt x="65298" y="84131"/>
                        <a:pt x="42066" y="84131"/>
                      </a:cubicBezTo>
                      <a:cubicBezTo>
                        <a:pt x="18833" y="84131"/>
                        <a:pt x="0" y="65298"/>
                        <a:pt x="0" y="42066"/>
                      </a:cubicBezTo>
                      <a:cubicBezTo>
                        <a:pt x="0" y="18833"/>
                        <a:pt x="18833" y="0"/>
                        <a:pt x="42066" y="0"/>
                      </a:cubicBezTo>
                      <a:cubicBezTo>
                        <a:pt x="65298" y="0"/>
                        <a:pt x="84131" y="18833"/>
                        <a:pt x="84131" y="42066"/>
                      </a:cubicBezTo>
                      <a:close/>
                    </a:path>
                  </a:pathLst>
                </a:custGeom>
                <a:solidFill>
                  <a:srgbClr val="FFFFFF">
                    <a:alpha val="68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6" name="Forme libre : forme 885">
                  <a:extLst>
                    <a:ext uri="{FF2B5EF4-FFF2-40B4-BE49-F238E27FC236}">
                      <a16:creationId xmlns:a16="http://schemas.microsoft.com/office/drawing/2014/main" id="{A69B4217-CCB2-6AA9-B10A-761259921B83}"/>
                    </a:ext>
                  </a:extLst>
                </p:cNvPr>
                <p:cNvSpPr/>
                <p:nvPr/>
              </p:nvSpPr>
              <p:spPr>
                <a:xfrm>
                  <a:off x="1688389" y="242712"/>
                  <a:ext cx="37559" cy="63723"/>
                </a:xfrm>
                <a:custGeom>
                  <a:avLst/>
                  <a:gdLst>
                    <a:gd name="connsiteX0" fmla="*/ 14396 w 37559"/>
                    <a:gd name="connsiteY0" fmla="*/ 61065 h 63723"/>
                    <a:gd name="connsiteX1" fmla="*/ 14396 w 37559"/>
                    <a:gd name="connsiteY1" fmla="*/ 56484 h 63723"/>
                    <a:gd name="connsiteX2" fmla="*/ 1558 w 37559"/>
                    <a:gd name="connsiteY2" fmla="*/ 53703 h 63723"/>
                    <a:gd name="connsiteX3" fmla="*/ 100 w 37559"/>
                    <a:gd name="connsiteY3" fmla="*/ 50579 h 63723"/>
                    <a:gd name="connsiteX4" fmla="*/ 1264 w 37559"/>
                    <a:gd name="connsiteY4" fmla="*/ 46316 h 63723"/>
                    <a:gd name="connsiteX5" fmla="*/ 4890 w 37559"/>
                    <a:gd name="connsiteY5" fmla="*/ 44565 h 63723"/>
                    <a:gd name="connsiteX6" fmla="*/ 16748 w 37559"/>
                    <a:gd name="connsiteY6" fmla="*/ 47064 h 63723"/>
                    <a:gd name="connsiteX7" fmla="*/ 24771 w 37559"/>
                    <a:gd name="connsiteY7" fmla="*/ 42311 h 63723"/>
                    <a:gd name="connsiteX8" fmla="*/ 15731 w 37559"/>
                    <a:gd name="connsiteY8" fmla="*/ 36002 h 63723"/>
                    <a:gd name="connsiteX9" fmla="*/ 76 w 37559"/>
                    <a:gd name="connsiteY9" fmla="*/ 21511 h 63723"/>
                    <a:gd name="connsiteX10" fmla="*/ 14567 w 37559"/>
                    <a:gd name="connsiteY10" fmla="*/ 7252 h 63723"/>
                    <a:gd name="connsiteX11" fmla="*/ 14567 w 37559"/>
                    <a:gd name="connsiteY11" fmla="*/ 2670 h 63723"/>
                    <a:gd name="connsiteX12" fmla="*/ 17238 w 37559"/>
                    <a:gd name="connsiteY12" fmla="*/ 0 h 63723"/>
                    <a:gd name="connsiteX13" fmla="*/ 19933 w 37559"/>
                    <a:gd name="connsiteY13" fmla="*/ 0 h 63723"/>
                    <a:gd name="connsiteX14" fmla="*/ 22603 w 37559"/>
                    <a:gd name="connsiteY14" fmla="*/ 2670 h 63723"/>
                    <a:gd name="connsiteX15" fmla="*/ 22603 w 37559"/>
                    <a:gd name="connsiteY15" fmla="*/ 6774 h 63723"/>
                    <a:gd name="connsiteX16" fmla="*/ 32783 w 37559"/>
                    <a:gd name="connsiteY16" fmla="*/ 8599 h 63723"/>
                    <a:gd name="connsiteX17" fmla="*/ 34436 w 37559"/>
                    <a:gd name="connsiteY17" fmla="*/ 11809 h 63723"/>
                    <a:gd name="connsiteX18" fmla="*/ 33371 w 37559"/>
                    <a:gd name="connsiteY18" fmla="*/ 15753 h 63723"/>
                    <a:gd name="connsiteX19" fmla="*/ 29855 w 37559"/>
                    <a:gd name="connsiteY19" fmla="*/ 17554 h 63723"/>
                    <a:gd name="connsiteX20" fmla="*/ 19871 w 37559"/>
                    <a:gd name="connsiteY20" fmla="*/ 15741 h 63723"/>
                    <a:gd name="connsiteX21" fmla="*/ 12865 w 37559"/>
                    <a:gd name="connsiteY21" fmla="*/ 20028 h 63723"/>
                    <a:gd name="connsiteX22" fmla="*/ 23228 w 37559"/>
                    <a:gd name="connsiteY22" fmla="*/ 26410 h 63723"/>
                    <a:gd name="connsiteX23" fmla="*/ 37560 w 37559"/>
                    <a:gd name="connsiteY23" fmla="*/ 41208 h 63723"/>
                    <a:gd name="connsiteX24" fmla="*/ 22444 w 37559"/>
                    <a:gd name="connsiteY24" fmla="*/ 55932 h 63723"/>
                    <a:gd name="connsiteX25" fmla="*/ 22444 w 37559"/>
                    <a:gd name="connsiteY25" fmla="*/ 61053 h 63723"/>
                    <a:gd name="connsiteX26" fmla="*/ 19773 w 37559"/>
                    <a:gd name="connsiteY26" fmla="*/ 63723 h 63723"/>
                    <a:gd name="connsiteX27" fmla="*/ 17078 w 37559"/>
                    <a:gd name="connsiteY27" fmla="*/ 63723 h 63723"/>
                    <a:gd name="connsiteX28" fmla="*/ 14408 w 37559"/>
                    <a:gd name="connsiteY28" fmla="*/ 61053 h 63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7559" h="63723">
                      <a:moveTo>
                        <a:pt x="14396" y="61065"/>
                      </a:moveTo>
                      <a:lnTo>
                        <a:pt x="14396" y="56484"/>
                      </a:lnTo>
                      <a:cubicBezTo>
                        <a:pt x="9618" y="56288"/>
                        <a:pt x="4902" y="55161"/>
                        <a:pt x="1558" y="53703"/>
                      </a:cubicBezTo>
                      <a:cubicBezTo>
                        <a:pt x="358" y="53176"/>
                        <a:pt x="-255" y="51841"/>
                        <a:pt x="100" y="50579"/>
                      </a:cubicBezTo>
                      <a:lnTo>
                        <a:pt x="1264" y="46316"/>
                      </a:lnTo>
                      <a:cubicBezTo>
                        <a:pt x="1693" y="44748"/>
                        <a:pt x="3395" y="43940"/>
                        <a:pt x="4890" y="44565"/>
                      </a:cubicBezTo>
                      <a:cubicBezTo>
                        <a:pt x="8210" y="45961"/>
                        <a:pt x="12326" y="47064"/>
                        <a:pt x="16748" y="47064"/>
                      </a:cubicBezTo>
                      <a:cubicBezTo>
                        <a:pt x="21170" y="47064"/>
                        <a:pt x="24771" y="45508"/>
                        <a:pt x="24771" y="42311"/>
                      </a:cubicBezTo>
                      <a:cubicBezTo>
                        <a:pt x="24771" y="39432"/>
                        <a:pt x="22125" y="37717"/>
                        <a:pt x="15731" y="36002"/>
                      </a:cubicBezTo>
                      <a:cubicBezTo>
                        <a:pt x="6617" y="33515"/>
                        <a:pt x="76" y="29534"/>
                        <a:pt x="76" y="21511"/>
                      </a:cubicBezTo>
                      <a:cubicBezTo>
                        <a:pt x="76" y="14271"/>
                        <a:pt x="5368" y="8734"/>
                        <a:pt x="14567" y="7252"/>
                      </a:cubicBezTo>
                      <a:lnTo>
                        <a:pt x="14567" y="2670"/>
                      </a:lnTo>
                      <a:cubicBezTo>
                        <a:pt x="14567" y="1200"/>
                        <a:pt x="15756" y="0"/>
                        <a:pt x="17238" y="0"/>
                      </a:cubicBezTo>
                      <a:lnTo>
                        <a:pt x="19933" y="0"/>
                      </a:lnTo>
                      <a:cubicBezTo>
                        <a:pt x="21403" y="0"/>
                        <a:pt x="22603" y="1188"/>
                        <a:pt x="22603" y="2670"/>
                      </a:cubicBezTo>
                      <a:lnTo>
                        <a:pt x="22603" y="6774"/>
                      </a:lnTo>
                      <a:cubicBezTo>
                        <a:pt x="27013" y="6946"/>
                        <a:pt x="30235" y="7705"/>
                        <a:pt x="32783" y="8599"/>
                      </a:cubicBezTo>
                      <a:cubicBezTo>
                        <a:pt x="34093" y="9053"/>
                        <a:pt x="34804" y="10461"/>
                        <a:pt x="34436" y="11809"/>
                      </a:cubicBezTo>
                      <a:lnTo>
                        <a:pt x="33371" y="15753"/>
                      </a:lnTo>
                      <a:cubicBezTo>
                        <a:pt x="32954" y="17272"/>
                        <a:pt x="31337" y="18105"/>
                        <a:pt x="29855" y="17554"/>
                      </a:cubicBezTo>
                      <a:cubicBezTo>
                        <a:pt x="27503" y="16672"/>
                        <a:pt x="24183" y="15741"/>
                        <a:pt x="19871" y="15741"/>
                      </a:cubicBezTo>
                      <a:cubicBezTo>
                        <a:pt x="14420" y="15741"/>
                        <a:pt x="12865" y="17995"/>
                        <a:pt x="12865" y="20028"/>
                      </a:cubicBezTo>
                      <a:cubicBezTo>
                        <a:pt x="12865" y="22515"/>
                        <a:pt x="16135" y="24230"/>
                        <a:pt x="23228" y="26410"/>
                      </a:cubicBezTo>
                      <a:cubicBezTo>
                        <a:pt x="33358" y="29448"/>
                        <a:pt x="37560" y="33650"/>
                        <a:pt x="37560" y="41208"/>
                      </a:cubicBezTo>
                      <a:cubicBezTo>
                        <a:pt x="37560" y="48141"/>
                        <a:pt x="32415" y="54377"/>
                        <a:pt x="22444" y="55932"/>
                      </a:cubicBezTo>
                      <a:lnTo>
                        <a:pt x="22444" y="61053"/>
                      </a:lnTo>
                      <a:cubicBezTo>
                        <a:pt x="22444" y="62523"/>
                        <a:pt x="21256" y="63723"/>
                        <a:pt x="19773" y="63723"/>
                      </a:cubicBezTo>
                      <a:lnTo>
                        <a:pt x="17078" y="63723"/>
                      </a:lnTo>
                      <a:cubicBezTo>
                        <a:pt x="15609" y="63723"/>
                        <a:pt x="14408" y="62535"/>
                        <a:pt x="14408" y="61053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11" name="Graphique 4">
              <a:extLst>
                <a:ext uri="{FF2B5EF4-FFF2-40B4-BE49-F238E27FC236}">
                  <a16:creationId xmlns:a16="http://schemas.microsoft.com/office/drawing/2014/main" id="{CBB835AD-2542-A808-A90D-E763FFAC7DB8}"/>
                </a:ext>
              </a:extLst>
            </p:cNvPr>
            <p:cNvGrpSpPr/>
            <p:nvPr/>
          </p:nvGrpSpPr>
          <p:grpSpPr>
            <a:xfrm>
              <a:off x="304545" y="709758"/>
              <a:ext cx="705028" cy="467375"/>
              <a:chOff x="304545" y="709758"/>
              <a:chExt cx="705028" cy="467375"/>
            </a:xfrm>
          </p:grpSpPr>
          <p:grpSp>
            <p:nvGrpSpPr>
              <p:cNvPr id="845" name="Graphique 4">
                <a:extLst>
                  <a:ext uri="{FF2B5EF4-FFF2-40B4-BE49-F238E27FC236}">
                    <a16:creationId xmlns:a16="http://schemas.microsoft.com/office/drawing/2014/main" id="{FA35079E-5DFA-50E7-1AB9-E4A8F6D61126}"/>
                  </a:ext>
                </a:extLst>
              </p:cNvPr>
              <p:cNvGrpSpPr/>
              <p:nvPr/>
            </p:nvGrpSpPr>
            <p:grpSpPr>
              <a:xfrm>
                <a:off x="654366" y="745919"/>
                <a:ext cx="268404" cy="431214"/>
                <a:chOff x="654366" y="745919"/>
                <a:chExt cx="268404" cy="431214"/>
              </a:xfrm>
            </p:grpSpPr>
            <p:grpSp>
              <p:nvGrpSpPr>
                <p:cNvPr id="860" name="Graphique 4">
                  <a:extLst>
                    <a:ext uri="{FF2B5EF4-FFF2-40B4-BE49-F238E27FC236}">
                      <a16:creationId xmlns:a16="http://schemas.microsoft.com/office/drawing/2014/main" id="{68B69665-856E-BEBB-74A4-349AFC5C2E5A}"/>
                    </a:ext>
                  </a:extLst>
                </p:cNvPr>
                <p:cNvGrpSpPr/>
                <p:nvPr/>
              </p:nvGrpSpPr>
              <p:grpSpPr>
                <a:xfrm>
                  <a:off x="762951" y="1140336"/>
                  <a:ext cx="53396" cy="36793"/>
                  <a:chOff x="762951" y="1140336"/>
                  <a:chExt cx="53396" cy="36793"/>
                </a:xfrm>
              </p:grpSpPr>
              <p:sp>
                <p:nvSpPr>
                  <p:cNvPr id="876" name="Forme libre : forme 875">
                    <a:extLst>
                      <a:ext uri="{FF2B5EF4-FFF2-40B4-BE49-F238E27FC236}">
                        <a16:creationId xmlns:a16="http://schemas.microsoft.com/office/drawing/2014/main" id="{76ACF4B6-296D-4D75-4E69-DE745CD8FF7E}"/>
                      </a:ext>
                    </a:extLst>
                  </p:cNvPr>
                  <p:cNvSpPr/>
                  <p:nvPr/>
                </p:nvSpPr>
                <p:spPr>
                  <a:xfrm>
                    <a:off x="762951" y="1171965"/>
                    <a:ext cx="53393" cy="5164"/>
                  </a:xfrm>
                  <a:custGeom>
                    <a:avLst/>
                    <a:gdLst>
                      <a:gd name="connsiteX0" fmla="*/ 1515 w 53393"/>
                      <a:gd name="connsiteY0" fmla="*/ 0 h 5164"/>
                      <a:gd name="connsiteX1" fmla="*/ 39049 w 53393"/>
                      <a:gd name="connsiteY1" fmla="*/ 2621 h 5164"/>
                      <a:gd name="connsiteX2" fmla="*/ 53393 w 53393"/>
                      <a:gd name="connsiteY2" fmla="*/ 1213 h 5164"/>
                      <a:gd name="connsiteX3" fmla="*/ 53369 w 53393"/>
                      <a:gd name="connsiteY3" fmla="*/ 2009 h 5164"/>
                      <a:gd name="connsiteX4" fmla="*/ 50906 w 53393"/>
                      <a:gd name="connsiteY4" fmla="*/ 4459 h 5164"/>
                      <a:gd name="connsiteX5" fmla="*/ 1761 w 53393"/>
                      <a:gd name="connsiteY5" fmla="*/ 4508 h 5164"/>
                      <a:gd name="connsiteX6" fmla="*/ 254 w 53393"/>
                      <a:gd name="connsiteY6" fmla="*/ 1739 h 5164"/>
                      <a:gd name="connsiteX7" fmla="*/ 1503 w 53393"/>
                      <a:gd name="connsiteY7" fmla="*/ 0 h 51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3393" h="5164">
                        <a:moveTo>
                          <a:pt x="1515" y="0"/>
                        </a:moveTo>
                        <a:cubicBezTo>
                          <a:pt x="10666" y="796"/>
                          <a:pt x="26529" y="2070"/>
                          <a:pt x="39049" y="2621"/>
                        </a:cubicBezTo>
                        <a:cubicBezTo>
                          <a:pt x="46570" y="2952"/>
                          <a:pt x="50906" y="2217"/>
                          <a:pt x="53393" y="1213"/>
                        </a:cubicBezTo>
                        <a:cubicBezTo>
                          <a:pt x="53393" y="1495"/>
                          <a:pt x="53393" y="1764"/>
                          <a:pt x="53369" y="2009"/>
                        </a:cubicBezTo>
                        <a:cubicBezTo>
                          <a:pt x="53307" y="3320"/>
                          <a:pt x="52242" y="4373"/>
                          <a:pt x="50906" y="4459"/>
                        </a:cubicBezTo>
                        <a:cubicBezTo>
                          <a:pt x="27264" y="5782"/>
                          <a:pt x="8461" y="4912"/>
                          <a:pt x="1761" y="4508"/>
                        </a:cubicBezTo>
                        <a:cubicBezTo>
                          <a:pt x="376" y="4422"/>
                          <a:pt x="-444" y="2915"/>
                          <a:pt x="254" y="1739"/>
                        </a:cubicBezTo>
                        <a:cubicBezTo>
                          <a:pt x="609" y="1151"/>
                          <a:pt x="1038" y="576"/>
                          <a:pt x="1503" y="0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7" name="Forme libre : forme 876">
                    <a:extLst>
                      <a:ext uri="{FF2B5EF4-FFF2-40B4-BE49-F238E27FC236}">
                        <a16:creationId xmlns:a16="http://schemas.microsoft.com/office/drawing/2014/main" id="{467E0084-9A3A-95DF-609C-84520D8FFCD0}"/>
                      </a:ext>
                    </a:extLst>
                  </p:cNvPr>
                  <p:cNvSpPr/>
                  <p:nvPr/>
                </p:nvSpPr>
                <p:spPr>
                  <a:xfrm>
                    <a:off x="764467" y="1153492"/>
                    <a:ext cx="51880" cy="21174"/>
                  </a:xfrm>
                  <a:custGeom>
                    <a:avLst/>
                    <a:gdLst>
                      <a:gd name="connsiteX0" fmla="*/ 37533 w 51880"/>
                      <a:gd name="connsiteY0" fmla="*/ 21094 h 21174"/>
                      <a:gd name="connsiteX1" fmla="*/ 0 w 51880"/>
                      <a:gd name="connsiteY1" fmla="*/ 18473 h 21174"/>
                      <a:gd name="connsiteX2" fmla="*/ 37533 w 51880"/>
                      <a:gd name="connsiteY2" fmla="*/ 0 h 21174"/>
                      <a:gd name="connsiteX3" fmla="*/ 45594 w 51880"/>
                      <a:gd name="connsiteY3" fmla="*/ 0 h 21174"/>
                      <a:gd name="connsiteX4" fmla="*/ 51878 w 51880"/>
                      <a:gd name="connsiteY4" fmla="*/ 19685 h 21174"/>
                      <a:gd name="connsiteX5" fmla="*/ 37533 w 51880"/>
                      <a:gd name="connsiteY5" fmla="*/ 21094 h 211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1880" h="21174">
                        <a:moveTo>
                          <a:pt x="37533" y="21094"/>
                        </a:moveTo>
                        <a:cubicBezTo>
                          <a:pt x="25014" y="20543"/>
                          <a:pt x="9151" y="19257"/>
                          <a:pt x="0" y="18473"/>
                        </a:cubicBezTo>
                        <a:cubicBezTo>
                          <a:pt x="8991" y="7436"/>
                          <a:pt x="37533" y="0"/>
                          <a:pt x="37533" y="0"/>
                        </a:cubicBezTo>
                        <a:lnTo>
                          <a:pt x="45594" y="0"/>
                        </a:lnTo>
                        <a:cubicBezTo>
                          <a:pt x="51143" y="7987"/>
                          <a:pt x="51939" y="15594"/>
                          <a:pt x="51878" y="19685"/>
                        </a:cubicBezTo>
                        <a:cubicBezTo>
                          <a:pt x="49379" y="20690"/>
                          <a:pt x="45055" y="21425"/>
                          <a:pt x="37533" y="21094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8" name="Forme libre : forme 877">
                    <a:extLst>
                      <a:ext uri="{FF2B5EF4-FFF2-40B4-BE49-F238E27FC236}">
                        <a16:creationId xmlns:a16="http://schemas.microsoft.com/office/drawing/2014/main" id="{337DEC66-7B24-C973-0976-92E529EBF183}"/>
                      </a:ext>
                    </a:extLst>
                  </p:cNvPr>
                  <p:cNvSpPr/>
                  <p:nvPr/>
                </p:nvSpPr>
                <p:spPr>
                  <a:xfrm>
                    <a:off x="796365" y="1140336"/>
                    <a:ext cx="15042" cy="18285"/>
                  </a:xfrm>
                  <a:custGeom>
                    <a:avLst/>
                    <a:gdLst>
                      <a:gd name="connsiteX0" fmla="*/ 15043 w 15042"/>
                      <a:gd name="connsiteY0" fmla="*/ 0 h 18285"/>
                      <a:gd name="connsiteX1" fmla="*/ 14283 w 15042"/>
                      <a:gd name="connsiteY1" fmla="*/ 14932 h 18285"/>
                      <a:gd name="connsiteX2" fmla="*/ 11368 w 15042"/>
                      <a:gd name="connsiteY2" fmla="*/ 18142 h 18285"/>
                      <a:gd name="connsiteX3" fmla="*/ 5316 w 15042"/>
                      <a:gd name="connsiteY3" fmla="*/ 17640 h 18285"/>
                      <a:gd name="connsiteX4" fmla="*/ 2609 w 15042"/>
                      <a:gd name="connsiteY4" fmla="*/ 14540 h 18285"/>
                      <a:gd name="connsiteX5" fmla="*/ 0 w 15042"/>
                      <a:gd name="connsiteY5" fmla="*/ 12 h 18285"/>
                      <a:gd name="connsiteX6" fmla="*/ 15043 w 15042"/>
                      <a:gd name="connsiteY6" fmla="*/ 12 h 182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042" h="18285">
                        <a:moveTo>
                          <a:pt x="15043" y="0"/>
                        </a:moveTo>
                        <a:lnTo>
                          <a:pt x="14283" y="14932"/>
                        </a:lnTo>
                        <a:cubicBezTo>
                          <a:pt x="14197" y="16549"/>
                          <a:pt x="12997" y="17909"/>
                          <a:pt x="11368" y="18142"/>
                        </a:cubicBezTo>
                        <a:cubicBezTo>
                          <a:pt x="9763" y="18375"/>
                          <a:pt x="7595" y="18399"/>
                          <a:pt x="5316" y="17640"/>
                        </a:cubicBezTo>
                        <a:cubicBezTo>
                          <a:pt x="3908" y="17174"/>
                          <a:pt x="2866" y="15986"/>
                          <a:pt x="2609" y="14540"/>
                        </a:cubicBezTo>
                        <a:lnTo>
                          <a:pt x="0" y="12"/>
                        </a:lnTo>
                        <a:lnTo>
                          <a:pt x="15043" y="12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861" name="Graphique 4">
                  <a:extLst>
                    <a:ext uri="{FF2B5EF4-FFF2-40B4-BE49-F238E27FC236}">
                      <a16:creationId xmlns:a16="http://schemas.microsoft.com/office/drawing/2014/main" id="{7B357428-11CE-76A8-2EA2-7E678194405F}"/>
                    </a:ext>
                  </a:extLst>
                </p:cNvPr>
                <p:cNvGrpSpPr/>
                <p:nvPr/>
              </p:nvGrpSpPr>
              <p:grpSpPr>
                <a:xfrm>
                  <a:off x="889047" y="1126384"/>
                  <a:ext cx="33723" cy="50749"/>
                  <a:chOff x="889047" y="1126384"/>
                  <a:chExt cx="33723" cy="50749"/>
                </a:xfrm>
              </p:grpSpPr>
              <p:grpSp>
                <p:nvGrpSpPr>
                  <p:cNvPr id="872" name="Graphique 4">
                    <a:extLst>
                      <a:ext uri="{FF2B5EF4-FFF2-40B4-BE49-F238E27FC236}">
                        <a16:creationId xmlns:a16="http://schemas.microsoft.com/office/drawing/2014/main" id="{D6336531-0877-1942-58CD-CA2D89C3B754}"/>
                      </a:ext>
                    </a:extLst>
                  </p:cNvPr>
                  <p:cNvGrpSpPr/>
                  <p:nvPr/>
                </p:nvGrpSpPr>
                <p:grpSpPr>
                  <a:xfrm>
                    <a:off x="892611" y="1140226"/>
                    <a:ext cx="30159" cy="36907"/>
                    <a:chOff x="892611" y="1140226"/>
                    <a:chExt cx="30159" cy="36907"/>
                  </a:xfrm>
                </p:grpSpPr>
                <p:sp>
                  <p:nvSpPr>
                    <p:cNvPr id="874" name="Forme libre : forme 873">
                      <a:extLst>
                        <a:ext uri="{FF2B5EF4-FFF2-40B4-BE49-F238E27FC236}">
                          <a16:creationId xmlns:a16="http://schemas.microsoft.com/office/drawing/2014/main" id="{D0544F7B-F0F4-FCF0-D5E7-F03846AD91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301" y="1169662"/>
                      <a:ext cx="20469" cy="7471"/>
                    </a:xfrm>
                    <a:custGeom>
                      <a:avLst/>
                      <a:gdLst>
                        <a:gd name="connsiteX0" fmla="*/ 13805 w 20469"/>
                        <a:gd name="connsiteY0" fmla="*/ 4814 h 7471"/>
                        <a:gd name="connsiteX1" fmla="*/ 20322 w 20469"/>
                        <a:gd name="connsiteY1" fmla="*/ 0 h 7471"/>
                        <a:gd name="connsiteX2" fmla="*/ 20335 w 20469"/>
                        <a:gd name="connsiteY2" fmla="*/ 61 h 7471"/>
                        <a:gd name="connsiteX3" fmla="*/ 16856 w 20469"/>
                        <a:gd name="connsiteY3" fmla="*/ 5941 h 7471"/>
                        <a:gd name="connsiteX4" fmla="*/ 7240 w 20469"/>
                        <a:gd name="connsiteY4" fmla="*/ 7448 h 7471"/>
                        <a:gd name="connsiteX5" fmla="*/ 24 w 20469"/>
                        <a:gd name="connsiteY5" fmla="*/ 4116 h 7471"/>
                        <a:gd name="connsiteX6" fmla="*/ 0 w 20469"/>
                        <a:gd name="connsiteY6" fmla="*/ 4091 h 7471"/>
                        <a:gd name="connsiteX7" fmla="*/ 13793 w 20469"/>
                        <a:gd name="connsiteY7" fmla="*/ 4826 h 74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0469" h="7471">
                          <a:moveTo>
                            <a:pt x="13805" y="4814"/>
                          </a:moveTo>
                          <a:cubicBezTo>
                            <a:pt x="17774" y="4263"/>
                            <a:pt x="19563" y="2205"/>
                            <a:pt x="20322" y="0"/>
                          </a:cubicBezTo>
                          <a:cubicBezTo>
                            <a:pt x="20322" y="25"/>
                            <a:pt x="20322" y="37"/>
                            <a:pt x="20335" y="61"/>
                          </a:cubicBezTo>
                          <a:cubicBezTo>
                            <a:pt x="20923" y="2389"/>
                            <a:pt x="19563" y="4790"/>
                            <a:pt x="16856" y="5941"/>
                          </a:cubicBezTo>
                          <a:cubicBezTo>
                            <a:pt x="13585" y="7325"/>
                            <a:pt x="10008" y="7558"/>
                            <a:pt x="7240" y="7448"/>
                          </a:cubicBezTo>
                          <a:cubicBezTo>
                            <a:pt x="4263" y="7325"/>
                            <a:pt x="1531" y="6088"/>
                            <a:pt x="24" y="4116"/>
                          </a:cubicBezTo>
                          <a:lnTo>
                            <a:pt x="0" y="4091"/>
                          </a:lnTo>
                          <a:cubicBezTo>
                            <a:pt x="2989" y="5574"/>
                            <a:pt x="7178" y="5745"/>
                            <a:pt x="13793" y="4826"/>
                          </a:cubicBez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5" name="Forme libre : forme 874">
                      <a:extLst>
                        <a:ext uri="{FF2B5EF4-FFF2-40B4-BE49-F238E27FC236}">
                          <a16:creationId xmlns:a16="http://schemas.microsoft.com/office/drawing/2014/main" id="{6F13AF0D-31F2-5CB8-19EE-3836753526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611" y="1140226"/>
                      <a:ext cx="30024" cy="34815"/>
                    </a:xfrm>
                    <a:custGeom>
                      <a:avLst/>
                      <a:gdLst>
                        <a:gd name="connsiteX0" fmla="*/ 4803 w 30024"/>
                        <a:gd name="connsiteY0" fmla="*/ 12 h 34815"/>
                        <a:gd name="connsiteX1" fmla="*/ 11454 w 30024"/>
                        <a:gd name="connsiteY1" fmla="*/ 12 h 34815"/>
                        <a:gd name="connsiteX2" fmla="*/ 30025 w 30024"/>
                        <a:gd name="connsiteY2" fmla="*/ 29436 h 34815"/>
                        <a:gd name="connsiteX3" fmla="*/ 23508 w 30024"/>
                        <a:gd name="connsiteY3" fmla="*/ 34250 h 34815"/>
                        <a:gd name="connsiteX4" fmla="*/ 9715 w 30024"/>
                        <a:gd name="connsiteY4" fmla="*/ 33515 h 34815"/>
                        <a:gd name="connsiteX5" fmla="*/ 233 w 30024"/>
                        <a:gd name="connsiteY5" fmla="*/ 9616 h 34815"/>
                        <a:gd name="connsiteX6" fmla="*/ 4815 w 30024"/>
                        <a:gd name="connsiteY6" fmla="*/ 0 h 348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30024" h="34815">
                          <a:moveTo>
                            <a:pt x="4803" y="12"/>
                          </a:moveTo>
                          <a:lnTo>
                            <a:pt x="11454" y="12"/>
                          </a:lnTo>
                          <a:cubicBezTo>
                            <a:pt x="21585" y="-196"/>
                            <a:pt x="27942" y="21168"/>
                            <a:pt x="30025" y="29436"/>
                          </a:cubicBezTo>
                          <a:cubicBezTo>
                            <a:pt x="29278" y="31641"/>
                            <a:pt x="27477" y="33699"/>
                            <a:pt x="23508" y="34250"/>
                          </a:cubicBezTo>
                          <a:cubicBezTo>
                            <a:pt x="16893" y="35169"/>
                            <a:pt x="12704" y="34998"/>
                            <a:pt x="9715" y="33515"/>
                          </a:cubicBezTo>
                          <a:cubicBezTo>
                            <a:pt x="4239" y="26312"/>
                            <a:pt x="1532" y="15778"/>
                            <a:pt x="233" y="9616"/>
                          </a:cubicBezTo>
                          <a:cubicBezTo>
                            <a:pt x="-1249" y="2621"/>
                            <a:pt x="4815" y="0"/>
                            <a:pt x="4815" y="0"/>
                          </a:cubicBezTo>
                          <a:close/>
                        </a:path>
                      </a:pathLst>
                    </a:custGeom>
                    <a:solidFill>
                      <a:srgbClr val="4438B7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3" name="Forme libre : forme 872">
                    <a:extLst>
                      <a:ext uri="{FF2B5EF4-FFF2-40B4-BE49-F238E27FC236}">
                        <a16:creationId xmlns:a16="http://schemas.microsoft.com/office/drawing/2014/main" id="{E8030C73-5390-1662-4715-682A8D643A04}"/>
                      </a:ext>
                    </a:extLst>
                  </p:cNvPr>
                  <p:cNvSpPr/>
                  <p:nvPr/>
                </p:nvSpPr>
                <p:spPr>
                  <a:xfrm>
                    <a:off x="889047" y="1126384"/>
                    <a:ext cx="17968" cy="21100"/>
                  </a:xfrm>
                  <a:custGeom>
                    <a:avLst/>
                    <a:gdLst>
                      <a:gd name="connsiteX0" fmla="*/ 14161 w 17968"/>
                      <a:gd name="connsiteY0" fmla="*/ 0 h 21100"/>
                      <a:gd name="connsiteX1" fmla="*/ 17848 w 17968"/>
                      <a:gd name="connsiteY1" fmla="*/ 14675 h 21100"/>
                      <a:gd name="connsiteX2" fmla="*/ 15778 w 17968"/>
                      <a:gd name="connsiteY2" fmla="*/ 19195 h 21100"/>
                      <a:gd name="connsiteX3" fmla="*/ 8134 w 17968"/>
                      <a:gd name="connsiteY3" fmla="*/ 21045 h 21100"/>
                      <a:gd name="connsiteX4" fmla="*/ 5414 w 17968"/>
                      <a:gd name="connsiteY4" fmla="*/ 18828 h 21100"/>
                      <a:gd name="connsiteX5" fmla="*/ 0 w 17968"/>
                      <a:gd name="connsiteY5" fmla="*/ 3381 h 21100"/>
                      <a:gd name="connsiteX6" fmla="*/ 14161 w 17968"/>
                      <a:gd name="connsiteY6" fmla="*/ 0 h 21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968" h="21100">
                        <a:moveTo>
                          <a:pt x="14161" y="0"/>
                        </a:moveTo>
                        <a:lnTo>
                          <a:pt x="17848" y="14675"/>
                        </a:lnTo>
                        <a:cubicBezTo>
                          <a:pt x="18301" y="16476"/>
                          <a:pt x="17444" y="18338"/>
                          <a:pt x="15778" y="19195"/>
                        </a:cubicBezTo>
                        <a:cubicBezTo>
                          <a:pt x="13707" y="20249"/>
                          <a:pt x="10804" y="21364"/>
                          <a:pt x="8134" y="21045"/>
                        </a:cubicBezTo>
                        <a:cubicBezTo>
                          <a:pt x="6872" y="20898"/>
                          <a:pt x="5831" y="20004"/>
                          <a:pt x="5414" y="18828"/>
                        </a:cubicBezTo>
                        <a:lnTo>
                          <a:pt x="0" y="3381"/>
                        </a:lnTo>
                        <a:lnTo>
                          <a:pt x="14161" y="0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2" name="Forme libre : forme 861">
                  <a:extLst>
                    <a:ext uri="{FF2B5EF4-FFF2-40B4-BE49-F238E27FC236}">
                      <a16:creationId xmlns:a16="http://schemas.microsoft.com/office/drawing/2014/main" id="{8826BEBD-4D09-DE4A-5687-4ADDA9633DAD}"/>
                    </a:ext>
                  </a:extLst>
                </p:cNvPr>
                <p:cNvSpPr/>
                <p:nvPr/>
              </p:nvSpPr>
              <p:spPr>
                <a:xfrm>
                  <a:off x="765716" y="921899"/>
                  <a:ext cx="141900" cy="224258"/>
                </a:xfrm>
                <a:custGeom>
                  <a:avLst/>
                  <a:gdLst>
                    <a:gd name="connsiteX0" fmla="*/ 141889 w 141900"/>
                    <a:gd name="connsiteY0" fmla="*/ 208736 h 224258"/>
                    <a:gd name="connsiteX1" fmla="*/ 122363 w 141900"/>
                    <a:gd name="connsiteY1" fmla="*/ 213342 h 224258"/>
                    <a:gd name="connsiteX2" fmla="*/ 46549 w 141900"/>
                    <a:gd name="connsiteY2" fmla="*/ 65855 h 224258"/>
                    <a:gd name="connsiteX3" fmla="*/ 47798 w 141900"/>
                    <a:gd name="connsiteY3" fmla="*/ 222517 h 224258"/>
                    <a:gd name="connsiteX4" fmla="*/ 27476 w 141900"/>
                    <a:gd name="connsiteY4" fmla="*/ 222517 h 224258"/>
                    <a:gd name="connsiteX5" fmla="*/ 0 w 141900"/>
                    <a:gd name="connsiteY5" fmla="*/ 18252 h 224258"/>
                    <a:gd name="connsiteX6" fmla="*/ 62020 w 141900"/>
                    <a:gd name="connsiteY6" fmla="*/ 0 h 224258"/>
                    <a:gd name="connsiteX7" fmla="*/ 141901 w 141900"/>
                    <a:gd name="connsiteY7" fmla="*/ 208736 h 2242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1900" h="224258">
                      <a:moveTo>
                        <a:pt x="141889" y="208736"/>
                      </a:moveTo>
                      <a:cubicBezTo>
                        <a:pt x="137295" y="212815"/>
                        <a:pt x="122363" y="213342"/>
                        <a:pt x="122363" y="213342"/>
                      </a:cubicBezTo>
                      <a:cubicBezTo>
                        <a:pt x="68550" y="84205"/>
                        <a:pt x="46549" y="65855"/>
                        <a:pt x="46549" y="65855"/>
                      </a:cubicBezTo>
                      <a:cubicBezTo>
                        <a:pt x="54315" y="114596"/>
                        <a:pt x="47798" y="222517"/>
                        <a:pt x="47798" y="222517"/>
                      </a:cubicBezTo>
                      <a:cubicBezTo>
                        <a:pt x="38917" y="226436"/>
                        <a:pt x="27476" y="222517"/>
                        <a:pt x="27476" y="222517"/>
                      </a:cubicBezTo>
                      <a:cubicBezTo>
                        <a:pt x="26753" y="142722"/>
                        <a:pt x="14491" y="73119"/>
                        <a:pt x="0" y="18252"/>
                      </a:cubicBezTo>
                      <a:cubicBezTo>
                        <a:pt x="36369" y="17431"/>
                        <a:pt x="55712" y="4986"/>
                        <a:pt x="62020" y="0"/>
                      </a:cubicBezTo>
                      <a:cubicBezTo>
                        <a:pt x="92339" y="48876"/>
                        <a:pt x="141901" y="208736"/>
                        <a:pt x="141901" y="208736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3" name="Forme libre : forme 862">
                  <a:extLst>
                    <a:ext uri="{FF2B5EF4-FFF2-40B4-BE49-F238E27FC236}">
                      <a16:creationId xmlns:a16="http://schemas.microsoft.com/office/drawing/2014/main" id="{C42BF72D-C16C-CF12-1AF2-C00A966FE3F5}"/>
                    </a:ext>
                  </a:extLst>
                </p:cNvPr>
                <p:cNvSpPr/>
                <p:nvPr/>
              </p:nvSpPr>
              <p:spPr>
                <a:xfrm>
                  <a:off x="716913" y="772496"/>
                  <a:ext cx="114196" cy="171395"/>
                </a:xfrm>
                <a:custGeom>
                  <a:avLst/>
                  <a:gdLst>
                    <a:gd name="connsiteX0" fmla="*/ 101575 w 114196"/>
                    <a:gd name="connsiteY0" fmla="*/ 887 h 171395"/>
                    <a:gd name="connsiteX1" fmla="*/ 104368 w 114196"/>
                    <a:gd name="connsiteY1" fmla="*/ 124707 h 171395"/>
                    <a:gd name="connsiteX2" fmla="*/ 113861 w 114196"/>
                    <a:gd name="connsiteY2" fmla="*/ 150958 h 171395"/>
                    <a:gd name="connsiteX3" fmla="*/ 112918 w 114196"/>
                    <a:gd name="connsiteY3" fmla="*/ 154241 h 171395"/>
                    <a:gd name="connsiteX4" fmla="*/ 51045 w 114196"/>
                    <a:gd name="connsiteY4" fmla="*/ 171391 h 171395"/>
                    <a:gd name="connsiteX5" fmla="*/ 46855 w 114196"/>
                    <a:gd name="connsiteY5" fmla="*/ 168279 h 171395"/>
                    <a:gd name="connsiteX6" fmla="*/ 0 w 114196"/>
                    <a:gd name="connsiteY6" fmla="*/ 35627 h 171395"/>
                    <a:gd name="connsiteX7" fmla="*/ 101587 w 114196"/>
                    <a:gd name="connsiteY7" fmla="*/ 887 h 17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4196" h="171395">
                      <a:moveTo>
                        <a:pt x="101575" y="887"/>
                      </a:moveTo>
                      <a:cubicBezTo>
                        <a:pt x="108459" y="35223"/>
                        <a:pt x="105997" y="96680"/>
                        <a:pt x="104368" y="124707"/>
                      </a:cubicBezTo>
                      <a:cubicBezTo>
                        <a:pt x="103915" y="132584"/>
                        <a:pt x="109415" y="143510"/>
                        <a:pt x="113861" y="150958"/>
                      </a:cubicBezTo>
                      <a:cubicBezTo>
                        <a:pt x="114560" y="152122"/>
                        <a:pt x="114131" y="153629"/>
                        <a:pt x="112918" y="154241"/>
                      </a:cubicBezTo>
                      <a:cubicBezTo>
                        <a:pt x="105470" y="158063"/>
                        <a:pt x="80260" y="169921"/>
                        <a:pt x="51045" y="171391"/>
                      </a:cubicBezTo>
                      <a:cubicBezTo>
                        <a:pt x="49097" y="171489"/>
                        <a:pt x="47358" y="170166"/>
                        <a:pt x="46855" y="168279"/>
                      </a:cubicBezTo>
                      <a:cubicBezTo>
                        <a:pt x="25173" y="87345"/>
                        <a:pt x="0" y="35627"/>
                        <a:pt x="0" y="35627"/>
                      </a:cubicBezTo>
                      <a:cubicBezTo>
                        <a:pt x="27795" y="-8766"/>
                        <a:pt x="101587" y="887"/>
                        <a:pt x="101587" y="887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" name="Forme libre : forme 863">
                  <a:extLst>
                    <a:ext uri="{FF2B5EF4-FFF2-40B4-BE49-F238E27FC236}">
                      <a16:creationId xmlns:a16="http://schemas.microsoft.com/office/drawing/2014/main" id="{52FC1374-DC82-BCEF-15A0-4E32D458CC7E}"/>
                    </a:ext>
                  </a:extLst>
                </p:cNvPr>
                <p:cNvSpPr/>
                <p:nvPr/>
              </p:nvSpPr>
              <p:spPr>
                <a:xfrm>
                  <a:off x="786246" y="963374"/>
                  <a:ext cx="24062" cy="21317"/>
                </a:xfrm>
                <a:custGeom>
                  <a:avLst/>
                  <a:gdLst>
                    <a:gd name="connsiteX0" fmla="*/ 22344 w 24062"/>
                    <a:gd name="connsiteY0" fmla="*/ 21317 h 21317"/>
                    <a:gd name="connsiteX1" fmla="*/ 23238 w 24062"/>
                    <a:gd name="connsiteY1" fmla="*/ 21060 h 21317"/>
                    <a:gd name="connsiteX2" fmla="*/ 23814 w 24062"/>
                    <a:gd name="connsiteY2" fmla="*/ 18696 h 21317"/>
                    <a:gd name="connsiteX3" fmla="*/ 2475 w 24062"/>
                    <a:gd name="connsiteY3" fmla="*/ 174 h 21317"/>
                    <a:gd name="connsiteX4" fmla="*/ 172 w 24062"/>
                    <a:gd name="connsiteY4" fmla="*/ 983 h 21317"/>
                    <a:gd name="connsiteX5" fmla="*/ 980 w 24062"/>
                    <a:gd name="connsiteY5" fmla="*/ 3285 h 21317"/>
                    <a:gd name="connsiteX6" fmla="*/ 20874 w 24062"/>
                    <a:gd name="connsiteY6" fmla="*/ 20496 h 21317"/>
                    <a:gd name="connsiteX7" fmla="*/ 22344 w 24062"/>
                    <a:gd name="connsiteY7" fmla="*/ 21317 h 21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062" h="21317">
                      <a:moveTo>
                        <a:pt x="22344" y="21317"/>
                      </a:moveTo>
                      <a:cubicBezTo>
                        <a:pt x="22650" y="21317"/>
                        <a:pt x="22956" y="21231"/>
                        <a:pt x="23238" y="21060"/>
                      </a:cubicBezTo>
                      <a:cubicBezTo>
                        <a:pt x="24047" y="20558"/>
                        <a:pt x="24304" y="19504"/>
                        <a:pt x="23814" y="18696"/>
                      </a:cubicBezTo>
                      <a:cubicBezTo>
                        <a:pt x="23520" y="18218"/>
                        <a:pt x="16562" y="6973"/>
                        <a:pt x="2475" y="174"/>
                      </a:cubicBezTo>
                      <a:cubicBezTo>
                        <a:pt x="1617" y="-242"/>
                        <a:pt x="588" y="113"/>
                        <a:pt x="172" y="983"/>
                      </a:cubicBezTo>
                      <a:cubicBezTo>
                        <a:pt x="-245" y="1840"/>
                        <a:pt x="123" y="2869"/>
                        <a:pt x="980" y="3285"/>
                      </a:cubicBezTo>
                      <a:cubicBezTo>
                        <a:pt x="14112" y="9619"/>
                        <a:pt x="20800" y="20386"/>
                        <a:pt x="20874" y="20496"/>
                      </a:cubicBezTo>
                      <a:cubicBezTo>
                        <a:pt x="21205" y="21023"/>
                        <a:pt x="21768" y="21317"/>
                        <a:pt x="22344" y="2131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5" name="Graphique 4">
                  <a:extLst>
                    <a:ext uri="{FF2B5EF4-FFF2-40B4-BE49-F238E27FC236}">
                      <a16:creationId xmlns:a16="http://schemas.microsoft.com/office/drawing/2014/main" id="{99A8D163-5F0E-1F21-ECD6-6CD57693EA57}"/>
                    </a:ext>
                  </a:extLst>
                </p:cNvPr>
                <p:cNvGrpSpPr/>
                <p:nvPr/>
              </p:nvGrpSpPr>
              <p:grpSpPr>
                <a:xfrm>
                  <a:off x="810808" y="773383"/>
                  <a:ext cx="51758" cy="150512"/>
                  <a:chOff x="810808" y="773383"/>
                  <a:chExt cx="51758" cy="150512"/>
                </a:xfrm>
              </p:grpSpPr>
              <p:sp>
                <p:nvSpPr>
                  <p:cNvPr id="870" name="Forme libre : forme 869">
                    <a:extLst>
                      <a:ext uri="{FF2B5EF4-FFF2-40B4-BE49-F238E27FC236}">
                        <a16:creationId xmlns:a16="http://schemas.microsoft.com/office/drawing/2014/main" id="{95AA5920-4745-4973-97D9-09DF801B4B52}"/>
                      </a:ext>
                    </a:extLst>
                  </p:cNvPr>
                  <p:cNvSpPr/>
                  <p:nvPr/>
                </p:nvSpPr>
                <p:spPr>
                  <a:xfrm>
                    <a:off x="834878" y="869532"/>
                    <a:ext cx="26790" cy="54363"/>
                  </a:xfrm>
                  <a:custGeom>
                    <a:avLst/>
                    <a:gdLst>
                      <a:gd name="connsiteX0" fmla="*/ 26790 w 26790"/>
                      <a:gd name="connsiteY0" fmla="*/ 2388 h 54363"/>
                      <a:gd name="connsiteX1" fmla="*/ 4973 w 26790"/>
                      <a:gd name="connsiteY1" fmla="*/ 54364 h 54363"/>
                      <a:gd name="connsiteX2" fmla="*/ 0 w 26790"/>
                      <a:gd name="connsiteY2" fmla="*/ 50309 h 54363"/>
                      <a:gd name="connsiteX3" fmla="*/ 2474 w 26790"/>
                      <a:gd name="connsiteY3" fmla="*/ 636 h 54363"/>
                      <a:gd name="connsiteX4" fmla="*/ 26778 w 26790"/>
                      <a:gd name="connsiteY4" fmla="*/ 2388 h 543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790" h="54363">
                        <a:moveTo>
                          <a:pt x="26790" y="2388"/>
                        </a:moveTo>
                        <a:cubicBezTo>
                          <a:pt x="24573" y="18386"/>
                          <a:pt x="18044" y="35830"/>
                          <a:pt x="4973" y="54364"/>
                        </a:cubicBezTo>
                        <a:lnTo>
                          <a:pt x="0" y="50309"/>
                        </a:lnTo>
                        <a:cubicBezTo>
                          <a:pt x="0" y="50309"/>
                          <a:pt x="5733" y="27047"/>
                          <a:pt x="2474" y="636"/>
                        </a:cubicBezTo>
                        <a:cubicBezTo>
                          <a:pt x="10535" y="-932"/>
                          <a:pt x="20053" y="685"/>
                          <a:pt x="26778" y="2388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" name="Forme libre : forme 870">
                    <a:extLst>
                      <a:ext uri="{FF2B5EF4-FFF2-40B4-BE49-F238E27FC236}">
                        <a16:creationId xmlns:a16="http://schemas.microsoft.com/office/drawing/2014/main" id="{0BB3E5BB-3E07-6FF5-1A13-896BF56601C7}"/>
                      </a:ext>
                    </a:extLst>
                  </p:cNvPr>
                  <p:cNvSpPr/>
                  <p:nvPr/>
                </p:nvSpPr>
                <p:spPr>
                  <a:xfrm>
                    <a:off x="810808" y="773383"/>
                    <a:ext cx="51758" cy="98536"/>
                  </a:xfrm>
                  <a:custGeom>
                    <a:avLst/>
                    <a:gdLst>
                      <a:gd name="connsiteX0" fmla="*/ 0 w 51758"/>
                      <a:gd name="connsiteY0" fmla="*/ 42360 h 98536"/>
                      <a:gd name="connsiteX1" fmla="*/ 7693 w 51758"/>
                      <a:gd name="connsiteY1" fmla="*/ 0 h 98536"/>
                      <a:gd name="connsiteX2" fmla="*/ 50873 w 51758"/>
                      <a:gd name="connsiteY2" fmla="*/ 98537 h 98536"/>
                      <a:gd name="connsiteX3" fmla="*/ 26570 w 51758"/>
                      <a:gd name="connsiteY3" fmla="*/ 96785 h 98536"/>
                      <a:gd name="connsiteX4" fmla="*/ 12 w 51758"/>
                      <a:gd name="connsiteY4" fmla="*/ 42360 h 985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1758" h="98536">
                        <a:moveTo>
                          <a:pt x="0" y="42360"/>
                        </a:moveTo>
                        <a:lnTo>
                          <a:pt x="7693" y="0"/>
                        </a:lnTo>
                        <a:cubicBezTo>
                          <a:pt x="7693" y="0"/>
                          <a:pt x="59068" y="39260"/>
                          <a:pt x="50873" y="98537"/>
                        </a:cubicBezTo>
                        <a:cubicBezTo>
                          <a:pt x="44148" y="96834"/>
                          <a:pt x="34630" y="95217"/>
                          <a:pt x="26570" y="96785"/>
                        </a:cubicBezTo>
                        <a:cubicBezTo>
                          <a:pt x="24218" y="77761"/>
                          <a:pt x="17211" y="57108"/>
                          <a:pt x="12" y="42360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866" name="Graphique 4">
                  <a:extLst>
                    <a:ext uri="{FF2B5EF4-FFF2-40B4-BE49-F238E27FC236}">
                      <a16:creationId xmlns:a16="http://schemas.microsoft.com/office/drawing/2014/main" id="{ED2E9CB5-A120-D9A2-0FE0-061772C7E2E8}"/>
                    </a:ext>
                  </a:extLst>
                </p:cNvPr>
                <p:cNvGrpSpPr/>
                <p:nvPr/>
              </p:nvGrpSpPr>
              <p:grpSpPr>
                <a:xfrm>
                  <a:off x="654366" y="808123"/>
                  <a:ext cx="82379" cy="88339"/>
                  <a:chOff x="654366" y="808123"/>
                  <a:chExt cx="82379" cy="88339"/>
                </a:xfrm>
              </p:grpSpPr>
              <p:sp>
                <p:nvSpPr>
                  <p:cNvPr id="868" name="Forme libre : forme 867">
                    <a:extLst>
                      <a:ext uri="{FF2B5EF4-FFF2-40B4-BE49-F238E27FC236}">
                        <a16:creationId xmlns:a16="http://schemas.microsoft.com/office/drawing/2014/main" id="{E16835BA-BD90-B6BB-84D7-885DBB43B267}"/>
                      </a:ext>
                    </a:extLst>
                  </p:cNvPr>
                  <p:cNvSpPr/>
                  <p:nvPr/>
                </p:nvSpPr>
                <p:spPr>
                  <a:xfrm>
                    <a:off x="698098" y="808123"/>
                    <a:ext cx="38647" cy="83910"/>
                  </a:xfrm>
                  <a:custGeom>
                    <a:avLst/>
                    <a:gdLst>
                      <a:gd name="connsiteX0" fmla="*/ 18816 w 38647"/>
                      <a:gd name="connsiteY0" fmla="*/ 0 h 83910"/>
                      <a:gd name="connsiteX1" fmla="*/ 38648 w 38647"/>
                      <a:gd name="connsiteY1" fmla="*/ 42703 h 83910"/>
                      <a:gd name="connsiteX2" fmla="*/ 6664 w 38647"/>
                      <a:gd name="connsiteY2" fmla="*/ 83911 h 83910"/>
                      <a:gd name="connsiteX3" fmla="*/ 0 w 38647"/>
                      <a:gd name="connsiteY3" fmla="*/ 56104 h 83910"/>
                      <a:gd name="connsiteX4" fmla="*/ 18816 w 38647"/>
                      <a:gd name="connsiteY4" fmla="*/ 0 h 839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8647" h="83910">
                        <a:moveTo>
                          <a:pt x="18816" y="0"/>
                        </a:moveTo>
                        <a:lnTo>
                          <a:pt x="38648" y="42703"/>
                        </a:lnTo>
                        <a:cubicBezTo>
                          <a:pt x="35438" y="68488"/>
                          <a:pt x="21596" y="79636"/>
                          <a:pt x="6664" y="83911"/>
                        </a:cubicBezTo>
                        <a:cubicBezTo>
                          <a:pt x="5733" y="72163"/>
                          <a:pt x="2756" y="62670"/>
                          <a:pt x="0" y="56104"/>
                        </a:cubicBezTo>
                        <a:cubicBezTo>
                          <a:pt x="19085" y="36406"/>
                          <a:pt x="18816" y="0"/>
                          <a:pt x="18816" y="0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9" name="Forme libre : forme 868">
                    <a:extLst>
                      <a:ext uri="{FF2B5EF4-FFF2-40B4-BE49-F238E27FC236}">
                        <a16:creationId xmlns:a16="http://schemas.microsoft.com/office/drawing/2014/main" id="{8F6F7EAF-5D09-DA37-8995-0C8B1CFA105B}"/>
                      </a:ext>
                    </a:extLst>
                  </p:cNvPr>
                  <p:cNvSpPr/>
                  <p:nvPr/>
                </p:nvSpPr>
                <p:spPr>
                  <a:xfrm>
                    <a:off x="654366" y="864227"/>
                    <a:ext cx="50383" cy="32235"/>
                  </a:xfrm>
                  <a:custGeom>
                    <a:avLst/>
                    <a:gdLst>
                      <a:gd name="connsiteX0" fmla="*/ 43719 w 50383"/>
                      <a:gd name="connsiteY0" fmla="*/ 0 h 32235"/>
                      <a:gd name="connsiteX1" fmla="*/ 50383 w 50383"/>
                      <a:gd name="connsiteY1" fmla="*/ 27807 h 32235"/>
                      <a:gd name="connsiteX2" fmla="*/ 0 w 50383"/>
                      <a:gd name="connsiteY2" fmla="*/ 13291 h 32235"/>
                      <a:gd name="connsiteX3" fmla="*/ 7362 w 50383"/>
                      <a:gd name="connsiteY3" fmla="*/ 11992 h 32235"/>
                      <a:gd name="connsiteX4" fmla="*/ 43719 w 50383"/>
                      <a:gd name="connsiteY4" fmla="*/ 0 h 322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383" h="32235">
                        <a:moveTo>
                          <a:pt x="43719" y="0"/>
                        </a:moveTo>
                        <a:cubicBezTo>
                          <a:pt x="46476" y="6566"/>
                          <a:pt x="49452" y="16059"/>
                          <a:pt x="50383" y="27807"/>
                        </a:cubicBezTo>
                        <a:cubicBezTo>
                          <a:pt x="10547" y="43266"/>
                          <a:pt x="0" y="13291"/>
                          <a:pt x="0" y="13291"/>
                        </a:cubicBezTo>
                        <a:lnTo>
                          <a:pt x="7362" y="11992"/>
                        </a:lnTo>
                        <a:cubicBezTo>
                          <a:pt x="23985" y="13744"/>
                          <a:pt x="35610" y="8379"/>
                          <a:pt x="43719" y="0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7" name="Forme libre : forme 866">
                  <a:extLst>
                    <a:ext uri="{FF2B5EF4-FFF2-40B4-BE49-F238E27FC236}">
                      <a16:creationId xmlns:a16="http://schemas.microsoft.com/office/drawing/2014/main" id="{14CF3AFA-82A1-9635-DD51-7D288FA132B8}"/>
                    </a:ext>
                  </a:extLst>
                </p:cNvPr>
                <p:cNvSpPr/>
                <p:nvPr/>
              </p:nvSpPr>
              <p:spPr>
                <a:xfrm>
                  <a:off x="735165" y="745919"/>
                  <a:ext cx="37349" cy="49725"/>
                </a:xfrm>
                <a:custGeom>
                  <a:avLst/>
                  <a:gdLst>
                    <a:gd name="connsiteX0" fmla="*/ 12 w 37349"/>
                    <a:gd name="connsiteY0" fmla="*/ 9481 h 49725"/>
                    <a:gd name="connsiteX1" fmla="*/ 9579 w 37349"/>
                    <a:gd name="connsiteY1" fmla="*/ 44675 h 49725"/>
                    <a:gd name="connsiteX2" fmla="*/ 18730 w 37349"/>
                    <a:gd name="connsiteY2" fmla="*/ 49232 h 49725"/>
                    <a:gd name="connsiteX3" fmla="*/ 32523 w 37349"/>
                    <a:gd name="connsiteY3" fmla="*/ 42935 h 49725"/>
                    <a:gd name="connsiteX4" fmla="*/ 35781 w 37349"/>
                    <a:gd name="connsiteY4" fmla="*/ 29681 h 49725"/>
                    <a:gd name="connsiteX5" fmla="*/ 15876 w 37349"/>
                    <a:gd name="connsiteY5" fmla="*/ 0 h 49725"/>
                    <a:gd name="connsiteX6" fmla="*/ 0 w 37349"/>
                    <a:gd name="connsiteY6" fmla="*/ 9494 h 49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349" h="49725">
                      <a:moveTo>
                        <a:pt x="12" y="9481"/>
                      </a:moveTo>
                      <a:lnTo>
                        <a:pt x="9579" y="44675"/>
                      </a:lnTo>
                      <a:cubicBezTo>
                        <a:pt x="10657" y="48631"/>
                        <a:pt x="14932" y="50751"/>
                        <a:pt x="18730" y="49232"/>
                      </a:cubicBezTo>
                      <a:cubicBezTo>
                        <a:pt x="22834" y="47590"/>
                        <a:pt x="28040" y="45349"/>
                        <a:pt x="32523" y="42935"/>
                      </a:cubicBezTo>
                      <a:cubicBezTo>
                        <a:pt x="37313" y="40351"/>
                        <a:pt x="38807" y="34189"/>
                        <a:pt x="35781" y="29681"/>
                      </a:cubicBezTo>
                      <a:lnTo>
                        <a:pt x="15876" y="0"/>
                      </a:lnTo>
                      <a:lnTo>
                        <a:pt x="0" y="9494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46" name="Graphique 4">
                <a:extLst>
                  <a:ext uri="{FF2B5EF4-FFF2-40B4-BE49-F238E27FC236}">
                    <a16:creationId xmlns:a16="http://schemas.microsoft.com/office/drawing/2014/main" id="{3513F5BF-6F0E-9FED-B892-3067035CC86F}"/>
                  </a:ext>
                </a:extLst>
              </p:cNvPr>
              <p:cNvGrpSpPr/>
              <p:nvPr/>
            </p:nvGrpSpPr>
            <p:grpSpPr>
              <a:xfrm>
                <a:off x="704292" y="709758"/>
                <a:ext cx="54427" cy="72304"/>
                <a:chOff x="704292" y="709758"/>
                <a:chExt cx="54427" cy="72304"/>
              </a:xfrm>
            </p:grpSpPr>
            <p:sp>
              <p:nvSpPr>
                <p:cNvPr id="857" name="Forme libre : forme 856">
                  <a:extLst>
                    <a:ext uri="{FF2B5EF4-FFF2-40B4-BE49-F238E27FC236}">
                      <a16:creationId xmlns:a16="http://schemas.microsoft.com/office/drawing/2014/main" id="{9A53AF83-088E-E921-CAA6-20C9217D2811}"/>
                    </a:ext>
                  </a:extLst>
                </p:cNvPr>
                <p:cNvSpPr/>
                <p:nvPr/>
              </p:nvSpPr>
              <p:spPr>
                <a:xfrm>
                  <a:off x="714230" y="723024"/>
                  <a:ext cx="30478" cy="45801"/>
                </a:xfrm>
                <a:custGeom>
                  <a:avLst/>
                  <a:gdLst>
                    <a:gd name="connsiteX0" fmla="*/ 1 w 30478"/>
                    <a:gd name="connsiteY0" fmla="*/ 5647 h 45801"/>
                    <a:gd name="connsiteX1" fmla="*/ 7988 w 30478"/>
                    <a:gd name="connsiteY1" fmla="*/ 45802 h 45801"/>
                    <a:gd name="connsiteX2" fmla="*/ 30478 w 30478"/>
                    <a:gd name="connsiteY2" fmla="*/ 40718 h 45801"/>
                    <a:gd name="connsiteX3" fmla="*/ 28396 w 30478"/>
                    <a:gd name="connsiteY3" fmla="*/ 2095 h 45801"/>
                    <a:gd name="connsiteX4" fmla="*/ 1 w 30478"/>
                    <a:gd name="connsiteY4" fmla="*/ 5647 h 45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78" h="45801">
                      <a:moveTo>
                        <a:pt x="1" y="5647"/>
                      </a:moveTo>
                      <a:cubicBezTo>
                        <a:pt x="-85" y="6247"/>
                        <a:pt x="7988" y="45802"/>
                        <a:pt x="7988" y="45802"/>
                      </a:cubicBezTo>
                      <a:lnTo>
                        <a:pt x="30478" y="40718"/>
                      </a:lnTo>
                      <a:lnTo>
                        <a:pt x="28396" y="2095"/>
                      </a:lnTo>
                      <a:cubicBezTo>
                        <a:pt x="28396" y="2095"/>
                        <a:pt x="1471" y="-4471"/>
                        <a:pt x="1" y="5647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8" name="Forme libre : forme 857">
                  <a:extLst>
                    <a:ext uri="{FF2B5EF4-FFF2-40B4-BE49-F238E27FC236}">
                      <a16:creationId xmlns:a16="http://schemas.microsoft.com/office/drawing/2014/main" id="{FEC28E24-93E4-2021-F826-C9CDE6073781}"/>
                    </a:ext>
                  </a:extLst>
                </p:cNvPr>
                <p:cNvSpPr/>
                <p:nvPr/>
              </p:nvSpPr>
              <p:spPr>
                <a:xfrm>
                  <a:off x="704292" y="709758"/>
                  <a:ext cx="54102" cy="72304"/>
                </a:xfrm>
                <a:custGeom>
                  <a:avLst/>
                  <a:gdLst>
                    <a:gd name="connsiteX0" fmla="*/ 33274 w 54102"/>
                    <a:gd name="connsiteY0" fmla="*/ 23960 h 72304"/>
                    <a:gd name="connsiteX1" fmla="*/ 35957 w 54102"/>
                    <a:gd name="connsiteY1" fmla="*/ 44209 h 72304"/>
                    <a:gd name="connsiteX2" fmla="*/ 35957 w 54102"/>
                    <a:gd name="connsiteY2" fmla="*/ 44980 h 72304"/>
                    <a:gd name="connsiteX3" fmla="*/ 29097 w 54102"/>
                    <a:gd name="connsiteY3" fmla="*/ 50431 h 72304"/>
                    <a:gd name="connsiteX4" fmla="*/ 16480 w 54102"/>
                    <a:gd name="connsiteY4" fmla="*/ 48778 h 72304"/>
                    <a:gd name="connsiteX5" fmla="*/ 14520 w 54102"/>
                    <a:gd name="connsiteY5" fmla="*/ 52073 h 72304"/>
                    <a:gd name="connsiteX6" fmla="*/ 19702 w 54102"/>
                    <a:gd name="connsiteY6" fmla="*/ 70509 h 72304"/>
                    <a:gd name="connsiteX7" fmla="*/ 23156 w 54102"/>
                    <a:gd name="connsiteY7" fmla="*/ 72187 h 72304"/>
                    <a:gd name="connsiteX8" fmla="*/ 42976 w 54102"/>
                    <a:gd name="connsiteY8" fmla="*/ 64078 h 72304"/>
                    <a:gd name="connsiteX9" fmla="*/ 44373 w 54102"/>
                    <a:gd name="connsiteY9" fmla="*/ 61505 h 72304"/>
                    <a:gd name="connsiteX10" fmla="*/ 44066 w 54102"/>
                    <a:gd name="connsiteY10" fmla="*/ 36503 h 72304"/>
                    <a:gd name="connsiteX11" fmla="*/ 51735 w 54102"/>
                    <a:gd name="connsiteY11" fmla="*/ 29092 h 72304"/>
                    <a:gd name="connsiteX12" fmla="*/ 53291 w 54102"/>
                    <a:gd name="connsiteY12" fmla="*/ 27524 h 72304"/>
                    <a:gd name="connsiteX13" fmla="*/ 48317 w 54102"/>
                    <a:gd name="connsiteY13" fmla="*/ 16745 h 72304"/>
                    <a:gd name="connsiteX14" fmla="*/ 46504 w 54102"/>
                    <a:gd name="connsiteY14" fmla="*/ 13045 h 72304"/>
                    <a:gd name="connsiteX15" fmla="*/ 42352 w 54102"/>
                    <a:gd name="connsiteY15" fmla="*/ 2804 h 72304"/>
                    <a:gd name="connsiteX16" fmla="*/ 29881 w 54102"/>
                    <a:gd name="connsiteY16" fmla="*/ 5806 h 72304"/>
                    <a:gd name="connsiteX17" fmla="*/ 26243 w 54102"/>
                    <a:gd name="connsiteY17" fmla="*/ 6234 h 72304"/>
                    <a:gd name="connsiteX18" fmla="*/ 23671 w 54102"/>
                    <a:gd name="connsiteY18" fmla="*/ 6320 h 72304"/>
                    <a:gd name="connsiteX19" fmla="*/ 19689 w 54102"/>
                    <a:gd name="connsiteY19" fmla="*/ 5120 h 72304"/>
                    <a:gd name="connsiteX20" fmla="*/ 9792 w 54102"/>
                    <a:gd name="connsiteY20" fmla="*/ 183 h 72304"/>
                    <a:gd name="connsiteX21" fmla="*/ 1229 w 54102"/>
                    <a:gd name="connsiteY21" fmla="*/ 19623 h 72304"/>
                    <a:gd name="connsiteX22" fmla="*/ 20130 w 54102"/>
                    <a:gd name="connsiteY22" fmla="*/ 20371 h 72304"/>
                    <a:gd name="connsiteX23" fmla="*/ 31939 w 54102"/>
                    <a:gd name="connsiteY23" fmla="*/ 21889 h 72304"/>
                    <a:gd name="connsiteX24" fmla="*/ 33274 w 54102"/>
                    <a:gd name="connsiteY24" fmla="*/ 23947 h 72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4102" h="72304">
                      <a:moveTo>
                        <a:pt x="33274" y="23960"/>
                      </a:moveTo>
                      <a:lnTo>
                        <a:pt x="35957" y="44209"/>
                      </a:lnTo>
                      <a:cubicBezTo>
                        <a:pt x="35994" y="44466"/>
                        <a:pt x="35994" y="44723"/>
                        <a:pt x="35957" y="44980"/>
                      </a:cubicBezTo>
                      <a:cubicBezTo>
                        <a:pt x="35724" y="46573"/>
                        <a:pt x="34548" y="51975"/>
                        <a:pt x="29097" y="50431"/>
                      </a:cubicBezTo>
                      <a:cubicBezTo>
                        <a:pt x="24148" y="49035"/>
                        <a:pt x="19616" y="47822"/>
                        <a:pt x="16480" y="48778"/>
                      </a:cubicBezTo>
                      <a:cubicBezTo>
                        <a:pt x="15071" y="49206"/>
                        <a:pt x="14226" y="50640"/>
                        <a:pt x="14520" y="52073"/>
                      </a:cubicBezTo>
                      <a:cubicBezTo>
                        <a:pt x="15255" y="55662"/>
                        <a:pt x="17056" y="63735"/>
                        <a:pt x="19702" y="70509"/>
                      </a:cubicBezTo>
                      <a:cubicBezTo>
                        <a:pt x="20241" y="71881"/>
                        <a:pt x="21735" y="72603"/>
                        <a:pt x="23156" y="72187"/>
                      </a:cubicBezTo>
                      <a:cubicBezTo>
                        <a:pt x="27419" y="70950"/>
                        <a:pt x="36337" y="68071"/>
                        <a:pt x="42976" y="64078"/>
                      </a:cubicBezTo>
                      <a:cubicBezTo>
                        <a:pt x="43870" y="63539"/>
                        <a:pt x="44409" y="62559"/>
                        <a:pt x="44373" y="61505"/>
                      </a:cubicBezTo>
                      <a:cubicBezTo>
                        <a:pt x="44152" y="56397"/>
                        <a:pt x="43564" y="40852"/>
                        <a:pt x="44066" y="36503"/>
                      </a:cubicBezTo>
                      <a:cubicBezTo>
                        <a:pt x="44544" y="32412"/>
                        <a:pt x="49554" y="29962"/>
                        <a:pt x="51735" y="29092"/>
                      </a:cubicBezTo>
                      <a:cubicBezTo>
                        <a:pt x="52445" y="28798"/>
                        <a:pt x="53009" y="28247"/>
                        <a:pt x="53291" y="27524"/>
                      </a:cubicBezTo>
                      <a:cubicBezTo>
                        <a:pt x="54295" y="25001"/>
                        <a:pt x="55691" y="19146"/>
                        <a:pt x="48317" y="16745"/>
                      </a:cubicBezTo>
                      <a:cubicBezTo>
                        <a:pt x="46774" y="16242"/>
                        <a:pt x="45965" y="14576"/>
                        <a:pt x="46504" y="13045"/>
                      </a:cubicBezTo>
                      <a:cubicBezTo>
                        <a:pt x="47594" y="10007"/>
                        <a:pt x="48060" y="5365"/>
                        <a:pt x="42352" y="2804"/>
                      </a:cubicBezTo>
                      <a:cubicBezTo>
                        <a:pt x="36545" y="207"/>
                        <a:pt x="32221" y="3294"/>
                        <a:pt x="29881" y="5806"/>
                      </a:cubicBezTo>
                      <a:cubicBezTo>
                        <a:pt x="28938" y="6822"/>
                        <a:pt x="27419" y="6982"/>
                        <a:pt x="26243" y="6234"/>
                      </a:cubicBezTo>
                      <a:cubicBezTo>
                        <a:pt x="25569" y="5818"/>
                        <a:pt x="24712" y="5671"/>
                        <a:pt x="23671" y="6320"/>
                      </a:cubicBezTo>
                      <a:cubicBezTo>
                        <a:pt x="22274" y="7190"/>
                        <a:pt x="20412" y="6602"/>
                        <a:pt x="19689" y="5120"/>
                      </a:cubicBezTo>
                      <a:cubicBezTo>
                        <a:pt x="18305" y="2265"/>
                        <a:pt x="15476" y="-785"/>
                        <a:pt x="9792" y="183"/>
                      </a:cubicBezTo>
                      <a:cubicBezTo>
                        <a:pt x="-290" y="1910"/>
                        <a:pt x="-1429" y="13070"/>
                        <a:pt x="1229" y="19623"/>
                      </a:cubicBezTo>
                      <a:cubicBezTo>
                        <a:pt x="3887" y="26165"/>
                        <a:pt x="14704" y="23678"/>
                        <a:pt x="20130" y="20371"/>
                      </a:cubicBezTo>
                      <a:cubicBezTo>
                        <a:pt x="24259" y="17859"/>
                        <a:pt x="29612" y="20493"/>
                        <a:pt x="31939" y="21889"/>
                      </a:cubicBezTo>
                      <a:cubicBezTo>
                        <a:pt x="32674" y="22331"/>
                        <a:pt x="33164" y="23090"/>
                        <a:pt x="33274" y="23947"/>
                      </a:cubicBezTo>
                      <a:close/>
                    </a:path>
                  </a:pathLst>
                </a:custGeom>
                <a:solidFill>
                  <a:srgbClr val="E9552B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" name="Forme libre : forme 858">
                  <a:extLst>
                    <a:ext uri="{FF2B5EF4-FFF2-40B4-BE49-F238E27FC236}">
                      <a16:creationId xmlns:a16="http://schemas.microsoft.com/office/drawing/2014/main" id="{24F53FEF-C9FC-4D77-6A7B-DA6494CB0CF6}"/>
                    </a:ext>
                  </a:extLst>
                </p:cNvPr>
                <p:cNvSpPr/>
                <p:nvPr/>
              </p:nvSpPr>
              <p:spPr>
                <a:xfrm>
                  <a:off x="747432" y="737883"/>
                  <a:ext cx="11287" cy="16167"/>
                </a:xfrm>
                <a:custGeom>
                  <a:avLst/>
                  <a:gdLst>
                    <a:gd name="connsiteX0" fmla="*/ 1808 w 11287"/>
                    <a:gd name="connsiteY0" fmla="*/ 15765 h 16167"/>
                    <a:gd name="connsiteX1" fmla="*/ 1918 w 11287"/>
                    <a:gd name="connsiteY1" fmla="*/ 1323 h 16167"/>
                    <a:gd name="connsiteX2" fmla="*/ 11093 w 11287"/>
                    <a:gd name="connsiteY2" fmla="*/ 8354 h 16167"/>
                    <a:gd name="connsiteX3" fmla="*/ 1808 w 11287"/>
                    <a:gd name="connsiteY3" fmla="*/ 15753 h 16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87" h="16167">
                      <a:moveTo>
                        <a:pt x="1808" y="15765"/>
                      </a:moveTo>
                      <a:cubicBezTo>
                        <a:pt x="1808" y="15765"/>
                        <a:pt x="-2332" y="4165"/>
                        <a:pt x="1918" y="1323"/>
                      </a:cubicBezTo>
                      <a:cubicBezTo>
                        <a:pt x="6169" y="-1519"/>
                        <a:pt x="12478" y="-49"/>
                        <a:pt x="11093" y="8354"/>
                      </a:cubicBezTo>
                      <a:cubicBezTo>
                        <a:pt x="9366" y="18803"/>
                        <a:pt x="1808" y="15753"/>
                        <a:pt x="1808" y="15753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7" name="Forme libre : forme 846">
                <a:extLst>
                  <a:ext uri="{FF2B5EF4-FFF2-40B4-BE49-F238E27FC236}">
                    <a16:creationId xmlns:a16="http://schemas.microsoft.com/office/drawing/2014/main" id="{14BBBC56-BF35-7945-BC05-A069C50637C6}"/>
                  </a:ext>
                </a:extLst>
              </p:cNvPr>
              <p:cNvSpPr/>
              <p:nvPr/>
            </p:nvSpPr>
            <p:spPr>
              <a:xfrm>
                <a:off x="641674" y="865432"/>
                <a:ext cx="18045" cy="17971"/>
              </a:xfrm>
              <a:custGeom>
                <a:avLst/>
                <a:gdLst>
                  <a:gd name="connsiteX0" fmla="*/ 15645 w 18045"/>
                  <a:gd name="connsiteY0" fmla="*/ 17561 h 17971"/>
                  <a:gd name="connsiteX1" fmla="*/ 2562 w 18045"/>
                  <a:gd name="connsiteY1" fmla="*/ 13592 h 17971"/>
                  <a:gd name="connsiteX2" fmla="*/ 222 w 18045"/>
                  <a:gd name="connsiteY2" fmla="*/ 7872 h 17971"/>
                  <a:gd name="connsiteX3" fmla="*/ 5000 w 18045"/>
                  <a:gd name="connsiteY3" fmla="*/ 44 h 17971"/>
                  <a:gd name="connsiteX4" fmla="*/ 15645 w 18045"/>
                  <a:gd name="connsiteY4" fmla="*/ 17549 h 17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5" h="17971">
                    <a:moveTo>
                      <a:pt x="15645" y="17561"/>
                    </a:moveTo>
                    <a:cubicBezTo>
                      <a:pt x="13636" y="19129"/>
                      <a:pt x="6764" y="15858"/>
                      <a:pt x="2562" y="13592"/>
                    </a:cubicBezTo>
                    <a:cubicBezTo>
                      <a:pt x="516" y="12490"/>
                      <a:pt x="-476" y="10089"/>
                      <a:pt x="222" y="7872"/>
                    </a:cubicBezTo>
                    <a:cubicBezTo>
                      <a:pt x="1239" y="4687"/>
                      <a:pt x="2917" y="558"/>
                      <a:pt x="5000" y="44"/>
                    </a:cubicBezTo>
                    <a:cubicBezTo>
                      <a:pt x="8442" y="-814"/>
                      <a:pt x="23913" y="11093"/>
                      <a:pt x="15645" y="175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9B776"/>
                  </a:gs>
                  <a:gs pos="50000">
                    <a:srgbClr val="F6986B"/>
                  </a:gs>
                  <a:gs pos="100000">
                    <a:srgbClr val="F47960"/>
                  </a:gs>
                </a:gsLst>
                <a:lin ang="10800000" scaled="1"/>
              </a:gra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848" name="Graphique 4">
                <a:extLst>
                  <a:ext uri="{FF2B5EF4-FFF2-40B4-BE49-F238E27FC236}">
                    <a16:creationId xmlns:a16="http://schemas.microsoft.com/office/drawing/2014/main" id="{111792B9-6B37-1616-1EBF-FA443BD1CE87}"/>
                  </a:ext>
                </a:extLst>
              </p:cNvPr>
              <p:cNvGrpSpPr/>
              <p:nvPr/>
            </p:nvGrpSpPr>
            <p:grpSpPr>
              <a:xfrm>
                <a:off x="304545" y="773339"/>
                <a:ext cx="705028" cy="290360"/>
                <a:chOff x="304545" y="773339"/>
                <a:chExt cx="705028" cy="290360"/>
              </a:xfrm>
            </p:grpSpPr>
            <p:grpSp>
              <p:nvGrpSpPr>
                <p:cNvPr id="850" name="Graphique 4">
                  <a:extLst>
                    <a:ext uri="{FF2B5EF4-FFF2-40B4-BE49-F238E27FC236}">
                      <a16:creationId xmlns:a16="http://schemas.microsoft.com/office/drawing/2014/main" id="{E223A078-BBB6-B657-061E-632AC499DA0F}"/>
                    </a:ext>
                  </a:extLst>
                </p:cNvPr>
                <p:cNvGrpSpPr/>
                <p:nvPr/>
              </p:nvGrpSpPr>
              <p:grpSpPr>
                <a:xfrm>
                  <a:off x="304545" y="773339"/>
                  <a:ext cx="705028" cy="290360"/>
                  <a:chOff x="304545" y="773339"/>
                  <a:chExt cx="705028" cy="290360"/>
                </a:xfrm>
              </p:grpSpPr>
              <p:sp>
                <p:nvSpPr>
                  <p:cNvPr id="853" name="Forme libre : forme 852">
                    <a:extLst>
                      <a:ext uri="{FF2B5EF4-FFF2-40B4-BE49-F238E27FC236}">
                        <a16:creationId xmlns:a16="http://schemas.microsoft.com/office/drawing/2014/main" id="{1CFDCEF5-EFDC-2B29-6E0D-98247CA96B31}"/>
                      </a:ext>
                    </a:extLst>
                  </p:cNvPr>
                  <p:cNvSpPr/>
                  <p:nvPr/>
                </p:nvSpPr>
                <p:spPr>
                  <a:xfrm>
                    <a:off x="443205" y="793301"/>
                    <a:ext cx="566368" cy="270398"/>
                  </a:xfrm>
                  <a:custGeom>
                    <a:avLst/>
                    <a:gdLst>
                      <a:gd name="connsiteX0" fmla="*/ 552414 w 566368"/>
                      <a:gd name="connsiteY0" fmla="*/ 186600 h 270398"/>
                      <a:gd name="connsiteX1" fmla="*/ 27758 w 566368"/>
                      <a:gd name="connsiteY1" fmla="*/ 0 h 270398"/>
                      <a:gd name="connsiteX2" fmla="*/ 0 w 566368"/>
                      <a:gd name="connsiteY2" fmla="*/ 77100 h 270398"/>
                      <a:gd name="connsiteX3" fmla="*/ 524473 w 566368"/>
                      <a:gd name="connsiteY3" fmla="*/ 268906 h 270398"/>
                      <a:gd name="connsiteX4" fmla="*/ 554019 w 566368"/>
                      <a:gd name="connsiteY4" fmla="*/ 258212 h 270398"/>
                      <a:gd name="connsiteX5" fmla="*/ 566367 w 566368"/>
                      <a:gd name="connsiteY5" fmla="*/ 206592 h 270398"/>
                      <a:gd name="connsiteX6" fmla="*/ 552427 w 566368"/>
                      <a:gd name="connsiteY6" fmla="*/ 186588 h 270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66368" h="270398">
                        <a:moveTo>
                          <a:pt x="552414" y="186600"/>
                        </a:moveTo>
                        <a:lnTo>
                          <a:pt x="27758" y="0"/>
                        </a:lnTo>
                        <a:lnTo>
                          <a:pt x="0" y="77100"/>
                        </a:lnTo>
                        <a:lnTo>
                          <a:pt x="524473" y="268906"/>
                        </a:lnTo>
                        <a:cubicBezTo>
                          <a:pt x="535608" y="272985"/>
                          <a:pt x="548041" y="268465"/>
                          <a:pt x="554019" y="258212"/>
                        </a:cubicBezTo>
                        <a:cubicBezTo>
                          <a:pt x="560156" y="247690"/>
                          <a:pt x="566012" y="231238"/>
                          <a:pt x="566367" y="206592"/>
                        </a:cubicBezTo>
                        <a:cubicBezTo>
                          <a:pt x="566489" y="197637"/>
                          <a:pt x="560867" y="189589"/>
                          <a:pt x="552427" y="186588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4" name="Graphique 4">
                    <a:extLst>
                      <a:ext uri="{FF2B5EF4-FFF2-40B4-BE49-F238E27FC236}">
                        <a16:creationId xmlns:a16="http://schemas.microsoft.com/office/drawing/2014/main" id="{C05B2B40-6A75-9AEA-12DE-855D4A298CCE}"/>
                      </a:ext>
                    </a:extLst>
                  </p:cNvPr>
                  <p:cNvGrpSpPr/>
                  <p:nvPr/>
                </p:nvGrpSpPr>
                <p:grpSpPr>
                  <a:xfrm>
                    <a:off x="304545" y="773339"/>
                    <a:ext cx="166666" cy="97061"/>
                    <a:chOff x="304545" y="773339"/>
                    <a:chExt cx="166666" cy="97061"/>
                  </a:xfrm>
                </p:grpSpPr>
                <p:sp>
                  <p:nvSpPr>
                    <p:cNvPr id="855" name="Forme libre : forme 854">
                      <a:extLst>
                        <a:ext uri="{FF2B5EF4-FFF2-40B4-BE49-F238E27FC236}">
                          <a16:creationId xmlns:a16="http://schemas.microsoft.com/office/drawing/2014/main" id="{D3291025-353A-68E4-3E24-37982DFCA1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545" y="773339"/>
                      <a:ext cx="76566" cy="46605"/>
                    </a:xfrm>
                    <a:custGeom>
                      <a:avLst/>
                      <a:gdLst>
                        <a:gd name="connsiteX0" fmla="*/ 4097 w 76566"/>
                        <a:gd name="connsiteY0" fmla="*/ 32 h 46605"/>
                        <a:gd name="connsiteX1" fmla="*/ 76566 w 76566"/>
                        <a:gd name="connsiteY1" fmla="*/ 8925 h 46605"/>
                        <a:gd name="connsiteX2" fmla="*/ 62173 w 76566"/>
                        <a:gd name="connsiteY2" fmla="*/ 46605 h 46605"/>
                        <a:gd name="connsiteX3" fmla="*/ 1647 w 76566"/>
                        <a:gd name="connsiteY3" fmla="*/ 6684 h 46605"/>
                        <a:gd name="connsiteX4" fmla="*/ 4097 w 76566"/>
                        <a:gd name="connsiteY4" fmla="*/ 32 h 466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6566" h="46605">
                          <a:moveTo>
                            <a:pt x="4097" y="32"/>
                          </a:moveTo>
                          <a:lnTo>
                            <a:pt x="76566" y="8925"/>
                          </a:lnTo>
                          <a:cubicBezTo>
                            <a:pt x="76493" y="18897"/>
                            <a:pt x="73222" y="31808"/>
                            <a:pt x="62173" y="46605"/>
                          </a:cubicBezTo>
                          <a:lnTo>
                            <a:pt x="1647" y="6684"/>
                          </a:lnTo>
                          <a:cubicBezTo>
                            <a:pt x="-1562" y="4564"/>
                            <a:pt x="275" y="-446"/>
                            <a:pt x="4097" y="32"/>
                          </a:cubicBez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6" name="Forme libre : forme 855">
                      <a:extLst>
                        <a:ext uri="{FF2B5EF4-FFF2-40B4-BE49-F238E27FC236}">
                          <a16:creationId xmlns:a16="http://schemas.microsoft.com/office/drawing/2014/main" id="{1D53F7F4-05EF-4F6E-E947-8CE6F2D6F1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718" y="782264"/>
                      <a:ext cx="104493" cy="88136"/>
                    </a:xfrm>
                    <a:custGeom>
                      <a:avLst/>
                      <a:gdLst>
                        <a:gd name="connsiteX0" fmla="*/ 104245 w 104493"/>
                        <a:gd name="connsiteY0" fmla="*/ 11037 h 88136"/>
                        <a:gd name="connsiteX1" fmla="*/ 76487 w 104493"/>
                        <a:gd name="connsiteY1" fmla="*/ 88137 h 88136"/>
                        <a:gd name="connsiteX2" fmla="*/ 0 w 104493"/>
                        <a:gd name="connsiteY2" fmla="*/ 37680 h 88136"/>
                        <a:gd name="connsiteX3" fmla="*/ 14393 w 104493"/>
                        <a:gd name="connsiteY3" fmla="*/ 0 h 88136"/>
                        <a:gd name="connsiteX4" fmla="*/ 104233 w 104493"/>
                        <a:gd name="connsiteY4" fmla="*/ 11025 h 881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4493" h="88136">
                          <a:moveTo>
                            <a:pt x="104245" y="11037"/>
                          </a:moveTo>
                          <a:cubicBezTo>
                            <a:pt x="107565" y="59362"/>
                            <a:pt x="76487" y="88137"/>
                            <a:pt x="76487" y="88137"/>
                          </a:cubicBezTo>
                          <a:lnTo>
                            <a:pt x="0" y="37680"/>
                          </a:lnTo>
                          <a:cubicBezTo>
                            <a:pt x="11062" y="22870"/>
                            <a:pt x="14320" y="9971"/>
                            <a:pt x="14393" y="0"/>
                          </a:cubicBezTo>
                          <a:lnTo>
                            <a:pt x="104233" y="11025"/>
                          </a:ln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851" name="Forme libre : forme 850">
                  <a:extLst>
                    <a:ext uri="{FF2B5EF4-FFF2-40B4-BE49-F238E27FC236}">
                      <a16:creationId xmlns:a16="http://schemas.microsoft.com/office/drawing/2014/main" id="{2ECC623E-95B4-5162-F549-93D2C70204F1}"/>
                    </a:ext>
                  </a:extLst>
                </p:cNvPr>
                <p:cNvSpPr/>
                <p:nvPr/>
              </p:nvSpPr>
              <p:spPr>
                <a:xfrm>
                  <a:off x="485611" y="823053"/>
                  <a:ext cx="505048" cy="180489"/>
                </a:xfrm>
                <a:custGeom>
                  <a:avLst/>
                  <a:gdLst>
                    <a:gd name="connsiteX0" fmla="*/ 503503 w 505048"/>
                    <a:gd name="connsiteY0" fmla="*/ 180490 h 180489"/>
                    <a:gd name="connsiteX1" fmla="*/ 504961 w 505048"/>
                    <a:gd name="connsiteY1" fmla="*/ 179461 h 180489"/>
                    <a:gd name="connsiteX2" fmla="*/ 504018 w 505048"/>
                    <a:gd name="connsiteY2" fmla="*/ 177489 h 180489"/>
                    <a:gd name="connsiteX3" fmla="*/ 2060 w 505048"/>
                    <a:gd name="connsiteY3" fmla="*/ 88 h 180489"/>
                    <a:gd name="connsiteX4" fmla="*/ 88 w 505048"/>
                    <a:gd name="connsiteY4" fmla="*/ 1031 h 180489"/>
                    <a:gd name="connsiteX5" fmla="*/ 1031 w 505048"/>
                    <a:gd name="connsiteY5" fmla="*/ 3003 h 180489"/>
                    <a:gd name="connsiteX6" fmla="*/ 502989 w 505048"/>
                    <a:gd name="connsiteY6" fmla="*/ 180404 h 180489"/>
                    <a:gd name="connsiteX7" fmla="*/ 503503 w 505048"/>
                    <a:gd name="connsiteY7" fmla="*/ 180490 h 180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05048" h="180489">
                      <a:moveTo>
                        <a:pt x="503503" y="180490"/>
                      </a:moveTo>
                      <a:cubicBezTo>
                        <a:pt x="504140" y="180490"/>
                        <a:pt x="504728" y="180098"/>
                        <a:pt x="504961" y="179461"/>
                      </a:cubicBezTo>
                      <a:cubicBezTo>
                        <a:pt x="505243" y="178652"/>
                        <a:pt x="504826" y="177783"/>
                        <a:pt x="504018" y="177489"/>
                      </a:cubicBezTo>
                      <a:lnTo>
                        <a:pt x="2060" y="88"/>
                      </a:lnTo>
                      <a:cubicBezTo>
                        <a:pt x="1252" y="-194"/>
                        <a:pt x="370" y="223"/>
                        <a:pt x="88" y="1031"/>
                      </a:cubicBezTo>
                      <a:cubicBezTo>
                        <a:pt x="-194" y="1840"/>
                        <a:pt x="223" y="2709"/>
                        <a:pt x="1031" y="3003"/>
                      </a:cubicBezTo>
                      <a:lnTo>
                        <a:pt x="502989" y="180404"/>
                      </a:lnTo>
                      <a:cubicBezTo>
                        <a:pt x="503160" y="180465"/>
                        <a:pt x="503332" y="180490"/>
                        <a:pt x="503503" y="18049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2" name="Forme libre : forme 851">
                  <a:extLst>
                    <a:ext uri="{FF2B5EF4-FFF2-40B4-BE49-F238E27FC236}">
                      <a16:creationId xmlns:a16="http://schemas.microsoft.com/office/drawing/2014/main" id="{4AF7C500-459E-58DA-7F90-63C5C7BB2084}"/>
                    </a:ext>
                  </a:extLst>
                </p:cNvPr>
                <p:cNvSpPr/>
                <p:nvPr/>
              </p:nvSpPr>
              <p:spPr>
                <a:xfrm>
                  <a:off x="476951" y="853298"/>
                  <a:ext cx="505048" cy="180489"/>
                </a:xfrm>
                <a:custGeom>
                  <a:avLst/>
                  <a:gdLst>
                    <a:gd name="connsiteX0" fmla="*/ 503503 w 505048"/>
                    <a:gd name="connsiteY0" fmla="*/ 180490 h 180489"/>
                    <a:gd name="connsiteX1" fmla="*/ 504961 w 505048"/>
                    <a:gd name="connsiteY1" fmla="*/ 179461 h 180489"/>
                    <a:gd name="connsiteX2" fmla="*/ 504018 w 505048"/>
                    <a:gd name="connsiteY2" fmla="*/ 177489 h 180489"/>
                    <a:gd name="connsiteX3" fmla="*/ 2060 w 505048"/>
                    <a:gd name="connsiteY3" fmla="*/ 88 h 180489"/>
                    <a:gd name="connsiteX4" fmla="*/ 88 w 505048"/>
                    <a:gd name="connsiteY4" fmla="*/ 1031 h 180489"/>
                    <a:gd name="connsiteX5" fmla="*/ 1031 w 505048"/>
                    <a:gd name="connsiteY5" fmla="*/ 3003 h 180489"/>
                    <a:gd name="connsiteX6" fmla="*/ 502989 w 505048"/>
                    <a:gd name="connsiteY6" fmla="*/ 180404 h 180489"/>
                    <a:gd name="connsiteX7" fmla="*/ 503503 w 505048"/>
                    <a:gd name="connsiteY7" fmla="*/ 180490 h 180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05048" h="180489">
                      <a:moveTo>
                        <a:pt x="503503" y="180490"/>
                      </a:moveTo>
                      <a:cubicBezTo>
                        <a:pt x="504140" y="180490"/>
                        <a:pt x="504728" y="180098"/>
                        <a:pt x="504961" y="179461"/>
                      </a:cubicBezTo>
                      <a:cubicBezTo>
                        <a:pt x="505243" y="178652"/>
                        <a:pt x="504826" y="177783"/>
                        <a:pt x="504018" y="177489"/>
                      </a:cubicBezTo>
                      <a:lnTo>
                        <a:pt x="2060" y="88"/>
                      </a:lnTo>
                      <a:cubicBezTo>
                        <a:pt x="1252" y="-194"/>
                        <a:pt x="382" y="223"/>
                        <a:pt x="88" y="1031"/>
                      </a:cubicBezTo>
                      <a:cubicBezTo>
                        <a:pt x="-194" y="1840"/>
                        <a:pt x="223" y="2709"/>
                        <a:pt x="1031" y="3003"/>
                      </a:cubicBezTo>
                      <a:lnTo>
                        <a:pt x="502989" y="180404"/>
                      </a:lnTo>
                      <a:cubicBezTo>
                        <a:pt x="503160" y="180465"/>
                        <a:pt x="503332" y="180490"/>
                        <a:pt x="503503" y="18049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9" name="Forme libre : forme 848">
                <a:extLst>
                  <a:ext uri="{FF2B5EF4-FFF2-40B4-BE49-F238E27FC236}">
                    <a16:creationId xmlns:a16="http://schemas.microsoft.com/office/drawing/2014/main" id="{88AE1262-2606-4910-2576-E2E21F61231A}"/>
                  </a:ext>
                </a:extLst>
              </p:cNvPr>
              <p:cNvSpPr/>
              <p:nvPr/>
            </p:nvSpPr>
            <p:spPr>
              <a:xfrm>
                <a:off x="803703" y="917256"/>
                <a:ext cx="37778" cy="11241"/>
              </a:xfrm>
              <a:custGeom>
                <a:avLst/>
                <a:gdLst>
                  <a:gd name="connsiteX0" fmla="*/ 33233 w 37778"/>
                  <a:gd name="connsiteY0" fmla="*/ 1886 h 11241"/>
                  <a:gd name="connsiteX1" fmla="*/ 10045 w 37778"/>
                  <a:gd name="connsiteY1" fmla="*/ 0 h 11241"/>
                  <a:gd name="connsiteX2" fmla="*/ 0 w 37778"/>
                  <a:gd name="connsiteY2" fmla="*/ 9261 h 11241"/>
                  <a:gd name="connsiteX3" fmla="*/ 9800 w 37778"/>
                  <a:gd name="connsiteY3" fmla="*/ 10657 h 11241"/>
                  <a:gd name="connsiteX4" fmla="*/ 27403 w 37778"/>
                  <a:gd name="connsiteY4" fmla="*/ 8305 h 11241"/>
                  <a:gd name="connsiteX5" fmla="*/ 37778 w 37778"/>
                  <a:gd name="connsiteY5" fmla="*/ 4275 h 11241"/>
                  <a:gd name="connsiteX6" fmla="*/ 33221 w 37778"/>
                  <a:gd name="connsiteY6" fmla="*/ 1886 h 11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778" h="11241">
                    <a:moveTo>
                      <a:pt x="33233" y="1886"/>
                    </a:moveTo>
                    <a:lnTo>
                      <a:pt x="10045" y="0"/>
                    </a:lnTo>
                    <a:lnTo>
                      <a:pt x="0" y="9261"/>
                    </a:lnTo>
                    <a:cubicBezTo>
                      <a:pt x="0" y="9261"/>
                      <a:pt x="2376" y="12544"/>
                      <a:pt x="9800" y="10657"/>
                    </a:cubicBezTo>
                    <a:cubicBezTo>
                      <a:pt x="17223" y="8771"/>
                      <a:pt x="27403" y="8305"/>
                      <a:pt x="27403" y="8305"/>
                    </a:cubicBezTo>
                    <a:cubicBezTo>
                      <a:pt x="27403" y="8305"/>
                      <a:pt x="37656" y="12923"/>
                      <a:pt x="37778" y="4275"/>
                    </a:cubicBezTo>
                    <a:lnTo>
                      <a:pt x="33221" y="1886"/>
                    </a:lnTo>
                    <a:close/>
                  </a:path>
                </a:pathLst>
              </a:custGeom>
              <a:solidFill>
                <a:srgbClr val="F4A392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2" name="Graphique 4">
              <a:extLst>
                <a:ext uri="{FF2B5EF4-FFF2-40B4-BE49-F238E27FC236}">
                  <a16:creationId xmlns:a16="http://schemas.microsoft.com/office/drawing/2014/main" id="{643243E2-9604-A761-8B03-6E68089342AF}"/>
                </a:ext>
              </a:extLst>
            </p:cNvPr>
            <p:cNvGrpSpPr/>
            <p:nvPr/>
          </p:nvGrpSpPr>
          <p:grpSpPr>
            <a:xfrm>
              <a:off x="0" y="670791"/>
              <a:ext cx="253506" cy="488938"/>
              <a:chOff x="0" y="670791"/>
              <a:chExt cx="253506" cy="488938"/>
            </a:xfrm>
          </p:grpSpPr>
          <p:sp>
            <p:nvSpPr>
              <p:cNvPr id="821" name="Forme libre : forme 820">
                <a:extLst>
                  <a:ext uri="{FF2B5EF4-FFF2-40B4-BE49-F238E27FC236}">
                    <a16:creationId xmlns:a16="http://schemas.microsoft.com/office/drawing/2014/main" id="{602CD480-EDB1-80D7-EAA9-7746E81466FD}"/>
                  </a:ext>
                </a:extLst>
              </p:cNvPr>
              <p:cNvSpPr/>
              <p:nvPr/>
            </p:nvSpPr>
            <p:spPr>
              <a:xfrm>
                <a:off x="101681" y="1131283"/>
                <a:ext cx="57800" cy="27448"/>
              </a:xfrm>
              <a:custGeom>
                <a:avLst/>
                <a:gdLst>
                  <a:gd name="connsiteX0" fmla="*/ 2549 w 57800"/>
                  <a:gd name="connsiteY0" fmla="*/ 0 h 27448"/>
                  <a:gd name="connsiteX1" fmla="*/ 26 w 57800"/>
                  <a:gd name="connsiteY1" fmla="*/ 19122 h 27448"/>
                  <a:gd name="connsiteX2" fmla="*/ 6298 w 57800"/>
                  <a:gd name="connsiteY2" fmla="*/ 26227 h 27448"/>
                  <a:gd name="connsiteX3" fmla="*/ 55775 w 57800"/>
                  <a:gd name="connsiteY3" fmla="*/ 27341 h 27448"/>
                  <a:gd name="connsiteX4" fmla="*/ 57649 w 57800"/>
                  <a:gd name="connsiteY4" fmla="*/ 24426 h 27448"/>
                  <a:gd name="connsiteX5" fmla="*/ 57649 w 57800"/>
                  <a:gd name="connsiteY5" fmla="*/ 24426 h 27448"/>
                  <a:gd name="connsiteX6" fmla="*/ 55211 w 57800"/>
                  <a:gd name="connsiteY6" fmla="*/ 21854 h 27448"/>
                  <a:gd name="connsiteX7" fmla="*/ 10463 w 57800"/>
                  <a:gd name="connsiteY7" fmla="*/ 1286 h 27448"/>
                  <a:gd name="connsiteX8" fmla="*/ 2562 w 57800"/>
                  <a:gd name="connsiteY8" fmla="*/ 12 h 27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800" h="27448">
                    <a:moveTo>
                      <a:pt x="2549" y="0"/>
                    </a:moveTo>
                    <a:cubicBezTo>
                      <a:pt x="2549" y="0"/>
                      <a:pt x="847" y="9604"/>
                      <a:pt x="26" y="19122"/>
                    </a:cubicBezTo>
                    <a:cubicBezTo>
                      <a:pt x="-305" y="22834"/>
                      <a:pt x="2562" y="26067"/>
                      <a:pt x="6298" y="26227"/>
                    </a:cubicBezTo>
                    <a:cubicBezTo>
                      <a:pt x="18964" y="26753"/>
                      <a:pt x="46061" y="27782"/>
                      <a:pt x="55775" y="27341"/>
                    </a:cubicBezTo>
                    <a:cubicBezTo>
                      <a:pt x="57232" y="27280"/>
                      <a:pt x="58188" y="25786"/>
                      <a:pt x="57649" y="24426"/>
                    </a:cubicBezTo>
                    <a:lnTo>
                      <a:pt x="57649" y="24426"/>
                    </a:lnTo>
                    <a:cubicBezTo>
                      <a:pt x="57196" y="23287"/>
                      <a:pt x="56326" y="22368"/>
                      <a:pt x="55211" y="21854"/>
                    </a:cubicBezTo>
                    <a:lnTo>
                      <a:pt x="10463" y="1286"/>
                    </a:lnTo>
                    <a:lnTo>
                      <a:pt x="2562" y="12"/>
                    </a:ln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Forme libre : forme 821">
                <a:extLst>
                  <a:ext uri="{FF2B5EF4-FFF2-40B4-BE49-F238E27FC236}">
                    <a16:creationId xmlns:a16="http://schemas.microsoft.com/office/drawing/2014/main" id="{F77E0039-B182-6D85-2D11-E6FB8CB099E8}"/>
                  </a:ext>
                </a:extLst>
              </p:cNvPr>
              <p:cNvSpPr/>
              <p:nvPr/>
            </p:nvSpPr>
            <p:spPr>
              <a:xfrm>
                <a:off x="102846" y="1123848"/>
                <a:ext cx="14552" cy="14771"/>
              </a:xfrm>
              <a:custGeom>
                <a:avLst/>
                <a:gdLst>
                  <a:gd name="connsiteX0" fmla="*/ 0 w 14552"/>
                  <a:gd name="connsiteY0" fmla="*/ 1788 h 14771"/>
                  <a:gd name="connsiteX1" fmla="*/ 1360 w 14552"/>
                  <a:gd name="connsiteY1" fmla="*/ 13279 h 14771"/>
                  <a:gd name="connsiteX2" fmla="*/ 14553 w 14552"/>
                  <a:gd name="connsiteY2" fmla="*/ 12813 h 14771"/>
                  <a:gd name="connsiteX3" fmla="*/ 11307 w 14552"/>
                  <a:gd name="connsiteY3" fmla="*/ 0 h 14771"/>
                  <a:gd name="connsiteX4" fmla="*/ 0 w 14552"/>
                  <a:gd name="connsiteY4" fmla="*/ 1776 h 14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52" h="14771">
                    <a:moveTo>
                      <a:pt x="0" y="1788"/>
                    </a:moveTo>
                    <a:lnTo>
                      <a:pt x="1360" y="13279"/>
                    </a:lnTo>
                    <a:cubicBezTo>
                      <a:pt x="1360" y="13279"/>
                      <a:pt x="9200" y="16929"/>
                      <a:pt x="14553" y="12813"/>
                    </a:cubicBezTo>
                    <a:lnTo>
                      <a:pt x="11307" y="0"/>
                    </a:lnTo>
                    <a:lnTo>
                      <a:pt x="0" y="1776"/>
                    </a:lnTo>
                    <a:close/>
                  </a:path>
                </a:pathLst>
              </a:custGeom>
              <a:solidFill>
                <a:srgbClr val="F4A392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Forme libre : forme 822">
                <a:extLst>
                  <a:ext uri="{FF2B5EF4-FFF2-40B4-BE49-F238E27FC236}">
                    <a16:creationId xmlns:a16="http://schemas.microsoft.com/office/drawing/2014/main" id="{D032CE1A-AE16-976C-0DB1-E4BF23320DE6}"/>
                  </a:ext>
                </a:extLst>
              </p:cNvPr>
              <p:cNvSpPr/>
              <p:nvPr/>
            </p:nvSpPr>
            <p:spPr>
              <a:xfrm>
                <a:off x="68329" y="909563"/>
                <a:ext cx="48128" cy="220742"/>
              </a:xfrm>
              <a:custGeom>
                <a:avLst/>
                <a:gdLst>
                  <a:gd name="connsiteX0" fmla="*/ 35534 w 48128"/>
                  <a:gd name="connsiteY0" fmla="*/ 0 h 220742"/>
                  <a:gd name="connsiteX1" fmla="*/ 48065 w 48128"/>
                  <a:gd name="connsiteY1" fmla="*/ 215546 h 220742"/>
                  <a:gd name="connsiteX2" fmla="*/ 46755 w 48128"/>
                  <a:gd name="connsiteY2" fmla="*/ 218143 h 220742"/>
                  <a:gd name="connsiteX3" fmla="*/ 33978 w 48128"/>
                  <a:gd name="connsiteY3" fmla="*/ 220740 h 220742"/>
                  <a:gd name="connsiteX4" fmla="*/ 30168 w 48128"/>
                  <a:gd name="connsiteY4" fmla="*/ 217984 h 220742"/>
                  <a:gd name="connsiteX5" fmla="*/ 1394 w 48128"/>
                  <a:gd name="connsiteY5" fmla="*/ 53225 h 220742"/>
                  <a:gd name="connsiteX6" fmla="*/ 1394 w 48128"/>
                  <a:gd name="connsiteY6" fmla="*/ 50444 h 220742"/>
                  <a:gd name="connsiteX7" fmla="*/ 3231 w 48128"/>
                  <a:gd name="connsiteY7" fmla="*/ 0 h 220742"/>
                  <a:gd name="connsiteX8" fmla="*/ 35546 w 48128"/>
                  <a:gd name="connsiteY8" fmla="*/ 0 h 220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128" h="220742">
                    <a:moveTo>
                      <a:pt x="35534" y="0"/>
                    </a:moveTo>
                    <a:cubicBezTo>
                      <a:pt x="34946" y="3001"/>
                      <a:pt x="32373" y="149778"/>
                      <a:pt x="48065" y="215546"/>
                    </a:cubicBezTo>
                    <a:cubicBezTo>
                      <a:pt x="48323" y="216624"/>
                      <a:pt x="47771" y="217727"/>
                      <a:pt x="46755" y="218143"/>
                    </a:cubicBezTo>
                    <a:cubicBezTo>
                      <a:pt x="44354" y="219123"/>
                      <a:pt x="39625" y="220544"/>
                      <a:pt x="33978" y="220740"/>
                    </a:cubicBezTo>
                    <a:cubicBezTo>
                      <a:pt x="32226" y="220802"/>
                      <a:pt x="30658" y="219662"/>
                      <a:pt x="30168" y="217984"/>
                    </a:cubicBezTo>
                    <a:cubicBezTo>
                      <a:pt x="25685" y="202721"/>
                      <a:pt x="4199" y="126270"/>
                      <a:pt x="1394" y="53225"/>
                    </a:cubicBezTo>
                    <a:cubicBezTo>
                      <a:pt x="-1742" y="-28395"/>
                      <a:pt x="1394" y="50444"/>
                      <a:pt x="1394" y="50444"/>
                    </a:cubicBezTo>
                    <a:lnTo>
                      <a:pt x="3231" y="0"/>
                    </a:lnTo>
                    <a:lnTo>
                      <a:pt x="35546" y="0"/>
                    </a:ln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Forme libre : forme 823">
                <a:extLst>
                  <a:ext uri="{FF2B5EF4-FFF2-40B4-BE49-F238E27FC236}">
                    <a16:creationId xmlns:a16="http://schemas.microsoft.com/office/drawing/2014/main" id="{EE087277-E82D-9031-8E11-9004465A9D75}"/>
                  </a:ext>
                </a:extLst>
              </p:cNvPr>
              <p:cNvSpPr/>
              <p:nvPr/>
            </p:nvSpPr>
            <p:spPr>
              <a:xfrm>
                <a:off x="47357" y="1136294"/>
                <a:ext cx="23351" cy="23435"/>
              </a:xfrm>
              <a:custGeom>
                <a:avLst/>
                <a:gdLst>
                  <a:gd name="connsiteX0" fmla="*/ 5400 w 23351"/>
                  <a:gd name="connsiteY0" fmla="*/ 0 h 23435"/>
                  <a:gd name="connsiteX1" fmla="*/ 83 w 23351"/>
                  <a:gd name="connsiteY1" fmla="*/ 17738 h 23435"/>
                  <a:gd name="connsiteX2" fmla="*/ 3599 w 23351"/>
                  <a:gd name="connsiteY2" fmla="*/ 22527 h 23435"/>
                  <a:gd name="connsiteX3" fmla="*/ 19377 w 23351"/>
                  <a:gd name="connsiteY3" fmla="*/ 23434 h 23435"/>
                  <a:gd name="connsiteX4" fmla="*/ 23321 w 23351"/>
                  <a:gd name="connsiteY4" fmla="*/ 18987 h 23435"/>
                  <a:gd name="connsiteX5" fmla="*/ 15469 w 23351"/>
                  <a:gd name="connsiteY5" fmla="*/ 551 h 23435"/>
                  <a:gd name="connsiteX6" fmla="*/ 5387 w 23351"/>
                  <a:gd name="connsiteY6" fmla="*/ 0 h 23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351" h="23435">
                    <a:moveTo>
                      <a:pt x="5400" y="0"/>
                    </a:moveTo>
                    <a:cubicBezTo>
                      <a:pt x="5400" y="0"/>
                      <a:pt x="2693" y="4851"/>
                      <a:pt x="83" y="17738"/>
                    </a:cubicBezTo>
                    <a:cubicBezTo>
                      <a:pt x="-394" y="20065"/>
                      <a:pt x="1235" y="22295"/>
                      <a:pt x="3599" y="22527"/>
                    </a:cubicBezTo>
                    <a:cubicBezTo>
                      <a:pt x="7776" y="22944"/>
                      <a:pt x="14220" y="23470"/>
                      <a:pt x="19377" y="23434"/>
                    </a:cubicBezTo>
                    <a:cubicBezTo>
                      <a:pt x="21753" y="23421"/>
                      <a:pt x="23615" y="21351"/>
                      <a:pt x="23321" y="18987"/>
                    </a:cubicBezTo>
                    <a:cubicBezTo>
                      <a:pt x="22745" y="14283"/>
                      <a:pt x="20969" y="6566"/>
                      <a:pt x="15469" y="551"/>
                    </a:cubicBezTo>
                    <a:lnTo>
                      <a:pt x="5387" y="0"/>
                    </a:ln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Forme libre : forme 824">
                <a:extLst>
                  <a:ext uri="{FF2B5EF4-FFF2-40B4-BE49-F238E27FC236}">
                    <a16:creationId xmlns:a16="http://schemas.microsoft.com/office/drawing/2014/main" id="{1B532796-06AF-E5CE-1CD8-676626D2BE9E}"/>
                  </a:ext>
                </a:extLst>
              </p:cNvPr>
              <p:cNvSpPr/>
              <p:nvPr/>
            </p:nvSpPr>
            <p:spPr>
              <a:xfrm>
                <a:off x="50380" y="1120847"/>
                <a:ext cx="12568" cy="19318"/>
              </a:xfrm>
              <a:custGeom>
                <a:avLst/>
                <a:gdLst>
                  <a:gd name="connsiteX0" fmla="*/ 0 w 12568"/>
                  <a:gd name="connsiteY0" fmla="*/ 674 h 19318"/>
                  <a:gd name="connsiteX1" fmla="*/ 3185 w 12568"/>
                  <a:gd name="connsiteY1" fmla="*/ 18056 h 19318"/>
                  <a:gd name="connsiteX2" fmla="*/ 12568 w 12568"/>
                  <a:gd name="connsiteY2" fmla="*/ 18705 h 19318"/>
                  <a:gd name="connsiteX3" fmla="*/ 11049 w 12568"/>
                  <a:gd name="connsiteY3" fmla="*/ 0 h 19318"/>
                  <a:gd name="connsiteX4" fmla="*/ 0 w 12568"/>
                  <a:gd name="connsiteY4" fmla="*/ 674 h 19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68" h="19318">
                    <a:moveTo>
                      <a:pt x="0" y="674"/>
                    </a:moveTo>
                    <a:lnTo>
                      <a:pt x="3185" y="18056"/>
                    </a:lnTo>
                    <a:cubicBezTo>
                      <a:pt x="3185" y="18056"/>
                      <a:pt x="6333" y="20396"/>
                      <a:pt x="12568" y="18705"/>
                    </a:cubicBezTo>
                    <a:lnTo>
                      <a:pt x="11049" y="0"/>
                    </a:lnTo>
                    <a:lnTo>
                      <a:pt x="0" y="674"/>
                    </a:lnTo>
                    <a:close/>
                  </a:path>
                </a:pathLst>
              </a:custGeom>
              <a:solidFill>
                <a:srgbClr val="F4A392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Forme libre : forme 825">
                <a:extLst>
                  <a:ext uri="{FF2B5EF4-FFF2-40B4-BE49-F238E27FC236}">
                    <a16:creationId xmlns:a16="http://schemas.microsoft.com/office/drawing/2014/main" id="{C9EB1D3F-5D9E-DF64-A2FC-93BD56AFABC1}"/>
                  </a:ext>
                </a:extLst>
              </p:cNvPr>
              <p:cNvSpPr/>
              <p:nvPr/>
            </p:nvSpPr>
            <p:spPr>
              <a:xfrm>
                <a:off x="36831" y="905937"/>
                <a:ext cx="68317" cy="224839"/>
              </a:xfrm>
              <a:custGeom>
                <a:avLst/>
                <a:gdLst>
                  <a:gd name="connsiteX0" fmla="*/ 4938 w 68317"/>
                  <a:gd name="connsiteY0" fmla="*/ 8134 h 224839"/>
                  <a:gd name="connsiteX1" fmla="*/ 12986 w 68317"/>
                  <a:gd name="connsiteY1" fmla="*/ 221831 h 224839"/>
                  <a:gd name="connsiteX2" fmla="*/ 15791 w 68317"/>
                  <a:gd name="connsiteY2" fmla="*/ 224476 h 224839"/>
                  <a:gd name="connsiteX3" fmla="*/ 25823 w 68317"/>
                  <a:gd name="connsiteY3" fmla="*/ 224072 h 224839"/>
                  <a:gd name="connsiteX4" fmla="*/ 28114 w 68317"/>
                  <a:gd name="connsiteY4" fmla="*/ 221132 h 224839"/>
                  <a:gd name="connsiteX5" fmla="*/ 39506 w 68317"/>
                  <a:gd name="connsiteY5" fmla="*/ 48656 h 224839"/>
                  <a:gd name="connsiteX6" fmla="*/ 43340 w 68317"/>
                  <a:gd name="connsiteY6" fmla="*/ 43168 h 224839"/>
                  <a:gd name="connsiteX7" fmla="*/ 66541 w 68317"/>
                  <a:gd name="connsiteY7" fmla="*/ 26668 h 224839"/>
                  <a:gd name="connsiteX8" fmla="*/ 68318 w 68317"/>
                  <a:gd name="connsiteY8" fmla="*/ 0 h 224839"/>
                  <a:gd name="connsiteX9" fmla="*/ 4925 w 68317"/>
                  <a:gd name="connsiteY9" fmla="*/ 8122 h 224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317" h="224839">
                    <a:moveTo>
                      <a:pt x="4938" y="8134"/>
                    </a:moveTo>
                    <a:cubicBezTo>
                      <a:pt x="-7888" y="85577"/>
                      <a:pt x="7718" y="199524"/>
                      <a:pt x="12986" y="221831"/>
                    </a:cubicBezTo>
                    <a:cubicBezTo>
                      <a:pt x="13304" y="223190"/>
                      <a:pt x="14407" y="224244"/>
                      <a:pt x="15791" y="224476"/>
                    </a:cubicBezTo>
                    <a:cubicBezTo>
                      <a:pt x="18143" y="224868"/>
                      <a:pt x="22014" y="225187"/>
                      <a:pt x="25823" y="224072"/>
                    </a:cubicBezTo>
                    <a:cubicBezTo>
                      <a:pt x="27134" y="223692"/>
                      <a:pt x="28065" y="222504"/>
                      <a:pt x="28114" y="221132"/>
                    </a:cubicBezTo>
                    <a:cubicBezTo>
                      <a:pt x="28824" y="203101"/>
                      <a:pt x="27551" y="92400"/>
                      <a:pt x="39506" y="48656"/>
                    </a:cubicBezTo>
                    <a:cubicBezTo>
                      <a:pt x="40107" y="46439"/>
                      <a:pt x="41466" y="44503"/>
                      <a:pt x="43340" y="43168"/>
                    </a:cubicBezTo>
                    <a:lnTo>
                      <a:pt x="66541" y="26668"/>
                    </a:lnTo>
                    <a:lnTo>
                      <a:pt x="68318" y="0"/>
                    </a:lnTo>
                    <a:lnTo>
                      <a:pt x="4925" y="8122"/>
                    </a:ln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827" name="Graphique 4">
                <a:extLst>
                  <a:ext uri="{FF2B5EF4-FFF2-40B4-BE49-F238E27FC236}">
                    <a16:creationId xmlns:a16="http://schemas.microsoft.com/office/drawing/2014/main" id="{919AB2EE-3CFA-E684-E1C3-97F5D3B7252E}"/>
                  </a:ext>
                </a:extLst>
              </p:cNvPr>
              <p:cNvGrpSpPr/>
              <p:nvPr/>
            </p:nvGrpSpPr>
            <p:grpSpPr>
              <a:xfrm>
                <a:off x="36976" y="707790"/>
                <a:ext cx="200139" cy="216219"/>
                <a:chOff x="36976" y="707790"/>
                <a:chExt cx="200139" cy="216219"/>
              </a:xfrm>
            </p:grpSpPr>
            <p:sp>
              <p:nvSpPr>
                <p:cNvPr id="843" name="Forme libre : forme 842">
                  <a:extLst>
                    <a:ext uri="{FF2B5EF4-FFF2-40B4-BE49-F238E27FC236}">
                      <a16:creationId xmlns:a16="http://schemas.microsoft.com/office/drawing/2014/main" id="{9B586F29-192B-F3CD-7C93-85B873F8E87D}"/>
                    </a:ext>
                  </a:extLst>
                </p:cNvPr>
                <p:cNvSpPr/>
                <p:nvPr/>
              </p:nvSpPr>
              <p:spPr>
                <a:xfrm>
                  <a:off x="36976" y="761047"/>
                  <a:ext cx="142063" cy="162962"/>
                </a:xfrm>
                <a:custGeom>
                  <a:avLst/>
                  <a:gdLst>
                    <a:gd name="connsiteX0" fmla="*/ 86560 w 142063"/>
                    <a:gd name="connsiteY0" fmla="*/ 6296 h 162962"/>
                    <a:gd name="connsiteX1" fmla="*/ 5674 w 142063"/>
                    <a:gd name="connsiteY1" fmla="*/ 16390 h 162962"/>
                    <a:gd name="connsiteX2" fmla="*/ 3666 w 142063"/>
                    <a:gd name="connsiteY2" fmla="*/ 160410 h 162962"/>
                    <a:gd name="connsiteX3" fmla="*/ 67021 w 142063"/>
                    <a:gd name="connsiteY3" fmla="*/ 155633 h 162962"/>
                    <a:gd name="connsiteX4" fmla="*/ 95049 w 142063"/>
                    <a:gd name="connsiteY4" fmla="*/ 49011 h 162962"/>
                    <a:gd name="connsiteX5" fmla="*/ 142063 w 142063"/>
                    <a:gd name="connsiteY5" fmla="*/ 34091 h 162962"/>
                    <a:gd name="connsiteX6" fmla="*/ 125771 w 142063"/>
                    <a:gd name="connsiteY6" fmla="*/ 0 h 162962"/>
                    <a:gd name="connsiteX7" fmla="*/ 86560 w 142063"/>
                    <a:gd name="connsiteY7" fmla="*/ 6284 h 162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2063" h="162962">
                      <a:moveTo>
                        <a:pt x="86560" y="6296"/>
                      </a:moveTo>
                      <a:cubicBezTo>
                        <a:pt x="48108" y="5659"/>
                        <a:pt x="5674" y="16390"/>
                        <a:pt x="5674" y="16390"/>
                      </a:cubicBezTo>
                      <a:cubicBezTo>
                        <a:pt x="-5791" y="83274"/>
                        <a:pt x="3666" y="160410"/>
                        <a:pt x="3666" y="160410"/>
                      </a:cubicBezTo>
                      <a:cubicBezTo>
                        <a:pt x="33432" y="168213"/>
                        <a:pt x="67021" y="155633"/>
                        <a:pt x="67021" y="155633"/>
                      </a:cubicBezTo>
                      <a:cubicBezTo>
                        <a:pt x="71970" y="127679"/>
                        <a:pt x="95049" y="49011"/>
                        <a:pt x="95049" y="49011"/>
                      </a:cubicBezTo>
                      <a:cubicBezTo>
                        <a:pt x="113840" y="46684"/>
                        <a:pt x="129311" y="41257"/>
                        <a:pt x="142063" y="34091"/>
                      </a:cubicBezTo>
                      <a:cubicBezTo>
                        <a:pt x="132337" y="22821"/>
                        <a:pt x="127755" y="8477"/>
                        <a:pt x="125771" y="0"/>
                      </a:cubicBezTo>
                      <a:cubicBezTo>
                        <a:pt x="112174" y="4226"/>
                        <a:pt x="98417" y="6480"/>
                        <a:pt x="86560" y="6284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4" name="Forme libre : forme 843">
                  <a:extLst>
                    <a:ext uri="{FF2B5EF4-FFF2-40B4-BE49-F238E27FC236}">
                      <a16:creationId xmlns:a16="http://schemas.microsoft.com/office/drawing/2014/main" id="{AA349296-68A0-DE0C-3603-81FB3D0BD64E}"/>
                    </a:ext>
                  </a:extLst>
                </p:cNvPr>
                <p:cNvSpPr/>
                <p:nvPr/>
              </p:nvSpPr>
              <p:spPr>
                <a:xfrm>
                  <a:off x="162747" y="707790"/>
                  <a:ext cx="74368" cy="87360"/>
                </a:xfrm>
                <a:custGeom>
                  <a:avLst/>
                  <a:gdLst>
                    <a:gd name="connsiteX0" fmla="*/ 74368 w 74368"/>
                    <a:gd name="connsiteY0" fmla="*/ 2911 h 87360"/>
                    <a:gd name="connsiteX1" fmla="*/ 65806 w 74368"/>
                    <a:gd name="connsiteY1" fmla="*/ 510 h 87360"/>
                    <a:gd name="connsiteX2" fmla="*/ 0 w 74368"/>
                    <a:gd name="connsiteY2" fmla="*/ 53269 h 87360"/>
                    <a:gd name="connsiteX3" fmla="*/ 16292 w 74368"/>
                    <a:gd name="connsiteY3" fmla="*/ 87360 h 87360"/>
                    <a:gd name="connsiteX4" fmla="*/ 74368 w 74368"/>
                    <a:gd name="connsiteY4" fmla="*/ 2923 h 87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368" h="87360">
                      <a:moveTo>
                        <a:pt x="74368" y="2911"/>
                      </a:moveTo>
                      <a:cubicBezTo>
                        <a:pt x="70595" y="-1646"/>
                        <a:pt x="65806" y="510"/>
                        <a:pt x="65806" y="510"/>
                      </a:cubicBezTo>
                      <a:cubicBezTo>
                        <a:pt x="60146" y="24409"/>
                        <a:pt x="30477" y="43788"/>
                        <a:pt x="0" y="53269"/>
                      </a:cubicBezTo>
                      <a:cubicBezTo>
                        <a:pt x="1997" y="61746"/>
                        <a:pt x="6578" y="76091"/>
                        <a:pt x="16292" y="87360"/>
                      </a:cubicBezTo>
                      <a:cubicBezTo>
                        <a:pt x="66884" y="58916"/>
                        <a:pt x="74368" y="2923"/>
                        <a:pt x="74368" y="2923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28" name="Graphique 4">
                <a:extLst>
                  <a:ext uri="{FF2B5EF4-FFF2-40B4-BE49-F238E27FC236}">
                    <a16:creationId xmlns:a16="http://schemas.microsoft.com/office/drawing/2014/main" id="{ED65FAA4-05C9-F279-8886-7C8D42F8E024}"/>
                  </a:ext>
                </a:extLst>
              </p:cNvPr>
              <p:cNvGrpSpPr/>
              <p:nvPr/>
            </p:nvGrpSpPr>
            <p:grpSpPr>
              <a:xfrm>
                <a:off x="228559" y="670791"/>
                <a:ext cx="24947" cy="42489"/>
                <a:chOff x="228559" y="670791"/>
                <a:chExt cx="24947" cy="42489"/>
              </a:xfrm>
              <a:solidFill>
                <a:srgbClr val="F4A392"/>
              </a:solidFill>
            </p:grpSpPr>
            <p:sp>
              <p:nvSpPr>
                <p:cNvPr id="841" name="Forme libre : forme 840">
                  <a:extLst>
                    <a:ext uri="{FF2B5EF4-FFF2-40B4-BE49-F238E27FC236}">
                      <a16:creationId xmlns:a16="http://schemas.microsoft.com/office/drawing/2014/main" id="{E0549A54-8253-1169-2E82-812395286369}"/>
                    </a:ext>
                  </a:extLst>
                </p:cNvPr>
                <p:cNvSpPr/>
                <p:nvPr/>
              </p:nvSpPr>
              <p:spPr>
                <a:xfrm>
                  <a:off x="228559" y="670791"/>
                  <a:ext cx="24947" cy="42489"/>
                </a:xfrm>
                <a:custGeom>
                  <a:avLst/>
                  <a:gdLst>
                    <a:gd name="connsiteX0" fmla="*/ 7638 w 24947"/>
                    <a:gd name="connsiteY0" fmla="*/ 41073 h 42489"/>
                    <a:gd name="connsiteX1" fmla="*/ 766 w 24947"/>
                    <a:gd name="connsiteY1" fmla="*/ 39101 h 42489"/>
                    <a:gd name="connsiteX2" fmla="*/ 644 w 24947"/>
                    <a:gd name="connsiteY2" fmla="*/ 24083 h 42489"/>
                    <a:gd name="connsiteX3" fmla="*/ 23673 w 24947"/>
                    <a:gd name="connsiteY3" fmla="*/ 0 h 42489"/>
                    <a:gd name="connsiteX4" fmla="*/ 24126 w 24947"/>
                    <a:gd name="connsiteY4" fmla="*/ 5022 h 42489"/>
                    <a:gd name="connsiteX5" fmla="*/ 16752 w 24947"/>
                    <a:gd name="connsiteY5" fmla="*/ 12703 h 42489"/>
                    <a:gd name="connsiteX6" fmla="*/ 21052 w 24947"/>
                    <a:gd name="connsiteY6" fmla="*/ 21217 h 42489"/>
                    <a:gd name="connsiteX7" fmla="*/ 20023 w 24947"/>
                    <a:gd name="connsiteY7" fmla="*/ 28824 h 42489"/>
                    <a:gd name="connsiteX8" fmla="*/ 15294 w 24947"/>
                    <a:gd name="connsiteY8" fmla="*/ 36553 h 42489"/>
                    <a:gd name="connsiteX9" fmla="*/ 7626 w 24947"/>
                    <a:gd name="connsiteY9" fmla="*/ 41073 h 42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4947" h="42489">
                      <a:moveTo>
                        <a:pt x="7638" y="41073"/>
                      </a:moveTo>
                      <a:cubicBezTo>
                        <a:pt x="8030" y="42335"/>
                        <a:pt x="3461" y="44246"/>
                        <a:pt x="766" y="39101"/>
                      </a:cubicBezTo>
                      <a:cubicBezTo>
                        <a:pt x="668" y="36639"/>
                        <a:pt x="-826" y="26092"/>
                        <a:pt x="644" y="24083"/>
                      </a:cubicBezTo>
                      <a:cubicBezTo>
                        <a:pt x="8483" y="13401"/>
                        <a:pt x="23673" y="0"/>
                        <a:pt x="23673" y="0"/>
                      </a:cubicBezTo>
                      <a:cubicBezTo>
                        <a:pt x="26246" y="2536"/>
                        <a:pt x="24126" y="5022"/>
                        <a:pt x="24126" y="5022"/>
                      </a:cubicBezTo>
                      <a:lnTo>
                        <a:pt x="16752" y="12703"/>
                      </a:lnTo>
                      <a:cubicBezTo>
                        <a:pt x="18295" y="15484"/>
                        <a:pt x="20170" y="17848"/>
                        <a:pt x="21052" y="21217"/>
                      </a:cubicBezTo>
                      <a:cubicBezTo>
                        <a:pt x="21725" y="23765"/>
                        <a:pt x="21309" y="26496"/>
                        <a:pt x="20023" y="28824"/>
                      </a:cubicBezTo>
                      <a:cubicBezTo>
                        <a:pt x="18724" y="31151"/>
                        <a:pt x="16960" y="34189"/>
                        <a:pt x="15294" y="36553"/>
                      </a:cubicBezTo>
                      <a:cubicBezTo>
                        <a:pt x="12134" y="41037"/>
                        <a:pt x="7626" y="41073"/>
                        <a:pt x="7626" y="41073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2" name="Forme libre : forme 841">
                  <a:extLst>
                    <a:ext uri="{FF2B5EF4-FFF2-40B4-BE49-F238E27FC236}">
                      <a16:creationId xmlns:a16="http://schemas.microsoft.com/office/drawing/2014/main" id="{B12C86DA-8130-5297-DFB8-4D25831BA136}"/>
                    </a:ext>
                  </a:extLst>
                </p:cNvPr>
                <p:cNvSpPr/>
                <p:nvPr/>
              </p:nvSpPr>
              <p:spPr>
                <a:xfrm>
                  <a:off x="233269" y="688480"/>
                  <a:ext cx="10317" cy="18007"/>
                </a:xfrm>
                <a:custGeom>
                  <a:avLst/>
                  <a:gdLst>
                    <a:gd name="connsiteX0" fmla="*/ 8820 w 10317"/>
                    <a:gd name="connsiteY0" fmla="*/ 0 h 18007"/>
                    <a:gd name="connsiteX1" fmla="*/ 2107 w 10317"/>
                    <a:gd name="connsiteY1" fmla="*/ 5696 h 18007"/>
                    <a:gd name="connsiteX2" fmla="*/ 0 w 10317"/>
                    <a:gd name="connsiteY2" fmla="*/ 11368 h 18007"/>
                    <a:gd name="connsiteX3" fmla="*/ 5990 w 10317"/>
                    <a:gd name="connsiteY3" fmla="*/ 18007 h 18007"/>
                    <a:gd name="connsiteX4" fmla="*/ 9506 w 10317"/>
                    <a:gd name="connsiteY4" fmla="*/ 4324 h 18007"/>
                    <a:gd name="connsiteX5" fmla="*/ 8832 w 10317"/>
                    <a:gd name="connsiteY5" fmla="*/ 0 h 18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317" h="18007">
                      <a:moveTo>
                        <a:pt x="8820" y="0"/>
                      </a:moveTo>
                      <a:lnTo>
                        <a:pt x="2107" y="5696"/>
                      </a:lnTo>
                      <a:lnTo>
                        <a:pt x="0" y="11368"/>
                      </a:lnTo>
                      <a:lnTo>
                        <a:pt x="5990" y="18007"/>
                      </a:lnTo>
                      <a:cubicBezTo>
                        <a:pt x="5990" y="18007"/>
                        <a:pt x="7999" y="6762"/>
                        <a:pt x="9506" y="4324"/>
                      </a:cubicBezTo>
                      <a:cubicBezTo>
                        <a:pt x="11000" y="1886"/>
                        <a:pt x="10229" y="711"/>
                        <a:pt x="8832" y="0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29" name="Forme libre : forme 828">
                <a:extLst>
                  <a:ext uri="{FF2B5EF4-FFF2-40B4-BE49-F238E27FC236}">
                    <a16:creationId xmlns:a16="http://schemas.microsoft.com/office/drawing/2014/main" id="{238A6C82-E899-43C2-AA72-05DFF204199C}"/>
                  </a:ext>
                </a:extLst>
              </p:cNvPr>
              <p:cNvSpPr/>
              <p:nvPr/>
            </p:nvSpPr>
            <p:spPr>
              <a:xfrm>
                <a:off x="830" y="777437"/>
                <a:ext cx="56569" cy="63710"/>
              </a:xfrm>
              <a:custGeom>
                <a:avLst/>
                <a:gdLst>
                  <a:gd name="connsiteX0" fmla="*/ 56569 w 56569"/>
                  <a:gd name="connsiteY0" fmla="*/ 37239 h 63710"/>
                  <a:gd name="connsiteX1" fmla="*/ 41821 w 56569"/>
                  <a:gd name="connsiteY1" fmla="*/ 0 h 63710"/>
                  <a:gd name="connsiteX2" fmla="*/ 0 w 56569"/>
                  <a:gd name="connsiteY2" fmla="*/ 55344 h 63710"/>
                  <a:gd name="connsiteX3" fmla="*/ 31225 w 56569"/>
                  <a:gd name="connsiteY3" fmla="*/ 63711 h 63710"/>
                  <a:gd name="connsiteX4" fmla="*/ 56569 w 56569"/>
                  <a:gd name="connsiteY4" fmla="*/ 37227 h 63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569" h="63710">
                    <a:moveTo>
                      <a:pt x="56569" y="37239"/>
                    </a:moveTo>
                    <a:lnTo>
                      <a:pt x="41821" y="0"/>
                    </a:lnTo>
                    <a:cubicBezTo>
                      <a:pt x="41821" y="0"/>
                      <a:pt x="5904" y="24401"/>
                      <a:pt x="0" y="55344"/>
                    </a:cubicBezTo>
                    <a:cubicBezTo>
                      <a:pt x="6786" y="55847"/>
                      <a:pt x="19134" y="57611"/>
                      <a:pt x="31225" y="63711"/>
                    </a:cubicBezTo>
                    <a:cubicBezTo>
                      <a:pt x="33883" y="49097"/>
                      <a:pt x="56569" y="37227"/>
                      <a:pt x="56569" y="37227"/>
                    </a:cubicBezTo>
                    <a:close/>
                  </a:path>
                </a:pathLst>
              </a:custGeom>
              <a:solidFill>
                <a:srgbClr val="FFD040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Forme libre : forme 829">
                <a:extLst>
                  <a:ext uri="{FF2B5EF4-FFF2-40B4-BE49-F238E27FC236}">
                    <a16:creationId xmlns:a16="http://schemas.microsoft.com/office/drawing/2014/main" id="{66CBF328-3388-9F92-830A-036160631F59}"/>
                  </a:ext>
                </a:extLst>
              </p:cNvPr>
              <p:cNvSpPr/>
              <p:nvPr/>
            </p:nvSpPr>
            <p:spPr>
              <a:xfrm>
                <a:off x="0" y="832794"/>
                <a:ext cx="94111" cy="48046"/>
              </a:xfrm>
              <a:custGeom>
                <a:avLst/>
                <a:gdLst>
                  <a:gd name="connsiteX0" fmla="*/ 88783 w 94111"/>
                  <a:gd name="connsiteY0" fmla="*/ 16917 h 48046"/>
                  <a:gd name="connsiteX1" fmla="*/ 34848 w 94111"/>
                  <a:gd name="connsiteY1" fmla="*/ 20249 h 48046"/>
                  <a:gd name="connsiteX2" fmla="*/ 32042 w 94111"/>
                  <a:gd name="connsiteY2" fmla="*/ 8367 h 48046"/>
                  <a:gd name="connsiteX3" fmla="*/ 818 w 94111"/>
                  <a:gd name="connsiteY3" fmla="*/ 0 h 48046"/>
                  <a:gd name="connsiteX4" fmla="*/ 5460 w 94111"/>
                  <a:gd name="connsiteY4" fmla="*/ 29277 h 48046"/>
                  <a:gd name="connsiteX5" fmla="*/ 94112 w 94111"/>
                  <a:gd name="connsiteY5" fmla="*/ 26864 h 48046"/>
                  <a:gd name="connsiteX6" fmla="*/ 88771 w 94111"/>
                  <a:gd name="connsiteY6" fmla="*/ 16917 h 48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4111" h="48046">
                    <a:moveTo>
                      <a:pt x="88783" y="16917"/>
                    </a:moveTo>
                    <a:cubicBezTo>
                      <a:pt x="88783" y="16917"/>
                      <a:pt x="48457" y="39701"/>
                      <a:pt x="34848" y="20249"/>
                    </a:cubicBezTo>
                    <a:cubicBezTo>
                      <a:pt x="32018" y="16206"/>
                      <a:pt x="31344" y="12189"/>
                      <a:pt x="32042" y="8367"/>
                    </a:cubicBezTo>
                    <a:cubicBezTo>
                      <a:pt x="19952" y="2266"/>
                      <a:pt x="7604" y="502"/>
                      <a:pt x="818" y="0"/>
                    </a:cubicBezTo>
                    <a:cubicBezTo>
                      <a:pt x="-958" y="9322"/>
                      <a:pt x="-27" y="19244"/>
                      <a:pt x="5460" y="29277"/>
                    </a:cubicBezTo>
                    <a:cubicBezTo>
                      <a:pt x="29298" y="72874"/>
                      <a:pt x="94112" y="26864"/>
                      <a:pt x="94112" y="26864"/>
                    </a:cubicBezTo>
                    <a:lnTo>
                      <a:pt x="88771" y="16917"/>
                    </a:lnTo>
                    <a:close/>
                  </a:path>
                </a:pathLst>
              </a:custGeom>
              <a:solidFill>
                <a:srgbClr val="F4A392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831" name="Graphique 4">
                <a:extLst>
                  <a:ext uri="{FF2B5EF4-FFF2-40B4-BE49-F238E27FC236}">
                    <a16:creationId xmlns:a16="http://schemas.microsoft.com/office/drawing/2014/main" id="{0E72754A-5E7E-67DE-FB2F-A829DA101A59}"/>
                  </a:ext>
                </a:extLst>
              </p:cNvPr>
              <p:cNvGrpSpPr/>
              <p:nvPr/>
            </p:nvGrpSpPr>
            <p:grpSpPr>
              <a:xfrm>
                <a:off x="83883" y="787833"/>
                <a:ext cx="100820" cy="94058"/>
                <a:chOff x="83883" y="787833"/>
                <a:chExt cx="100820" cy="94058"/>
              </a:xfrm>
            </p:grpSpPr>
            <p:sp>
              <p:nvSpPr>
                <p:cNvPr id="837" name="Forme libre : forme 836">
                  <a:extLst>
                    <a:ext uri="{FF2B5EF4-FFF2-40B4-BE49-F238E27FC236}">
                      <a16:creationId xmlns:a16="http://schemas.microsoft.com/office/drawing/2014/main" id="{4260B3EF-BB36-2245-3D85-C1550677417A}"/>
                    </a:ext>
                  </a:extLst>
                </p:cNvPr>
                <p:cNvSpPr/>
                <p:nvPr/>
              </p:nvSpPr>
              <p:spPr>
                <a:xfrm>
                  <a:off x="83883" y="795301"/>
                  <a:ext cx="100820" cy="86590"/>
                </a:xfrm>
                <a:custGeom>
                  <a:avLst/>
                  <a:gdLst>
                    <a:gd name="connsiteX0" fmla="*/ 62 w 100820"/>
                    <a:gd name="connsiteY0" fmla="*/ 83246 h 86590"/>
                    <a:gd name="connsiteX1" fmla="*/ 22075 w 100820"/>
                    <a:gd name="connsiteY1" fmla="*/ 6391 h 86590"/>
                    <a:gd name="connsiteX2" fmla="*/ 23973 w 100820"/>
                    <a:gd name="connsiteY2" fmla="*/ 4774 h 86590"/>
                    <a:gd name="connsiteX3" fmla="*/ 52858 w 100820"/>
                    <a:gd name="connsiteY3" fmla="*/ 1871 h 86590"/>
                    <a:gd name="connsiteX4" fmla="*/ 98746 w 100820"/>
                    <a:gd name="connsiteY4" fmla="*/ 352 h 86590"/>
                    <a:gd name="connsiteX5" fmla="*/ 100583 w 100820"/>
                    <a:gd name="connsiteY5" fmla="*/ 3586 h 86590"/>
                    <a:gd name="connsiteX6" fmla="*/ 55100 w 100820"/>
                    <a:gd name="connsiteY6" fmla="*/ 85696 h 86590"/>
                    <a:gd name="connsiteX7" fmla="*/ 53287 w 100820"/>
                    <a:gd name="connsiteY7" fmla="*/ 86590 h 86590"/>
                    <a:gd name="connsiteX8" fmla="*/ 2230 w 100820"/>
                    <a:gd name="connsiteY8" fmla="*/ 86113 h 86590"/>
                    <a:gd name="connsiteX9" fmla="*/ 86 w 100820"/>
                    <a:gd name="connsiteY9" fmla="*/ 83246 h 865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820" h="86590">
                      <a:moveTo>
                        <a:pt x="62" y="83246"/>
                      </a:moveTo>
                      <a:lnTo>
                        <a:pt x="22075" y="6391"/>
                      </a:lnTo>
                      <a:cubicBezTo>
                        <a:pt x="22320" y="5522"/>
                        <a:pt x="23067" y="4885"/>
                        <a:pt x="23973" y="4774"/>
                      </a:cubicBezTo>
                      <a:cubicBezTo>
                        <a:pt x="27967" y="4309"/>
                        <a:pt x="39518" y="2998"/>
                        <a:pt x="52858" y="1871"/>
                      </a:cubicBezTo>
                      <a:cubicBezTo>
                        <a:pt x="68930" y="512"/>
                        <a:pt x="87586" y="-591"/>
                        <a:pt x="98746" y="352"/>
                      </a:cubicBezTo>
                      <a:cubicBezTo>
                        <a:pt x="100326" y="487"/>
                        <a:pt x="101294" y="2165"/>
                        <a:pt x="100583" y="3586"/>
                      </a:cubicBezTo>
                      <a:cubicBezTo>
                        <a:pt x="94238" y="16412"/>
                        <a:pt x="68158" y="68608"/>
                        <a:pt x="55100" y="85696"/>
                      </a:cubicBezTo>
                      <a:cubicBezTo>
                        <a:pt x="54671" y="86260"/>
                        <a:pt x="53997" y="86590"/>
                        <a:pt x="53287" y="86590"/>
                      </a:cubicBezTo>
                      <a:lnTo>
                        <a:pt x="2230" y="86113"/>
                      </a:lnTo>
                      <a:cubicBezTo>
                        <a:pt x="748" y="86100"/>
                        <a:pt x="-318" y="84667"/>
                        <a:pt x="86" y="83246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" name="Forme libre : forme 837">
                  <a:extLst>
                    <a:ext uri="{FF2B5EF4-FFF2-40B4-BE49-F238E27FC236}">
                      <a16:creationId xmlns:a16="http://schemas.microsoft.com/office/drawing/2014/main" id="{1912BB5B-E679-F2DE-319A-D3FB4618B9CF}"/>
                    </a:ext>
                  </a:extLst>
                </p:cNvPr>
                <p:cNvSpPr/>
                <p:nvPr/>
              </p:nvSpPr>
              <p:spPr>
                <a:xfrm>
                  <a:off x="137089" y="787833"/>
                  <a:ext cx="19211" cy="9129"/>
                </a:xfrm>
                <a:custGeom>
                  <a:avLst/>
                  <a:gdLst>
                    <a:gd name="connsiteX0" fmla="*/ 1918 w 19211"/>
                    <a:gd name="connsiteY0" fmla="*/ 2675 h 9129"/>
                    <a:gd name="connsiteX1" fmla="*/ 17879 w 19211"/>
                    <a:gd name="connsiteY1" fmla="*/ 17 h 9129"/>
                    <a:gd name="connsiteX2" fmla="*/ 19153 w 19211"/>
                    <a:gd name="connsiteY2" fmla="*/ 1512 h 9129"/>
                    <a:gd name="connsiteX3" fmla="*/ 17573 w 19211"/>
                    <a:gd name="connsiteY3" fmla="*/ 6301 h 9129"/>
                    <a:gd name="connsiteX4" fmla="*/ 16642 w 19211"/>
                    <a:gd name="connsiteY4" fmla="*/ 7073 h 9129"/>
                    <a:gd name="connsiteX5" fmla="*/ 1293 w 19211"/>
                    <a:gd name="connsiteY5" fmla="*/ 9119 h 9129"/>
                    <a:gd name="connsiteX6" fmla="*/ 31 w 19211"/>
                    <a:gd name="connsiteY6" fmla="*/ 7722 h 9129"/>
                    <a:gd name="connsiteX7" fmla="*/ 1011 w 19211"/>
                    <a:gd name="connsiteY7" fmla="*/ 3545 h 9129"/>
                    <a:gd name="connsiteX8" fmla="*/ 1942 w 19211"/>
                    <a:gd name="connsiteY8" fmla="*/ 2675 h 91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211" h="9129">
                      <a:moveTo>
                        <a:pt x="1918" y="2675"/>
                      </a:moveTo>
                      <a:lnTo>
                        <a:pt x="17879" y="17"/>
                      </a:lnTo>
                      <a:cubicBezTo>
                        <a:pt x="18724" y="-130"/>
                        <a:pt x="19423" y="691"/>
                        <a:pt x="19153" y="1512"/>
                      </a:cubicBezTo>
                      <a:lnTo>
                        <a:pt x="17573" y="6301"/>
                      </a:lnTo>
                      <a:cubicBezTo>
                        <a:pt x="17438" y="6718"/>
                        <a:pt x="17071" y="7024"/>
                        <a:pt x="16642" y="7073"/>
                      </a:cubicBezTo>
                      <a:lnTo>
                        <a:pt x="1293" y="9119"/>
                      </a:lnTo>
                      <a:cubicBezTo>
                        <a:pt x="497" y="9229"/>
                        <a:pt x="-152" y="8506"/>
                        <a:pt x="31" y="7722"/>
                      </a:cubicBezTo>
                      <a:lnTo>
                        <a:pt x="1011" y="3545"/>
                      </a:lnTo>
                      <a:cubicBezTo>
                        <a:pt x="1122" y="3092"/>
                        <a:pt x="1477" y="2749"/>
                        <a:pt x="1942" y="2675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9" name="Forme libre : forme 838">
                  <a:extLst>
                    <a:ext uri="{FF2B5EF4-FFF2-40B4-BE49-F238E27FC236}">
                      <a16:creationId xmlns:a16="http://schemas.microsoft.com/office/drawing/2014/main" id="{B4BDFBAD-8F1B-6652-6AF6-B15D30228FFA}"/>
                    </a:ext>
                  </a:extLst>
                </p:cNvPr>
                <p:cNvSpPr/>
                <p:nvPr/>
              </p:nvSpPr>
              <p:spPr>
                <a:xfrm>
                  <a:off x="127046" y="792619"/>
                  <a:ext cx="36698" cy="13288"/>
                </a:xfrm>
                <a:custGeom>
                  <a:avLst/>
                  <a:gdLst>
                    <a:gd name="connsiteX0" fmla="*/ 18 w 36698"/>
                    <a:gd name="connsiteY0" fmla="*/ 11401 h 13288"/>
                    <a:gd name="connsiteX1" fmla="*/ 1328 w 36698"/>
                    <a:gd name="connsiteY1" fmla="*/ 4553 h 13288"/>
                    <a:gd name="connsiteX2" fmla="*/ 2725 w 36698"/>
                    <a:gd name="connsiteY2" fmla="*/ 3279 h 13288"/>
                    <a:gd name="connsiteX3" fmla="*/ 34954 w 36698"/>
                    <a:gd name="connsiteY3" fmla="*/ 8 h 13288"/>
                    <a:gd name="connsiteX4" fmla="*/ 36657 w 36698"/>
                    <a:gd name="connsiteY4" fmla="*/ 1956 h 13288"/>
                    <a:gd name="connsiteX5" fmla="*/ 34611 w 36698"/>
                    <a:gd name="connsiteY5" fmla="*/ 10494 h 13288"/>
                    <a:gd name="connsiteX6" fmla="*/ 33153 w 36698"/>
                    <a:gd name="connsiteY6" fmla="*/ 11707 h 13288"/>
                    <a:gd name="connsiteX7" fmla="*/ 1659 w 36698"/>
                    <a:gd name="connsiteY7" fmla="*/ 13287 h 13288"/>
                    <a:gd name="connsiteX8" fmla="*/ 30 w 36698"/>
                    <a:gd name="connsiteY8" fmla="*/ 11413 h 13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698" h="13288">
                      <a:moveTo>
                        <a:pt x="18" y="11401"/>
                      </a:moveTo>
                      <a:lnTo>
                        <a:pt x="1328" y="4553"/>
                      </a:lnTo>
                      <a:cubicBezTo>
                        <a:pt x="1463" y="3867"/>
                        <a:pt x="2027" y="3353"/>
                        <a:pt x="2725" y="3279"/>
                      </a:cubicBezTo>
                      <a:lnTo>
                        <a:pt x="34954" y="8"/>
                      </a:lnTo>
                      <a:cubicBezTo>
                        <a:pt x="36044" y="-102"/>
                        <a:pt x="36902" y="890"/>
                        <a:pt x="36657" y="1956"/>
                      </a:cubicBezTo>
                      <a:lnTo>
                        <a:pt x="34611" y="10494"/>
                      </a:lnTo>
                      <a:cubicBezTo>
                        <a:pt x="34452" y="11180"/>
                        <a:pt x="33851" y="11670"/>
                        <a:pt x="33153" y="11707"/>
                      </a:cubicBezTo>
                      <a:lnTo>
                        <a:pt x="1659" y="13287"/>
                      </a:lnTo>
                      <a:cubicBezTo>
                        <a:pt x="630" y="13336"/>
                        <a:pt x="-166" y="12417"/>
                        <a:pt x="30" y="11413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0" name="Forme libre : forme 839">
                  <a:extLst>
                    <a:ext uri="{FF2B5EF4-FFF2-40B4-BE49-F238E27FC236}">
                      <a16:creationId xmlns:a16="http://schemas.microsoft.com/office/drawing/2014/main" id="{66F83FF4-A24F-6E68-901E-AA977DD8E69F}"/>
                    </a:ext>
                  </a:extLst>
                </p:cNvPr>
                <p:cNvSpPr/>
                <p:nvPr/>
              </p:nvSpPr>
              <p:spPr>
                <a:xfrm>
                  <a:off x="87141" y="833775"/>
                  <a:ext cx="29326" cy="26344"/>
                </a:xfrm>
                <a:custGeom>
                  <a:avLst/>
                  <a:gdLst>
                    <a:gd name="connsiteX0" fmla="*/ 2120 w 29326"/>
                    <a:gd name="connsiteY0" fmla="*/ 26202 h 26344"/>
                    <a:gd name="connsiteX1" fmla="*/ 294 w 29326"/>
                    <a:gd name="connsiteY1" fmla="*/ 9125 h 26344"/>
                    <a:gd name="connsiteX2" fmla="*/ 11919 w 29326"/>
                    <a:gd name="connsiteY2" fmla="*/ 183 h 26344"/>
                    <a:gd name="connsiteX3" fmla="*/ 29326 w 29326"/>
                    <a:gd name="connsiteY3" fmla="*/ 4826 h 26344"/>
                    <a:gd name="connsiteX4" fmla="*/ 22785 w 29326"/>
                    <a:gd name="connsiteY4" fmla="*/ 8770 h 26344"/>
                    <a:gd name="connsiteX5" fmla="*/ 26546 w 29326"/>
                    <a:gd name="connsiteY5" fmla="*/ 11686 h 26344"/>
                    <a:gd name="connsiteX6" fmla="*/ 20886 w 29326"/>
                    <a:gd name="connsiteY6" fmla="*/ 13854 h 26344"/>
                    <a:gd name="connsiteX7" fmla="*/ 24390 w 29326"/>
                    <a:gd name="connsiteY7" fmla="*/ 17712 h 26344"/>
                    <a:gd name="connsiteX8" fmla="*/ 18412 w 29326"/>
                    <a:gd name="connsiteY8" fmla="*/ 19084 h 26344"/>
                    <a:gd name="connsiteX9" fmla="*/ 2132 w 29326"/>
                    <a:gd name="connsiteY9" fmla="*/ 26202 h 263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9326" h="26344">
                      <a:moveTo>
                        <a:pt x="2120" y="26202"/>
                      </a:moveTo>
                      <a:cubicBezTo>
                        <a:pt x="2120" y="26202"/>
                        <a:pt x="-943" y="13597"/>
                        <a:pt x="294" y="9125"/>
                      </a:cubicBezTo>
                      <a:cubicBezTo>
                        <a:pt x="1532" y="4654"/>
                        <a:pt x="3933" y="-1103"/>
                        <a:pt x="11919" y="183"/>
                      </a:cubicBezTo>
                      <a:cubicBezTo>
                        <a:pt x="19906" y="1457"/>
                        <a:pt x="29326" y="4826"/>
                        <a:pt x="29326" y="4826"/>
                      </a:cubicBezTo>
                      <a:cubicBezTo>
                        <a:pt x="29326" y="4826"/>
                        <a:pt x="28849" y="10657"/>
                        <a:pt x="22785" y="8770"/>
                      </a:cubicBezTo>
                      <a:lnTo>
                        <a:pt x="26546" y="11686"/>
                      </a:lnTo>
                      <a:cubicBezTo>
                        <a:pt x="26546" y="11686"/>
                        <a:pt x="26007" y="16353"/>
                        <a:pt x="20886" y="13854"/>
                      </a:cubicBezTo>
                      <a:lnTo>
                        <a:pt x="24390" y="17712"/>
                      </a:lnTo>
                      <a:cubicBezTo>
                        <a:pt x="24390" y="17712"/>
                        <a:pt x="22185" y="21547"/>
                        <a:pt x="18412" y="19084"/>
                      </a:cubicBezTo>
                      <a:cubicBezTo>
                        <a:pt x="14639" y="16622"/>
                        <a:pt x="12826" y="27720"/>
                        <a:pt x="2132" y="26202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2" name="Forme libre : forme 831">
                <a:extLst>
                  <a:ext uri="{FF2B5EF4-FFF2-40B4-BE49-F238E27FC236}">
                    <a16:creationId xmlns:a16="http://schemas.microsoft.com/office/drawing/2014/main" id="{6AE2E19F-1DCF-B1F4-9891-3804245E7B37}"/>
                  </a:ext>
                </a:extLst>
              </p:cNvPr>
              <p:cNvSpPr/>
              <p:nvPr/>
            </p:nvSpPr>
            <p:spPr>
              <a:xfrm>
                <a:off x="72270" y="736119"/>
                <a:ext cx="37202" cy="40142"/>
              </a:xfrm>
              <a:custGeom>
                <a:avLst/>
                <a:gdLst>
                  <a:gd name="connsiteX0" fmla="*/ 12311 w 37202"/>
                  <a:gd name="connsiteY0" fmla="*/ 12 h 40142"/>
                  <a:gd name="connsiteX1" fmla="*/ 74 w 37202"/>
                  <a:gd name="connsiteY1" fmla="*/ 35390 h 40142"/>
                  <a:gd name="connsiteX2" fmla="*/ 650 w 37202"/>
                  <a:gd name="connsiteY2" fmla="*/ 36921 h 40142"/>
                  <a:gd name="connsiteX3" fmla="*/ 30478 w 37202"/>
                  <a:gd name="connsiteY3" fmla="*/ 34912 h 40142"/>
                  <a:gd name="connsiteX4" fmla="*/ 33246 w 37202"/>
                  <a:gd name="connsiteY4" fmla="*/ 30624 h 40142"/>
                  <a:gd name="connsiteX5" fmla="*/ 37203 w 37202"/>
                  <a:gd name="connsiteY5" fmla="*/ 0 h 40142"/>
                  <a:gd name="connsiteX6" fmla="*/ 12299 w 37202"/>
                  <a:gd name="connsiteY6" fmla="*/ 0 h 40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202" h="40142">
                    <a:moveTo>
                      <a:pt x="12311" y="12"/>
                    </a:moveTo>
                    <a:lnTo>
                      <a:pt x="74" y="35390"/>
                    </a:lnTo>
                    <a:cubicBezTo>
                      <a:pt x="-134" y="35977"/>
                      <a:pt x="111" y="36627"/>
                      <a:pt x="650" y="36921"/>
                    </a:cubicBezTo>
                    <a:cubicBezTo>
                      <a:pt x="3981" y="38770"/>
                      <a:pt x="15998" y="44099"/>
                      <a:pt x="30478" y="34912"/>
                    </a:cubicBezTo>
                    <a:cubicBezTo>
                      <a:pt x="31984" y="33956"/>
                      <a:pt x="33013" y="32401"/>
                      <a:pt x="33246" y="30624"/>
                    </a:cubicBezTo>
                    <a:lnTo>
                      <a:pt x="37203" y="0"/>
                    </a:lnTo>
                    <a:lnTo>
                      <a:pt x="12299" y="0"/>
                    </a:lnTo>
                    <a:close/>
                  </a:path>
                </a:pathLst>
              </a:custGeom>
              <a:solidFill>
                <a:srgbClr val="F4A392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833" name="Graphique 4">
                <a:extLst>
                  <a:ext uri="{FF2B5EF4-FFF2-40B4-BE49-F238E27FC236}">
                    <a16:creationId xmlns:a16="http://schemas.microsoft.com/office/drawing/2014/main" id="{F9619D21-2CBE-3451-A4CB-F49391EC13A5}"/>
                  </a:ext>
                </a:extLst>
              </p:cNvPr>
              <p:cNvGrpSpPr/>
              <p:nvPr/>
            </p:nvGrpSpPr>
            <p:grpSpPr>
              <a:xfrm>
                <a:off x="61374" y="684953"/>
                <a:ext cx="61690" cy="61458"/>
                <a:chOff x="61374" y="684953"/>
                <a:chExt cx="61690" cy="61458"/>
              </a:xfrm>
            </p:grpSpPr>
            <p:sp>
              <p:nvSpPr>
                <p:cNvPr id="834" name="Forme libre : forme 833">
                  <a:extLst>
                    <a:ext uri="{FF2B5EF4-FFF2-40B4-BE49-F238E27FC236}">
                      <a16:creationId xmlns:a16="http://schemas.microsoft.com/office/drawing/2014/main" id="{7DDB1AD1-4FC6-2398-8AC9-107C03DEDA31}"/>
                    </a:ext>
                  </a:extLst>
                </p:cNvPr>
                <p:cNvSpPr/>
                <p:nvPr/>
              </p:nvSpPr>
              <p:spPr>
                <a:xfrm>
                  <a:off x="79841" y="703363"/>
                  <a:ext cx="43223" cy="43048"/>
                </a:xfrm>
                <a:custGeom>
                  <a:avLst/>
                  <a:gdLst>
                    <a:gd name="connsiteX0" fmla="*/ 31359 w 43223"/>
                    <a:gd name="connsiteY0" fmla="*/ 0 h 43048"/>
                    <a:gd name="connsiteX1" fmla="*/ 43070 w 43223"/>
                    <a:gd name="connsiteY1" fmla="*/ 35512 h 43048"/>
                    <a:gd name="connsiteX2" fmla="*/ 10155 w 43223"/>
                    <a:gd name="connsiteY2" fmla="*/ 36700 h 43048"/>
                    <a:gd name="connsiteX3" fmla="*/ 0 w 43223"/>
                    <a:gd name="connsiteY3" fmla="*/ 9396 h 43048"/>
                    <a:gd name="connsiteX4" fmla="*/ 31359 w 43223"/>
                    <a:gd name="connsiteY4" fmla="*/ 12 h 43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223" h="43048">
                      <a:moveTo>
                        <a:pt x="31359" y="0"/>
                      </a:moveTo>
                      <a:cubicBezTo>
                        <a:pt x="31359" y="0"/>
                        <a:pt x="44797" y="25296"/>
                        <a:pt x="43070" y="35512"/>
                      </a:cubicBezTo>
                      <a:cubicBezTo>
                        <a:pt x="41343" y="45728"/>
                        <a:pt x="24695" y="44993"/>
                        <a:pt x="10155" y="36700"/>
                      </a:cubicBezTo>
                      <a:lnTo>
                        <a:pt x="0" y="9396"/>
                      </a:lnTo>
                      <a:lnTo>
                        <a:pt x="31359" y="12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5" name="Forme libre : forme 834">
                  <a:extLst>
                    <a:ext uri="{FF2B5EF4-FFF2-40B4-BE49-F238E27FC236}">
                      <a16:creationId xmlns:a16="http://schemas.microsoft.com/office/drawing/2014/main" id="{8B7D24D5-93E9-4E25-0CCA-C2FFA2A829B3}"/>
                    </a:ext>
                  </a:extLst>
                </p:cNvPr>
                <p:cNvSpPr/>
                <p:nvPr/>
              </p:nvSpPr>
              <p:spPr>
                <a:xfrm>
                  <a:off x="61374" y="684953"/>
                  <a:ext cx="56717" cy="56280"/>
                </a:xfrm>
                <a:custGeom>
                  <a:avLst/>
                  <a:gdLst>
                    <a:gd name="connsiteX0" fmla="*/ 29272 w 56717"/>
                    <a:gd name="connsiteY0" fmla="*/ 41685 h 56280"/>
                    <a:gd name="connsiteX1" fmla="*/ 29725 w 56717"/>
                    <a:gd name="connsiteY1" fmla="*/ 40153 h 56280"/>
                    <a:gd name="connsiteX2" fmla="*/ 25989 w 56717"/>
                    <a:gd name="connsiteY2" fmla="*/ 32216 h 56280"/>
                    <a:gd name="connsiteX3" fmla="*/ 32138 w 56717"/>
                    <a:gd name="connsiteY3" fmla="*/ 28614 h 56280"/>
                    <a:gd name="connsiteX4" fmla="*/ 56160 w 56717"/>
                    <a:gd name="connsiteY4" fmla="*/ 16095 h 56280"/>
                    <a:gd name="connsiteX5" fmla="*/ 40933 w 56717"/>
                    <a:gd name="connsiteY5" fmla="*/ 5352 h 56280"/>
                    <a:gd name="connsiteX6" fmla="*/ 39280 w 56717"/>
                    <a:gd name="connsiteY6" fmla="*/ 5352 h 56280"/>
                    <a:gd name="connsiteX7" fmla="*/ 26185 w 56717"/>
                    <a:gd name="connsiteY7" fmla="*/ 1101 h 56280"/>
                    <a:gd name="connsiteX8" fmla="*/ 19435 w 56717"/>
                    <a:gd name="connsiteY8" fmla="*/ 10632 h 56280"/>
                    <a:gd name="connsiteX9" fmla="*/ 18210 w 56717"/>
                    <a:gd name="connsiteY9" fmla="*/ 11697 h 56280"/>
                    <a:gd name="connsiteX10" fmla="*/ 4172 w 56717"/>
                    <a:gd name="connsiteY10" fmla="*/ 18239 h 56280"/>
                    <a:gd name="connsiteX11" fmla="*/ 4870 w 56717"/>
                    <a:gd name="connsiteY11" fmla="*/ 29839 h 56280"/>
                    <a:gd name="connsiteX12" fmla="*/ 4429 w 56717"/>
                    <a:gd name="connsiteY12" fmla="*/ 31566 h 56280"/>
                    <a:gd name="connsiteX13" fmla="*/ 19 w 56717"/>
                    <a:gd name="connsiteY13" fmla="*/ 38708 h 56280"/>
                    <a:gd name="connsiteX14" fmla="*/ 9880 w 56717"/>
                    <a:gd name="connsiteY14" fmla="*/ 44441 h 56280"/>
                    <a:gd name="connsiteX15" fmla="*/ 10811 w 56717"/>
                    <a:gd name="connsiteY15" fmla="*/ 44772 h 56280"/>
                    <a:gd name="connsiteX16" fmla="*/ 29541 w 56717"/>
                    <a:gd name="connsiteY16" fmla="*/ 56274 h 56280"/>
                    <a:gd name="connsiteX17" fmla="*/ 30643 w 56717"/>
                    <a:gd name="connsiteY17" fmla="*/ 54890 h 56280"/>
                    <a:gd name="connsiteX18" fmla="*/ 26834 w 56717"/>
                    <a:gd name="connsiteY18" fmla="*/ 43816 h 56280"/>
                    <a:gd name="connsiteX19" fmla="*/ 27397 w 56717"/>
                    <a:gd name="connsiteY19" fmla="*/ 42518 h 56280"/>
                    <a:gd name="connsiteX20" fmla="*/ 29284 w 56717"/>
                    <a:gd name="connsiteY20" fmla="*/ 41685 h 56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6717" h="56280">
                      <a:moveTo>
                        <a:pt x="29272" y="41685"/>
                      </a:moveTo>
                      <a:cubicBezTo>
                        <a:pt x="29859" y="41427"/>
                        <a:pt x="30080" y="40705"/>
                        <a:pt x="29725" y="40153"/>
                      </a:cubicBezTo>
                      <a:cubicBezTo>
                        <a:pt x="28647" y="38512"/>
                        <a:pt x="26626" y="35156"/>
                        <a:pt x="25989" y="32216"/>
                      </a:cubicBezTo>
                      <a:cubicBezTo>
                        <a:pt x="25989" y="32216"/>
                        <a:pt x="23575" y="30672"/>
                        <a:pt x="32138" y="28614"/>
                      </a:cubicBezTo>
                      <a:cubicBezTo>
                        <a:pt x="40701" y="26568"/>
                        <a:pt x="53465" y="23384"/>
                        <a:pt x="56160" y="16095"/>
                      </a:cubicBezTo>
                      <a:cubicBezTo>
                        <a:pt x="58781" y="8990"/>
                        <a:pt x="51897" y="-8882"/>
                        <a:pt x="40933" y="5352"/>
                      </a:cubicBezTo>
                      <a:cubicBezTo>
                        <a:pt x="40517" y="5891"/>
                        <a:pt x="39696" y="5903"/>
                        <a:pt x="39280" y="5352"/>
                      </a:cubicBezTo>
                      <a:cubicBezTo>
                        <a:pt x="37479" y="3012"/>
                        <a:pt x="32750" y="-1851"/>
                        <a:pt x="26185" y="1101"/>
                      </a:cubicBezTo>
                      <a:cubicBezTo>
                        <a:pt x="20047" y="3857"/>
                        <a:pt x="19349" y="8353"/>
                        <a:pt x="19435" y="10632"/>
                      </a:cubicBezTo>
                      <a:cubicBezTo>
                        <a:pt x="19459" y="11293"/>
                        <a:pt x="18859" y="11820"/>
                        <a:pt x="18210" y="11697"/>
                      </a:cubicBezTo>
                      <a:cubicBezTo>
                        <a:pt x="15099" y="11109"/>
                        <a:pt x="7651" y="10595"/>
                        <a:pt x="4172" y="18239"/>
                      </a:cubicBezTo>
                      <a:cubicBezTo>
                        <a:pt x="1305" y="24535"/>
                        <a:pt x="3167" y="28100"/>
                        <a:pt x="4870" y="29839"/>
                      </a:cubicBezTo>
                      <a:cubicBezTo>
                        <a:pt x="5421" y="30403"/>
                        <a:pt x="5176" y="31334"/>
                        <a:pt x="4429" y="31566"/>
                      </a:cubicBezTo>
                      <a:cubicBezTo>
                        <a:pt x="2383" y="32191"/>
                        <a:pt x="-250" y="33918"/>
                        <a:pt x="19" y="38708"/>
                      </a:cubicBezTo>
                      <a:cubicBezTo>
                        <a:pt x="387" y="45323"/>
                        <a:pt x="7773" y="44735"/>
                        <a:pt x="9880" y="44441"/>
                      </a:cubicBezTo>
                      <a:cubicBezTo>
                        <a:pt x="10223" y="44392"/>
                        <a:pt x="10578" y="44514"/>
                        <a:pt x="10811" y="44772"/>
                      </a:cubicBezTo>
                      <a:cubicBezTo>
                        <a:pt x="12612" y="46768"/>
                        <a:pt x="20746" y="55245"/>
                        <a:pt x="29541" y="56274"/>
                      </a:cubicBezTo>
                      <a:cubicBezTo>
                        <a:pt x="30300" y="56360"/>
                        <a:pt x="30888" y="55613"/>
                        <a:pt x="30643" y="54890"/>
                      </a:cubicBezTo>
                      <a:lnTo>
                        <a:pt x="26834" y="43816"/>
                      </a:lnTo>
                      <a:cubicBezTo>
                        <a:pt x="26662" y="43302"/>
                        <a:pt x="26907" y="42738"/>
                        <a:pt x="27397" y="42518"/>
                      </a:cubicBezTo>
                      <a:lnTo>
                        <a:pt x="29284" y="41685"/>
                      </a:lnTo>
                      <a:close/>
                    </a:path>
                  </a:pathLst>
                </a:custGeom>
                <a:solidFill>
                  <a:srgbClr val="82471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6" name="Forme libre : forme 835">
                  <a:extLst>
                    <a:ext uri="{FF2B5EF4-FFF2-40B4-BE49-F238E27FC236}">
                      <a16:creationId xmlns:a16="http://schemas.microsoft.com/office/drawing/2014/main" id="{F60AC61C-1D48-58D8-EE5E-F9219683F5D8}"/>
                    </a:ext>
                  </a:extLst>
                </p:cNvPr>
                <p:cNvSpPr/>
                <p:nvPr/>
              </p:nvSpPr>
              <p:spPr>
                <a:xfrm>
                  <a:off x="81874" y="724965"/>
                  <a:ext cx="13266" cy="8877"/>
                </a:xfrm>
                <a:custGeom>
                  <a:avLst/>
                  <a:gdLst>
                    <a:gd name="connsiteX0" fmla="*/ 10302 w 13266"/>
                    <a:gd name="connsiteY0" fmla="*/ 3253 h 8877"/>
                    <a:gd name="connsiteX1" fmla="*/ 37 w 13266"/>
                    <a:gd name="connsiteY1" fmla="*/ 2212 h 8877"/>
                    <a:gd name="connsiteX2" fmla="*/ 13267 w 13266"/>
                    <a:gd name="connsiteY2" fmla="*/ 8153 h 8877"/>
                    <a:gd name="connsiteX3" fmla="*/ 10302 w 13266"/>
                    <a:gd name="connsiteY3" fmla="*/ 3241 h 88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266" h="8877">
                      <a:moveTo>
                        <a:pt x="10302" y="3253"/>
                      </a:moveTo>
                      <a:cubicBezTo>
                        <a:pt x="10302" y="3253"/>
                        <a:pt x="735" y="-3313"/>
                        <a:pt x="37" y="2212"/>
                      </a:cubicBezTo>
                      <a:cubicBezTo>
                        <a:pt x="-661" y="7736"/>
                        <a:pt x="8649" y="10223"/>
                        <a:pt x="13267" y="8153"/>
                      </a:cubicBezTo>
                      <a:lnTo>
                        <a:pt x="10302" y="3241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13" name="Graphique 4">
              <a:extLst>
                <a:ext uri="{FF2B5EF4-FFF2-40B4-BE49-F238E27FC236}">
                  <a16:creationId xmlns:a16="http://schemas.microsoft.com/office/drawing/2014/main" id="{98AB54C7-0ADD-AEC0-5C05-2D0F5C31454D}"/>
                </a:ext>
              </a:extLst>
            </p:cNvPr>
            <p:cNvGrpSpPr/>
            <p:nvPr/>
          </p:nvGrpSpPr>
          <p:grpSpPr>
            <a:xfrm>
              <a:off x="1338401" y="643095"/>
              <a:ext cx="246477" cy="520147"/>
              <a:chOff x="1338401" y="643095"/>
              <a:chExt cx="246477" cy="520147"/>
            </a:xfrm>
          </p:grpSpPr>
          <p:grpSp>
            <p:nvGrpSpPr>
              <p:cNvPr id="804" name="Graphique 4">
                <a:extLst>
                  <a:ext uri="{FF2B5EF4-FFF2-40B4-BE49-F238E27FC236}">
                    <a16:creationId xmlns:a16="http://schemas.microsoft.com/office/drawing/2014/main" id="{B8228170-F8A7-C19B-86DE-F689A51F7554}"/>
                  </a:ext>
                </a:extLst>
              </p:cNvPr>
              <p:cNvGrpSpPr/>
              <p:nvPr/>
            </p:nvGrpSpPr>
            <p:grpSpPr>
              <a:xfrm>
                <a:off x="1338401" y="643095"/>
                <a:ext cx="29688" cy="46692"/>
                <a:chOff x="1338401" y="643095"/>
                <a:chExt cx="29688" cy="46692"/>
              </a:xfrm>
            </p:grpSpPr>
            <p:sp>
              <p:nvSpPr>
                <p:cNvPr id="819" name="Forme libre : forme 818">
                  <a:extLst>
                    <a:ext uri="{FF2B5EF4-FFF2-40B4-BE49-F238E27FC236}">
                      <a16:creationId xmlns:a16="http://schemas.microsoft.com/office/drawing/2014/main" id="{F4205FCF-F5D0-17E4-5C87-0E8C012E2901}"/>
                    </a:ext>
                  </a:extLst>
                </p:cNvPr>
                <p:cNvSpPr/>
                <p:nvPr/>
              </p:nvSpPr>
              <p:spPr>
                <a:xfrm>
                  <a:off x="1338401" y="643095"/>
                  <a:ext cx="29688" cy="46692"/>
                </a:xfrm>
                <a:custGeom>
                  <a:avLst/>
                  <a:gdLst>
                    <a:gd name="connsiteX0" fmla="*/ 21036 w 29688"/>
                    <a:gd name="connsiteY0" fmla="*/ 45128 h 46692"/>
                    <a:gd name="connsiteX1" fmla="*/ 29023 w 29688"/>
                    <a:gd name="connsiteY1" fmla="*/ 43021 h 46692"/>
                    <a:gd name="connsiteX2" fmla="*/ 28839 w 29688"/>
                    <a:gd name="connsiteY2" fmla="*/ 26557 h 46692"/>
                    <a:gd name="connsiteX3" fmla="*/ 1424 w 29688"/>
                    <a:gd name="connsiteY3" fmla="*/ 0 h 46692"/>
                    <a:gd name="connsiteX4" fmla="*/ 1008 w 29688"/>
                    <a:gd name="connsiteY4" fmla="*/ 5500 h 46692"/>
                    <a:gd name="connsiteX5" fmla="*/ 9778 w 29688"/>
                    <a:gd name="connsiteY5" fmla="*/ 13965 h 46692"/>
                    <a:gd name="connsiteX6" fmla="*/ 4940 w 29688"/>
                    <a:gd name="connsiteY6" fmla="*/ 23262 h 46692"/>
                    <a:gd name="connsiteX7" fmla="*/ 6312 w 29688"/>
                    <a:gd name="connsiteY7" fmla="*/ 31604 h 46692"/>
                    <a:gd name="connsiteX8" fmla="*/ 11996 w 29688"/>
                    <a:gd name="connsiteY8" fmla="*/ 40118 h 46692"/>
                    <a:gd name="connsiteX9" fmla="*/ 21036 w 29688"/>
                    <a:gd name="connsiteY9" fmla="*/ 45128 h 46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9688" h="46692">
                      <a:moveTo>
                        <a:pt x="21036" y="45128"/>
                      </a:moveTo>
                      <a:cubicBezTo>
                        <a:pt x="20607" y="46500"/>
                        <a:pt x="25985" y="48631"/>
                        <a:pt x="29023" y="43021"/>
                      </a:cubicBezTo>
                      <a:cubicBezTo>
                        <a:pt x="29084" y="40326"/>
                        <a:pt x="30603" y="28775"/>
                        <a:pt x="28839" y="26557"/>
                      </a:cubicBezTo>
                      <a:cubicBezTo>
                        <a:pt x="19456" y="14785"/>
                        <a:pt x="1424" y="0"/>
                        <a:pt x="1424" y="0"/>
                      </a:cubicBezTo>
                      <a:cubicBezTo>
                        <a:pt x="-1516" y="2756"/>
                        <a:pt x="1008" y="5500"/>
                        <a:pt x="1008" y="5500"/>
                      </a:cubicBezTo>
                      <a:lnTo>
                        <a:pt x="9778" y="13965"/>
                      </a:lnTo>
                      <a:cubicBezTo>
                        <a:pt x="8039" y="17003"/>
                        <a:pt x="5895" y="19575"/>
                        <a:pt x="4940" y="23262"/>
                      </a:cubicBezTo>
                      <a:cubicBezTo>
                        <a:pt x="4217" y="26055"/>
                        <a:pt x="4756" y="29044"/>
                        <a:pt x="6312" y="31604"/>
                      </a:cubicBezTo>
                      <a:cubicBezTo>
                        <a:pt x="7867" y="34165"/>
                        <a:pt x="9999" y="37496"/>
                        <a:pt x="11996" y="40118"/>
                      </a:cubicBezTo>
                      <a:cubicBezTo>
                        <a:pt x="15781" y="45055"/>
                        <a:pt x="21036" y="45128"/>
                        <a:pt x="21036" y="45128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0" name="Forme libre : forme 819">
                  <a:extLst>
                    <a:ext uri="{FF2B5EF4-FFF2-40B4-BE49-F238E27FC236}">
                      <a16:creationId xmlns:a16="http://schemas.microsoft.com/office/drawing/2014/main" id="{6DBAF5B4-FD4D-B895-3561-0394C5BE37BC}"/>
                    </a:ext>
                  </a:extLst>
                </p:cNvPr>
                <p:cNvSpPr/>
                <p:nvPr/>
              </p:nvSpPr>
              <p:spPr>
                <a:xfrm>
                  <a:off x="1349908" y="662033"/>
                  <a:ext cx="13081" cy="20371"/>
                </a:xfrm>
                <a:custGeom>
                  <a:avLst/>
                  <a:gdLst>
                    <a:gd name="connsiteX0" fmla="*/ 5413 w 13081"/>
                    <a:gd name="connsiteY0" fmla="*/ 20371 h 20371"/>
                    <a:gd name="connsiteX1" fmla="*/ 1077 w 13081"/>
                    <a:gd name="connsiteY1" fmla="*/ 5500 h 20371"/>
                    <a:gd name="connsiteX2" fmla="*/ 84 w 13081"/>
                    <a:gd name="connsiteY2" fmla="*/ 2033 h 20371"/>
                    <a:gd name="connsiteX3" fmla="*/ 1934 w 13081"/>
                    <a:gd name="connsiteY3" fmla="*/ 122 h 20371"/>
                    <a:gd name="connsiteX4" fmla="*/ 2179 w 13081"/>
                    <a:gd name="connsiteY4" fmla="*/ 0 h 20371"/>
                    <a:gd name="connsiteX5" fmla="*/ 10448 w 13081"/>
                    <a:gd name="connsiteY5" fmla="*/ 6529 h 20371"/>
                    <a:gd name="connsiteX6" fmla="*/ 13081 w 13081"/>
                    <a:gd name="connsiteY6" fmla="*/ 12862 h 20371"/>
                    <a:gd name="connsiteX7" fmla="*/ 12273 w 13081"/>
                    <a:gd name="connsiteY7" fmla="*/ 13193 h 20371"/>
                    <a:gd name="connsiteX8" fmla="*/ 9737 w 13081"/>
                    <a:gd name="connsiteY8" fmla="*/ 7068 h 20371"/>
                    <a:gd name="connsiteX9" fmla="*/ 2081 w 13081"/>
                    <a:gd name="connsiteY9" fmla="*/ 1017 h 20371"/>
                    <a:gd name="connsiteX10" fmla="*/ 930 w 13081"/>
                    <a:gd name="connsiteY10" fmla="*/ 2242 h 20371"/>
                    <a:gd name="connsiteX11" fmla="*/ 1799 w 13081"/>
                    <a:gd name="connsiteY11" fmla="*/ 4986 h 20371"/>
                    <a:gd name="connsiteX12" fmla="*/ 6258 w 13081"/>
                    <a:gd name="connsiteY12" fmla="*/ 20163 h 20371"/>
                    <a:gd name="connsiteX13" fmla="*/ 5401 w 13081"/>
                    <a:gd name="connsiteY13" fmla="*/ 20347 h 20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3081" h="20371">
                      <a:moveTo>
                        <a:pt x="5413" y="20371"/>
                      </a:moveTo>
                      <a:cubicBezTo>
                        <a:pt x="5389" y="20249"/>
                        <a:pt x="2816" y="8085"/>
                        <a:pt x="1077" y="5500"/>
                      </a:cubicBezTo>
                      <a:cubicBezTo>
                        <a:pt x="158" y="4128"/>
                        <a:pt x="-173" y="2989"/>
                        <a:pt x="84" y="2033"/>
                      </a:cubicBezTo>
                      <a:cubicBezTo>
                        <a:pt x="305" y="1237"/>
                        <a:pt x="905" y="612"/>
                        <a:pt x="1934" y="122"/>
                      </a:cubicBezTo>
                      <a:lnTo>
                        <a:pt x="2179" y="0"/>
                      </a:lnTo>
                      <a:lnTo>
                        <a:pt x="10448" y="6529"/>
                      </a:lnTo>
                      <a:lnTo>
                        <a:pt x="13081" y="12862"/>
                      </a:lnTo>
                      <a:lnTo>
                        <a:pt x="12273" y="13193"/>
                      </a:lnTo>
                      <a:lnTo>
                        <a:pt x="9737" y="7068"/>
                      </a:lnTo>
                      <a:lnTo>
                        <a:pt x="2081" y="1017"/>
                      </a:lnTo>
                      <a:cubicBezTo>
                        <a:pt x="1444" y="1360"/>
                        <a:pt x="1064" y="1776"/>
                        <a:pt x="930" y="2242"/>
                      </a:cubicBezTo>
                      <a:cubicBezTo>
                        <a:pt x="746" y="2928"/>
                        <a:pt x="1040" y="3846"/>
                        <a:pt x="1799" y="4986"/>
                      </a:cubicBezTo>
                      <a:cubicBezTo>
                        <a:pt x="3625" y="7705"/>
                        <a:pt x="6148" y="19649"/>
                        <a:pt x="6258" y="20163"/>
                      </a:cubicBezTo>
                      <a:lnTo>
                        <a:pt x="5401" y="20347"/>
                      </a:ln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05" name="Forme libre : forme 804">
                <a:extLst>
                  <a:ext uri="{FF2B5EF4-FFF2-40B4-BE49-F238E27FC236}">
                    <a16:creationId xmlns:a16="http://schemas.microsoft.com/office/drawing/2014/main" id="{66DF467F-0E2B-1BF7-7ABF-D7470413D442}"/>
                  </a:ext>
                </a:extLst>
              </p:cNvPr>
              <p:cNvSpPr/>
              <p:nvPr/>
            </p:nvSpPr>
            <p:spPr>
              <a:xfrm>
                <a:off x="1452804" y="715233"/>
                <a:ext cx="81761" cy="115992"/>
              </a:xfrm>
              <a:custGeom>
                <a:avLst/>
                <a:gdLst>
                  <a:gd name="connsiteX0" fmla="*/ 15876 w 81761"/>
                  <a:gd name="connsiteY0" fmla="*/ 0 h 115992"/>
                  <a:gd name="connsiteX1" fmla="*/ 27733 w 81761"/>
                  <a:gd name="connsiteY1" fmla="*/ 10474 h 115992"/>
                  <a:gd name="connsiteX2" fmla="*/ 41380 w 81761"/>
                  <a:gd name="connsiteY2" fmla="*/ 24377 h 115992"/>
                  <a:gd name="connsiteX3" fmla="*/ 49857 w 81761"/>
                  <a:gd name="connsiteY3" fmla="*/ 33283 h 115992"/>
                  <a:gd name="connsiteX4" fmla="*/ 81400 w 81761"/>
                  <a:gd name="connsiteY4" fmla="*/ 60538 h 115992"/>
                  <a:gd name="connsiteX5" fmla="*/ 67864 w 81761"/>
                  <a:gd name="connsiteY5" fmla="*/ 83188 h 115992"/>
                  <a:gd name="connsiteX6" fmla="*/ 59252 w 81761"/>
                  <a:gd name="connsiteY6" fmla="*/ 96307 h 115992"/>
                  <a:gd name="connsiteX7" fmla="*/ 48803 w 81761"/>
                  <a:gd name="connsiteY7" fmla="*/ 113825 h 115992"/>
                  <a:gd name="connsiteX8" fmla="*/ 4532 w 81761"/>
                  <a:gd name="connsiteY8" fmla="*/ 86140 h 115992"/>
                  <a:gd name="connsiteX9" fmla="*/ 0 w 81761"/>
                  <a:gd name="connsiteY9" fmla="*/ 17395 h 115992"/>
                  <a:gd name="connsiteX10" fmla="*/ 15864 w 81761"/>
                  <a:gd name="connsiteY10" fmla="*/ 12 h 115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761" h="115992">
                    <a:moveTo>
                      <a:pt x="15876" y="0"/>
                    </a:moveTo>
                    <a:cubicBezTo>
                      <a:pt x="15876" y="0"/>
                      <a:pt x="25896" y="4875"/>
                      <a:pt x="27733" y="10474"/>
                    </a:cubicBezTo>
                    <a:cubicBezTo>
                      <a:pt x="29216" y="14969"/>
                      <a:pt x="40289" y="15545"/>
                      <a:pt x="41380" y="24377"/>
                    </a:cubicBezTo>
                    <a:cubicBezTo>
                      <a:pt x="41943" y="28934"/>
                      <a:pt x="45324" y="32584"/>
                      <a:pt x="49857" y="33283"/>
                    </a:cubicBezTo>
                    <a:cubicBezTo>
                      <a:pt x="61175" y="35022"/>
                      <a:pt x="78607" y="40890"/>
                      <a:pt x="81400" y="60538"/>
                    </a:cubicBezTo>
                    <a:cubicBezTo>
                      <a:pt x="83531" y="75532"/>
                      <a:pt x="75887" y="81216"/>
                      <a:pt x="67864" y="83188"/>
                    </a:cubicBezTo>
                    <a:cubicBezTo>
                      <a:pt x="61971" y="84633"/>
                      <a:pt x="58052" y="90366"/>
                      <a:pt x="59252" y="96307"/>
                    </a:cubicBezTo>
                    <a:cubicBezTo>
                      <a:pt x="60391" y="102016"/>
                      <a:pt x="58689" y="108606"/>
                      <a:pt x="48803" y="113825"/>
                    </a:cubicBezTo>
                    <a:cubicBezTo>
                      <a:pt x="26655" y="125511"/>
                      <a:pt x="4532" y="86140"/>
                      <a:pt x="4532" y="86140"/>
                    </a:cubicBezTo>
                    <a:lnTo>
                      <a:pt x="0" y="17395"/>
                    </a:lnTo>
                    <a:lnTo>
                      <a:pt x="15864" y="12"/>
                    </a:lnTo>
                    <a:close/>
                  </a:path>
                </a:pathLst>
              </a:custGeom>
              <a:solidFill>
                <a:srgbClr val="352213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Forme libre : forme 805">
                <a:extLst>
                  <a:ext uri="{FF2B5EF4-FFF2-40B4-BE49-F238E27FC236}">
                    <a16:creationId xmlns:a16="http://schemas.microsoft.com/office/drawing/2014/main" id="{24E007AB-1E90-BDF2-282A-A7FA447B13DC}"/>
                  </a:ext>
                </a:extLst>
              </p:cNvPr>
              <p:cNvSpPr/>
              <p:nvPr/>
            </p:nvSpPr>
            <p:spPr>
              <a:xfrm>
                <a:off x="1359731" y="678974"/>
                <a:ext cx="81754" cy="129932"/>
              </a:xfrm>
              <a:custGeom>
                <a:avLst/>
                <a:gdLst>
                  <a:gd name="connsiteX0" fmla="*/ 4692 w 81754"/>
                  <a:gd name="connsiteY0" fmla="*/ 0 h 129932"/>
                  <a:gd name="connsiteX1" fmla="*/ 81755 w 81754"/>
                  <a:gd name="connsiteY1" fmla="*/ 101967 h 129932"/>
                  <a:gd name="connsiteX2" fmla="*/ 57157 w 81754"/>
                  <a:gd name="connsiteY2" fmla="*/ 129933 h 129932"/>
                  <a:gd name="connsiteX3" fmla="*/ 0 w 81754"/>
                  <a:gd name="connsiteY3" fmla="*/ 9151 h 129932"/>
                  <a:gd name="connsiteX4" fmla="*/ 4704 w 81754"/>
                  <a:gd name="connsiteY4" fmla="*/ 0 h 129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54" h="129932">
                    <a:moveTo>
                      <a:pt x="4692" y="0"/>
                    </a:moveTo>
                    <a:cubicBezTo>
                      <a:pt x="4692" y="0"/>
                      <a:pt x="33185" y="77688"/>
                      <a:pt x="81755" y="101967"/>
                    </a:cubicBezTo>
                    <a:cubicBezTo>
                      <a:pt x="81755" y="101967"/>
                      <a:pt x="65597" y="128341"/>
                      <a:pt x="57157" y="129933"/>
                    </a:cubicBezTo>
                    <a:cubicBezTo>
                      <a:pt x="57157" y="129933"/>
                      <a:pt x="5280" y="63539"/>
                      <a:pt x="0" y="9151"/>
                    </a:cubicBezTo>
                    <a:lnTo>
                      <a:pt x="4704" y="0"/>
                    </a:lnTo>
                    <a:close/>
                  </a:path>
                </a:pathLst>
              </a:custGeom>
              <a:solidFill>
                <a:srgbClr val="F4A392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Forme libre : forme 806">
                <a:extLst>
                  <a:ext uri="{FF2B5EF4-FFF2-40B4-BE49-F238E27FC236}">
                    <a16:creationId xmlns:a16="http://schemas.microsoft.com/office/drawing/2014/main" id="{E16692AA-14B7-31AD-5D6A-15514F84DC2E}"/>
                  </a:ext>
                </a:extLst>
              </p:cNvPr>
              <p:cNvSpPr/>
              <p:nvPr/>
            </p:nvSpPr>
            <p:spPr>
              <a:xfrm>
                <a:off x="1559690" y="1141806"/>
                <a:ext cx="25188" cy="21110"/>
              </a:xfrm>
              <a:custGeom>
                <a:avLst/>
                <a:gdLst>
                  <a:gd name="connsiteX0" fmla="*/ 30 w 25188"/>
                  <a:gd name="connsiteY0" fmla="*/ 4508 h 21110"/>
                  <a:gd name="connsiteX1" fmla="*/ 1464 w 25188"/>
                  <a:gd name="connsiteY1" fmla="*/ 16292 h 21110"/>
                  <a:gd name="connsiteX2" fmla="*/ 5727 w 25188"/>
                  <a:gd name="connsiteY2" fmla="*/ 20555 h 21110"/>
                  <a:gd name="connsiteX3" fmla="*/ 21492 w 25188"/>
                  <a:gd name="connsiteY3" fmla="*/ 20800 h 21110"/>
                  <a:gd name="connsiteX4" fmla="*/ 24995 w 25188"/>
                  <a:gd name="connsiteY4" fmla="*/ 15398 h 21110"/>
                  <a:gd name="connsiteX5" fmla="*/ 17094 w 25188"/>
                  <a:gd name="connsiteY5" fmla="*/ 0 h 21110"/>
                  <a:gd name="connsiteX6" fmla="*/ 4024 w 25188"/>
                  <a:gd name="connsiteY6" fmla="*/ 0 h 21110"/>
                  <a:gd name="connsiteX7" fmla="*/ 30 w 25188"/>
                  <a:gd name="connsiteY7" fmla="*/ 4508 h 21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188" h="21110">
                    <a:moveTo>
                      <a:pt x="30" y="4508"/>
                    </a:moveTo>
                    <a:lnTo>
                      <a:pt x="1464" y="16292"/>
                    </a:lnTo>
                    <a:cubicBezTo>
                      <a:pt x="1733" y="18522"/>
                      <a:pt x="3497" y="20298"/>
                      <a:pt x="5727" y="20555"/>
                    </a:cubicBezTo>
                    <a:cubicBezTo>
                      <a:pt x="9499" y="20984"/>
                      <a:pt x="15563" y="21425"/>
                      <a:pt x="21492" y="20800"/>
                    </a:cubicBezTo>
                    <a:cubicBezTo>
                      <a:pt x="24089" y="20531"/>
                      <a:pt x="25779" y="17885"/>
                      <a:pt x="24995" y="15398"/>
                    </a:cubicBezTo>
                    <a:cubicBezTo>
                      <a:pt x="23550" y="10853"/>
                      <a:pt x="20904" y="4018"/>
                      <a:pt x="17094" y="0"/>
                    </a:cubicBezTo>
                    <a:lnTo>
                      <a:pt x="4024" y="0"/>
                    </a:lnTo>
                    <a:cubicBezTo>
                      <a:pt x="1611" y="0"/>
                      <a:pt x="-264" y="2119"/>
                      <a:pt x="30" y="4508"/>
                    </a:cubicBez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Forme libre : forme 807">
                <a:extLst>
                  <a:ext uri="{FF2B5EF4-FFF2-40B4-BE49-F238E27FC236}">
                    <a16:creationId xmlns:a16="http://schemas.microsoft.com/office/drawing/2014/main" id="{DD30DA3C-E261-82C2-C473-C202CB8E1472}"/>
                  </a:ext>
                </a:extLst>
              </p:cNvPr>
              <p:cNvSpPr/>
              <p:nvPr/>
            </p:nvSpPr>
            <p:spPr>
              <a:xfrm>
                <a:off x="1447525" y="1008272"/>
                <a:ext cx="35039" cy="151933"/>
              </a:xfrm>
              <a:custGeom>
                <a:avLst/>
                <a:gdLst>
                  <a:gd name="connsiteX0" fmla="*/ 9824 w 35039"/>
                  <a:gd name="connsiteY0" fmla="*/ 12 h 151933"/>
                  <a:gd name="connsiteX1" fmla="*/ 7619 w 35039"/>
                  <a:gd name="connsiteY1" fmla="*/ 12985 h 151933"/>
                  <a:gd name="connsiteX2" fmla="*/ 16317 w 35039"/>
                  <a:gd name="connsiteY2" fmla="*/ 117744 h 151933"/>
                  <a:gd name="connsiteX3" fmla="*/ 12850 w 35039"/>
                  <a:gd name="connsiteY3" fmla="*/ 131072 h 151933"/>
                  <a:gd name="connsiteX4" fmla="*/ 0 w 35039"/>
                  <a:gd name="connsiteY4" fmla="*/ 151934 h 151933"/>
                  <a:gd name="connsiteX5" fmla="*/ 32645 w 35039"/>
                  <a:gd name="connsiteY5" fmla="*/ 132665 h 151933"/>
                  <a:gd name="connsiteX6" fmla="*/ 33295 w 35039"/>
                  <a:gd name="connsiteY6" fmla="*/ 128684 h 151933"/>
                  <a:gd name="connsiteX7" fmla="*/ 27954 w 35039"/>
                  <a:gd name="connsiteY7" fmla="*/ 121334 h 151933"/>
                  <a:gd name="connsiteX8" fmla="*/ 34948 w 35039"/>
                  <a:gd name="connsiteY8" fmla="*/ 37509 h 151933"/>
                  <a:gd name="connsiteX9" fmla="*/ 32021 w 35039"/>
                  <a:gd name="connsiteY9" fmla="*/ 23287 h 151933"/>
                  <a:gd name="connsiteX10" fmla="*/ 25271 w 35039"/>
                  <a:gd name="connsiteY10" fmla="*/ 10596 h 151933"/>
                  <a:gd name="connsiteX11" fmla="*/ 9824 w 35039"/>
                  <a:gd name="connsiteY11" fmla="*/ 0 h 151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039" h="151933">
                    <a:moveTo>
                      <a:pt x="9824" y="12"/>
                    </a:moveTo>
                    <a:lnTo>
                      <a:pt x="7619" y="12985"/>
                    </a:lnTo>
                    <a:cubicBezTo>
                      <a:pt x="7619" y="12985"/>
                      <a:pt x="15006" y="87818"/>
                      <a:pt x="16317" y="117744"/>
                    </a:cubicBezTo>
                    <a:cubicBezTo>
                      <a:pt x="16525" y="122436"/>
                      <a:pt x="15312" y="127079"/>
                      <a:pt x="12850" y="131072"/>
                    </a:cubicBezTo>
                    <a:lnTo>
                      <a:pt x="0" y="151934"/>
                    </a:lnTo>
                    <a:lnTo>
                      <a:pt x="32645" y="132665"/>
                    </a:lnTo>
                    <a:lnTo>
                      <a:pt x="33295" y="128684"/>
                    </a:lnTo>
                    <a:lnTo>
                      <a:pt x="27954" y="121334"/>
                    </a:lnTo>
                    <a:lnTo>
                      <a:pt x="34948" y="37509"/>
                    </a:lnTo>
                    <a:cubicBezTo>
                      <a:pt x="35365" y="32584"/>
                      <a:pt x="34348" y="27648"/>
                      <a:pt x="32021" y="23287"/>
                    </a:cubicBezTo>
                    <a:lnTo>
                      <a:pt x="25271" y="10596"/>
                    </a:lnTo>
                    <a:lnTo>
                      <a:pt x="9824" y="0"/>
                    </a:lnTo>
                    <a:close/>
                  </a:path>
                </a:pathLst>
              </a:custGeom>
              <a:solidFill>
                <a:srgbClr val="F4A392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Forme libre : forme 808">
                <a:extLst>
                  <a:ext uri="{FF2B5EF4-FFF2-40B4-BE49-F238E27FC236}">
                    <a16:creationId xmlns:a16="http://schemas.microsoft.com/office/drawing/2014/main" id="{6940DCAD-0C3D-45CD-948E-21F16A396E3A}"/>
                  </a:ext>
                </a:extLst>
              </p:cNvPr>
              <p:cNvSpPr/>
              <p:nvPr/>
            </p:nvSpPr>
            <p:spPr>
              <a:xfrm>
                <a:off x="1442601" y="1132263"/>
                <a:ext cx="40775" cy="30979"/>
              </a:xfrm>
              <a:custGeom>
                <a:avLst/>
                <a:gdLst>
                  <a:gd name="connsiteX0" fmla="*/ 2780 w 40775"/>
                  <a:gd name="connsiteY0" fmla="*/ 30980 h 30979"/>
                  <a:gd name="connsiteX1" fmla="*/ 13192 w 40775"/>
                  <a:gd name="connsiteY1" fmla="*/ 30980 h 30979"/>
                  <a:gd name="connsiteX2" fmla="*/ 18166 w 40775"/>
                  <a:gd name="connsiteY2" fmla="*/ 28542 h 30979"/>
                  <a:gd name="connsiteX3" fmla="*/ 31359 w 40775"/>
                  <a:gd name="connsiteY3" fmla="*/ 15876 h 30979"/>
                  <a:gd name="connsiteX4" fmla="*/ 35132 w 40775"/>
                  <a:gd name="connsiteY4" fmla="*/ 30980 h 30979"/>
                  <a:gd name="connsiteX5" fmla="*/ 37557 w 40775"/>
                  <a:gd name="connsiteY5" fmla="*/ 30980 h 30979"/>
                  <a:gd name="connsiteX6" fmla="*/ 40632 w 40775"/>
                  <a:gd name="connsiteY6" fmla="*/ 11845 h 30979"/>
                  <a:gd name="connsiteX7" fmla="*/ 34691 w 40775"/>
                  <a:gd name="connsiteY7" fmla="*/ 0 h 30979"/>
                  <a:gd name="connsiteX8" fmla="*/ 34691 w 40775"/>
                  <a:gd name="connsiteY8" fmla="*/ 0 h 30979"/>
                  <a:gd name="connsiteX9" fmla="*/ 28333 w 40775"/>
                  <a:gd name="connsiteY9" fmla="*/ 10559 h 30979"/>
                  <a:gd name="connsiteX10" fmla="*/ 6479 w 40775"/>
                  <a:gd name="connsiteY10" fmla="*/ 25394 h 30979"/>
                  <a:gd name="connsiteX11" fmla="*/ 2241 w 40775"/>
                  <a:gd name="connsiteY11" fmla="*/ 25504 h 30979"/>
                  <a:gd name="connsiteX12" fmla="*/ 2756 w 40775"/>
                  <a:gd name="connsiteY12" fmla="*/ 30967 h 30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0775" h="30979">
                    <a:moveTo>
                      <a:pt x="2780" y="30980"/>
                    </a:moveTo>
                    <a:lnTo>
                      <a:pt x="13192" y="30980"/>
                    </a:lnTo>
                    <a:cubicBezTo>
                      <a:pt x="15140" y="30980"/>
                      <a:pt x="16978" y="30085"/>
                      <a:pt x="18166" y="28542"/>
                    </a:cubicBezTo>
                    <a:cubicBezTo>
                      <a:pt x="21412" y="24316"/>
                      <a:pt x="28137" y="16084"/>
                      <a:pt x="31359" y="15876"/>
                    </a:cubicBezTo>
                    <a:cubicBezTo>
                      <a:pt x="35695" y="15582"/>
                      <a:pt x="35132" y="30980"/>
                      <a:pt x="35132" y="30980"/>
                    </a:cubicBezTo>
                    <a:lnTo>
                      <a:pt x="37557" y="30980"/>
                    </a:lnTo>
                    <a:lnTo>
                      <a:pt x="40632" y="11845"/>
                    </a:lnTo>
                    <a:cubicBezTo>
                      <a:pt x="41403" y="7031"/>
                      <a:pt x="39015" y="2266"/>
                      <a:pt x="34691" y="0"/>
                    </a:cubicBezTo>
                    <a:lnTo>
                      <a:pt x="34691" y="0"/>
                    </a:lnTo>
                    <a:cubicBezTo>
                      <a:pt x="34691" y="0"/>
                      <a:pt x="33698" y="7325"/>
                      <a:pt x="28333" y="10559"/>
                    </a:cubicBezTo>
                    <a:cubicBezTo>
                      <a:pt x="22968" y="13793"/>
                      <a:pt x="6479" y="25394"/>
                      <a:pt x="6479" y="25394"/>
                    </a:cubicBezTo>
                    <a:cubicBezTo>
                      <a:pt x="6479" y="25394"/>
                      <a:pt x="4458" y="25100"/>
                      <a:pt x="2241" y="25504"/>
                    </a:cubicBezTo>
                    <a:cubicBezTo>
                      <a:pt x="-1042" y="26092"/>
                      <a:pt x="-589" y="30967"/>
                      <a:pt x="2756" y="30967"/>
                    </a:cubicBez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Forme libre : forme 809">
                <a:extLst>
                  <a:ext uri="{FF2B5EF4-FFF2-40B4-BE49-F238E27FC236}">
                    <a16:creationId xmlns:a16="http://schemas.microsoft.com/office/drawing/2014/main" id="{29EB0F4E-D4AA-FC54-61EF-DC85E550A841}"/>
                  </a:ext>
                </a:extLst>
              </p:cNvPr>
              <p:cNvSpPr/>
              <p:nvPr/>
            </p:nvSpPr>
            <p:spPr>
              <a:xfrm>
                <a:off x="1502060" y="1009050"/>
                <a:ext cx="78245" cy="146634"/>
              </a:xfrm>
              <a:custGeom>
                <a:avLst/>
                <a:gdLst>
                  <a:gd name="connsiteX0" fmla="*/ 0 w 78245"/>
                  <a:gd name="connsiteY0" fmla="*/ 5408 h 146634"/>
                  <a:gd name="connsiteX1" fmla="*/ 50163 w 78245"/>
                  <a:gd name="connsiteY1" fmla="*/ 106247 h 146634"/>
                  <a:gd name="connsiteX2" fmla="*/ 59546 w 78245"/>
                  <a:gd name="connsiteY2" fmla="*/ 142102 h 146634"/>
                  <a:gd name="connsiteX3" fmla="*/ 70497 w 78245"/>
                  <a:gd name="connsiteY3" fmla="*/ 146635 h 146634"/>
                  <a:gd name="connsiteX4" fmla="*/ 77578 w 78245"/>
                  <a:gd name="connsiteY4" fmla="*/ 143401 h 146634"/>
                  <a:gd name="connsiteX5" fmla="*/ 77749 w 78245"/>
                  <a:gd name="connsiteY5" fmla="*/ 138918 h 146634"/>
                  <a:gd name="connsiteX6" fmla="*/ 64360 w 78245"/>
                  <a:gd name="connsiteY6" fmla="*/ 110314 h 146634"/>
                  <a:gd name="connsiteX7" fmla="*/ 49146 w 78245"/>
                  <a:gd name="connsiteY7" fmla="*/ 48000 h 146634"/>
                  <a:gd name="connsiteX8" fmla="*/ 22270 w 78245"/>
                  <a:gd name="connsiteY8" fmla="*/ 5395 h 146634"/>
                  <a:gd name="connsiteX9" fmla="*/ 0 w 78245"/>
                  <a:gd name="connsiteY9" fmla="*/ 5395 h 146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8245" h="146634">
                    <a:moveTo>
                      <a:pt x="0" y="5408"/>
                    </a:moveTo>
                    <a:cubicBezTo>
                      <a:pt x="0" y="5408"/>
                      <a:pt x="43278" y="87505"/>
                      <a:pt x="50163" y="106247"/>
                    </a:cubicBezTo>
                    <a:cubicBezTo>
                      <a:pt x="57047" y="124989"/>
                      <a:pt x="59448" y="140632"/>
                      <a:pt x="59546" y="142102"/>
                    </a:cubicBezTo>
                    <a:cubicBezTo>
                      <a:pt x="59693" y="144418"/>
                      <a:pt x="62572" y="146635"/>
                      <a:pt x="70497" y="146635"/>
                    </a:cubicBezTo>
                    <a:cubicBezTo>
                      <a:pt x="74589" y="146635"/>
                      <a:pt x="76598" y="144993"/>
                      <a:pt x="77578" y="143401"/>
                    </a:cubicBezTo>
                    <a:cubicBezTo>
                      <a:pt x="78411" y="142041"/>
                      <a:pt x="78460" y="140351"/>
                      <a:pt x="77749" y="138918"/>
                    </a:cubicBezTo>
                    <a:cubicBezTo>
                      <a:pt x="75250" y="133846"/>
                      <a:pt x="67300" y="117664"/>
                      <a:pt x="64360" y="110314"/>
                    </a:cubicBezTo>
                    <a:cubicBezTo>
                      <a:pt x="60845" y="101544"/>
                      <a:pt x="53286" y="61818"/>
                      <a:pt x="49146" y="48000"/>
                    </a:cubicBezTo>
                    <a:cubicBezTo>
                      <a:pt x="45006" y="34182"/>
                      <a:pt x="40314" y="19201"/>
                      <a:pt x="22270" y="5395"/>
                    </a:cubicBezTo>
                    <a:cubicBezTo>
                      <a:pt x="22270" y="5395"/>
                      <a:pt x="9886" y="-6744"/>
                      <a:pt x="0" y="5395"/>
                    </a:cubicBezTo>
                    <a:close/>
                  </a:path>
                </a:pathLst>
              </a:custGeom>
              <a:solidFill>
                <a:srgbClr val="F4A392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Forme libre : forme 810">
                <a:extLst>
                  <a:ext uri="{FF2B5EF4-FFF2-40B4-BE49-F238E27FC236}">
                    <a16:creationId xmlns:a16="http://schemas.microsoft.com/office/drawing/2014/main" id="{A04FC645-1BB5-BE7E-3E90-99E937C92A7D}"/>
                  </a:ext>
                </a:extLst>
              </p:cNvPr>
              <p:cNvSpPr/>
              <p:nvPr/>
            </p:nvSpPr>
            <p:spPr>
              <a:xfrm>
                <a:off x="1413840" y="780941"/>
                <a:ext cx="78004" cy="105671"/>
              </a:xfrm>
              <a:custGeom>
                <a:avLst/>
                <a:gdLst>
                  <a:gd name="connsiteX0" fmla="*/ 60892 w 78004"/>
                  <a:gd name="connsiteY0" fmla="*/ 98990 h 105671"/>
                  <a:gd name="connsiteX1" fmla="*/ 78004 w 78004"/>
                  <a:gd name="connsiteY1" fmla="*/ 24928 h 105671"/>
                  <a:gd name="connsiteX2" fmla="*/ 27646 w 78004"/>
                  <a:gd name="connsiteY2" fmla="*/ 0 h 105671"/>
                  <a:gd name="connsiteX3" fmla="*/ 304 w 78004"/>
                  <a:gd name="connsiteY3" fmla="*/ 40436 h 105671"/>
                  <a:gd name="connsiteX4" fmla="*/ 22109 w 78004"/>
                  <a:gd name="connsiteY4" fmla="*/ 102763 h 105671"/>
                  <a:gd name="connsiteX5" fmla="*/ 60892 w 78004"/>
                  <a:gd name="connsiteY5" fmla="*/ 98990 h 105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004" h="105671">
                    <a:moveTo>
                      <a:pt x="60892" y="98990"/>
                    </a:moveTo>
                    <a:cubicBezTo>
                      <a:pt x="49732" y="51682"/>
                      <a:pt x="78004" y="24928"/>
                      <a:pt x="78004" y="24928"/>
                    </a:cubicBezTo>
                    <a:cubicBezTo>
                      <a:pt x="60157" y="7803"/>
                      <a:pt x="27646" y="0"/>
                      <a:pt x="27646" y="0"/>
                    </a:cubicBezTo>
                    <a:cubicBezTo>
                      <a:pt x="27646" y="0"/>
                      <a:pt x="-3383" y="22687"/>
                      <a:pt x="304" y="40436"/>
                    </a:cubicBezTo>
                    <a:cubicBezTo>
                      <a:pt x="2460" y="50836"/>
                      <a:pt x="22109" y="102763"/>
                      <a:pt x="22109" y="102763"/>
                    </a:cubicBezTo>
                    <a:cubicBezTo>
                      <a:pt x="22109" y="102763"/>
                      <a:pt x="40275" y="111362"/>
                      <a:pt x="60892" y="989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Forme libre : forme 811">
                <a:extLst>
                  <a:ext uri="{FF2B5EF4-FFF2-40B4-BE49-F238E27FC236}">
                    <a16:creationId xmlns:a16="http://schemas.microsoft.com/office/drawing/2014/main" id="{2D07554D-A714-3302-A093-4509C3BB79A5}"/>
                  </a:ext>
                </a:extLst>
              </p:cNvPr>
              <p:cNvSpPr/>
              <p:nvPr/>
            </p:nvSpPr>
            <p:spPr>
              <a:xfrm>
                <a:off x="1433683" y="879931"/>
                <a:ext cx="92019" cy="142899"/>
              </a:xfrm>
              <a:custGeom>
                <a:avLst/>
                <a:gdLst>
                  <a:gd name="connsiteX0" fmla="*/ 65793 w 92019"/>
                  <a:gd name="connsiteY0" fmla="*/ 23422 h 142899"/>
                  <a:gd name="connsiteX1" fmla="*/ 41036 w 92019"/>
                  <a:gd name="connsiteY1" fmla="*/ 0 h 142899"/>
                  <a:gd name="connsiteX2" fmla="*/ 2254 w 92019"/>
                  <a:gd name="connsiteY2" fmla="*/ 3773 h 142899"/>
                  <a:gd name="connsiteX3" fmla="*/ 992 w 92019"/>
                  <a:gd name="connsiteY3" fmla="*/ 33822 h 142899"/>
                  <a:gd name="connsiteX4" fmla="*/ 21449 w 92019"/>
                  <a:gd name="connsiteY4" fmla="*/ 141325 h 142899"/>
                  <a:gd name="connsiteX5" fmla="*/ 92020 w 92019"/>
                  <a:gd name="connsiteY5" fmla="*/ 135654 h 142899"/>
                  <a:gd name="connsiteX6" fmla="*/ 65793 w 92019"/>
                  <a:gd name="connsiteY6" fmla="*/ 23409 h 142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019" h="142899">
                    <a:moveTo>
                      <a:pt x="65793" y="23422"/>
                    </a:moveTo>
                    <a:cubicBezTo>
                      <a:pt x="61248" y="9739"/>
                      <a:pt x="41036" y="0"/>
                      <a:pt x="41036" y="0"/>
                    </a:cubicBezTo>
                    <a:cubicBezTo>
                      <a:pt x="20432" y="12372"/>
                      <a:pt x="2254" y="3773"/>
                      <a:pt x="2254" y="3773"/>
                    </a:cubicBezTo>
                    <a:cubicBezTo>
                      <a:pt x="2254" y="3773"/>
                      <a:pt x="-1825" y="19355"/>
                      <a:pt x="992" y="33822"/>
                    </a:cubicBezTo>
                    <a:cubicBezTo>
                      <a:pt x="3809" y="48301"/>
                      <a:pt x="21449" y="141325"/>
                      <a:pt x="21449" y="141325"/>
                    </a:cubicBezTo>
                    <a:cubicBezTo>
                      <a:pt x="49256" y="146960"/>
                      <a:pt x="92020" y="135654"/>
                      <a:pt x="92020" y="135654"/>
                    </a:cubicBezTo>
                    <a:cubicBezTo>
                      <a:pt x="74307" y="104209"/>
                      <a:pt x="70338" y="37105"/>
                      <a:pt x="65793" y="23409"/>
                    </a:cubicBezTo>
                    <a:close/>
                  </a:path>
                </a:pathLst>
              </a:custGeom>
              <a:solidFill>
                <a:srgbClr val="332989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Forme libre : forme 812">
                <a:extLst>
                  <a:ext uri="{FF2B5EF4-FFF2-40B4-BE49-F238E27FC236}">
                    <a16:creationId xmlns:a16="http://schemas.microsoft.com/office/drawing/2014/main" id="{F5B50C1A-0847-D5B7-5014-C302E530979D}"/>
                  </a:ext>
                </a:extLst>
              </p:cNvPr>
              <p:cNvSpPr/>
              <p:nvPr/>
            </p:nvSpPr>
            <p:spPr>
              <a:xfrm>
                <a:off x="1444231" y="745798"/>
                <a:ext cx="26758" cy="47492"/>
              </a:xfrm>
              <a:custGeom>
                <a:avLst/>
                <a:gdLst>
                  <a:gd name="connsiteX0" fmla="*/ 17540 w 26758"/>
                  <a:gd name="connsiteY0" fmla="*/ 3894 h 47492"/>
                  <a:gd name="connsiteX1" fmla="*/ 26617 w 26758"/>
                  <a:gd name="connsiteY1" fmla="*/ 44661 h 47492"/>
                  <a:gd name="connsiteX2" fmla="*/ 20578 w 26758"/>
                  <a:gd name="connsiteY2" fmla="*/ 46976 h 47492"/>
                  <a:gd name="connsiteX3" fmla="*/ 4408 w 26758"/>
                  <a:gd name="connsiteY3" fmla="*/ 38916 h 47492"/>
                  <a:gd name="connsiteX4" fmla="*/ 3942 w 26758"/>
                  <a:gd name="connsiteY4" fmla="*/ 37384 h 47492"/>
                  <a:gd name="connsiteX5" fmla="*/ 47 w 26758"/>
                  <a:gd name="connsiteY5" fmla="*/ 9112 h 47492"/>
                  <a:gd name="connsiteX6" fmla="*/ 3024 w 26758"/>
                  <a:gd name="connsiteY6" fmla="*/ 3771 h 47492"/>
                  <a:gd name="connsiteX7" fmla="*/ 10545 w 26758"/>
                  <a:gd name="connsiteY7" fmla="*/ 439 h 47492"/>
                  <a:gd name="connsiteX8" fmla="*/ 17540 w 26758"/>
                  <a:gd name="connsiteY8" fmla="*/ 3894 h 47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758" h="47492">
                    <a:moveTo>
                      <a:pt x="17540" y="3894"/>
                    </a:moveTo>
                    <a:lnTo>
                      <a:pt x="26617" y="44661"/>
                    </a:lnTo>
                    <a:cubicBezTo>
                      <a:pt x="27486" y="48250"/>
                      <a:pt x="24216" y="47662"/>
                      <a:pt x="20578" y="46976"/>
                    </a:cubicBezTo>
                    <a:cubicBezTo>
                      <a:pt x="14636" y="45849"/>
                      <a:pt x="6968" y="43546"/>
                      <a:pt x="4408" y="38916"/>
                    </a:cubicBezTo>
                    <a:cubicBezTo>
                      <a:pt x="4151" y="38450"/>
                      <a:pt x="4016" y="37911"/>
                      <a:pt x="3942" y="37384"/>
                    </a:cubicBezTo>
                    <a:lnTo>
                      <a:pt x="47" y="9112"/>
                    </a:lnTo>
                    <a:cubicBezTo>
                      <a:pt x="-259" y="6870"/>
                      <a:pt x="953" y="4690"/>
                      <a:pt x="3024" y="3771"/>
                    </a:cubicBezTo>
                    <a:lnTo>
                      <a:pt x="10545" y="439"/>
                    </a:lnTo>
                    <a:cubicBezTo>
                      <a:pt x="13448" y="-847"/>
                      <a:pt x="16792" y="807"/>
                      <a:pt x="17540" y="3894"/>
                    </a:cubicBezTo>
                    <a:close/>
                  </a:path>
                </a:pathLst>
              </a:custGeom>
              <a:solidFill>
                <a:srgbClr val="F4A392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814" name="Graphique 4">
                <a:extLst>
                  <a:ext uri="{FF2B5EF4-FFF2-40B4-BE49-F238E27FC236}">
                    <a16:creationId xmlns:a16="http://schemas.microsoft.com/office/drawing/2014/main" id="{418F46A9-23E9-5C74-0A45-0111A169EDE0}"/>
                  </a:ext>
                </a:extLst>
              </p:cNvPr>
              <p:cNvGrpSpPr/>
              <p:nvPr/>
            </p:nvGrpSpPr>
            <p:grpSpPr>
              <a:xfrm>
                <a:off x="1429582" y="696382"/>
                <a:ext cx="52507" cy="58649"/>
                <a:chOff x="1429582" y="696382"/>
                <a:chExt cx="52507" cy="58649"/>
              </a:xfrm>
            </p:grpSpPr>
            <p:sp>
              <p:nvSpPr>
                <p:cNvPr id="816" name="Forme libre : forme 815">
                  <a:extLst>
                    <a:ext uri="{FF2B5EF4-FFF2-40B4-BE49-F238E27FC236}">
                      <a16:creationId xmlns:a16="http://schemas.microsoft.com/office/drawing/2014/main" id="{A91AE662-C72C-9EBD-3600-14D265607251}"/>
                    </a:ext>
                  </a:extLst>
                </p:cNvPr>
                <p:cNvSpPr/>
                <p:nvPr/>
              </p:nvSpPr>
              <p:spPr>
                <a:xfrm>
                  <a:off x="1429582" y="710231"/>
                  <a:ext cx="40678" cy="44800"/>
                </a:xfrm>
                <a:custGeom>
                  <a:avLst/>
                  <a:gdLst>
                    <a:gd name="connsiteX0" fmla="*/ 21532 w 40678"/>
                    <a:gd name="connsiteY0" fmla="*/ 641 h 44800"/>
                    <a:gd name="connsiteX1" fmla="*/ 3476 w 40678"/>
                    <a:gd name="connsiteY1" fmla="*/ 20719 h 44800"/>
                    <a:gd name="connsiteX2" fmla="*/ 8486 w 40678"/>
                    <a:gd name="connsiteY2" fmla="*/ 44410 h 44800"/>
                    <a:gd name="connsiteX3" fmla="*/ 36440 w 40678"/>
                    <a:gd name="connsiteY3" fmla="*/ 35210 h 44800"/>
                    <a:gd name="connsiteX4" fmla="*/ 21544 w 40678"/>
                    <a:gd name="connsiteY4" fmla="*/ 641 h 4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678" h="44800">
                      <a:moveTo>
                        <a:pt x="21532" y="641"/>
                      </a:moveTo>
                      <a:cubicBezTo>
                        <a:pt x="21532" y="641"/>
                        <a:pt x="10777" y="5186"/>
                        <a:pt x="3476" y="20719"/>
                      </a:cubicBezTo>
                      <a:cubicBezTo>
                        <a:pt x="-3837" y="36251"/>
                        <a:pt x="1626" y="43430"/>
                        <a:pt x="8486" y="44410"/>
                      </a:cubicBezTo>
                      <a:cubicBezTo>
                        <a:pt x="15346" y="45390"/>
                        <a:pt x="25599" y="45243"/>
                        <a:pt x="36440" y="35210"/>
                      </a:cubicBezTo>
                      <a:cubicBezTo>
                        <a:pt x="47281" y="25178"/>
                        <a:pt x="35509" y="-4736"/>
                        <a:pt x="21544" y="641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" name="Forme libre : forme 816">
                  <a:extLst>
                    <a:ext uri="{FF2B5EF4-FFF2-40B4-BE49-F238E27FC236}">
                      <a16:creationId xmlns:a16="http://schemas.microsoft.com/office/drawing/2014/main" id="{BC7ECFE2-D877-D485-5F13-6F5D66CA8107}"/>
                    </a:ext>
                  </a:extLst>
                </p:cNvPr>
                <p:cNvSpPr/>
                <p:nvPr/>
              </p:nvSpPr>
              <p:spPr>
                <a:xfrm>
                  <a:off x="1439723" y="696382"/>
                  <a:ext cx="42366" cy="56091"/>
                </a:xfrm>
                <a:custGeom>
                  <a:avLst/>
                  <a:gdLst>
                    <a:gd name="connsiteX0" fmla="*/ 19010 w 42366"/>
                    <a:gd name="connsiteY0" fmla="*/ 40754 h 56091"/>
                    <a:gd name="connsiteX1" fmla="*/ 6968 w 42366"/>
                    <a:gd name="connsiteY1" fmla="*/ 17761 h 56091"/>
                    <a:gd name="connsiteX2" fmla="*/ 2228 w 42366"/>
                    <a:gd name="connsiteY2" fmla="*/ 21081 h 56091"/>
                    <a:gd name="connsiteX3" fmla="*/ 6968 w 42366"/>
                    <a:gd name="connsiteY3" fmla="*/ 2462 h 56091"/>
                    <a:gd name="connsiteX4" fmla="*/ 38462 w 42366"/>
                    <a:gd name="connsiteY4" fmla="*/ 17761 h 56091"/>
                    <a:gd name="connsiteX5" fmla="*/ 35915 w 42366"/>
                    <a:gd name="connsiteY5" fmla="*/ 52869 h 56091"/>
                    <a:gd name="connsiteX6" fmla="*/ 23787 w 42366"/>
                    <a:gd name="connsiteY6" fmla="*/ 51828 h 56091"/>
                    <a:gd name="connsiteX7" fmla="*/ 26556 w 42366"/>
                    <a:gd name="connsiteY7" fmla="*/ 40595 h 56091"/>
                    <a:gd name="connsiteX8" fmla="*/ 20259 w 42366"/>
                    <a:gd name="connsiteY8" fmla="*/ 41403 h 56091"/>
                    <a:gd name="connsiteX9" fmla="*/ 18998 w 42366"/>
                    <a:gd name="connsiteY9" fmla="*/ 40754 h 56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2366" h="56091">
                      <a:moveTo>
                        <a:pt x="19010" y="40754"/>
                      </a:moveTo>
                      <a:cubicBezTo>
                        <a:pt x="19010" y="40754"/>
                        <a:pt x="27119" y="18031"/>
                        <a:pt x="6968" y="17761"/>
                      </a:cubicBezTo>
                      <a:lnTo>
                        <a:pt x="2228" y="21081"/>
                      </a:lnTo>
                      <a:cubicBezTo>
                        <a:pt x="2228" y="21081"/>
                        <a:pt x="-5159" y="8476"/>
                        <a:pt x="6968" y="2462"/>
                      </a:cubicBezTo>
                      <a:cubicBezTo>
                        <a:pt x="19108" y="-3553"/>
                        <a:pt x="33305" y="1420"/>
                        <a:pt x="38462" y="17761"/>
                      </a:cubicBezTo>
                      <a:cubicBezTo>
                        <a:pt x="43632" y="34115"/>
                        <a:pt x="44502" y="45054"/>
                        <a:pt x="35915" y="52869"/>
                      </a:cubicBezTo>
                      <a:cubicBezTo>
                        <a:pt x="27328" y="60684"/>
                        <a:pt x="23787" y="51828"/>
                        <a:pt x="23787" y="51828"/>
                      </a:cubicBezTo>
                      <a:cubicBezTo>
                        <a:pt x="23787" y="51828"/>
                        <a:pt x="28467" y="44515"/>
                        <a:pt x="26556" y="40595"/>
                      </a:cubicBezTo>
                      <a:cubicBezTo>
                        <a:pt x="24657" y="36687"/>
                        <a:pt x="20259" y="41403"/>
                        <a:pt x="20259" y="41403"/>
                      </a:cubicBezTo>
                      <a:lnTo>
                        <a:pt x="18998" y="40754"/>
                      </a:lnTo>
                      <a:close/>
                    </a:path>
                  </a:pathLst>
                </a:custGeom>
                <a:solidFill>
                  <a:srgbClr val="352213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8" name="Forme libre : forme 817">
                  <a:extLst>
                    <a:ext uri="{FF2B5EF4-FFF2-40B4-BE49-F238E27FC236}">
                      <a16:creationId xmlns:a16="http://schemas.microsoft.com/office/drawing/2014/main" id="{7D83CD34-8F66-F2F6-8664-A7B0560EEBCE}"/>
                    </a:ext>
                  </a:extLst>
                </p:cNvPr>
                <p:cNvSpPr/>
                <p:nvPr/>
              </p:nvSpPr>
              <p:spPr>
                <a:xfrm>
                  <a:off x="1460987" y="731529"/>
                  <a:ext cx="11178" cy="13899"/>
                </a:xfrm>
                <a:custGeom>
                  <a:avLst/>
                  <a:gdLst>
                    <a:gd name="connsiteX0" fmla="*/ 0 w 11178"/>
                    <a:gd name="connsiteY0" fmla="*/ 8142 h 13899"/>
                    <a:gd name="connsiteX1" fmla="*/ 9567 w 11178"/>
                    <a:gd name="connsiteY1" fmla="*/ 1099 h 13899"/>
                    <a:gd name="connsiteX2" fmla="*/ 1237 w 11178"/>
                    <a:gd name="connsiteY2" fmla="*/ 13900 h 13899"/>
                    <a:gd name="connsiteX3" fmla="*/ 0 w 11178"/>
                    <a:gd name="connsiteY3" fmla="*/ 8142 h 138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78" h="13899">
                      <a:moveTo>
                        <a:pt x="0" y="8142"/>
                      </a:moveTo>
                      <a:cubicBezTo>
                        <a:pt x="0" y="8142"/>
                        <a:pt x="4104" y="-3568"/>
                        <a:pt x="9567" y="1099"/>
                      </a:cubicBezTo>
                      <a:cubicBezTo>
                        <a:pt x="15043" y="5766"/>
                        <a:pt x="5120" y="11915"/>
                        <a:pt x="1237" y="13900"/>
                      </a:cubicBezTo>
                      <a:lnTo>
                        <a:pt x="0" y="8142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5" name="Forme libre : forme 814">
                <a:extLst>
                  <a:ext uri="{FF2B5EF4-FFF2-40B4-BE49-F238E27FC236}">
                    <a16:creationId xmlns:a16="http://schemas.microsoft.com/office/drawing/2014/main" id="{7EFFAFE4-FA8B-73A6-A0B4-43125B58F27D}"/>
                  </a:ext>
                </a:extLst>
              </p:cNvPr>
              <p:cNvSpPr/>
              <p:nvPr/>
            </p:nvSpPr>
            <p:spPr>
              <a:xfrm>
                <a:off x="1349507" y="780951"/>
                <a:ext cx="148079" cy="78688"/>
              </a:xfrm>
              <a:custGeom>
                <a:avLst/>
                <a:gdLst>
                  <a:gd name="connsiteX0" fmla="*/ 147360 w 148079"/>
                  <a:gd name="connsiteY0" fmla="*/ 37523 h 78688"/>
                  <a:gd name="connsiteX1" fmla="*/ 2311 w 148079"/>
                  <a:gd name="connsiteY1" fmla="*/ 23472 h 78688"/>
                  <a:gd name="connsiteX2" fmla="*/ 1870 w 148079"/>
                  <a:gd name="connsiteY2" fmla="*/ 16257 h 78688"/>
                  <a:gd name="connsiteX3" fmla="*/ 44 w 148079"/>
                  <a:gd name="connsiteY3" fmla="*/ 2574 h 78688"/>
                  <a:gd name="connsiteX4" fmla="*/ 1955 w 148079"/>
                  <a:gd name="connsiteY4" fmla="*/ 14 h 78688"/>
                  <a:gd name="connsiteX5" fmla="*/ 1955 w 148079"/>
                  <a:gd name="connsiteY5" fmla="*/ 14 h 78688"/>
                  <a:gd name="connsiteX6" fmla="*/ 4552 w 148079"/>
                  <a:gd name="connsiteY6" fmla="*/ 1129 h 78688"/>
                  <a:gd name="connsiteX7" fmla="*/ 15883 w 148079"/>
                  <a:gd name="connsiteY7" fmla="*/ 15559 h 78688"/>
                  <a:gd name="connsiteX8" fmla="*/ 12674 w 148079"/>
                  <a:gd name="connsiteY8" fmla="*/ 22737 h 78688"/>
                  <a:gd name="connsiteX9" fmla="*/ 12674 w 148079"/>
                  <a:gd name="connsiteY9" fmla="*/ 22737 h 78688"/>
                  <a:gd name="connsiteX10" fmla="*/ 11571 w 148079"/>
                  <a:gd name="connsiteY10" fmla="*/ 27245 h 78688"/>
                  <a:gd name="connsiteX11" fmla="*/ 139091 w 148079"/>
                  <a:gd name="connsiteY11" fmla="*/ 22027 h 78688"/>
                  <a:gd name="connsiteX12" fmla="*/ 147384 w 148079"/>
                  <a:gd name="connsiteY12" fmla="*/ 37523 h 78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8079" h="78688">
                    <a:moveTo>
                      <a:pt x="147360" y="37523"/>
                    </a:moveTo>
                    <a:cubicBezTo>
                      <a:pt x="147360" y="37523"/>
                      <a:pt x="64331" y="138902"/>
                      <a:pt x="2311" y="23472"/>
                    </a:cubicBezTo>
                    <a:cubicBezTo>
                      <a:pt x="2311" y="23472"/>
                      <a:pt x="1122" y="20520"/>
                      <a:pt x="1870" y="16257"/>
                    </a:cubicBezTo>
                    <a:cubicBezTo>
                      <a:pt x="2249" y="14101"/>
                      <a:pt x="828" y="6482"/>
                      <a:pt x="44" y="2574"/>
                    </a:cubicBezTo>
                    <a:cubicBezTo>
                      <a:pt x="-213" y="1325"/>
                      <a:pt x="681" y="137"/>
                      <a:pt x="1955" y="14"/>
                    </a:cubicBezTo>
                    <a:lnTo>
                      <a:pt x="1955" y="14"/>
                    </a:lnTo>
                    <a:cubicBezTo>
                      <a:pt x="2948" y="-84"/>
                      <a:pt x="3927" y="333"/>
                      <a:pt x="4552" y="1129"/>
                    </a:cubicBezTo>
                    <a:lnTo>
                      <a:pt x="15883" y="15559"/>
                    </a:lnTo>
                    <a:cubicBezTo>
                      <a:pt x="16729" y="18413"/>
                      <a:pt x="15369" y="21463"/>
                      <a:pt x="12674" y="22737"/>
                    </a:cubicBezTo>
                    <a:lnTo>
                      <a:pt x="12674" y="22737"/>
                    </a:lnTo>
                    <a:cubicBezTo>
                      <a:pt x="10959" y="23558"/>
                      <a:pt x="10420" y="25739"/>
                      <a:pt x="11571" y="27245"/>
                    </a:cubicBezTo>
                    <a:cubicBezTo>
                      <a:pt x="58745" y="89082"/>
                      <a:pt x="137646" y="21231"/>
                      <a:pt x="139091" y="22027"/>
                    </a:cubicBezTo>
                    <a:cubicBezTo>
                      <a:pt x="144212" y="24857"/>
                      <a:pt x="150128" y="27980"/>
                      <a:pt x="147384" y="37523"/>
                    </a:cubicBezTo>
                    <a:close/>
                  </a:path>
                </a:pathLst>
              </a:custGeom>
              <a:solidFill>
                <a:srgbClr val="F4A392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4" name="Graphique 4">
              <a:extLst>
                <a:ext uri="{FF2B5EF4-FFF2-40B4-BE49-F238E27FC236}">
                  <a16:creationId xmlns:a16="http://schemas.microsoft.com/office/drawing/2014/main" id="{4754EDAB-5EF6-C71A-DF64-29E453C74724}"/>
                </a:ext>
              </a:extLst>
            </p:cNvPr>
            <p:cNvGrpSpPr/>
            <p:nvPr/>
          </p:nvGrpSpPr>
          <p:grpSpPr>
            <a:xfrm>
              <a:off x="1608464" y="544526"/>
              <a:ext cx="190738" cy="186754"/>
              <a:chOff x="1608464" y="544526"/>
              <a:chExt cx="190738" cy="186754"/>
            </a:xfrm>
          </p:grpSpPr>
          <p:grpSp>
            <p:nvGrpSpPr>
              <p:cNvPr id="778" name="Graphique 4">
                <a:extLst>
                  <a:ext uri="{FF2B5EF4-FFF2-40B4-BE49-F238E27FC236}">
                    <a16:creationId xmlns:a16="http://schemas.microsoft.com/office/drawing/2014/main" id="{E7DF2D58-2BD6-078D-3402-B4CBA125D600}"/>
                  </a:ext>
                </a:extLst>
              </p:cNvPr>
              <p:cNvGrpSpPr/>
              <p:nvPr/>
            </p:nvGrpSpPr>
            <p:grpSpPr>
              <a:xfrm>
                <a:off x="1645958" y="578257"/>
                <a:ext cx="153244" cy="153023"/>
                <a:chOff x="1645958" y="578257"/>
                <a:chExt cx="153244" cy="153023"/>
              </a:xfrm>
            </p:grpSpPr>
            <p:grpSp>
              <p:nvGrpSpPr>
                <p:cNvPr id="792" name="Graphique 4">
                  <a:extLst>
                    <a:ext uri="{FF2B5EF4-FFF2-40B4-BE49-F238E27FC236}">
                      <a16:creationId xmlns:a16="http://schemas.microsoft.com/office/drawing/2014/main" id="{FF1AF59A-E5F7-6995-9E9A-B916B347186C}"/>
                    </a:ext>
                  </a:extLst>
                </p:cNvPr>
                <p:cNvGrpSpPr/>
                <p:nvPr/>
              </p:nvGrpSpPr>
              <p:grpSpPr>
                <a:xfrm>
                  <a:off x="1673614" y="578257"/>
                  <a:ext cx="125588" cy="92840"/>
                  <a:chOff x="1673614" y="578257"/>
                  <a:chExt cx="125588" cy="92840"/>
                </a:xfrm>
                <a:solidFill>
                  <a:srgbClr val="B1ABE5"/>
                </a:solidFill>
              </p:grpSpPr>
              <p:sp>
                <p:nvSpPr>
                  <p:cNvPr id="801" name="Forme libre : forme 800">
                    <a:extLst>
                      <a:ext uri="{FF2B5EF4-FFF2-40B4-BE49-F238E27FC236}">
                        <a16:creationId xmlns:a16="http://schemas.microsoft.com/office/drawing/2014/main" id="{F8A2D4F2-3593-6101-D9B4-10D725970E4F}"/>
                      </a:ext>
                    </a:extLst>
                  </p:cNvPr>
                  <p:cNvSpPr/>
                  <p:nvPr/>
                </p:nvSpPr>
                <p:spPr>
                  <a:xfrm>
                    <a:off x="1673614" y="593332"/>
                    <a:ext cx="4504" cy="3899"/>
                  </a:xfrm>
                  <a:custGeom>
                    <a:avLst/>
                    <a:gdLst>
                      <a:gd name="connsiteX0" fmla="*/ 874 w 4504"/>
                      <a:gd name="connsiteY0" fmla="*/ 3900 h 3899"/>
                      <a:gd name="connsiteX1" fmla="*/ 200 w 4504"/>
                      <a:gd name="connsiteY1" fmla="*/ 3581 h 3899"/>
                      <a:gd name="connsiteX2" fmla="*/ 323 w 4504"/>
                      <a:gd name="connsiteY2" fmla="*/ 2356 h 3899"/>
                      <a:gd name="connsiteX3" fmla="*/ 3103 w 4504"/>
                      <a:gd name="connsiteY3" fmla="*/ 176 h 3899"/>
                      <a:gd name="connsiteX4" fmla="*/ 4328 w 4504"/>
                      <a:gd name="connsiteY4" fmla="*/ 348 h 3899"/>
                      <a:gd name="connsiteX5" fmla="*/ 4157 w 4504"/>
                      <a:gd name="connsiteY5" fmla="*/ 1573 h 3899"/>
                      <a:gd name="connsiteX6" fmla="*/ 1437 w 4504"/>
                      <a:gd name="connsiteY6" fmla="*/ 3704 h 3899"/>
                      <a:gd name="connsiteX7" fmla="*/ 886 w 4504"/>
                      <a:gd name="connsiteY7" fmla="*/ 3900 h 38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4" h="3899">
                        <a:moveTo>
                          <a:pt x="874" y="3900"/>
                        </a:moveTo>
                        <a:cubicBezTo>
                          <a:pt x="616" y="3900"/>
                          <a:pt x="372" y="3790"/>
                          <a:pt x="200" y="3581"/>
                        </a:cubicBezTo>
                        <a:cubicBezTo>
                          <a:pt x="-106" y="3214"/>
                          <a:pt x="-57" y="2663"/>
                          <a:pt x="323" y="2356"/>
                        </a:cubicBezTo>
                        <a:cubicBezTo>
                          <a:pt x="1217" y="1621"/>
                          <a:pt x="2160" y="887"/>
                          <a:pt x="3103" y="176"/>
                        </a:cubicBezTo>
                        <a:cubicBezTo>
                          <a:pt x="3495" y="-118"/>
                          <a:pt x="4034" y="-32"/>
                          <a:pt x="4328" y="348"/>
                        </a:cubicBezTo>
                        <a:cubicBezTo>
                          <a:pt x="4622" y="727"/>
                          <a:pt x="4536" y="1278"/>
                          <a:pt x="4157" y="1573"/>
                        </a:cubicBezTo>
                        <a:cubicBezTo>
                          <a:pt x="3226" y="2271"/>
                          <a:pt x="2319" y="2981"/>
                          <a:pt x="1437" y="3704"/>
                        </a:cubicBezTo>
                        <a:cubicBezTo>
                          <a:pt x="1278" y="3839"/>
                          <a:pt x="1082" y="3900"/>
                          <a:pt x="886" y="3900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2" name="Forme libre : forme 801">
                    <a:extLst>
                      <a:ext uri="{FF2B5EF4-FFF2-40B4-BE49-F238E27FC236}">
                        <a16:creationId xmlns:a16="http://schemas.microsoft.com/office/drawing/2014/main" id="{74E2A360-CE3F-36C7-D028-0F351EB4F5BC}"/>
                      </a:ext>
                    </a:extLst>
                  </p:cNvPr>
                  <p:cNvSpPr/>
                  <p:nvPr/>
                </p:nvSpPr>
                <p:spPr>
                  <a:xfrm>
                    <a:off x="1686112" y="578257"/>
                    <a:ext cx="113090" cy="77847"/>
                  </a:xfrm>
                  <a:custGeom>
                    <a:avLst/>
                    <a:gdLst>
                      <a:gd name="connsiteX0" fmla="*/ 112209 w 113090"/>
                      <a:gd name="connsiteY0" fmla="*/ 77847 h 77847"/>
                      <a:gd name="connsiteX1" fmla="*/ 112209 w 113090"/>
                      <a:gd name="connsiteY1" fmla="*/ 77847 h 77847"/>
                      <a:gd name="connsiteX2" fmla="*/ 111339 w 113090"/>
                      <a:gd name="connsiteY2" fmla="*/ 76965 h 77847"/>
                      <a:gd name="connsiteX3" fmla="*/ 111339 w 113090"/>
                      <a:gd name="connsiteY3" fmla="*/ 76610 h 77847"/>
                      <a:gd name="connsiteX4" fmla="*/ 111045 w 113090"/>
                      <a:gd name="connsiteY4" fmla="*/ 69946 h 77847"/>
                      <a:gd name="connsiteX5" fmla="*/ 111841 w 113090"/>
                      <a:gd name="connsiteY5" fmla="*/ 69003 h 77847"/>
                      <a:gd name="connsiteX6" fmla="*/ 112784 w 113090"/>
                      <a:gd name="connsiteY6" fmla="*/ 69799 h 77847"/>
                      <a:gd name="connsiteX7" fmla="*/ 113091 w 113090"/>
                      <a:gd name="connsiteY7" fmla="*/ 76610 h 77847"/>
                      <a:gd name="connsiteX8" fmla="*/ 113091 w 113090"/>
                      <a:gd name="connsiteY8" fmla="*/ 76977 h 77847"/>
                      <a:gd name="connsiteX9" fmla="*/ 112221 w 113090"/>
                      <a:gd name="connsiteY9" fmla="*/ 77847 h 77847"/>
                      <a:gd name="connsiteX10" fmla="*/ 109991 w 113090"/>
                      <a:gd name="connsiteY10" fmla="*/ 59362 h 77847"/>
                      <a:gd name="connsiteX11" fmla="*/ 109146 w 113090"/>
                      <a:gd name="connsiteY11" fmla="*/ 58701 h 77847"/>
                      <a:gd name="connsiteX12" fmla="*/ 107186 w 113090"/>
                      <a:gd name="connsiteY12" fmla="*/ 52098 h 77847"/>
                      <a:gd name="connsiteX13" fmla="*/ 107137 w 113090"/>
                      <a:gd name="connsiteY13" fmla="*/ 51976 h 77847"/>
                      <a:gd name="connsiteX14" fmla="*/ 107676 w 113090"/>
                      <a:gd name="connsiteY14" fmla="*/ 50861 h 77847"/>
                      <a:gd name="connsiteX15" fmla="*/ 108791 w 113090"/>
                      <a:gd name="connsiteY15" fmla="*/ 51400 h 77847"/>
                      <a:gd name="connsiteX16" fmla="*/ 108840 w 113090"/>
                      <a:gd name="connsiteY16" fmla="*/ 51535 h 77847"/>
                      <a:gd name="connsiteX17" fmla="*/ 110849 w 113090"/>
                      <a:gd name="connsiteY17" fmla="*/ 58296 h 77847"/>
                      <a:gd name="connsiteX18" fmla="*/ 110212 w 113090"/>
                      <a:gd name="connsiteY18" fmla="*/ 59350 h 77847"/>
                      <a:gd name="connsiteX19" fmla="*/ 110004 w 113090"/>
                      <a:gd name="connsiteY19" fmla="*/ 59374 h 77847"/>
                      <a:gd name="connsiteX20" fmla="*/ 103364 w 113090"/>
                      <a:gd name="connsiteY20" fmla="*/ 41968 h 77847"/>
                      <a:gd name="connsiteX21" fmla="*/ 102592 w 113090"/>
                      <a:gd name="connsiteY21" fmla="*/ 41502 h 77847"/>
                      <a:gd name="connsiteX22" fmla="*/ 99016 w 113090"/>
                      <a:gd name="connsiteY22" fmla="*/ 35463 h 77847"/>
                      <a:gd name="connsiteX23" fmla="*/ 99261 w 113090"/>
                      <a:gd name="connsiteY23" fmla="*/ 34250 h 77847"/>
                      <a:gd name="connsiteX24" fmla="*/ 100473 w 113090"/>
                      <a:gd name="connsiteY24" fmla="*/ 34495 h 77847"/>
                      <a:gd name="connsiteX25" fmla="*/ 104136 w 113090"/>
                      <a:gd name="connsiteY25" fmla="*/ 40681 h 77847"/>
                      <a:gd name="connsiteX26" fmla="*/ 103769 w 113090"/>
                      <a:gd name="connsiteY26" fmla="*/ 41857 h 77847"/>
                      <a:gd name="connsiteX27" fmla="*/ 103364 w 113090"/>
                      <a:gd name="connsiteY27" fmla="*/ 41955 h 77847"/>
                      <a:gd name="connsiteX28" fmla="*/ 92695 w 113090"/>
                      <a:gd name="connsiteY28" fmla="*/ 26717 h 77847"/>
                      <a:gd name="connsiteX29" fmla="*/ 92045 w 113090"/>
                      <a:gd name="connsiteY29" fmla="*/ 26435 h 77847"/>
                      <a:gd name="connsiteX30" fmla="*/ 87097 w 113090"/>
                      <a:gd name="connsiteY30" fmla="*/ 21449 h 77847"/>
                      <a:gd name="connsiteX31" fmla="*/ 87048 w 113090"/>
                      <a:gd name="connsiteY31" fmla="*/ 20212 h 77847"/>
                      <a:gd name="connsiteX32" fmla="*/ 88285 w 113090"/>
                      <a:gd name="connsiteY32" fmla="*/ 20163 h 77847"/>
                      <a:gd name="connsiteX33" fmla="*/ 93344 w 113090"/>
                      <a:gd name="connsiteY33" fmla="*/ 25259 h 77847"/>
                      <a:gd name="connsiteX34" fmla="*/ 93283 w 113090"/>
                      <a:gd name="connsiteY34" fmla="*/ 26496 h 77847"/>
                      <a:gd name="connsiteX35" fmla="*/ 92695 w 113090"/>
                      <a:gd name="connsiteY35" fmla="*/ 26717 h 77847"/>
                      <a:gd name="connsiteX36" fmla="*/ 78607 w 113090"/>
                      <a:gd name="connsiteY36" fmla="*/ 14553 h 77847"/>
                      <a:gd name="connsiteX37" fmla="*/ 78117 w 113090"/>
                      <a:gd name="connsiteY37" fmla="*/ 14406 h 77847"/>
                      <a:gd name="connsiteX38" fmla="*/ 72103 w 113090"/>
                      <a:gd name="connsiteY38" fmla="*/ 10780 h 77847"/>
                      <a:gd name="connsiteX39" fmla="*/ 71748 w 113090"/>
                      <a:gd name="connsiteY39" fmla="*/ 9592 h 77847"/>
                      <a:gd name="connsiteX40" fmla="*/ 72936 w 113090"/>
                      <a:gd name="connsiteY40" fmla="*/ 9236 h 77847"/>
                      <a:gd name="connsiteX41" fmla="*/ 79085 w 113090"/>
                      <a:gd name="connsiteY41" fmla="*/ 12948 h 77847"/>
                      <a:gd name="connsiteX42" fmla="*/ 79330 w 113090"/>
                      <a:gd name="connsiteY42" fmla="*/ 14161 h 77847"/>
                      <a:gd name="connsiteX43" fmla="*/ 78607 w 113090"/>
                      <a:gd name="connsiteY43" fmla="*/ 14553 h 77847"/>
                      <a:gd name="connsiteX44" fmla="*/ 871 w 113090"/>
                      <a:gd name="connsiteY44" fmla="*/ 10633 h 77847"/>
                      <a:gd name="connsiteX45" fmla="*/ 99 w 113090"/>
                      <a:gd name="connsiteY45" fmla="*/ 10167 h 77847"/>
                      <a:gd name="connsiteX46" fmla="*/ 466 w 113090"/>
                      <a:gd name="connsiteY46" fmla="*/ 8991 h 77847"/>
                      <a:gd name="connsiteX47" fmla="*/ 6959 w 113090"/>
                      <a:gd name="connsiteY47" fmla="*/ 5917 h 77847"/>
                      <a:gd name="connsiteX48" fmla="*/ 8098 w 113090"/>
                      <a:gd name="connsiteY48" fmla="*/ 6382 h 77847"/>
                      <a:gd name="connsiteX49" fmla="*/ 7633 w 113090"/>
                      <a:gd name="connsiteY49" fmla="*/ 7521 h 77847"/>
                      <a:gd name="connsiteX50" fmla="*/ 1287 w 113090"/>
                      <a:gd name="connsiteY50" fmla="*/ 10523 h 77847"/>
                      <a:gd name="connsiteX51" fmla="*/ 883 w 113090"/>
                      <a:gd name="connsiteY51" fmla="*/ 10621 h 77847"/>
                      <a:gd name="connsiteX52" fmla="*/ 61985 w 113090"/>
                      <a:gd name="connsiteY52" fmla="*/ 6186 h 77847"/>
                      <a:gd name="connsiteX53" fmla="*/ 61691 w 113090"/>
                      <a:gd name="connsiteY53" fmla="*/ 6137 h 77847"/>
                      <a:gd name="connsiteX54" fmla="*/ 54978 w 113090"/>
                      <a:gd name="connsiteY54" fmla="*/ 4079 h 77847"/>
                      <a:gd name="connsiteX55" fmla="*/ 54353 w 113090"/>
                      <a:gd name="connsiteY55" fmla="*/ 3013 h 77847"/>
                      <a:gd name="connsiteX56" fmla="*/ 55419 w 113090"/>
                      <a:gd name="connsiteY56" fmla="*/ 2389 h 77847"/>
                      <a:gd name="connsiteX57" fmla="*/ 62291 w 113090"/>
                      <a:gd name="connsiteY57" fmla="*/ 4496 h 77847"/>
                      <a:gd name="connsiteX58" fmla="*/ 62818 w 113090"/>
                      <a:gd name="connsiteY58" fmla="*/ 5610 h 77847"/>
                      <a:gd name="connsiteX59" fmla="*/ 61997 w 113090"/>
                      <a:gd name="connsiteY59" fmla="*/ 6186 h 77847"/>
                      <a:gd name="connsiteX60" fmla="*/ 18241 w 113090"/>
                      <a:gd name="connsiteY60" fmla="*/ 3981 h 77847"/>
                      <a:gd name="connsiteX61" fmla="*/ 17396 w 113090"/>
                      <a:gd name="connsiteY61" fmla="*/ 3320 h 77847"/>
                      <a:gd name="connsiteX62" fmla="*/ 18033 w 113090"/>
                      <a:gd name="connsiteY62" fmla="*/ 2254 h 77847"/>
                      <a:gd name="connsiteX63" fmla="*/ 25076 w 113090"/>
                      <a:gd name="connsiteY63" fmla="*/ 845 h 77847"/>
                      <a:gd name="connsiteX64" fmla="*/ 26068 w 113090"/>
                      <a:gd name="connsiteY64" fmla="*/ 1580 h 77847"/>
                      <a:gd name="connsiteX65" fmla="*/ 25333 w 113090"/>
                      <a:gd name="connsiteY65" fmla="*/ 2572 h 77847"/>
                      <a:gd name="connsiteX66" fmla="*/ 18449 w 113090"/>
                      <a:gd name="connsiteY66" fmla="*/ 3957 h 77847"/>
                      <a:gd name="connsiteX67" fmla="*/ 18241 w 113090"/>
                      <a:gd name="connsiteY67" fmla="*/ 3981 h 77847"/>
                      <a:gd name="connsiteX68" fmla="*/ 43818 w 113090"/>
                      <a:gd name="connsiteY68" fmla="*/ 2107 h 77847"/>
                      <a:gd name="connsiteX69" fmla="*/ 43733 w 113090"/>
                      <a:gd name="connsiteY69" fmla="*/ 2107 h 77847"/>
                      <a:gd name="connsiteX70" fmla="*/ 36713 w 113090"/>
                      <a:gd name="connsiteY70" fmla="*/ 1752 h 77847"/>
                      <a:gd name="connsiteX71" fmla="*/ 35844 w 113090"/>
                      <a:gd name="connsiteY71" fmla="*/ 870 h 77847"/>
                      <a:gd name="connsiteX72" fmla="*/ 36713 w 113090"/>
                      <a:gd name="connsiteY72" fmla="*/ 0 h 77847"/>
                      <a:gd name="connsiteX73" fmla="*/ 36713 w 113090"/>
                      <a:gd name="connsiteY73" fmla="*/ 0 h 77847"/>
                      <a:gd name="connsiteX74" fmla="*/ 43892 w 113090"/>
                      <a:gd name="connsiteY74" fmla="*/ 367 h 77847"/>
                      <a:gd name="connsiteX75" fmla="*/ 44676 w 113090"/>
                      <a:gd name="connsiteY75" fmla="*/ 1323 h 77847"/>
                      <a:gd name="connsiteX76" fmla="*/ 43806 w 113090"/>
                      <a:gd name="connsiteY76" fmla="*/ 2107 h 778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</a:cxnLst>
                    <a:rect l="l" t="t" r="r" b="b"/>
                    <a:pathLst>
                      <a:path w="113090" h="77847">
                        <a:moveTo>
                          <a:pt x="112209" y="77847"/>
                        </a:moveTo>
                        <a:lnTo>
                          <a:pt x="112209" y="77847"/>
                        </a:lnTo>
                        <a:cubicBezTo>
                          <a:pt x="111731" y="77847"/>
                          <a:pt x="111339" y="77455"/>
                          <a:pt x="111339" y="76965"/>
                        </a:cubicBezTo>
                        <a:lnTo>
                          <a:pt x="111339" y="76610"/>
                        </a:lnTo>
                        <a:cubicBezTo>
                          <a:pt x="111339" y="74393"/>
                          <a:pt x="111241" y="72151"/>
                          <a:pt x="111045" y="69946"/>
                        </a:cubicBezTo>
                        <a:cubicBezTo>
                          <a:pt x="110996" y="69468"/>
                          <a:pt x="111351" y="69040"/>
                          <a:pt x="111841" y="69003"/>
                        </a:cubicBezTo>
                        <a:cubicBezTo>
                          <a:pt x="112331" y="68966"/>
                          <a:pt x="112748" y="69309"/>
                          <a:pt x="112784" y="69799"/>
                        </a:cubicBezTo>
                        <a:cubicBezTo>
                          <a:pt x="112993" y="72053"/>
                          <a:pt x="113091" y="74344"/>
                          <a:pt x="113091" y="76610"/>
                        </a:cubicBezTo>
                        <a:lnTo>
                          <a:pt x="113091" y="76977"/>
                        </a:lnTo>
                        <a:cubicBezTo>
                          <a:pt x="113091" y="77455"/>
                          <a:pt x="112698" y="77847"/>
                          <a:pt x="112221" y="77847"/>
                        </a:cubicBezTo>
                        <a:close/>
                        <a:moveTo>
                          <a:pt x="109991" y="59362"/>
                        </a:moveTo>
                        <a:cubicBezTo>
                          <a:pt x="109599" y="59362"/>
                          <a:pt x="109244" y="59093"/>
                          <a:pt x="109146" y="58701"/>
                        </a:cubicBezTo>
                        <a:cubicBezTo>
                          <a:pt x="108595" y="56484"/>
                          <a:pt x="107933" y="54266"/>
                          <a:pt x="107186" y="52098"/>
                        </a:cubicBezTo>
                        <a:lnTo>
                          <a:pt x="107137" y="51976"/>
                        </a:lnTo>
                        <a:cubicBezTo>
                          <a:pt x="106978" y="51522"/>
                          <a:pt x="107223" y="51020"/>
                          <a:pt x="107676" y="50861"/>
                        </a:cubicBezTo>
                        <a:cubicBezTo>
                          <a:pt x="108129" y="50702"/>
                          <a:pt x="108632" y="50947"/>
                          <a:pt x="108791" y="51400"/>
                        </a:cubicBezTo>
                        <a:lnTo>
                          <a:pt x="108840" y="51535"/>
                        </a:lnTo>
                        <a:cubicBezTo>
                          <a:pt x="109612" y="53752"/>
                          <a:pt x="110285" y="56018"/>
                          <a:pt x="110849" y="58296"/>
                        </a:cubicBezTo>
                        <a:cubicBezTo>
                          <a:pt x="110959" y="58762"/>
                          <a:pt x="110677" y="59240"/>
                          <a:pt x="110212" y="59350"/>
                        </a:cubicBezTo>
                        <a:cubicBezTo>
                          <a:pt x="110138" y="59362"/>
                          <a:pt x="110065" y="59374"/>
                          <a:pt x="110004" y="59374"/>
                        </a:cubicBezTo>
                        <a:close/>
                        <a:moveTo>
                          <a:pt x="103364" y="41968"/>
                        </a:moveTo>
                        <a:cubicBezTo>
                          <a:pt x="103046" y="41968"/>
                          <a:pt x="102752" y="41796"/>
                          <a:pt x="102592" y="41502"/>
                        </a:cubicBezTo>
                        <a:cubicBezTo>
                          <a:pt x="101502" y="39444"/>
                          <a:pt x="100302" y="37411"/>
                          <a:pt x="99016" y="35463"/>
                        </a:cubicBezTo>
                        <a:cubicBezTo>
                          <a:pt x="98746" y="35059"/>
                          <a:pt x="98869" y="34520"/>
                          <a:pt x="99261" y="34250"/>
                        </a:cubicBezTo>
                        <a:cubicBezTo>
                          <a:pt x="99665" y="33981"/>
                          <a:pt x="100204" y="34103"/>
                          <a:pt x="100473" y="34495"/>
                        </a:cubicBezTo>
                        <a:cubicBezTo>
                          <a:pt x="101784" y="36492"/>
                          <a:pt x="103009" y="38574"/>
                          <a:pt x="104136" y="40681"/>
                        </a:cubicBezTo>
                        <a:cubicBezTo>
                          <a:pt x="104356" y="41110"/>
                          <a:pt x="104197" y="41637"/>
                          <a:pt x="103769" y="41857"/>
                        </a:cubicBezTo>
                        <a:cubicBezTo>
                          <a:pt x="103634" y="41931"/>
                          <a:pt x="103499" y="41955"/>
                          <a:pt x="103364" y="41955"/>
                        </a:cubicBezTo>
                        <a:close/>
                        <a:moveTo>
                          <a:pt x="92695" y="26717"/>
                        </a:moveTo>
                        <a:cubicBezTo>
                          <a:pt x="92462" y="26717"/>
                          <a:pt x="92217" y="26619"/>
                          <a:pt x="92045" y="26435"/>
                        </a:cubicBezTo>
                        <a:cubicBezTo>
                          <a:pt x="90478" y="24708"/>
                          <a:pt x="88811" y="23029"/>
                          <a:pt x="87097" y="21449"/>
                        </a:cubicBezTo>
                        <a:cubicBezTo>
                          <a:pt x="86741" y="21119"/>
                          <a:pt x="86717" y="20567"/>
                          <a:pt x="87048" y="20212"/>
                        </a:cubicBezTo>
                        <a:cubicBezTo>
                          <a:pt x="87378" y="19857"/>
                          <a:pt x="87930" y="19832"/>
                          <a:pt x="88285" y="20163"/>
                        </a:cubicBezTo>
                        <a:cubicBezTo>
                          <a:pt x="90036" y="21768"/>
                          <a:pt x="91751" y="23495"/>
                          <a:pt x="93344" y="25259"/>
                        </a:cubicBezTo>
                        <a:cubicBezTo>
                          <a:pt x="93662" y="25614"/>
                          <a:pt x="93638" y="26165"/>
                          <a:pt x="93283" y="26496"/>
                        </a:cubicBezTo>
                        <a:cubicBezTo>
                          <a:pt x="93111" y="26643"/>
                          <a:pt x="92903" y="26717"/>
                          <a:pt x="92695" y="26717"/>
                        </a:cubicBezTo>
                        <a:close/>
                        <a:moveTo>
                          <a:pt x="78607" y="14553"/>
                        </a:moveTo>
                        <a:cubicBezTo>
                          <a:pt x="78436" y="14553"/>
                          <a:pt x="78277" y="14504"/>
                          <a:pt x="78117" y="14406"/>
                        </a:cubicBezTo>
                        <a:cubicBezTo>
                          <a:pt x="76182" y="13107"/>
                          <a:pt x="74161" y="11894"/>
                          <a:pt x="72103" y="10780"/>
                        </a:cubicBezTo>
                        <a:cubicBezTo>
                          <a:pt x="71674" y="10547"/>
                          <a:pt x="71515" y="10020"/>
                          <a:pt x="71748" y="9592"/>
                        </a:cubicBezTo>
                        <a:cubicBezTo>
                          <a:pt x="71980" y="9163"/>
                          <a:pt x="72507" y="9016"/>
                          <a:pt x="72936" y="9236"/>
                        </a:cubicBezTo>
                        <a:cubicBezTo>
                          <a:pt x="75043" y="10376"/>
                          <a:pt x="77113" y="11625"/>
                          <a:pt x="79085" y="12948"/>
                        </a:cubicBezTo>
                        <a:cubicBezTo>
                          <a:pt x="79489" y="13217"/>
                          <a:pt x="79600" y="13756"/>
                          <a:pt x="79330" y="14161"/>
                        </a:cubicBezTo>
                        <a:cubicBezTo>
                          <a:pt x="79159" y="14418"/>
                          <a:pt x="78889" y="14553"/>
                          <a:pt x="78607" y="14553"/>
                        </a:cubicBezTo>
                        <a:close/>
                        <a:moveTo>
                          <a:pt x="871" y="10633"/>
                        </a:moveTo>
                        <a:cubicBezTo>
                          <a:pt x="552" y="10633"/>
                          <a:pt x="258" y="10461"/>
                          <a:pt x="99" y="10167"/>
                        </a:cubicBezTo>
                        <a:cubicBezTo>
                          <a:pt x="-122" y="9739"/>
                          <a:pt x="38" y="9212"/>
                          <a:pt x="466" y="8991"/>
                        </a:cubicBezTo>
                        <a:cubicBezTo>
                          <a:pt x="2573" y="7877"/>
                          <a:pt x="4754" y="6835"/>
                          <a:pt x="6959" y="5917"/>
                        </a:cubicBezTo>
                        <a:cubicBezTo>
                          <a:pt x="7412" y="5733"/>
                          <a:pt x="7914" y="5941"/>
                          <a:pt x="8098" y="6382"/>
                        </a:cubicBezTo>
                        <a:cubicBezTo>
                          <a:pt x="8282" y="6823"/>
                          <a:pt x="8074" y="7338"/>
                          <a:pt x="7633" y="7521"/>
                        </a:cubicBezTo>
                        <a:cubicBezTo>
                          <a:pt x="5477" y="8416"/>
                          <a:pt x="3333" y="9432"/>
                          <a:pt x="1287" y="10523"/>
                        </a:cubicBezTo>
                        <a:cubicBezTo>
                          <a:pt x="1152" y="10596"/>
                          <a:pt x="1018" y="10621"/>
                          <a:pt x="883" y="10621"/>
                        </a:cubicBezTo>
                        <a:close/>
                        <a:moveTo>
                          <a:pt x="61985" y="6186"/>
                        </a:moveTo>
                        <a:cubicBezTo>
                          <a:pt x="61887" y="6186"/>
                          <a:pt x="61789" y="6174"/>
                          <a:pt x="61691" y="6137"/>
                        </a:cubicBezTo>
                        <a:cubicBezTo>
                          <a:pt x="59498" y="5353"/>
                          <a:pt x="57232" y="4655"/>
                          <a:pt x="54978" y="4079"/>
                        </a:cubicBezTo>
                        <a:cubicBezTo>
                          <a:pt x="54512" y="3957"/>
                          <a:pt x="54230" y="3479"/>
                          <a:pt x="54353" y="3013"/>
                        </a:cubicBezTo>
                        <a:cubicBezTo>
                          <a:pt x="54476" y="2548"/>
                          <a:pt x="54953" y="2266"/>
                          <a:pt x="55419" y="2389"/>
                        </a:cubicBezTo>
                        <a:cubicBezTo>
                          <a:pt x="57734" y="2977"/>
                          <a:pt x="60049" y="3687"/>
                          <a:pt x="62291" y="4496"/>
                        </a:cubicBezTo>
                        <a:cubicBezTo>
                          <a:pt x="62744" y="4655"/>
                          <a:pt x="62977" y="5157"/>
                          <a:pt x="62818" y="5610"/>
                        </a:cubicBezTo>
                        <a:cubicBezTo>
                          <a:pt x="62695" y="5966"/>
                          <a:pt x="62352" y="6186"/>
                          <a:pt x="61997" y="6186"/>
                        </a:cubicBezTo>
                        <a:close/>
                        <a:moveTo>
                          <a:pt x="18241" y="3981"/>
                        </a:moveTo>
                        <a:cubicBezTo>
                          <a:pt x="17849" y="3981"/>
                          <a:pt x="17494" y="3712"/>
                          <a:pt x="17396" y="3320"/>
                        </a:cubicBezTo>
                        <a:cubicBezTo>
                          <a:pt x="17273" y="2854"/>
                          <a:pt x="17567" y="2376"/>
                          <a:pt x="18033" y="2254"/>
                        </a:cubicBezTo>
                        <a:cubicBezTo>
                          <a:pt x="20348" y="1678"/>
                          <a:pt x="22724" y="1200"/>
                          <a:pt x="25076" y="845"/>
                        </a:cubicBezTo>
                        <a:cubicBezTo>
                          <a:pt x="25554" y="772"/>
                          <a:pt x="25995" y="1102"/>
                          <a:pt x="26068" y="1580"/>
                        </a:cubicBezTo>
                        <a:cubicBezTo>
                          <a:pt x="26142" y="2058"/>
                          <a:pt x="25811" y="2499"/>
                          <a:pt x="25333" y="2572"/>
                        </a:cubicBezTo>
                        <a:cubicBezTo>
                          <a:pt x="23030" y="2928"/>
                          <a:pt x="20715" y="3381"/>
                          <a:pt x="18449" y="3957"/>
                        </a:cubicBezTo>
                        <a:cubicBezTo>
                          <a:pt x="18375" y="3969"/>
                          <a:pt x="18302" y="3981"/>
                          <a:pt x="18241" y="3981"/>
                        </a:cubicBezTo>
                        <a:close/>
                        <a:moveTo>
                          <a:pt x="43818" y="2107"/>
                        </a:moveTo>
                        <a:cubicBezTo>
                          <a:pt x="43818" y="2107"/>
                          <a:pt x="43757" y="2107"/>
                          <a:pt x="43733" y="2107"/>
                        </a:cubicBezTo>
                        <a:cubicBezTo>
                          <a:pt x="41417" y="1874"/>
                          <a:pt x="39053" y="1764"/>
                          <a:pt x="36713" y="1752"/>
                        </a:cubicBezTo>
                        <a:cubicBezTo>
                          <a:pt x="36236" y="1752"/>
                          <a:pt x="35844" y="1360"/>
                          <a:pt x="35844" y="870"/>
                        </a:cubicBezTo>
                        <a:cubicBezTo>
                          <a:pt x="35844" y="392"/>
                          <a:pt x="36236" y="0"/>
                          <a:pt x="36713" y="0"/>
                        </a:cubicBezTo>
                        <a:lnTo>
                          <a:pt x="36713" y="0"/>
                        </a:lnTo>
                        <a:cubicBezTo>
                          <a:pt x="39102" y="0"/>
                          <a:pt x="41515" y="135"/>
                          <a:pt x="43892" y="367"/>
                        </a:cubicBezTo>
                        <a:cubicBezTo>
                          <a:pt x="44370" y="416"/>
                          <a:pt x="44725" y="845"/>
                          <a:pt x="44676" y="1323"/>
                        </a:cubicBezTo>
                        <a:cubicBezTo>
                          <a:pt x="44627" y="1776"/>
                          <a:pt x="44247" y="2107"/>
                          <a:pt x="43806" y="2107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3" name="Forme libre : forme 802">
                    <a:extLst>
                      <a:ext uri="{FF2B5EF4-FFF2-40B4-BE49-F238E27FC236}">
                        <a16:creationId xmlns:a16="http://schemas.microsoft.com/office/drawing/2014/main" id="{4CAFE94A-A096-B717-84EF-B5B73FE76125}"/>
                      </a:ext>
                    </a:extLst>
                  </p:cNvPr>
                  <p:cNvSpPr/>
                  <p:nvPr/>
                </p:nvSpPr>
                <p:spPr>
                  <a:xfrm>
                    <a:off x="1795864" y="665905"/>
                    <a:ext cx="2381" cy="5192"/>
                  </a:xfrm>
                  <a:custGeom>
                    <a:avLst/>
                    <a:gdLst>
                      <a:gd name="connsiteX0" fmla="*/ 876 w 2381"/>
                      <a:gd name="connsiteY0" fmla="*/ 5168 h 5192"/>
                      <a:gd name="connsiteX1" fmla="*/ 692 w 2381"/>
                      <a:gd name="connsiteY1" fmla="*/ 5155 h 5192"/>
                      <a:gd name="connsiteX2" fmla="*/ 19 w 2381"/>
                      <a:gd name="connsiteY2" fmla="*/ 4126 h 5192"/>
                      <a:gd name="connsiteX3" fmla="*/ 644 w 2381"/>
                      <a:gd name="connsiteY3" fmla="*/ 733 h 5192"/>
                      <a:gd name="connsiteX4" fmla="*/ 1648 w 2381"/>
                      <a:gd name="connsiteY4" fmla="*/ 11 h 5192"/>
                      <a:gd name="connsiteX5" fmla="*/ 2371 w 2381"/>
                      <a:gd name="connsiteY5" fmla="*/ 1015 h 5192"/>
                      <a:gd name="connsiteX6" fmla="*/ 1734 w 2381"/>
                      <a:gd name="connsiteY6" fmla="*/ 4494 h 5192"/>
                      <a:gd name="connsiteX7" fmla="*/ 876 w 2381"/>
                      <a:gd name="connsiteY7" fmla="*/ 5192 h 51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81" h="5192">
                        <a:moveTo>
                          <a:pt x="876" y="5168"/>
                        </a:moveTo>
                        <a:cubicBezTo>
                          <a:pt x="876" y="5168"/>
                          <a:pt x="754" y="5168"/>
                          <a:pt x="692" y="5155"/>
                        </a:cubicBezTo>
                        <a:cubicBezTo>
                          <a:pt x="215" y="5057"/>
                          <a:pt x="-79" y="4592"/>
                          <a:pt x="19" y="4126"/>
                        </a:cubicBezTo>
                        <a:cubicBezTo>
                          <a:pt x="252" y="2999"/>
                          <a:pt x="460" y="1860"/>
                          <a:pt x="644" y="733"/>
                        </a:cubicBezTo>
                        <a:cubicBezTo>
                          <a:pt x="717" y="256"/>
                          <a:pt x="1170" y="-63"/>
                          <a:pt x="1648" y="11"/>
                        </a:cubicBezTo>
                        <a:cubicBezTo>
                          <a:pt x="2126" y="84"/>
                          <a:pt x="2444" y="537"/>
                          <a:pt x="2371" y="1015"/>
                        </a:cubicBezTo>
                        <a:cubicBezTo>
                          <a:pt x="2187" y="2167"/>
                          <a:pt x="1967" y="3342"/>
                          <a:pt x="1734" y="4494"/>
                        </a:cubicBezTo>
                        <a:cubicBezTo>
                          <a:pt x="1648" y="4910"/>
                          <a:pt x="1280" y="5192"/>
                          <a:pt x="876" y="5192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93" name="Graphique 4">
                  <a:extLst>
                    <a:ext uri="{FF2B5EF4-FFF2-40B4-BE49-F238E27FC236}">
                      <a16:creationId xmlns:a16="http://schemas.microsoft.com/office/drawing/2014/main" id="{88142AFF-A5CC-B94D-E670-6FC93E4DF28E}"/>
                    </a:ext>
                  </a:extLst>
                </p:cNvPr>
                <p:cNvGrpSpPr/>
                <p:nvPr/>
              </p:nvGrpSpPr>
              <p:grpSpPr>
                <a:xfrm>
                  <a:off x="1645958" y="635226"/>
                  <a:ext cx="120481" cy="96054"/>
                  <a:chOff x="1645958" y="635226"/>
                  <a:chExt cx="120481" cy="96054"/>
                </a:xfrm>
                <a:solidFill>
                  <a:srgbClr val="B1ABE5"/>
                </a:solidFill>
              </p:grpSpPr>
              <p:sp>
                <p:nvSpPr>
                  <p:cNvPr id="798" name="Forme libre : forme 797">
                    <a:extLst>
                      <a:ext uri="{FF2B5EF4-FFF2-40B4-BE49-F238E27FC236}">
                        <a16:creationId xmlns:a16="http://schemas.microsoft.com/office/drawing/2014/main" id="{B30DC897-54C5-3010-0A91-E991A3A50ED9}"/>
                      </a:ext>
                    </a:extLst>
                  </p:cNvPr>
                  <p:cNvSpPr/>
                  <p:nvPr/>
                </p:nvSpPr>
                <p:spPr>
                  <a:xfrm>
                    <a:off x="1761768" y="716325"/>
                    <a:ext cx="4671" cy="3673"/>
                  </a:xfrm>
                  <a:custGeom>
                    <a:avLst/>
                    <a:gdLst>
                      <a:gd name="connsiteX0" fmla="*/ 882 w 4671"/>
                      <a:gd name="connsiteY0" fmla="*/ 3673 h 3673"/>
                      <a:gd name="connsiteX1" fmla="*/ 134 w 4671"/>
                      <a:gd name="connsiteY1" fmla="*/ 3257 h 3673"/>
                      <a:gd name="connsiteX2" fmla="*/ 416 w 4671"/>
                      <a:gd name="connsiteY2" fmla="*/ 2056 h 3673"/>
                      <a:gd name="connsiteX3" fmla="*/ 3307 w 4671"/>
                      <a:gd name="connsiteY3" fmla="*/ 157 h 3673"/>
                      <a:gd name="connsiteX4" fmla="*/ 4520 w 4671"/>
                      <a:gd name="connsiteY4" fmla="*/ 378 h 3673"/>
                      <a:gd name="connsiteX5" fmla="*/ 4299 w 4671"/>
                      <a:gd name="connsiteY5" fmla="*/ 1591 h 3673"/>
                      <a:gd name="connsiteX6" fmla="*/ 1347 w 4671"/>
                      <a:gd name="connsiteY6" fmla="*/ 3526 h 3673"/>
                      <a:gd name="connsiteX7" fmla="*/ 882 w 4671"/>
                      <a:gd name="connsiteY7" fmla="*/ 3661 h 36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671" h="3673">
                        <a:moveTo>
                          <a:pt x="882" y="3673"/>
                        </a:moveTo>
                        <a:cubicBezTo>
                          <a:pt x="588" y="3673"/>
                          <a:pt x="306" y="3526"/>
                          <a:pt x="134" y="3257"/>
                        </a:cubicBezTo>
                        <a:cubicBezTo>
                          <a:pt x="-123" y="2852"/>
                          <a:pt x="-1" y="2313"/>
                          <a:pt x="416" y="2056"/>
                        </a:cubicBezTo>
                        <a:cubicBezTo>
                          <a:pt x="1396" y="1444"/>
                          <a:pt x="2364" y="807"/>
                          <a:pt x="3307" y="157"/>
                        </a:cubicBezTo>
                        <a:cubicBezTo>
                          <a:pt x="3699" y="-124"/>
                          <a:pt x="4250" y="-14"/>
                          <a:pt x="4520" y="378"/>
                        </a:cubicBezTo>
                        <a:cubicBezTo>
                          <a:pt x="4789" y="770"/>
                          <a:pt x="4691" y="1321"/>
                          <a:pt x="4299" y="1591"/>
                        </a:cubicBezTo>
                        <a:cubicBezTo>
                          <a:pt x="3331" y="2252"/>
                          <a:pt x="2339" y="2901"/>
                          <a:pt x="1347" y="3526"/>
                        </a:cubicBezTo>
                        <a:cubicBezTo>
                          <a:pt x="1200" y="3612"/>
                          <a:pt x="1041" y="3661"/>
                          <a:pt x="882" y="3661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9" name="Forme libre : forme 798">
                    <a:extLst>
                      <a:ext uri="{FF2B5EF4-FFF2-40B4-BE49-F238E27FC236}">
                        <a16:creationId xmlns:a16="http://schemas.microsoft.com/office/drawing/2014/main" id="{B8B5FBA7-86BB-2D41-DD50-8BBA77728EDE}"/>
                      </a:ext>
                    </a:extLst>
                  </p:cNvPr>
                  <p:cNvSpPr/>
                  <p:nvPr/>
                </p:nvSpPr>
                <p:spPr>
                  <a:xfrm>
                    <a:off x="1645958" y="649929"/>
                    <a:ext cx="107504" cy="81351"/>
                  </a:xfrm>
                  <a:custGeom>
                    <a:avLst/>
                    <a:gdLst>
                      <a:gd name="connsiteX0" fmla="*/ 82110 w 107504"/>
                      <a:gd name="connsiteY0" fmla="*/ 81339 h 81351"/>
                      <a:gd name="connsiteX1" fmla="*/ 81240 w 107504"/>
                      <a:gd name="connsiteY1" fmla="*/ 80531 h 81351"/>
                      <a:gd name="connsiteX2" fmla="*/ 82049 w 107504"/>
                      <a:gd name="connsiteY2" fmla="*/ 79600 h 81351"/>
                      <a:gd name="connsiteX3" fmla="*/ 88909 w 107504"/>
                      <a:gd name="connsiteY3" fmla="*/ 78779 h 81351"/>
                      <a:gd name="connsiteX4" fmla="*/ 89913 w 107504"/>
                      <a:gd name="connsiteY4" fmla="*/ 79502 h 81351"/>
                      <a:gd name="connsiteX5" fmla="*/ 89190 w 107504"/>
                      <a:gd name="connsiteY5" fmla="*/ 80506 h 81351"/>
                      <a:gd name="connsiteX6" fmla="*/ 82171 w 107504"/>
                      <a:gd name="connsiteY6" fmla="*/ 81352 h 81351"/>
                      <a:gd name="connsiteX7" fmla="*/ 82110 w 107504"/>
                      <a:gd name="connsiteY7" fmla="*/ 81352 h 81351"/>
                      <a:gd name="connsiteX8" fmla="*/ 70755 w 107504"/>
                      <a:gd name="connsiteY8" fmla="*/ 81315 h 81351"/>
                      <a:gd name="connsiteX9" fmla="*/ 70681 w 107504"/>
                      <a:gd name="connsiteY9" fmla="*/ 81315 h 81351"/>
                      <a:gd name="connsiteX10" fmla="*/ 63662 w 107504"/>
                      <a:gd name="connsiteY10" fmla="*/ 80433 h 81351"/>
                      <a:gd name="connsiteX11" fmla="*/ 62951 w 107504"/>
                      <a:gd name="connsiteY11" fmla="*/ 79428 h 81351"/>
                      <a:gd name="connsiteX12" fmla="*/ 63956 w 107504"/>
                      <a:gd name="connsiteY12" fmla="*/ 78718 h 81351"/>
                      <a:gd name="connsiteX13" fmla="*/ 70816 w 107504"/>
                      <a:gd name="connsiteY13" fmla="*/ 79575 h 81351"/>
                      <a:gd name="connsiteX14" fmla="*/ 71624 w 107504"/>
                      <a:gd name="connsiteY14" fmla="*/ 80519 h 81351"/>
                      <a:gd name="connsiteX15" fmla="*/ 70755 w 107504"/>
                      <a:gd name="connsiteY15" fmla="*/ 81327 h 81351"/>
                      <a:gd name="connsiteX16" fmla="*/ 100080 w 107504"/>
                      <a:gd name="connsiteY16" fmla="*/ 77799 h 81351"/>
                      <a:gd name="connsiteX17" fmla="*/ 99247 w 107504"/>
                      <a:gd name="connsiteY17" fmla="*/ 77199 h 81351"/>
                      <a:gd name="connsiteX18" fmla="*/ 99811 w 107504"/>
                      <a:gd name="connsiteY18" fmla="*/ 76097 h 81351"/>
                      <a:gd name="connsiteX19" fmla="*/ 101134 w 107504"/>
                      <a:gd name="connsiteY19" fmla="*/ 75655 h 81351"/>
                      <a:gd name="connsiteX20" fmla="*/ 106279 w 107504"/>
                      <a:gd name="connsiteY20" fmla="*/ 73659 h 81351"/>
                      <a:gd name="connsiteX21" fmla="*/ 107430 w 107504"/>
                      <a:gd name="connsiteY21" fmla="*/ 74112 h 81351"/>
                      <a:gd name="connsiteX22" fmla="*/ 106977 w 107504"/>
                      <a:gd name="connsiteY22" fmla="*/ 75264 h 81351"/>
                      <a:gd name="connsiteX23" fmla="*/ 101722 w 107504"/>
                      <a:gd name="connsiteY23" fmla="*/ 77297 h 81351"/>
                      <a:gd name="connsiteX24" fmla="*/ 100362 w 107504"/>
                      <a:gd name="connsiteY24" fmla="*/ 77750 h 81351"/>
                      <a:gd name="connsiteX25" fmla="*/ 100093 w 107504"/>
                      <a:gd name="connsiteY25" fmla="*/ 77787 h 81351"/>
                      <a:gd name="connsiteX26" fmla="*/ 52809 w 107504"/>
                      <a:gd name="connsiteY26" fmla="*/ 77689 h 81351"/>
                      <a:gd name="connsiteX27" fmla="*/ 52539 w 107504"/>
                      <a:gd name="connsiteY27" fmla="*/ 77640 h 81351"/>
                      <a:gd name="connsiteX28" fmla="*/ 45937 w 107504"/>
                      <a:gd name="connsiteY28" fmla="*/ 75104 h 81351"/>
                      <a:gd name="connsiteX29" fmla="*/ 45483 w 107504"/>
                      <a:gd name="connsiteY29" fmla="*/ 73953 h 81351"/>
                      <a:gd name="connsiteX30" fmla="*/ 46635 w 107504"/>
                      <a:gd name="connsiteY30" fmla="*/ 73500 h 81351"/>
                      <a:gd name="connsiteX31" fmla="*/ 53090 w 107504"/>
                      <a:gd name="connsiteY31" fmla="*/ 75974 h 81351"/>
                      <a:gd name="connsiteX32" fmla="*/ 53642 w 107504"/>
                      <a:gd name="connsiteY32" fmla="*/ 77077 h 81351"/>
                      <a:gd name="connsiteX33" fmla="*/ 52809 w 107504"/>
                      <a:gd name="connsiteY33" fmla="*/ 77677 h 81351"/>
                      <a:gd name="connsiteX34" fmla="*/ 36247 w 107504"/>
                      <a:gd name="connsiteY34" fmla="*/ 69861 h 81351"/>
                      <a:gd name="connsiteX35" fmla="*/ 35781 w 107504"/>
                      <a:gd name="connsiteY35" fmla="*/ 69727 h 81351"/>
                      <a:gd name="connsiteX36" fmla="*/ 29975 w 107504"/>
                      <a:gd name="connsiteY36" fmla="*/ 65684 h 81351"/>
                      <a:gd name="connsiteX37" fmla="*/ 29816 w 107504"/>
                      <a:gd name="connsiteY37" fmla="*/ 64459 h 81351"/>
                      <a:gd name="connsiteX38" fmla="*/ 31041 w 107504"/>
                      <a:gd name="connsiteY38" fmla="*/ 64300 h 81351"/>
                      <a:gd name="connsiteX39" fmla="*/ 36712 w 107504"/>
                      <a:gd name="connsiteY39" fmla="*/ 68244 h 81351"/>
                      <a:gd name="connsiteX40" fmla="*/ 36982 w 107504"/>
                      <a:gd name="connsiteY40" fmla="*/ 69445 h 81351"/>
                      <a:gd name="connsiteX41" fmla="*/ 36247 w 107504"/>
                      <a:gd name="connsiteY41" fmla="*/ 69849 h 81351"/>
                      <a:gd name="connsiteX42" fmla="*/ 22037 w 107504"/>
                      <a:gd name="connsiteY42" fmla="*/ 58310 h 81351"/>
                      <a:gd name="connsiteX43" fmla="*/ 21413 w 107504"/>
                      <a:gd name="connsiteY43" fmla="*/ 58040 h 81351"/>
                      <a:gd name="connsiteX44" fmla="*/ 16745 w 107504"/>
                      <a:gd name="connsiteY44" fmla="*/ 52724 h 81351"/>
                      <a:gd name="connsiteX45" fmla="*/ 16880 w 107504"/>
                      <a:gd name="connsiteY45" fmla="*/ 51499 h 81351"/>
                      <a:gd name="connsiteX46" fmla="*/ 18105 w 107504"/>
                      <a:gd name="connsiteY46" fmla="*/ 51634 h 81351"/>
                      <a:gd name="connsiteX47" fmla="*/ 22662 w 107504"/>
                      <a:gd name="connsiteY47" fmla="*/ 56828 h 81351"/>
                      <a:gd name="connsiteX48" fmla="*/ 22637 w 107504"/>
                      <a:gd name="connsiteY48" fmla="*/ 58065 h 81351"/>
                      <a:gd name="connsiteX49" fmla="*/ 22037 w 107504"/>
                      <a:gd name="connsiteY49" fmla="*/ 58310 h 81351"/>
                      <a:gd name="connsiteX50" fmla="*/ 11037 w 107504"/>
                      <a:gd name="connsiteY50" fmla="*/ 43671 h 81351"/>
                      <a:gd name="connsiteX51" fmla="*/ 10278 w 107504"/>
                      <a:gd name="connsiteY51" fmla="*/ 43230 h 81351"/>
                      <a:gd name="connsiteX52" fmla="*/ 7031 w 107504"/>
                      <a:gd name="connsiteY52" fmla="*/ 36946 h 81351"/>
                      <a:gd name="connsiteX53" fmla="*/ 7460 w 107504"/>
                      <a:gd name="connsiteY53" fmla="*/ 35783 h 81351"/>
                      <a:gd name="connsiteX54" fmla="*/ 8624 w 107504"/>
                      <a:gd name="connsiteY54" fmla="*/ 36211 h 81351"/>
                      <a:gd name="connsiteX55" fmla="*/ 11797 w 107504"/>
                      <a:gd name="connsiteY55" fmla="*/ 42349 h 81351"/>
                      <a:gd name="connsiteX56" fmla="*/ 11478 w 107504"/>
                      <a:gd name="connsiteY56" fmla="*/ 43537 h 81351"/>
                      <a:gd name="connsiteX57" fmla="*/ 11037 w 107504"/>
                      <a:gd name="connsiteY57" fmla="*/ 43659 h 81351"/>
                      <a:gd name="connsiteX58" fmla="*/ 3871 w 107504"/>
                      <a:gd name="connsiteY58" fmla="*/ 26816 h 81351"/>
                      <a:gd name="connsiteX59" fmla="*/ 3038 w 107504"/>
                      <a:gd name="connsiteY59" fmla="*/ 26191 h 81351"/>
                      <a:gd name="connsiteX60" fmla="*/ 1384 w 107504"/>
                      <a:gd name="connsiteY60" fmla="*/ 19319 h 81351"/>
                      <a:gd name="connsiteX61" fmla="*/ 2082 w 107504"/>
                      <a:gd name="connsiteY61" fmla="*/ 18290 h 81351"/>
                      <a:gd name="connsiteX62" fmla="*/ 3111 w 107504"/>
                      <a:gd name="connsiteY62" fmla="*/ 18988 h 81351"/>
                      <a:gd name="connsiteX63" fmla="*/ 4728 w 107504"/>
                      <a:gd name="connsiteY63" fmla="*/ 25713 h 81351"/>
                      <a:gd name="connsiteX64" fmla="*/ 4128 w 107504"/>
                      <a:gd name="connsiteY64" fmla="*/ 26791 h 81351"/>
                      <a:gd name="connsiteX65" fmla="*/ 3883 w 107504"/>
                      <a:gd name="connsiteY65" fmla="*/ 26828 h 81351"/>
                      <a:gd name="connsiteX66" fmla="*/ 931 w 107504"/>
                      <a:gd name="connsiteY66" fmla="*/ 8735 h 81351"/>
                      <a:gd name="connsiteX67" fmla="*/ 61 w 107504"/>
                      <a:gd name="connsiteY67" fmla="*/ 7890 h 81351"/>
                      <a:gd name="connsiteX68" fmla="*/ 0 w 107504"/>
                      <a:gd name="connsiteY68" fmla="*/ 4926 h 81351"/>
                      <a:gd name="connsiteX69" fmla="*/ 110 w 107504"/>
                      <a:gd name="connsiteY69" fmla="*/ 822 h 81351"/>
                      <a:gd name="connsiteX70" fmla="*/ 1029 w 107504"/>
                      <a:gd name="connsiteY70" fmla="*/ 1 h 81351"/>
                      <a:gd name="connsiteX71" fmla="*/ 1850 w 107504"/>
                      <a:gd name="connsiteY71" fmla="*/ 920 h 81351"/>
                      <a:gd name="connsiteX72" fmla="*/ 1739 w 107504"/>
                      <a:gd name="connsiteY72" fmla="*/ 4926 h 81351"/>
                      <a:gd name="connsiteX73" fmla="*/ 1801 w 107504"/>
                      <a:gd name="connsiteY73" fmla="*/ 7829 h 81351"/>
                      <a:gd name="connsiteX74" fmla="*/ 968 w 107504"/>
                      <a:gd name="connsiteY74" fmla="*/ 8735 h 81351"/>
                      <a:gd name="connsiteX75" fmla="*/ 931 w 107504"/>
                      <a:gd name="connsiteY75" fmla="*/ 8735 h 813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</a:cxnLst>
                    <a:rect l="l" t="t" r="r" b="b"/>
                    <a:pathLst>
                      <a:path w="107504" h="81351">
                        <a:moveTo>
                          <a:pt x="82110" y="81339"/>
                        </a:moveTo>
                        <a:cubicBezTo>
                          <a:pt x="81657" y="81339"/>
                          <a:pt x="81277" y="80984"/>
                          <a:pt x="81240" y="80531"/>
                        </a:cubicBezTo>
                        <a:cubicBezTo>
                          <a:pt x="81203" y="80053"/>
                          <a:pt x="81571" y="79624"/>
                          <a:pt x="82049" y="79600"/>
                        </a:cubicBezTo>
                        <a:cubicBezTo>
                          <a:pt x="84339" y="79428"/>
                          <a:pt x="86642" y="79159"/>
                          <a:pt x="88909" y="78779"/>
                        </a:cubicBezTo>
                        <a:cubicBezTo>
                          <a:pt x="89386" y="78693"/>
                          <a:pt x="89840" y="79024"/>
                          <a:pt x="89913" y="79502"/>
                        </a:cubicBezTo>
                        <a:cubicBezTo>
                          <a:pt x="89999" y="79980"/>
                          <a:pt x="89668" y="80433"/>
                          <a:pt x="89190" y="80506"/>
                        </a:cubicBezTo>
                        <a:cubicBezTo>
                          <a:pt x="86875" y="80898"/>
                          <a:pt x="84511" y="81180"/>
                          <a:pt x="82171" y="81352"/>
                        </a:cubicBezTo>
                        <a:cubicBezTo>
                          <a:pt x="82147" y="81352"/>
                          <a:pt x="82122" y="81352"/>
                          <a:pt x="82110" y="81352"/>
                        </a:cubicBezTo>
                        <a:close/>
                        <a:moveTo>
                          <a:pt x="70755" y="81315"/>
                        </a:moveTo>
                        <a:cubicBezTo>
                          <a:pt x="70755" y="81315"/>
                          <a:pt x="70705" y="81315"/>
                          <a:pt x="70681" y="81315"/>
                        </a:cubicBezTo>
                        <a:cubicBezTo>
                          <a:pt x="68341" y="81131"/>
                          <a:pt x="65977" y="80837"/>
                          <a:pt x="63662" y="80433"/>
                        </a:cubicBezTo>
                        <a:cubicBezTo>
                          <a:pt x="63184" y="80347"/>
                          <a:pt x="62866" y="79894"/>
                          <a:pt x="62951" y="79428"/>
                        </a:cubicBezTo>
                        <a:cubicBezTo>
                          <a:pt x="63037" y="78951"/>
                          <a:pt x="63478" y="78632"/>
                          <a:pt x="63956" y="78718"/>
                        </a:cubicBezTo>
                        <a:cubicBezTo>
                          <a:pt x="66222" y="79110"/>
                          <a:pt x="68525" y="79404"/>
                          <a:pt x="70816" y="79575"/>
                        </a:cubicBezTo>
                        <a:cubicBezTo>
                          <a:pt x="71293" y="79612"/>
                          <a:pt x="71661" y="80029"/>
                          <a:pt x="71624" y="80519"/>
                        </a:cubicBezTo>
                        <a:cubicBezTo>
                          <a:pt x="71587" y="80972"/>
                          <a:pt x="71208" y="81327"/>
                          <a:pt x="70755" y="81327"/>
                        </a:cubicBezTo>
                        <a:close/>
                        <a:moveTo>
                          <a:pt x="100080" y="77799"/>
                        </a:moveTo>
                        <a:cubicBezTo>
                          <a:pt x="99713" y="77799"/>
                          <a:pt x="99370" y="77567"/>
                          <a:pt x="99247" y="77199"/>
                        </a:cubicBezTo>
                        <a:cubicBezTo>
                          <a:pt x="99100" y="76746"/>
                          <a:pt x="99345" y="76244"/>
                          <a:pt x="99811" y="76097"/>
                        </a:cubicBezTo>
                        <a:cubicBezTo>
                          <a:pt x="100252" y="75950"/>
                          <a:pt x="100693" y="75803"/>
                          <a:pt x="101134" y="75655"/>
                        </a:cubicBezTo>
                        <a:cubicBezTo>
                          <a:pt x="102873" y="75055"/>
                          <a:pt x="104601" y="74382"/>
                          <a:pt x="106279" y="73659"/>
                        </a:cubicBezTo>
                        <a:cubicBezTo>
                          <a:pt x="106720" y="73475"/>
                          <a:pt x="107234" y="73671"/>
                          <a:pt x="107430" y="74112"/>
                        </a:cubicBezTo>
                        <a:cubicBezTo>
                          <a:pt x="107626" y="74553"/>
                          <a:pt x="107418" y="75068"/>
                          <a:pt x="106977" y="75264"/>
                        </a:cubicBezTo>
                        <a:cubicBezTo>
                          <a:pt x="105262" y="75999"/>
                          <a:pt x="103498" y="76685"/>
                          <a:pt x="101722" y="77297"/>
                        </a:cubicBezTo>
                        <a:cubicBezTo>
                          <a:pt x="101269" y="77456"/>
                          <a:pt x="100815" y="77603"/>
                          <a:pt x="100362" y="77750"/>
                        </a:cubicBezTo>
                        <a:cubicBezTo>
                          <a:pt x="100276" y="77775"/>
                          <a:pt x="100178" y="77787"/>
                          <a:pt x="100093" y="77787"/>
                        </a:cubicBezTo>
                        <a:close/>
                        <a:moveTo>
                          <a:pt x="52809" y="77689"/>
                        </a:moveTo>
                        <a:cubicBezTo>
                          <a:pt x="52723" y="77689"/>
                          <a:pt x="52625" y="77677"/>
                          <a:pt x="52539" y="77640"/>
                        </a:cubicBezTo>
                        <a:cubicBezTo>
                          <a:pt x="50310" y="76893"/>
                          <a:pt x="48080" y="76047"/>
                          <a:pt x="45937" y="75104"/>
                        </a:cubicBezTo>
                        <a:cubicBezTo>
                          <a:pt x="45496" y="74908"/>
                          <a:pt x="45287" y="74394"/>
                          <a:pt x="45483" y="73953"/>
                        </a:cubicBezTo>
                        <a:cubicBezTo>
                          <a:pt x="45679" y="73512"/>
                          <a:pt x="46194" y="73304"/>
                          <a:pt x="46635" y="73500"/>
                        </a:cubicBezTo>
                        <a:cubicBezTo>
                          <a:pt x="48729" y="74418"/>
                          <a:pt x="50910" y="75251"/>
                          <a:pt x="53090" y="75974"/>
                        </a:cubicBezTo>
                        <a:cubicBezTo>
                          <a:pt x="53544" y="76121"/>
                          <a:pt x="53801" y="76623"/>
                          <a:pt x="53642" y="77077"/>
                        </a:cubicBezTo>
                        <a:cubicBezTo>
                          <a:pt x="53519" y="77444"/>
                          <a:pt x="53176" y="77677"/>
                          <a:pt x="52809" y="77677"/>
                        </a:cubicBezTo>
                        <a:close/>
                        <a:moveTo>
                          <a:pt x="36247" y="69861"/>
                        </a:moveTo>
                        <a:cubicBezTo>
                          <a:pt x="36088" y="69861"/>
                          <a:pt x="35928" y="69812"/>
                          <a:pt x="35781" y="69727"/>
                        </a:cubicBezTo>
                        <a:cubicBezTo>
                          <a:pt x="33797" y="68477"/>
                          <a:pt x="31837" y="67117"/>
                          <a:pt x="29975" y="65684"/>
                        </a:cubicBezTo>
                        <a:cubicBezTo>
                          <a:pt x="29595" y="65390"/>
                          <a:pt x="29522" y="64839"/>
                          <a:pt x="29816" y="64459"/>
                        </a:cubicBezTo>
                        <a:cubicBezTo>
                          <a:pt x="30110" y="64080"/>
                          <a:pt x="30661" y="64006"/>
                          <a:pt x="31041" y="64300"/>
                        </a:cubicBezTo>
                        <a:cubicBezTo>
                          <a:pt x="32854" y="65697"/>
                          <a:pt x="34765" y="67019"/>
                          <a:pt x="36712" y="68244"/>
                        </a:cubicBezTo>
                        <a:cubicBezTo>
                          <a:pt x="37117" y="68502"/>
                          <a:pt x="37239" y="69041"/>
                          <a:pt x="36982" y="69445"/>
                        </a:cubicBezTo>
                        <a:cubicBezTo>
                          <a:pt x="36810" y="69714"/>
                          <a:pt x="36529" y="69849"/>
                          <a:pt x="36247" y="69849"/>
                        </a:cubicBezTo>
                        <a:close/>
                        <a:moveTo>
                          <a:pt x="22037" y="58310"/>
                        </a:moveTo>
                        <a:cubicBezTo>
                          <a:pt x="21804" y="58310"/>
                          <a:pt x="21584" y="58224"/>
                          <a:pt x="21413" y="58040"/>
                        </a:cubicBezTo>
                        <a:cubicBezTo>
                          <a:pt x="19783" y="56350"/>
                          <a:pt x="18215" y="54561"/>
                          <a:pt x="16745" y="52724"/>
                        </a:cubicBezTo>
                        <a:cubicBezTo>
                          <a:pt x="16439" y="52344"/>
                          <a:pt x="16500" y="51793"/>
                          <a:pt x="16880" y="51499"/>
                        </a:cubicBezTo>
                        <a:cubicBezTo>
                          <a:pt x="17260" y="51193"/>
                          <a:pt x="17811" y="51254"/>
                          <a:pt x="18105" y="51634"/>
                        </a:cubicBezTo>
                        <a:cubicBezTo>
                          <a:pt x="19538" y="53422"/>
                          <a:pt x="21069" y="55174"/>
                          <a:pt x="22662" y="56828"/>
                        </a:cubicBezTo>
                        <a:cubicBezTo>
                          <a:pt x="22993" y="57171"/>
                          <a:pt x="22981" y="57734"/>
                          <a:pt x="22637" y="58065"/>
                        </a:cubicBezTo>
                        <a:cubicBezTo>
                          <a:pt x="22466" y="58224"/>
                          <a:pt x="22245" y="58310"/>
                          <a:pt x="22037" y="58310"/>
                        </a:cubicBezTo>
                        <a:close/>
                        <a:moveTo>
                          <a:pt x="11037" y="43671"/>
                        </a:moveTo>
                        <a:cubicBezTo>
                          <a:pt x="10731" y="43671"/>
                          <a:pt x="10437" y="43512"/>
                          <a:pt x="10278" y="43230"/>
                        </a:cubicBezTo>
                        <a:cubicBezTo>
                          <a:pt x="9114" y="41197"/>
                          <a:pt x="8023" y="39090"/>
                          <a:pt x="7031" y="36946"/>
                        </a:cubicBezTo>
                        <a:cubicBezTo>
                          <a:pt x="6835" y="36505"/>
                          <a:pt x="7031" y="35991"/>
                          <a:pt x="7460" y="35783"/>
                        </a:cubicBezTo>
                        <a:cubicBezTo>
                          <a:pt x="7901" y="35587"/>
                          <a:pt x="8416" y="35783"/>
                          <a:pt x="8624" y="36211"/>
                        </a:cubicBezTo>
                        <a:cubicBezTo>
                          <a:pt x="9579" y="38306"/>
                          <a:pt x="10645" y="40364"/>
                          <a:pt x="11797" y="42349"/>
                        </a:cubicBezTo>
                        <a:cubicBezTo>
                          <a:pt x="12041" y="42765"/>
                          <a:pt x="11894" y="43304"/>
                          <a:pt x="11478" y="43537"/>
                        </a:cubicBezTo>
                        <a:cubicBezTo>
                          <a:pt x="11343" y="43610"/>
                          <a:pt x="11196" y="43659"/>
                          <a:pt x="11037" y="43659"/>
                        </a:cubicBezTo>
                        <a:close/>
                        <a:moveTo>
                          <a:pt x="3871" y="26816"/>
                        </a:moveTo>
                        <a:cubicBezTo>
                          <a:pt x="3491" y="26816"/>
                          <a:pt x="3148" y="26571"/>
                          <a:pt x="3038" y="26191"/>
                        </a:cubicBezTo>
                        <a:cubicBezTo>
                          <a:pt x="2376" y="23925"/>
                          <a:pt x="1825" y="21610"/>
                          <a:pt x="1384" y="19319"/>
                        </a:cubicBezTo>
                        <a:cubicBezTo>
                          <a:pt x="1298" y="18841"/>
                          <a:pt x="1605" y="18388"/>
                          <a:pt x="2082" y="18290"/>
                        </a:cubicBezTo>
                        <a:cubicBezTo>
                          <a:pt x="2560" y="18204"/>
                          <a:pt x="3013" y="18510"/>
                          <a:pt x="3111" y="18988"/>
                        </a:cubicBezTo>
                        <a:cubicBezTo>
                          <a:pt x="3540" y="21230"/>
                          <a:pt x="4091" y="23496"/>
                          <a:pt x="4728" y="25713"/>
                        </a:cubicBezTo>
                        <a:cubicBezTo>
                          <a:pt x="4863" y="26179"/>
                          <a:pt x="4594" y="26657"/>
                          <a:pt x="4128" y="26791"/>
                        </a:cubicBezTo>
                        <a:cubicBezTo>
                          <a:pt x="4042" y="26816"/>
                          <a:pt x="3969" y="26828"/>
                          <a:pt x="3883" y="26828"/>
                        </a:cubicBezTo>
                        <a:close/>
                        <a:moveTo>
                          <a:pt x="931" y="8735"/>
                        </a:moveTo>
                        <a:cubicBezTo>
                          <a:pt x="465" y="8735"/>
                          <a:pt x="73" y="8368"/>
                          <a:pt x="61" y="7890"/>
                        </a:cubicBezTo>
                        <a:cubicBezTo>
                          <a:pt x="25" y="6898"/>
                          <a:pt x="0" y="5906"/>
                          <a:pt x="0" y="4926"/>
                        </a:cubicBezTo>
                        <a:cubicBezTo>
                          <a:pt x="0" y="3566"/>
                          <a:pt x="37" y="2182"/>
                          <a:pt x="110" y="822"/>
                        </a:cubicBezTo>
                        <a:cubicBezTo>
                          <a:pt x="135" y="344"/>
                          <a:pt x="563" y="-23"/>
                          <a:pt x="1029" y="1"/>
                        </a:cubicBezTo>
                        <a:cubicBezTo>
                          <a:pt x="1507" y="26"/>
                          <a:pt x="1874" y="442"/>
                          <a:pt x="1850" y="920"/>
                        </a:cubicBezTo>
                        <a:cubicBezTo>
                          <a:pt x="1776" y="2243"/>
                          <a:pt x="1739" y="3603"/>
                          <a:pt x="1739" y="4926"/>
                        </a:cubicBezTo>
                        <a:cubicBezTo>
                          <a:pt x="1739" y="5893"/>
                          <a:pt x="1764" y="6861"/>
                          <a:pt x="1801" y="7829"/>
                        </a:cubicBezTo>
                        <a:cubicBezTo>
                          <a:pt x="1825" y="8306"/>
                          <a:pt x="1445" y="8723"/>
                          <a:pt x="968" y="8735"/>
                        </a:cubicBezTo>
                        <a:cubicBezTo>
                          <a:pt x="968" y="8735"/>
                          <a:pt x="943" y="8735"/>
                          <a:pt x="931" y="8735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0" name="Forme libre : forme 799">
                    <a:extLst>
                      <a:ext uri="{FF2B5EF4-FFF2-40B4-BE49-F238E27FC236}">
                        <a16:creationId xmlns:a16="http://schemas.microsoft.com/office/drawing/2014/main" id="{5753AAC1-D883-D426-EE03-4BC509123F0D}"/>
                      </a:ext>
                    </a:extLst>
                  </p:cNvPr>
                  <p:cNvSpPr/>
                  <p:nvPr/>
                </p:nvSpPr>
                <p:spPr>
                  <a:xfrm>
                    <a:off x="1647556" y="635226"/>
                    <a:ext cx="2534" cy="5161"/>
                  </a:xfrm>
                  <a:custGeom>
                    <a:avLst/>
                    <a:gdLst>
                      <a:gd name="connsiteX0" fmla="*/ 876 w 2534"/>
                      <a:gd name="connsiteY0" fmla="*/ 5149 h 5161"/>
                      <a:gd name="connsiteX1" fmla="*/ 693 w 2534"/>
                      <a:gd name="connsiteY1" fmla="*/ 5125 h 5161"/>
                      <a:gd name="connsiteX2" fmla="*/ 19 w 2534"/>
                      <a:gd name="connsiteY2" fmla="*/ 4096 h 5161"/>
                      <a:gd name="connsiteX3" fmla="*/ 815 w 2534"/>
                      <a:gd name="connsiteY3" fmla="*/ 653 h 5161"/>
                      <a:gd name="connsiteX4" fmla="*/ 1881 w 2534"/>
                      <a:gd name="connsiteY4" fmla="*/ 29 h 5161"/>
                      <a:gd name="connsiteX5" fmla="*/ 2506 w 2534"/>
                      <a:gd name="connsiteY5" fmla="*/ 1094 h 5161"/>
                      <a:gd name="connsiteX6" fmla="*/ 1722 w 2534"/>
                      <a:gd name="connsiteY6" fmla="*/ 4463 h 5161"/>
                      <a:gd name="connsiteX7" fmla="*/ 864 w 2534"/>
                      <a:gd name="connsiteY7" fmla="*/ 5161 h 5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34" h="5161">
                        <a:moveTo>
                          <a:pt x="876" y="5149"/>
                        </a:moveTo>
                        <a:cubicBezTo>
                          <a:pt x="876" y="5149"/>
                          <a:pt x="754" y="5149"/>
                          <a:pt x="693" y="5125"/>
                        </a:cubicBezTo>
                        <a:cubicBezTo>
                          <a:pt x="215" y="5027"/>
                          <a:pt x="-79" y="4561"/>
                          <a:pt x="19" y="4096"/>
                        </a:cubicBezTo>
                        <a:cubicBezTo>
                          <a:pt x="252" y="2944"/>
                          <a:pt x="521" y="1793"/>
                          <a:pt x="815" y="653"/>
                        </a:cubicBezTo>
                        <a:cubicBezTo>
                          <a:pt x="938" y="188"/>
                          <a:pt x="1415" y="-94"/>
                          <a:pt x="1881" y="29"/>
                        </a:cubicBezTo>
                        <a:cubicBezTo>
                          <a:pt x="2346" y="151"/>
                          <a:pt x="2628" y="629"/>
                          <a:pt x="2506" y="1094"/>
                        </a:cubicBezTo>
                        <a:cubicBezTo>
                          <a:pt x="2224" y="2209"/>
                          <a:pt x="1954" y="3336"/>
                          <a:pt x="1722" y="4463"/>
                        </a:cubicBezTo>
                        <a:cubicBezTo>
                          <a:pt x="1636" y="4880"/>
                          <a:pt x="1268" y="5161"/>
                          <a:pt x="864" y="5161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94" name="Graphique 4">
                  <a:extLst>
                    <a:ext uri="{FF2B5EF4-FFF2-40B4-BE49-F238E27FC236}">
                      <a16:creationId xmlns:a16="http://schemas.microsoft.com/office/drawing/2014/main" id="{D25D5C0F-6681-18BC-D7CA-C20E42C25D35}"/>
                    </a:ext>
                  </a:extLst>
                </p:cNvPr>
                <p:cNvGrpSpPr/>
                <p:nvPr/>
              </p:nvGrpSpPr>
              <p:grpSpPr>
                <a:xfrm>
                  <a:off x="1665530" y="597022"/>
                  <a:ext cx="115274" cy="115274"/>
                  <a:chOff x="1665530" y="597022"/>
                  <a:chExt cx="115274" cy="115274"/>
                </a:xfrm>
              </p:grpSpPr>
              <p:sp>
                <p:nvSpPr>
                  <p:cNvPr id="795" name="Forme libre : forme 794">
                    <a:extLst>
                      <a:ext uri="{FF2B5EF4-FFF2-40B4-BE49-F238E27FC236}">
                        <a16:creationId xmlns:a16="http://schemas.microsoft.com/office/drawing/2014/main" id="{373A41C5-E624-4414-45B9-32C77AB739F0}"/>
                      </a:ext>
                    </a:extLst>
                  </p:cNvPr>
                  <p:cNvSpPr/>
                  <p:nvPr/>
                </p:nvSpPr>
                <p:spPr>
                  <a:xfrm>
                    <a:off x="1665530" y="597022"/>
                    <a:ext cx="115274" cy="115274"/>
                  </a:xfrm>
                  <a:custGeom>
                    <a:avLst/>
                    <a:gdLst>
                      <a:gd name="connsiteX0" fmla="*/ 2967 w 115274"/>
                      <a:gd name="connsiteY0" fmla="*/ 36432 h 115274"/>
                      <a:gd name="connsiteX1" fmla="*/ 3114 w 115274"/>
                      <a:gd name="connsiteY1" fmla="*/ 37473 h 115274"/>
                      <a:gd name="connsiteX2" fmla="*/ 10697 w 115274"/>
                      <a:gd name="connsiteY2" fmla="*/ 45534 h 115274"/>
                      <a:gd name="connsiteX3" fmla="*/ 9276 w 115274"/>
                      <a:gd name="connsiteY3" fmla="*/ 61079 h 115274"/>
                      <a:gd name="connsiteX4" fmla="*/ 370 w 115274"/>
                      <a:gd name="connsiteY4" fmla="*/ 67620 h 115274"/>
                      <a:gd name="connsiteX5" fmla="*/ 40 w 115274"/>
                      <a:gd name="connsiteY5" fmla="*/ 68624 h 115274"/>
                      <a:gd name="connsiteX6" fmla="*/ 3984 w 115274"/>
                      <a:gd name="connsiteY6" fmla="*/ 81291 h 115274"/>
                      <a:gd name="connsiteX7" fmla="*/ 4829 w 115274"/>
                      <a:gd name="connsiteY7" fmla="*/ 81928 h 115274"/>
                      <a:gd name="connsiteX8" fmla="*/ 15879 w 115274"/>
                      <a:gd name="connsiteY8" fmla="*/ 82258 h 115274"/>
                      <a:gd name="connsiteX9" fmla="*/ 25874 w 115274"/>
                      <a:gd name="connsiteY9" fmla="*/ 94251 h 115274"/>
                      <a:gd name="connsiteX10" fmla="*/ 24208 w 115274"/>
                      <a:gd name="connsiteY10" fmla="*/ 105190 h 115274"/>
                      <a:gd name="connsiteX11" fmla="*/ 24686 w 115274"/>
                      <a:gd name="connsiteY11" fmla="*/ 106133 h 115274"/>
                      <a:gd name="connsiteX12" fmla="*/ 36434 w 115274"/>
                      <a:gd name="connsiteY12" fmla="*/ 112307 h 115274"/>
                      <a:gd name="connsiteX13" fmla="*/ 37475 w 115274"/>
                      <a:gd name="connsiteY13" fmla="*/ 112160 h 115274"/>
                      <a:gd name="connsiteX14" fmla="*/ 45535 w 115274"/>
                      <a:gd name="connsiteY14" fmla="*/ 104577 h 115274"/>
                      <a:gd name="connsiteX15" fmla="*/ 61080 w 115274"/>
                      <a:gd name="connsiteY15" fmla="*/ 105998 h 115274"/>
                      <a:gd name="connsiteX16" fmla="*/ 67621 w 115274"/>
                      <a:gd name="connsiteY16" fmla="*/ 114904 h 115274"/>
                      <a:gd name="connsiteX17" fmla="*/ 68626 w 115274"/>
                      <a:gd name="connsiteY17" fmla="*/ 115235 h 115274"/>
                      <a:gd name="connsiteX18" fmla="*/ 81292 w 115274"/>
                      <a:gd name="connsiteY18" fmla="*/ 111290 h 115274"/>
                      <a:gd name="connsiteX19" fmla="*/ 81929 w 115274"/>
                      <a:gd name="connsiteY19" fmla="*/ 110445 h 115274"/>
                      <a:gd name="connsiteX20" fmla="*/ 82260 w 115274"/>
                      <a:gd name="connsiteY20" fmla="*/ 99396 h 115274"/>
                      <a:gd name="connsiteX21" fmla="*/ 94252 w 115274"/>
                      <a:gd name="connsiteY21" fmla="*/ 89400 h 115274"/>
                      <a:gd name="connsiteX22" fmla="*/ 105191 w 115274"/>
                      <a:gd name="connsiteY22" fmla="*/ 91066 h 115274"/>
                      <a:gd name="connsiteX23" fmla="*/ 106135 w 115274"/>
                      <a:gd name="connsiteY23" fmla="*/ 90588 h 115274"/>
                      <a:gd name="connsiteX24" fmla="*/ 112308 w 115274"/>
                      <a:gd name="connsiteY24" fmla="*/ 78841 h 115274"/>
                      <a:gd name="connsiteX25" fmla="*/ 112161 w 115274"/>
                      <a:gd name="connsiteY25" fmla="*/ 77799 h 115274"/>
                      <a:gd name="connsiteX26" fmla="*/ 104579 w 115274"/>
                      <a:gd name="connsiteY26" fmla="*/ 69739 h 115274"/>
                      <a:gd name="connsiteX27" fmla="*/ 106000 w 115274"/>
                      <a:gd name="connsiteY27" fmla="*/ 54194 h 115274"/>
                      <a:gd name="connsiteX28" fmla="*/ 114905 w 115274"/>
                      <a:gd name="connsiteY28" fmla="*/ 47653 h 115274"/>
                      <a:gd name="connsiteX29" fmla="*/ 115236 w 115274"/>
                      <a:gd name="connsiteY29" fmla="*/ 46648 h 115274"/>
                      <a:gd name="connsiteX30" fmla="*/ 111292 w 115274"/>
                      <a:gd name="connsiteY30" fmla="*/ 33982 h 115274"/>
                      <a:gd name="connsiteX31" fmla="*/ 110447 w 115274"/>
                      <a:gd name="connsiteY31" fmla="*/ 33345 h 115274"/>
                      <a:gd name="connsiteX32" fmla="*/ 99397 w 115274"/>
                      <a:gd name="connsiteY32" fmla="*/ 33014 h 115274"/>
                      <a:gd name="connsiteX33" fmla="*/ 89402 w 115274"/>
                      <a:gd name="connsiteY33" fmla="*/ 21022 h 115274"/>
                      <a:gd name="connsiteX34" fmla="*/ 91067 w 115274"/>
                      <a:gd name="connsiteY34" fmla="*/ 10083 h 115274"/>
                      <a:gd name="connsiteX35" fmla="*/ 90590 w 115274"/>
                      <a:gd name="connsiteY35" fmla="*/ 9140 h 115274"/>
                      <a:gd name="connsiteX36" fmla="*/ 78842 w 115274"/>
                      <a:gd name="connsiteY36" fmla="*/ 2966 h 115274"/>
                      <a:gd name="connsiteX37" fmla="*/ 77801 w 115274"/>
                      <a:gd name="connsiteY37" fmla="*/ 3113 h 115274"/>
                      <a:gd name="connsiteX38" fmla="*/ 69741 w 115274"/>
                      <a:gd name="connsiteY38" fmla="*/ 10695 h 115274"/>
                      <a:gd name="connsiteX39" fmla="*/ 54196 w 115274"/>
                      <a:gd name="connsiteY39" fmla="*/ 9274 h 115274"/>
                      <a:gd name="connsiteX40" fmla="*/ 47654 w 115274"/>
                      <a:gd name="connsiteY40" fmla="*/ 369 h 115274"/>
                      <a:gd name="connsiteX41" fmla="*/ 46650 w 115274"/>
                      <a:gd name="connsiteY41" fmla="*/ 38 h 115274"/>
                      <a:gd name="connsiteX42" fmla="*/ 33984 w 115274"/>
                      <a:gd name="connsiteY42" fmla="*/ 3983 h 115274"/>
                      <a:gd name="connsiteX43" fmla="*/ 33347 w 115274"/>
                      <a:gd name="connsiteY43" fmla="*/ 4828 h 115274"/>
                      <a:gd name="connsiteX44" fmla="*/ 33016 w 115274"/>
                      <a:gd name="connsiteY44" fmla="*/ 15877 h 115274"/>
                      <a:gd name="connsiteX45" fmla="*/ 21024 w 115274"/>
                      <a:gd name="connsiteY45" fmla="*/ 25873 h 115274"/>
                      <a:gd name="connsiteX46" fmla="*/ 10084 w 115274"/>
                      <a:gd name="connsiteY46" fmla="*/ 24207 h 115274"/>
                      <a:gd name="connsiteX47" fmla="*/ 9141 w 115274"/>
                      <a:gd name="connsiteY47" fmla="*/ 24685 h 115274"/>
                      <a:gd name="connsiteX48" fmla="*/ 2967 w 115274"/>
                      <a:gd name="connsiteY48" fmla="*/ 36432 h 1152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115274" h="115274">
                        <a:moveTo>
                          <a:pt x="2967" y="36432"/>
                        </a:moveTo>
                        <a:cubicBezTo>
                          <a:pt x="2784" y="36775"/>
                          <a:pt x="2845" y="37192"/>
                          <a:pt x="3114" y="37473"/>
                        </a:cubicBezTo>
                        <a:lnTo>
                          <a:pt x="10697" y="45534"/>
                        </a:lnTo>
                        <a:cubicBezTo>
                          <a:pt x="9399" y="50532"/>
                          <a:pt x="8896" y="55774"/>
                          <a:pt x="9276" y="61079"/>
                        </a:cubicBezTo>
                        <a:lnTo>
                          <a:pt x="370" y="67620"/>
                        </a:lnTo>
                        <a:cubicBezTo>
                          <a:pt x="52" y="67853"/>
                          <a:pt x="-71" y="68257"/>
                          <a:pt x="40" y="68624"/>
                        </a:cubicBezTo>
                        <a:lnTo>
                          <a:pt x="3984" y="81291"/>
                        </a:lnTo>
                        <a:cubicBezTo>
                          <a:pt x="4094" y="81658"/>
                          <a:pt x="4437" y="81915"/>
                          <a:pt x="4829" y="81928"/>
                        </a:cubicBezTo>
                        <a:lnTo>
                          <a:pt x="15879" y="82258"/>
                        </a:lnTo>
                        <a:cubicBezTo>
                          <a:pt x="18574" y="86840"/>
                          <a:pt x="21967" y="90870"/>
                          <a:pt x="25874" y="94251"/>
                        </a:cubicBezTo>
                        <a:lnTo>
                          <a:pt x="24208" y="105190"/>
                        </a:lnTo>
                        <a:cubicBezTo>
                          <a:pt x="24147" y="105570"/>
                          <a:pt x="24343" y="105949"/>
                          <a:pt x="24686" y="106133"/>
                        </a:cubicBezTo>
                        <a:lnTo>
                          <a:pt x="36434" y="112307"/>
                        </a:lnTo>
                        <a:cubicBezTo>
                          <a:pt x="36777" y="112491"/>
                          <a:pt x="37193" y="112429"/>
                          <a:pt x="37475" y="112160"/>
                        </a:cubicBezTo>
                        <a:lnTo>
                          <a:pt x="45535" y="104577"/>
                        </a:lnTo>
                        <a:cubicBezTo>
                          <a:pt x="50533" y="105876"/>
                          <a:pt x="55776" y="106378"/>
                          <a:pt x="61080" y="105998"/>
                        </a:cubicBezTo>
                        <a:lnTo>
                          <a:pt x="67621" y="114904"/>
                        </a:lnTo>
                        <a:cubicBezTo>
                          <a:pt x="67854" y="115222"/>
                          <a:pt x="68258" y="115345"/>
                          <a:pt x="68626" y="115235"/>
                        </a:cubicBezTo>
                        <a:lnTo>
                          <a:pt x="81292" y="111290"/>
                        </a:lnTo>
                        <a:cubicBezTo>
                          <a:pt x="81660" y="111180"/>
                          <a:pt x="81917" y="110837"/>
                          <a:pt x="81929" y="110445"/>
                        </a:cubicBezTo>
                        <a:lnTo>
                          <a:pt x="82260" y="99396"/>
                        </a:lnTo>
                        <a:cubicBezTo>
                          <a:pt x="86841" y="96701"/>
                          <a:pt x="90871" y="93308"/>
                          <a:pt x="94252" y="89400"/>
                        </a:cubicBezTo>
                        <a:lnTo>
                          <a:pt x="105191" y="91066"/>
                        </a:lnTo>
                        <a:cubicBezTo>
                          <a:pt x="105571" y="91127"/>
                          <a:pt x="105951" y="90931"/>
                          <a:pt x="106135" y="90588"/>
                        </a:cubicBezTo>
                        <a:lnTo>
                          <a:pt x="112308" y="78841"/>
                        </a:lnTo>
                        <a:cubicBezTo>
                          <a:pt x="112492" y="78498"/>
                          <a:pt x="112431" y="78081"/>
                          <a:pt x="112161" y="77799"/>
                        </a:cubicBezTo>
                        <a:lnTo>
                          <a:pt x="104579" y="69739"/>
                        </a:lnTo>
                        <a:cubicBezTo>
                          <a:pt x="105877" y="64741"/>
                          <a:pt x="106380" y="59498"/>
                          <a:pt x="106000" y="54194"/>
                        </a:cubicBezTo>
                        <a:lnTo>
                          <a:pt x="114905" y="47653"/>
                        </a:lnTo>
                        <a:cubicBezTo>
                          <a:pt x="115212" y="47420"/>
                          <a:pt x="115347" y="47016"/>
                          <a:pt x="115236" y="46648"/>
                        </a:cubicBezTo>
                        <a:lnTo>
                          <a:pt x="111292" y="33982"/>
                        </a:lnTo>
                        <a:cubicBezTo>
                          <a:pt x="111182" y="33615"/>
                          <a:pt x="110839" y="33357"/>
                          <a:pt x="110447" y="33345"/>
                        </a:cubicBezTo>
                        <a:lnTo>
                          <a:pt x="99397" y="33014"/>
                        </a:lnTo>
                        <a:cubicBezTo>
                          <a:pt x="96702" y="28433"/>
                          <a:pt x="93309" y="24403"/>
                          <a:pt x="89402" y="21022"/>
                        </a:cubicBezTo>
                        <a:lnTo>
                          <a:pt x="91067" y="10083"/>
                        </a:lnTo>
                        <a:cubicBezTo>
                          <a:pt x="91129" y="9703"/>
                          <a:pt x="90933" y="9323"/>
                          <a:pt x="90590" y="9140"/>
                        </a:cubicBezTo>
                        <a:lnTo>
                          <a:pt x="78842" y="2966"/>
                        </a:lnTo>
                        <a:cubicBezTo>
                          <a:pt x="78499" y="2782"/>
                          <a:pt x="78083" y="2843"/>
                          <a:pt x="77801" y="3113"/>
                        </a:cubicBezTo>
                        <a:lnTo>
                          <a:pt x="69741" y="10695"/>
                        </a:lnTo>
                        <a:cubicBezTo>
                          <a:pt x="64743" y="9397"/>
                          <a:pt x="59500" y="8895"/>
                          <a:pt x="54196" y="9274"/>
                        </a:cubicBezTo>
                        <a:lnTo>
                          <a:pt x="47654" y="369"/>
                        </a:lnTo>
                        <a:cubicBezTo>
                          <a:pt x="47422" y="63"/>
                          <a:pt x="47017" y="-72"/>
                          <a:pt x="46650" y="38"/>
                        </a:cubicBezTo>
                        <a:lnTo>
                          <a:pt x="33984" y="3983"/>
                        </a:lnTo>
                        <a:cubicBezTo>
                          <a:pt x="33616" y="4093"/>
                          <a:pt x="33359" y="4436"/>
                          <a:pt x="33347" y="4828"/>
                        </a:cubicBezTo>
                        <a:lnTo>
                          <a:pt x="33016" y="15877"/>
                        </a:lnTo>
                        <a:cubicBezTo>
                          <a:pt x="28435" y="18572"/>
                          <a:pt x="24404" y="21965"/>
                          <a:pt x="21024" y="25873"/>
                        </a:cubicBezTo>
                        <a:lnTo>
                          <a:pt x="10084" y="24207"/>
                        </a:lnTo>
                        <a:cubicBezTo>
                          <a:pt x="9705" y="24146"/>
                          <a:pt x="9325" y="24342"/>
                          <a:pt x="9141" y="24685"/>
                        </a:cubicBezTo>
                        <a:lnTo>
                          <a:pt x="2967" y="36432"/>
                        </a:ln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6" name="Forme libre : forme 795">
                    <a:extLst>
                      <a:ext uri="{FF2B5EF4-FFF2-40B4-BE49-F238E27FC236}">
                        <a16:creationId xmlns:a16="http://schemas.microsoft.com/office/drawing/2014/main" id="{04597655-FAF1-A524-06E3-FBC0C6E6B51A}"/>
                      </a:ext>
                    </a:extLst>
                  </p:cNvPr>
                  <p:cNvSpPr/>
                  <p:nvPr/>
                </p:nvSpPr>
                <p:spPr>
                  <a:xfrm>
                    <a:off x="1710070" y="641584"/>
                    <a:ext cx="26184" cy="26193"/>
                  </a:xfrm>
                  <a:custGeom>
                    <a:avLst/>
                    <a:gdLst>
                      <a:gd name="connsiteX0" fmla="*/ 13111 w 26184"/>
                      <a:gd name="connsiteY0" fmla="*/ 26181 h 26193"/>
                      <a:gd name="connsiteX1" fmla="*/ 10024 w 26184"/>
                      <a:gd name="connsiteY1" fmla="*/ 25814 h 26193"/>
                      <a:gd name="connsiteX2" fmla="*/ 1927 w 26184"/>
                      <a:gd name="connsiteY2" fmla="*/ 19921 h 26193"/>
                      <a:gd name="connsiteX3" fmla="*/ 371 w 26184"/>
                      <a:gd name="connsiteY3" fmla="*/ 10024 h 26193"/>
                      <a:gd name="connsiteX4" fmla="*/ 6263 w 26184"/>
                      <a:gd name="connsiteY4" fmla="*/ 1927 h 26193"/>
                      <a:gd name="connsiteX5" fmla="*/ 16161 w 26184"/>
                      <a:gd name="connsiteY5" fmla="*/ 371 h 26193"/>
                      <a:gd name="connsiteX6" fmla="*/ 24258 w 26184"/>
                      <a:gd name="connsiteY6" fmla="*/ 6263 h 26193"/>
                      <a:gd name="connsiteX7" fmla="*/ 25814 w 26184"/>
                      <a:gd name="connsiteY7" fmla="*/ 16161 h 26193"/>
                      <a:gd name="connsiteX8" fmla="*/ 19921 w 26184"/>
                      <a:gd name="connsiteY8" fmla="*/ 24258 h 26193"/>
                      <a:gd name="connsiteX9" fmla="*/ 13111 w 26184"/>
                      <a:gd name="connsiteY9" fmla="*/ 26193 h 26193"/>
                      <a:gd name="connsiteX10" fmla="*/ 13074 w 26184"/>
                      <a:gd name="connsiteY10" fmla="*/ 2613 h 26193"/>
                      <a:gd name="connsiteX11" fmla="*/ 7635 w 26184"/>
                      <a:gd name="connsiteY11" fmla="*/ 4156 h 26193"/>
                      <a:gd name="connsiteX12" fmla="*/ 2919 w 26184"/>
                      <a:gd name="connsiteY12" fmla="*/ 10636 h 26193"/>
                      <a:gd name="connsiteX13" fmla="*/ 4168 w 26184"/>
                      <a:gd name="connsiteY13" fmla="*/ 18549 h 26193"/>
                      <a:gd name="connsiteX14" fmla="*/ 10648 w 26184"/>
                      <a:gd name="connsiteY14" fmla="*/ 23266 h 26193"/>
                      <a:gd name="connsiteX15" fmla="*/ 18562 w 26184"/>
                      <a:gd name="connsiteY15" fmla="*/ 22016 h 26193"/>
                      <a:gd name="connsiteX16" fmla="*/ 23278 w 26184"/>
                      <a:gd name="connsiteY16" fmla="*/ 15536 h 26193"/>
                      <a:gd name="connsiteX17" fmla="*/ 22028 w 26184"/>
                      <a:gd name="connsiteY17" fmla="*/ 7623 h 26193"/>
                      <a:gd name="connsiteX18" fmla="*/ 15548 w 26184"/>
                      <a:gd name="connsiteY18" fmla="*/ 2907 h 26193"/>
                      <a:gd name="connsiteX19" fmla="*/ 13074 w 26184"/>
                      <a:gd name="connsiteY19" fmla="*/ 2613 h 26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26184" h="26193">
                        <a:moveTo>
                          <a:pt x="13111" y="26181"/>
                        </a:moveTo>
                        <a:cubicBezTo>
                          <a:pt x="12082" y="26181"/>
                          <a:pt x="11053" y="26059"/>
                          <a:pt x="10024" y="25814"/>
                        </a:cubicBezTo>
                        <a:cubicBezTo>
                          <a:pt x="6618" y="24993"/>
                          <a:pt x="3752" y="22898"/>
                          <a:pt x="1927" y="19921"/>
                        </a:cubicBezTo>
                        <a:cubicBezTo>
                          <a:pt x="101" y="16932"/>
                          <a:pt x="-450" y="13429"/>
                          <a:pt x="371" y="10024"/>
                        </a:cubicBezTo>
                        <a:cubicBezTo>
                          <a:pt x="1192" y="6618"/>
                          <a:pt x="3286" y="3752"/>
                          <a:pt x="6263" y="1927"/>
                        </a:cubicBezTo>
                        <a:cubicBezTo>
                          <a:pt x="9240" y="101"/>
                          <a:pt x="12755" y="-450"/>
                          <a:pt x="16161" y="371"/>
                        </a:cubicBezTo>
                        <a:cubicBezTo>
                          <a:pt x="19566" y="1192"/>
                          <a:pt x="22433" y="3286"/>
                          <a:pt x="24258" y="6263"/>
                        </a:cubicBezTo>
                        <a:cubicBezTo>
                          <a:pt x="26083" y="9252"/>
                          <a:pt x="26634" y="12755"/>
                          <a:pt x="25814" y="16161"/>
                        </a:cubicBezTo>
                        <a:cubicBezTo>
                          <a:pt x="24993" y="19566"/>
                          <a:pt x="22898" y="22433"/>
                          <a:pt x="19921" y="24258"/>
                        </a:cubicBezTo>
                        <a:cubicBezTo>
                          <a:pt x="17839" y="25532"/>
                          <a:pt x="15499" y="26193"/>
                          <a:pt x="13111" y="26193"/>
                        </a:cubicBezTo>
                        <a:close/>
                        <a:moveTo>
                          <a:pt x="13074" y="2613"/>
                        </a:moveTo>
                        <a:cubicBezTo>
                          <a:pt x="11163" y="2613"/>
                          <a:pt x="9301" y="3139"/>
                          <a:pt x="7635" y="4156"/>
                        </a:cubicBezTo>
                        <a:cubicBezTo>
                          <a:pt x="5246" y="5614"/>
                          <a:pt x="3580" y="7917"/>
                          <a:pt x="2919" y="10636"/>
                        </a:cubicBezTo>
                        <a:cubicBezTo>
                          <a:pt x="2270" y="13356"/>
                          <a:pt x="2711" y="16161"/>
                          <a:pt x="4168" y="18549"/>
                        </a:cubicBezTo>
                        <a:cubicBezTo>
                          <a:pt x="5626" y="20938"/>
                          <a:pt x="7929" y="22616"/>
                          <a:pt x="10648" y="23266"/>
                        </a:cubicBezTo>
                        <a:cubicBezTo>
                          <a:pt x="13368" y="23927"/>
                          <a:pt x="16173" y="23474"/>
                          <a:pt x="18562" y="22016"/>
                        </a:cubicBezTo>
                        <a:cubicBezTo>
                          <a:pt x="20950" y="20558"/>
                          <a:pt x="22616" y="18255"/>
                          <a:pt x="23278" y="15536"/>
                        </a:cubicBezTo>
                        <a:cubicBezTo>
                          <a:pt x="23927" y="12817"/>
                          <a:pt x="23486" y="10011"/>
                          <a:pt x="22028" y="7623"/>
                        </a:cubicBezTo>
                        <a:cubicBezTo>
                          <a:pt x="20571" y="5234"/>
                          <a:pt x="18268" y="3568"/>
                          <a:pt x="15548" y="2907"/>
                        </a:cubicBezTo>
                        <a:cubicBezTo>
                          <a:pt x="14728" y="2711"/>
                          <a:pt x="13895" y="2613"/>
                          <a:pt x="13074" y="2613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7" name="Forme libre : forme 796">
                    <a:extLst>
                      <a:ext uri="{FF2B5EF4-FFF2-40B4-BE49-F238E27FC236}">
                        <a16:creationId xmlns:a16="http://schemas.microsoft.com/office/drawing/2014/main" id="{66FEF229-1869-46C5-4401-0002B4FDB3F2}"/>
                      </a:ext>
                    </a:extLst>
                  </p:cNvPr>
                  <p:cNvSpPr/>
                  <p:nvPr/>
                </p:nvSpPr>
                <p:spPr>
                  <a:xfrm>
                    <a:off x="1690204" y="621445"/>
                    <a:ext cx="66540" cy="66679"/>
                  </a:xfrm>
                  <a:custGeom>
                    <a:avLst/>
                    <a:gdLst>
                      <a:gd name="connsiteX0" fmla="*/ 33172 w 66540"/>
                      <a:gd name="connsiteY0" fmla="*/ 66679 h 66679"/>
                      <a:gd name="connsiteX1" fmla="*/ 17713 w 66540"/>
                      <a:gd name="connsiteY1" fmla="*/ 62845 h 66679"/>
                      <a:gd name="connsiteX2" fmla="*/ 1384 w 66540"/>
                      <a:gd name="connsiteY2" fmla="*/ 43246 h 66679"/>
                      <a:gd name="connsiteX3" fmla="*/ 1347 w 66540"/>
                      <a:gd name="connsiteY3" fmla="*/ 43135 h 66679"/>
                      <a:gd name="connsiteX4" fmla="*/ 61 w 66540"/>
                      <a:gd name="connsiteY4" fmla="*/ 36961 h 66679"/>
                      <a:gd name="connsiteX5" fmla="*/ 37 w 66540"/>
                      <a:gd name="connsiteY5" fmla="*/ 36704 h 66679"/>
                      <a:gd name="connsiteX6" fmla="*/ 0 w 66540"/>
                      <a:gd name="connsiteY6" fmla="*/ 36275 h 66679"/>
                      <a:gd name="connsiteX7" fmla="*/ 2609 w 66540"/>
                      <a:gd name="connsiteY7" fmla="*/ 36043 h 66679"/>
                      <a:gd name="connsiteX8" fmla="*/ 3883 w 66540"/>
                      <a:gd name="connsiteY8" fmla="*/ 42462 h 66679"/>
                      <a:gd name="connsiteX9" fmla="*/ 3883 w 66540"/>
                      <a:gd name="connsiteY9" fmla="*/ 42462 h 66679"/>
                      <a:gd name="connsiteX10" fmla="*/ 18926 w 66540"/>
                      <a:gd name="connsiteY10" fmla="*/ 60518 h 66679"/>
                      <a:gd name="connsiteX11" fmla="*/ 42323 w 66540"/>
                      <a:gd name="connsiteY11" fmla="*/ 62649 h 66679"/>
                      <a:gd name="connsiteX12" fmla="*/ 60379 w 66540"/>
                      <a:gd name="connsiteY12" fmla="*/ 47606 h 66679"/>
                      <a:gd name="connsiteX13" fmla="*/ 63919 w 66540"/>
                      <a:gd name="connsiteY13" fmla="*/ 33372 h 66679"/>
                      <a:gd name="connsiteX14" fmla="*/ 62523 w 66540"/>
                      <a:gd name="connsiteY14" fmla="*/ 24209 h 66679"/>
                      <a:gd name="connsiteX15" fmla="*/ 47480 w 66540"/>
                      <a:gd name="connsiteY15" fmla="*/ 6153 h 66679"/>
                      <a:gd name="connsiteX16" fmla="*/ 24083 w 66540"/>
                      <a:gd name="connsiteY16" fmla="*/ 4022 h 66679"/>
                      <a:gd name="connsiteX17" fmla="*/ 10326 w 66540"/>
                      <a:gd name="connsiteY17" fmla="*/ 12866 h 66679"/>
                      <a:gd name="connsiteX18" fmla="*/ 8367 w 66540"/>
                      <a:gd name="connsiteY18" fmla="*/ 11114 h 66679"/>
                      <a:gd name="connsiteX19" fmla="*/ 23299 w 66540"/>
                      <a:gd name="connsiteY19" fmla="*/ 1523 h 66679"/>
                      <a:gd name="connsiteX20" fmla="*/ 48705 w 66540"/>
                      <a:gd name="connsiteY20" fmla="*/ 3838 h 66679"/>
                      <a:gd name="connsiteX21" fmla="*/ 65022 w 66540"/>
                      <a:gd name="connsiteY21" fmla="*/ 23438 h 66679"/>
                      <a:gd name="connsiteX22" fmla="*/ 66541 w 66540"/>
                      <a:gd name="connsiteY22" fmla="*/ 33385 h 66679"/>
                      <a:gd name="connsiteX23" fmla="*/ 62706 w 66540"/>
                      <a:gd name="connsiteY23" fmla="*/ 48831 h 66679"/>
                      <a:gd name="connsiteX24" fmla="*/ 43107 w 66540"/>
                      <a:gd name="connsiteY24" fmla="*/ 65148 h 66679"/>
                      <a:gd name="connsiteX25" fmla="*/ 33160 w 66540"/>
                      <a:gd name="connsiteY25" fmla="*/ 66667 h 666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66540" h="66679">
                        <a:moveTo>
                          <a:pt x="33172" y="66679"/>
                        </a:moveTo>
                        <a:cubicBezTo>
                          <a:pt x="27844" y="66679"/>
                          <a:pt x="22564" y="65393"/>
                          <a:pt x="17713" y="62845"/>
                        </a:cubicBezTo>
                        <a:cubicBezTo>
                          <a:pt x="9837" y="58705"/>
                          <a:pt x="4030" y="51747"/>
                          <a:pt x="1384" y="43246"/>
                        </a:cubicBezTo>
                        <a:cubicBezTo>
                          <a:pt x="1384" y="43209"/>
                          <a:pt x="1360" y="43172"/>
                          <a:pt x="1347" y="43135"/>
                        </a:cubicBezTo>
                        <a:cubicBezTo>
                          <a:pt x="723" y="41114"/>
                          <a:pt x="294" y="39044"/>
                          <a:pt x="61" y="36961"/>
                        </a:cubicBezTo>
                        <a:cubicBezTo>
                          <a:pt x="61" y="36876"/>
                          <a:pt x="49" y="36790"/>
                          <a:pt x="37" y="36704"/>
                        </a:cubicBezTo>
                        <a:cubicBezTo>
                          <a:pt x="25" y="36557"/>
                          <a:pt x="12" y="36422"/>
                          <a:pt x="0" y="36275"/>
                        </a:cubicBezTo>
                        <a:lnTo>
                          <a:pt x="2609" y="36043"/>
                        </a:lnTo>
                        <a:cubicBezTo>
                          <a:pt x="2805" y="38199"/>
                          <a:pt x="3234" y="40355"/>
                          <a:pt x="3883" y="42462"/>
                        </a:cubicBezTo>
                        <a:lnTo>
                          <a:pt x="3883" y="42462"/>
                        </a:lnTo>
                        <a:cubicBezTo>
                          <a:pt x="6321" y="50289"/>
                          <a:pt x="11662" y="56708"/>
                          <a:pt x="18926" y="60518"/>
                        </a:cubicBezTo>
                        <a:cubicBezTo>
                          <a:pt x="26190" y="64327"/>
                          <a:pt x="34495" y="65087"/>
                          <a:pt x="42323" y="62649"/>
                        </a:cubicBezTo>
                        <a:cubicBezTo>
                          <a:pt x="50150" y="60211"/>
                          <a:pt x="56569" y="54871"/>
                          <a:pt x="60379" y="47606"/>
                        </a:cubicBezTo>
                        <a:cubicBezTo>
                          <a:pt x="62731" y="43135"/>
                          <a:pt x="63919" y="38272"/>
                          <a:pt x="63919" y="33372"/>
                        </a:cubicBezTo>
                        <a:cubicBezTo>
                          <a:pt x="63919" y="30310"/>
                          <a:pt x="63454" y="27223"/>
                          <a:pt x="62523" y="24209"/>
                        </a:cubicBezTo>
                        <a:cubicBezTo>
                          <a:pt x="60085" y="16382"/>
                          <a:pt x="54744" y="9963"/>
                          <a:pt x="47480" y="6153"/>
                        </a:cubicBezTo>
                        <a:cubicBezTo>
                          <a:pt x="40216" y="2344"/>
                          <a:pt x="31910" y="1584"/>
                          <a:pt x="24083" y="4022"/>
                        </a:cubicBezTo>
                        <a:cubicBezTo>
                          <a:pt x="18767" y="5676"/>
                          <a:pt x="14014" y="8738"/>
                          <a:pt x="10326" y="12866"/>
                        </a:cubicBezTo>
                        <a:lnTo>
                          <a:pt x="8367" y="11114"/>
                        </a:lnTo>
                        <a:cubicBezTo>
                          <a:pt x="12372" y="6631"/>
                          <a:pt x="17529" y="3311"/>
                          <a:pt x="23299" y="1523"/>
                        </a:cubicBezTo>
                        <a:cubicBezTo>
                          <a:pt x="31800" y="-1123"/>
                          <a:pt x="40816" y="-302"/>
                          <a:pt x="48705" y="3838"/>
                        </a:cubicBezTo>
                        <a:cubicBezTo>
                          <a:pt x="56581" y="7978"/>
                          <a:pt x="62388" y="14936"/>
                          <a:pt x="65022" y="23438"/>
                        </a:cubicBezTo>
                        <a:cubicBezTo>
                          <a:pt x="66038" y="26708"/>
                          <a:pt x="66541" y="30053"/>
                          <a:pt x="66541" y="33385"/>
                        </a:cubicBezTo>
                        <a:cubicBezTo>
                          <a:pt x="66541" y="38713"/>
                          <a:pt x="65254" y="43993"/>
                          <a:pt x="62706" y="48831"/>
                        </a:cubicBezTo>
                        <a:cubicBezTo>
                          <a:pt x="58566" y="56708"/>
                          <a:pt x="51608" y="62502"/>
                          <a:pt x="43107" y="65148"/>
                        </a:cubicBezTo>
                        <a:cubicBezTo>
                          <a:pt x="39836" y="66165"/>
                          <a:pt x="36492" y="66667"/>
                          <a:pt x="33160" y="66667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779" name="Graphique 4">
                <a:extLst>
                  <a:ext uri="{FF2B5EF4-FFF2-40B4-BE49-F238E27FC236}">
                    <a16:creationId xmlns:a16="http://schemas.microsoft.com/office/drawing/2014/main" id="{978F6FBD-9951-96F0-8878-C759A8B57718}"/>
                  </a:ext>
                </a:extLst>
              </p:cNvPr>
              <p:cNvGrpSpPr/>
              <p:nvPr/>
            </p:nvGrpSpPr>
            <p:grpSpPr>
              <a:xfrm>
                <a:off x="1608464" y="544526"/>
                <a:ext cx="78914" cy="79361"/>
                <a:chOff x="1608464" y="544526"/>
                <a:chExt cx="78914" cy="79361"/>
              </a:xfrm>
            </p:grpSpPr>
            <p:grpSp>
              <p:nvGrpSpPr>
                <p:cNvPr id="780" name="Graphique 4">
                  <a:extLst>
                    <a:ext uri="{FF2B5EF4-FFF2-40B4-BE49-F238E27FC236}">
                      <a16:creationId xmlns:a16="http://schemas.microsoft.com/office/drawing/2014/main" id="{7B051325-4279-7ABC-AA00-94A8D63410F9}"/>
                    </a:ext>
                  </a:extLst>
                </p:cNvPr>
                <p:cNvGrpSpPr/>
                <p:nvPr/>
              </p:nvGrpSpPr>
              <p:grpSpPr>
                <a:xfrm>
                  <a:off x="1622275" y="544526"/>
                  <a:ext cx="65103" cy="48356"/>
                  <a:chOff x="1622275" y="544526"/>
                  <a:chExt cx="65103" cy="48356"/>
                </a:xfrm>
                <a:solidFill>
                  <a:srgbClr val="B1ABE5"/>
                </a:solidFill>
              </p:grpSpPr>
              <p:sp>
                <p:nvSpPr>
                  <p:cNvPr id="789" name="Forme libre : forme 788">
                    <a:extLst>
                      <a:ext uri="{FF2B5EF4-FFF2-40B4-BE49-F238E27FC236}">
                        <a16:creationId xmlns:a16="http://schemas.microsoft.com/office/drawing/2014/main" id="{83F89CDD-3FF7-D7F2-F497-0230BED71F31}"/>
                      </a:ext>
                    </a:extLst>
                  </p:cNvPr>
                  <p:cNvSpPr/>
                  <p:nvPr/>
                </p:nvSpPr>
                <p:spPr>
                  <a:xfrm>
                    <a:off x="1622275" y="551095"/>
                    <a:ext cx="4540" cy="3838"/>
                  </a:xfrm>
                  <a:custGeom>
                    <a:avLst/>
                    <a:gdLst>
                      <a:gd name="connsiteX0" fmla="*/ 874 w 4540"/>
                      <a:gd name="connsiteY0" fmla="*/ 3839 h 3838"/>
                      <a:gd name="connsiteX1" fmla="*/ 200 w 4540"/>
                      <a:gd name="connsiteY1" fmla="*/ 3520 h 3838"/>
                      <a:gd name="connsiteX2" fmla="*/ 322 w 4540"/>
                      <a:gd name="connsiteY2" fmla="*/ 2295 h 3838"/>
                      <a:gd name="connsiteX3" fmla="*/ 3177 w 4540"/>
                      <a:gd name="connsiteY3" fmla="*/ 151 h 3838"/>
                      <a:gd name="connsiteX4" fmla="*/ 4389 w 4540"/>
                      <a:gd name="connsiteY4" fmla="*/ 384 h 3838"/>
                      <a:gd name="connsiteX5" fmla="*/ 4157 w 4540"/>
                      <a:gd name="connsiteY5" fmla="*/ 1597 h 3838"/>
                      <a:gd name="connsiteX6" fmla="*/ 1425 w 4540"/>
                      <a:gd name="connsiteY6" fmla="*/ 3643 h 3838"/>
                      <a:gd name="connsiteX7" fmla="*/ 874 w 4540"/>
                      <a:gd name="connsiteY7" fmla="*/ 3839 h 3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40" h="3838">
                        <a:moveTo>
                          <a:pt x="874" y="3839"/>
                        </a:moveTo>
                        <a:cubicBezTo>
                          <a:pt x="616" y="3839"/>
                          <a:pt x="372" y="3728"/>
                          <a:pt x="200" y="3520"/>
                        </a:cubicBezTo>
                        <a:cubicBezTo>
                          <a:pt x="-106" y="3153"/>
                          <a:pt x="-57" y="2601"/>
                          <a:pt x="322" y="2295"/>
                        </a:cubicBezTo>
                        <a:cubicBezTo>
                          <a:pt x="1241" y="1536"/>
                          <a:pt x="2209" y="813"/>
                          <a:pt x="3177" y="151"/>
                        </a:cubicBezTo>
                        <a:cubicBezTo>
                          <a:pt x="3581" y="-118"/>
                          <a:pt x="4120" y="-20"/>
                          <a:pt x="4389" y="384"/>
                        </a:cubicBezTo>
                        <a:cubicBezTo>
                          <a:pt x="4659" y="788"/>
                          <a:pt x="4561" y="1327"/>
                          <a:pt x="4157" y="1597"/>
                        </a:cubicBezTo>
                        <a:cubicBezTo>
                          <a:pt x="3226" y="2234"/>
                          <a:pt x="2307" y="2920"/>
                          <a:pt x="1425" y="3643"/>
                        </a:cubicBezTo>
                        <a:cubicBezTo>
                          <a:pt x="1266" y="3777"/>
                          <a:pt x="1070" y="3839"/>
                          <a:pt x="874" y="3839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0" name="Forme libre : forme 789">
                    <a:extLst>
                      <a:ext uri="{FF2B5EF4-FFF2-40B4-BE49-F238E27FC236}">
                        <a16:creationId xmlns:a16="http://schemas.microsoft.com/office/drawing/2014/main" id="{AD578BAF-D6B7-7B40-2DC1-A6364D088B09}"/>
                      </a:ext>
                    </a:extLst>
                  </p:cNvPr>
                  <p:cNvSpPr/>
                  <p:nvPr/>
                </p:nvSpPr>
                <p:spPr>
                  <a:xfrm>
                    <a:off x="1635780" y="544526"/>
                    <a:ext cx="51147" cy="33007"/>
                  </a:xfrm>
                  <a:custGeom>
                    <a:avLst/>
                    <a:gdLst>
                      <a:gd name="connsiteX0" fmla="*/ 50260 w 51147"/>
                      <a:gd name="connsiteY0" fmla="*/ 33008 h 33007"/>
                      <a:gd name="connsiteX1" fmla="*/ 49402 w 51147"/>
                      <a:gd name="connsiteY1" fmla="*/ 32297 h 33007"/>
                      <a:gd name="connsiteX2" fmla="*/ 48006 w 51147"/>
                      <a:gd name="connsiteY2" fmla="*/ 27128 h 33007"/>
                      <a:gd name="connsiteX3" fmla="*/ 47381 w 51147"/>
                      <a:gd name="connsiteY3" fmla="*/ 25437 h 33007"/>
                      <a:gd name="connsiteX4" fmla="*/ 47871 w 51147"/>
                      <a:gd name="connsiteY4" fmla="*/ 24298 h 33007"/>
                      <a:gd name="connsiteX5" fmla="*/ 49010 w 51147"/>
                      <a:gd name="connsiteY5" fmla="*/ 24788 h 33007"/>
                      <a:gd name="connsiteX6" fmla="*/ 49672 w 51147"/>
                      <a:gd name="connsiteY6" fmla="*/ 26552 h 33007"/>
                      <a:gd name="connsiteX7" fmla="*/ 51129 w 51147"/>
                      <a:gd name="connsiteY7" fmla="*/ 31954 h 33007"/>
                      <a:gd name="connsiteX8" fmla="*/ 50443 w 51147"/>
                      <a:gd name="connsiteY8" fmla="*/ 32983 h 33007"/>
                      <a:gd name="connsiteX9" fmla="*/ 50272 w 51147"/>
                      <a:gd name="connsiteY9" fmla="*/ 32995 h 33007"/>
                      <a:gd name="connsiteX10" fmla="*/ 42163 w 51147"/>
                      <a:gd name="connsiteY10" fmla="*/ 15785 h 33007"/>
                      <a:gd name="connsiteX11" fmla="*/ 41489 w 51147"/>
                      <a:gd name="connsiteY11" fmla="*/ 15466 h 33007"/>
                      <a:gd name="connsiteX12" fmla="*/ 36454 w 51147"/>
                      <a:gd name="connsiteY12" fmla="*/ 10395 h 33007"/>
                      <a:gd name="connsiteX13" fmla="*/ 36344 w 51147"/>
                      <a:gd name="connsiteY13" fmla="*/ 9170 h 33007"/>
                      <a:gd name="connsiteX14" fmla="*/ 37581 w 51147"/>
                      <a:gd name="connsiteY14" fmla="*/ 9059 h 33007"/>
                      <a:gd name="connsiteX15" fmla="*/ 42849 w 51147"/>
                      <a:gd name="connsiteY15" fmla="*/ 14364 h 33007"/>
                      <a:gd name="connsiteX16" fmla="*/ 42726 w 51147"/>
                      <a:gd name="connsiteY16" fmla="*/ 15589 h 33007"/>
                      <a:gd name="connsiteX17" fmla="*/ 42175 w 51147"/>
                      <a:gd name="connsiteY17" fmla="*/ 15785 h 33007"/>
                      <a:gd name="connsiteX18" fmla="*/ 26863 w 51147"/>
                      <a:gd name="connsiteY18" fmla="*/ 4478 h 33007"/>
                      <a:gd name="connsiteX19" fmla="*/ 26532 w 51147"/>
                      <a:gd name="connsiteY19" fmla="*/ 4417 h 33007"/>
                      <a:gd name="connsiteX20" fmla="*/ 19697 w 51147"/>
                      <a:gd name="connsiteY20" fmla="*/ 2322 h 33007"/>
                      <a:gd name="connsiteX21" fmla="*/ 19011 w 51147"/>
                      <a:gd name="connsiteY21" fmla="*/ 1293 h 33007"/>
                      <a:gd name="connsiteX22" fmla="*/ 20040 w 51147"/>
                      <a:gd name="connsiteY22" fmla="*/ 607 h 33007"/>
                      <a:gd name="connsiteX23" fmla="*/ 27193 w 51147"/>
                      <a:gd name="connsiteY23" fmla="*/ 2788 h 33007"/>
                      <a:gd name="connsiteX24" fmla="*/ 27671 w 51147"/>
                      <a:gd name="connsiteY24" fmla="*/ 3927 h 33007"/>
                      <a:gd name="connsiteX25" fmla="*/ 26863 w 51147"/>
                      <a:gd name="connsiteY25" fmla="*/ 4466 h 33007"/>
                      <a:gd name="connsiteX26" fmla="*/ 869 w 51147"/>
                      <a:gd name="connsiteY26" fmla="*/ 3204 h 33007"/>
                      <a:gd name="connsiteX27" fmla="*/ 36 w 51147"/>
                      <a:gd name="connsiteY27" fmla="*/ 2579 h 33007"/>
                      <a:gd name="connsiteX28" fmla="*/ 624 w 51147"/>
                      <a:gd name="connsiteY28" fmla="*/ 1489 h 33007"/>
                      <a:gd name="connsiteX29" fmla="*/ 7949 w 51147"/>
                      <a:gd name="connsiteY29" fmla="*/ 7 h 33007"/>
                      <a:gd name="connsiteX30" fmla="*/ 8905 w 51147"/>
                      <a:gd name="connsiteY30" fmla="*/ 779 h 33007"/>
                      <a:gd name="connsiteX31" fmla="*/ 8133 w 51147"/>
                      <a:gd name="connsiteY31" fmla="*/ 1734 h 33007"/>
                      <a:gd name="connsiteX32" fmla="*/ 1126 w 51147"/>
                      <a:gd name="connsiteY32" fmla="*/ 3155 h 33007"/>
                      <a:gd name="connsiteX33" fmla="*/ 869 w 51147"/>
                      <a:gd name="connsiteY33" fmla="*/ 3192 h 330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</a:cxnLst>
                    <a:rect l="l" t="t" r="r" b="b"/>
                    <a:pathLst>
                      <a:path w="51147" h="33007">
                        <a:moveTo>
                          <a:pt x="50260" y="33008"/>
                        </a:moveTo>
                        <a:cubicBezTo>
                          <a:pt x="49855" y="33008"/>
                          <a:pt x="49488" y="32714"/>
                          <a:pt x="49402" y="32297"/>
                        </a:cubicBezTo>
                        <a:cubicBezTo>
                          <a:pt x="49059" y="30558"/>
                          <a:pt x="48594" y="28818"/>
                          <a:pt x="48006" y="27128"/>
                        </a:cubicBezTo>
                        <a:cubicBezTo>
                          <a:pt x="47810" y="26564"/>
                          <a:pt x="47601" y="26001"/>
                          <a:pt x="47381" y="25437"/>
                        </a:cubicBezTo>
                        <a:cubicBezTo>
                          <a:pt x="47197" y="24984"/>
                          <a:pt x="47418" y="24482"/>
                          <a:pt x="47871" y="24298"/>
                        </a:cubicBezTo>
                        <a:cubicBezTo>
                          <a:pt x="48324" y="24114"/>
                          <a:pt x="48826" y="24335"/>
                          <a:pt x="49010" y="24788"/>
                        </a:cubicBezTo>
                        <a:cubicBezTo>
                          <a:pt x="49243" y="25364"/>
                          <a:pt x="49463" y="25952"/>
                          <a:pt x="49672" y="26552"/>
                        </a:cubicBezTo>
                        <a:cubicBezTo>
                          <a:pt x="50284" y="28316"/>
                          <a:pt x="50774" y="30141"/>
                          <a:pt x="51129" y="31954"/>
                        </a:cubicBezTo>
                        <a:cubicBezTo>
                          <a:pt x="51227" y="32432"/>
                          <a:pt x="50909" y="32885"/>
                          <a:pt x="50443" y="32983"/>
                        </a:cubicBezTo>
                        <a:cubicBezTo>
                          <a:pt x="50382" y="32983"/>
                          <a:pt x="50333" y="32995"/>
                          <a:pt x="50272" y="32995"/>
                        </a:cubicBezTo>
                        <a:close/>
                        <a:moveTo>
                          <a:pt x="42163" y="15785"/>
                        </a:moveTo>
                        <a:cubicBezTo>
                          <a:pt x="41905" y="15785"/>
                          <a:pt x="41660" y="15674"/>
                          <a:pt x="41489" y="15466"/>
                        </a:cubicBezTo>
                        <a:cubicBezTo>
                          <a:pt x="39982" y="13629"/>
                          <a:pt x="38292" y="11926"/>
                          <a:pt x="36454" y="10395"/>
                        </a:cubicBezTo>
                        <a:cubicBezTo>
                          <a:pt x="36087" y="10088"/>
                          <a:pt x="36038" y="9537"/>
                          <a:pt x="36344" y="9170"/>
                        </a:cubicBezTo>
                        <a:cubicBezTo>
                          <a:pt x="36650" y="8802"/>
                          <a:pt x="37201" y="8753"/>
                          <a:pt x="37581" y="9059"/>
                        </a:cubicBezTo>
                        <a:cubicBezTo>
                          <a:pt x="39492" y="10652"/>
                          <a:pt x="41268" y="12440"/>
                          <a:pt x="42849" y="14364"/>
                        </a:cubicBezTo>
                        <a:cubicBezTo>
                          <a:pt x="43155" y="14731"/>
                          <a:pt x="43106" y="15282"/>
                          <a:pt x="42726" y="15589"/>
                        </a:cubicBezTo>
                        <a:cubicBezTo>
                          <a:pt x="42567" y="15723"/>
                          <a:pt x="42371" y="15785"/>
                          <a:pt x="42175" y="15785"/>
                        </a:cubicBezTo>
                        <a:close/>
                        <a:moveTo>
                          <a:pt x="26863" y="4478"/>
                        </a:moveTo>
                        <a:cubicBezTo>
                          <a:pt x="26752" y="4478"/>
                          <a:pt x="26642" y="4454"/>
                          <a:pt x="26532" y="4417"/>
                        </a:cubicBezTo>
                        <a:cubicBezTo>
                          <a:pt x="24327" y="3510"/>
                          <a:pt x="22024" y="2812"/>
                          <a:pt x="19697" y="2322"/>
                        </a:cubicBezTo>
                        <a:cubicBezTo>
                          <a:pt x="19219" y="2224"/>
                          <a:pt x="18925" y="1759"/>
                          <a:pt x="19011" y="1293"/>
                        </a:cubicBezTo>
                        <a:cubicBezTo>
                          <a:pt x="19109" y="815"/>
                          <a:pt x="19574" y="509"/>
                          <a:pt x="20040" y="607"/>
                        </a:cubicBezTo>
                        <a:cubicBezTo>
                          <a:pt x="22477" y="1109"/>
                          <a:pt x="24878" y="1844"/>
                          <a:pt x="27193" y="2788"/>
                        </a:cubicBezTo>
                        <a:cubicBezTo>
                          <a:pt x="27634" y="2971"/>
                          <a:pt x="27855" y="3486"/>
                          <a:pt x="27671" y="3927"/>
                        </a:cubicBezTo>
                        <a:cubicBezTo>
                          <a:pt x="27536" y="4270"/>
                          <a:pt x="27206" y="4466"/>
                          <a:pt x="26863" y="4466"/>
                        </a:cubicBezTo>
                        <a:close/>
                        <a:moveTo>
                          <a:pt x="869" y="3204"/>
                        </a:moveTo>
                        <a:cubicBezTo>
                          <a:pt x="489" y="3204"/>
                          <a:pt x="146" y="2959"/>
                          <a:pt x="36" y="2579"/>
                        </a:cubicBezTo>
                        <a:cubicBezTo>
                          <a:pt x="-99" y="2114"/>
                          <a:pt x="158" y="1624"/>
                          <a:pt x="624" y="1489"/>
                        </a:cubicBezTo>
                        <a:cubicBezTo>
                          <a:pt x="3012" y="766"/>
                          <a:pt x="5487" y="264"/>
                          <a:pt x="7949" y="7"/>
                        </a:cubicBezTo>
                        <a:cubicBezTo>
                          <a:pt x="8427" y="-54"/>
                          <a:pt x="8855" y="301"/>
                          <a:pt x="8905" y="779"/>
                        </a:cubicBezTo>
                        <a:cubicBezTo>
                          <a:pt x="8954" y="1256"/>
                          <a:pt x="8611" y="1685"/>
                          <a:pt x="8133" y="1734"/>
                        </a:cubicBezTo>
                        <a:cubicBezTo>
                          <a:pt x="5769" y="1979"/>
                          <a:pt x="3417" y="2457"/>
                          <a:pt x="1126" y="3155"/>
                        </a:cubicBezTo>
                        <a:cubicBezTo>
                          <a:pt x="1040" y="3180"/>
                          <a:pt x="954" y="3192"/>
                          <a:pt x="869" y="3192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1" name="Forme libre : forme 790">
                    <a:extLst>
                      <a:ext uri="{FF2B5EF4-FFF2-40B4-BE49-F238E27FC236}">
                        <a16:creationId xmlns:a16="http://schemas.microsoft.com/office/drawing/2014/main" id="{53213BAA-C474-B181-9534-5B76CA48447C}"/>
                      </a:ext>
                    </a:extLst>
                  </p:cNvPr>
                  <p:cNvSpPr/>
                  <p:nvPr/>
                </p:nvSpPr>
                <p:spPr>
                  <a:xfrm>
                    <a:off x="1685077" y="587682"/>
                    <a:ext cx="2301" cy="5200"/>
                  </a:xfrm>
                  <a:custGeom>
                    <a:avLst/>
                    <a:gdLst>
                      <a:gd name="connsiteX0" fmla="*/ 876 w 2301"/>
                      <a:gd name="connsiteY0" fmla="*/ 5189 h 5200"/>
                      <a:gd name="connsiteX1" fmla="*/ 693 w 2301"/>
                      <a:gd name="connsiteY1" fmla="*/ 5176 h 5200"/>
                      <a:gd name="connsiteX2" fmla="*/ 19 w 2301"/>
                      <a:gd name="connsiteY2" fmla="*/ 4147 h 5200"/>
                      <a:gd name="connsiteX3" fmla="*/ 558 w 2301"/>
                      <a:gd name="connsiteY3" fmla="*/ 779 h 5200"/>
                      <a:gd name="connsiteX4" fmla="*/ 1525 w 2301"/>
                      <a:gd name="connsiteY4" fmla="*/ 7 h 5200"/>
                      <a:gd name="connsiteX5" fmla="*/ 2297 w 2301"/>
                      <a:gd name="connsiteY5" fmla="*/ 975 h 5200"/>
                      <a:gd name="connsiteX6" fmla="*/ 1734 w 2301"/>
                      <a:gd name="connsiteY6" fmla="*/ 4503 h 5200"/>
                      <a:gd name="connsiteX7" fmla="*/ 876 w 2301"/>
                      <a:gd name="connsiteY7" fmla="*/ 5201 h 5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01" h="5200">
                        <a:moveTo>
                          <a:pt x="876" y="5189"/>
                        </a:moveTo>
                        <a:cubicBezTo>
                          <a:pt x="876" y="5189"/>
                          <a:pt x="754" y="5189"/>
                          <a:pt x="693" y="5176"/>
                        </a:cubicBezTo>
                        <a:cubicBezTo>
                          <a:pt x="215" y="5078"/>
                          <a:pt x="-79" y="4613"/>
                          <a:pt x="19" y="4147"/>
                        </a:cubicBezTo>
                        <a:cubicBezTo>
                          <a:pt x="252" y="3033"/>
                          <a:pt x="435" y="1893"/>
                          <a:pt x="558" y="779"/>
                        </a:cubicBezTo>
                        <a:cubicBezTo>
                          <a:pt x="619" y="301"/>
                          <a:pt x="1048" y="-54"/>
                          <a:pt x="1525" y="7"/>
                        </a:cubicBezTo>
                        <a:cubicBezTo>
                          <a:pt x="2003" y="68"/>
                          <a:pt x="2346" y="497"/>
                          <a:pt x="2297" y="975"/>
                        </a:cubicBezTo>
                        <a:cubicBezTo>
                          <a:pt x="2162" y="2151"/>
                          <a:pt x="1966" y="3339"/>
                          <a:pt x="1734" y="4503"/>
                        </a:cubicBezTo>
                        <a:cubicBezTo>
                          <a:pt x="1648" y="4919"/>
                          <a:pt x="1281" y="5201"/>
                          <a:pt x="876" y="5201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81" name="Graphique 4">
                  <a:extLst>
                    <a:ext uri="{FF2B5EF4-FFF2-40B4-BE49-F238E27FC236}">
                      <a16:creationId xmlns:a16="http://schemas.microsoft.com/office/drawing/2014/main" id="{AA02E5FC-7363-E88E-C932-56B4CE48750C}"/>
                    </a:ext>
                  </a:extLst>
                </p:cNvPr>
                <p:cNvGrpSpPr/>
                <p:nvPr/>
              </p:nvGrpSpPr>
              <p:grpSpPr>
                <a:xfrm>
                  <a:off x="1608464" y="573610"/>
                  <a:ext cx="62354" cy="50277"/>
                  <a:chOff x="1608464" y="573610"/>
                  <a:chExt cx="62354" cy="50277"/>
                </a:xfrm>
                <a:solidFill>
                  <a:srgbClr val="B1ABE5"/>
                </a:solidFill>
              </p:grpSpPr>
              <p:sp>
                <p:nvSpPr>
                  <p:cNvPr id="786" name="Forme libre : forme 785">
                    <a:extLst>
                      <a:ext uri="{FF2B5EF4-FFF2-40B4-BE49-F238E27FC236}">
                        <a16:creationId xmlns:a16="http://schemas.microsoft.com/office/drawing/2014/main" id="{66DDED09-9691-40FF-9B6A-0AF33292CC02}"/>
                      </a:ext>
                    </a:extLst>
                  </p:cNvPr>
                  <p:cNvSpPr/>
                  <p:nvPr/>
                </p:nvSpPr>
                <p:spPr>
                  <a:xfrm>
                    <a:off x="1666109" y="615270"/>
                    <a:ext cx="4709" cy="3594"/>
                  </a:xfrm>
                  <a:custGeom>
                    <a:avLst/>
                    <a:gdLst>
                      <a:gd name="connsiteX0" fmla="*/ 870 w 4709"/>
                      <a:gd name="connsiteY0" fmla="*/ 3594 h 3594"/>
                      <a:gd name="connsiteX1" fmla="*/ 110 w 4709"/>
                      <a:gd name="connsiteY1" fmla="*/ 3153 h 3594"/>
                      <a:gd name="connsiteX2" fmla="*/ 441 w 4709"/>
                      <a:gd name="connsiteY2" fmla="*/ 1965 h 3594"/>
                      <a:gd name="connsiteX3" fmla="*/ 3344 w 4709"/>
                      <a:gd name="connsiteY3" fmla="*/ 152 h 3594"/>
                      <a:gd name="connsiteX4" fmla="*/ 4557 w 4709"/>
                      <a:gd name="connsiteY4" fmla="*/ 373 h 3594"/>
                      <a:gd name="connsiteX5" fmla="*/ 4337 w 4709"/>
                      <a:gd name="connsiteY5" fmla="*/ 1585 h 3594"/>
                      <a:gd name="connsiteX6" fmla="*/ 1299 w 4709"/>
                      <a:gd name="connsiteY6" fmla="*/ 3472 h 3594"/>
                      <a:gd name="connsiteX7" fmla="*/ 870 w 4709"/>
                      <a:gd name="connsiteY7" fmla="*/ 3582 h 35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709" h="3594">
                        <a:moveTo>
                          <a:pt x="870" y="3594"/>
                        </a:moveTo>
                        <a:cubicBezTo>
                          <a:pt x="564" y="3594"/>
                          <a:pt x="270" y="3435"/>
                          <a:pt x="110" y="3153"/>
                        </a:cubicBezTo>
                        <a:cubicBezTo>
                          <a:pt x="-122" y="2737"/>
                          <a:pt x="25" y="2198"/>
                          <a:pt x="441" y="1965"/>
                        </a:cubicBezTo>
                        <a:cubicBezTo>
                          <a:pt x="1433" y="1414"/>
                          <a:pt x="2401" y="801"/>
                          <a:pt x="3344" y="152"/>
                        </a:cubicBezTo>
                        <a:cubicBezTo>
                          <a:pt x="3736" y="-117"/>
                          <a:pt x="4288" y="-19"/>
                          <a:pt x="4557" y="373"/>
                        </a:cubicBezTo>
                        <a:cubicBezTo>
                          <a:pt x="4827" y="765"/>
                          <a:pt x="4729" y="1316"/>
                          <a:pt x="4337" y="1585"/>
                        </a:cubicBezTo>
                        <a:cubicBezTo>
                          <a:pt x="3357" y="2259"/>
                          <a:pt x="2340" y="2896"/>
                          <a:pt x="1299" y="3472"/>
                        </a:cubicBezTo>
                        <a:cubicBezTo>
                          <a:pt x="1164" y="3545"/>
                          <a:pt x="1017" y="3582"/>
                          <a:pt x="870" y="3582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7" name="Forme libre : forme 786">
                    <a:extLst>
                      <a:ext uri="{FF2B5EF4-FFF2-40B4-BE49-F238E27FC236}">
                        <a16:creationId xmlns:a16="http://schemas.microsoft.com/office/drawing/2014/main" id="{736D190D-9B61-3522-B452-4787A29E56F4}"/>
                      </a:ext>
                    </a:extLst>
                  </p:cNvPr>
                  <p:cNvSpPr/>
                  <p:nvPr/>
                </p:nvSpPr>
                <p:spPr>
                  <a:xfrm>
                    <a:off x="1608464" y="588696"/>
                    <a:ext cx="48476" cy="35191"/>
                  </a:xfrm>
                  <a:custGeom>
                    <a:avLst/>
                    <a:gdLst>
                      <a:gd name="connsiteX0" fmla="*/ 40471 w 48476"/>
                      <a:gd name="connsiteY0" fmla="*/ 35179 h 35191"/>
                      <a:gd name="connsiteX1" fmla="*/ 39601 w 48476"/>
                      <a:gd name="connsiteY1" fmla="*/ 34334 h 35191"/>
                      <a:gd name="connsiteX2" fmla="*/ 40446 w 48476"/>
                      <a:gd name="connsiteY2" fmla="*/ 33440 h 35191"/>
                      <a:gd name="connsiteX3" fmla="*/ 47417 w 48476"/>
                      <a:gd name="connsiteY3" fmla="*/ 32594 h 35191"/>
                      <a:gd name="connsiteX4" fmla="*/ 48458 w 48476"/>
                      <a:gd name="connsiteY4" fmla="*/ 33268 h 35191"/>
                      <a:gd name="connsiteX5" fmla="*/ 47784 w 48476"/>
                      <a:gd name="connsiteY5" fmla="*/ 34309 h 35191"/>
                      <a:gd name="connsiteX6" fmla="*/ 40483 w 48476"/>
                      <a:gd name="connsiteY6" fmla="*/ 35191 h 35191"/>
                      <a:gd name="connsiteX7" fmla="*/ 40459 w 48476"/>
                      <a:gd name="connsiteY7" fmla="*/ 35191 h 35191"/>
                      <a:gd name="connsiteX8" fmla="*/ 28907 w 48476"/>
                      <a:gd name="connsiteY8" fmla="*/ 33746 h 35191"/>
                      <a:gd name="connsiteX9" fmla="*/ 28675 w 48476"/>
                      <a:gd name="connsiteY9" fmla="*/ 33709 h 35191"/>
                      <a:gd name="connsiteX10" fmla="*/ 21815 w 48476"/>
                      <a:gd name="connsiteY10" fmla="*/ 31076 h 35191"/>
                      <a:gd name="connsiteX11" fmla="*/ 21423 w 48476"/>
                      <a:gd name="connsiteY11" fmla="*/ 29900 h 35191"/>
                      <a:gd name="connsiteX12" fmla="*/ 22599 w 48476"/>
                      <a:gd name="connsiteY12" fmla="*/ 29508 h 35191"/>
                      <a:gd name="connsiteX13" fmla="*/ 29165 w 48476"/>
                      <a:gd name="connsiteY13" fmla="*/ 32019 h 35191"/>
                      <a:gd name="connsiteX14" fmla="*/ 29765 w 48476"/>
                      <a:gd name="connsiteY14" fmla="*/ 33097 h 35191"/>
                      <a:gd name="connsiteX15" fmla="*/ 28920 w 48476"/>
                      <a:gd name="connsiteY15" fmla="*/ 33734 h 35191"/>
                      <a:gd name="connsiteX16" fmla="*/ 12627 w 48476"/>
                      <a:gd name="connsiteY16" fmla="*/ 24510 h 35191"/>
                      <a:gd name="connsiteX17" fmla="*/ 12027 w 48476"/>
                      <a:gd name="connsiteY17" fmla="*/ 24265 h 35191"/>
                      <a:gd name="connsiteX18" fmla="*/ 7189 w 48476"/>
                      <a:gd name="connsiteY18" fmla="*/ 18740 h 35191"/>
                      <a:gd name="connsiteX19" fmla="*/ 7384 w 48476"/>
                      <a:gd name="connsiteY19" fmla="*/ 17515 h 35191"/>
                      <a:gd name="connsiteX20" fmla="*/ 8609 w 48476"/>
                      <a:gd name="connsiteY20" fmla="*/ 17711 h 35191"/>
                      <a:gd name="connsiteX21" fmla="*/ 13240 w 48476"/>
                      <a:gd name="connsiteY21" fmla="*/ 22991 h 35191"/>
                      <a:gd name="connsiteX22" fmla="*/ 13277 w 48476"/>
                      <a:gd name="connsiteY22" fmla="*/ 24228 h 35191"/>
                      <a:gd name="connsiteX23" fmla="*/ 12640 w 48476"/>
                      <a:gd name="connsiteY23" fmla="*/ 24497 h 35191"/>
                      <a:gd name="connsiteX24" fmla="*/ 2558 w 48476"/>
                      <a:gd name="connsiteY24" fmla="*/ 8744 h 35191"/>
                      <a:gd name="connsiteX25" fmla="*/ 1725 w 48476"/>
                      <a:gd name="connsiteY25" fmla="*/ 8156 h 35191"/>
                      <a:gd name="connsiteX26" fmla="*/ 10 w 48476"/>
                      <a:gd name="connsiteY26" fmla="*/ 1002 h 35191"/>
                      <a:gd name="connsiteX27" fmla="*/ 745 w 48476"/>
                      <a:gd name="connsiteY27" fmla="*/ 10 h 35191"/>
                      <a:gd name="connsiteX28" fmla="*/ 1737 w 48476"/>
                      <a:gd name="connsiteY28" fmla="*/ 757 h 35191"/>
                      <a:gd name="connsiteX29" fmla="*/ 3367 w 48476"/>
                      <a:gd name="connsiteY29" fmla="*/ 7593 h 35191"/>
                      <a:gd name="connsiteX30" fmla="*/ 2815 w 48476"/>
                      <a:gd name="connsiteY30" fmla="*/ 8695 h 35191"/>
                      <a:gd name="connsiteX31" fmla="*/ 2534 w 48476"/>
                      <a:gd name="connsiteY31" fmla="*/ 8744 h 351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8476" h="35191">
                        <a:moveTo>
                          <a:pt x="40471" y="35179"/>
                        </a:moveTo>
                        <a:cubicBezTo>
                          <a:pt x="40006" y="35179"/>
                          <a:pt x="39614" y="34799"/>
                          <a:pt x="39601" y="34334"/>
                        </a:cubicBezTo>
                        <a:cubicBezTo>
                          <a:pt x="39589" y="33856"/>
                          <a:pt x="39969" y="33452"/>
                          <a:pt x="40446" y="33440"/>
                        </a:cubicBezTo>
                        <a:cubicBezTo>
                          <a:pt x="42786" y="33378"/>
                          <a:pt x="45126" y="33085"/>
                          <a:pt x="47417" y="32594"/>
                        </a:cubicBezTo>
                        <a:cubicBezTo>
                          <a:pt x="47894" y="32497"/>
                          <a:pt x="48348" y="32790"/>
                          <a:pt x="48458" y="33268"/>
                        </a:cubicBezTo>
                        <a:cubicBezTo>
                          <a:pt x="48556" y="33746"/>
                          <a:pt x="48262" y="34211"/>
                          <a:pt x="47784" y="34309"/>
                        </a:cubicBezTo>
                        <a:cubicBezTo>
                          <a:pt x="45383" y="34836"/>
                          <a:pt x="42933" y="35130"/>
                          <a:pt x="40483" y="35191"/>
                        </a:cubicBezTo>
                        <a:lnTo>
                          <a:pt x="40459" y="35191"/>
                        </a:lnTo>
                        <a:close/>
                        <a:moveTo>
                          <a:pt x="28907" y="33746"/>
                        </a:moveTo>
                        <a:cubicBezTo>
                          <a:pt x="28834" y="33746"/>
                          <a:pt x="28748" y="33746"/>
                          <a:pt x="28675" y="33709"/>
                        </a:cubicBezTo>
                        <a:cubicBezTo>
                          <a:pt x="26323" y="33048"/>
                          <a:pt x="24007" y="32166"/>
                          <a:pt x="21815" y="31076"/>
                        </a:cubicBezTo>
                        <a:cubicBezTo>
                          <a:pt x="21386" y="30867"/>
                          <a:pt x="21202" y="30341"/>
                          <a:pt x="21423" y="29900"/>
                        </a:cubicBezTo>
                        <a:cubicBezTo>
                          <a:pt x="21631" y="29471"/>
                          <a:pt x="22158" y="29287"/>
                          <a:pt x="22599" y="29508"/>
                        </a:cubicBezTo>
                        <a:cubicBezTo>
                          <a:pt x="24706" y="30549"/>
                          <a:pt x="26911" y="31394"/>
                          <a:pt x="29165" y="32019"/>
                        </a:cubicBezTo>
                        <a:cubicBezTo>
                          <a:pt x="29630" y="32154"/>
                          <a:pt x="29899" y="32631"/>
                          <a:pt x="29765" y="33097"/>
                        </a:cubicBezTo>
                        <a:cubicBezTo>
                          <a:pt x="29655" y="33476"/>
                          <a:pt x="29312" y="33734"/>
                          <a:pt x="28920" y="33734"/>
                        </a:cubicBezTo>
                        <a:close/>
                        <a:moveTo>
                          <a:pt x="12627" y="24510"/>
                        </a:moveTo>
                        <a:cubicBezTo>
                          <a:pt x="12407" y="24510"/>
                          <a:pt x="12199" y="24436"/>
                          <a:pt x="12027" y="24265"/>
                        </a:cubicBezTo>
                        <a:cubicBezTo>
                          <a:pt x="10251" y="22574"/>
                          <a:pt x="8622" y="20725"/>
                          <a:pt x="7189" y="18740"/>
                        </a:cubicBezTo>
                        <a:cubicBezTo>
                          <a:pt x="6907" y="18348"/>
                          <a:pt x="6993" y="17797"/>
                          <a:pt x="7384" y="17515"/>
                        </a:cubicBezTo>
                        <a:cubicBezTo>
                          <a:pt x="7777" y="17233"/>
                          <a:pt x="8328" y="17319"/>
                          <a:pt x="8609" y="17711"/>
                        </a:cubicBezTo>
                        <a:cubicBezTo>
                          <a:pt x="9981" y="19610"/>
                          <a:pt x="11537" y="21386"/>
                          <a:pt x="13240" y="22991"/>
                        </a:cubicBezTo>
                        <a:cubicBezTo>
                          <a:pt x="13595" y="23321"/>
                          <a:pt x="13607" y="23873"/>
                          <a:pt x="13277" y="24228"/>
                        </a:cubicBezTo>
                        <a:cubicBezTo>
                          <a:pt x="13105" y="24412"/>
                          <a:pt x="12872" y="24497"/>
                          <a:pt x="12640" y="24497"/>
                        </a:cubicBezTo>
                        <a:close/>
                        <a:moveTo>
                          <a:pt x="2558" y="8744"/>
                        </a:moveTo>
                        <a:cubicBezTo>
                          <a:pt x="2191" y="8744"/>
                          <a:pt x="1848" y="8512"/>
                          <a:pt x="1725" y="8156"/>
                        </a:cubicBezTo>
                        <a:cubicBezTo>
                          <a:pt x="941" y="5829"/>
                          <a:pt x="365" y="3428"/>
                          <a:pt x="10" y="1002"/>
                        </a:cubicBezTo>
                        <a:cubicBezTo>
                          <a:pt x="-63" y="525"/>
                          <a:pt x="267" y="84"/>
                          <a:pt x="745" y="10"/>
                        </a:cubicBezTo>
                        <a:cubicBezTo>
                          <a:pt x="1223" y="-63"/>
                          <a:pt x="1664" y="267"/>
                          <a:pt x="1737" y="757"/>
                        </a:cubicBezTo>
                        <a:cubicBezTo>
                          <a:pt x="2068" y="3073"/>
                          <a:pt x="2619" y="5363"/>
                          <a:pt x="3367" y="7593"/>
                        </a:cubicBezTo>
                        <a:cubicBezTo>
                          <a:pt x="3526" y="8046"/>
                          <a:pt x="3281" y="8548"/>
                          <a:pt x="2815" y="8695"/>
                        </a:cubicBezTo>
                        <a:cubicBezTo>
                          <a:pt x="2717" y="8732"/>
                          <a:pt x="2632" y="8744"/>
                          <a:pt x="2534" y="8744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8" name="Forme libre : forme 787">
                    <a:extLst>
                      <a:ext uri="{FF2B5EF4-FFF2-40B4-BE49-F238E27FC236}">
                        <a16:creationId xmlns:a16="http://schemas.microsoft.com/office/drawing/2014/main" id="{28FB8AB4-6AAE-208D-679E-2A402721B031}"/>
                      </a:ext>
                    </a:extLst>
                  </p:cNvPr>
                  <p:cNvSpPr/>
                  <p:nvPr/>
                </p:nvSpPr>
                <p:spPr>
                  <a:xfrm>
                    <a:off x="1608586" y="573610"/>
                    <a:ext cx="2464" cy="5173"/>
                  </a:xfrm>
                  <a:custGeom>
                    <a:avLst/>
                    <a:gdLst>
                      <a:gd name="connsiteX0" fmla="*/ 880 w 2464"/>
                      <a:gd name="connsiteY0" fmla="*/ 5149 h 5173"/>
                      <a:gd name="connsiteX1" fmla="*/ 733 w 2464"/>
                      <a:gd name="connsiteY1" fmla="*/ 5149 h 5173"/>
                      <a:gd name="connsiteX2" fmla="*/ 11 w 2464"/>
                      <a:gd name="connsiteY2" fmla="*/ 4145 h 5173"/>
                      <a:gd name="connsiteX3" fmla="*/ 746 w 2464"/>
                      <a:gd name="connsiteY3" fmla="*/ 653 h 5173"/>
                      <a:gd name="connsiteX4" fmla="*/ 1811 w 2464"/>
                      <a:gd name="connsiteY4" fmla="*/ 29 h 5173"/>
                      <a:gd name="connsiteX5" fmla="*/ 2436 w 2464"/>
                      <a:gd name="connsiteY5" fmla="*/ 1094 h 5173"/>
                      <a:gd name="connsiteX6" fmla="*/ 1738 w 2464"/>
                      <a:gd name="connsiteY6" fmla="*/ 4439 h 5173"/>
                      <a:gd name="connsiteX7" fmla="*/ 880 w 2464"/>
                      <a:gd name="connsiteY7" fmla="*/ 5174 h 51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464" h="5173">
                        <a:moveTo>
                          <a:pt x="880" y="5149"/>
                        </a:moveTo>
                        <a:cubicBezTo>
                          <a:pt x="880" y="5149"/>
                          <a:pt x="782" y="5149"/>
                          <a:pt x="733" y="5149"/>
                        </a:cubicBezTo>
                        <a:cubicBezTo>
                          <a:pt x="255" y="5076"/>
                          <a:pt x="-63" y="4622"/>
                          <a:pt x="11" y="4145"/>
                        </a:cubicBezTo>
                        <a:cubicBezTo>
                          <a:pt x="206" y="2969"/>
                          <a:pt x="452" y="1793"/>
                          <a:pt x="746" y="653"/>
                        </a:cubicBezTo>
                        <a:cubicBezTo>
                          <a:pt x="868" y="188"/>
                          <a:pt x="1346" y="-94"/>
                          <a:pt x="1811" y="29"/>
                        </a:cubicBezTo>
                        <a:cubicBezTo>
                          <a:pt x="2277" y="151"/>
                          <a:pt x="2558" y="629"/>
                          <a:pt x="2436" y="1094"/>
                        </a:cubicBezTo>
                        <a:cubicBezTo>
                          <a:pt x="2154" y="2197"/>
                          <a:pt x="1921" y="3312"/>
                          <a:pt x="1738" y="4439"/>
                        </a:cubicBezTo>
                        <a:cubicBezTo>
                          <a:pt x="1664" y="4867"/>
                          <a:pt x="1297" y="5174"/>
                          <a:pt x="880" y="5174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82" name="Graphique 4">
                  <a:extLst>
                    <a:ext uri="{FF2B5EF4-FFF2-40B4-BE49-F238E27FC236}">
                      <a16:creationId xmlns:a16="http://schemas.microsoft.com/office/drawing/2014/main" id="{69CB0932-838F-D62E-EE3E-3B83BC0F17F2}"/>
                    </a:ext>
                  </a:extLst>
                </p:cNvPr>
                <p:cNvGrpSpPr/>
                <p:nvPr/>
              </p:nvGrpSpPr>
              <p:grpSpPr>
                <a:xfrm>
                  <a:off x="1618534" y="554409"/>
                  <a:ext cx="59233" cy="59233"/>
                  <a:chOff x="1618534" y="554409"/>
                  <a:chExt cx="59233" cy="59233"/>
                </a:xfrm>
              </p:grpSpPr>
              <p:sp>
                <p:nvSpPr>
                  <p:cNvPr id="783" name="Forme libre : forme 782">
                    <a:extLst>
                      <a:ext uri="{FF2B5EF4-FFF2-40B4-BE49-F238E27FC236}">
                        <a16:creationId xmlns:a16="http://schemas.microsoft.com/office/drawing/2014/main" id="{027C8513-4753-EADD-64F2-E2AA93101207}"/>
                      </a:ext>
                    </a:extLst>
                  </p:cNvPr>
                  <p:cNvSpPr/>
                  <p:nvPr/>
                </p:nvSpPr>
                <p:spPr>
                  <a:xfrm>
                    <a:off x="1618534" y="554409"/>
                    <a:ext cx="59233" cy="59233"/>
                  </a:xfrm>
                  <a:custGeom>
                    <a:avLst/>
                    <a:gdLst>
                      <a:gd name="connsiteX0" fmla="*/ 1540 w 59233"/>
                      <a:gd name="connsiteY0" fmla="*/ 18702 h 59233"/>
                      <a:gd name="connsiteX1" fmla="*/ 1614 w 59233"/>
                      <a:gd name="connsiteY1" fmla="*/ 19241 h 59233"/>
                      <a:gd name="connsiteX2" fmla="*/ 5509 w 59233"/>
                      <a:gd name="connsiteY2" fmla="*/ 23382 h 59233"/>
                      <a:gd name="connsiteX3" fmla="*/ 4774 w 59233"/>
                      <a:gd name="connsiteY3" fmla="*/ 31369 h 59233"/>
                      <a:gd name="connsiteX4" fmla="*/ 193 w 59233"/>
                      <a:gd name="connsiteY4" fmla="*/ 34737 h 59233"/>
                      <a:gd name="connsiteX5" fmla="*/ 22 w 59233"/>
                      <a:gd name="connsiteY5" fmla="*/ 35252 h 59233"/>
                      <a:gd name="connsiteX6" fmla="*/ 2043 w 59233"/>
                      <a:gd name="connsiteY6" fmla="*/ 41756 h 59233"/>
                      <a:gd name="connsiteX7" fmla="*/ 2471 w 59233"/>
                      <a:gd name="connsiteY7" fmla="*/ 42087 h 59233"/>
                      <a:gd name="connsiteX8" fmla="*/ 8143 w 59233"/>
                      <a:gd name="connsiteY8" fmla="*/ 42259 h 59233"/>
                      <a:gd name="connsiteX9" fmla="*/ 13276 w 59233"/>
                      <a:gd name="connsiteY9" fmla="*/ 48420 h 59233"/>
                      <a:gd name="connsiteX10" fmla="*/ 12418 w 59233"/>
                      <a:gd name="connsiteY10" fmla="*/ 54043 h 59233"/>
                      <a:gd name="connsiteX11" fmla="*/ 12663 w 59233"/>
                      <a:gd name="connsiteY11" fmla="*/ 54521 h 59233"/>
                      <a:gd name="connsiteX12" fmla="*/ 18702 w 59233"/>
                      <a:gd name="connsiteY12" fmla="*/ 57693 h 59233"/>
                      <a:gd name="connsiteX13" fmla="*/ 19241 w 59233"/>
                      <a:gd name="connsiteY13" fmla="*/ 57620 h 59233"/>
                      <a:gd name="connsiteX14" fmla="*/ 23382 w 59233"/>
                      <a:gd name="connsiteY14" fmla="*/ 53724 h 59233"/>
                      <a:gd name="connsiteX15" fmla="*/ 31369 w 59233"/>
                      <a:gd name="connsiteY15" fmla="*/ 54459 h 59233"/>
                      <a:gd name="connsiteX16" fmla="*/ 34737 w 59233"/>
                      <a:gd name="connsiteY16" fmla="*/ 59041 h 59233"/>
                      <a:gd name="connsiteX17" fmla="*/ 35252 w 59233"/>
                      <a:gd name="connsiteY17" fmla="*/ 59212 h 59233"/>
                      <a:gd name="connsiteX18" fmla="*/ 41756 w 59233"/>
                      <a:gd name="connsiteY18" fmla="*/ 57191 h 59233"/>
                      <a:gd name="connsiteX19" fmla="*/ 42087 w 59233"/>
                      <a:gd name="connsiteY19" fmla="*/ 56762 h 59233"/>
                      <a:gd name="connsiteX20" fmla="*/ 42259 w 59233"/>
                      <a:gd name="connsiteY20" fmla="*/ 51091 h 59233"/>
                      <a:gd name="connsiteX21" fmla="*/ 48420 w 59233"/>
                      <a:gd name="connsiteY21" fmla="*/ 45958 h 59233"/>
                      <a:gd name="connsiteX22" fmla="*/ 54043 w 59233"/>
                      <a:gd name="connsiteY22" fmla="*/ 46816 h 59233"/>
                      <a:gd name="connsiteX23" fmla="*/ 54521 w 59233"/>
                      <a:gd name="connsiteY23" fmla="*/ 46570 h 59233"/>
                      <a:gd name="connsiteX24" fmla="*/ 57693 w 59233"/>
                      <a:gd name="connsiteY24" fmla="*/ 40531 h 59233"/>
                      <a:gd name="connsiteX25" fmla="*/ 57620 w 59233"/>
                      <a:gd name="connsiteY25" fmla="*/ 39992 h 59233"/>
                      <a:gd name="connsiteX26" fmla="*/ 53724 w 59233"/>
                      <a:gd name="connsiteY26" fmla="*/ 35852 h 59233"/>
                      <a:gd name="connsiteX27" fmla="*/ 54459 w 59233"/>
                      <a:gd name="connsiteY27" fmla="*/ 27865 h 59233"/>
                      <a:gd name="connsiteX28" fmla="*/ 59041 w 59233"/>
                      <a:gd name="connsiteY28" fmla="*/ 24496 h 59233"/>
                      <a:gd name="connsiteX29" fmla="*/ 59212 w 59233"/>
                      <a:gd name="connsiteY29" fmla="*/ 23982 h 59233"/>
                      <a:gd name="connsiteX30" fmla="*/ 57191 w 59233"/>
                      <a:gd name="connsiteY30" fmla="*/ 17477 h 59233"/>
                      <a:gd name="connsiteX31" fmla="*/ 56762 w 59233"/>
                      <a:gd name="connsiteY31" fmla="*/ 17147 h 59233"/>
                      <a:gd name="connsiteX32" fmla="*/ 51091 w 59233"/>
                      <a:gd name="connsiteY32" fmla="*/ 16975 h 59233"/>
                      <a:gd name="connsiteX33" fmla="*/ 45958 w 59233"/>
                      <a:gd name="connsiteY33" fmla="*/ 10814 h 59233"/>
                      <a:gd name="connsiteX34" fmla="*/ 46815 w 59233"/>
                      <a:gd name="connsiteY34" fmla="*/ 5191 h 59233"/>
                      <a:gd name="connsiteX35" fmla="*/ 46571 w 59233"/>
                      <a:gd name="connsiteY35" fmla="*/ 4713 h 59233"/>
                      <a:gd name="connsiteX36" fmla="*/ 40531 w 59233"/>
                      <a:gd name="connsiteY36" fmla="*/ 1540 h 59233"/>
                      <a:gd name="connsiteX37" fmla="*/ 39992 w 59233"/>
                      <a:gd name="connsiteY37" fmla="*/ 1614 h 59233"/>
                      <a:gd name="connsiteX38" fmla="*/ 35852 w 59233"/>
                      <a:gd name="connsiteY38" fmla="*/ 5509 h 59233"/>
                      <a:gd name="connsiteX39" fmla="*/ 27865 w 59233"/>
                      <a:gd name="connsiteY39" fmla="*/ 4774 h 59233"/>
                      <a:gd name="connsiteX40" fmla="*/ 24496 w 59233"/>
                      <a:gd name="connsiteY40" fmla="*/ 193 h 59233"/>
                      <a:gd name="connsiteX41" fmla="*/ 23982 w 59233"/>
                      <a:gd name="connsiteY41" fmla="*/ 21 h 59233"/>
                      <a:gd name="connsiteX42" fmla="*/ 17477 w 59233"/>
                      <a:gd name="connsiteY42" fmla="*/ 2043 h 59233"/>
                      <a:gd name="connsiteX43" fmla="*/ 17147 w 59233"/>
                      <a:gd name="connsiteY43" fmla="*/ 2471 h 59233"/>
                      <a:gd name="connsiteX44" fmla="*/ 16975 w 59233"/>
                      <a:gd name="connsiteY44" fmla="*/ 8143 h 59233"/>
                      <a:gd name="connsiteX45" fmla="*/ 10813 w 59233"/>
                      <a:gd name="connsiteY45" fmla="*/ 13276 h 59233"/>
                      <a:gd name="connsiteX46" fmla="*/ 5191 w 59233"/>
                      <a:gd name="connsiteY46" fmla="*/ 12418 h 59233"/>
                      <a:gd name="connsiteX47" fmla="*/ 4713 w 59233"/>
                      <a:gd name="connsiteY47" fmla="*/ 12663 h 59233"/>
                      <a:gd name="connsiteX48" fmla="*/ 1540 w 59233"/>
                      <a:gd name="connsiteY48" fmla="*/ 18702 h 592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59233" h="59233">
                        <a:moveTo>
                          <a:pt x="1540" y="18702"/>
                        </a:moveTo>
                        <a:cubicBezTo>
                          <a:pt x="1442" y="18874"/>
                          <a:pt x="1479" y="19094"/>
                          <a:pt x="1614" y="19241"/>
                        </a:cubicBezTo>
                        <a:lnTo>
                          <a:pt x="5509" y="23382"/>
                        </a:lnTo>
                        <a:cubicBezTo>
                          <a:pt x="4848" y="25954"/>
                          <a:pt x="4578" y="28649"/>
                          <a:pt x="4774" y="31369"/>
                        </a:cubicBezTo>
                        <a:lnTo>
                          <a:pt x="193" y="34737"/>
                        </a:lnTo>
                        <a:cubicBezTo>
                          <a:pt x="34" y="34860"/>
                          <a:pt x="-40" y="35068"/>
                          <a:pt x="22" y="35252"/>
                        </a:cubicBezTo>
                        <a:lnTo>
                          <a:pt x="2043" y="41756"/>
                        </a:lnTo>
                        <a:cubicBezTo>
                          <a:pt x="2104" y="41952"/>
                          <a:pt x="2275" y="42075"/>
                          <a:pt x="2471" y="42087"/>
                        </a:cubicBezTo>
                        <a:lnTo>
                          <a:pt x="8143" y="42259"/>
                        </a:lnTo>
                        <a:cubicBezTo>
                          <a:pt x="9527" y="44611"/>
                          <a:pt x="11267" y="46681"/>
                          <a:pt x="13276" y="48420"/>
                        </a:cubicBezTo>
                        <a:lnTo>
                          <a:pt x="12418" y="54043"/>
                        </a:lnTo>
                        <a:cubicBezTo>
                          <a:pt x="12394" y="54239"/>
                          <a:pt x="12492" y="54435"/>
                          <a:pt x="12663" y="54521"/>
                        </a:cubicBezTo>
                        <a:lnTo>
                          <a:pt x="18702" y="57693"/>
                        </a:lnTo>
                        <a:cubicBezTo>
                          <a:pt x="18874" y="57791"/>
                          <a:pt x="19094" y="57755"/>
                          <a:pt x="19241" y="57620"/>
                        </a:cubicBezTo>
                        <a:lnTo>
                          <a:pt x="23382" y="53724"/>
                        </a:lnTo>
                        <a:cubicBezTo>
                          <a:pt x="25954" y="54386"/>
                          <a:pt x="28649" y="54655"/>
                          <a:pt x="31369" y="54459"/>
                        </a:cubicBezTo>
                        <a:lnTo>
                          <a:pt x="34737" y="59041"/>
                        </a:lnTo>
                        <a:cubicBezTo>
                          <a:pt x="34860" y="59200"/>
                          <a:pt x="35056" y="59273"/>
                          <a:pt x="35252" y="59212"/>
                        </a:cubicBezTo>
                        <a:lnTo>
                          <a:pt x="41756" y="57191"/>
                        </a:lnTo>
                        <a:cubicBezTo>
                          <a:pt x="41952" y="57130"/>
                          <a:pt x="42075" y="56958"/>
                          <a:pt x="42087" y="56762"/>
                        </a:cubicBezTo>
                        <a:lnTo>
                          <a:pt x="42259" y="51091"/>
                        </a:lnTo>
                        <a:cubicBezTo>
                          <a:pt x="44610" y="49706"/>
                          <a:pt x="46681" y="47967"/>
                          <a:pt x="48420" y="45958"/>
                        </a:cubicBezTo>
                        <a:lnTo>
                          <a:pt x="54043" y="46816"/>
                        </a:lnTo>
                        <a:cubicBezTo>
                          <a:pt x="54239" y="46840"/>
                          <a:pt x="54435" y="46742"/>
                          <a:pt x="54521" y="46570"/>
                        </a:cubicBezTo>
                        <a:lnTo>
                          <a:pt x="57693" y="40531"/>
                        </a:lnTo>
                        <a:cubicBezTo>
                          <a:pt x="57791" y="40360"/>
                          <a:pt x="57755" y="40139"/>
                          <a:pt x="57620" y="39992"/>
                        </a:cubicBezTo>
                        <a:lnTo>
                          <a:pt x="53724" y="35852"/>
                        </a:lnTo>
                        <a:cubicBezTo>
                          <a:pt x="54386" y="33280"/>
                          <a:pt x="54655" y="30585"/>
                          <a:pt x="54459" y="27865"/>
                        </a:cubicBezTo>
                        <a:lnTo>
                          <a:pt x="59041" y="24496"/>
                        </a:lnTo>
                        <a:cubicBezTo>
                          <a:pt x="59200" y="24374"/>
                          <a:pt x="59274" y="24166"/>
                          <a:pt x="59212" y="23982"/>
                        </a:cubicBezTo>
                        <a:lnTo>
                          <a:pt x="57191" y="17477"/>
                        </a:lnTo>
                        <a:cubicBezTo>
                          <a:pt x="57130" y="17281"/>
                          <a:pt x="56958" y="17159"/>
                          <a:pt x="56762" y="17147"/>
                        </a:cubicBezTo>
                        <a:lnTo>
                          <a:pt x="51091" y="16975"/>
                        </a:lnTo>
                        <a:cubicBezTo>
                          <a:pt x="49706" y="14623"/>
                          <a:pt x="47967" y="12553"/>
                          <a:pt x="45958" y="10814"/>
                        </a:cubicBezTo>
                        <a:lnTo>
                          <a:pt x="46815" y="5191"/>
                        </a:lnTo>
                        <a:cubicBezTo>
                          <a:pt x="46840" y="4995"/>
                          <a:pt x="46742" y="4799"/>
                          <a:pt x="46571" y="4713"/>
                        </a:cubicBezTo>
                        <a:lnTo>
                          <a:pt x="40531" y="1540"/>
                        </a:lnTo>
                        <a:cubicBezTo>
                          <a:pt x="40360" y="1442"/>
                          <a:pt x="40139" y="1479"/>
                          <a:pt x="39992" y="1614"/>
                        </a:cubicBezTo>
                        <a:lnTo>
                          <a:pt x="35852" y="5509"/>
                        </a:lnTo>
                        <a:cubicBezTo>
                          <a:pt x="33279" y="4848"/>
                          <a:pt x="30585" y="4578"/>
                          <a:pt x="27865" y="4774"/>
                        </a:cubicBezTo>
                        <a:lnTo>
                          <a:pt x="24496" y="193"/>
                        </a:lnTo>
                        <a:cubicBezTo>
                          <a:pt x="24374" y="34"/>
                          <a:pt x="24166" y="-40"/>
                          <a:pt x="23982" y="21"/>
                        </a:cubicBezTo>
                        <a:lnTo>
                          <a:pt x="17477" y="2043"/>
                        </a:lnTo>
                        <a:cubicBezTo>
                          <a:pt x="17281" y="2104"/>
                          <a:pt x="17159" y="2275"/>
                          <a:pt x="17147" y="2471"/>
                        </a:cubicBezTo>
                        <a:lnTo>
                          <a:pt x="16975" y="8143"/>
                        </a:lnTo>
                        <a:cubicBezTo>
                          <a:pt x="14623" y="9527"/>
                          <a:pt x="12553" y="11267"/>
                          <a:pt x="10813" y="13276"/>
                        </a:cubicBezTo>
                        <a:lnTo>
                          <a:pt x="5191" y="12418"/>
                        </a:lnTo>
                        <a:cubicBezTo>
                          <a:pt x="4995" y="12394"/>
                          <a:pt x="4799" y="12492"/>
                          <a:pt x="4713" y="12663"/>
                        </a:cubicBezTo>
                        <a:lnTo>
                          <a:pt x="1540" y="18702"/>
                        </a:ln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4" name="Forme libre : forme 783">
                    <a:extLst>
                      <a:ext uri="{FF2B5EF4-FFF2-40B4-BE49-F238E27FC236}">
                        <a16:creationId xmlns:a16="http://schemas.microsoft.com/office/drawing/2014/main" id="{2E7BA914-81AF-3CA1-2891-8F21E7E5DA54}"/>
                      </a:ext>
                    </a:extLst>
                  </p:cNvPr>
                  <p:cNvSpPr/>
                  <p:nvPr/>
                </p:nvSpPr>
                <p:spPr>
                  <a:xfrm>
                    <a:off x="1640781" y="576656"/>
                    <a:ext cx="14723" cy="14719"/>
                  </a:xfrm>
                  <a:custGeom>
                    <a:avLst/>
                    <a:gdLst>
                      <a:gd name="connsiteX0" fmla="*/ 7382 w 14723"/>
                      <a:gd name="connsiteY0" fmla="*/ 14720 h 14719"/>
                      <a:gd name="connsiteX1" fmla="*/ 1086 w 14723"/>
                      <a:gd name="connsiteY1" fmla="*/ 11204 h 14719"/>
                      <a:gd name="connsiteX2" fmla="*/ 204 w 14723"/>
                      <a:gd name="connsiteY2" fmla="*/ 5643 h 14719"/>
                      <a:gd name="connsiteX3" fmla="*/ 3524 w 14723"/>
                      <a:gd name="connsiteY3" fmla="*/ 1086 h 14719"/>
                      <a:gd name="connsiteX4" fmla="*/ 9085 w 14723"/>
                      <a:gd name="connsiteY4" fmla="*/ 204 h 14719"/>
                      <a:gd name="connsiteX5" fmla="*/ 13642 w 14723"/>
                      <a:gd name="connsiteY5" fmla="*/ 3524 h 14719"/>
                      <a:gd name="connsiteX6" fmla="*/ 11204 w 14723"/>
                      <a:gd name="connsiteY6" fmla="*/ 13642 h 14719"/>
                      <a:gd name="connsiteX7" fmla="*/ 7370 w 14723"/>
                      <a:gd name="connsiteY7" fmla="*/ 14720 h 14719"/>
                      <a:gd name="connsiteX8" fmla="*/ 7358 w 14723"/>
                      <a:gd name="connsiteY8" fmla="*/ 2617 h 14719"/>
                      <a:gd name="connsiteX9" fmla="*/ 4896 w 14723"/>
                      <a:gd name="connsiteY9" fmla="*/ 3315 h 14719"/>
                      <a:gd name="connsiteX10" fmla="*/ 2764 w 14723"/>
                      <a:gd name="connsiteY10" fmla="*/ 6243 h 14719"/>
                      <a:gd name="connsiteX11" fmla="*/ 3328 w 14723"/>
                      <a:gd name="connsiteY11" fmla="*/ 9832 h 14719"/>
                      <a:gd name="connsiteX12" fmla="*/ 3328 w 14723"/>
                      <a:gd name="connsiteY12" fmla="*/ 9832 h 14719"/>
                      <a:gd name="connsiteX13" fmla="*/ 9844 w 14723"/>
                      <a:gd name="connsiteY13" fmla="*/ 11400 h 14719"/>
                      <a:gd name="connsiteX14" fmla="*/ 11412 w 14723"/>
                      <a:gd name="connsiteY14" fmla="*/ 4883 h 14719"/>
                      <a:gd name="connsiteX15" fmla="*/ 8472 w 14723"/>
                      <a:gd name="connsiteY15" fmla="*/ 2752 h 14719"/>
                      <a:gd name="connsiteX16" fmla="*/ 7358 w 14723"/>
                      <a:gd name="connsiteY16" fmla="*/ 2617 h 147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14723" h="14719">
                        <a:moveTo>
                          <a:pt x="7382" y="14720"/>
                        </a:moveTo>
                        <a:cubicBezTo>
                          <a:pt x="4896" y="14720"/>
                          <a:pt x="2470" y="13470"/>
                          <a:pt x="1086" y="11204"/>
                        </a:cubicBezTo>
                        <a:cubicBezTo>
                          <a:pt x="57" y="9526"/>
                          <a:pt x="-249" y="7554"/>
                          <a:pt x="204" y="5643"/>
                        </a:cubicBezTo>
                        <a:cubicBezTo>
                          <a:pt x="669" y="3732"/>
                          <a:pt x="1845" y="2115"/>
                          <a:pt x="3524" y="1086"/>
                        </a:cubicBezTo>
                        <a:cubicBezTo>
                          <a:pt x="5202" y="57"/>
                          <a:pt x="7174" y="-249"/>
                          <a:pt x="9085" y="204"/>
                        </a:cubicBezTo>
                        <a:cubicBezTo>
                          <a:pt x="10996" y="669"/>
                          <a:pt x="12613" y="1845"/>
                          <a:pt x="13642" y="3524"/>
                        </a:cubicBezTo>
                        <a:cubicBezTo>
                          <a:pt x="15761" y="6990"/>
                          <a:pt x="14671" y="11523"/>
                          <a:pt x="11204" y="13642"/>
                        </a:cubicBezTo>
                        <a:cubicBezTo>
                          <a:pt x="10004" y="14377"/>
                          <a:pt x="8681" y="14720"/>
                          <a:pt x="7370" y="14720"/>
                        </a:cubicBezTo>
                        <a:close/>
                        <a:moveTo>
                          <a:pt x="7358" y="2617"/>
                        </a:moveTo>
                        <a:cubicBezTo>
                          <a:pt x="6500" y="2617"/>
                          <a:pt x="5643" y="2850"/>
                          <a:pt x="4896" y="3315"/>
                        </a:cubicBezTo>
                        <a:cubicBezTo>
                          <a:pt x="3818" y="3977"/>
                          <a:pt x="3058" y="5018"/>
                          <a:pt x="2764" y="6243"/>
                        </a:cubicBezTo>
                        <a:cubicBezTo>
                          <a:pt x="2470" y="7480"/>
                          <a:pt x="2666" y="8742"/>
                          <a:pt x="3328" y="9832"/>
                        </a:cubicBezTo>
                        <a:lnTo>
                          <a:pt x="3328" y="9832"/>
                        </a:lnTo>
                        <a:cubicBezTo>
                          <a:pt x="4687" y="12062"/>
                          <a:pt x="7615" y="12772"/>
                          <a:pt x="9844" y="11400"/>
                        </a:cubicBezTo>
                        <a:cubicBezTo>
                          <a:pt x="12074" y="10040"/>
                          <a:pt x="12784" y="7113"/>
                          <a:pt x="11412" y="4883"/>
                        </a:cubicBezTo>
                        <a:cubicBezTo>
                          <a:pt x="10751" y="3805"/>
                          <a:pt x="9710" y="3046"/>
                          <a:pt x="8472" y="2752"/>
                        </a:cubicBezTo>
                        <a:cubicBezTo>
                          <a:pt x="8105" y="2666"/>
                          <a:pt x="7725" y="2617"/>
                          <a:pt x="7358" y="2617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85" name="Forme libre : forme 784">
                    <a:extLst>
                      <a:ext uri="{FF2B5EF4-FFF2-40B4-BE49-F238E27FC236}">
                        <a16:creationId xmlns:a16="http://schemas.microsoft.com/office/drawing/2014/main" id="{B57B1827-74A3-046D-3237-89DA18F6FD60}"/>
                      </a:ext>
                    </a:extLst>
                  </p:cNvPr>
                  <p:cNvSpPr/>
                  <p:nvPr/>
                </p:nvSpPr>
                <p:spPr>
                  <a:xfrm>
                    <a:off x="1630597" y="566328"/>
                    <a:ext cx="35438" cy="35521"/>
                  </a:xfrm>
                  <a:custGeom>
                    <a:avLst/>
                    <a:gdLst>
                      <a:gd name="connsiteX0" fmla="*/ 17664 w 35438"/>
                      <a:gd name="connsiteY0" fmla="*/ 35510 h 35521"/>
                      <a:gd name="connsiteX1" fmla="*/ 9432 w 35438"/>
                      <a:gd name="connsiteY1" fmla="*/ 33464 h 35521"/>
                      <a:gd name="connsiteX2" fmla="*/ 735 w 35438"/>
                      <a:gd name="connsiteY2" fmla="*/ 23015 h 35521"/>
                      <a:gd name="connsiteX3" fmla="*/ 735 w 35438"/>
                      <a:gd name="connsiteY3" fmla="*/ 23015 h 35521"/>
                      <a:gd name="connsiteX4" fmla="*/ 0 w 35438"/>
                      <a:gd name="connsiteY4" fmla="*/ 19303 h 35521"/>
                      <a:gd name="connsiteX5" fmla="*/ 2609 w 35438"/>
                      <a:gd name="connsiteY5" fmla="*/ 19071 h 35521"/>
                      <a:gd name="connsiteX6" fmla="*/ 3234 w 35438"/>
                      <a:gd name="connsiteY6" fmla="*/ 22231 h 35521"/>
                      <a:gd name="connsiteX7" fmla="*/ 3234 w 35438"/>
                      <a:gd name="connsiteY7" fmla="*/ 22231 h 35521"/>
                      <a:gd name="connsiteX8" fmla="*/ 10645 w 35438"/>
                      <a:gd name="connsiteY8" fmla="*/ 31137 h 35521"/>
                      <a:gd name="connsiteX9" fmla="*/ 22184 w 35438"/>
                      <a:gd name="connsiteY9" fmla="*/ 32190 h 35521"/>
                      <a:gd name="connsiteX10" fmla="*/ 32817 w 35438"/>
                      <a:gd name="connsiteY10" fmla="*/ 17735 h 35521"/>
                      <a:gd name="connsiteX11" fmla="*/ 32131 w 35438"/>
                      <a:gd name="connsiteY11" fmla="*/ 13252 h 35521"/>
                      <a:gd name="connsiteX12" fmla="*/ 13181 w 35438"/>
                      <a:gd name="connsiteY12" fmla="*/ 3305 h 35521"/>
                      <a:gd name="connsiteX13" fmla="*/ 6394 w 35438"/>
                      <a:gd name="connsiteY13" fmla="*/ 7666 h 35521"/>
                      <a:gd name="connsiteX14" fmla="*/ 4434 w 35438"/>
                      <a:gd name="connsiteY14" fmla="*/ 5914 h 35521"/>
                      <a:gd name="connsiteX15" fmla="*/ 12397 w 35438"/>
                      <a:gd name="connsiteY15" fmla="*/ 806 h 35521"/>
                      <a:gd name="connsiteX16" fmla="*/ 34630 w 35438"/>
                      <a:gd name="connsiteY16" fmla="*/ 12480 h 35521"/>
                      <a:gd name="connsiteX17" fmla="*/ 35439 w 35438"/>
                      <a:gd name="connsiteY17" fmla="*/ 17748 h 35521"/>
                      <a:gd name="connsiteX18" fmla="*/ 22956 w 35438"/>
                      <a:gd name="connsiteY18" fmla="*/ 34713 h 35521"/>
                      <a:gd name="connsiteX19" fmla="*/ 17652 w 35438"/>
                      <a:gd name="connsiteY19" fmla="*/ 35522 h 355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35438" h="35521">
                        <a:moveTo>
                          <a:pt x="17664" y="35510"/>
                        </a:moveTo>
                        <a:cubicBezTo>
                          <a:pt x="14822" y="35510"/>
                          <a:pt x="12017" y="34824"/>
                          <a:pt x="9432" y="33464"/>
                        </a:cubicBezTo>
                        <a:cubicBezTo>
                          <a:pt x="5231" y="31259"/>
                          <a:pt x="2144" y="27547"/>
                          <a:pt x="735" y="23015"/>
                        </a:cubicBezTo>
                        <a:lnTo>
                          <a:pt x="735" y="23015"/>
                        </a:lnTo>
                        <a:cubicBezTo>
                          <a:pt x="355" y="21802"/>
                          <a:pt x="110" y="20553"/>
                          <a:pt x="0" y="19303"/>
                        </a:cubicBezTo>
                        <a:lnTo>
                          <a:pt x="2609" y="19071"/>
                        </a:lnTo>
                        <a:cubicBezTo>
                          <a:pt x="2707" y="20136"/>
                          <a:pt x="2915" y="21202"/>
                          <a:pt x="3234" y="22231"/>
                        </a:cubicBezTo>
                        <a:lnTo>
                          <a:pt x="3234" y="22231"/>
                        </a:lnTo>
                        <a:cubicBezTo>
                          <a:pt x="4434" y="26090"/>
                          <a:pt x="7068" y="29250"/>
                          <a:pt x="10645" y="31137"/>
                        </a:cubicBezTo>
                        <a:cubicBezTo>
                          <a:pt x="14222" y="33011"/>
                          <a:pt x="18313" y="33391"/>
                          <a:pt x="22184" y="32190"/>
                        </a:cubicBezTo>
                        <a:cubicBezTo>
                          <a:pt x="28664" y="30181"/>
                          <a:pt x="32817" y="24179"/>
                          <a:pt x="32817" y="17735"/>
                        </a:cubicBezTo>
                        <a:cubicBezTo>
                          <a:pt x="32817" y="16253"/>
                          <a:pt x="32597" y="14734"/>
                          <a:pt x="32131" y="13252"/>
                        </a:cubicBezTo>
                        <a:cubicBezTo>
                          <a:pt x="29657" y="5290"/>
                          <a:pt x="21155" y="818"/>
                          <a:pt x="13181" y="3305"/>
                        </a:cubicBezTo>
                        <a:cubicBezTo>
                          <a:pt x="10559" y="4126"/>
                          <a:pt x="8220" y="5633"/>
                          <a:pt x="6394" y="7666"/>
                        </a:cubicBezTo>
                        <a:lnTo>
                          <a:pt x="4434" y="5914"/>
                        </a:lnTo>
                        <a:cubicBezTo>
                          <a:pt x="6566" y="3526"/>
                          <a:pt x="9322" y="1762"/>
                          <a:pt x="12397" y="806"/>
                        </a:cubicBezTo>
                        <a:cubicBezTo>
                          <a:pt x="21743" y="-2109"/>
                          <a:pt x="31715" y="3134"/>
                          <a:pt x="34630" y="12480"/>
                        </a:cubicBezTo>
                        <a:cubicBezTo>
                          <a:pt x="35169" y="14232"/>
                          <a:pt x="35439" y="16008"/>
                          <a:pt x="35439" y="17748"/>
                        </a:cubicBezTo>
                        <a:cubicBezTo>
                          <a:pt x="35439" y="25318"/>
                          <a:pt x="30551" y="32349"/>
                          <a:pt x="22956" y="34713"/>
                        </a:cubicBezTo>
                        <a:cubicBezTo>
                          <a:pt x="21216" y="35252"/>
                          <a:pt x="19428" y="35522"/>
                          <a:pt x="17652" y="35522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715" name="Graphique 4">
              <a:extLst>
                <a:ext uri="{FF2B5EF4-FFF2-40B4-BE49-F238E27FC236}">
                  <a16:creationId xmlns:a16="http://schemas.microsoft.com/office/drawing/2014/main" id="{4E222E7A-820E-6502-A56C-0D475CB9467F}"/>
                </a:ext>
              </a:extLst>
            </p:cNvPr>
            <p:cNvGrpSpPr/>
            <p:nvPr/>
          </p:nvGrpSpPr>
          <p:grpSpPr>
            <a:xfrm>
              <a:off x="698587" y="30130"/>
              <a:ext cx="398313" cy="316704"/>
              <a:chOff x="698587" y="30130"/>
              <a:chExt cx="398313" cy="316704"/>
            </a:xfrm>
          </p:grpSpPr>
          <p:sp>
            <p:nvSpPr>
              <p:cNvPr id="716" name="Forme libre : forme 715">
                <a:extLst>
                  <a:ext uri="{FF2B5EF4-FFF2-40B4-BE49-F238E27FC236}">
                    <a16:creationId xmlns:a16="http://schemas.microsoft.com/office/drawing/2014/main" id="{24DA445E-7FDC-7B43-7BED-688AB7055C2C}"/>
                  </a:ext>
                </a:extLst>
              </p:cNvPr>
              <p:cNvSpPr/>
              <p:nvPr/>
            </p:nvSpPr>
            <p:spPr>
              <a:xfrm>
                <a:off x="702826" y="37049"/>
                <a:ext cx="394074" cy="309785"/>
              </a:xfrm>
              <a:custGeom>
                <a:avLst/>
                <a:gdLst>
                  <a:gd name="connsiteX0" fmla="*/ 382559 w 394074"/>
                  <a:gd name="connsiteY0" fmla="*/ 309785 h 309785"/>
                  <a:gd name="connsiteX1" fmla="*/ 18105 w 394074"/>
                  <a:gd name="connsiteY1" fmla="*/ 309785 h 309785"/>
                  <a:gd name="connsiteX2" fmla="*/ 5059 w 394074"/>
                  <a:gd name="connsiteY2" fmla="*/ 297891 h 309785"/>
                  <a:gd name="connsiteX3" fmla="*/ 0 w 394074"/>
                  <a:gd name="connsiteY3" fmla="*/ 14934 h 309785"/>
                  <a:gd name="connsiteX4" fmla="*/ 11294 w 394074"/>
                  <a:gd name="connsiteY4" fmla="*/ 4326 h 309785"/>
                  <a:gd name="connsiteX5" fmla="*/ 372515 w 394074"/>
                  <a:gd name="connsiteY5" fmla="*/ 2 h 309785"/>
                  <a:gd name="connsiteX6" fmla="*/ 394074 w 394074"/>
                  <a:gd name="connsiteY6" fmla="*/ 19712 h 309785"/>
                  <a:gd name="connsiteX7" fmla="*/ 394074 w 394074"/>
                  <a:gd name="connsiteY7" fmla="*/ 299116 h 309785"/>
                  <a:gd name="connsiteX8" fmla="*/ 382559 w 394074"/>
                  <a:gd name="connsiteY8" fmla="*/ 309785 h 309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4074" h="309785">
                    <a:moveTo>
                      <a:pt x="382559" y="309785"/>
                    </a:moveTo>
                    <a:lnTo>
                      <a:pt x="18105" y="309785"/>
                    </a:lnTo>
                    <a:cubicBezTo>
                      <a:pt x="10976" y="309785"/>
                      <a:pt x="5169" y="304494"/>
                      <a:pt x="5059" y="297891"/>
                    </a:cubicBezTo>
                    <a:lnTo>
                      <a:pt x="0" y="14934"/>
                    </a:lnTo>
                    <a:cubicBezTo>
                      <a:pt x="0" y="9128"/>
                      <a:pt x="5035" y="4399"/>
                      <a:pt x="11294" y="4326"/>
                    </a:cubicBezTo>
                    <a:lnTo>
                      <a:pt x="372515" y="2"/>
                    </a:lnTo>
                    <a:cubicBezTo>
                      <a:pt x="384372" y="-145"/>
                      <a:pt x="394074" y="8724"/>
                      <a:pt x="394074" y="19712"/>
                    </a:cubicBezTo>
                    <a:lnTo>
                      <a:pt x="394074" y="299116"/>
                    </a:lnTo>
                    <a:cubicBezTo>
                      <a:pt x="394074" y="305008"/>
                      <a:pt x="388917" y="309785"/>
                      <a:pt x="382559" y="309785"/>
                    </a:cubicBezTo>
                    <a:close/>
                  </a:path>
                </a:pathLst>
              </a:custGeom>
              <a:solidFill>
                <a:srgbClr val="8078D5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Forme libre : forme 716">
                <a:extLst>
                  <a:ext uri="{FF2B5EF4-FFF2-40B4-BE49-F238E27FC236}">
                    <a16:creationId xmlns:a16="http://schemas.microsoft.com/office/drawing/2014/main" id="{7033B5BC-E8EA-FC98-DF04-2757098BFA0C}"/>
                  </a:ext>
                </a:extLst>
              </p:cNvPr>
              <p:cNvSpPr/>
              <p:nvPr/>
            </p:nvSpPr>
            <p:spPr>
              <a:xfrm>
                <a:off x="698587" y="36118"/>
                <a:ext cx="398276" cy="296874"/>
              </a:xfrm>
              <a:custGeom>
                <a:avLst/>
                <a:gdLst>
                  <a:gd name="connsiteX0" fmla="*/ 392568 w 398276"/>
                  <a:gd name="connsiteY0" fmla="*/ 293959 h 296874"/>
                  <a:gd name="connsiteX1" fmla="*/ 6076 w 398276"/>
                  <a:gd name="connsiteY1" fmla="*/ 296874 h 296874"/>
                  <a:gd name="connsiteX2" fmla="*/ 1 w 398276"/>
                  <a:gd name="connsiteY2" fmla="*/ 290762 h 296874"/>
                  <a:gd name="connsiteX3" fmla="*/ 4214 w 398276"/>
                  <a:gd name="connsiteY3" fmla="*/ 16539 h 296874"/>
                  <a:gd name="connsiteX4" fmla="*/ 14982 w 398276"/>
                  <a:gd name="connsiteY4" fmla="*/ 5600 h 296874"/>
                  <a:gd name="connsiteX5" fmla="*/ 382707 w 398276"/>
                  <a:gd name="connsiteY5" fmla="*/ 2 h 296874"/>
                  <a:gd name="connsiteX6" fmla="*/ 398276 w 398276"/>
                  <a:gd name="connsiteY6" fmla="*/ 15339 h 296874"/>
                  <a:gd name="connsiteX7" fmla="*/ 398276 w 398276"/>
                  <a:gd name="connsiteY7" fmla="*/ 288214 h 296874"/>
                  <a:gd name="connsiteX8" fmla="*/ 392544 w 398276"/>
                  <a:gd name="connsiteY8" fmla="*/ 293947 h 29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8276" h="296874">
                    <a:moveTo>
                      <a:pt x="392568" y="293959"/>
                    </a:moveTo>
                    <a:lnTo>
                      <a:pt x="6076" y="296874"/>
                    </a:lnTo>
                    <a:cubicBezTo>
                      <a:pt x="2696" y="296899"/>
                      <a:pt x="-48" y="294143"/>
                      <a:pt x="1" y="290762"/>
                    </a:cubicBezTo>
                    <a:lnTo>
                      <a:pt x="4214" y="16539"/>
                    </a:lnTo>
                    <a:cubicBezTo>
                      <a:pt x="4214" y="10561"/>
                      <a:pt x="9016" y="5698"/>
                      <a:pt x="14982" y="5600"/>
                    </a:cubicBezTo>
                    <a:lnTo>
                      <a:pt x="382707" y="2"/>
                    </a:lnTo>
                    <a:cubicBezTo>
                      <a:pt x="391270" y="-133"/>
                      <a:pt x="398276" y="6776"/>
                      <a:pt x="398276" y="15339"/>
                    </a:cubicBezTo>
                    <a:lnTo>
                      <a:pt x="398276" y="288214"/>
                    </a:lnTo>
                    <a:cubicBezTo>
                      <a:pt x="398276" y="291387"/>
                      <a:pt x="395704" y="293947"/>
                      <a:pt x="392544" y="293947"/>
                    </a:cubicBezTo>
                    <a:close/>
                  </a:path>
                </a:pathLst>
              </a:custGeom>
              <a:solidFill>
                <a:srgbClr val="B1ABE5"/>
              </a:solidFill>
              <a:ln w="1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718" name="Graphique 4">
                <a:extLst>
                  <a:ext uri="{FF2B5EF4-FFF2-40B4-BE49-F238E27FC236}">
                    <a16:creationId xmlns:a16="http://schemas.microsoft.com/office/drawing/2014/main" id="{BDBA699E-8E4C-B76F-9F73-A8F6992142A8}"/>
                  </a:ext>
                </a:extLst>
              </p:cNvPr>
              <p:cNvGrpSpPr/>
              <p:nvPr/>
            </p:nvGrpSpPr>
            <p:grpSpPr>
              <a:xfrm>
                <a:off x="725513" y="48749"/>
                <a:ext cx="331550" cy="23066"/>
                <a:chOff x="725513" y="48749"/>
                <a:chExt cx="331550" cy="23066"/>
              </a:xfrm>
              <a:solidFill>
                <a:srgbClr val="8078D5"/>
              </a:solidFill>
            </p:grpSpPr>
            <p:sp>
              <p:nvSpPr>
                <p:cNvPr id="766" name="Forme libre : forme 765">
                  <a:extLst>
                    <a:ext uri="{FF2B5EF4-FFF2-40B4-BE49-F238E27FC236}">
                      <a16:creationId xmlns:a16="http://schemas.microsoft.com/office/drawing/2014/main" id="{CAE013C7-AA8A-A3C3-03AD-AD6C448D76D5}"/>
                    </a:ext>
                  </a:extLst>
                </p:cNvPr>
                <p:cNvSpPr/>
                <p:nvPr/>
              </p:nvSpPr>
              <p:spPr>
                <a:xfrm>
                  <a:off x="725513" y="48749"/>
                  <a:ext cx="13572" cy="23066"/>
                </a:xfrm>
                <a:custGeom>
                  <a:avLst/>
                  <a:gdLst>
                    <a:gd name="connsiteX0" fmla="*/ 9347 w 13572"/>
                    <a:gd name="connsiteY0" fmla="*/ 0 h 23066"/>
                    <a:gd name="connsiteX1" fmla="*/ 13573 w 13572"/>
                    <a:gd name="connsiteY1" fmla="*/ 4226 h 23066"/>
                    <a:gd name="connsiteX2" fmla="*/ 13573 w 13572"/>
                    <a:gd name="connsiteY2" fmla="*/ 18840 h 23066"/>
                    <a:gd name="connsiteX3" fmla="*/ 9347 w 13572"/>
                    <a:gd name="connsiteY3" fmla="*/ 23066 h 23066"/>
                    <a:gd name="connsiteX4" fmla="*/ 4226 w 13572"/>
                    <a:gd name="connsiteY4" fmla="*/ 23066 h 23066"/>
                    <a:gd name="connsiteX5" fmla="*/ 0 w 13572"/>
                    <a:gd name="connsiteY5" fmla="*/ 18840 h 23066"/>
                    <a:gd name="connsiteX6" fmla="*/ 0 w 13572"/>
                    <a:gd name="connsiteY6" fmla="*/ 4226 h 23066"/>
                    <a:gd name="connsiteX7" fmla="*/ 4226 w 13572"/>
                    <a:gd name="connsiteY7" fmla="*/ 0 h 23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572" h="23066">
                      <a:moveTo>
                        <a:pt x="9347" y="0"/>
                      </a:moveTo>
                      <a:cubicBezTo>
                        <a:pt x="11681" y="0"/>
                        <a:pt x="13573" y="1892"/>
                        <a:pt x="13573" y="4226"/>
                      </a:cubicBezTo>
                      <a:lnTo>
                        <a:pt x="13573" y="18840"/>
                      </a:lnTo>
                      <a:cubicBezTo>
                        <a:pt x="13573" y="21174"/>
                        <a:pt x="11681" y="23066"/>
                        <a:pt x="9347" y="23066"/>
                      </a:cubicBezTo>
                      <a:lnTo>
                        <a:pt x="4226" y="23066"/>
                      </a:lnTo>
                      <a:cubicBezTo>
                        <a:pt x="1892" y="23066"/>
                        <a:pt x="0" y="21174"/>
                        <a:pt x="0" y="18840"/>
                      </a:cubicBezTo>
                      <a:lnTo>
                        <a:pt x="0" y="4226"/>
                      </a:lnTo>
                      <a:cubicBezTo>
                        <a:pt x="0" y="1892"/>
                        <a:pt x="1892" y="0"/>
                        <a:pt x="4226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7" name="Forme libre : forme 766">
                  <a:extLst>
                    <a:ext uri="{FF2B5EF4-FFF2-40B4-BE49-F238E27FC236}">
                      <a16:creationId xmlns:a16="http://schemas.microsoft.com/office/drawing/2014/main" id="{17AC2A29-5B38-8502-71EE-2CCF56C2AECC}"/>
                    </a:ext>
                  </a:extLst>
                </p:cNvPr>
                <p:cNvSpPr/>
                <p:nvPr/>
              </p:nvSpPr>
              <p:spPr>
                <a:xfrm>
                  <a:off x="756039" y="48749"/>
                  <a:ext cx="13572" cy="23066"/>
                </a:xfrm>
                <a:custGeom>
                  <a:avLst/>
                  <a:gdLst>
                    <a:gd name="connsiteX0" fmla="*/ 7558 w 13572"/>
                    <a:gd name="connsiteY0" fmla="*/ 0 h 23066"/>
                    <a:gd name="connsiteX1" fmla="*/ 13573 w 13572"/>
                    <a:gd name="connsiteY1" fmla="*/ 6015 h 23066"/>
                    <a:gd name="connsiteX2" fmla="*/ 13573 w 13572"/>
                    <a:gd name="connsiteY2" fmla="*/ 17052 h 23066"/>
                    <a:gd name="connsiteX3" fmla="*/ 7558 w 13572"/>
                    <a:gd name="connsiteY3" fmla="*/ 23066 h 23066"/>
                    <a:gd name="connsiteX4" fmla="*/ 6015 w 13572"/>
                    <a:gd name="connsiteY4" fmla="*/ 23066 h 23066"/>
                    <a:gd name="connsiteX5" fmla="*/ 0 w 13572"/>
                    <a:gd name="connsiteY5" fmla="*/ 17052 h 23066"/>
                    <a:gd name="connsiteX6" fmla="*/ 0 w 13572"/>
                    <a:gd name="connsiteY6" fmla="*/ 6015 h 23066"/>
                    <a:gd name="connsiteX7" fmla="*/ 6015 w 13572"/>
                    <a:gd name="connsiteY7" fmla="*/ 0 h 23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572" h="23066">
                      <a:moveTo>
                        <a:pt x="7558" y="0"/>
                      </a:moveTo>
                      <a:cubicBezTo>
                        <a:pt x="10880" y="0"/>
                        <a:pt x="13573" y="2693"/>
                        <a:pt x="13573" y="6015"/>
                      </a:cubicBezTo>
                      <a:lnTo>
                        <a:pt x="13573" y="17052"/>
                      </a:lnTo>
                      <a:cubicBezTo>
                        <a:pt x="13573" y="20373"/>
                        <a:pt x="10880" y="23066"/>
                        <a:pt x="7558" y="23066"/>
                      </a:cubicBezTo>
                      <a:lnTo>
                        <a:pt x="6015" y="23066"/>
                      </a:lnTo>
                      <a:cubicBezTo>
                        <a:pt x="2693" y="23066"/>
                        <a:pt x="0" y="20373"/>
                        <a:pt x="0" y="17052"/>
                      </a:cubicBezTo>
                      <a:lnTo>
                        <a:pt x="0" y="6015"/>
                      </a:lnTo>
                      <a:cubicBezTo>
                        <a:pt x="0" y="2693"/>
                        <a:pt x="2693" y="0"/>
                        <a:pt x="6015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8" name="Forme libre : forme 767">
                  <a:extLst>
                    <a:ext uri="{FF2B5EF4-FFF2-40B4-BE49-F238E27FC236}">
                      <a16:creationId xmlns:a16="http://schemas.microsoft.com/office/drawing/2014/main" id="{20021A45-4536-9251-0388-AB955B6C6D13}"/>
                    </a:ext>
                  </a:extLst>
                </p:cNvPr>
                <p:cNvSpPr/>
                <p:nvPr/>
              </p:nvSpPr>
              <p:spPr>
                <a:xfrm>
                  <a:off x="783001" y="48749"/>
                  <a:ext cx="13572" cy="23066"/>
                </a:xfrm>
                <a:custGeom>
                  <a:avLst/>
                  <a:gdLst>
                    <a:gd name="connsiteX0" fmla="*/ 6958 w 13572"/>
                    <a:gd name="connsiteY0" fmla="*/ 0 h 23066"/>
                    <a:gd name="connsiteX1" fmla="*/ 13573 w 13572"/>
                    <a:gd name="connsiteY1" fmla="*/ 6615 h 23066"/>
                    <a:gd name="connsiteX2" fmla="*/ 13573 w 13572"/>
                    <a:gd name="connsiteY2" fmla="*/ 16451 h 23066"/>
                    <a:gd name="connsiteX3" fmla="*/ 6958 w 13572"/>
                    <a:gd name="connsiteY3" fmla="*/ 23066 h 23066"/>
                    <a:gd name="connsiteX4" fmla="*/ 6615 w 13572"/>
                    <a:gd name="connsiteY4" fmla="*/ 23066 h 23066"/>
                    <a:gd name="connsiteX5" fmla="*/ 0 w 13572"/>
                    <a:gd name="connsiteY5" fmla="*/ 16451 h 23066"/>
                    <a:gd name="connsiteX6" fmla="*/ 0 w 13572"/>
                    <a:gd name="connsiteY6" fmla="*/ 6615 h 23066"/>
                    <a:gd name="connsiteX7" fmla="*/ 6615 w 13572"/>
                    <a:gd name="connsiteY7" fmla="*/ 0 h 23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572" h="23066">
                      <a:moveTo>
                        <a:pt x="6958" y="0"/>
                      </a:moveTo>
                      <a:cubicBezTo>
                        <a:pt x="10611" y="0"/>
                        <a:pt x="13573" y="2962"/>
                        <a:pt x="13573" y="6615"/>
                      </a:cubicBezTo>
                      <a:lnTo>
                        <a:pt x="13573" y="16451"/>
                      </a:lnTo>
                      <a:cubicBezTo>
                        <a:pt x="13573" y="20105"/>
                        <a:pt x="10611" y="23066"/>
                        <a:pt x="6958" y="23066"/>
                      </a:cubicBezTo>
                      <a:lnTo>
                        <a:pt x="6615" y="23066"/>
                      </a:lnTo>
                      <a:cubicBezTo>
                        <a:pt x="2962" y="23066"/>
                        <a:pt x="0" y="20105"/>
                        <a:pt x="0" y="16451"/>
                      </a:cubicBezTo>
                      <a:lnTo>
                        <a:pt x="0" y="6615"/>
                      </a:lnTo>
                      <a:cubicBezTo>
                        <a:pt x="0" y="2962"/>
                        <a:pt x="2962" y="0"/>
                        <a:pt x="6615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" name="Forme libre : forme 768">
                  <a:extLst>
                    <a:ext uri="{FF2B5EF4-FFF2-40B4-BE49-F238E27FC236}">
                      <a16:creationId xmlns:a16="http://schemas.microsoft.com/office/drawing/2014/main" id="{F0856ACF-D983-72BD-77DA-3BA657B44EDF}"/>
                    </a:ext>
                  </a:extLst>
                </p:cNvPr>
                <p:cNvSpPr/>
                <p:nvPr/>
              </p:nvSpPr>
              <p:spPr>
                <a:xfrm>
                  <a:off x="813527" y="48749"/>
                  <a:ext cx="13572" cy="23066"/>
                </a:xfrm>
                <a:custGeom>
                  <a:avLst/>
                  <a:gdLst>
                    <a:gd name="connsiteX0" fmla="*/ 6958 w 13572"/>
                    <a:gd name="connsiteY0" fmla="*/ 0 h 23066"/>
                    <a:gd name="connsiteX1" fmla="*/ 13573 w 13572"/>
                    <a:gd name="connsiteY1" fmla="*/ 6615 h 23066"/>
                    <a:gd name="connsiteX2" fmla="*/ 13573 w 13572"/>
                    <a:gd name="connsiteY2" fmla="*/ 16451 h 23066"/>
                    <a:gd name="connsiteX3" fmla="*/ 6958 w 13572"/>
                    <a:gd name="connsiteY3" fmla="*/ 23066 h 23066"/>
                    <a:gd name="connsiteX4" fmla="*/ 6615 w 13572"/>
                    <a:gd name="connsiteY4" fmla="*/ 23066 h 23066"/>
                    <a:gd name="connsiteX5" fmla="*/ 0 w 13572"/>
                    <a:gd name="connsiteY5" fmla="*/ 16451 h 23066"/>
                    <a:gd name="connsiteX6" fmla="*/ 0 w 13572"/>
                    <a:gd name="connsiteY6" fmla="*/ 6615 h 23066"/>
                    <a:gd name="connsiteX7" fmla="*/ 6615 w 13572"/>
                    <a:gd name="connsiteY7" fmla="*/ 0 h 23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572" h="23066">
                      <a:moveTo>
                        <a:pt x="6958" y="0"/>
                      </a:moveTo>
                      <a:cubicBezTo>
                        <a:pt x="10611" y="0"/>
                        <a:pt x="13573" y="2962"/>
                        <a:pt x="13573" y="6615"/>
                      </a:cubicBezTo>
                      <a:lnTo>
                        <a:pt x="13573" y="16451"/>
                      </a:lnTo>
                      <a:cubicBezTo>
                        <a:pt x="13573" y="20105"/>
                        <a:pt x="10611" y="23066"/>
                        <a:pt x="6958" y="23066"/>
                      </a:cubicBezTo>
                      <a:lnTo>
                        <a:pt x="6615" y="23066"/>
                      </a:lnTo>
                      <a:cubicBezTo>
                        <a:pt x="2961" y="23066"/>
                        <a:pt x="0" y="20105"/>
                        <a:pt x="0" y="16451"/>
                      </a:cubicBezTo>
                      <a:lnTo>
                        <a:pt x="0" y="6615"/>
                      </a:lnTo>
                      <a:cubicBezTo>
                        <a:pt x="0" y="2962"/>
                        <a:pt x="2961" y="0"/>
                        <a:pt x="6615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0" name="Forme libre : forme 769">
                  <a:extLst>
                    <a:ext uri="{FF2B5EF4-FFF2-40B4-BE49-F238E27FC236}">
                      <a16:creationId xmlns:a16="http://schemas.microsoft.com/office/drawing/2014/main" id="{8FB0D199-FAB5-6F50-D995-609255C01820}"/>
                    </a:ext>
                  </a:extLst>
                </p:cNvPr>
                <p:cNvSpPr/>
                <p:nvPr/>
              </p:nvSpPr>
              <p:spPr>
                <a:xfrm>
                  <a:off x="840489" y="48749"/>
                  <a:ext cx="13572" cy="23066"/>
                </a:xfrm>
                <a:custGeom>
                  <a:avLst/>
                  <a:gdLst>
                    <a:gd name="connsiteX0" fmla="*/ 6958 w 13572"/>
                    <a:gd name="connsiteY0" fmla="*/ 0 h 23066"/>
                    <a:gd name="connsiteX1" fmla="*/ 13573 w 13572"/>
                    <a:gd name="connsiteY1" fmla="*/ 6615 h 23066"/>
                    <a:gd name="connsiteX2" fmla="*/ 13573 w 13572"/>
                    <a:gd name="connsiteY2" fmla="*/ 16451 h 23066"/>
                    <a:gd name="connsiteX3" fmla="*/ 6958 w 13572"/>
                    <a:gd name="connsiteY3" fmla="*/ 23066 h 23066"/>
                    <a:gd name="connsiteX4" fmla="*/ 6615 w 13572"/>
                    <a:gd name="connsiteY4" fmla="*/ 23066 h 23066"/>
                    <a:gd name="connsiteX5" fmla="*/ 0 w 13572"/>
                    <a:gd name="connsiteY5" fmla="*/ 16451 h 23066"/>
                    <a:gd name="connsiteX6" fmla="*/ 0 w 13572"/>
                    <a:gd name="connsiteY6" fmla="*/ 6615 h 23066"/>
                    <a:gd name="connsiteX7" fmla="*/ 6615 w 13572"/>
                    <a:gd name="connsiteY7" fmla="*/ 0 h 23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572" h="23066">
                      <a:moveTo>
                        <a:pt x="6958" y="0"/>
                      </a:moveTo>
                      <a:cubicBezTo>
                        <a:pt x="10611" y="0"/>
                        <a:pt x="13573" y="2962"/>
                        <a:pt x="13573" y="6615"/>
                      </a:cubicBezTo>
                      <a:lnTo>
                        <a:pt x="13573" y="16451"/>
                      </a:lnTo>
                      <a:cubicBezTo>
                        <a:pt x="13573" y="20105"/>
                        <a:pt x="10611" y="23066"/>
                        <a:pt x="6958" y="23066"/>
                      </a:cubicBezTo>
                      <a:lnTo>
                        <a:pt x="6615" y="23066"/>
                      </a:lnTo>
                      <a:cubicBezTo>
                        <a:pt x="2961" y="23066"/>
                        <a:pt x="0" y="20105"/>
                        <a:pt x="0" y="16451"/>
                      </a:cubicBezTo>
                      <a:lnTo>
                        <a:pt x="0" y="6615"/>
                      </a:lnTo>
                      <a:cubicBezTo>
                        <a:pt x="0" y="2962"/>
                        <a:pt x="2961" y="0"/>
                        <a:pt x="6615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1" name="Forme libre : forme 770">
                  <a:extLst>
                    <a:ext uri="{FF2B5EF4-FFF2-40B4-BE49-F238E27FC236}">
                      <a16:creationId xmlns:a16="http://schemas.microsoft.com/office/drawing/2014/main" id="{E5D4E19F-6E8E-10D3-444B-D311798BAE12}"/>
                    </a:ext>
                  </a:extLst>
                </p:cNvPr>
                <p:cNvSpPr/>
                <p:nvPr/>
              </p:nvSpPr>
              <p:spPr>
                <a:xfrm>
                  <a:off x="871015" y="48749"/>
                  <a:ext cx="13572" cy="23066"/>
                </a:xfrm>
                <a:custGeom>
                  <a:avLst/>
                  <a:gdLst>
                    <a:gd name="connsiteX0" fmla="*/ 6958 w 13572"/>
                    <a:gd name="connsiteY0" fmla="*/ 0 h 23066"/>
                    <a:gd name="connsiteX1" fmla="*/ 13573 w 13572"/>
                    <a:gd name="connsiteY1" fmla="*/ 6615 h 23066"/>
                    <a:gd name="connsiteX2" fmla="*/ 13573 w 13572"/>
                    <a:gd name="connsiteY2" fmla="*/ 16451 h 23066"/>
                    <a:gd name="connsiteX3" fmla="*/ 6958 w 13572"/>
                    <a:gd name="connsiteY3" fmla="*/ 23066 h 23066"/>
                    <a:gd name="connsiteX4" fmla="*/ 6615 w 13572"/>
                    <a:gd name="connsiteY4" fmla="*/ 23066 h 23066"/>
                    <a:gd name="connsiteX5" fmla="*/ 0 w 13572"/>
                    <a:gd name="connsiteY5" fmla="*/ 16451 h 23066"/>
                    <a:gd name="connsiteX6" fmla="*/ 0 w 13572"/>
                    <a:gd name="connsiteY6" fmla="*/ 6615 h 23066"/>
                    <a:gd name="connsiteX7" fmla="*/ 6615 w 13572"/>
                    <a:gd name="connsiteY7" fmla="*/ 0 h 23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572" h="23066">
                      <a:moveTo>
                        <a:pt x="6958" y="0"/>
                      </a:moveTo>
                      <a:cubicBezTo>
                        <a:pt x="10611" y="0"/>
                        <a:pt x="13573" y="2962"/>
                        <a:pt x="13573" y="6615"/>
                      </a:cubicBezTo>
                      <a:lnTo>
                        <a:pt x="13573" y="16451"/>
                      </a:lnTo>
                      <a:cubicBezTo>
                        <a:pt x="13573" y="20105"/>
                        <a:pt x="10611" y="23066"/>
                        <a:pt x="6958" y="23066"/>
                      </a:cubicBezTo>
                      <a:lnTo>
                        <a:pt x="6615" y="23066"/>
                      </a:lnTo>
                      <a:cubicBezTo>
                        <a:pt x="2961" y="23066"/>
                        <a:pt x="0" y="20105"/>
                        <a:pt x="0" y="16451"/>
                      </a:cubicBezTo>
                      <a:lnTo>
                        <a:pt x="0" y="6615"/>
                      </a:lnTo>
                      <a:cubicBezTo>
                        <a:pt x="0" y="2962"/>
                        <a:pt x="2961" y="0"/>
                        <a:pt x="6615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" name="Forme libre : forme 771">
                  <a:extLst>
                    <a:ext uri="{FF2B5EF4-FFF2-40B4-BE49-F238E27FC236}">
                      <a16:creationId xmlns:a16="http://schemas.microsoft.com/office/drawing/2014/main" id="{D663381D-1CAD-94D5-B797-1578A0961395}"/>
                    </a:ext>
                  </a:extLst>
                </p:cNvPr>
                <p:cNvSpPr/>
                <p:nvPr/>
              </p:nvSpPr>
              <p:spPr>
                <a:xfrm>
                  <a:off x="897989" y="48749"/>
                  <a:ext cx="13572" cy="23066"/>
                </a:xfrm>
                <a:custGeom>
                  <a:avLst/>
                  <a:gdLst>
                    <a:gd name="connsiteX0" fmla="*/ 6958 w 13572"/>
                    <a:gd name="connsiteY0" fmla="*/ 0 h 23066"/>
                    <a:gd name="connsiteX1" fmla="*/ 13573 w 13572"/>
                    <a:gd name="connsiteY1" fmla="*/ 6615 h 23066"/>
                    <a:gd name="connsiteX2" fmla="*/ 13573 w 13572"/>
                    <a:gd name="connsiteY2" fmla="*/ 16451 h 23066"/>
                    <a:gd name="connsiteX3" fmla="*/ 6958 w 13572"/>
                    <a:gd name="connsiteY3" fmla="*/ 23066 h 23066"/>
                    <a:gd name="connsiteX4" fmla="*/ 6615 w 13572"/>
                    <a:gd name="connsiteY4" fmla="*/ 23066 h 23066"/>
                    <a:gd name="connsiteX5" fmla="*/ 0 w 13572"/>
                    <a:gd name="connsiteY5" fmla="*/ 16451 h 23066"/>
                    <a:gd name="connsiteX6" fmla="*/ 0 w 13572"/>
                    <a:gd name="connsiteY6" fmla="*/ 6615 h 23066"/>
                    <a:gd name="connsiteX7" fmla="*/ 6615 w 13572"/>
                    <a:gd name="connsiteY7" fmla="*/ 0 h 23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572" h="23066">
                      <a:moveTo>
                        <a:pt x="6958" y="0"/>
                      </a:moveTo>
                      <a:cubicBezTo>
                        <a:pt x="10611" y="0"/>
                        <a:pt x="13573" y="2962"/>
                        <a:pt x="13573" y="6615"/>
                      </a:cubicBezTo>
                      <a:lnTo>
                        <a:pt x="13573" y="16451"/>
                      </a:lnTo>
                      <a:cubicBezTo>
                        <a:pt x="13573" y="20105"/>
                        <a:pt x="10611" y="23066"/>
                        <a:pt x="6958" y="23066"/>
                      </a:cubicBezTo>
                      <a:lnTo>
                        <a:pt x="6615" y="23066"/>
                      </a:lnTo>
                      <a:cubicBezTo>
                        <a:pt x="2961" y="23066"/>
                        <a:pt x="0" y="20105"/>
                        <a:pt x="0" y="16451"/>
                      </a:cubicBezTo>
                      <a:lnTo>
                        <a:pt x="0" y="6615"/>
                      </a:lnTo>
                      <a:cubicBezTo>
                        <a:pt x="0" y="2962"/>
                        <a:pt x="2961" y="0"/>
                        <a:pt x="6615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" name="Forme libre : forme 772">
                  <a:extLst>
                    <a:ext uri="{FF2B5EF4-FFF2-40B4-BE49-F238E27FC236}">
                      <a16:creationId xmlns:a16="http://schemas.microsoft.com/office/drawing/2014/main" id="{E474D45D-1457-8833-3221-E096E15E474F}"/>
                    </a:ext>
                  </a:extLst>
                </p:cNvPr>
                <p:cNvSpPr/>
                <p:nvPr/>
              </p:nvSpPr>
              <p:spPr>
                <a:xfrm>
                  <a:off x="928515" y="48749"/>
                  <a:ext cx="13572" cy="23066"/>
                </a:xfrm>
                <a:custGeom>
                  <a:avLst/>
                  <a:gdLst>
                    <a:gd name="connsiteX0" fmla="*/ 6958 w 13572"/>
                    <a:gd name="connsiteY0" fmla="*/ 0 h 23066"/>
                    <a:gd name="connsiteX1" fmla="*/ 13573 w 13572"/>
                    <a:gd name="connsiteY1" fmla="*/ 6615 h 23066"/>
                    <a:gd name="connsiteX2" fmla="*/ 13573 w 13572"/>
                    <a:gd name="connsiteY2" fmla="*/ 16451 h 23066"/>
                    <a:gd name="connsiteX3" fmla="*/ 6958 w 13572"/>
                    <a:gd name="connsiteY3" fmla="*/ 23066 h 23066"/>
                    <a:gd name="connsiteX4" fmla="*/ 6615 w 13572"/>
                    <a:gd name="connsiteY4" fmla="*/ 23066 h 23066"/>
                    <a:gd name="connsiteX5" fmla="*/ 0 w 13572"/>
                    <a:gd name="connsiteY5" fmla="*/ 16451 h 23066"/>
                    <a:gd name="connsiteX6" fmla="*/ 0 w 13572"/>
                    <a:gd name="connsiteY6" fmla="*/ 6615 h 23066"/>
                    <a:gd name="connsiteX7" fmla="*/ 6615 w 13572"/>
                    <a:gd name="connsiteY7" fmla="*/ 0 h 23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572" h="23066">
                      <a:moveTo>
                        <a:pt x="6958" y="0"/>
                      </a:moveTo>
                      <a:cubicBezTo>
                        <a:pt x="10611" y="0"/>
                        <a:pt x="13573" y="2962"/>
                        <a:pt x="13573" y="6615"/>
                      </a:cubicBezTo>
                      <a:lnTo>
                        <a:pt x="13573" y="16451"/>
                      </a:lnTo>
                      <a:cubicBezTo>
                        <a:pt x="13573" y="20105"/>
                        <a:pt x="10611" y="23066"/>
                        <a:pt x="6958" y="23066"/>
                      </a:cubicBezTo>
                      <a:lnTo>
                        <a:pt x="6615" y="23066"/>
                      </a:lnTo>
                      <a:cubicBezTo>
                        <a:pt x="2961" y="23066"/>
                        <a:pt x="0" y="20105"/>
                        <a:pt x="0" y="16451"/>
                      </a:cubicBezTo>
                      <a:lnTo>
                        <a:pt x="0" y="6615"/>
                      </a:lnTo>
                      <a:cubicBezTo>
                        <a:pt x="0" y="2962"/>
                        <a:pt x="2961" y="0"/>
                        <a:pt x="6615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4" name="Forme libre : forme 773">
                  <a:extLst>
                    <a:ext uri="{FF2B5EF4-FFF2-40B4-BE49-F238E27FC236}">
                      <a16:creationId xmlns:a16="http://schemas.microsoft.com/office/drawing/2014/main" id="{C3866C65-5D0A-4D6D-4967-943E9F542280}"/>
                    </a:ext>
                  </a:extLst>
                </p:cNvPr>
                <p:cNvSpPr/>
                <p:nvPr/>
              </p:nvSpPr>
              <p:spPr>
                <a:xfrm>
                  <a:off x="955477" y="48749"/>
                  <a:ext cx="13572" cy="23066"/>
                </a:xfrm>
                <a:custGeom>
                  <a:avLst/>
                  <a:gdLst>
                    <a:gd name="connsiteX0" fmla="*/ 6958 w 13572"/>
                    <a:gd name="connsiteY0" fmla="*/ 0 h 23066"/>
                    <a:gd name="connsiteX1" fmla="*/ 13573 w 13572"/>
                    <a:gd name="connsiteY1" fmla="*/ 6615 h 23066"/>
                    <a:gd name="connsiteX2" fmla="*/ 13573 w 13572"/>
                    <a:gd name="connsiteY2" fmla="*/ 16451 h 23066"/>
                    <a:gd name="connsiteX3" fmla="*/ 6958 w 13572"/>
                    <a:gd name="connsiteY3" fmla="*/ 23066 h 23066"/>
                    <a:gd name="connsiteX4" fmla="*/ 6615 w 13572"/>
                    <a:gd name="connsiteY4" fmla="*/ 23066 h 23066"/>
                    <a:gd name="connsiteX5" fmla="*/ 0 w 13572"/>
                    <a:gd name="connsiteY5" fmla="*/ 16451 h 23066"/>
                    <a:gd name="connsiteX6" fmla="*/ 0 w 13572"/>
                    <a:gd name="connsiteY6" fmla="*/ 6615 h 23066"/>
                    <a:gd name="connsiteX7" fmla="*/ 6615 w 13572"/>
                    <a:gd name="connsiteY7" fmla="*/ 0 h 23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572" h="23066">
                      <a:moveTo>
                        <a:pt x="6958" y="0"/>
                      </a:moveTo>
                      <a:cubicBezTo>
                        <a:pt x="10611" y="0"/>
                        <a:pt x="13573" y="2962"/>
                        <a:pt x="13573" y="6615"/>
                      </a:cubicBezTo>
                      <a:lnTo>
                        <a:pt x="13573" y="16451"/>
                      </a:lnTo>
                      <a:cubicBezTo>
                        <a:pt x="13573" y="20105"/>
                        <a:pt x="10611" y="23066"/>
                        <a:pt x="6958" y="23066"/>
                      </a:cubicBezTo>
                      <a:lnTo>
                        <a:pt x="6615" y="23066"/>
                      </a:lnTo>
                      <a:cubicBezTo>
                        <a:pt x="2961" y="23066"/>
                        <a:pt x="0" y="20105"/>
                        <a:pt x="0" y="16451"/>
                      </a:cubicBezTo>
                      <a:lnTo>
                        <a:pt x="0" y="6615"/>
                      </a:lnTo>
                      <a:cubicBezTo>
                        <a:pt x="0" y="2962"/>
                        <a:pt x="2961" y="0"/>
                        <a:pt x="6615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5" name="Forme libre : forme 774">
                  <a:extLst>
                    <a:ext uri="{FF2B5EF4-FFF2-40B4-BE49-F238E27FC236}">
                      <a16:creationId xmlns:a16="http://schemas.microsoft.com/office/drawing/2014/main" id="{DC0E8423-CCE9-7ED8-01DD-546FFF2C4176}"/>
                    </a:ext>
                  </a:extLst>
                </p:cNvPr>
                <p:cNvSpPr/>
                <p:nvPr/>
              </p:nvSpPr>
              <p:spPr>
                <a:xfrm>
                  <a:off x="986003" y="48749"/>
                  <a:ext cx="13572" cy="23066"/>
                </a:xfrm>
                <a:custGeom>
                  <a:avLst/>
                  <a:gdLst>
                    <a:gd name="connsiteX0" fmla="*/ 7423 w 13572"/>
                    <a:gd name="connsiteY0" fmla="*/ 0 h 23066"/>
                    <a:gd name="connsiteX1" fmla="*/ 13573 w 13572"/>
                    <a:gd name="connsiteY1" fmla="*/ 6149 h 23066"/>
                    <a:gd name="connsiteX2" fmla="*/ 13573 w 13572"/>
                    <a:gd name="connsiteY2" fmla="*/ 16917 h 23066"/>
                    <a:gd name="connsiteX3" fmla="*/ 7423 w 13572"/>
                    <a:gd name="connsiteY3" fmla="*/ 23066 h 23066"/>
                    <a:gd name="connsiteX4" fmla="*/ 6149 w 13572"/>
                    <a:gd name="connsiteY4" fmla="*/ 23066 h 23066"/>
                    <a:gd name="connsiteX5" fmla="*/ 0 w 13572"/>
                    <a:gd name="connsiteY5" fmla="*/ 16917 h 23066"/>
                    <a:gd name="connsiteX6" fmla="*/ 0 w 13572"/>
                    <a:gd name="connsiteY6" fmla="*/ 6149 h 23066"/>
                    <a:gd name="connsiteX7" fmla="*/ 6149 w 13572"/>
                    <a:gd name="connsiteY7" fmla="*/ 0 h 23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572" h="23066">
                      <a:moveTo>
                        <a:pt x="7423" y="0"/>
                      </a:moveTo>
                      <a:cubicBezTo>
                        <a:pt x="10819" y="0"/>
                        <a:pt x="13573" y="2753"/>
                        <a:pt x="13573" y="6149"/>
                      </a:cubicBezTo>
                      <a:lnTo>
                        <a:pt x="13573" y="16917"/>
                      </a:lnTo>
                      <a:cubicBezTo>
                        <a:pt x="13573" y="20313"/>
                        <a:pt x="10819" y="23066"/>
                        <a:pt x="7423" y="23066"/>
                      </a:cubicBezTo>
                      <a:lnTo>
                        <a:pt x="6149" y="23066"/>
                      </a:lnTo>
                      <a:cubicBezTo>
                        <a:pt x="2753" y="23066"/>
                        <a:pt x="0" y="20313"/>
                        <a:pt x="0" y="16917"/>
                      </a:cubicBezTo>
                      <a:lnTo>
                        <a:pt x="0" y="6149"/>
                      </a:lnTo>
                      <a:cubicBezTo>
                        <a:pt x="0" y="2753"/>
                        <a:pt x="2753" y="0"/>
                        <a:pt x="6149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6" name="Forme libre : forme 775">
                  <a:extLst>
                    <a:ext uri="{FF2B5EF4-FFF2-40B4-BE49-F238E27FC236}">
                      <a16:creationId xmlns:a16="http://schemas.microsoft.com/office/drawing/2014/main" id="{6D89176B-E4B4-1FE5-EBB0-1222C4367C24}"/>
                    </a:ext>
                  </a:extLst>
                </p:cNvPr>
                <p:cNvSpPr/>
                <p:nvPr/>
              </p:nvSpPr>
              <p:spPr>
                <a:xfrm>
                  <a:off x="1012965" y="48749"/>
                  <a:ext cx="13572" cy="23066"/>
                </a:xfrm>
                <a:custGeom>
                  <a:avLst/>
                  <a:gdLst>
                    <a:gd name="connsiteX0" fmla="*/ 9163 w 13572"/>
                    <a:gd name="connsiteY0" fmla="*/ 0 h 23066"/>
                    <a:gd name="connsiteX1" fmla="*/ 13573 w 13572"/>
                    <a:gd name="connsiteY1" fmla="*/ 4410 h 23066"/>
                    <a:gd name="connsiteX2" fmla="*/ 13573 w 13572"/>
                    <a:gd name="connsiteY2" fmla="*/ 18656 h 23066"/>
                    <a:gd name="connsiteX3" fmla="*/ 9163 w 13572"/>
                    <a:gd name="connsiteY3" fmla="*/ 23066 h 23066"/>
                    <a:gd name="connsiteX4" fmla="*/ 4410 w 13572"/>
                    <a:gd name="connsiteY4" fmla="*/ 23066 h 23066"/>
                    <a:gd name="connsiteX5" fmla="*/ 0 w 13572"/>
                    <a:gd name="connsiteY5" fmla="*/ 18656 h 23066"/>
                    <a:gd name="connsiteX6" fmla="*/ 0 w 13572"/>
                    <a:gd name="connsiteY6" fmla="*/ 4410 h 23066"/>
                    <a:gd name="connsiteX7" fmla="*/ 4410 w 13572"/>
                    <a:gd name="connsiteY7" fmla="*/ 0 h 23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572" h="23066">
                      <a:moveTo>
                        <a:pt x="9163" y="0"/>
                      </a:moveTo>
                      <a:cubicBezTo>
                        <a:pt x="11598" y="0"/>
                        <a:pt x="13573" y="1974"/>
                        <a:pt x="13573" y="4410"/>
                      </a:cubicBezTo>
                      <a:lnTo>
                        <a:pt x="13573" y="18656"/>
                      </a:lnTo>
                      <a:cubicBezTo>
                        <a:pt x="13573" y="21092"/>
                        <a:pt x="11598" y="23066"/>
                        <a:pt x="9163" y="23066"/>
                      </a:cubicBezTo>
                      <a:lnTo>
                        <a:pt x="4410" y="23066"/>
                      </a:lnTo>
                      <a:cubicBezTo>
                        <a:pt x="1974" y="23066"/>
                        <a:pt x="0" y="21092"/>
                        <a:pt x="0" y="18656"/>
                      </a:cubicBezTo>
                      <a:lnTo>
                        <a:pt x="0" y="4410"/>
                      </a:lnTo>
                      <a:cubicBezTo>
                        <a:pt x="0" y="1974"/>
                        <a:pt x="1974" y="0"/>
                        <a:pt x="4410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7" name="Forme libre : forme 776">
                  <a:extLst>
                    <a:ext uri="{FF2B5EF4-FFF2-40B4-BE49-F238E27FC236}">
                      <a16:creationId xmlns:a16="http://schemas.microsoft.com/office/drawing/2014/main" id="{DC6E77D5-B5ED-30B4-9E44-6E6A15E915FB}"/>
                    </a:ext>
                  </a:extLst>
                </p:cNvPr>
                <p:cNvSpPr/>
                <p:nvPr/>
              </p:nvSpPr>
              <p:spPr>
                <a:xfrm>
                  <a:off x="1043491" y="48749"/>
                  <a:ext cx="13572" cy="23066"/>
                </a:xfrm>
                <a:custGeom>
                  <a:avLst/>
                  <a:gdLst>
                    <a:gd name="connsiteX0" fmla="*/ 6958 w 13572"/>
                    <a:gd name="connsiteY0" fmla="*/ 0 h 23066"/>
                    <a:gd name="connsiteX1" fmla="*/ 13573 w 13572"/>
                    <a:gd name="connsiteY1" fmla="*/ 6615 h 23066"/>
                    <a:gd name="connsiteX2" fmla="*/ 13573 w 13572"/>
                    <a:gd name="connsiteY2" fmla="*/ 16451 h 23066"/>
                    <a:gd name="connsiteX3" fmla="*/ 6958 w 13572"/>
                    <a:gd name="connsiteY3" fmla="*/ 23066 h 23066"/>
                    <a:gd name="connsiteX4" fmla="*/ 6615 w 13572"/>
                    <a:gd name="connsiteY4" fmla="*/ 23066 h 23066"/>
                    <a:gd name="connsiteX5" fmla="*/ 0 w 13572"/>
                    <a:gd name="connsiteY5" fmla="*/ 16451 h 23066"/>
                    <a:gd name="connsiteX6" fmla="*/ 0 w 13572"/>
                    <a:gd name="connsiteY6" fmla="*/ 6615 h 23066"/>
                    <a:gd name="connsiteX7" fmla="*/ 6615 w 13572"/>
                    <a:gd name="connsiteY7" fmla="*/ 0 h 23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572" h="23066">
                      <a:moveTo>
                        <a:pt x="6958" y="0"/>
                      </a:moveTo>
                      <a:cubicBezTo>
                        <a:pt x="10611" y="0"/>
                        <a:pt x="13573" y="2962"/>
                        <a:pt x="13573" y="6615"/>
                      </a:cubicBezTo>
                      <a:lnTo>
                        <a:pt x="13573" y="16451"/>
                      </a:lnTo>
                      <a:cubicBezTo>
                        <a:pt x="13573" y="20105"/>
                        <a:pt x="10611" y="23066"/>
                        <a:pt x="6958" y="23066"/>
                      </a:cubicBezTo>
                      <a:lnTo>
                        <a:pt x="6615" y="23066"/>
                      </a:lnTo>
                      <a:cubicBezTo>
                        <a:pt x="2962" y="23066"/>
                        <a:pt x="0" y="20105"/>
                        <a:pt x="0" y="16451"/>
                      </a:cubicBezTo>
                      <a:lnTo>
                        <a:pt x="0" y="6615"/>
                      </a:lnTo>
                      <a:cubicBezTo>
                        <a:pt x="0" y="2962"/>
                        <a:pt x="2962" y="0"/>
                        <a:pt x="6615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9" name="Graphique 4">
                <a:extLst>
                  <a:ext uri="{FF2B5EF4-FFF2-40B4-BE49-F238E27FC236}">
                    <a16:creationId xmlns:a16="http://schemas.microsoft.com/office/drawing/2014/main" id="{C6219CC0-0CEB-02E4-354E-423EC1F29916}"/>
                  </a:ext>
                </a:extLst>
              </p:cNvPr>
              <p:cNvGrpSpPr/>
              <p:nvPr/>
            </p:nvGrpSpPr>
            <p:grpSpPr>
              <a:xfrm>
                <a:off x="730376" y="83747"/>
                <a:ext cx="339060" cy="238293"/>
                <a:chOff x="730376" y="83747"/>
                <a:chExt cx="339060" cy="238293"/>
              </a:xfrm>
            </p:grpSpPr>
            <p:grpSp>
              <p:nvGrpSpPr>
                <p:cNvPr id="733" name="Graphique 4">
                  <a:extLst>
                    <a:ext uri="{FF2B5EF4-FFF2-40B4-BE49-F238E27FC236}">
                      <a16:creationId xmlns:a16="http://schemas.microsoft.com/office/drawing/2014/main" id="{7476FADE-C476-EB50-8444-DFDB08504414}"/>
                    </a:ext>
                  </a:extLst>
                </p:cNvPr>
                <p:cNvGrpSpPr/>
                <p:nvPr/>
              </p:nvGrpSpPr>
              <p:grpSpPr>
                <a:xfrm>
                  <a:off x="878206" y="83747"/>
                  <a:ext cx="188841" cy="40950"/>
                  <a:chOff x="878206" y="83747"/>
                  <a:chExt cx="188841" cy="40950"/>
                </a:xfrm>
              </p:grpSpPr>
              <p:sp>
                <p:nvSpPr>
                  <p:cNvPr id="762" name="Forme libre : forme 761">
                    <a:extLst>
                      <a:ext uri="{FF2B5EF4-FFF2-40B4-BE49-F238E27FC236}">
                        <a16:creationId xmlns:a16="http://schemas.microsoft.com/office/drawing/2014/main" id="{B701256C-7C6A-06BF-DD5F-BD2BE0155F79}"/>
                      </a:ext>
                    </a:extLst>
                  </p:cNvPr>
                  <p:cNvSpPr/>
                  <p:nvPr/>
                </p:nvSpPr>
                <p:spPr>
                  <a:xfrm>
                    <a:off x="878206" y="83747"/>
                    <a:ext cx="40950" cy="40950"/>
                  </a:xfrm>
                  <a:custGeom>
                    <a:avLst/>
                    <a:gdLst>
                      <a:gd name="connsiteX0" fmla="*/ 28064 w 40950"/>
                      <a:gd name="connsiteY0" fmla="*/ 0 h 40950"/>
                      <a:gd name="connsiteX1" fmla="*/ 40951 w 40950"/>
                      <a:gd name="connsiteY1" fmla="*/ 12887 h 40950"/>
                      <a:gd name="connsiteX2" fmla="*/ 40951 w 40950"/>
                      <a:gd name="connsiteY2" fmla="*/ 28064 h 40950"/>
                      <a:gd name="connsiteX3" fmla="*/ 28064 w 40950"/>
                      <a:gd name="connsiteY3" fmla="*/ 40951 h 40950"/>
                      <a:gd name="connsiteX4" fmla="*/ 12887 w 40950"/>
                      <a:gd name="connsiteY4" fmla="*/ 40951 h 40950"/>
                      <a:gd name="connsiteX5" fmla="*/ 0 w 40950"/>
                      <a:gd name="connsiteY5" fmla="*/ 28064 h 40950"/>
                      <a:gd name="connsiteX6" fmla="*/ 0 w 40950"/>
                      <a:gd name="connsiteY6" fmla="*/ 12887 h 40950"/>
                      <a:gd name="connsiteX7" fmla="*/ 12887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8064" y="0"/>
                        </a:moveTo>
                        <a:cubicBezTo>
                          <a:pt x="35181" y="0"/>
                          <a:pt x="40951" y="5770"/>
                          <a:pt x="40951" y="12887"/>
                        </a:cubicBezTo>
                        <a:lnTo>
                          <a:pt x="40951" y="28064"/>
                        </a:lnTo>
                        <a:cubicBezTo>
                          <a:pt x="40951" y="35181"/>
                          <a:pt x="35181" y="40951"/>
                          <a:pt x="28064" y="40951"/>
                        </a:cubicBezTo>
                        <a:lnTo>
                          <a:pt x="12887" y="40951"/>
                        </a:lnTo>
                        <a:cubicBezTo>
                          <a:pt x="5770" y="40951"/>
                          <a:pt x="0" y="35181"/>
                          <a:pt x="0" y="28064"/>
                        </a:cubicBezTo>
                        <a:lnTo>
                          <a:pt x="0" y="12887"/>
                        </a:lnTo>
                        <a:cubicBezTo>
                          <a:pt x="0" y="5770"/>
                          <a:pt x="5770" y="0"/>
                          <a:pt x="1288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3" name="Forme libre : forme 762">
                    <a:extLst>
                      <a:ext uri="{FF2B5EF4-FFF2-40B4-BE49-F238E27FC236}">
                        <a16:creationId xmlns:a16="http://schemas.microsoft.com/office/drawing/2014/main" id="{6AA15E79-CDD7-C918-A774-F9F95080EC0C}"/>
                      </a:ext>
                    </a:extLst>
                  </p:cNvPr>
                  <p:cNvSpPr/>
                  <p:nvPr/>
                </p:nvSpPr>
                <p:spPr>
                  <a:xfrm>
                    <a:off x="927976" y="83747"/>
                    <a:ext cx="40950" cy="40950"/>
                  </a:xfrm>
                  <a:custGeom>
                    <a:avLst/>
                    <a:gdLst>
                      <a:gd name="connsiteX0" fmla="*/ 29706 w 40950"/>
                      <a:gd name="connsiteY0" fmla="*/ 0 h 40950"/>
                      <a:gd name="connsiteX1" fmla="*/ 40951 w 40950"/>
                      <a:gd name="connsiteY1" fmla="*/ 11245 h 40950"/>
                      <a:gd name="connsiteX2" fmla="*/ 40951 w 40950"/>
                      <a:gd name="connsiteY2" fmla="*/ 29706 h 40950"/>
                      <a:gd name="connsiteX3" fmla="*/ 29706 w 40950"/>
                      <a:gd name="connsiteY3" fmla="*/ 40951 h 40950"/>
                      <a:gd name="connsiteX4" fmla="*/ 11245 w 40950"/>
                      <a:gd name="connsiteY4" fmla="*/ 40951 h 40950"/>
                      <a:gd name="connsiteX5" fmla="*/ 0 w 40950"/>
                      <a:gd name="connsiteY5" fmla="*/ 29706 h 40950"/>
                      <a:gd name="connsiteX6" fmla="*/ 0 w 40950"/>
                      <a:gd name="connsiteY6" fmla="*/ 11245 h 40950"/>
                      <a:gd name="connsiteX7" fmla="*/ 11245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9706" y="0"/>
                        </a:moveTo>
                        <a:cubicBezTo>
                          <a:pt x="35916" y="0"/>
                          <a:pt x="40951" y="5035"/>
                          <a:pt x="40951" y="11245"/>
                        </a:cubicBezTo>
                        <a:lnTo>
                          <a:pt x="40951" y="29706"/>
                        </a:lnTo>
                        <a:cubicBezTo>
                          <a:pt x="40951" y="35916"/>
                          <a:pt x="35916" y="40951"/>
                          <a:pt x="29706" y="40951"/>
                        </a:cubicBezTo>
                        <a:lnTo>
                          <a:pt x="11245" y="40951"/>
                        </a:lnTo>
                        <a:cubicBezTo>
                          <a:pt x="5035" y="40951"/>
                          <a:pt x="0" y="35916"/>
                          <a:pt x="0" y="29706"/>
                        </a:cubicBezTo>
                        <a:lnTo>
                          <a:pt x="0" y="11245"/>
                        </a:lnTo>
                        <a:cubicBezTo>
                          <a:pt x="0" y="5035"/>
                          <a:pt x="5035" y="0"/>
                          <a:pt x="1124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4" name="Forme libre : forme 763">
                    <a:extLst>
                      <a:ext uri="{FF2B5EF4-FFF2-40B4-BE49-F238E27FC236}">
                        <a16:creationId xmlns:a16="http://schemas.microsoft.com/office/drawing/2014/main" id="{556B8ABB-CFB5-6942-C44F-97EBF9FABF24}"/>
                      </a:ext>
                    </a:extLst>
                  </p:cNvPr>
                  <p:cNvSpPr/>
                  <p:nvPr/>
                </p:nvSpPr>
                <p:spPr>
                  <a:xfrm>
                    <a:off x="977233" y="83747"/>
                    <a:ext cx="40950" cy="40950"/>
                  </a:xfrm>
                  <a:custGeom>
                    <a:avLst/>
                    <a:gdLst>
                      <a:gd name="connsiteX0" fmla="*/ 28811 w 40950"/>
                      <a:gd name="connsiteY0" fmla="*/ 0 h 40950"/>
                      <a:gd name="connsiteX1" fmla="*/ 40951 w 40950"/>
                      <a:gd name="connsiteY1" fmla="*/ 12139 h 40950"/>
                      <a:gd name="connsiteX2" fmla="*/ 40951 w 40950"/>
                      <a:gd name="connsiteY2" fmla="*/ 28811 h 40950"/>
                      <a:gd name="connsiteX3" fmla="*/ 28811 w 40950"/>
                      <a:gd name="connsiteY3" fmla="*/ 40951 h 40950"/>
                      <a:gd name="connsiteX4" fmla="*/ 12140 w 40950"/>
                      <a:gd name="connsiteY4" fmla="*/ 40951 h 40950"/>
                      <a:gd name="connsiteX5" fmla="*/ 0 w 40950"/>
                      <a:gd name="connsiteY5" fmla="*/ 28811 h 40950"/>
                      <a:gd name="connsiteX6" fmla="*/ 0 w 40950"/>
                      <a:gd name="connsiteY6" fmla="*/ 12139 h 40950"/>
                      <a:gd name="connsiteX7" fmla="*/ 12140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8811" y="0"/>
                        </a:moveTo>
                        <a:cubicBezTo>
                          <a:pt x="35516" y="0"/>
                          <a:pt x="40951" y="5435"/>
                          <a:pt x="40951" y="12139"/>
                        </a:cubicBezTo>
                        <a:lnTo>
                          <a:pt x="40951" y="28811"/>
                        </a:lnTo>
                        <a:cubicBezTo>
                          <a:pt x="40951" y="35516"/>
                          <a:pt x="35516" y="40951"/>
                          <a:pt x="28811" y="40951"/>
                        </a:cubicBezTo>
                        <a:lnTo>
                          <a:pt x="12140" y="40951"/>
                        </a:lnTo>
                        <a:cubicBezTo>
                          <a:pt x="5435" y="40951"/>
                          <a:pt x="0" y="35516"/>
                          <a:pt x="0" y="28811"/>
                        </a:cubicBezTo>
                        <a:lnTo>
                          <a:pt x="0" y="12139"/>
                        </a:lnTo>
                        <a:cubicBezTo>
                          <a:pt x="0" y="5435"/>
                          <a:pt x="5435" y="0"/>
                          <a:pt x="12140" y="0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5" name="Forme libre : forme 764">
                    <a:extLst>
                      <a:ext uri="{FF2B5EF4-FFF2-40B4-BE49-F238E27FC236}">
                        <a16:creationId xmlns:a16="http://schemas.microsoft.com/office/drawing/2014/main" id="{360F0437-ADA9-7A18-2BF1-B094E221E726}"/>
                      </a:ext>
                    </a:extLst>
                  </p:cNvPr>
                  <p:cNvSpPr/>
                  <p:nvPr/>
                </p:nvSpPr>
                <p:spPr>
                  <a:xfrm>
                    <a:off x="1026097" y="83747"/>
                    <a:ext cx="40950" cy="40950"/>
                  </a:xfrm>
                  <a:custGeom>
                    <a:avLst/>
                    <a:gdLst>
                      <a:gd name="connsiteX0" fmla="*/ 29644 w 40950"/>
                      <a:gd name="connsiteY0" fmla="*/ 0 h 40950"/>
                      <a:gd name="connsiteX1" fmla="*/ 40951 w 40950"/>
                      <a:gd name="connsiteY1" fmla="*/ 11307 h 40950"/>
                      <a:gd name="connsiteX2" fmla="*/ 40951 w 40950"/>
                      <a:gd name="connsiteY2" fmla="*/ 29644 h 40950"/>
                      <a:gd name="connsiteX3" fmla="*/ 29644 w 40950"/>
                      <a:gd name="connsiteY3" fmla="*/ 40951 h 40950"/>
                      <a:gd name="connsiteX4" fmla="*/ 11307 w 40950"/>
                      <a:gd name="connsiteY4" fmla="*/ 40951 h 40950"/>
                      <a:gd name="connsiteX5" fmla="*/ 0 w 40950"/>
                      <a:gd name="connsiteY5" fmla="*/ 29644 h 40950"/>
                      <a:gd name="connsiteX6" fmla="*/ 0 w 40950"/>
                      <a:gd name="connsiteY6" fmla="*/ 11307 h 40950"/>
                      <a:gd name="connsiteX7" fmla="*/ 11307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9644" y="0"/>
                        </a:moveTo>
                        <a:cubicBezTo>
                          <a:pt x="35889" y="0"/>
                          <a:pt x="40951" y="5062"/>
                          <a:pt x="40951" y="11307"/>
                        </a:cubicBezTo>
                        <a:lnTo>
                          <a:pt x="40951" y="29644"/>
                        </a:lnTo>
                        <a:cubicBezTo>
                          <a:pt x="40951" y="35889"/>
                          <a:pt x="35889" y="40951"/>
                          <a:pt x="29644" y="40951"/>
                        </a:cubicBezTo>
                        <a:lnTo>
                          <a:pt x="11307" y="40951"/>
                        </a:lnTo>
                        <a:cubicBezTo>
                          <a:pt x="5062" y="40951"/>
                          <a:pt x="0" y="35889"/>
                          <a:pt x="0" y="29644"/>
                        </a:cubicBezTo>
                        <a:lnTo>
                          <a:pt x="0" y="11307"/>
                        </a:lnTo>
                        <a:cubicBezTo>
                          <a:pt x="0" y="5062"/>
                          <a:pt x="5062" y="0"/>
                          <a:pt x="1130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34" name="Graphique 4">
                  <a:extLst>
                    <a:ext uri="{FF2B5EF4-FFF2-40B4-BE49-F238E27FC236}">
                      <a16:creationId xmlns:a16="http://schemas.microsoft.com/office/drawing/2014/main" id="{C0F40CD6-9CAF-C9DD-2776-DC186FFF7620}"/>
                    </a:ext>
                  </a:extLst>
                </p:cNvPr>
                <p:cNvGrpSpPr/>
                <p:nvPr/>
              </p:nvGrpSpPr>
              <p:grpSpPr>
                <a:xfrm>
                  <a:off x="730376" y="135233"/>
                  <a:ext cx="336622" cy="40950"/>
                  <a:chOff x="730376" y="135233"/>
                  <a:chExt cx="336622" cy="40950"/>
                </a:xfrm>
              </p:grpSpPr>
              <p:sp>
                <p:nvSpPr>
                  <p:cNvPr id="755" name="Forme libre : forme 754">
                    <a:extLst>
                      <a:ext uri="{FF2B5EF4-FFF2-40B4-BE49-F238E27FC236}">
                        <a16:creationId xmlns:a16="http://schemas.microsoft.com/office/drawing/2014/main" id="{B80BC674-4819-FC0A-509D-DC7D45785673}"/>
                      </a:ext>
                    </a:extLst>
                  </p:cNvPr>
                  <p:cNvSpPr/>
                  <p:nvPr/>
                </p:nvSpPr>
                <p:spPr>
                  <a:xfrm>
                    <a:off x="730376" y="135233"/>
                    <a:ext cx="40950" cy="40950"/>
                  </a:xfrm>
                  <a:custGeom>
                    <a:avLst/>
                    <a:gdLst>
                      <a:gd name="connsiteX0" fmla="*/ 26802 w 40950"/>
                      <a:gd name="connsiteY0" fmla="*/ 0 h 40950"/>
                      <a:gd name="connsiteX1" fmla="*/ 40951 w 40950"/>
                      <a:gd name="connsiteY1" fmla="*/ 14148 h 40950"/>
                      <a:gd name="connsiteX2" fmla="*/ 40951 w 40950"/>
                      <a:gd name="connsiteY2" fmla="*/ 26802 h 40950"/>
                      <a:gd name="connsiteX3" fmla="*/ 26802 w 40950"/>
                      <a:gd name="connsiteY3" fmla="*/ 40951 h 40950"/>
                      <a:gd name="connsiteX4" fmla="*/ 14148 w 40950"/>
                      <a:gd name="connsiteY4" fmla="*/ 40951 h 40950"/>
                      <a:gd name="connsiteX5" fmla="*/ 0 w 40950"/>
                      <a:gd name="connsiteY5" fmla="*/ 26802 h 40950"/>
                      <a:gd name="connsiteX6" fmla="*/ 0 w 40950"/>
                      <a:gd name="connsiteY6" fmla="*/ 14148 h 40950"/>
                      <a:gd name="connsiteX7" fmla="*/ 14148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6802" y="0"/>
                        </a:moveTo>
                        <a:cubicBezTo>
                          <a:pt x="34616" y="0"/>
                          <a:pt x="40951" y="6334"/>
                          <a:pt x="40951" y="14148"/>
                        </a:cubicBezTo>
                        <a:lnTo>
                          <a:pt x="40951" y="26802"/>
                        </a:lnTo>
                        <a:cubicBezTo>
                          <a:pt x="40951" y="34616"/>
                          <a:pt x="34616" y="40951"/>
                          <a:pt x="26802" y="40951"/>
                        </a:cubicBezTo>
                        <a:lnTo>
                          <a:pt x="14148" y="40951"/>
                        </a:lnTo>
                        <a:cubicBezTo>
                          <a:pt x="6334" y="40951"/>
                          <a:pt x="0" y="34616"/>
                          <a:pt x="0" y="26802"/>
                        </a:cubicBezTo>
                        <a:lnTo>
                          <a:pt x="0" y="14148"/>
                        </a:lnTo>
                        <a:cubicBezTo>
                          <a:pt x="0" y="6334"/>
                          <a:pt x="6334" y="0"/>
                          <a:pt x="14148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6" name="Forme libre : forme 755">
                    <a:extLst>
                      <a:ext uri="{FF2B5EF4-FFF2-40B4-BE49-F238E27FC236}">
                        <a16:creationId xmlns:a16="http://schemas.microsoft.com/office/drawing/2014/main" id="{1CA0D30A-6B46-C748-1DF7-065B2D065ABE}"/>
                      </a:ext>
                    </a:extLst>
                  </p:cNvPr>
                  <p:cNvSpPr/>
                  <p:nvPr/>
                </p:nvSpPr>
                <p:spPr>
                  <a:xfrm>
                    <a:off x="779632" y="135233"/>
                    <a:ext cx="40950" cy="40950"/>
                  </a:xfrm>
                  <a:custGeom>
                    <a:avLst/>
                    <a:gdLst>
                      <a:gd name="connsiteX0" fmla="*/ 27954 w 40950"/>
                      <a:gd name="connsiteY0" fmla="*/ 0 h 40950"/>
                      <a:gd name="connsiteX1" fmla="*/ 40951 w 40950"/>
                      <a:gd name="connsiteY1" fmla="*/ 12997 h 40950"/>
                      <a:gd name="connsiteX2" fmla="*/ 40951 w 40950"/>
                      <a:gd name="connsiteY2" fmla="*/ 27954 h 40950"/>
                      <a:gd name="connsiteX3" fmla="*/ 27954 w 40950"/>
                      <a:gd name="connsiteY3" fmla="*/ 40951 h 40950"/>
                      <a:gd name="connsiteX4" fmla="*/ 12997 w 40950"/>
                      <a:gd name="connsiteY4" fmla="*/ 40951 h 40950"/>
                      <a:gd name="connsiteX5" fmla="*/ 0 w 40950"/>
                      <a:gd name="connsiteY5" fmla="*/ 27954 h 40950"/>
                      <a:gd name="connsiteX6" fmla="*/ 0 w 40950"/>
                      <a:gd name="connsiteY6" fmla="*/ 12997 h 40950"/>
                      <a:gd name="connsiteX7" fmla="*/ 12997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7954" y="0"/>
                        </a:moveTo>
                        <a:cubicBezTo>
                          <a:pt x="35132" y="0"/>
                          <a:pt x="40951" y="5819"/>
                          <a:pt x="40951" y="12997"/>
                        </a:cubicBezTo>
                        <a:lnTo>
                          <a:pt x="40951" y="27954"/>
                        </a:lnTo>
                        <a:cubicBezTo>
                          <a:pt x="40951" y="35132"/>
                          <a:pt x="35132" y="40951"/>
                          <a:pt x="27954" y="40951"/>
                        </a:cubicBezTo>
                        <a:lnTo>
                          <a:pt x="12997" y="40951"/>
                        </a:lnTo>
                        <a:cubicBezTo>
                          <a:pt x="5819" y="40951"/>
                          <a:pt x="0" y="35132"/>
                          <a:pt x="0" y="27954"/>
                        </a:cubicBezTo>
                        <a:lnTo>
                          <a:pt x="0" y="12997"/>
                        </a:lnTo>
                        <a:cubicBezTo>
                          <a:pt x="0" y="5819"/>
                          <a:pt x="5819" y="0"/>
                          <a:pt x="1299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7" name="Forme libre : forme 756">
                    <a:extLst>
                      <a:ext uri="{FF2B5EF4-FFF2-40B4-BE49-F238E27FC236}">
                        <a16:creationId xmlns:a16="http://schemas.microsoft.com/office/drawing/2014/main" id="{4BCEEE84-AED6-3405-8BD3-034F2840C2E6}"/>
                      </a:ext>
                    </a:extLst>
                  </p:cNvPr>
                  <p:cNvSpPr/>
                  <p:nvPr/>
                </p:nvSpPr>
                <p:spPr>
                  <a:xfrm>
                    <a:off x="828496" y="135233"/>
                    <a:ext cx="40950" cy="40950"/>
                  </a:xfrm>
                  <a:custGeom>
                    <a:avLst/>
                    <a:gdLst>
                      <a:gd name="connsiteX0" fmla="*/ 29595 w 40950"/>
                      <a:gd name="connsiteY0" fmla="*/ 0 h 40950"/>
                      <a:gd name="connsiteX1" fmla="*/ 40951 w 40950"/>
                      <a:gd name="connsiteY1" fmla="*/ 11356 h 40950"/>
                      <a:gd name="connsiteX2" fmla="*/ 40951 w 40950"/>
                      <a:gd name="connsiteY2" fmla="*/ 29595 h 40950"/>
                      <a:gd name="connsiteX3" fmla="*/ 29595 w 40950"/>
                      <a:gd name="connsiteY3" fmla="*/ 40951 h 40950"/>
                      <a:gd name="connsiteX4" fmla="*/ 11355 w 40950"/>
                      <a:gd name="connsiteY4" fmla="*/ 40951 h 40950"/>
                      <a:gd name="connsiteX5" fmla="*/ 0 w 40950"/>
                      <a:gd name="connsiteY5" fmla="*/ 29595 h 40950"/>
                      <a:gd name="connsiteX6" fmla="*/ 0 w 40950"/>
                      <a:gd name="connsiteY6" fmla="*/ 11356 h 40950"/>
                      <a:gd name="connsiteX7" fmla="*/ 11355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9595" y="0"/>
                        </a:moveTo>
                        <a:cubicBezTo>
                          <a:pt x="35867" y="0"/>
                          <a:pt x="40951" y="5084"/>
                          <a:pt x="40951" y="11356"/>
                        </a:cubicBezTo>
                        <a:lnTo>
                          <a:pt x="40951" y="29595"/>
                        </a:lnTo>
                        <a:cubicBezTo>
                          <a:pt x="40951" y="35867"/>
                          <a:pt x="35867" y="40951"/>
                          <a:pt x="29595" y="40951"/>
                        </a:cubicBezTo>
                        <a:lnTo>
                          <a:pt x="11355" y="40951"/>
                        </a:lnTo>
                        <a:cubicBezTo>
                          <a:pt x="5084" y="40951"/>
                          <a:pt x="0" y="35867"/>
                          <a:pt x="0" y="29595"/>
                        </a:cubicBezTo>
                        <a:lnTo>
                          <a:pt x="0" y="11356"/>
                        </a:lnTo>
                        <a:cubicBezTo>
                          <a:pt x="0" y="5084"/>
                          <a:pt x="5084" y="0"/>
                          <a:pt x="11355" y="0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8" name="Forme libre : forme 757">
                    <a:extLst>
                      <a:ext uri="{FF2B5EF4-FFF2-40B4-BE49-F238E27FC236}">
                        <a16:creationId xmlns:a16="http://schemas.microsoft.com/office/drawing/2014/main" id="{A597400E-BA92-95D3-6086-B2789F3BD47E}"/>
                      </a:ext>
                    </a:extLst>
                  </p:cNvPr>
                  <p:cNvSpPr/>
                  <p:nvPr/>
                </p:nvSpPr>
                <p:spPr>
                  <a:xfrm>
                    <a:off x="878157" y="135233"/>
                    <a:ext cx="40950" cy="40950"/>
                  </a:xfrm>
                  <a:custGeom>
                    <a:avLst/>
                    <a:gdLst>
                      <a:gd name="connsiteX0" fmla="*/ 30661 w 40950"/>
                      <a:gd name="connsiteY0" fmla="*/ 0 h 40950"/>
                      <a:gd name="connsiteX1" fmla="*/ 40951 w 40950"/>
                      <a:gd name="connsiteY1" fmla="*/ 10290 h 40950"/>
                      <a:gd name="connsiteX2" fmla="*/ 40951 w 40950"/>
                      <a:gd name="connsiteY2" fmla="*/ 30661 h 40950"/>
                      <a:gd name="connsiteX3" fmla="*/ 30661 w 40950"/>
                      <a:gd name="connsiteY3" fmla="*/ 40951 h 40950"/>
                      <a:gd name="connsiteX4" fmla="*/ 10290 w 40950"/>
                      <a:gd name="connsiteY4" fmla="*/ 40951 h 40950"/>
                      <a:gd name="connsiteX5" fmla="*/ 0 w 40950"/>
                      <a:gd name="connsiteY5" fmla="*/ 30661 h 40950"/>
                      <a:gd name="connsiteX6" fmla="*/ 0 w 40950"/>
                      <a:gd name="connsiteY6" fmla="*/ 10290 h 40950"/>
                      <a:gd name="connsiteX7" fmla="*/ 10290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30661" y="0"/>
                        </a:moveTo>
                        <a:cubicBezTo>
                          <a:pt x="36344" y="0"/>
                          <a:pt x="40951" y="4607"/>
                          <a:pt x="40951" y="10290"/>
                        </a:cubicBezTo>
                        <a:lnTo>
                          <a:pt x="40951" y="30661"/>
                        </a:lnTo>
                        <a:cubicBezTo>
                          <a:pt x="40951" y="36344"/>
                          <a:pt x="36344" y="40951"/>
                          <a:pt x="30661" y="40951"/>
                        </a:cubicBezTo>
                        <a:lnTo>
                          <a:pt x="10290" y="40951"/>
                        </a:lnTo>
                        <a:cubicBezTo>
                          <a:pt x="4607" y="40951"/>
                          <a:pt x="0" y="36344"/>
                          <a:pt x="0" y="30661"/>
                        </a:cubicBezTo>
                        <a:lnTo>
                          <a:pt x="0" y="10290"/>
                        </a:lnTo>
                        <a:cubicBezTo>
                          <a:pt x="0" y="4607"/>
                          <a:pt x="4607" y="0"/>
                          <a:pt x="1029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9" name="Forme libre : forme 758">
                    <a:extLst>
                      <a:ext uri="{FF2B5EF4-FFF2-40B4-BE49-F238E27FC236}">
                        <a16:creationId xmlns:a16="http://schemas.microsoft.com/office/drawing/2014/main" id="{259DA05F-8DAE-2F04-FF2D-F2A1120183C0}"/>
                      </a:ext>
                    </a:extLst>
                  </p:cNvPr>
                  <p:cNvSpPr/>
                  <p:nvPr/>
                </p:nvSpPr>
                <p:spPr>
                  <a:xfrm>
                    <a:off x="927927" y="135233"/>
                    <a:ext cx="40950" cy="40950"/>
                  </a:xfrm>
                  <a:custGeom>
                    <a:avLst/>
                    <a:gdLst>
                      <a:gd name="connsiteX0" fmla="*/ 27403 w 40950"/>
                      <a:gd name="connsiteY0" fmla="*/ 0 h 40950"/>
                      <a:gd name="connsiteX1" fmla="*/ 40951 w 40950"/>
                      <a:gd name="connsiteY1" fmla="*/ 13548 h 40950"/>
                      <a:gd name="connsiteX2" fmla="*/ 40951 w 40950"/>
                      <a:gd name="connsiteY2" fmla="*/ 27403 h 40950"/>
                      <a:gd name="connsiteX3" fmla="*/ 27403 w 40950"/>
                      <a:gd name="connsiteY3" fmla="*/ 40951 h 40950"/>
                      <a:gd name="connsiteX4" fmla="*/ 13548 w 40950"/>
                      <a:gd name="connsiteY4" fmla="*/ 40951 h 40950"/>
                      <a:gd name="connsiteX5" fmla="*/ 0 w 40950"/>
                      <a:gd name="connsiteY5" fmla="*/ 27403 h 40950"/>
                      <a:gd name="connsiteX6" fmla="*/ 0 w 40950"/>
                      <a:gd name="connsiteY6" fmla="*/ 13548 h 40950"/>
                      <a:gd name="connsiteX7" fmla="*/ 13548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7403" y="0"/>
                        </a:moveTo>
                        <a:cubicBezTo>
                          <a:pt x="34885" y="0"/>
                          <a:pt x="40951" y="6066"/>
                          <a:pt x="40951" y="13548"/>
                        </a:cubicBezTo>
                        <a:lnTo>
                          <a:pt x="40951" y="27403"/>
                        </a:lnTo>
                        <a:cubicBezTo>
                          <a:pt x="40951" y="34885"/>
                          <a:pt x="34885" y="40951"/>
                          <a:pt x="27403" y="40951"/>
                        </a:cubicBezTo>
                        <a:lnTo>
                          <a:pt x="13548" y="40951"/>
                        </a:lnTo>
                        <a:cubicBezTo>
                          <a:pt x="6066" y="40951"/>
                          <a:pt x="0" y="34885"/>
                          <a:pt x="0" y="27403"/>
                        </a:cubicBezTo>
                        <a:lnTo>
                          <a:pt x="0" y="13548"/>
                        </a:lnTo>
                        <a:cubicBezTo>
                          <a:pt x="0" y="6066"/>
                          <a:pt x="6066" y="0"/>
                          <a:pt x="13548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0" name="Forme libre : forme 759">
                    <a:extLst>
                      <a:ext uri="{FF2B5EF4-FFF2-40B4-BE49-F238E27FC236}">
                        <a16:creationId xmlns:a16="http://schemas.microsoft.com/office/drawing/2014/main" id="{B05BE4C2-2B7C-D1A8-639E-E76112E3BA5D}"/>
                      </a:ext>
                    </a:extLst>
                  </p:cNvPr>
                  <p:cNvSpPr/>
                  <p:nvPr/>
                </p:nvSpPr>
                <p:spPr>
                  <a:xfrm>
                    <a:off x="977184" y="135233"/>
                    <a:ext cx="40950" cy="40950"/>
                  </a:xfrm>
                  <a:custGeom>
                    <a:avLst/>
                    <a:gdLst>
                      <a:gd name="connsiteX0" fmla="*/ 28554 w 40950"/>
                      <a:gd name="connsiteY0" fmla="*/ 0 h 40950"/>
                      <a:gd name="connsiteX1" fmla="*/ 40951 w 40950"/>
                      <a:gd name="connsiteY1" fmla="*/ 12397 h 40950"/>
                      <a:gd name="connsiteX2" fmla="*/ 40951 w 40950"/>
                      <a:gd name="connsiteY2" fmla="*/ 28554 h 40950"/>
                      <a:gd name="connsiteX3" fmla="*/ 28554 w 40950"/>
                      <a:gd name="connsiteY3" fmla="*/ 40951 h 40950"/>
                      <a:gd name="connsiteX4" fmla="*/ 12397 w 40950"/>
                      <a:gd name="connsiteY4" fmla="*/ 40951 h 40950"/>
                      <a:gd name="connsiteX5" fmla="*/ 0 w 40950"/>
                      <a:gd name="connsiteY5" fmla="*/ 28554 h 40950"/>
                      <a:gd name="connsiteX6" fmla="*/ 0 w 40950"/>
                      <a:gd name="connsiteY6" fmla="*/ 12397 h 40950"/>
                      <a:gd name="connsiteX7" fmla="*/ 12397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8554" y="0"/>
                        </a:moveTo>
                        <a:cubicBezTo>
                          <a:pt x="35401" y="0"/>
                          <a:pt x="40951" y="5550"/>
                          <a:pt x="40951" y="12397"/>
                        </a:cubicBezTo>
                        <a:lnTo>
                          <a:pt x="40951" y="28554"/>
                        </a:lnTo>
                        <a:cubicBezTo>
                          <a:pt x="40951" y="35401"/>
                          <a:pt x="35401" y="40951"/>
                          <a:pt x="28554" y="40951"/>
                        </a:cubicBezTo>
                        <a:lnTo>
                          <a:pt x="12397" y="40951"/>
                        </a:lnTo>
                        <a:cubicBezTo>
                          <a:pt x="5550" y="40951"/>
                          <a:pt x="0" y="35401"/>
                          <a:pt x="0" y="28554"/>
                        </a:cubicBezTo>
                        <a:lnTo>
                          <a:pt x="0" y="12397"/>
                        </a:lnTo>
                        <a:cubicBezTo>
                          <a:pt x="0" y="5550"/>
                          <a:pt x="5550" y="0"/>
                          <a:pt x="1239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1" name="Forme libre : forme 760">
                    <a:extLst>
                      <a:ext uri="{FF2B5EF4-FFF2-40B4-BE49-F238E27FC236}">
                        <a16:creationId xmlns:a16="http://schemas.microsoft.com/office/drawing/2014/main" id="{A30DE498-0336-9EB8-E848-26CADADA18CA}"/>
                      </a:ext>
                    </a:extLst>
                  </p:cNvPr>
                  <p:cNvSpPr/>
                  <p:nvPr/>
                </p:nvSpPr>
                <p:spPr>
                  <a:xfrm>
                    <a:off x="1026048" y="135233"/>
                    <a:ext cx="40950" cy="40950"/>
                  </a:xfrm>
                  <a:custGeom>
                    <a:avLst/>
                    <a:gdLst>
                      <a:gd name="connsiteX0" fmla="*/ 28566 w 40950"/>
                      <a:gd name="connsiteY0" fmla="*/ 0 h 40950"/>
                      <a:gd name="connsiteX1" fmla="*/ 40951 w 40950"/>
                      <a:gd name="connsiteY1" fmla="*/ 12384 h 40950"/>
                      <a:gd name="connsiteX2" fmla="*/ 40951 w 40950"/>
                      <a:gd name="connsiteY2" fmla="*/ 28566 h 40950"/>
                      <a:gd name="connsiteX3" fmla="*/ 28566 w 40950"/>
                      <a:gd name="connsiteY3" fmla="*/ 40951 h 40950"/>
                      <a:gd name="connsiteX4" fmla="*/ 12384 w 40950"/>
                      <a:gd name="connsiteY4" fmla="*/ 40951 h 40950"/>
                      <a:gd name="connsiteX5" fmla="*/ 0 w 40950"/>
                      <a:gd name="connsiteY5" fmla="*/ 28566 h 40950"/>
                      <a:gd name="connsiteX6" fmla="*/ 0 w 40950"/>
                      <a:gd name="connsiteY6" fmla="*/ 12384 h 40950"/>
                      <a:gd name="connsiteX7" fmla="*/ 12384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8566" y="0"/>
                        </a:moveTo>
                        <a:cubicBezTo>
                          <a:pt x="35406" y="0"/>
                          <a:pt x="40951" y="5545"/>
                          <a:pt x="40951" y="12384"/>
                        </a:cubicBezTo>
                        <a:lnTo>
                          <a:pt x="40951" y="28566"/>
                        </a:lnTo>
                        <a:cubicBezTo>
                          <a:pt x="40951" y="35406"/>
                          <a:pt x="35406" y="40951"/>
                          <a:pt x="28566" y="40951"/>
                        </a:cubicBezTo>
                        <a:lnTo>
                          <a:pt x="12384" y="40951"/>
                        </a:lnTo>
                        <a:cubicBezTo>
                          <a:pt x="5545" y="40951"/>
                          <a:pt x="0" y="35406"/>
                          <a:pt x="0" y="28566"/>
                        </a:cubicBezTo>
                        <a:lnTo>
                          <a:pt x="0" y="12384"/>
                        </a:lnTo>
                        <a:cubicBezTo>
                          <a:pt x="0" y="5545"/>
                          <a:pt x="5545" y="0"/>
                          <a:pt x="1238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35" name="Graphique 4">
                  <a:extLst>
                    <a:ext uri="{FF2B5EF4-FFF2-40B4-BE49-F238E27FC236}">
                      <a16:creationId xmlns:a16="http://schemas.microsoft.com/office/drawing/2014/main" id="{EC94A26F-2042-563C-A14D-174B081187E6}"/>
                    </a:ext>
                  </a:extLst>
                </p:cNvPr>
                <p:cNvGrpSpPr/>
                <p:nvPr/>
              </p:nvGrpSpPr>
              <p:grpSpPr>
                <a:xfrm>
                  <a:off x="731588" y="184293"/>
                  <a:ext cx="336622" cy="40950"/>
                  <a:chOff x="731588" y="184293"/>
                  <a:chExt cx="336622" cy="40950"/>
                </a:xfrm>
              </p:grpSpPr>
              <p:sp>
                <p:nvSpPr>
                  <p:cNvPr id="748" name="Forme libre : forme 747">
                    <a:extLst>
                      <a:ext uri="{FF2B5EF4-FFF2-40B4-BE49-F238E27FC236}">
                        <a16:creationId xmlns:a16="http://schemas.microsoft.com/office/drawing/2014/main" id="{E9FCC6DB-1FB6-41BF-624D-0B5D1314BC4C}"/>
                      </a:ext>
                    </a:extLst>
                  </p:cNvPr>
                  <p:cNvSpPr/>
                  <p:nvPr/>
                </p:nvSpPr>
                <p:spPr>
                  <a:xfrm>
                    <a:off x="731588" y="184293"/>
                    <a:ext cx="40950" cy="40950"/>
                  </a:xfrm>
                  <a:custGeom>
                    <a:avLst/>
                    <a:gdLst>
                      <a:gd name="connsiteX0" fmla="*/ 28542 w 40950"/>
                      <a:gd name="connsiteY0" fmla="*/ 0 h 40950"/>
                      <a:gd name="connsiteX1" fmla="*/ 40951 w 40950"/>
                      <a:gd name="connsiteY1" fmla="*/ 12409 h 40950"/>
                      <a:gd name="connsiteX2" fmla="*/ 40951 w 40950"/>
                      <a:gd name="connsiteY2" fmla="*/ 28542 h 40950"/>
                      <a:gd name="connsiteX3" fmla="*/ 28542 w 40950"/>
                      <a:gd name="connsiteY3" fmla="*/ 40951 h 40950"/>
                      <a:gd name="connsiteX4" fmla="*/ 12409 w 40950"/>
                      <a:gd name="connsiteY4" fmla="*/ 40951 h 40950"/>
                      <a:gd name="connsiteX5" fmla="*/ 0 w 40950"/>
                      <a:gd name="connsiteY5" fmla="*/ 28542 h 40950"/>
                      <a:gd name="connsiteX6" fmla="*/ 0 w 40950"/>
                      <a:gd name="connsiteY6" fmla="*/ 12409 h 40950"/>
                      <a:gd name="connsiteX7" fmla="*/ 12409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8542" y="0"/>
                        </a:moveTo>
                        <a:cubicBezTo>
                          <a:pt x="35395" y="0"/>
                          <a:pt x="40951" y="5556"/>
                          <a:pt x="40951" y="12409"/>
                        </a:cubicBezTo>
                        <a:lnTo>
                          <a:pt x="40951" y="28542"/>
                        </a:lnTo>
                        <a:cubicBezTo>
                          <a:pt x="40951" y="35395"/>
                          <a:pt x="35395" y="40951"/>
                          <a:pt x="28542" y="40951"/>
                        </a:cubicBezTo>
                        <a:lnTo>
                          <a:pt x="12409" y="40951"/>
                        </a:lnTo>
                        <a:cubicBezTo>
                          <a:pt x="5556" y="40951"/>
                          <a:pt x="0" y="35395"/>
                          <a:pt x="0" y="28542"/>
                        </a:cubicBezTo>
                        <a:lnTo>
                          <a:pt x="0" y="12409"/>
                        </a:lnTo>
                        <a:cubicBezTo>
                          <a:pt x="0" y="5556"/>
                          <a:pt x="5556" y="0"/>
                          <a:pt x="1240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9" name="Forme libre : forme 748">
                    <a:extLst>
                      <a:ext uri="{FF2B5EF4-FFF2-40B4-BE49-F238E27FC236}">
                        <a16:creationId xmlns:a16="http://schemas.microsoft.com/office/drawing/2014/main" id="{EA809F94-F463-78D0-3179-31F7EB6A096E}"/>
                      </a:ext>
                    </a:extLst>
                  </p:cNvPr>
                  <p:cNvSpPr/>
                  <p:nvPr/>
                </p:nvSpPr>
                <p:spPr>
                  <a:xfrm>
                    <a:off x="780857" y="184293"/>
                    <a:ext cx="40950" cy="40950"/>
                  </a:xfrm>
                  <a:custGeom>
                    <a:avLst/>
                    <a:gdLst>
                      <a:gd name="connsiteX0" fmla="*/ 27243 w 40950"/>
                      <a:gd name="connsiteY0" fmla="*/ 0 h 40950"/>
                      <a:gd name="connsiteX1" fmla="*/ 40951 w 40950"/>
                      <a:gd name="connsiteY1" fmla="*/ 13707 h 40950"/>
                      <a:gd name="connsiteX2" fmla="*/ 40951 w 40950"/>
                      <a:gd name="connsiteY2" fmla="*/ 27243 h 40950"/>
                      <a:gd name="connsiteX3" fmla="*/ 27243 w 40950"/>
                      <a:gd name="connsiteY3" fmla="*/ 40951 h 40950"/>
                      <a:gd name="connsiteX4" fmla="*/ 13707 w 40950"/>
                      <a:gd name="connsiteY4" fmla="*/ 40951 h 40950"/>
                      <a:gd name="connsiteX5" fmla="*/ 0 w 40950"/>
                      <a:gd name="connsiteY5" fmla="*/ 27243 h 40950"/>
                      <a:gd name="connsiteX6" fmla="*/ 0 w 40950"/>
                      <a:gd name="connsiteY6" fmla="*/ 13707 h 40950"/>
                      <a:gd name="connsiteX7" fmla="*/ 13707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7243" y="0"/>
                        </a:moveTo>
                        <a:cubicBezTo>
                          <a:pt x="34814" y="0"/>
                          <a:pt x="40951" y="6137"/>
                          <a:pt x="40951" y="13707"/>
                        </a:cubicBezTo>
                        <a:lnTo>
                          <a:pt x="40951" y="27243"/>
                        </a:lnTo>
                        <a:cubicBezTo>
                          <a:pt x="40951" y="34814"/>
                          <a:pt x="34814" y="40951"/>
                          <a:pt x="27243" y="40951"/>
                        </a:cubicBezTo>
                        <a:lnTo>
                          <a:pt x="13707" y="40951"/>
                        </a:lnTo>
                        <a:cubicBezTo>
                          <a:pt x="6137" y="40951"/>
                          <a:pt x="0" y="34814"/>
                          <a:pt x="0" y="27243"/>
                        </a:cubicBezTo>
                        <a:lnTo>
                          <a:pt x="0" y="13707"/>
                        </a:lnTo>
                        <a:cubicBezTo>
                          <a:pt x="0" y="6137"/>
                          <a:pt x="6137" y="0"/>
                          <a:pt x="13707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0" name="Forme libre : forme 749">
                    <a:extLst>
                      <a:ext uri="{FF2B5EF4-FFF2-40B4-BE49-F238E27FC236}">
                        <a16:creationId xmlns:a16="http://schemas.microsoft.com/office/drawing/2014/main" id="{1BD79FAB-BF93-41CB-C589-5B4C2A7BDAFC}"/>
                      </a:ext>
                    </a:extLst>
                  </p:cNvPr>
                  <p:cNvSpPr/>
                  <p:nvPr/>
                </p:nvSpPr>
                <p:spPr>
                  <a:xfrm>
                    <a:off x="829709" y="184293"/>
                    <a:ext cx="40950" cy="40950"/>
                  </a:xfrm>
                  <a:custGeom>
                    <a:avLst/>
                    <a:gdLst>
                      <a:gd name="connsiteX0" fmla="*/ 30526 w 40950"/>
                      <a:gd name="connsiteY0" fmla="*/ 0 h 40950"/>
                      <a:gd name="connsiteX1" fmla="*/ 40951 w 40950"/>
                      <a:gd name="connsiteY1" fmla="*/ 10425 h 40950"/>
                      <a:gd name="connsiteX2" fmla="*/ 40951 w 40950"/>
                      <a:gd name="connsiteY2" fmla="*/ 30526 h 40950"/>
                      <a:gd name="connsiteX3" fmla="*/ 30526 w 40950"/>
                      <a:gd name="connsiteY3" fmla="*/ 40951 h 40950"/>
                      <a:gd name="connsiteX4" fmla="*/ 10425 w 40950"/>
                      <a:gd name="connsiteY4" fmla="*/ 40951 h 40950"/>
                      <a:gd name="connsiteX5" fmla="*/ 0 w 40950"/>
                      <a:gd name="connsiteY5" fmla="*/ 30526 h 40950"/>
                      <a:gd name="connsiteX6" fmla="*/ 0 w 40950"/>
                      <a:gd name="connsiteY6" fmla="*/ 10425 h 40950"/>
                      <a:gd name="connsiteX7" fmla="*/ 10425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30526" y="0"/>
                        </a:moveTo>
                        <a:cubicBezTo>
                          <a:pt x="36284" y="0"/>
                          <a:pt x="40951" y="4667"/>
                          <a:pt x="40951" y="10425"/>
                        </a:cubicBezTo>
                        <a:lnTo>
                          <a:pt x="40951" y="30526"/>
                        </a:lnTo>
                        <a:cubicBezTo>
                          <a:pt x="40951" y="36284"/>
                          <a:pt x="36284" y="40951"/>
                          <a:pt x="30526" y="40951"/>
                        </a:cubicBezTo>
                        <a:lnTo>
                          <a:pt x="10425" y="40951"/>
                        </a:lnTo>
                        <a:cubicBezTo>
                          <a:pt x="4667" y="40951"/>
                          <a:pt x="0" y="36284"/>
                          <a:pt x="0" y="30526"/>
                        </a:cubicBezTo>
                        <a:lnTo>
                          <a:pt x="0" y="10425"/>
                        </a:lnTo>
                        <a:cubicBezTo>
                          <a:pt x="0" y="4667"/>
                          <a:pt x="4667" y="0"/>
                          <a:pt x="1042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1" name="Forme libre : forme 750">
                    <a:extLst>
                      <a:ext uri="{FF2B5EF4-FFF2-40B4-BE49-F238E27FC236}">
                        <a16:creationId xmlns:a16="http://schemas.microsoft.com/office/drawing/2014/main" id="{F948980F-5CF3-C2DE-3841-52CA308EC4EF}"/>
                      </a:ext>
                    </a:extLst>
                  </p:cNvPr>
                  <p:cNvSpPr/>
                  <p:nvPr/>
                </p:nvSpPr>
                <p:spPr>
                  <a:xfrm>
                    <a:off x="879369" y="184293"/>
                    <a:ext cx="40950" cy="40950"/>
                  </a:xfrm>
                  <a:custGeom>
                    <a:avLst/>
                    <a:gdLst>
                      <a:gd name="connsiteX0" fmla="*/ 28726 w 40950"/>
                      <a:gd name="connsiteY0" fmla="*/ 0 h 40950"/>
                      <a:gd name="connsiteX1" fmla="*/ 40951 w 40950"/>
                      <a:gd name="connsiteY1" fmla="*/ 12225 h 40950"/>
                      <a:gd name="connsiteX2" fmla="*/ 40951 w 40950"/>
                      <a:gd name="connsiteY2" fmla="*/ 28726 h 40950"/>
                      <a:gd name="connsiteX3" fmla="*/ 28726 w 40950"/>
                      <a:gd name="connsiteY3" fmla="*/ 40951 h 40950"/>
                      <a:gd name="connsiteX4" fmla="*/ 12225 w 40950"/>
                      <a:gd name="connsiteY4" fmla="*/ 40951 h 40950"/>
                      <a:gd name="connsiteX5" fmla="*/ 0 w 40950"/>
                      <a:gd name="connsiteY5" fmla="*/ 28726 h 40950"/>
                      <a:gd name="connsiteX6" fmla="*/ 0 w 40950"/>
                      <a:gd name="connsiteY6" fmla="*/ 12225 h 40950"/>
                      <a:gd name="connsiteX7" fmla="*/ 12225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8726" y="0"/>
                        </a:moveTo>
                        <a:cubicBezTo>
                          <a:pt x="35477" y="0"/>
                          <a:pt x="40951" y="5473"/>
                          <a:pt x="40951" y="12225"/>
                        </a:cubicBezTo>
                        <a:lnTo>
                          <a:pt x="40951" y="28726"/>
                        </a:lnTo>
                        <a:cubicBezTo>
                          <a:pt x="40951" y="35477"/>
                          <a:pt x="35477" y="40951"/>
                          <a:pt x="28726" y="40951"/>
                        </a:cubicBezTo>
                        <a:lnTo>
                          <a:pt x="12225" y="40951"/>
                        </a:lnTo>
                        <a:cubicBezTo>
                          <a:pt x="5473" y="40951"/>
                          <a:pt x="0" y="35477"/>
                          <a:pt x="0" y="28726"/>
                        </a:cubicBezTo>
                        <a:lnTo>
                          <a:pt x="0" y="12225"/>
                        </a:lnTo>
                        <a:cubicBezTo>
                          <a:pt x="0" y="5473"/>
                          <a:pt x="5473" y="0"/>
                          <a:pt x="1222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2" name="Forme libre : forme 751">
                    <a:extLst>
                      <a:ext uri="{FF2B5EF4-FFF2-40B4-BE49-F238E27FC236}">
                        <a16:creationId xmlns:a16="http://schemas.microsoft.com/office/drawing/2014/main" id="{EFD353E8-4D1A-0922-B304-6C4D0C286F05}"/>
                      </a:ext>
                    </a:extLst>
                  </p:cNvPr>
                  <p:cNvSpPr/>
                  <p:nvPr/>
                </p:nvSpPr>
                <p:spPr>
                  <a:xfrm>
                    <a:off x="929140" y="184293"/>
                    <a:ext cx="40950" cy="40950"/>
                  </a:xfrm>
                  <a:custGeom>
                    <a:avLst/>
                    <a:gdLst>
                      <a:gd name="connsiteX0" fmla="*/ 27917 w 40950"/>
                      <a:gd name="connsiteY0" fmla="*/ 0 h 40950"/>
                      <a:gd name="connsiteX1" fmla="*/ 40951 w 40950"/>
                      <a:gd name="connsiteY1" fmla="*/ 13034 h 40950"/>
                      <a:gd name="connsiteX2" fmla="*/ 40951 w 40950"/>
                      <a:gd name="connsiteY2" fmla="*/ 27917 h 40950"/>
                      <a:gd name="connsiteX3" fmla="*/ 27917 w 40950"/>
                      <a:gd name="connsiteY3" fmla="*/ 40951 h 40950"/>
                      <a:gd name="connsiteX4" fmla="*/ 13034 w 40950"/>
                      <a:gd name="connsiteY4" fmla="*/ 40951 h 40950"/>
                      <a:gd name="connsiteX5" fmla="*/ 0 w 40950"/>
                      <a:gd name="connsiteY5" fmla="*/ 27917 h 40950"/>
                      <a:gd name="connsiteX6" fmla="*/ 0 w 40950"/>
                      <a:gd name="connsiteY6" fmla="*/ 13034 h 40950"/>
                      <a:gd name="connsiteX7" fmla="*/ 13034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7917" y="0"/>
                        </a:moveTo>
                        <a:cubicBezTo>
                          <a:pt x="35115" y="0"/>
                          <a:pt x="40951" y="5835"/>
                          <a:pt x="40951" y="13034"/>
                        </a:cubicBezTo>
                        <a:lnTo>
                          <a:pt x="40951" y="27917"/>
                        </a:lnTo>
                        <a:cubicBezTo>
                          <a:pt x="40951" y="35115"/>
                          <a:pt x="35116" y="40951"/>
                          <a:pt x="27917" y="40951"/>
                        </a:cubicBezTo>
                        <a:lnTo>
                          <a:pt x="13034" y="40951"/>
                        </a:lnTo>
                        <a:cubicBezTo>
                          <a:pt x="5835" y="40951"/>
                          <a:pt x="0" y="35115"/>
                          <a:pt x="0" y="27917"/>
                        </a:cubicBezTo>
                        <a:lnTo>
                          <a:pt x="0" y="13034"/>
                        </a:lnTo>
                        <a:cubicBezTo>
                          <a:pt x="0" y="5835"/>
                          <a:pt x="5835" y="0"/>
                          <a:pt x="1303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3" name="Forme libre : forme 752">
                    <a:extLst>
                      <a:ext uri="{FF2B5EF4-FFF2-40B4-BE49-F238E27FC236}">
                        <a16:creationId xmlns:a16="http://schemas.microsoft.com/office/drawing/2014/main" id="{B64E7B88-4063-7AF8-9B52-9BA1D42504BA}"/>
                      </a:ext>
                    </a:extLst>
                  </p:cNvPr>
                  <p:cNvSpPr/>
                  <p:nvPr/>
                </p:nvSpPr>
                <p:spPr>
                  <a:xfrm>
                    <a:off x="978409" y="184293"/>
                    <a:ext cx="40950" cy="40950"/>
                  </a:xfrm>
                  <a:custGeom>
                    <a:avLst/>
                    <a:gdLst>
                      <a:gd name="connsiteX0" fmla="*/ 29889 w 40950"/>
                      <a:gd name="connsiteY0" fmla="*/ 0 h 40950"/>
                      <a:gd name="connsiteX1" fmla="*/ 40951 w 40950"/>
                      <a:gd name="connsiteY1" fmla="*/ 11062 h 40950"/>
                      <a:gd name="connsiteX2" fmla="*/ 40951 w 40950"/>
                      <a:gd name="connsiteY2" fmla="*/ 29889 h 40950"/>
                      <a:gd name="connsiteX3" fmla="*/ 29889 w 40950"/>
                      <a:gd name="connsiteY3" fmla="*/ 40951 h 40950"/>
                      <a:gd name="connsiteX4" fmla="*/ 11062 w 40950"/>
                      <a:gd name="connsiteY4" fmla="*/ 40951 h 40950"/>
                      <a:gd name="connsiteX5" fmla="*/ 0 w 40950"/>
                      <a:gd name="connsiteY5" fmla="*/ 29889 h 40950"/>
                      <a:gd name="connsiteX6" fmla="*/ 0 w 40950"/>
                      <a:gd name="connsiteY6" fmla="*/ 11062 h 40950"/>
                      <a:gd name="connsiteX7" fmla="*/ 11062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9889" y="0"/>
                        </a:moveTo>
                        <a:cubicBezTo>
                          <a:pt x="35998" y="0"/>
                          <a:pt x="40951" y="4952"/>
                          <a:pt x="40951" y="11062"/>
                        </a:cubicBezTo>
                        <a:lnTo>
                          <a:pt x="40951" y="29889"/>
                        </a:lnTo>
                        <a:cubicBezTo>
                          <a:pt x="40951" y="35998"/>
                          <a:pt x="35999" y="40951"/>
                          <a:pt x="29889" y="40951"/>
                        </a:cubicBezTo>
                        <a:lnTo>
                          <a:pt x="11062" y="40951"/>
                        </a:lnTo>
                        <a:cubicBezTo>
                          <a:pt x="4952" y="40951"/>
                          <a:pt x="0" y="35998"/>
                          <a:pt x="0" y="29889"/>
                        </a:cubicBezTo>
                        <a:lnTo>
                          <a:pt x="0" y="11062"/>
                        </a:lnTo>
                        <a:cubicBezTo>
                          <a:pt x="0" y="4952"/>
                          <a:pt x="4952" y="0"/>
                          <a:pt x="1106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4" name="Forme libre : forme 753">
                    <a:extLst>
                      <a:ext uri="{FF2B5EF4-FFF2-40B4-BE49-F238E27FC236}">
                        <a16:creationId xmlns:a16="http://schemas.microsoft.com/office/drawing/2014/main" id="{28BEB58A-F900-909F-9E38-1EB96F275CA3}"/>
                      </a:ext>
                    </a:extLst>
                  </p:cNvPr>
                  <p:cNvSpPr/>
                  <p:nvPr/>
                </p:nvSpPr>
                <p:spPr>
                  <a:xfrm>
                    <a:off x="1027260" y="184293"/>
                    <a:ext cx="40950" cy="40950"/>
                  </a:xfrm>
                  <a:custGeom>
                    <a:avLst/>
                    <a:gdLst>
                      <a:gd name="connsiteX0" fmla="*/ 29081 w 40950"/>
                      <a:gd name="connsiteY0" fmla="*/ 0 h 40950"/>
                      <a:gd name="connsiteX1" fmla="*/ 40951 w 40950"/>
                      <a:gd name="connsiteY1" fmla="*/ 11870 h 40950"/>
                      <a:gd name="connsiteX2" fmla="*/ 40951 w 40950"/>
                      <a:gd name="connsiteY2" fmla="*/ 29081 h 40950"/>
                      <a:gd name="connsiteX3" fmla="*/ 29081 w 40950"/>
                      <a:gd name="connsiteY3" fmla="*/ 40951 h 40950"/>
                      <a:gd name="connsiteX4" fmla="*/ 11870 w 40950"/>
                      <a:gd name="connsiteY4" fmla="*/ 40951 h 40950"/>
                      <a:gd name="connsiteX5" fmla="*/ 0 w 40950"/>
                      <a:gd name="connsiteY5" fmla="*/ 29081 h 40950"/>
                      <a:gd name="connsiteX6" fmla="*/ 0 w 40950"/>
                      <a:gd name="connsiteY6" fmla="*/ 11870 h 40950"/>
                      <a:gd name="connsiteX7" fmla="*/ 11870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9081" y="0"/>
                        </a:moveTo>
                        <a:cubicBezTo>
                          <a:pt x="35637" y="0"/>
                          <a:pt x="40951" y="5314"/>
                          <a:pt x="40951" y="11870"/>
                        </a:cubicBezTo>
                        <a:lnTo>
                          <a:pt x="40951" y="29081"/>
                        </a:lnTo>
                        <a:cubicBezTo>
                          <a:pt x="40951" y="35637"/>
                          <a:pt x="35637" y="40951"/>
                          <a:pt x="29081" y="40951"/>
                        </a:cubicBezTo>
                        <a:lnTo>
                          <a:pt x="11870" y="40951"/>
                        </a:lnTo>
                        <a:cubicBezTo>
                          <a:pt x="5314" y="40951"/>
                          <a:pt x="0" y="35637"/>
                          <a:pt x="0" y="29081"/>
                        </a:cubicBezTo>
                        <a:lnTo>
                          <a:pt x="0" y="11870"/>
                        </a:lnTo>
                        <a:cubicBezTo>
                          <a:pt x="0" y="5314"/>
                          <a:pt x="5314" y="0"/>
                          <a:pt x="11870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36" name="Graphique 4">
                  <a:extLst>
                    <a:ext uri="{FF2B5EF4-FFF2-40B4-BE49-F238E27FC236}">
                      <a16:creationId xmlns:a16="http://schemas.microsoft.com/office/drawing/2014/main" id="{ADA81632-95A2-1827-92DD-0724E88FBF13}"/>
                    </a:ext>
                  </a:extLst>
                </p:cNvPr>
                <p:cNvGrpSpPr/>
                <p:nvPr/>
              </p:nvGrpSpPr>
              <p:grpSpPr>
                <a:xfrm>
                  <a:off x="732801" y="232741"/>
                  <a:ext cx="336635" cy="40963"/>
                  <a:chOff x="732801" y="232741"/>
                  <a:chExt cx="336635" cy="40963"/>
                </a:xfrm>
                <a:solidFill>
                  <a:srgbClr val="FFFFFF"/>
                </a:solidFill>
              </p:grpSpPr>
              <p:sp>
                <p:nvSpPr>
                  <p:cNvPr id="741" name="Forme libre : forme 740">
                    <a:extLst>
                      <a:ext uri="{FF2B5EF4-FFF2-40B4-BE49-F238E27FC236}">
                        <a16:creationId xmlns:a16="http://schemas.microsoft.com/office/drawing/2014/main" id="{BF707CFE-3361-06EB-EBA4-FDBF3D0D9B02}"/>
                      </a:ext>
                    </a:extLst>
                  </p:cNvPr>
                  <p:cNvSpPr/>
                  <p:nvPr/>
                </p:nvSpPr>
                <p:spPr>
                  <a:xfrm>
                    <a:off x="732801" y="232741"/>
                    <a:ext cx="40950" cy="40950"/>
                  </a:xfrm>
                  <a:custGeom>
                    <a:avLst/>
                    <a:gdLst>
                      <a:gd name="connsiteX0" fmla="*/ 27550 w 40950"/>
                      <a:gd name="connsiteY0" fmla="*/ 0 h 40950"/>
                      <a:gd name="connsiteX1" fmla="*/ 40951 w 40950"/>
                      <a:gd name="connsiteY1" fmla="*/ 13401 h 40950"/>
                      <a:gd name="connsiteX2" fmla="*/ 40951 w 40950"/>
                      <a:gd name="connsiteY2" fmla="*/ 27550 h 40950"/>
                      <a:gd name="connsiteX3" fmla="*/ 27550 w 40950"/>
                      <a:gd name="connsiteY3" fmla="*/ 40951 h 40950"/>
                      <a:gd name="connsiteX4" fmla="*/ 13401 w 40950"/>
                      <a:gd name="connsiteY4" fmla="*/ 40951 h 40950"/>
                      <a:gd name="connsiteX5" fmla="*/ 0 w 40950"/>
                      <a:gd name="connsiteY5" fmla="*/ 27550 h 40950"/>
                      <a:gd name="connsiteX6" fmla="*/ 0 w 40950"/>
                      <a:gd name="connsiteY6" fmla="*/ 13401 h 40950"/>
                      <a:gd name="connsiteX7" fmla="*/ 13401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7550" y="0"/>
                        </a:moveTo>
                        <a:cubicBezTo>
                          <a:pt x="34951" y="0"/>
                          <a:pt x="40951" y="6000"/>
                          <a:pt x="40951" y="13401"/>
                        </a:cubicBezTo>
                        <a:lnTo>
                          <a:pt x="40951" y="27550"/>
                        </a:lnTo>
                        <a:cubicBezTo>
                          <a:pt x="40951" y="34951"/>
                          <a:pt x="34951" y="40951"/>
                          <a:pt x="27550" y="40951"/>
                        </a:cubicBezTo>
                        <a:lnTo>
                          <a:pt x="13401" y="40951"/>
                        </a:lnTo>
                        <a:cubicBezTo>
                          <a:pt x="6000" y="40951"/>
                          <a:pt x="0" y="34951"/>
                          <a:pt x="0" y="27550"/>
                        </a:cubicBezTo>
                        <a:lnTo>
                          <a:pt x="0" y="13401"/>
                        </a:lnTo>
                        <a:cubicBezTo>
                          <a:pt x="0" y="6000"/>
                          <a:pt x="6000" y="0"/>
                          <a:pt x="1340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2" name="Forme libre : forme 741">
                    <a:extLst>
                      <a:ext uri="{FF2B5EF4-FFF2-40B4-BE49-F238E27FC236}">
                        <a16:creationId xmlns:a16="http://schemas.microsoft.com/office/drawing/2014/main" id="{E9B48D21-057E-48AD-F45E-CD5A4B086B61}"/>
                      </a:ext>
                    </a:extLst>
                  </p:cNvPr>
                  <p:cNvSpPr/>
                  <p:nvPr/>
                </p:nvSpPr>
                <p:spPr>
                  <a:xfrm>
                    <a:off x="782070" y="232741"/>
                    <a:ext cx="40950" cy="40950"/>
                  </a:xfrm>
                  <a:custGeom>
                    <a:avLst/>
                    <a:gdLst>
                      <a:gd name="connsiteX0" fmla="*/ 28701 w 40950"/>
                      <a:gd name="connsiteY0" fmla="*/ 0 h 40950"/>
                      <a:gd name="connsiteX1" fmla="*/ 40951 w 40950"/>
                      <a:gd name="connsiteY1" fmla="*/ 12250 h 40950"/>
                      <a:gd name="connsiteX2" fmla="*/ 40951 w 40950"/>
                      <a:gd name="connsiteY2" fmla="*/ 28701 h 40950"/>
                      <a:gd name="connsiteX3" fmla="*/ 28701 w 40950"/>
                      <a:gd name="connsiteY3" fmla="*/ 40951 h 40950"/>
                      <a:gd name="connsiteX4" fmla="*/ 12250 w 40950"/>
                      <a:gd name="connsiteY4" fmla="*/ 40951 h 40950"/>
                      <a:gd name="connsiteX5" fmla="*/ 0 w 40950"/>
                      <a:gd name="connsiteY5" fmla="*/ 28701 h 40950"/>
                      <a:gd name="connsiteX6" fmla="*/ 0 w 40950"/>
                      <a:gd name="connsiteY6" fmla="*/ 12250 h 40950"/>
                      <a:gd name="connsiteX7" fmla="*/ 12250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8701" y="0"/>
                        </a:moveTo>
                        <a:cubicBezTo>
                          <a:pt x="35466" y="0"/>
                          <a:pt x="40951" y="5484"/>
                          <a:pt x="40951" y="12250"/>
                        </a:cubicBezTo>
                        <a:lnTo>
                          <a:pt x="40951" y="28701"/>
                        </a:lnTo>
                        <a:cubicBezTo>
                          <a:pt x="40951" y="35466"/>
                          <a:pt x="35466" y="40951"/>
                          <a:pt x="28701" y="40951"/>
                        </a:cubicBezTo>
                        <a:lnTo>
                          <a:pt x="12250" y="40951"/>
                        </a:lnTo>
                        <a:cubicBezTo>
                          <a:pt x="5484" y="40951"/>
                          <a:pt x="0" y="35466"/>
                          <a:pt x="0" y="28701"/>
                        </a:cubicBezTo>
                        <a:lnTo>
                          <a:pt x="0" y="12250"/>
                        </a:lnTo>
                        <a:cubicBezTo>
                          <a:pt x="0" y="5484"/>
                          <a:pt x="5484" y="0"/>
                          <a:pt x="1225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3" name="Forme libre : forme 742">
                    <a:extLst>
                      <a:ext uri="{FF2B5EF4-FFF2-40B4-BE49-F238E27FC236}">
                        <a16:creationId xmlns:a16="http://schemas.microsoft.com/office/drawing/2014/main" id="{25331F68-9085-17EF-D8CE-746ECF839A7F}"/>
                      </a:ext>
                    </a:extLst>
                  </p:cNvPr>
                  <p:cNvSpPr/>
                  <p:nvPr/>
                </p:nvSpPr>
                <p:spPr>
                  <a:xfrm>
                    <a:off x="830922" y="232741"/>
                    <a:ext cx="40950" cy="40950"/>
                  </a:xfrm>
                  <a:custGeom>
                    <a:avLst/>
                    <a:gdLst>
                      <a:gd name="connsiteX0" fmla="*/ 29951 w 40950"/>
                      <a:gd name="connsiteY0" fmla="*/ 0 h 40950"/>
                      <a:gd name="connsiteX1" fmla="*/ 40951 w 40950"/>
                      <a:gd name="connsiteY1" fmla="*/ 11000 h 40950"/>
                      <a:gd name="connsiteX2" fmla="*/ 40951 w 40950"/>
                      <a:gd name="connsiteY2" fmla="*/ 29951 h 40950"/>
                      <a:gd name="connsiteX3" fmla="*/ 29951 w 40950"/>
                      <a:gd name="connsiteY3" fmla="*/ 40951 h 40950"/>
                      <a:gd name="connsiteX4" fmla="*/ 11000 w 40950"/>
                      <a:gd name="connsiteY4" fmla="*/ 40951 h 40950"/>
                      <a:gd name="connsiteX5" fmla="*/ 0 w 40950"/>
                      <a:gd name="connsiteY5" fmla="*/ 29951 h 40950"/>
                      <a:gd name="connsiteX6" fmla="*/ 0 w 40950"/>
                      <a:gd name="connsiteY6" fmla="*/ 11000 h 40950"/>
                      <a:gd name="connsiteX7" fmla="*/ 11000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9951" y="0"/>
                        </a:moveTo>
                        <a:cubicBezTo>
                          <a:pt x="36026" y="0"/>
                          <a:pt x="40951" y="4925"/>
                          <a:pt x="40951" y="11000"/>
                        </a:cubicBezTo>
                        <a:lnTo>
                          <a:pt x="40951" y="29951"/>
                        </a:lnTo>
                        <a:cubicBezTo>
                          <a:pt x="40951" y="36026"/>
                          <a:pt x="36026" y="40951"/>
                          <a:pt x="29951" y="40951"/>
                        </a:cubicBezTo>
                        <a:lnTo>
                          <a:pt x="11000" y="40951"/>
                        </a:lnTo>
                        <a:cubicBezTo>
                          <a:pt x="4925" y="40951"/>
                          <a:pt x="0" y="36026"/>
                          <a:pt x="0" y="29951"/>
                        </a:cubicBezTo>
                        <a:lnTo>
                          <a:pt x="0" y="11000"/>
                        </a:lnTo>
                        <a:cubicBezTo>
                          <a:pt x="0" y="4925"/>
                          <a:pt x="4925" y="0"/>
                          <a:pt x="110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4" name="Forme libre : forme 743">
                    <a:extLst>
                      <a:ext uri="{FF2B5EF4-FFF2-40B4-BE49-F238E27FC236}">
                        <a16:creationId xmlns:a16="http://schemas.microsoft.com/office/drawing/2014/main" id="{CE6FB3BB-F486-5ED6-5B48-E3FCAF8EAC3B}"/>
                      </a:ext>
                    </a:extLst>
                  </p:cNvPr>
                  <p:cNvSpPr/>
                  <p:nvPr/>
                </p:nvSpPr>
                <p:spPr>
                  <a:xfrm>
                    <a:off x="880594" y="232741"/>
                    <a:ext cx="40950" cy="40950"/>
                  </a:xfrm>
                  <a:custGeom>
                    <a:avLst/>
                    <a:gdLst>
                      <a:gd name="connsiteX0" fmla="*/ 27733 w 40950"/>
                      <a:gd name="connsiteY0" fmla="*/ 0 h 40950"/>
                      <a:gd name="connsiteX1" fmla="*/ 40951 w 40950"/>
                      <a:gd name="connsiteY1" fmla="*/ 13217 h 40950"/>
                      <a:gd name="connsiteX2" fmla="*/ 40951 w 40950"/>
                      <a:gd name="connsiteY2" fmla="*/ 27733 h 40950"/>
                      <a:gd name="connsiteX3" fmla="*/ 27733 w 40950"/>
                      <a:gd name="connsiteY3" fmla="*/ 40951 h 40950"/>
                      <a:gd name="connsiteX4" fmla="*/ 13218 w 40950"/>
                      <a:gd name="connsiteY4" fmla="*/ 40951 h 40950"/>
                      <a:gd name="connsiteX5" fmla="*/ 0 w 40950"/>
                      <a:gd name="connsiteY5" fmla="*/ 27733 h 40950"/>
                      <a:gd name="connsiteX6" fmla="*/ 0 w 40950"/>
                      <a:gd name="connsiteY6" fmla="*/ 13217 h 40950"/>
                      <a:gd name="connsiteX7" fmla="*/ 13218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7733" y="0"/>
                        </a:moveTo>
                        <a:cubicBezTo>
                          <a:pt x="35033" y="0"/>
                          <a:pt x="40951" y="5918"/>
                          <a:pt x="40951" y="13217"/>
                        </a:cubicBezTo>
                        <a:lnTo>
                          <a:pt x="40951" y="27733"/>
                        </a:lnTo>
                        <a:cubicBezTo>
                          <a:pt x="40951" y="35033"/>
                          <a:pt x="35033" y="40951"/>
                          <a:pt x="27733" y="40951"/>
                        </a:cubicBezTo>
                        <a:lnTo>
                          <a:pt x="13218" y="40951"/>
                        </a:lnTo>
                        <a:cubicBezTo>
                          <a:pt x="5918" y="40951"/>
                          <a:pt x="0" y="35033"/>
                          <a:pt x="0" y="27733"/>
                        </a:cubicBezTo>
                        <a:lnTo>
                          <a:pt x="0" y="13217"/>
                        </a:lnTo>
                        <a:cubicBezTo>
                          <a:pt x="0" y="5918"/>
                          <a:pt x="5918" y="0"/>
                          <a:pt x="13218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5" name="Forme libre : forme 744">
                    <a:extLst>
                      <a:ext uri="{FF2B5EF4-FFF2-40B4-BE49-F238E27FC236}">
                        <a16:creationId xmlns:a16="http://schemas.microsoft.com/office/drawing/2014/main" id="{3F79C2CB-2F6E-6EF4-0649-398639285C73}"/>
                      </a:ext>
                    </a:extLst>
                  </p:cNvPr>
                  <p:cNvSpPr/>
                  <p:nvPr/>
                </p:nvSpPr>
                <p:spPr>
                  <a:xfrm>
                    <a:off x="930365" y="232741"/>
                    <a:ext cx="40950" cy="40950"/>
                  </a:xfrm>
                  <a:custGeom>
                    <a:avLst/>
                    <a:gdLst>
                      <a:gd name="connsiteX0" fmla="*/ 27341 w 40950"/>
                      <a:gd name="connsiteY0" fmla="*/ 0 h 40950"/>
                      <a:gd name="connsiteX1" fmla="*/ 40951 w 40950"/>
                      <a:gd name="connsiteY1" fmla="*/ 13609 h 40950"/>
                      <a:gd name="connsiteX2" fmla="*/ 40951 w 40950"/>
                      <a:gd name="connsiteY2" fmla="*/ 27341 h 40950"/>
                      <a:gd name="connsiteX3" fmla="*/ 27341 w 40950"/>
                      <a:gd name="connsiteY3" fmla="*/ 40951 h 40950"/>
                      <a:gd name="connsiteX4" fmla="*/ 13609 w 40950"/>
                      <a:gd name="connsiteY4" fmla="*/ 40951 h 40950"/>
                      <a:gd name="connsiteX5" fmla="*/ 0 w 40950"/>
                      <a:gd name="connsiteY5" fmla="*/ 27341 h 40950"/>
                      <a:gd name="connsiteX6" fmla="*/ 0 w 40950"/>
                      <a:gd name="connsiteY6" fmla="*/ 13609 h 40950"/>
                      <a:gd name="connsiteX7" fmla="*/ 13609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7341" y="0"/>
                        </a:moveTo>
                        <a:cubicBezTo>
                          <a:pt x="34858" y="0"/>
                          <a:pt x="40951" y="6093"/>
                          <a:pt x="40951" y="13609"/>
                        </a:cubicBezTo>
                        <a:lnTo>
                          <a:pt x="40951" y="27341"/>
                        </a:lnTo>
                        <a:cubicBezTo>
                          <a:pt x="40951" y="34858"/>
                          <a:pt x="34858" y="40951"/>
                          <a:pt x="27341" y="40951"/>
                        </a:cubicBezTo>
                        <a:lnTo>
                          <a:pt x="13609" y="40951"/>
                        </a:lnTo>
                        <a:cubicBezTo>
                          <a:pt x="6093" y="40951"/>
                          <a:pt x="0" y="34858"/>
                          <a:pt x="0" y="27341"/>
                        </a:cubicBezTo>
                        <a:lnTo>
                          <a:pt x="0" y="13609"/>
                        </a:lnTo>
                        <a:cubicBezTo>
                          <a:pt x="0" y="6093"/>
                          <a:pt x="6093" y="0"/>
                          <a:pt x="1360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6" name="Forme libre : forme 745">
                    <a:extLst>
                      <a:ext uri="{FF2B5EF4-FFF2-40B4-BE49-F238E27FC236}">
                        <a16:creationId xmlns:a16="http://schemas.microsoft.com/office/drawing/2014/main" id="{AAC83906-AC99-CCEA-91AF-A2E03A08B491}"/>
                      </a:ext>
                    </a:extLst>
                  </p:cNvPr>
                  <p:cNvSpPr/>
                  <p:nvPr/>
                </p:nvSpPr>
                <p:spPr>
                  <a:xfrm>
                    <a:off x="979621" y="232741"/>
                    <a:ext cx="40950" cy="40950"/>
                  </a:xfrm>
                  <a:custGeom>
                    <a:avLst/>
                    <a:gdLst>
                      <a:gd name="connsiteX0" fmla="*/ 26864 w 40950"/>
                      <a:gd name="connsiteY0" fmla="*/ 0 h 40950"/>
                      <a:gd name="connsiteX1" fmla="*/ 40951 w 40950"/>
                      <a:gd name="connsiteY1" fmla="*/ 14087 h 40950"/>
                      <a:gd name="connsiteX2" fmla="*/ 40951 w 40950"/>
                      <a:gd name="connsiteY2" fmla="*/ 26864 h 40950"/>
                      <a:gd name="connsiteX3" fmla="*/ 26864 w 40950"/>
                      <a:gd name="connsiteY3" fmla="*/ 40951 h 40950"/>
                      <a:gd name="connsiteX4" fmla="*/ 14087 w 40950"/>
                      <a:gd name="connsiteY4" fmla="*/ 40951 h 40950"/>
                      <a:gd name="connsiteX5" fmla="*/ 0 w 40950"/>
                      <a:gd name="connsiteY5" fmla="*/ 26864 h 40950"/>
                      <a:gd name="connsiteX6" fmla="*/ 0 w 40950"/>
                      <a:gd name="connsiteY6" fmla="*/ 14087 h 40950"/>
                      <a:gd name="connsiteX7" fmla="*/ 14087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6864" y="0"/>
                        </a:moveTo>
                        <a:cubicBezTo>
                          <a:pt x="34644" y="0"/>
                          <a:pt x="40951" y="6307"/>
                          <a:pt x="40951" y="14087"/>
                        </a:cubicBezTo>
                        <a:lnTo>
                          <a:pt x="40951" y="26864"/>
                        </a:lnTo>
                        <a:cubicBezTo>
                          <a:pt x="40951" y="34644"/>
                          <a:pt x="34644" y="40951"/>
                          <a:pt x="26864" y="40951"/>
                        </a:cubicBezTo>
                        <a:lnTo>
                          <a:pt x="14087" y="40951"/>
                        </a:lnTo>
                        <a:cubicBezTo>
                          <a:pt x="6307" y="40951"/>
                          <a:pt x="0" y="34644"/>
                          <a:pt x="0" y="26864"/>
                        </a:cubicBezTo>
                        <a:lnTo>
                          <a:pt x="0" y="14087"/>
                        </a:lnTo>
                        <a:cubicBezTo>
                          <a:pt x="0" y="6307"/>
                          <a:pt x="6307" y="0"/>
                          <a:pt x="1408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7" name="Forme libre : forme 746">
                    <a:extLst>
                      <a:ext uri="{FF2B5EF4-FFF2-40B4-BE49-F238E27FC236}">
                        <a16:creationId xmlns:a16="http://schemas.microsoft.com/office/drawing/2014/main" id="{C38DE2AC-2DE7-2D4D-1989-8E1695C41A47}"/>
                      </a:ext>
                    </a:extLst>
                  </p:cNvPr>
                  <p:cNvSpPr/>
                  <p:nvPr/>
                </p:nvSpPr>
                <p:spPr>
                  <a:xfrm>
                    <a:off x="1028473" y="232741"/>
                    <a:ext cx="40963" cy="40963"/>
                  </a:xfrm>
                  <a:custGeom>
                    <a:avLst/>
                    <a:gdLst>
                      <a:gd name="connsiteX0" fmla="*/ 13671 w 40963"/>
                      <a:gd name="connsiteY0" fmla="*/ 0 h 40963"/>
                      <a:gd name="connsiteX1" fmla="*/ 27292 w 40963"/>
                      <a:gd name="connsiteY1" fmla="*/ 0 h 40963"/>
                      <a:gd name="connsiteX2" fmla="*/ 40963 w 40963"/>
                      <a:gd name="connsiteY2" fmla="*/ 13671 h 40963"/>
                      <a:gd name="connsiteX3" fmla="*/ 40963 w 40963"/>
                      <a:gd name="connsiteY3" fmla="*/ 27292 h 40963"/>
                      <a:gd name="connsiteX4" fmla="*/ 27292 w 40963"/>
                      <a:gd name="connsiteY4" fmla="*/ 40963 h 40963"/>
                      <a:gd name="connsiteX5" fmla="*/ 13671 w 40963"/>
                      <a:gd name="connsiteY5" fmla="*/ 40963 h 40963"/>
                      <a:gd name="connsiteX6" fmla="*/ 0 w 40963"/>
                      <a:gd name="connsiteY6" fmla="*/ 27292 h 40963"/>
                      <a:gd name="connsiteX7" fmla="*/ 0 w 40963"/>
                      <a:gd name="connsiteY7" fmla="*/ 13671 h 40963"/>
                      <a:gd name="connsiteX8" fmla="*/ 13671 w 40963"/>
                      <a:gd name="connsiteY8" fmla="*/ 0 h 409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0963" h="40963">
                        <a:moveTo>
                          <a:pt x="13671" y="0"/>
                        </a:moveTo>
                        <a:lnTo>
                          <a:pt x="27292" y="0"/>
                        </a:lnTo>
                        <a:cubicBezTo>
                          <a:pt x="34838" y="0"/>
                          <a:pt x="40963" y="6125"/>
                          <a:pt x="40963" y="13671"/>
                        </a:cubicBezTo>
                        <a:lnTo>
                          <a:pt x="40963" y="27292"/>
                        </a:lnTo>
                        <a:cubicBezTo>
                          <a:pt x="40963" y="34838"/>
                          <a:pt x="34838" y="40963"/>
                          <a:pt x="27292" y="40963"/>
                        </a:cubicBezTo>
                        <a:lnTo>
                          <a:pt x="13671" y="40963"/>
                        </a:lnTo>
                        <a:cubicBezTo>
                          <a:pt x="6125" y="40963"/>
                          <a:pt x="0" y="34838"/>
                          <a:pt x="0" y="27292"/>
                        </a:cubicBezTo>
                        <a:lnTo>
                          <a:pt x="0" y="13671"/>
                        </a:lnTo>
                        <a:cubicBezTo>
                          <a:pt x="0" y="6125"/>
                          <a:pt x="6125" y="0"/>
                          <a:pt x="1367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37" name="Graphique 4">
                  <a:extLst>
                    <a:ext uri="{FF2B5EF4-FFF2-40B4-BE49-F238E27FC236}">
                      <a16:creationId xmlns:a16="http://schemas.microsoft.com/office/drawing/2014/main" id="{F029B8B4-D80C-50D0-83E5-1FCAC56BED3E}"/>
                    </a:ext>
                  </a:extLst>
                </p:cNvPr>
                <p:cNvGrpSpPr/>
                <p:nvPr/>
              </p:nvGrpSpPr>
              <p:grpSpPr>
                <a:xfrm>
                  <a:off x="732801" y="281090"/>
                  <a:ext cx="139071" cy="40950"/>
                  <a:chOff x="732801" y="281090"/>
                  <a:chExt cx="139071" cy="40950"/>
                </a:xfrm>
                <a:solidFill>
                  <a:srgbClr val="FFFFFF"/>
                </a:solidFill>
              </p:grpSpPr>
              <p:sp>
                <p:nvSpPr>
                  <p:cNvPr id="738" name="Forme libre : forme 737">
                    <a:extLst>
                      <a:ext uri="{FF2B5EF4-FFF2-40B4-BE49-F238E27FC236}">
                        <a16:creationId xmlns:a16="http://schemas.microsoft.com/office/drawing/2014/main" id="{4A235328-3D8B-0EC6-A002-FAE71CE1D199}"/>
                      </a:ext>
                    </a:extLst>
                  </p:cNvPr>
                  <p:cNvSpPr/>
                  <p:nvPr/>
                </p:nvSpPr>
                <p:spPr>
                  <a:xfrm>
                    <a:off x="732801" y="281090"/>
                    <a:ext cx="40950" cy="40950"/>
                  </a:xfrm>
                  <a:custGeom>
                    <a:avLst/>
                    <a:gdLst>
                      <a:gd name="connsiteX0" fmla="*/ 27464 w 40950"/>
                      <a:gd name="connsiteY0" fmla="*/ 0 h 40950"/>
                      <a:gd name="connsiteX1" fmla="*/ 40951 w 40950"/>
                      <a:gd name="connsiteY1" fmla="*/ 13487 h 40950"/>
                      <a:gd name="connsiteX2" fmla="*/ 40951 w 40950"/>
                      <a:gd name="connsiteY2" fmla="*/ 27464 h 40950"/>
                      <a:gd name="connsiteX3" fmla="*/ 27464 w 40950"/>
                      <a:gd name="connsiteY3" fmla="*/ 40951 h 40950"/>
                      <a:gd name="connsiteX4" fmla="*/ 13487 w 40950"/>
                      <a:gd name="connsiteY4" fmla="*/ 40951 h 40950"/>
                      <a:gd name="connsiteX5" fmla="*/ 0 w 40950"/>
                      <a:gd name="connsiteY5" fmla="*/ 27464 h 40950"/>
                      <a:gd name="connsiteX6" fmla="*/ 0 w 40950"/>
                      <a:gd name="connsiteY6" fmla="*/ 13487 h 40950"/>
                      <a:gd name="connsiteX7" fmla="*/ 13487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7464" y="0"/>
                        </a:moveTo>
                        <a:cubicBezTo>
                          <a:pt x="34913" y="0"/>
                          <a:pt x="40951" y="6038"/>
                          <a:pt x="40951" y="13487"/>
                        </a:cubicBezTo>
                        <a:lnTo>
                          <a:pt x="40951" y="27464"/>
                        </a:lnTo>
                        <a:cubicBezTo>
                          <a:pt x="40951" y="34913"/>
                          <a:pt x="34913" y="40951"/>
                          <a:pt x="27464" y="40951"/>
                        </a:cubicBezTo>
                        <a:lnTo>
                          <a:pt x="13487" y="40951"/>
                        </a:lnTo>
                        <a:cubicBezTo>
                          <a:pt x="6038" y="40951"/>
                          <a:pt x="0" y="34913"/>
                          <a:pt x="0" y="27464"/>
                        </a:cubicBezTo>
                        <a:lnTo>
                          <a:pt x="0" y="13487"/>
                        </a:lnTo>
                        <a:cubicBezTo>
                          <a:pt x="0" y="6038"/>
                          <a:pt x="6038" y="0"/>
                          <a:pt x="1348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9" name="Forme libre : forme 738">
                    <a:extLst>
                      <a:ext uri="{FF2B5EF4-FFF2-40B4-BE49-F238E27FC236}">
                        <a16:creationId xmlns:a16="http://schemas.microsoft.com/office/drawing/2014/main" id="{45BA1365-F7C0-426B-4410-0D491B85F0C1}"/>
                      </a:ext>
                    </a:extLst>
                  </p:cNvPr>
                  <p:cNvSpPr/>
                  <p:nvPr/>
                </p:nvSpPr>
                <p:spPr>
                  <a:xfrm>
                    <a:off x="782070" y="281090"/>
                    <a:ext cx="40950" cy="40950"/>
                  </a:xfrm>
                  <a:custGeom>
                    <a:avLst/>
                    <a:gdLst>
                      <a:gd name="connsiteX0" fmla="*/ 28615 w 40950"/>
                      <a:gd name="connsiteY0" fmla="*/ 0 h 40950"/>
                      <a:gd name="connsiteX1" fmla="*/ 40951 w 40950"/>
                      <a:gd name="connsiteY1" fmla="*/ 12335 h 40950"/>
                      <a:gd name="connsiteX2" fmla="*/ 40951 w 40950"/>
                      <a:gd name="connsiteY2" fmla="*/ 28615 h 40950"/>
                      <a:gd name="connsiteX3" fmla="*/ 28615 w 40950"/>
                      <a:gd name="connsiteY3" fmla="*/ 40951 h 40950"/>
                      <a:gd name="connsiteX4" fmla="*/ 12335 w 40950"/>
                      <a:gd name="connsiteY4" fmla="*/ 40951 h 40950"/>
                      <a:gd name="connsiteX5" fmla="*/ 0 w 40950"/>
                      <a:gd name="connsiteY5" fmla="*/ 28615 h 40950"/>
                      <a:gd name="connsiteX6" fmla="*/ 0 w 40950"/>
                      <a:gd name="connsiteY6" fmla="*/ 12335 h 40950"/>
                      <a:gd name="connsiteX7" fmla="*/ 12335 w 40950"/>
                      <a:gd name="connsiteY7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950" h="40950">
                        <a:moveTo>
                          <a:pt x="28615" y="0"/>
                        </a:moveTo>
                        <a:cubicBezTo>
                          <a:pt x="35428" y="0"/>
                          <a:pt x="40951" y="5523"/>
                          <a:pt x="40951" y="12335"/>
                        </a:cubicBezTo>
                        <a:lnTo>
                          <a:pt x="40951" y="28615"/>
                        </a:lnTo>
                        <a:cubicBezTo>
                          <a:pt x="40951" y="35428"/>
                          <a:pt x="35428" y="40951"/>
                          <a:pt x="28615" y="40951"/>
                        </a:cubicBezTo>
                        <a:lnTo>
                          <a:pt x="12335" y="40951"/>
                        </a:lnTo>
                        <a:cubicBezTo>
                          <a:pt x="5523" y="40951"/>
                          <a:pt x="0" y="35428"/>
                          <a:pt x="0" y="28615"/>
                        </a:cubicBezTo>
                        <a:lnTo>
                          <a:pt x="0" y="12335"/>
                        </a:lnTo>
                        <a:cubicBezTo>
                          <a:pt x="0" y="5523"/>
                          <a:pt x="5523" y="0"/>
                          <a:pt x="1233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0" name="Forme libre : forme 739">
                    <a:extLst>
                      <a:ext uri="{FF2B5EF4-FFF2-40B4-BE49-F238E27FC236}">
                        <a16:creationId xmlns:a16="http://schemas.microsoft.com/office/drawing/2014/main" id="{2ACC29DA-C1FF-06BA-C505-9AD849922772}"/>
                      </a:ext>
                    </a:extLst>
                  </p:cNvPr>
                  <p:cNvSpPr/>
                  <p:nvPr/>
                </p:nvSpPr>
                <p:spPr>
                  <a:xfrm>
                    <a:off x="830922" y="281090"/>
                    <a:ext cx="40950" cy="40950"/>
                  </a:xfrm>
                  <a:custGeom>
                    <a:avLst/>
                    <a:gdLst>
                      <a:gd name="connsiteX0" fmla="*/ 11503 w 40950"/>
                      <a:gd name="connsiteY0" fmla="*/ 0 h 40950"/>
                      <a:gd name="connsiteX1" fmla="*/ 29448 w 40950"/>
                      <a:gd name="connsiteY1" fmla="*/ 0 h 40950"/>
                      <a:gd name="connsiteX2" fmla="*/ 40951 w 40950"/>
                      <a:gd name="connsiteY2" fmla="*/ 11503 h 40950"/>
                      <a:gd name="connsiteX3" fmla="*/ 40951 w 40950"/>
                      <a:gd name="connsiteY3" fmla="*/ 29448 h 40950"/>
                      <a:gd name="connsiteX4" fmla="*/ 29448 w 40950"/>
                      <a:gd name="connsiteY4" fmla="*/ 40951 h 40950"/>
                      <a:gd name="connsiteX5" fmla="*/ 11503 w 40950"/>
                      <a:gd name="connsiteY5" fmla="*/ 40951 h 40950"/>
                      <a:gd name="connsiteX6" fmla="*/ 0 w 40950"/>
                      <a:gd name="connsiteY6" fmla="*/ 29448 h 40950"/>
                      <a:gd name="connsiteX7" fmla="*/ 0 w 40950"/>
                      <a:gd name="connsiteY7" fmla="*/ 11503 h 40950"/>
                      <a:gd name="connsiteX8" fmla="*/ 11503 w 40950"/>
                      <a:gd name="connsiteY8" fmla="*/ 0 h 40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0950" h="40950">
                        <a:moveTo>
                          <a:pt x="11503" y="0"/>
                        </a:moveTo>
                        <a:lnTo>
                          <a:pt x="29448" y="0"/>
                        </a:lnTo>
                        <a:cubicBezTo>
                          <a:pt x="35794" y="0"/>
                          <a:pt x="40951" y="5157"/>
                          <a:pt x="40951" y="11503"/>
                        </a:cubicBezTo>
                        <a:lnTo>
                          <a:pt x="40951" y="29448"/>
                        </a:lnTo>
                        <a:cubicBezTo>
                          <a:pt x="40951" y="35794"/>
                          <a:pt x="35794" y="40951"/>
                          <a:pt x="29448" y="40951"/>
                        </a:cubicBezTo>
                        <a:lnTo>
                          <a:pt x="11503" y="40951"/>
                        </a:lnTo>
                        <a:cubicBezTo>
                          <a:pt x="5157" y="40951"/>
                          <a:pt x="0" y="35794"/>
                          <a:pt x="0" y="29448"/>
                        </a:cubicBezTo>
                        <a:lnTo>
                          <a:pt x="0" y="11503"/>
                        </a:lnTo>
                        <a:cubicBezTo>
                          <a:pt x="0" y="5157"/>
                          <a:pt x="5157" y="0"/>
                          <a:pt x="1150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720" name="Graphique 4">
                <a:extLst>
                  <a:ext uri="{FF2B5EF4-FFF2-40B4-BE49-F238E27FC236}">
                    <a16:creationId xmlns:a16="http://schemas.microsoft.com/office/drawing/2014/main" id="{491C402D-CDD2-B836-BD14-7833B49CFBA9}"/>
                  </a:ext>
                </a:extLst>
              </p:cNvPr>
              <p:cNvGrpSpPr/>
              <p:nvPr/>
            </p:nvGrpSpPr>
            <p:grpSpPr>
              <a:xfrm>
                <a:off x="727583" y="30130"/>
                <a:ext cx="349043" cy="24155"/>
                <a:chOff x="727583" y="30130"/>
                <a:chExt cx="349043" cy="24155"/>
              </a:xfrm>
              <a:solidFill>
                <a:srgbClr val="4438B7"/>
              </a:solidFill>
            </p:grpSpPr>
            <p:sp>
              <p:nvSpPr>
                <p:cNvPr id="721" name="Forme libre : forme 720">
                  <a:extLst>
                    <a:ext uri="{FF2B5EF4-FFF2-40B4-BE49-F238E27FC236}">
                      <a16:creationId xmlns:a16="http://schemas.microsoft.com/office/drawing/2014/main" id="{CC6DEDE5-1922-8795-AB49-00E617341961}"/>
                    </a:ext>
                  </a:extLst>
                </p:cNvPr>
                <p:cNvSpPr/>
                <p:nvPr/>
              </p:nvSpPr>
              <p:spPr>
                <a:xfrm>
                  <a:off x="727583" y="30387"/>
                  <a:ext cx="34005" cy="23495"/>
                </a:xfrm>
                <a:custGeom>
                  <a:avLst/>
                  <a:gdLst>
                    <a:gd name="connsiteX0" fmla="*/ 24708 w 34005"/>
                    <a:gd name="connsiteY0" fmla="*/ 0 h 23495"/>
                    <a:gd name="connsiteX1" fmla="*/ 7289 w 34005"/>
                    <a:gd name="connsiteY1" fmla="*/ 0 h 23495"/>
                    <a:gd name="connsiteX2" fmla="*/ 0 w 34005"/>
                    <a:gd name="connsiteY2" fmla="*/ 7289 h 23495"/>
                    <a:gd name="connsiteX3" fmla="*/ 0 w 34005"/>
                    <a:gd name="connsiteY3" fmla="*/ 23495 h 23495"/>
                    <a:gd name="connsiteX4" fmla="*/ 5267 w 34005"/>
                    <a:gd name="connsiteY4" fmla="*/ 23495 h 23495"/>
                    <a:gd name="connsiteX5" fmla="*/ 5267 w 34005"/>
                    <a:gd name="connsiteY5" fmla="*/ 12960 h 23495"/>
                    <a:gd name="connsiteX6" fmla="*/ 12556 w 34005"/>
                    <a:gd name="connsiteY6" fmla="*/ 5672 h 23495"/>
                    <a:gd name="connsiteX7" fmla="*/ 29975 w 34005"/>
                    <a:gd name="connsiteY7" fmla="*/ 5672 h 23495"/>
                    <a:gd name="connsiteX8" fmla="*/ 34005 w 34005"/>
                    <a:gd name="connsiteY8" fmla="*/ 5733 h 23495"/>
                    <a:gd name="connsiteX9" fmla="*/ 24708 w 34005"/>
                    <a:gd name="connsiteY9" fmla="*/ 0 h 23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005" h="23495">
                      <a:moveTo>
                        <a:pt x="24708" y="0"/>
                      </a:moveTo>
                      <a:lnTo>
                        <a:pt x="7289" y="0"/>
                      </a:lnTo>
                      <a:cubicBezTo>
                        <a:pt x="3283" y="0"/>
                        <a:pt x="0" y="3283"/>
                        <a:pt x="0" y="7289"/>
                      </a:cubicBezTo>
                      <a:lnTo>
                        <a:pt x="0" y="23495"/>
                      </a:lnTo>
                      <a:lnTo>
                        <a:pt x="5267" y="23495"/>
                      </a:lnTo>
                      <a:lnTo>
                        <a:pt x="5267" y="12960"/>
                      </a:lnTo>
                      <a:cubicBezTo>
                        <a:pt x="5267" y="8955"/>
                        <a:pt x="8550" y="5672"/>
                        <a:pt x="12556" y="5672"/>
                      </a:cubicBezTo>
                      <a:lnTo>
                        <a:pt x="29975" y="5672"/>
                      </a:lnTo>
                      <a:cubicBezTo>
                        <a:pt x="30624" y="5672"/>
                        <a:pt x="33405" y="5561"/>
                        <a:pt x="34005" y="5733"/>
                      </a:cubicBezTo>
                      <a:cubicBezTo>
                        <a:pt x="33368" y="2364"/>
                        <a:pt x="28248" y="0"/>
                        <a:pt x="24708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2" name="Forme libre : forme 721">
                  <a:extLst>
                    <a:ext uri="{FF2B5EF4-FFF2-40B4-BE49-F238E27FC236}">
                      <a16:creationId xmlns:a16="http://schemas.microsoft.com/office/drawing/2014/main" id="{0DB55B41-6F70-9092-416E-5A5380606AF5}"/>
                    </a:ext>
                  </a:extLst>
                </p:cNvPr>
                <p:cNvSpPr/>
                <p:nvPr/>
              </p:nvSpPr>
              <p:spPr>
                <a:xfrm>
                  <a:off x="761429" y="30387"/>
                  <a:ext cx="31873" cy="23495"/>
                </a:xfrm>
                <a:custGeom>
                  <a:avLst/>
                  <a:gdLst>
                    <a:gd name="connsiteX0" fmla="*/ 24708 w 31873"/>
                    <a:gd name="connsiteY0" fmla="*/ 0 h 23495"/>
                    <a:gd name="connsiteX1" fmla="*/ 7289 w 31873"/>
                    <a:gd name="connsiteY1" fmla="*/ 0 h 23495"/>
                    <a:gd name="connsiteX2" fmla="*/ 0 w 31873"/>
                    <a:gd name="connsiteY2" fmla="*/ 7289 h 23495"/>
                    <a:gd name="connsiteX3" fmla="*/ 0 w 31873"/>
                    <a:gd name="connsiteY3" fmla="*/ 23495 h 23495"/>
                    <a:gd name="connsiteX4" fmla="*/ 5267 w 31873"/>
                    <a:gd name="connsiteY4" fmla="*/ 23495 h 23495"/>
                    <a:gd name="connsiteX5" fmla="*/ 5267 w 31873"/>
                    <a:gd name="connsiteY5" fmla="*/ 12960 h 23495"/>
                    <a:gd name="connsiteX6" fmla="*/ 12556 w 31873"/>
                    <a:gd name="connsiteY6" fmla="*/ 5672 h 23495"/>
                    <a:gd name="connsiteX7" fmla="*/ 29975 w 31873"/>
                    <a:gd name="connsiteY7" fmla="*/ 5672 h 23495"/>
                    <a:gd name="connsiteX8" fmla="*/ 31874 w 31873"/>
                    <a:gd name="connsiteY8" fmla="*/ 5929 h 23495"/>
                    <a:gd name="connsiteX9" fmla="*/ 24720 w 31873"/>
                    <a:gd name="connsiteY9" fmla="*/ 0 h 23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873" h="23495">
                      <a:moveTo>
                        <a:pt x="24708" y="0"/>
                      </a:moveTo>
                      <a:lnTo>
                        <a:pt x="7289" y="0"/>
                      </a:lnTo>
                      <a:cubicBezTo>
                        <a:pt x="3283" y="0"/>
                        <a:pt x="0" y="3283"/>
                        <a:pt x="0" y="7289"/>
                      </a:cubicBezTo>
                      <a:lnTo>
                        <a:pt x="0" y="23495"/>
                      </a:lnTo>
                      <a:lnTo>
                        <a:pt x="5267" y="23495"/>
                      </a:lnTo>
                      <a:lnTo>
                        <a:pt x="5267" y="12960"/>
                      </a:lnTo>
                      <a:cubicBezTo>
                        <a:pt x="5267" y="8955"/>
                        <a:pt x="8550" y="5672"/>
                        <a:pt x="12556" y="5672"/>
                      </a:cubicBezTo>
                      <a:lnTo>
                        <a:pt x="29975" y="5672"/>
                      </a:lnTo>
                      <a:cubicBezTo>
                        <a:pt x="30624" y="5672"/>
                        <a:pt x="31261" y="5770"/>
                        <a:pt x="31874" y="5929"/>
                      </a:cubicBezTo>
                      <a:cubicBezTo>
                        <a:pt x="31237" y="2560"/>
                        <a:pt x="28260" y="0"/>
                        <a:pt x="24720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3" name="Forme libre : forme 722">
                  <a:extLst>
                    <a:ext uri="{FF2B5EF4-FFF2-40B4-BE49-F238E27FC236}">
                      <a16:creationId xmlns:a16="http://schemas.microsoft.com/office/drawing/2014/main" id="{70DFB764-FEA4-B952-2DC9-C7682775F761}"/>
                    </a:ext>
                  </a:extLst>
                </p:cNvPr>
                <p:cNvSpPr/>
                <p:nvPr/>
              </p:nvSpPr>
              <p:spPr>
                <a:xfrm>
                  <a:off x="789554" y="30387"/>
                  <a:ext cx="31873" cy="23495"/>
                </a:xfrm>
                <a:custGeom>
                  <a:avLst/>
                  <a:gdLst>
                    <a:gd name="connsiteX0" fmla="*/ 24708 w 31873"/>
                    <a:gd name="connsiteY0" fmla="*/ 0 h 23495"/>
                    <a:gd name="connsiteX1" fmla="*/ 7289 w 31873"/>
                    <a:gd name="connsiteY1" fmla="*/ 0 h 23495"/>
                    <a:gd name="connsiteX2" fmla="*/ 0 w 31873"/>
                    <a:gd name="connsiteY2" fmla="*/ 7289 h 23495"/>
                    <a:gd name="connsiteX3" fmla="*/ 0 w 31873"/>
                    <a:gd name="connsiteY3" fmla="*/ 23495 h 23495"/>
                    <a:gd name="connsiteX4" fmla="*/ 5267 w 31873"/>
                    <a:gd name="connsiteY4" fmla="*/ 23495 h 23495"/>
                    <a:gd name="connsiteX5" fmla="*/ 5267 w 31873"/>
                    <a:gd name="connsiteY5" fmla="*/ 12960 h 23495"/>
                    <a:gd name="connsiteX6" fmla="*/ 12556 w 31873"/>
                    <a:gd name="connsiteY6" fmla="*/ 5672 h 23495"/>
                    <a:gd name="connsiteX7" fmla="*/ 29975 w 31873"/>
                    <a:gd name="connsiteY7" fmla="*/ 5672 h 23495"/>
                    <a:gd name="connsiteX8" fmla="*/ 31874 w 31873"/>
                    <a:gd name="connsiteY8" fmla="*/ 5929 h 23495"/>
                    <a:gd name="connsiteX9" fmla="*/ 24720 w 31873"/>
                    <a:gd name="connsiteY9" fmla="*/ 0 h 23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873" h="23495">
                      <a:moveTo>
                        <a:pt x="24708" y="0"/>
                      </a:moveTo>
                      <a:lnTo>
                        <a:pt x="7289" y="0"/>
                      </a:lnTo>
                      <a:cubicBezTo>
                        <a:pt x="3283" y="0"/>
                        <a:pt x="0" y="3283"/>
                        <a:pt x="0" y="7289"/>
                      </a:cubicBezTo>
                      <a:lnTo>
                        <a:pt x="0" y="23495"/>
                      </a:lnTo>
                      <a:lnTo>
                        <a:pt x="5267" y="23495"/>
                      </a:lnTo>
                      <a:lnTo>
                        <a:pt x="5267" y="12960"/>
                      </a:lnTo>
                      <a:cubicBezTo>
                        <a:pt x="5267" y="8955"/>
                        <a:pt x="8550" y="5672"/>
                        <a:pt x="12556" y="5672"/>
                      </a:cubicBezTo>
                      <a:lnTo>
                        <a:pt x="29975" y="5672"/>
                      </a:lnTo>
                      <a:cubicBezTo>
                        <a:pt x="30624" y="5672"/>
                        <a:pt x="31261" y="5770"/>
                        <a:pt x="31874" y="5929"/>
                      </a:cubicBezTo>
                      <a:cubicBezTo>
                        <a:pt x="31237" y="2560"/>
                        <a:pt x="28260" y="0"/>
                        <a:pt x="24720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4" name="Forme libre : forme 723">
                  <a:extLst>
                    <a:ext uri="{FF2B5EF4-FFF2-40B4-BE49-F238E27FC236}">
                      <a16:creationId xmlns:a16="http://schemas.microsoft.com/office/drawing/2014/main" id="{C75D72AC-7944-0AD7-590F-EFBFA1C5CDD7}"/>
                    </a:ext>
                  </a:extLst>
                </p:cNvPr>
                <p:cNvSpPr/>
                <p:nvPr/>
              </p:nvSpPr>
              <p:spPr>
                <a:xfrm>
                  <a:off x="818537" y="30387"/>
                  <a:ext cx="31873" cy="23495"/>
                </a:xfrm>
                <a:custGeom>
                  <a:avLst/>
                  <a:gdLst>
                    <a:gd name="connsiteX0" fmla="*/ 24708 w 31873"/>
                    <a:gd name="connsiteY0" fmla="*/ 0 h 23495"/>
                    <a:gd name="connsiteX1" fmla="*/ 7289 w 31873"/>
                    <a:gd name="connsiteY1" fmla="*/ 0 h 23495"/>
                    <a:gd name="connsiteX2" fmla="*/ 0 w 31873"/>
                    <a:gd name="connsiteY2" fmla="*/ 7289 h 23495"/>
                    <a:gd name="connsiteX3" fmla="*/ 0 w 31873"/>
                    <a:gd name="connsiteY3" fmla="*/ 23495 h 23495"/>
                    <a:gd name="connsiteX4" fmla="*/ 5267 w 31873"/>
                    <a:gd name="connsiteY4" fmla="*/ 23495 h 23495"/>
                    <a:gd name="connsiteX5" fmla="*/ 5267 w 31873"/>
                    <a:gd name="connsiteY5" fmla="*/ 12960 h 23495"/>
                    <a:gd name="connsiteX6" fmla="*/ 12556 w 31873"/>
                    <a:gd name="connsiteY6" fmla="*/ 5672 h 23495"/>
                    <a:gd name="connsiteX7" fmla="*/ 29975 w 31873"/>
                    <a:gd name="connsiteY7" fmla="*/ 5672 h 23495"/>
                    <a:gd name="connsiteX8" fmla="*/ 31874 w 31873"/>
                    <a:gd name="connsiteY8" fmla="*/ 5929 h 23495"/>
                    <a:gd name="connsiteX9" fmla="*/ 24720 w 31873"/>
                    <a:gd name="connsiteY9" fmla="*/ 0 h 23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873" h="23495">
                      <a:moveTo>
                        <a:pt x="24708" y="0"/>
                      </a:moveTo>
                      <a:lnTo>
                        <a:pt x="7289" y="0"/>
                      </a:lnTo>
                      <a:cubicBezTo>
                        <a:pt x="3283" y="0"/>
                        <a:pt x="0" y="3283"/>
                        <a:pt x="0" y="7289"/>
                      </a:cubicBezTo>
                      <a:lnTo>
                        <a:pt x="0" y="23495"/>
                      </a:lnTo>
                      <a:lnTo>
                        <a:pt x="5267" y="23495"/>
                      </a:lnTo>
                      <a:lnTo>
                        <a:pt x="5267" y="12960"/>
                      </a:lnTo>
                      <a:cubicBezTo>
                        <a:pt x="5267" y="8955"/>
                        <a:pt x="8550" y="5672"/>
                        <a:pt x="12556" y="5672"/>
                      </a:cubicBezTo>
                      <a:lnTo>
                        <a:pt x="29975" y="5672"/>
                      </a:lnTo>
                      <a:cubicBezTo>
                        <a:pt x="30624" y="5672"/>
                        <a:pt x="31261" y="5770"/>
                        <a:pt x="31874" y="5929"/>
                      </a:cubicBezTo>
                      <a:cubicBezTo>
                        <a:pt x="31237" y="2560"/>
                        <a:pt x="28260" y="0"/>
                        <a:pt x="24720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5" name="Forme libre : forme 724">
                  <a:extLst>
                    <a:ext uri="{FF2B5EF4-FFF2-40B4-BE49-F238E27FC236}">
                      <a16:creationId xmlns:a16="http://schemas.microsoft.com/office/drawing/2014/main" id="{A934AAAF-4B4F-9517-065B-29977A4AF7A8}"/>
                    </a:ext>
                  </a:extLst>
                </p:cNvPr>
                <p:cNvSpPr/>
                <p:nvPr/>
              </p:nvSpPr>
              <p:spPr>
                <a:xfrm>
                  <a:off x="845315" y="30387"/>
                  <a:ext cx="31873" cy="23495"/>
                </a:xfrm>
                <a:custGeom>
                  <a:avLst/>
                  <a:gdLst>
                    <a:gd name="connsiteX0" fmla="*/ 24708 w 31873"/>
                    <a:gd name="connsiteY0" fmla="*/ 0 h 23495"/>
                    <a:gd name="connsiteX1" fmla="*/ 7289 w 31873"/>
                    <a:gd name="connsiteY1" fmla="*/ 0 h 23495"/>
                    <a:gd name="connsiteX2" fmla="*/ 0 w 31873"/>
                    <a:gd name="connsiteY2" fmla="*/ 7289 h 23495"/>
                    <a:gd name="connsiteX3" fmla="*/ 0 w 31873"/>
                    <a:gd name="connsiteY3" fmla="*/ 23495 h 23495"/>
                    <a:gd name="connsiteX4" fmla="*/ 5267 w 31873"/>
                    <a:gd name="connsiteY4" fmla="*/ 23495 h 23495"/>
                    <a:gd name="connsiteX5" fmla="*/ 5267 w 31873"/>
                    <a:gd name="connsiteY5" fmla="*/ 12960 h 23495"/>
                    <a:gd name="connsiteX6" fmla="*/ 12556 w 31873"/>
                    <a:gd name="connsiteY6" fmla="*/ 5672 h 23495"/>
                    <a:gd name="connsiteX7" fmla="*/ 29975 w 31873"/>
                    <a:gd name="connsiteY7" fmla="*/ 5672 h 23495"/>
                    <a:gd name="connsiteX8" fmla="*/ 31874 w 31873"/>
                    <a:gd name="connsiteY8" fmla="*/ 5929 h 23495"/>
                    <a:gd name="connsiteX9" fmla="*/ 24720 w 31873"/>
                    <a:gd name="connsiteY9" fmla="*/ 0 h 23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873" h="23495">
                      <a:moveTo>
                        <a:pt x="24708" y="0"/>
                      </a:moveTo>
                      <a:lnTo>
                        <a:pt x="7289" y="0"/>
                      </a:lnTo>
                      <a:cubicBezTo>
                        <a:pt x="3283" y="0"/>
                        <a:pt x="0" y="3283"/>
                        <a:pt x="0" y="7289"/>
                      </a:cubicBezTo>
                      <a:lnTo>
                        <a:pt x="0" y="23495"/>
                      </a:lnTo>
                      <a:lnTo>
                        <a:pt x="5267" y="23495"/>
                      </a:lnTo>
                      <a:lnTo>
                        <a:pt x="5267" y="12960"/>
                      </a:lnTo>
                      <a:cubicBezTo>
                        <a:pt x="5267" y="8955"/>
                        <a:pt x="8550" y="5672"/>
                        <a:pt x="12556" y="5672"/>
                      </a:cubicBezTo>
                      <a:lnTo>
                        <a:pt x="29975" y="5672"/>
                      </a:lnTo>
                      <a:cubicBezTo>
                        <a:pt x="30624" y="5672"/>
                        <a:pt x="31261" y="5770"/>
                        <a:pt x="31874" y="5929"/>
                      </a:cubicBezTo>
                      <a:cubicBezTo>
                        <a:pt x="31237" y="2560"/>
                        <a:pt x="28260" y="0"/>
                        <a:pt x="24720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6" name="Forme libre : forme 725">
                  <a:extLst>
                    <a:ext uri="{FF2B5EF4-FFF2-40B4-BE49-F238E27FC236}">
                      <a16:creationId xmlns:a16="http://schemas.microsoft.com/office/drawing/2014/main" id="{F97BEAE4-60CD-D415-68A1-212E464ABABD}"/>
                    </a:ext>
                  </a:extLst>
                </p:cNvPr>
                <p:cNvSpPr/>
                <p:nvPr/>
              </p:nvSpPr>
              <p:spPr>
                <a:xfrm>
                  <a:off x="874298" y="30387"/>
                  <a:ext cx="31873" cy="23495"/>
                </a:xfrm>
                <a:custGeom>
                  <a:avLst/>
                  <a:gdLst>
                    <a:gd name="connsiteX0" fmla="*/ 24708 w 31873"/>
                    <a:gd name="connsiteY0" fmla="*/ 0 h 23495"/>
                    <a:gd name="connsiteX1" fmla="*/ 7289 w 31873"/>
                    <a:gd name="connsiteY1" fmla="*/ 0 h 23495"/>
                    <a:gd name="connsiteX2" fmla="*/ 0 w 31873"/>
                    <a:gd name="connsiteY2" fmla="*/ 7289 h 23495"/>
                    <a:gd name="connsiteX3" fmla="*/ 0 w 31873"/>
                    <a:gd name="connsiteY3" fmla="*/ 23495 h 23495"/>
                    <a:gd name="connsiteX4" fmla="*/ 5267 w 31873"/>
                    <a:gd name="connsiteY4" fmla="*/ 23495 h 23495"/>
                    <a:gd name="connsiteX5" fmla="*/ 5267 w 31873"/>
                    <a:gd name="connsiteY5" fmla="*/ 12960 h 23495"/>
                    <a:gd name="connsiteX6" fmla="*/ 12556 w 31873"/>
                    <a:gd name="connsiteY6" fmla="*/ 5672 h 23495"/>
                    <a:gd name="connsiteX7" fmla="*/ 29975 w 31873"/>
                    <a:gd name="connsiteY7" fmla="*/ 5672 h 23495"/>
                    <a:gd name="connsiteX8" fmla="*/ 31874 w 31873"/>
                    <a:gd name="connsiteY8" fmla="*/ 5929 h 23495"/>
                    <a:gd name="connsiteX9" fmla="*/ 24720 w 31873"/>
                    <a:gd name="connsiteY9" fmla="*/ 0 h 23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873" h="23495">
                      <a:moveTo>
                        <a:pt x="24708" y="0"/>
                      </a:moveTo>
                      <a:lnTo>
                        <a:pt x="7289" y="0"/>
                      </a:lnTo>
                      <a:cubicBezTo>
                        <a:pt x="3283" y="0"/>
                        <a:pt x="0" y="3283"/>
                        <a:pt x="0" y="7289"/>
                      </a:cubicBezTo>
                      <a:lnTo>
                        <a:pt x="0" y="23495"/>
                      </a:lnTo>
                      <a:lnTo>
                        <a:pt x="5267" y="23495"/>
                      </a:lnTo>
                      <a:lnTo>
                        <a:pt x="5267" y="12960"/>
                      </a:lnTo>
                      <a:cubicBezTo>
                        <a:pt x="5267" y="8955"/>
                        <a:pt x="8550" y="5672"/>
                        <a:pt x="12556" y="5672"/>
                      </a:cubicBezTo>
                      <a:lnTo>
                        <a:pt x="29975" y="5672"/>
                      </a:lnTo>
                      <a:cubicBezTo>
                        <a:pt x="30624" y="5672"/>
                        <a:pt x="31261" y="5770"/>
                        <a:pt x="31874" y="5929"/>
                      </a:cubicBezTo>
                      <a:cubicBezTo>
                        <a:pt x="31237" y="2560"/>
                        <a:pt x="28260" y="0"/>
                        <a:pt x="24720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7" name="Forme libre : forme 726">
                  <a:extLst>
                    <a:ext uri="{FF2B5EF4-FFF2-40B4-BE49-F238E27FC236}">
                      <a16:creationId xmlns:a16="http://schemas.microsoft.com/office/drawing/2014/main" id="{EFD023EF-95C9-8C72-59C0-958F53F6F641}"/>
                    </a:ext>
                  </a:extLst>
                </p:cNvPr>
                <p:cNvSpPr/>
                <p:nvPr/>
              </p:nvSpPr>
              <p:spPr>
                <a:xfrm>
                  <a:off x="902423" y="30387"/>
                  <a:ext cx="31873" cy="23495"/>
                </a:xfrm>
                <a:custGeom>
                  <a:avLst/>
                  <a:gdLst>
                    <a:gd name="connsiteX0" fmla="*/ 24708 w 31873"/>
                    <a:gd name="connsiteY0" fmla="*/ 0 h 23495"/>
                    <a:gd name="connsiteX1" fmla="*/ 7289 w 31873"/>
                    <a:gd name="connsiteY1" fmla="*/ 0 h 23495"/>
                    <a:gd name="connsiteX2" fmla="*/ 0 w 31873"/>
                    <a:gd name="connsiteY2" fmla="*/ 7289 h 23495"/>
                    <a:gd name="connsiteX3" fmla="*/ 0 w 31873"/>
                    <a:gd name="connsiteY3" fmla="*/ 23495 h 23495"/>
                    <a:gd name="connsiteX4" fmla="*/ 5267 w 31873"/>
                    <a:gd name="connsiteY4" fmla="*/ 23495 h 23495"/>
                    <a:gd name="connsiteX5" fmla="*/ 5267 w 31873"/>
                    <a:gd name="connsiteY5" fmla="*/ 12960 h 23495"/>
                    <a:gd name="connsiteX6" fmla="*/ 12556 w 31873"/>
                    <a:gd name="connsiteY6" fmla="*/ 5672 h 23495"/>
                    <a:gd name="connsiteX7" fmla="*/ 29975 w 31873"/>
                    <a:gd name="connsiteY7" fmla="*/ 5672 h 23495"/>
                    <a:gd name="connsiteX8" fmla="*/ 31874 w 31873"/>
                    <a:gd name="connsiteY8" fmla="*/ 5929 h 23495"/>
                    <a:gd name="connsiteX9" fmla="*/ 24720 w 31873"/>
                    <a:gd name="connsiteY9" fmla="*/ 0 h 23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873" h="23495">
                      <a:moveTo>
                        <a:pt x="24708" y="0"/>
                      </a:moveTo>
                      <a:lnTo>
                        <a:pt x="7289" y="0"/>
                      </a:lnTo>
                      <a:cubicBezTo>
                        <a:pt x="3283" y="0"/>
                        <a:pt x="0" y="3283"/>
                        <a:pt x="0" y="7289"/>
                      </a:cubicBezTo>
                      <a:lnTo>
                        <a:pt x="0" y="23495"/>
                      </a:lnTo>
                      <a:lnTo>
                        <a:pt x="5267" y="23495"/>
                      </a:lnTo>
                      <a:lnTo>
                        <a:pt x="5267" y="12960"/>
                      </a:lnTo>
                      <a:cubicBezTo>
                        <a:pt x="5267" y="8955"/>
                        <a:pt x="8550" y="5672"/>
                        <a:pt x="12556" y="5672"/>
                      </a:cubicBezTo>
                      <a:lnTo>
                        <a:pt x="29975" y="5672"/>
                      </a:lnTo>
                      <a:cubicBezTo>
                        <a:pt x="30624" y="5672"/>
                        <a:pt x="31261" y="5770"/>
                        <a:pt x="31874" y="5929"/>
                      </a:cubicBezTo>
                      <a:cubicBezTo>
                        <a:pt x="31237" y="2560"/>
                        <a:pt x="28260" y="0"/>
                        <a:pt x="24720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8" name="Forme libre : forme 727">
                  <a:extLst>
                    <a:ext uri="{FF2B5EF4-FFF2-40B4-BE49-F238E27FC236}">
                      <a16:creationId xmlns:a16="http://schemas.microsoft.com/office/drawing/2014/main" id="{B7709E9D-A6FF-1645-C5E8-6312F9216C79}"/>
                    </a:ext>
                  </a:extLst>
                </p:cNvPr>
                <p:cNvSpPr/>
                <p:nvPr/>
              </p:nvSpPr>
              <p:spPr>
                <a:xfrm>
                  <a:off x="933832" y="30387"/>
                  <a:ext cx="31873" cy="23495"/>
                </a:xfrm>
                <a:custGeom>
                  <a:avLst/>
                  <a:gdLst>
                    <a:gd name="connsiteX0" fmla="*/ 24708 w 31873"/>
                    <a:gd name="connsiteY0" fmla="*/ 0 h 23495"/>
                    <a:gd name="connsiteX1" fmla="*/ 7289 w 31873"/>
                    <a:gd name="connsiteY1" fmla="*/ 0 h 23495"/>
                    <a:gd name="connsiteX2" fmla="*/ 0 w 31873"/>
                    <a:gd name="connsiteY2" fmla="*/ 7289 h 23495"/>
                    <a:gd name="connsiteX3" fmla="*/ 0 w 31873"/>
                    <a:gd name="connsiteY3" fmla="*/ 23495 h 23495"/>
                    <a:gd name="connsiteX4" fmla="*/ 5267 w 31873"/>
                    <a:gd name="connsiteY4" fmla="*/ 23495 h 23495"/>
                    <a:gd name="connsiteX5" fmla="*/ 5267 w 31873"/>
                    <a:gd name="connsiteY5" fmla="*/ 12960 h 23495"/>
                    <a:gd name="connsiteX6" fmla="*/ 12556 w 31873"/>
                    <a:gd name="connsiteY6" fmla="*/ 5672 h 23495"/>
                    <a:gd name="connsiteX7" fmla="*/ 29975 w 31873"/>
                    <a:gd name="connsiteY7" fmla="*/ 5672 h 23495"/>
                    <a:gd name="connsiteX8" fmla="*/ 31874 w 31873"/>
                    <a:gd name="connsiteY8" fmla="*/ 5929 h 23495"/>
                    <a:gd name="connsiteX9" fmla="*/ 24720 w 31873"/>
                    <a:gd name="connsiteY9" fmla="*/ 0 h 23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873" h="23495">
                      <a:moveTo>
                        <a:pt x="24708" y="0"/>
                      </a:moveTo>
                      <a:lnTo>
                        <a:pt x="7289" y="0"/>
                      </a:lnTo>
                      <a:cubicBezTo>
                        <a:pt x="3283" y="0"/>
                        <a:pt x="0" y="3283"/>
                        <a:pt x="0" y="7289"/>
                      </a:cubicBezTo>
                      <a:lnTo>
                        <a:pt x="0" y="23495"/>
                      </a:lnTo>
                      <a:lnTo>
                        <a:pt x="5267" y="23495"/>
                      </a:lnTo>
                      <a:lnTo>
                        <a:pt x="5267" y="12960"/>
                      </a:lnTo>
                      <a:cubicBezTo>
                        <a:pt x="5267" y="8955"/>
                        <a:pt x="8550" y="5672"/>
                        <a:pt x="12556" y="5672"/>
                      </a:cubicBezTo>
                      <a:lnTo>
                        <a:pt x="29975" y="5672"/>
                      </a:lnTo>
                      <a:cubicBezTo>
                        <a:pt x="30624" y="5672"/>
                        <a:pt x="31261" y="5770"/>
                        <a:pt x="31874" y="5929"/>
                      </a:cubicBezTo>
                      <a:cubicBezTo>
                        <a:pt x="31237" y="2560"/>
                        <a:pt x="28260" y="0"/>
                        <a:pt x="24720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9" name="Forme libre : forme 728">
                  <a:extLst>
                    <a:ext uri="{FF2B5EF4-FFF2-40B4-BE49-F238E27FC236}">
                      <a16:creationId xmlns:a16="http://schemas.microsoft.com/office/drawing/2014/main" id="{9E6AA0AF-4B01-3FFC-44E1-EC076D8E9A83}"/>
                    </a:ext>
                  </a:extLst>
                </p:cNvPr>
                <p:cNvSpPr/>
                <p:nvPr/>
              </p:nvSpPr>
              <p:spPr>
                <a:xfrm>
                  <a:off x="960916" y="30130"/>
                  <a:ext cx="31873" cy="23494"/>
                </a:xfrm>
                <a:custGeom>
                  <a:avLst/>
                  <a:gdLst>
                    <a:gd name="connsiteX0" fmla="*/ 24708 w 31873"/>
                    <a:gd name="connsiteY0" fmla="*/ 0 h 23494"/>
                    <a:gd name="connsiteX1" fmla="*/ 7289 w 31873"/>
                    <a:gd name="connsiteY1" fmla="*/ 0 h 23494"/>
                    <a:gd name="connsiteX2" fmla="*/ 0 w 31873"/>
                    <a:gd name="connsiteY2" fmla="*/ 7289 h 23494"/>
                    <a:gd name="connsiteX3" fmla="*/ 0 w 31873"/>
                    <a:gd name="connsiteY3" fmla="*/ 23495 h 23494"/>
                    <a:gd name="connsiteX4" fmla="*/ 5267 w 31873"/>
                    <a:gd name="connsiteY4" fmla="*/ 23495 h 23494"/>
                    <a:gd name="connsiteX5" fmla="*/ 5267 w 31873"/>
                    <a:gd name="connsiteY5" fmla="*/ 12960 h 23494"/>
                    <a:gd name="connsiteX6" fmla="*/ 12556 w 31873"/>
                    <a:gd name="connsiteY6" fmla="*/ 5672 h 23494"/>
                    <a:gd name="connsiteX7" fmla="*/ 29975 w 31873"/>
                    <a:gd name="connsiteY7" fmla="*/ 5672 h 23494"/>
                    <a:gd name="connsiteX8" fmla="*/ 31874 w 31873"/>
                    <a:gd name="connsiteY8" fmla="*/ 5929 h 23494"/>
                    <a:gd name="connsiteX9" fmla="*/ 24720 w 31873"/>
                    <a:gd name="connsiteY9" fmla="*/ 0 h 23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873" h="23494">
                      <a:moveTo>
                        <a:pt x="24708" y="0"/>
                      </a:moveTo>
                      <a:lnTo>
                        <a:pt x="7289" y="0"/>
                      </a:lnTo>
                      <a:cubicBezTo>
                        <a:pt x="3283" y="0"/>
                        <a:pt x="0" y="3283"/>
                        <a:pt x="0" y="7289"/>
                      </a:cubicBezTo>
                      <a:lnTo>
                        <a:pt x="0" y="23495"/>
                      </a:lnTo>
                      <a:lnTo>
                        <a:pt x="5267" y="23495"/>
                      </a:lnTo>
                      <a:lnTo>
                        <a:pt x="5267" y="12960"/>
                      </a:lnTo>
                      <a:cubicBezTo>
                        <a:pt x="5267" y="8955"/>
                        <a:pt x="8550" y="5672"/>
                        <a:pt x="12556" y="5672"/>
                      </a:cubicBezTo>
                      <a:lnTo>
                        <a:pt x="29975" y="5672"/>
                      </a:lnTo>
                      <a:cubicBezTo>
                        <a:pt x="30624" y="5672"/>
                        <a:pt x="31261" y="5770"/>
                        <a:pt x="31874" y="5929"/>
                      </a:cubicBezTo>
                      <a:cubicBezTo>
                        <a:pt x="31237" y="2560"/>
                        <a:pt x="28260" y="0"/>
                        <a:pt x="24720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0" name="Forme libre : forme 729">
                  <a:extLst>
                    <a:ext uri="{FF2B5EF4-FFF2-40B4-BE49-F238E27FC236}">
                      <a16:creationId xmlns:a16="http://schemas.microsoft.com/office/drawing/2014/main" id="{D9B205BD-387E-D492-B626-890BC6204EB0}"/>
                    </a:ext>
                  </a:extLst>
                </p:cNvPr>
                <p:cNvSpPr/>
                <p:nvPr/>
              </p:nvSpPr>
              <p:spPr>
                <a:xfrm>
                  <a:off x="989041" y="30130"/>
                  <a:ext cx="31873" cy="23494"/>
                </a:xfrm>
                <a:custGeom>
                  <a:avLst/>
                  <a:gdLst>
                    <a:gd name="connsiteX0" fmla="*/ 24708 w 31873"/>
                    <a:gd name="connsiteY0" fmla="*/ 0 h 23494"/>
                    <a:gd name="connsiteX1" fmla="*/ 7289 w 31873"/>
                    <a:gd name="connsiteY1" fmla="*/ 0 h 23494"/>
                    <a:gd name="connsiteX2" fmla="*/ 0 w 31873"/>
                    <a:gd name="connsiteY2" fmla="*/ 7289 h 23494"/>
                    <a:gd name="connsiteX3" fmla="*/ 0 w 31873"/>
                    <a:gd name="connsiteY3" fmla="*/ 23495 h 23494"/>
                    <a:gd name="connsiteX4" fmla="*/ 5267 w 31873"/>
                    <a:gd name="connsiteY4" fmla="*/ 23495 h 23494"/>
                    <a:gd name="connsiteX5" fmla="*/ 5267 w 31873"/>
                    <a:gd name="connsiteY5" fmla="*/ 12960 h 23494"/>
                    <a:gd name="connsiteX6" fmla="*/ 12556 w 31873"/>
                    <a:gd name="connsiteY6" fmla="*/ 5672 h 23494"/>
                    <a:gd name="connsiteX7" fmla="*/ 29975 w 31873"/>
                    <a:gd name="connsiteY7" fmla="*/ 5672 h 23494"/>
                    <a:gd name="connsiteX8" fmla="*/ 31874 w 31873"/>
                    <a:gd name="connsiteY8" fmla="*/ 5929 h 23494"/>
                    <a:gd name="connsiteX9" fmla="*/ 24720 w 31873"/>
                    <a:gd name="connsiteY9" fmla="*/ 0 h 23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873" h="23494">
                      <a:moveTo>
                        <a:pt x="24708" y="0"/>
                      </a:moveTo>
                      <a:lnTo>
                        <a:pt x="7289" y="0"/>
                      </a:lnTo>
                      <a:cubicBezTo>
                        <a:pt x="3283" y="0"/>
                        <a:pt x="0" y="3283"/>
                        <a:pt x="0" y="7289"/>
                      </a:cubicBezTo>
                      <a:lnTo>
                        <a:pt x="0" y="23495"/>
                      </a:lnTo>
                      <a:lnTo>
                        <a:pt x="5267" y="23495"/>
                      </a:lnTo>
                      <a:lnTo>
                        <a:pt x="5267" y="12960"/>
                      </a:lnTo>
                      <a:cubicBezTo>
                        <a:pt x="5267" y="8955"/>
                        <a:pt x="8550" y="5672"/>
                        <a:pt x="12556" y="5672"/>
                      </a:cubicBezTo>
                      <a:lnTo>
                        <a:pt x="29975" y="5672"/>
                      </a:lnTo>
                      <a:cubicBezTo>
                        <a:pt x="30624" y="5672"/>
                        <a:pt x="31261" y="5770"/>
                        <a:pt x="31874" y="5929"/>
                      </a:cubicBezTo>
                      <a:cubicBezTo>
                        <a:pt x="31237" y="2560"/>
                        <a:pt x="28260" y="0"/>
                        <a:pt x="24720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1" name="Forme libre : forme 730">
                  <a:extLst>
                    <a:ext uri="{FF2B5EF4-FFF2-40B4-BE49-F238E27FC236}">
                      <a16:creationId xmlns:a16="http://schemas.microsoft.com/office/drawing/2014/main" id="{C1D4A52C-E467-D885-34EB-D8D7A5FEBF39}"/>
                    </a:ext>
                  </a:extLst>
                </p:cNvPr>
                <p:cNvSpPr/>
                <p:nvPr/>
              </p:nvSpPr>
              <p:spPr>
                <a:xfrm>
                  <a:off x="1044753" y="30791"/>
                  <a:ext cx="31873" cy="23494"/>
                </a:xfrm>
                <a:custGeom>
                  <a:avLst/>
                  <a:gdLst>
                    <a:gd name="connsiteX0" fmla="*/ 24708 w 31873"/>
                    <a:gd name="connsiteY0" fmla="*/ 0 h 23494"/>
                    <a:gd name="connsiteX1" fmla="*/ 7289 w 31873"/>
                    <a:gd name="connsiteY1" fmla="*/ 0 h 23494"/>
                    <a:gd name="connsiteX2" fmla="*/ 0 w 31873"/>
                    <a:gd name="connsiteY2" fmla="*/ 7289 h 23494"/>
                    <a:gd name="connsiteX3" fmla="*/ 0 w 31873"/>
                    <a:gd name="connsiteY3" fmla="*/ 23495 h 23494"/>
                    <a:gd name="connsiteX4" fmla="*/ 5267 w 31873"/>
                    <a:gd name="connsiteY4" fmla="*/ 23495 h 23494"/>
                    <a:gd name="connsiteX5" fmla="*/ 5267 w 31873"/>
                    <a:gd name="connsiteY5" fmla="*/ 12960 h 23494"/>
                    <a:gd name="connsiteX6" fmla="*/ 12556 w 31873"/>
                    <a:gd name="connsiteY6" fmla="*/ 5672 h 23494"/>
                    <a:gd name="connsiteX7" fmla="*/ 29975 w 31873"/>
                    <a:gd name="connsiteY7" fmla="*/ 5672 h 23494"/>
                    <a:gd name="connsiteX8" fmla="*/ 31874 w 31873"/>
                    <a:gd name="connsiteY8" fmla="*/ 5929 h 23494"/>
                    <a:gd name="connsiteX9" fmla="*/ 24720 w 31873"/>
                    <a:gd name="connsiteY9" fmla="*/ 0 h 23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873" h="23494">
                      <a:moveTo>
                        <a:pt x="24708" y="0"/>
                      </a:moveTo>
                      <a:lnTo>
                        <a:pt x="7289" y="0"/>
                      </a:lnTo>
                      <a:cubicBezTo>
                        <a:pt x="3283" y="0"/>
                        <a:pt x="0" y="3283"/>
                        <a:pt x="0" y="7289"/>
                      </a:cubicBezTo>
                      <a:lnTo>
                        <a:pt x="0" y="23495"/>
                      </a:lnTo>
                      <a:lnTo>
                        <a:pt x="5267" y="23495"/>
                      </a:lnTo>
                      <a:lnTo>
                        <a:pt x="5267" y="12960"/>
                      </a:lnTo>
                      <a:cubicBezTo>
                        <a:pt x="5267" y="8955"/>
                        <a:pt x="8550" y="5672"/>
                        <a:pt x="12556" y="5672"/>
                      </a:cubicBezTo>
                      <a:lnTo>
                        <a:pt x="29975" y="5672"/>
                      </a:lnTo>
                      <a:cubicBezTo>
                        <a:pt x="30624" y="5672"/>
                        <a:pt x="31261" y="5770"/>
                        <a:pt x="31874" y="5929"/>
                      </a:cubicBezTo>
                      <a:cubicBezTo>
                        <a:pt x="31237" y="2560"/>
                        <a:pt x="28260" y="0"/>
                        <a:pt x="24720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2" name="Forme libre : forme 731">
                  <a:extLst>
                    <a:ext uri="{FF2B5EF4-FFF2-40B4-BE49-F238E27FC236}">
                      <a16:creationId xmlns:a16="http://schemas.microsoft.com/office/drawing/2014/main" id="{6BB71C39-B10B-4AB3-0B9B-834E93BE2AD2}"/>
                    </a:ext>
                  </a:extLst>
                </p:cNvPr>
                <p:cNvSpPr/>
                <p:nvPr/>
              </p:nvSpPr>
              <p:spPr>
                <a:xfrm>
                  <a:off x="1020450" y="30130"/>
                  <a:ext cx="31873" cy="23494"/>
                </a:xfrm>
                <a:custGeom>
                  <a:avLst/>
                  <a:gdLst>
                    <a:gd name="connsiteX0" fmla="*/ 24708 w 31873"/>
                    <a:gd name="connsiteY0" fmla="*/ 0 h 23494"/>
                    <a:gd name="connsiteX1" fmla="*/ 7289 w 31873"/>
                    <a:gd name="connsiteY1" fmla="*/ 0 h 23494"/>
                    <a:gd name="connsiteX2" fmla="*/ 0 w 31873"/>
                    <a:gd name="connsiteY2" fmla="*/ 7289 h 23494"/>
                    <a:gd name="connsiteX3" fmla="*/ 0 w 31873"/>
                    <a:gd name="connsiteY3" fmla="*/ 23495 h 23494"/>
                    <a:gd name="connsiteX4" fmla="*/ 5267 w 31873"/>
                    <a:gd name="connsiteY4" fmla="*/ 23495 h 23494"/>
                    <a:gd name="connsiteX5" fmla="*/ 5267 w 31873"/>
                    <a:gd name="connsiteY5" fmla="*/ 12960 h 23494"/>
                    <a:gd name="connsiteX6" fmla="*/ 12556 w 31873"/>
                    <a:gd name="connsiteY6" fmla="*/ 5672 h 23494"/>
                    <a:gd name="connsiteX7" fmla="*/ 29975 w 31873"/>
                    <a:gd name="connsiteY7" fmla="*/ 5672 h 23494"/>
                    <a:gd name="connsiteX8" fmla="*/ 31874 w 31873"/>
                    <a:gd name="connsiteY8" fmla="*/ 5929 h 23494"/>
                    <a:gd name="connsiteX9" fmla="*/ 24720 w 31873"/>
                    <a:gd name="connsiteY9" fmla="*/ 0 h 23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873" h="23494">
                      <a:moveTo>
                        <a:pt x="24708" y="0"/>
                      </a:moveTo>
                      <a:lnTo>
                        <a:pt x="7289" y="0"/>
                      </a:lnTo>
                      <a:cubicBezTo>
                        <a:pt x="3283" y="0"/>
                        <a:pt x="0" y="3283"/>
                        <a:pt x="0" y="7289"/>
                      </a:cubicBezTo>
                      <a:lnTo>
                        <a:pt x="0" y="23495"/>
                      </a:lnTo>
                      <a:lnTo>
                        <a:pt x="5267" y="23495"/>
                      </a:lnTo>
                      <a:lnTo>
                        <a:pt x="5267" y="12960"/>
                      </a:lnTo>
                      <a:cubicBezTo>
                        <a:pt x="5267" y="8955"/>
                        <a:pt x="8550" y="5672"/>
                        <a:pt x="12556" y="5672"/>
                      </a:cubicBezTo>
                      <a:lnTo>
                        <a:pt x="29975" y="5672"/>
                      </a:lnTo>
                      <a:cubicBezTo>
                        <a:pt x="30624" y="5672"/>
                        <a:pt x="31261" y="5770"/>
                        <a:pt x="31874" y="5929"/>
                      </a:cubicBezTo>
                      <a:cubicBezTo>
                        <a:pt x="31237" y="2560"/>
                        <a:pt x="28260" y="0"/>
                        <a:pt x="24720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971" name="Graphique 6">
            <a:extLst>
              <a:ext uri="{FF2B5EF4-FFF2-40B4-BE49-F238E27FC236}">
                <a16:creationId xmlns:a16="http://schemas.microsoft.com/office/drawing/2014/main" id="{6E84F813-C7C7-36B6-E434-6CAFE30DEC0A}"/>
              </a:ext>
            </a:extLst>
          </p:cNvPr>
          <p:cNvGrpSpPr/>
          <p:nvPr/>
        </p:nvGrpSpPr>
        <p:grpSpPr>
          <a:xfrm>
            <a:off x="6565973" y="1819787"/>
            <a:ext cx="844443" cy="920132"/>
            <a:chOff x="0" y="0"/>
            <a:chExt cx="1189312" cy="1177541"/>
          </a:xfrm>
        </p:grpSpPr>
        <p:grpSp>
          <p:nvGrpSpPr>
            <p:cNvPr id="972" name="Graphique 6">
              <a:extLst>
                <a:ext uri="{FF2B5EF4-FFF2-40B4-BE49-F238E27FC236}">
                  <a16:creationId xmlns:a16="http://schemas.microsoft.com/office/drawing/2014/main" id="{B8987A29-B44F-E6EE-0963-9DEB517D16D5}"/>
                </a:ext>
              </a:extLst>
            </p:cNvPr>
            <p:cNvGrpSpPr/>
            <p:nvPr/>
          </p:nvGrpSpPr>
          <p:grpSpPr>
            <a:xfrm>
              <a:off x="0" y="133962"/>
              <a:ext cx="1189312" cy="921287"/>
              <a:chOff x="0" y="133962"/>
              <a:chExt cx="1189312" cy="921287"/>
            </a:xfrm>
          </p:grpSpPr>
          <p:grpSp>
            <p:nvGrpSpPr>
              <p:cNvPr id="1054" name="Graphique 6">
                <a:extLst>
                  <a:ext uri="{FF2B5EF4-FFF2-40B4-BE49-F238E27FC236}">
                    <a16:creationId xmlns:a16="http://schemas.microsoft.com/office/drawing/2014/main" id="{C474A05D-C716-F23F-C4FE-90822F2E1B37}"/>
                  </a:ext>
                </a:extLst>
              </p:cNvPr>
              <p:cNvGrpSpPr/>
              <p:nvPr/>
            </p:nvGrpSpPr>
            <p:grpSpPr>
              <a:xfrm>
                <a:off x="488721" y="133962"/>
                <a:ext cx="700591" cy="921287"/>
                <a:chOff x="488721" y="133962"/>
                <a:chExt cx="700591" cy="921287"/>
              </a:xfrm>
            </p:grpSpPr>
            <p:sp>
              <p:nvSpPr>
                <p:cNvPr id="1058" name="Forme libre : forme 1057">
                  <a:extLst>
                    <a:ext uri="{FF2B5EF4-FFF2-40B4-BE49-F238E27FC236}">
                      <a16:creationId xmlns:a16="http://schemas.microsoft.com/office/drawing/2014/main" id="{485A2967-7A7B-E886-2A11-040BB6BD97DD}"/>
                    </a:ext>
                  </a:extLst>
                </p:cNvPr>
                <p:cNvSpPr/>
                <p:nvPr/>
              </p:nvSpPr>
              <p:spPr>
                <a:xfrm>
                  <a:off x="491572" y="136815"/>
                  <a:ext cx="694893" cy="915532"/>
                </a:xfrm>
                <a:custGeom>
                  <a:avLst/>
                  <a:gdLst>
                    <a:gd name="connsiteX0" fmla="*/ 381684 w 694893"/>
                    <a:gd name="connsiteY0" fmla="*/ 133987 h 915532"/>
                    <a:gd name="connsiteX1" fmla="*/ 378540 w 694893"/>
                    <a:gd name="connsiteY1" fmla="*/ 40273 h 915532"/>
                    <a:gd name="connsiteX2" fmla="*/ 536717 w 694893"/>
                    <a:gd name="connsiteY2" fmla="*/ 57216 h 915532"/>
                    <a:gd name="connsiteX3" fmla="*/ 528506 w 694893"/>
                    <a:gd name="connsiteY3" fmla="*/ 133928 h 915532"/>
                    <a:gd name="connsiteX4" fmla="*/ 550843 w 694893"/>
                    <a:gd name="connsiteY4" fmla="*/ 172805 h 915532"/>
                    <a:gd name="connsiteX5" fmla="*/ 694894 w 694893"/>
                    <a:gd name="connsiteY5" fmla="*/ 172805 h 915532"/>
                    <a:gd name="connsiteX6" fmla="*/ 694894 w 694893"/>
                    <a:gd name="connsiteY6" fmla="*/ 365002 h 915532"/>
                    <a:gd name="connsiteX7" fmla="*/ 661143 w 694893"/>
                    <a:gd name="connsiteY7" fmla="*/ 382391 h 915532"/>
                    <a:gd name="connsiteX8" fmla="*/ 514007 w 694893"/>
                    <a:gd name="connsiteY8" fmla="*/ 430031 h 915532"/>
                    <a:gd name="connsiteX9" fmla="*/ 593208 w 694893"/>
                    <a:gd name="connsiteY9" fmla="*/ 559955 h 915532"/>
                    <a:gd name="connsiteX10" fmla="*/ 662618 w 694893"/>
                    <a:gd name="connsiteY10" fmla="*/ 539123 h 915532"/>
                    <a:gd name="connsiteX11" fmla="*/ 694879 w 694893"/>
                    <a:gd name="connsiteY11" fmla="*/ 557496 h 915532"/>
                    <a:gd name="connsiteX12" fmla="*/ 694879 w 694893"/>
                    <a:gd name="connsiteY12" fmla="*/ 736639 h 915532"/>
                    <a:gd name="connsiteX13" fmla="*/ 545807 w 694893"/>
                    <a:gd name="connsiteY13" fmla="*/ 736639 h 915532"/>
                    <a:gd name="connsiteX14" fmla="*/ 527180 w 694893"/>
                    <a:gd name="connsiteY14" fmla="*/ 771031 h 915532"/>
                    <a:gd name="connsiteX15" fmla="*/ 548012 w 694893"/>
                    <a:gd name="connsiteY15" fmla="*/ 848041 h 915532"/>
                    <a:gd name="connsiteX16" fmla="*/ 378540 w 694893"/>
                    <a:gd name="connsiteY16" fmla="*/ 893237 h 915532"/>
                    <a:gd name="connsiteX17" fmla="*/ 372177 w 694893"/>
                    <a:gd name="connsiteY17" fmla="*/ 768364 h 915532"/>
                    <a:gd name="connsiteX18" fmla="*/ 351345 w 694893"/>
                    <a:gd name="connsiteY18" fmla="*/ 736639 h 915532"/>
                    <a:gd name="connsiteX19" fmla="*/ 206237 w 694893"/>
                    <a:gd name="connsiteY19" fmla="*/ 736639 h 915532"/>
                    <a:gd name="connsiteX20" fmla="*/ 206237 w 694893"/>
                    <a:gd name="connsiteY20" fmla="*/ 540613 h 915532"/>
                    <a:gd name="connsiteX21" fmla="*/ 178431 w 694893"/>
                    <a:gd name="connsiteY21" fmla="*/ 524833 h 915532"/>
                    <a:gd name="connsiteX22" fmla="*/ 76313 w 694893"/>
                    <a:gd name="connsiteY22" fmla="*/ 559955 h 915532"/>
                    <a:gd name="connsiteX23" fmla="*/ 48 w 694893"/>
                    <a:gd name="connsiteY23" fmla="*/ 432847 h 915532"/>
                    <a:gd name="connsiteX24" fmla="*/ 167762 w 694893"/>
                    <a:gd name="connsiteY24" fmla="*/ 351427 h 915532"/>
                    <a:gd name="connsiteX25" fmla="*/ 205313 w 694893"/>
                    <a:gd name="connsiteY25" fmla="*/ 356582 h 915532"/>
                    <a:gd name="connsiteX26" fmla="*/ 205313 w 694893"/>
                    <a:gd name="connsiteY26" fmla="*/ 172775 h 915532"/>
                    <a:gd name="connsiteX27" fmla="*/ 359303 w 694893"/>
                    <a:gd name="connsiteY27" fmla="*/ 172775 h 915532"/>
                    <a:gd name="connsiteX28" fmla="*/ 381684 w 694893"/>
                    <a:gd name="connsiteY28" fmla="*/ 133958 h 915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694893" h="915532">
                      <a:moveTo>
                        <a:pt x="381684" y="133987"/>
                      </a:moveTo>
                      <a:cubicBezTo>
                        <a:pt x="365770" y="106018"/>
                        <a:pt x="353506" y="68422"/>
                        <a:pt x="378540" y="40273"/>
                      </a:cubicBezTo>
                      <a:cubicBezTo>
                        <a:pt x="423736" y="-10570"/>
                        <a:pt x="514112" y="-21865"/>
                        <a:pt x="536717" y="57216"/>
                      </a:cubicBezTo>
                      <a:cubicBezTo>
                        <a:pt x="546060" y="89924"/>
                        <a:pt x="539459" y="115361"/>
                        <a:pt x="528506" y="133928"/>
                      </a:cubicBezTo>
                      <a:cubicBezTo>
                        <a:pt x="518359" y="151124"/>
                        <a:pt x="530876" y="172805"/>
                        <a:pt x="550843" y="172805"/>
                      </a:cubicBezTo>
                      <a:lnTo>
                        <a:pt x="694894" y="172805"/>
                      </a:lnTo>
                      <a:lnTo>
                        <a:pt x="694894" y="365002"/>
                      </a:lnTo>
                      <a:cubicBezTo>
                        <a:pt x="694894" y="382362"/>
                        <a:pt x="675403" y="392286"/>
                        <a:pt x="661143" y="382391"/>
                      </a:cubicBezTo>
                      <a:cubicBezTo>
                        <a:pt x="564508" y="315321"/>
                        <a:pt x="514127" y="394432"/>
                        <a:pt x="514007" y="430031"/>
                      </a:cubicBezTo>
                      <a:cubicBezTo>
                        <a:pt x="513888" y="469579"/>
                        <a:pt x="531069" y="562786"/>
                        <a:pt x="593208" y="559955"/>
                      </a:cubicBezTo>
                      <a:cubicBezTo>
                        <a:pt x="621609" y="558659"/>
                        <a:pt x="645288" y="549122"/>
                        <a:pt x="662618" y="539123"/>
                      </a:cubicBezTo>
                      <a:cubicBezTo>
                        <a:pt x="676983" y="530853"/>
                        <a:pt x="694879" y="540926"/>
                        <a:pt x="694879" y="557496"/>
                      </a:cubicBezTo>
                      <a:lnTo>
                        <a:pt x="694879" y="736639"/>
                      </a:lnTo>
                      <a:lnTo>
                        <a:pt x="545807" y="736639"/>
                      </a:lnTo>
                      <a:cubicBezTo>
                        <a:pt x="528104" y="736639"/>
                        <a:pt x="517554" y="756190"/>
                        <a:pt x="527180" y="771031"/>
                      </a:cubicBezTo>
                      <a:cubicBezTo>
                        <a:pt x="538237" y="788093"/>
                        <a:pt x="547505" y="812829"/>
                        <a:pt x="548012" y="848041"/>
                      </a:cubicBezTo>
                      <a:cubicBezTo>
                        <a:pt x="549294" y="937672"/>
                        <a:pt x="412440" y="921475"/>
                        <a:pt x="378540" y="893237"/>
                      </a:cubicBezTo>
                      <a:cubicBezTo>
                        <a:pt x="354325" y="873060"/>
                        <a:pt x="353327" y="808374"/>
                        <a:pt x="372177" y="768364"/>
                      </a:cubicBezTo>
                      <a:cubicBezTo>
                        <a:pt x="379136" y="753582"/>
                        <a:pt x="367692" y="736639"/>
                        <a:pt x="351345" y="736639"/>
                      </a:cubicBezTo>
                      <a:lnTo>
                        <a:pt x="206237" y="736639"/>
                      </a:lnTo>
                      <a:lnTo>
                        <a:pt x="206237" y="540613"/>
                      </a:lnTo>
                      <a:cubicBezTo>
                        <a:pt x="206237" y="526323"/>
                        <a:pt x="190710" y="517531"/>
                        <a:pt x="178431" y="524833"/>
                      </a:cubicBezTo>
                      <a:cubicBezTo>
                        <a:pt x="153456" y="539674"/>
                        <a:pt x="114892" y="558286"/>
                        <a:pt x="76313" y="559955"/>
                      </a:cubicBezTo>
                      <a:cubicBezTo>
                        <a:pt x="11343" y="562786"/>
                        <a:pt x="2879" y="489338"/>
                        <a:pt x="48" y="432847"/>
                      </a:cubicBezTo>
                      <a:cubicBezTo>
                        <a:pt x="-2441" y="382958"/>
                        <a:pt x="92674" y="302193"/>
                        <a:pt x="167762" y="351427"/>
                      </a:cubicBezTo>
                      <a:cubicBezTo>
                        <a:pt x="180070" y="359488"/>
                        <a:pt x="205313" y="371305"/>
                        <a:pt x="205313" y="356582"/>
                      </a:cubicBezTo>
                      <a:lnTo>
                        <a:pt x="205313" y="172775"/>
                      </a:lnTo>
                      <a:lnTo>
                        <a:pt x="359303" y="172775"/>
                      </a:lnTo>
                      <a:cubicBezTo>
                        <a:pt x="379240" y="172775"/>
                        <a:pt x="391549" y="151288"/>
                        <a:pt x="381684" y="133958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9" name="Forme libre : forme 1058">
                  <a:extLst>
                    <a:ext uri="{FF2B5EF4-FFF2-40B4-BE49-F238E27FC236}">
                      <a16:creationId xmlns:a16="http://schemas.microsoft.com/office/drawing/2014/main" id="{71F1051E-0B50-4A9A-73BE-51F4F50EE91B}"/>
                    </a:ext>
                  </a:extLst>
                </p:cNvPr>
                <p:cNvSpPr/>
                <p:nvPr/>
              </p:nvSpPr>
              <p:spPr>
                <a:xfrm>
                  <a:off x="488721" y="133962"/>
                  <a:ext cx="700591" cy="921287"/>
                </a:xfrm>
                <a:custGeom>
                  <a:avLst/>
                  <a:gdLst>
                    <a:gd name="connsiteX0" fmla="*/ 464362 w 700591"/>
                    <a:gd name="connsiteY0" fmla="*/ 921288 h 921287"/>
                    <a:gd name="connsiteX1" fmla="*/ 440892 w 700591"/>
                    <a:gd name="connsiteY1" fmla="*/ 919768 h 921287"/>
                    <a:gd name="connsiteX2" fmla="*/ 379559 w 700591"/>
                    <a:gd name="connsiteY2" fmla="*/ 898295 h 921287"/>
                    <a:gd name="connsiteX3" fmla="*/ 372451 w 700591"/>
                    <a:gd name="connsiteY3" fmla="*/ 770010 h 921287"/>
                    <a:gd name="connsiteX4" fmla="*/ 371199 w 700591"/>
                    <a:gd name="connsiteY4" fmla="*/ 751741 h 921287"/>
                    <a:gd name="connsiteX5" fmla="*/ 354197 w 700591"/>
                    <a:gd name="connsiteY5" fmla="*/ 742353 h 921287"/>
                    <a:gd name="connsiteX6" fmla="*/ 209088 w 700591"/>
                    <a:gd name="connsiteY6" fmla="*/ 742353 h 921287"/>
                    <a:gd name="connsiteX7" fmla="*/ 206227 w 700591"/>
                    <a:gd name="connsiteY7" fmla="*/ 739492 h 921287"/>
                    <a:gd name="connsiteX8" fmla="*/ 206227 w 700591"/>
                    <a:gd name="connsiteY8" fmla="*/ 543466 h 921287"/>
                    <a:gd name="connsiteX9" fmla="*/ 198404 w 700591"/>
                    <a:gd name="connsiteY9" fmla="*/ 529980 h 921287"/>
                    <a:gd name="connsiteX10" fmla="*/ 182743 w 700591"/>
                    <a:gd name="connsiteY10" fmla="*/ 530144 h 921287"/>
                    <a:gd name="connsiteX11" fmla="*/ 79298 w 700591"/>
                    <a:gd name="connsiteY11" fmla="*/ 565669 h 921287"/>
                    <a:gd name="connsiteX12" fmla="*/ 15103 w 700591"/>
                    <a:gd name="connsiteY12" fmla="*/ 522619 h 921287"/>
                    <a:gd name="connsiteX13" fmla="*/ 53 w 700591"/>
                    <a:gd name="connsiteY13" fmla="*/ 435849 h 921287"/>
                    <a:gd name="connsiteX14" fmla="*/ 60239 w 700591"/>
                    <a:gd name="connsiteY14" fmla="*/ 352968 h 921287"/>
                    <a:gd name="connsiteX15" fmla="*/ 172178 w 700591"/>
                    <a:gd name="connsiteY15" fmla="*/ 351895 h 921287"/>
                    <a:gd name="connsiteX16" fmla="*/ 203768 w 700591"/>
                    <a:gd name="connsiteY16" fmla="*/ 362997 h 921287"/>
                    <a:gd name="connsiteX17" fmla="*/ 205303 w 700591"/>
                    <a:gd name="connsiteY17" fmla="*/ 359450 h 921287"/>
                    <a:gd name="connsiteX18" fmla="*/ 205303 w 700591"/>
                    <a:gd name="connsiteY18" fmla="*/ 175643 h 921287"/>
                    <a:gd name="connsiteX19" fmla="*/ 208164 w 700591"/>
                    <a:gd name="connsiteY19" fmla="*/ 172782 h 921287"/>
                    <a:gd name="connsiteX20" fmla="*/ 362154 w 700591"/>
                    <a:gd name="connsiteY20" fmla="*/ 172782 h 921287"/>
                    <a:gd name="connsiteX21" fmla="*/ 381987 w 700591"/>
                    <a:gd name="connsiteY21" fmla="*/ 161397 h 921287"/>
                    <a:gd name="connsiteX22" fmla="*/ 382047 w 700591"/>
                    <a:gd name="connsiteY22" fmla="*/ 138226 h 921287"/>
                    <a:gd name="connsiteX23" fmla="*/ 379246 w 700591"/>
                    <a:gd name="connsiteY23" fmla="*/ 41189 h 921287"/>
                    <a:gd name="connsiteX24" fmla="*/ 485968 w 700591"/>
                    <a:gd name="connsiteY24" fmla="*/ 2043 h 921287"/>
                    <a:gd name="connsiteX25" fmla="*/ 542295 w 700591"/>
                    <a:gd name="connsiteY25" fmla="*/ 59249 h 921287"/>
                    <a:gd name="connsiteX26" fmla="*/ 533802 w 700591"/>
                    <a:gd name="connsiteY26" fmla="*/ 138196 h 921287"/>
                    <a:gd name="connsiteX27" fmla="*/ 533653 w 700591"/>
                    <a:gd name="connsiteY27" fmla="*/ 161144 h 921287"/>
                    <a:gd name="connsiteX28" fmla="*/ 553680 w 700591"/>
                    <a:gd name="connsiteY28" fmla="*/ 172767 h 921287"/>
                    <a:gd name="connsiteX29" fmla="*/ 697730 w 700591"/>
                    <a:gd name="connsiteY29" fmla="*/ 172767 h 921287"/>
                    <a:gd name="connsiteX30" fmla="*/ 700591 w 700591"/>
                    <a:gd name="connsiteY30" fmla="*/ 175628 h 921287"/>
                    <a:gd name="connsiteX31" fmla="*/ 700591 w 700591"/>
                    <a:gd name="connsiteY31" fmla="*/ 367825 h 921287"/>
                    <a:gd name="connsiteX32" fmla="*/ 687687 w 700591"/>
                    <a:gd name="connsiteY32" fmla="*/ 389193 h 921287"/>
                    <a:gd name="connsiteX33" fmla="*/ 662355 w 700591"/>
                    <a:gd name="connsiteY33" fmla="*/ 387569 h 921287"/>
                    <a:gd name="connsiteX34" fmla="*/ 561250 w 700591"/>
                    <a:gd name="connsiteY34" fmla="*/ 369762 h 921287"/>
                    <a:gd name="connsiteX35" fmla="*/ 519705 w 700591"/>
                    <a:gd name="connsiteY35" fmla="*/ 432869 h 921287"/>
                    <a:gd name="connsiteX36" fmla="*/ 556913 w 700591"/>
                    <a:gd name="connsiteY36" fmla="*/ 544897 h 921287"/>
                    <a:gd name="connsiteX37" fmla="*/ 595925 w 700591"/>
                    <a:gd name="connsiteY37" fmla="*/ 559932 h 921287"/>
                    <a:gd name="connsiteX38" fmla="*/ 664039 w 700591"/>
                    <a:gd name="connsiteY38" fmla="*/ 539487 h 921287"/>
                    <a:gd name="connsiteX39" fmla="*/ 688566 w 700591"/>
                    <a:gd name="connsiteY39" fmla="*/ 539443 h 921287"/>
                    <a:gd name="connsiteX40" fmla="*/ 700591 w 700591"/>
                    <a:gd name="connsiteY40" fmla="*/ 560334 h 921287"/>
                    <a:gd name="connsiteX41" fmla="*/ 700591 w 700591"/>
                    <a:gd name="connsiteY41" fmla="*/ 739477 h 921287"/>
                    <a:gd name="connsiteX42" fmla="*/ 697730 w 700591"/>
                    <a:gd name="connsiteY42" fmla="*/ 742338 h 921287"/>
                    <a:gd name="connsiteX43" fmla="*/ 548658 w 700591"/>
                    <a:gd name="connsiteY43" fmla="*/ 742338 h 921287"/>
                    <a:gd name="connsiteX44" fmla="*/ 531626 w 700591"/>
                    <a:gd name="connsiteY44" fmla="*/ 752441 h 921287"/>
                    <a:gd name="connsiteX45" fmla="*/ 532431 w 700591"/>
                    <a:gd name="connsiteY45" fmla="*/ 772335 h 921287"/>
                    <a:gd name="connsiteX46" fmla="*/ 553725 w 700591"/>
                    <a:gd name="connsiteY46" fmla="*/ 850864 h 921287"/>
                    <a:gd name="connsiteX47" fmla="*/ 517246 w 700591"/>
                    <a:gd name="connsiteY47" fmla="*/ 910857 h 921287"/>
                    <a:gd name="connsiteX48" fmla="*/ 464391 w 700591"/>
                    <a:gd name="connsiteY48" fmla="*/ 921273 h 921287"/>
                    <a:gd name="connsiteX49" fmla="*/ 211949 w 700591"/>
                    <a:gd name="connsiteY49" fmla="*/ 736646 h 921287"/>
                    <a:gd name="connsiteX50" fmla="*/ 354197 w 700591"/>
                    <a:gd name="connsiteY50" fmla="*/ 736646 h 921287"/>
                    <a:gd name="connsiteX51" fmla="*/ 376012 w 700591"/>
                    <a:gd name="connsiteY51" fmla="*/ 748686 h 921287"/>
                    <a:gd name="connsiteX52" fmla="*/ 377607 w 700591"/>
                    <a:gd name="connsiteY52" fmla="*/ 772454 h 921287"/>
                    <a:gd name="connsiteX53" fmla="*/ 383209 w 700591"/>
                    <a:gd name="connsiteY53" fmla="*/ 893914 h 921287"/>
                    <a:gd name="connsiteX54" fmla="*/ 514758 w 700591"/>
                    <a:gd name="connsiteY54" fmla="*/ 905701 h 921287"/>
                    <a:gd name="connsiteX55" fmla="*/ 547988 w 700591"/>
                    <a:gd name="connsiteY55" fmla="*/ 850954 h 921287"/>
                    <a:gd name="connsiteX56" fmla="*/ 527618 w 700591"/>
                    <a:gd name="connsiteY56" fmla="*/ 775464 h 921287"/>
                    <a:gd name="connsiteX57" fmla="*/ 526589 w 700591"/>
                    <a:gd name="connsiteY57" fmla="*/ 749744 h 921287"/>
                    <a:gd name="connsiteX58" fmla="*/ 548643 w 700591"/>
                    <a:gd name="connsiteY58" fmla="*/ 736661 h 921287"/>
                    <a:gd name="connsiteX59" fmla="*/ 694854 w 700591"/>
                    <a:gd name="connsiteY59" fmla="*/ 736661 h 921287"/>
                    <a:gd name="connsiteX60" fmla="*/ 694854 w 700591"/>
                    <a:gd name="connsiteY60" fmla="*/ 560379 h 921287"/>
                    <a:gd name="connsiteX61" fmla="*/ 685690 w 700591"/>
                    <a:gd name="connsiteY61" fmla="*/ 544435 h 921287"/>
                    <a:gd name="connsiteX62" fmla="*/ 666870 w 700591"/>
                    <a:gd name="connsiteY62" fmla="*/ 544479 h 921287"/>
                    <a:gd name="connsiteX63" fmla="*/ 596163 w 700591"/>
                    <a:gd name="connsiteY63" fmla="*/ 565684 h 921287"/>
                    <a:gd name="connsiteX64" fmla="*/ 552950 w 700591"/>
                    <a:gd name="connsiteY64" fmla="*/ 549069 h 921287"/>
                    <a:gd name="connsiteX65" fmla="*/ 513983 w 700591"/>
                    <a:gd name="connsiteY65" fmla="*/ 432899 h 921287"/>
                    <a:gd name="connsiteX66" fmla="*/ 558597 w 700591"/>
                    <a:gd name="connsiteY66" fmla="*/ 364740 h 921287"/>
                    <a:gd name="connsiteX67" fmla="*/ 665603 w 700591"/>
                    <a:gd name="connsiteY67" fmla="*/ 382920 h 921287"/>
                    <a:gd name="connsiteX68" fmla="*/ 685035 w 700591"/>
                    <a:gd name="connsiteY68" fmla="*/ 384171 h 921287"/>
                    <a:gd name="connsiteX69" fmla="*/ 694884 w 700591"/>
                    <a:gd name="connsiteY69" fmla="*/ 367869 h 921287"/>
                    <a:gd name="connsiteX70" fmla="*/ 694884 w 700591"/>
                    <a:gd name="connsiteY70" fmla="*/ 178534 h 921287"/>
                    <a:gd name="connsiteX71" fmla="*/ 553695 w 700591"/>
                    <a:gd name="connsiteY71" fmla="*/ 178534 h 921287"/>
                    <a:gd name="connsiteX72" fmla="*/ 528705 w 700591"/>
                    <a:gd name="connsiteY72" fmla="*/ 164035 h 921287"/>
                    <a:gd name="connsiteX73" fmla="*/ 528899 w 700591"/>
                    <a:gd name="connsiteY73" fmla="*/ 135350 h 921287"/>
                    <a:gd name="connsiteX74" fmla="*/ 536827 w 700591"/>
                    <a:gd name="connsiteY74" fmla="*/ 60874 h 921287"/>
                    <a:gd name="connsiteX75" fmla="*/ 484717 w 700591"/>
                    <a:gd name="connsiteY75" fmla="*/ 7676 h 921287"/>
                    <a:gd name="connsiteX76" fmla="*/ 383537 w 700591"/>
                    <a:gd name="connsiteY76" fmla="*/ 45048 h 921287"/>
                    <a:gd name="connsiteX77" fmla="*/ 387039 w 700591"/>
                    <a:gd name="connsiteY77" fmla="*/ 135454 h 921287"/>
                    <a:gd name="connsiteX78" fmla="*/ 387039 w 700591"/>
                    <a:gd name="connsiteY78" fmla="*/ 135454 h 921287"/>
                    <a:gd name="connsiteX79" fmla="*/ 386950 w 700591"/>
                    <a:gd name="connsiteY79" fmla="*/ 164318 h 921287"/>
                    <a:gd name="connsiteX80" fmla="*/ 362169 w 700591"/>
                    <a:gd name="connsiteY80" fmla="*/ 178549 h 921287"/>
                    <a:gd name="connsiteX81" fmla="*/ 211040 w 700591"/>
                    <a:gd name="connsiteY81" fmla="*/ 178549 h 921287"/>
                    <a:gd name="connsiteX82" fmla="*/ 211040 w 700591"/>
                    <a:gd name="connsiteY82" fmla="*/ 359495 h 921287"/>
                    <a:gd name="connsiteX83" fmla="*/ 206510 w 700591"/>
                    <a:gd name="connsiteY83" fmla="*/ 368078 h 921287"/>
                    <a:gd name="connsiteX84" fmla="*/ 169063 w 700591"/>
                    <a:gd name="connsiteY84" fmla="*/ 356723 h 921287"/>
                    <a:gd name="connsiteX85" fmla="*/ 63085 w 700591"/>
                    <a:gd name="connsiteY85" fmla="*/ 357975 h 921287"/>
                    <a:gd name="connsiteX86" fmla="*/ 5775 w 700591"/>
                    <a:gd name="connsiteY86" fmla="*/ 435611 h 921287"/>
                    <a:gd name="connsiteX87" fmla="*/ 20378 w 700591"/>
                    <a:gd name="connsiteY87" fmla="*/ 520429 h 921287"/>
                    <a:gd name="connsiteX88" fmla="*/ 79060 w 700591"/>
                    <a:gd name="connsiteY88" fmla="*/ 559991 h 921287"/>
                    <a:gd name="connsiteX89" fmla="*/ 179837 w 700591"/>
                    <a:gd name="connsiteY89" fmla="*/ 525272 h 921287"/>
                    <a:gd name="connsiteX90" fmla="*/ 201250 w 700591"/>
                    <a:gd name="connsiteY90" fmla="*/ 525048 h 921287"/>
                    <a:gd name="connsiteX91" fmla="*/ 211964 w 700591"/>
                    <a:gd name="connsiteY91" fmla="*/ 543496 h 921287"/>
                    <a:gd name="connsiteX92" fmla="*/ 211964 w 700591"/>
                    <a:gd name="connsiteY92" fmla="*/ 736661 h 921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</a:cxnLst>
                  <a:rect l="l" t="t" r="r" b="b"/>
                  <a:pathLst>
                    <a:path w="700591" h="921287">
                      <a:moveTo>
                        <a:pt x="464362" y="921288"/>
                      </a:moveTo>
                      <a:cubicBezTo>
                        <a:pt x="456777" y="921288"/>
                        <a:pt x="448924" y="920781"/>
                        <a:pt x="440892" y="919768"/>
                      </a:cubicBezTo>
                      <a:cubicBezTo>
                        <a:pt x="415038" y="916504"/>
                        <a:pt x="391524" y="908279"/>
                        <a:pt x="379559" y="898295"/>
                      </a:cubicBezTo>
                      <a:cubicBezTo>
                        <a:pt x="353437" y="876524"/>
                        <a:pt x="353809" y="809558"/>
                        <a:pt x="372451" y="770010"/>
                      </a:cubicBezTo>
                      <a:cubicBezTo>
                        <a:pt x="375252" y="764064"/>
                        <a:pt x="374790" y="757403"/>
                        <a:pt x="371199" y="751741"/>
                      </a:cubicBezTo>
                      <a:cubicBezTo>
                        <a:pt x="367474" y="745855"/>
                        <a:pt x="361111" y="742353"/>
                        <a:pt x="354197" y="742353"/>
                      </a:cubicBezTo>
                      <a:lnTo>
                        <a:pt x="209088" y="742353"/>
                      </a:lnTo>
                      <a:cubicBezTo>
                        <a:pt x="207509" y="742353"/>
                        <a:pt x="206227" y="741072"/>
                        <a:pt x="206227" y="739492"/>
                      </a:cubicBezTo>
                      <a:lnTo>
                        <a:pt x="206227" y="543466"/>
                      </a:lnTo>
                      <a:cubicBezTo>
                        <a:pt x="206227" y="537803"/>
                        <a:pt x="203306" y="532767"/>
                        <a:pt x="198404" y="529980"/>
                      </a:cubicBezTo>
                      <a:cubicBezTo>
                        <a:pt x="193486" y="527179"/>
                        <a:pt x="187630" y="527238"/>
                        <a:pt x="182743" y="530144"/>
                      </a:cubicBezTo>
                      <a:cubicBezTo>
                        <a:pt x="157053" y="545418"/>
                        <a:pt x="118235" y="563970"/>
                        <a:pt x="79298" y="565669"/>
                      </a:cubicBezTo>
                      <a:cubicBezTo>
                        <a:pt x="49346" y="566995"/>
                        <a:pt x="27725" y="552496"/>
                        <a:pt x="15103" y="522619"/>
                      </a:cubicBezTo>
                      <a:cubicBezTo>
                        <a:pt x="4404" y="497287"/>
                        <a:pt x="1484" y="464534"/>
                        <a:pt x="53" y="435849"/>
                      </a:cubicBezTo>
                      <a:cubicBezTo>
                        <a:pt x="-1318" y="408580"/>
                        <a:pt x="23999" y="373726"/>
                        <a:pt x="60239" y="352968"/>
                      </a:cubicBezTo>
                      <a:cubicBezTo>
                        <a:pt x="98774" y="330899"/>
                        <a:pt x="139574" y="330512"/>
                        <a:pt x="172178" y="351895"/>
                      </a:cubicBezTo>
                      <a:cubicBezTo>
                        <a:pt x="183503" y="359331"/>
                        <a:pt x="198806" y="365679"/>
                        <a:pt x="203768" y="362997"/>
                      </a:cubicBezTo>
                      <a:cubicBezTo>
                        <a:pt x="204186" y="362773"/>
                        <a:pt x="205303" y="362177"/>
                        <a:pt x="205303" y="359450"/>
                      </a:cubicBezTo>
                      <a:lnTo>
                        <a:pt x="205303" y="175643"/>
                      </a:lnTo>
                      <a:cubicBezTo>
                        <a:pt x="205303" y="174064"/>
                        <a:pt x="206585" y="172782"/>
                        <a:pt x="208164" y="172782"/>
                      </a:cubicBezTo>
                      <a:lnTo>
                        <a:pt x="362154" y="172782"/>
                      </a:lnTo>
                      <a:cubicBezTo>
                        <a:pt x="370424" y="172782"/>
                        <a:pt x="377845" y="168520"/>
                        <a:pt x="381987" y="161397"/>
                      </a:cubicBezTo>
                      <a:cubicBezTo>
                        <a:pt x="386175" y="154185"/>
                        <a:pt x="386204" y="145528"/>
                        <a:pt x="382047" y="138226"/>
                      </a:cubicBezTo>
                      <a:cubicBezTo>
                        <a:pt x="359308" y="98276"/>
                        <a:pt x="358324" y="64718"/>
                        <a:pt x="379246" y="41189"/>
                      </a:cubicBezTo>
                      <a:cubicBezTo>
                        <a:pt x="406873" y="10120"/>
                        <a:pt x="450772" y="-5974"/>
                        <a:pt x="485968" y="2043"/>
                      </a:cubicBezTo>
                      <a:cubicBezTo>
                        <a:pt x="513551" y="8332"/>
                        <a:pt x="533548" y="28642"/>
                        <a:pt x="542295" y="59249"/>
                      </a:cubicBezTo>
                      <a:cubicBezTo>
                        <a:pt x="550536" y="88098"/>
                        <a:pt x="547675" y="114667"/>
                        <a:pt x="533802" y="138196"/>
                      </a:cubicBezTo>
                      <a:cubicBezTo>
                        <a:pt x="529585" y="145349"/>
                        <a:pt x="529525" y="153917"/>
                        <a:pt x="533653" y="161144"/>
                      </a:cubicBezTo>
                      <a:cubicBezTo>
                        <a:pt x="537810" y="168416"/>
                        <a:pt x="545290" y="172767"/>
                        <a:pt x="553680" y="172767"/>
                      </a:cubicBezTo>
                      <a:lnTo>
                        <a:pt x="697730" y="172767"/>
                      </a:lnTo>
                      <a:cubicBezTo>
                        <a:pt x="699310" y="172767"/>
                        <a:pt x="700591" y="174049"/>
                        <a:pt x="700591" y="175628"/>
                      </a:cubicBezTo>
                      <a:lnTo>
                        <a:pt x="700591" y="367825"/>
                      </a:lnTo>
                      <a:cubicBezTo>
                        <a:pt x="700591" y="376974"/>
                        <a:pt x="695763" y="384961"/>
                        <a:pt x="687687" y="389193"/>
                      </a:cubicBezTo>
                      <a:cubicBezTo>
                        <a:pt x="679596" y="393425"/>
                        <a:pt x="669895" y="392799"/>
                        <a:pt x="662355" y="387569"/>
                      </a:cubicBezTo>
                      <a:cubicBezTo>
                        <a:pt x="614402" y="354280"/>
                        <a:pt x="580904" y="359525"/>
                        <a:pt x="561250" y="369762"/>
                      </a:cubicBezTo>
                      <a:cubicBezTo>
                        <a:pt x="532997" y="384484"/>
                        <a:pt x="519765" y="416135"/>
                        <a:pt x="519705" y="432869"/>
                      </a:cubicBezTo>
                      <a:cubicBezTo>
                        <a:pt x="519616" y="463476"/>
                        <a:pt x="529450" y="518566"/>
                        <a:pt x="556913" y="544897"/>
                      </a:cubicBezTo>
                      <a:cubicBezTo>
                        <a:pt x="568030" y="555551"/>
                        <a:pt x="581113" y="560588"/>
                        <a:pt x="595925" y="559932"/>
                      </a:cubicBezTo>
                      <a:cubicBezTo>
                        <a:pt x="619424" y="558859"/>
                        <a:pt x="642342" y="551990"/>
                        <a:pt x="664039" y="539487"/>
                      </a:cubicBezTo>
                      <a:cubicBezTo>
                        <a:pt x="671757" y="535047"/>
                        <a:pt x="680922" y="535032"/>
                        <a:pt x="688566" y="539443"/>
                      </a:cubicBezTo>
                      <a:cubicBezTo>
                        <a:pt x="696091" y="543794"/>
                        <a:pt x="700591" y="551602"/>
                        <a:pt x="700591" y="560334"/>
                      </a:cubicBezTo>
                      <a:lnTo>
                        <a:pt x="700591" y="739477"/>
                      </a:lnTo>
                      <a:cubicBezTo>
                        <a:pt x="700591" y="741057"/>
                        <a:pt x="699310" y="742338"/>
                        <a:pt x="697730" y="742338"/>
                      </a:cubicBezTo>
                      <a:lnTo>
                        <a:pt x="548658" y="742338"/>
                      </a:lnTo>
                      <a:cubicBezTo>
                        <a:pt x="541431" y="742338"/>
                        <a:pt x="535068" y="746108"/>
                        <a:pt x="531626" y="752441"/>
                      </a:cubicBezTo>
                      <a:cubicBezTo>
                        <a:pt x="528169" y="758789"/>
                        <a:pt x="528467" y="766225"/>
                        <a:pt x="532431" y="772335"/>
                      </a:cubicBezTo>
                      <a:cubicBezTo>
                        <a:pt x="546110" y="793435"/>
                        <a:pt x="553278" y="819855"/>
                        <a:pt x="553725" y="850864"/>
                      </a:cubicBezTo>
                      <a:cubicBezTo>
                        <a:pt x="554127" y="878536"/>
                        <a:pt x="541506" y="899278"/>
                        <a:pt x="517246" y="910857"/>
                      </a:cubicBezTo>
                      <a:cubicBezTo>
                        <a:pt x="502837" y="917726"/>
                        <a:pt x="484583" y="921273"/>
                        <a:pt x="464391" y="921273"/>
                      </a:cubicBezTo>
                      <a:close/>
                      <a:moveTo>
                        <a:pt x="211949" y="736646"/>
                      </a:moveTo>
                      <a:lnTo>
                        <a:pt x="354197" y="736646"/>
                      </a:lnTo>
                      <a:cubicBezTo>
                        <a:pt x="363078" y="736646"/>
                        <a:pt x="371229" y="741146"/>
                        <a:pt x="376012" y="748686"/>
                      </a:cubicBezTo>
                      <a:cubicBezTo>
                        <a:pt x="380602" y="755928"/>
                        <a:pt x="381198" y="764809"/>
                        <a:pt x="377607" y="772454"/>
                      </a:cubicBezTo>
                      <a:cubicBezTo>
                        <a:pt x="358399" y="813209"/>
                        <a:pt x="361275" y="875645"/>
                        <a:pt x="383209" y="893914"/>
                      </a:cubicBezTo>
                      <a:cubicBezTo>
                        <a:pt x="405680" y="912645"/>
                        <a:pt x="473556" y="925371"/>
                        <a:pt x="514758" y="905701"/>
                      </a:cubicBezTo>
                      <a:cubicBezTo>
                        <a:pt x="537169" y="895002"/>
                        <a:pt x="548360" y="876584"/>
                        <a:pt x="547988" y="850954"/>
                      </a:cubicBezTo>
                      <a:cubicBezTo>
                        <a:pt x="547555" y="821047"/>
                        <a:pt x="540701" y="795640"/>
                        <a:pt x="527618" y="775464"/>
                      </a:cubicBezTo>
                      <a:cubicBezTo>
                        <a:pt x="522506" y="767581"/>
                        <a:pt x="522119" y="757955"/>
                        <a:pt x="526589" y="749744"/>
                      </a:cubicBezTo>
                      <a:cubicBezTo>
                        <a:pt x="531045" y="741549"/>
                        <a:pt x="539285" y="736661"/>
                        <a:pt x="548643" y="736661"/>
                      </a:cubicBezTo>
                      <a:lnTo>
                        <a:pt x="694854" y="736661"/>
                      </a:lnTo>
                      <a:lnTo>
                        <a:pt x="694854" y="560379"/>
                      </a:lnTo>
                      <a:cubicBezTo>
                        <a:pt x="694854" y="553718"/>
                        <a:pt x="691427" y="547758"/>
                        <a:pt x="685690" y="544435"/>
                      </a:cubicBezTo>
                      <a:cubicBezTo>
                        <a:pt x="679834" y="541052"/>
                        <a:pt x="672801" y="541067"/>
                        <a:pt x="666870" y="544479"/>
                      </a:cubicBezTo>
                      <a:cubicBezTo>
                        <a:pt x="644369" y="557443"/>
                        <a:pt x="620572" y="564581"/>
                        <a:pt x="596163" y="565684"/>
                      </a:cubicBezTo>
                      <a:cubicBezTo>
                        <a:pt x="579787" y="566444"/>
                        <a:pt x="565228" y="560841"/>
                        <a:pt x="552950" y="549069"/>
                      </a:cubicBezTo>
                      <a:cubicBezTo>
                        <a:pt x="524175" y="521501"/>
                        <a:pt x="513879" y="464489"/>
                        <a:pt x="513983" y="432899"/>
                      </a:cubicBezTo>
                      <a:cubicBezTo>
                        <a:pt x="514042" y="414227"/>
                        <a:pt x="527916" y="380729"/>
                        <a:pt x="558597" y="364740"/>
                      </a:cubicBezTo>
                      <a:cubicBezTo>
                        <a:pt x="579653" y="353758"/>
                        <a:pt x="615297" y="348006"/>
                        <a:pt x="665603" y="382920"/>
                      </a:cubicBezTo>
                      <a:cubicBezTo>
                        <a:pt x="671474" y="387003"/>
                        <a:pt x="678731" y="387465"/>
                        <a:pt x="685035" y="384171"/>
                      </a:cubicBezTo>
                      <a:cubicBezTo>
                        <a:pt x="691204" y="380953"/>
                        <a:pt x="694884" y="374858"/>
                        <a:pt x="694884" y="367869"/>
                      </a:cubicBezTo>
                      <a:lnTo>
                        <a:pt x="694884" y="178534"/>
                      </a:lnTo>
                      <a:lnTo>
                        <a:pt x="553695" y="178534"/>
                      </a:lnTo>
                      <a:cubicBezTo>
                        <a:pt x="543234" y="178534"/>
                        <a:pt x="533891" y="173110"/>
                        <a:pt x="528705" y="164035"/>
                      </a:cubicBezTo>
                      <a:cubicBezTo>
                        <a:pt x="523550" y="155005"/>
                        <a:pt x="523624" y="144291"/>
                        <a:pt x="528899" y="135350"/>
                      </a:cubicBezTo>
                      <a:cubicBezTo>
                        <a:pt x="541953" y="113222"/>
                        <a:pt x="544620" y="88158"/>
                        <a:pt x="536827" y="60874"/>
                      </a:cubicBezTo>
                      <a:cubicBezTo>
                        <a:pt x="526381" y="24336"/>
                        <a:pt x="502732" y="11774"/>
                        <a:pt x="484717" y="7676"/>
                      </a:cubicBezTo>
                      <a:cubicBezTo>
                        <a:pt x="451442" y="76"/>
                        <a:pt x="409838" y="15455"/>
                        <a:pt x="383537" y="45048"/>
                      </a:cubicBezTo>
                      <a:cubicBezTo>
                        <a:pt x="370201" y="60054"/>
                        <a:pt x="359978" y="87919"/>
                        <a:pt x="387039" y="135454"/>
                      </a:cubicBezTo>
                      <a:lnTo>
                        <a:pt x="387039" y="135454"/>
                      </a:lnTo>
                      <a:cubicBezTo>
                        <a:pt x="392210" y="144544"/>
                        <a:pt x="392180" y="155333"/>
                        <a:pt x="386950" y="164318"/>
                      </a:cubicBezTo>
                      <a:cubicBezTo>
                        <a:pt x="381764" y="173229"/>
                        <a:pt x="372510" y="178549"/>
                        <a:pt x="362169" y="178549"/>
                      </a:cubicBezTo>
                      <a:lnTo>
                        <a:pt x="211040" y="178549"/>
                      </a:lnTo>
                      <a:lnTo>
                        <a:pt x="211040" y="359495"/>
                      </a:lnTo>
                      <a:cubicBezTo>
                        <a:pt x="211040" y="364561"/>
                        <a:pt x="208581" y="366960"/>
                        <a:pt x="206510" y="368078"/>
                      </a:cubicBezTo>
                      <a:cubicBezTo>
                        <a:pt x="195602" y="373979"/>
                        <a:pt x="170136" y="357439"/>
                        <a:pt x="169063" y="356723"/>
                      </a:cubicBezTo>
                      <a:cubicBezTo>
                        <a:pt x="138307" y="336547"/>
                        <a:pt x="99683" y="337009"/>
                        <a:pt x="63085" y="357975"/>
                      </a:cubicBezTo>
                      <a:cubicBezTo>
                        <a:pt x="29170" y="377406"/>
                        <a:pt x="4523" y="410770"/>
                        <a:pt x="5775" y="435611"/>
                      </a:cubicBezTo>
                      <a:cubicBezTo>
                        <a:pt x="7191" y="463804"/>
                        <a:pt x="10022" y="495916"/>
                        <a:pt x="20378" y="520429"/>
                      </a:cubicBezTo>
                      <a:cubicBezTo>
                        <a:pt x="32136" y="548249"/>
                        <a:pt x="51313" y="561198"/>
                        <a:pt x="79060" y="559991"/>
                      </a:cubicBezTo>
                      <a:cubicBezTo>
                        <a:pt x="116819" y="558352"/>
                        <a:pt x="154713" y="540203"/>
                        <a:pt x="179837" y="525272"/>
                      </a:cubicBezTo>
                      <a:cubicBezTo>
                        <a:pt x="186513" y="521308"/>
                        <a:pt x="194515" y="521218"/>
                        <a:pt x="201250" y="525048"/>
                      </a:cubicBezTo>
                      <a:cubicBezTo>
                        <a:pt x="207956" y="528863"/>
                        <a:pt x="211964" y="535762"/>
                        <a:pt x="211964" y="543496"/>
                      </a:cubicBezTo>
                      <a:lnTo>
                        <a:pt x="211964" y="736661"/>
                      </a:lnTo>
                      <a:close/>
                    </a:path>
                  </a:pathLst>
                </a:custGeom>
                <a:solidFill>
                  <a:srgbClr val="FCFCFC"/>
                </a:solidFill>
                <a:ln w="1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55" name="Graphique 6">
                <a:extLst>
                  <a:ext uri="{FF2B5EF4-FFF2-40B4-BE49-F238E27FC236}">
                    <a16:creationId xmlns:a16="http://schemas.microsoft.com/office/drawing/2014/main" id="{8A0BA04B-DF0A-69A4-EAE2-4995A8F73FC1}"/>
                  </a:ext>
                </a:extLst>
              </p:cNvPr>
              <p:cNvGrpSpPr/>
              <p:nvPr/>
            </p:nvGrpSpPr>
            <p:grpSpPr>
              <a:xfrm>
                <a:off x="0" y="144695"/>
                <a:ext cx="709177" cy="731247"/>
                <a:chOff x="0" y="144695"/>
                <a:chExt cx="709177" cy="731247"/>
              </a:xfrm>
            </p:grpSpPr>
            <p:sp>
              <p:nvSpPr>
                <p:cNvPr id="1056" name="Forme libre : forme 1055">
                  <a:extLst>
                    <a:ext uri="{FF2B5EF4-FFF2-40B4-BE49-F238E27FC236}">
                      <a16:creationId xmlns:a16="http://schemas.microsoft.com/office/drawing/2014/main" id="{95B9B3AC-AA3C-5EB7-1AF6-8A11169734DD}"/>
                    </a:ext>
                  </a:extLst>
                </p:cNvPr>
                <p:cNvSpPr/>
                <p:nvPr/>
              </p:nvSpPr>
              <p:spPr>
                <a:xfrm>
                  <a:off x="2831" y="147588"/>
                  <a:ext cx="703442" cy="725493"/>
                </a:xfrm>
                <a:custGeom>
                  <a:avLst/>
                  <a:gdLst>
                    <a:gd name="connsiteX0" fmla="*/ 145583 w 703442"/>
                    <a:gd name="connsiteY0" fmla="*/ 520303 h 725493"/>
                    <a:gd name="connsiteX1" fmla="*/ 81061 w 703442"/>
                    <a:gd name="connsiteY1" fmla="*/ 545263 h 725493"/>
                    <a:gd name="connsiteX2" fmla="*/ 117 w 703442"/>
                    <a:gd name="connsiteY2" fmla="*/ 436409 h 725493"/>
                    <a:gd name="connsiteX3" fmla="*/ 86634 w 703442"/>
                    <a:gd name="connsiteY3" fmla="*/ 338731 h 725493"/>
                    <a:gd name="connsiteX4" fmla="*/ 145241 w 703442"/>
                    <a:gd name="connsiteY4" fmla="*/ 366418 h 725493"/>
                    <a:gd name="connsiteX5" fmla="*/ 178739 w 703442"/>
                    <a:gd name="connsiteY5" fmla="*/ 349326 h 725493"/>
                    <a:gd name="connsiteX6" fmla="*/ 178739 w 703442"/>
                    <a:gd name="connsiteY6" fmla="*/ 158858 h 725493"/>
                    <a:gd name="connsiteX7" fmla="*/ 371427 w 703442"/>
                    <a:gd name="connsiteY7" fmla="*/ 158858 h 725493"/>
                    <a:gd name="connsiteX8" fmla="*/ 391424 w 703442"/>
                    <a:gd name="connsiteY8" fmla="*/ 127685 h 725493"/>
                    <a:gd name="connsiteX9" fmla="*/ 383005 w 703442"/>
                    <a:gd name="connsiteY9" fmla="*/ 23346 h 725493"/>
                    <a:gd name="connsiteX10" fmla="*/ 535982 w 703442"/>
                    <a:gd name="connsiteY10" fmla="*/ 40095 h 725493"/>
                    <a:gd name="connsiteX11" fmla="*/ 519590 w 703442"/>
                    <a:gd name="connsiteY11" fmla="*/ 126403 h 725493"/>
                    <a:gd name="connsiteX12" fmla="*/ 538977 w 703442"/>
                    <a:gd name="connsiteY12" fmla="*/ 158784 h 725493"/>
                    <a:gd name="connsiteX13" fmla="*/ 703442 w 703442"/>
                    <a:gd name="connsiteY13" fmla="*/ 158784 h 725493"/>
                    <a:gd name="connsiteX14" fmla="*/ 703442 w 703442"/>
                    <a:gd name="connsiteY14" fmla="*/ 335170 h 725493"/>
                    <a:gd name="connsiteX15" fmla="*/ 666815 w 703442"/>
                    <a:gd name="connsiteY15" fmla="*/ 354795 h 725493"/>
                    <a:gd name="connsiteX16" fmla="*/ 510858 w 703442"/>
                    <a:gd name="connsiteY16" fmla="*/ 416874 h 725493"/>
                    <a:gd name="connsiteX17" fmla="*/ 594588 w 703442"/>
                    <a:gd name="connsiteY17" fmla="*/ 539675 h 725493"/>
                    <a:gd name="connsiteX18" fmla="*/ 667798 w 703442"/>
                    <a:gd name="connsiteY18" fmla="*/ 510483 h 725493"/>
                    <a:gd name="connsiteX19" fmla="*/ 703442 w 703442"/>
                    <a:gd name="connsiteY19" fmla="*/ 530660 h 725493"/>
                    <a:gd name="connsiteX20" fmla="*/ 703442 w 703442"/>
                    <a:gd name="connsiteY20" fmla="*/ 725494 h 725493"/>
                    <a:gd name="connsiteX21" fmla="*/ 514017 w 703442"/>
                    <a:gd name="connsiteY21" fmla="*/ 725494 h 725493"/>
                    <a:gd name="connsiteX22" fmla="*/ 487240 w 703442"/>
                    <a:gd name="connsiteY22" fmla="*/ 683353 h 725493"/>
                    <a:gd name="connsiteX23" fmla="*/ 541555 w 703442"/>
                    <a:gd name="connsiteY23" fmla="*/ 609443 h 725493"/>
                    <a:gd name="connsiteX24" fmla="*/ 382990 w 703442"/>
                    <a:gd name="connsiteY24" fmla="*/ 562057 h 725493"/>
                    <a:gd name="connsiteX25" fmla="*/ 385673 w 703442"/>
                    <a:gd name="connsiteY25" fmla="*/ 683577 h 725493"/>
                    <a:gd name="connsiteX26" fmla="*/ 358835 w 703442"/>
                    <a:gd name="connsiteY26" fmla="*/ 725479 h 725493"/>
                    <a:gd name="connsiteX27" fmla="*/ 178739 w 703442"/>
                    <a:gd name="connsiteY27" fmla="*/ 725479 h 725493"/>
                    <a:gd name="connsiteX28" fmla="*/ 178739 w 703442"/>
                    <a:gd name="connsiteY28" fmla="*/ 537633 h 725493"/>
                    <a:gd name="connsiteX29" fmla="*/ 145568 w 703442"/>
                    <a:gd name="connsiteY29" fmla="*/ 520288 h 725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703442" h="725493">
                      <a:moveTo>
                        <a:pt x="145583" y="520303"/>
                      </a:moveTo>
                      <a:cubicBezTo>
                        <a:pt x="128641" y="531673"/>
                        <a:pt x="106274" y="542730"/>
                        <a:pt x="81061" y="545263"/>
                      </a:cubicBezTo>
                      <a:cubicBezTo>
                        <a:pt x="25241" y="550851"/>
                        <a:pt x="2919" y="489443"/>
                        <a:pt x="117" y="436409"/>
                      </a:cubicBezTo>
                      <a:cubicBezTo>
                        <a:pt x="-2669" y="383376"/>
                        <a:pt x="44776" y="333143"/>
                        <a:pt x="86634" y="338731"/>
                      </a:cubicBezTo>
                      <a:cubicBezTo>
                        <a:pt x="106348" y="341354"/>
                        <a:pt x="127925" y="353901"/>
                        <a:pt x="145241" y="366418"/>
                      </a:cubicBezTo>
                      <a:cubicBezTo>
                        <a:pt x="159218" y="376536"/>
                        <a:pt x="178739" y="366582"/>
                        <a:pt x="178739" y="349326"/>
                      </a:cubicBezTo>
                      <a:lnTo>
                        <a:pt x="178739" y="158858"/>
                      </a:lnTo>
                      <a:lnTo>
                        <a:pt x="371427" y="158858"/>
                      </a:lnTo>
                      <a:cubicBezTo>
                        <a:pt x="387490" y="158858"/>
                        <a:pt x="398130" y="142273"/>
                        <a:pt x="391424" y="127685"/>
                      </a:cubicBezTo>
                      <a:cubicBezTo>
                        <a:pt x="376300" y="94827"/>
                        <a:pt x="359327" y="44893"/>
                        <a:pt x="383005" y="23346"/>
                      </a:cubicBezTo>
                      <a:cubicBezTo>
                        <a:pt x="419811" y="-10152"/>
                        <a:pt x="519247" y="-10152"/>
                        <a:pt x="535982" y="40095"/>
                      </a:cubicBezTo>
                      <a:cubicBezTo>
                        <a:pt x="545355" y="68229"/>
                        <a:pt x="532614" y="102069"/>
                        <a:pt x="519590" y="126403"/>
                      </a:cubicBezTo>
                      <a:cubicBezTo>
                        <a:pt x="511737" y="141081"/>
                        <a:pt x="522332" y="158784"/>
                        <a:pt x="538977" y="158784"/>
                      </a:cubicBezTo>
                      <a:lnTo>
                        <a:pt x="703442" y="158784"/>
                      </a:lnTo>
                      <a:lnTo>
                        <a:pt x="703442" y="335170"/>
                      </a:lnTo>
                      <a:cubicBezTo>
                        <a:pt x="703442" y="353990"/>
                        <a:pt x="682163" y="365673"/>
                        <a:pt x="666815" y="354795"/>
                      </a:cubicBezTo>
                      <a:cubicBezTo>
                        <a:pt x="595676" y="304309"/>
                        <a:pt x="517981" y="357567"/>
                        <a:pt x="510858" y="416874"/>
                      </a:cubicBezTo>
                      <a:cubicBezTo>
                        <a:pt x="502484" y="486641"/>
                        <a:pt x="547143" y="545263"/>
                        <a:pt x="594588" y="539675"/>
                      </a:cubicBezTo>
                      <a:cubicBezTo>
                        <a:pt x="618684" y="536844"/>
                        <a:pt x="646370" y="523209"/>
                        <a:pt x="667798" y="510483"/>
                      </a:cubicBezTo>
                      <a:cubicBezTo>
                        <a:pt x="683534" y="501140"/>
                        <a:pt x="703442" y="512361"/>
                        <a:pt x="703442" y="530660"/>
                      </a:cubicBezTo>
                      <a:lnTo>
                        <a:pt x="703442" y="725494"/>
                      </a:lnTo>
                      <a:lnTo>
                        <a:pt x="514017" y="725494"/>
                      </a:lnTo>
                      <a:cubicBezTo>
                        <a:pt x="492336" y="725494"/>
                        <a:pt x="477852" y="702889"/>
                        <a:pt x="487240" y="683353"/>
                      </a:cubicBezTo>
                      <a:cubicBezTo>
                        <a:pt x="498430" y="660077"/>
                        <a:pt x="544311" y="631497"/>
                        <a:pt x="541555" y="609443"/>
                      </a:cubicBezTo>
                      <a:cubicBezTo>
                        <a:pt x="535967" y="564784"/>
                        <a:pt x="436545" y="553742"/>
                        <a:pt x="382990" y="562057"/>
                      </a:cubicBezTo>
                      <a:cubicBezTo>
                        <a:pt x="342116" y="568405"/>
                        <a:pt x="362441" y="632346"/>
                        <a:pt x="385673" y="683577"/>
                      </a:cubicBezTo>
                      <a:cubicBezTo>
                        <a:pt x="394583" y="703216"/>
                        <a:pt x="380397" y="725479"/>
                        <a:pt x="358835" y="725479"/>
                      </a:cubicBezTo>
                      <a:lnTo>
                        <a:pt x="178739" y="725479"/>
                      </a:lnTo>
                      <a:lnTo>
                        <a:pt x="178739" y="537633"/>
                      </a:lnTo>
                      <a:cubicBezTo>
                        <a:pt x="178739" y="520586"/>
                        <a:pt x="159740" y="510781"/>
                        <a:pt x="145568" y="520288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7" name="Forme libre : forme 1056">
                  <a:extLst>
                    <a:ext uri="{FF2B5EF4-FFF2-40B4-BE49-F238E27FC236}">
                      <a16:creationId xmlns:a16="http://schemas.microsoft.com/office/drawing/2014/main" id="{5ED02506-22C3-BA73-9925-991008197159}"/>
                    </a:ext>
                  </a:extLst>
                </p:cNvPr>
                <p:cNvSpPr/>
                <p:nvPr/>
              </p:nvSpPr>
              <p:spPr>
                <a:xfrm>
                  <a:off x="0" y="144695"/>
                  <a:ext cx="709177" cy="731247"/>
                </a:xfrm>
                <a:custGeom>
                  <a:avLst/>
                  <a:gdLst>
                    <a:gd name="connsiteX0" fmla="*/ 706287 w 709177"/>
                    <a:gd name="connsiteY0" fmla="*/ 731248 h 731247"/>
                    <a:gd name="connsiteX1" fmla="*/ 516862 w 709177"/>
                    <a:gd name="connsiteY1" fmla="*/ 731248 h 731247"/>
                    <a:gd name="connsiteX2" fmla="*/ 489295 w 709177"/>
                    <a:gd name="connsiteY2" fmla="*/ 716004 h 731247"/>
                    <a:gd name="connsiteX3" fmla="*/ 487507 w 709177"/>
                    <a:gd name="connsiteY3" fmla="*/ 685009 h 731247"/>
                    <a:gd name="connsiteX4" fmla="*/ 513658 w 709177"/>
                    <a:gd name="connsiteY4" fmla="*/ 653672 h 731247"/>
                    <a:gd name="connsiteX5" fmla="*/ 541569 w 709177"/>
                    <a:gd name="connsiteY5" fmla="*/ 612708 h 731247"/>
                    <a:gd name="connsiteX6" fmla="*/ 526623 w 709177"/>
                    <a:gd name="connsiteY6" fmla="*/ 589715 h 731247"/>
                    <a:gd name="connsiteX7" fmla="*/ 386282 w 709177"/>
                    <a:gd name="connsiteY7" fmla="*/ 567796 h 731247"/>
                    <a:gd name="connsiteX8" fmla="*/ 369131 w 709177"/>
                    <a:gd name="connsiteY8" fmla="*/ 579031 h 731247"/>
                    <a:gd name="connsiteX9" fmla="*/ 391125 w 709177"/>
                    <a:gd name="connsiteY9" fmla="*/ 685307 h 731247"/>
                    <a:gd name="connsiteX10" fmla="*/ 388875 w 709177"/>
                    <a:gd name="connsiteY10" fmla="*/ 716451 h 731247"/>
                    <a:gd name="connsiteX11" fmla="*/ 361695 w 709177"/>
                    <a:gd name="connsiteY11" fmla="*/ 731248 h 731247"/>
                    <a:gd name="connsiteX12" fmla="*/ 181599 w 709177"/>
                    <a:gd name="connsiteY12" fmla="*/ 731248 h 731247"/>
                    <a:gd name="connsiteX13" fmla="*/ 178738 w 709177"/>
                    <a:gd name="connsiteY13" fmla="*/ 728387 h 731247"/>
                    <a:gd name="connsiteX14" fmla="*/ 178738 w 709177"/>
                    <a:gd name="connsiteY14" fmla="*/ 540541 h 731247"/>
                    <a:gd name="connsiteX15" fmla="*/ 169171 w 709177"/>
                    <a:gd name="connsiteY15" fmla="*/ 524537 h 731247"/>
                    <a:gd name="connsiteX16" fmla="*/ 150023 w 709177"/>
                    <a:gd name="connsiteY16" fmla="*/ 525565 h 731247"/>
                    <a:gd name="connsiteX17" fmla="*/ 84189 w 709177"/>
                    <a:gd name="connsiteY17" fmla="*/ 550987 h 731247"/>
                    <a:gd name="connsiteX18" fmla="*/ 37369 w 709177"/>
                    <a:gd name="connsiteY18" fmla="*/ 536786 h 731247"/>
                    <a:gd name="connsiteX19" fmla="*/ 116 w 709177"/>
                    <a:gd name="connsiteY19" fmla="*/ 439451 h 731247"/>
                    <a:gd name="connsiteX20" fmla="*/ 33882 w 709177"/>
                    <a:gd name="connsiteY20" fmla="*/ 359983 h 731247"/>
                    <a:gd name="connsiteX21" fmla="*/ 89866 w 709177"/>
                    <a:gd name="connsiteY21" fmla="*/ 338778 h 731247"/>
                    <a:gd name="connsiteX22" fmla="*/ 149770 w 709177"/>
                    <a:gd name="connsiteY22" fmla="*/ 366986 h 731247"/>
                    <a:gd name="connsiteX23" fmla="*/ 168798 w 709177"/>
                    <a:gd name="connsiteY23" fmla="*/ 368476 h 731247"/>
                    <a:gd name="connsiteX24" fmla="*/ 178738 w 709177"/>
                    <a:gd name="connsiteY24" fmla="*/ 352219 h 731247"/>
                    <a:gd name="connsiteX25" fmla="*/ 178738 w 709177"/>
                    <a:gd name="connsiteY25" fmla="*/ 161751 h 731247"/>
                    <a:gd name="connsiteX26" fmla="*/ 181599 w 709177"/>
                    <a:gd name="connsiteY26" fmla="*/ 158890 h 731247"/>
                    <a:gd name="connsiteX27" fmla="*/ 374287 w 709177"/>
                    <a:gd name="connsiteY27" fmla="*/ 158890 h 731247"/>
                    <a:gd name="connsiteX28" fmla="*/ 390425 w 709177"/>
                    <a:gd name="connsiteY28" fmla="*/ 150083 h 731247"/>
                    <a:gd name="connsiteX29" fmla="*/ 391692 w 709177"/>
                    <a:gd name="connsiteY29" fmla="*/ 131770 h 731247"/>
                    <a:gd name="connsiteX30" fmla="*/ 383943 w 709177"/>
                    <a:gd name="connsiteY30" fmla="*/ 24123 h 731247"/>
                    <a:gd name="connsiteX31" fmla="*/ 494048 w 709177"/>
                    <a:gd name="connsiteY31" fmla="*/ 4140 h 731247"/>
                    <a:gd name="connsiteX32" fmla="*/ 541569 w 709177"/>
                    <a:gd name="connsiteY32" fmla="*/ 42064 h 731247"/>
                    <a:gd name="connsiteX33" fmla="*/ 524983 w 709177"/>
                    <a:gd name="connsiteY33" fmla="*/ 130622 h 731247"/>
                    <a:gd name="connsiteX34" fmla="*/ 525431 w 709177"/>
                    <a:gd name="connsiteY34" fmla="*/ 149502 h 731247"/>
                    <a:gd name="connsiteX35" fmla="*/ 541852 w 709177"/>
                    <a:gd name="connsiteY35" fmla="*/ 158801 h 731247"/>
                    <a:gd name="connsiteX36" fmla="*/ 706317 w 709177"/>
                    <a:gd name="connsiteY36" fmla="*/ 158801 h 731247"/>
                    <a:gd name="connsiteX37" fmla="*/ 709178 w 709177"/>
                    <a:gd name="connsiteY37" fmla="*/ 161662 h 731247"/>
                    <a:gd name="connsiteX38" fmla="*/ 709178 w 709177"/>
                    <a:gd name="connsiteY38" fmla="*/ 338048 h 731247"/>
                    <a:gd name="connsiteX39" fmla="*/ 694664 w 709177"/>
                    <a:gd name="connsiteY39" fmla="*/ 361756 h 731247"/>
                    <a:gd name="connsiteX40" fmla="*/ 668036 w 709177"/>
                    <a:gd name="connsiteY40" fmla="*/ 359997 h 731247"/>
                    <a:gd name="connsiteX41" fmla="*/ 572608 w 709177"/>
                    <a:gd name="connsiteY41" fmla="*/ 348389 h 731247"/>
                    <a:gd name="connsiteX42" fmla="*/ 516564 w 709177"/>
                    <a:gd name="connsiteY42" fmla="*/ 420094 h 731247"/>
                    <a:gd name="connsiteX43" fmla="*/ 547127 w 709177"/>
                    <a:gd name="connsiteY43" fmla="*/ 519843 h 731247"/>
                    <a:gd name="connsiteX44" fmla="*/ 597135 w 709177"/>
                    <a:gd name="connsiteY44" fmla="*/ 539722 h 731247"/>
                    <a:gd name="connsiteX45" fmla="*/ 669213 w 709177"/>
                    <a:gd name="connsiteY45" fmla="*/ 510903 h 731247"/>
                    <a:gd name="connsiteX46" fmla="*/ 695871 w 709177"/>
                    <a:gd name="connsiteY46" fmla="*/ 510634 h 731247"/>
                    <a:gd name="connsiteX47" fmla="*/ 709178 w 709177"/>
                    <a:gd name="connsiteY47" fmla="*/ 533552 h 731247"/>
                    <a:gd name="connsiteX48" fmla="*/ 709178 w 709177"/>
                    <a:gd name="connsiteY48" fmla="*/ 728387 h 731247"/>
                    <a:gd name="connsiteX49" fmla="*/ 706317 w 709177"/>
                    <a:gd name="connsiteY49" fmla="*/ 731248 h 731247"/>
                    <a:gd name="connsiteX50" fmla="*/ 422493 w 709177"/>
                    <a:gd name="connsiteY50" fmla="*/ 559600 h 731247"/>
                    <a:gd name="connsiteX51" fmla="*/ 530080 w 709177"/>
                    <a:gd name="connsiteY51" fmla="*/ 585141 h 731247"/>
                    <a:gd name="connsiteX52" fmla="*/ 547246 w 709177"/>
                    <a:gd name="connsiteY52" fmla="*/ 611993 h 731247"/>
                    <a:gd name="connsiteX53" fmla="*/ 517712 w 709177"/>
                    <a:gd name="connsiteY53" fmla="*/ 657710 h 731247"/>
                    <a:gd name="connsiteX54" fmla="*/ 492678 w 709177"/>
                    <a:gd name="connsiteY54" fmla="*/ 687498 h 731247"/>
                    <a:gd name="connsiteX55" fmla="*/ 494153 w 709177"/>
                    <a:gd name="connsiteY55" fmla="*/ 712979 h 731247"/>
                    <a:gd name="connsiteX56" fmla="*/ 516877 w 709177"/>
                    <a:gd name="connsiteY56" fmla="*/ 725540 h 731247"/>
                    <a:gd name="connsiteX57" fmla="*/ 703441 w 709177"/>
                    <a:gd name="connsiteY57" fmla="*/ 725540 h 731247"/>
                    <a:gd name="connsiteX58" fmla="*/ 703441 w 709177"/>
                    <a:gd name="connsiteY58" fmla="*/ 533567 h 731247"/>
                    <a:gd name="connsiteX59" fmla="*/ 693025 w 709177"/>
                    <a:gd name="connsiteY59" fmla="*/ 515626 h 731247"/>
                    <a:gd name="connsiteX60" fmla="*/ 672119 w 709177"/>
                    <a:gd name="connsiteY60" fmla="*/ 515850 h 731247"/>
                    <a:gd name="connsiteX61" fmla="*/ 597791 w 709177"/>
                    <a:gd name="connsiteY61" fmla="*/ 545429 h 731247"/>
                    <a:gd name="connsiteX62" fmla="*/ 543074 w 709177"/>
                    <a:gd name="connsiteY62" fmla="*/ 523911 h 731247"/>
                    <a:gd name="connsiteX63" fmla="*/ 510887 w 709177"/>
                    <a:gd name="connsiteY63" fmla="*/ 419453 h 731247"/>
                    <a:gd name="connsiteX64" fmla="*/ 570283 w 709177"/>
                    <a:gd name="connsiteY64" fmla="*/ 343204 h 731247"/>
                    <a:gd name="connsiteX65" fmla="*/ 671329 w 709177"/>
                    <a:gd name="connsiteY65" fmla="*/ 355378 h 731247"/>
                    <a:gd name="connsiteX66" fmla="*/ 692027 w 709177"/>
                    <a:gd name="connsiteY66" fmla="*/ 356719 h 731247"/>
                    <a:gd name="connsiteX67" fmla="*/ 703441 w 709177"/>
                    <a:gd name="connsiteY67" fmla="*/ 338093 h 731247"/>
                    <a:gd name="connsiteX68" fmla="*/ 703441 w 709177"/>
                    <a:gd name="connsiteY68" fmla="*/ 164552 h 731247"/>
                    <a:gd name="connsiteX69" fmla="*/ 541837 w 709177"/>
                    <a:gd name="connsiteY69" fmla="*/ 164552 h 731247"/>
                    <a:gd name="connsiteX70" fmla="*/ 520513 w 709177"/>
                    <a:gd name="connsiteY70" fmla="*/ 152482 h 731247"/>
                    <a:gd name="connsiteX71" fmla="*/ 519932 w 709177"/>
                    <a:gd name="connsiteY71" fmla="*/ 127970 h 731247"/>
                    <a:gd name="connsiteX72" fmla="*/ 536130 w 709177"/>
                    <a:gd name="connsiteY72" fmla="*/ 43912 h 731247"/>
                    <a:gd name="connsiteX73" fmla="*/ 492588 w 709177"/>
                    <a:gd name="connsiteY73" fmla="*/ 9698 h 731247"/>
                    <a:gd name="connsiteX74" fmla="*/ 387773 w 709177"/>
                    <a:gd name="connsiteY74" fmla="*/ 28370 h 731247"/>
                    <a:gd name="connsiteX75" fmla="*/ 396862 w 709177"/>
                    <a:gd name="connsiteY75" fmla="*/ 129400 h 731247"/>
                    <a:gd name="connsiteX76" fmla="*/ 395223 w 709177"/>
                    <a:gd name="connsiteY76" fmla="*/ 153183 h 731247"/>
                    <a:gd name="connsiteX77" fmla="*/ 374272 w 709177"/>
                    <a:gd name="connsiteY77" fmla="*/ 164627 h 731247"/>
                    <a:gd name="connsiteX78" fmla="*/ 184445 w 709177"/>
                    <a:gd name="connsiteY78" fmla="*/ 164627 h 731247"/>
                    <a:gd name="connsiteX79" fmla="*/ 184445 w 709177"/>
                    <a:gd name="connsiteY79" fmla="*/ 352234 h 731247"/>
                    <a:gd name="connsiteX80" fmla="*/ 171391 w 709177"/>
                    <a:gd name="connsiteY80" fmla="*/ 373587 h 731247"/>
                    <a:gd name="connsiteX81" fmla="*/ 146417 w 709177"/>
                    <a:gd name="connsiteY81" fmla="*/ 371635 h 731247"/>
                    <a:gd name="connsiteX82" fmla="*/ 89107 w 709177"/>
                    <a:gd name="connsiteY82" fmla="*/ 344470 h 731247"/>
                    <a:gd name="connsiteX83" fmla="*/ 37757 w 709177"/>
                    <a:gd name="connsiteY83" fmla="*/ 364200 h 731247"/>
                    <a:gd name="connsiteX84" fmla="*/ 5823 w 709177"/>
                    <a:gd name="connsiteY84" fmla="*/ 439168 h 731247"/>
                    <a:gd name="connsiteX85" fmla="*/ 41095 w 709177"/>
                    <a:gd name="connsiteY85" fmla="*/ 532480 h 731247"/>
                    <a:gd name="connsiteX86" fmla="*/ 83623 w 709177"/>
                    <a:gd name="connsiteY86" fmla="*/ 545324 h 731247"/>
                    <a:gd name="connsiteX87" fmla="*/ 146834 w 709177"/>
                    <a:gd name="connsiteY87" fmla="*/ 520842 h 731247"/>
                    <a:gd name="connsiteX88" fmla="*/ 146834 w 709177"/>
                    <a:gd name="connsiteY88" fmla="*/ 520842 h 731247"/>
                    <a:gd name="connsiteX89" fmla="*/ 171853 w 709177"/>
                    <a:gd name="connsiteY89" fmla="*/ 519516 h 731247"/>
                    <a:gd name="connsiteX90" fmla="*/ 184445 w 709177"/>
                    <a:gd name="connsiteY90" fmla="*/ 540571 h 731247"/>
                    <a:gd name="connsiteX91" fmla="*/ 184445 w 709177"/>
                    <a:gd name="connsiteY91" fmla="*/ 725555 h 731247"/>
                    <a:gd name="connsiteX92" fmla="*/ 361695 w 709177"/>
                    <a:gd name="connsiteY92" fmla="*/ 725555 h 731247"/>
                    <a:gd name="connsiteX93" fmla="*/ 384077 w 709177"/>
                    <a:gd name="connsiteY93" fmla="*/ 713366 h 731247"/>
                    <a:gd name="connsiteX94" fmla="*/ 385925 w 709177"/>
                    <a:gd name="connsiteY94" fmla="*/ 687676 h 731247"/>
                    <a:gd name="connsiteX95" fmla="*/ 364109 w 709177"/>
                    <a:gd name="connsiteY95" fmla="*/ 576319 h 731247"/>
                    <a:gd name="connsiteX96" fmla="*/ 385403 w 709177"/>
                    <a:gd name="connsiteY96" fmla="*/ 562148 h 731247"/>
                    <a:gd name="connsiteX97" fmla="*/ 422493 w 709177"/>
                    <a:gd name="connsiteY97" fmla="*/ 559615 h 7312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</a:cxnLst>
                  <a:rect l="l" t="t" r="r" b="b"/>
                  <a:pathLst>
                    <a:path w="709177" h="731247">
                      <a:moveTo>
                        <a:pt x="706287" y="731248"/>
                      </a:moveTo>
                      <a:lnTo>
                        <a:pt x="516862" y="731248"/>
                      </a:lnTo>
                      <a:cubicBezTo>
                        <a:pt x="505612" y="731248"/>
                        <a:pt x="495300" y="725555"/>
                        <a:pt x="489295" y="716004"/>
                      </a:cubicBezTo>
                      <a:cubicBezTo>
                        <a:pt x="483364" y="706571"/>
                        <a:pt x="482694" y="694993"/>
                        <a:pt x="487507" y="685009"/>
                      </a:cubicBezTo>
                      <a:cubicBezTo>
                        <a:pt x="492320" y="675010"/>
                        <a:pt x="503168" y="664162"/>
                        <a:pt x="513658" y="653672"/>
                      </a:cubicBezTo>
                      <a:cubicBezTo>
                        <a:pt x="528098" y="639232"/>
                        <a:pt x="543014" y="624301"/>
                        <a:pt x="541569" y="612708"/>
                      </a:cubicBezTo>
                      <a:cubicBezTo>
                        <a:pt x="540496" y="604110"/>
                        <a:pt x="535474" y="596376"/>
                        <a:pt x="526623" y="589715"/>
                      </a:cubicBezTo>
                      <a:cubicBezTo>
                        <a:pt x="506476" y="574516"/>
                        <a:pt x="446498" y="558438"/>
                        <a:pt x="386282" y="567796"/>
                      </a:cubicBezTo>
                      <a:cubicBezTo>
                        <a:pt x="378146" y="569062"/>
                        <a:pt x="372544" y="572728"/>
                        <a:pt x="369131" y="579031"/>
                      </a:cubicBezTo>
                      <a:cubicBezTo>
                        <a:pt x="359818" y="596272"/>
                        <a:pt x="367417" y="633018"/>
                        <a:pt x="391125" y="685307"/>
                      </a:cubicBezTo>
                      <a:cubicBezTo>
                        <a:pt x="395730" y="695470"/>
                        <a:pt x="394895" y="707108"/>
                        <a:pt x="388875" y="716451"/>
                      </a:cubicBezTo>
                      <a:cubicBezTo>
                        <a:pt x="382900" y="725719"/>
                        <a:pt x="372737" y="731248"/>
                        <a:pt x="361695" y="731248"/>
                      </a:cubicBezTo>
                      <a:lnTo>
                        <a:pt x="181599" y="731248"/>
                      </a:lnTo>
                      <a:cubicBezTo>
                        <a:pt x="180019" y="731248"/>
                        <a:pt x="178738" y="729966"/>
                        <a:pt x="178738" y="728387"/>
                      </a:cubicBezTo>
                      <a:lnTo>
                        <a:pt x="178738" y="540541"/>
                      </a:lnTo>
                      <a:cubicBezTo>
                        <a:pt x="178738" y="533716"/>
                        <a:pt x="175161" y="527726"/>
                        <a:pt x="169171" y="524537"/>
                      </a:cubicBezTo>
                      <a:cubicBezTo>
                        <a:pt x="163032" y="521259"/>
                        <a:pt x="155864" y="521646"/>
                        <a:pt x="150023" y="525565"/>
                      </a:cubicBezTo>
                      <a:cubicBezTo>
                        <a:pt x="128133" y="540258"/>
                        <a:pt x="105990" y="548811"/>
                        <a:pt x="84189" y="550987"/>
                      </a:cubicBezTo>
                      <a:cubicBezTo>
                        <a:pt x="66188" y="552790"/>
                        <a:pt x="50438" y="548007"/>
                        <a:pt x="37369" y="536786"/>
                      </a:cubicBezTo>
                      <a:cubicBezTo>
                        <a:pt x="27251" y="528099"/>
                        <a:pt x="3365" y="501232"/>
                        <a:pt x="116" y="439451"/>
                      </a:cubicBezTo>
                      <a:cubicBezTo>
                        <a:pt x="-1374" y="411034"/>
                        <a:pt x="11560" y="380591"/>
                        <a:pt x="33882" y="359983"/>
                      </a:cubicBezTo>
                      <a:cubicBezTo>
                        <a:pt x="51123" y="344068"/>
                        <a:pt x="71538" y="336349"/>
                        <a:pt x="89866" y="338778"/>
                      </a:cubicBezTo>
                      <a:cubicBezTo>
                        <a:pt x="106884" y="341043"/>
                        <a:pt x="127030" y="350535"/>
                        <a:pt x="149770" y="366986"/>
                      </a:cubicBezTo>
                      <a:cubicBezTo>
                        <a:pt x="155447" y="371099"/>
                        <a:pt x="162570" y="371650"/>
                        <a:pt x="168798" y="368476"/>
                      </a:cubicBezTo>
                      <a:cubicBezTo>
                        <a:pt x="175027" y="365302"/>
                        <a:pt x="178738" y="359223"/>
                        <a:pt x="178738" y="352219"/>
                      </a:cubicBezTo>
                      <a:lnTo>
                        <a:pt x="178738" y="161751"/>
                      </a:lnTo>
                      <a:cubicBezTo>
                        <a:pt x="178738" y="160171"/>
                        <a:pt x="180019" y="158890"/>
                        <a:pt x="181599" y="158890"/>
                      </a:cubicBezTo>
                      <a:lnTo>
                        <a:pt x="374287" y="158890"/>
                      </a:lnTo>
                      <a:cubicBezTo>
                        <a:pt x="380858" y="158890"/>
                        <a:pt x="386893" y="155597"/>
                        <a:pt x="390425" y="150083"/>
                      </a:cubicBezTo>
                      <a:cubicBezTo>
                        <a:pt x="393957" y="144570"/>
                        <a:pt x="394433" y="137730"/>
                        <a:pt x="391692" y="131770"/>
                      </a:cubicBezTo>
                      <a:cubicBezTo>
                        <a:pt x="374719" y="94889"/>
                        <a:pt x="359609" y="46266"/>
                        <a:pt x="383943" y="24123"/>
                      </a:cubicBezTo>
                      <a:cubicBezTo>
                        <a:pt x="407278" y="2889"/>
                        <a:pt x="455633" y="-5888"/>
                        <a:pt x="494048" y="4140"/>
                      </a:cubicBezTo>
                      <a:cubicBezTo>
                        <a:pt x="518680" y="10578"/>
                        <a:pt x="535563" y="24048"/>
                        <a:pt x="541569" y="42064"/>
                      </a:cubicBezTo>
                      <a:cubicBezTo>
                        <a:pt x="551344" y="71390"/>
                        <a:pt x="537948" y="106423"/>
                        <a:pt x="524983" y="130622"/>
                      </a:cubicBezTo>
                      <a:cubicBezTo>
                        <a:pt x="521765" y="136627"/>
                        <a:pt x="521944" y="143676"/>
                        <a:pt x="525431" y="149502"/>
                      </a:cubicBezTo>
                      <a:cubicBezTo>
                        <a:pt x="528917" y="155329"/>
                        <a:pt x="535057" y="158801"/>
                        <a:pt x="541852" y="158801"/>
                      </a:cubicBezTo>
                      <a:lnTo>
                        <a:pt x="706317" y="158801"/>
                      </a:lnTo>
                      <a:cubicBezTo>
                        <a:pt x="707897" y="158801"/>
                        <a:pt x="709178" y="160082"/>
                        <a:pt x="709178" y="161662"/>
                      </a:cubicBezTo>
                      <a:lnTo>
                        <a:pt x="709178" y="338048"/>
                      </a:lnTo>
                      <a:cubicBezTo>
                        <a:pt x="709178" y="348047"/>
                        <a:pt x="703620" y="357122"/>
                        <a:pt x="694664" y="361756"/>
                      </a:cubicBezTo>
                      <a:cubicBezTo>
                        <a:pt x="685902" y="366271"/>
                        <a:pt x="675948" y="365630"/>
                        <a:pt x="668036" y="359997"/>
                      </a:cubicBezTo>
                      <a:cubicBezTo>
                        <a:pt x="637890" y="338599"/>
                        <a:pt x="604005" y="334472"/>
                        <a:pt x="572608" y="348389"/>
                      </a:cubicBezTo>
                      <a:cubicBezTo>
                        <a:pt x="542180" y="361875"/>
                        <a:pt x="520170" y="390023"/>
                        <a:pt x="516564" y="420094"/>
                      </a:cubicBezTo>
                      <a:cubicBezTo>
                        <a:pt x="512004" y="458152"/>
                        <a:pt x="523702" y="496374"/>
                        <a:pt x="547127" y="519843"/>
                      </a:cubicBezTo>
                      <a:cubicBezTo>
                        <a:pt x="561954" y="534715"/>
                        <a:pt x="579701" y="541778"/>
                        <a:pt x="597135" y="539722"/>
                      </a:cubicBezTo>
                      <a:cubicBezTo>
                        <a:pt x="621454" y="536861"/>
                        <a:pt x="649752" y="522466"/>
                        <a:pt x="669213" y="510903"/>
                      </a:cubicBezTo>
                      <a:cubicBezTo>
                        <a:pt x="677528" y="505970"/>
                        <a:pt x="687482" y="505866"/>
                        <a:pt x="695871" y="510634"/>
                      </a:cubicBezTo>
                      <a:cubicBezTo>
                        <a:pt x="704201" y="515373"/>
                        <a:pt x="709178" y="523941"/>
                        <a:pt x="709178" y="533552"/>
                      </a:cubicBezTo>
                      <a:lnTo>
                        <a:pt x="709178" y="728387"/>
                      </a:lnTo>
                      <a:cubicBezTo>
                        <a:pt x="709178" y="729966"/>
                        <a:pt x="707897" y="731248"/>
                        <a:pt x="706317" y="731248"/>
                      </a:cubicBezTo>
                      <a:close/>
                      <a:moveTo>
                        <a:pt x="422493" y="559600"/>
                      </a:moveTo>
                      <a:cubicBezTo>
                        <a:pt x="459969" y="559600"/>
                        <a:pt x="505195" y="566380"/>
                        <a:pt x="530080" y="585141"/>
                      </a:cubicBezTo>
                      <a:cubicBezTo>
                        <a:pt x="540198" y="592770"/>
                        <a:pt x="545979" y="601815"/>
                        <a:pt x="547246" y="611993"/>
                      </a:cubicBezTo>
                      <a:cubicBezTo>
                        <a:pt x="549049" y="626372"/>
                        <a:pt x="533105" y="642302"/>
                        <a:pt x="517712" y="657710"/>
                      </a:cubicBezTo>
                      <a:cubicBezTo>
                        <a:pt x="507564" y="667858"/>
                        <a:pt x="497058" y="678363"/>
                        <a:pt x="492678" y="687498"/>
                      </a:cubicBezTo>
                      <a:cubicBezTo>
                        <a:pt x="488729" y="695693"/>
                        <a:pt x="489280" y="705230"/>
                        <a:pt x="494153" y="712979"/>
                      </a:cubicBezTo>
                      <a:cubicBezTo>
                        <a:pt x="499100" y="720847"/>
                        <a:pt x="507594" y="725540"/>
                        <a:pt x="516877" y="725540"/>
                      </a:cubicBezTo>
                      <a:lnTo>
                        <a:pt x="703441" y="725540"/>
                      </a:lnTo>
                      <a:lnTo>
                        <a:pt x="703441" y="533567"/>
                      </a:lnTo>
                      <a:cubicBezTo>
                        <a:pt x="703441" y="526042"/>
                        <a:pt x="699552" y="519337"/>
                        <a:pt x="693025" y="515626"/>
                      </a:cubicBezTo>
                      <a:cubicBezTo>
                        <a:pt x="686454" y="511886"/>
                        <a:pt x="678645" y="511975"/>
                        <a:pt x="672119" y="515850"/>
                      </a:cubicBezTo>
                      <a:cubicBezTo>
                        <a:pt x="652181" y="527696"/>
                        <a:pt x="623093" y="542449"/>
                        <a:pt x="597791" y="545429"/>
                      </a:cubicBezTo>
                      <a:cubicBezTo>
                        <a:pt x="578613" y="547694"/>
                        <a:pt x="559167" y="540049"/>
                        <a:pt x="543074" y="523911"/>
                      </a:cubicBezTo>
                      <a:cubicBezTo>
                        <a:pt x="518457" y="499235"/>
                        <a:pt x="506118" y="459210"/>
                        <a:pt x="510887" y="419453"/>
                      </a:cubicBezTo>
                      <a:cubicBezTo>
                        <a:pt x="514731" y="387416"/>
                        <a:pt x="538052" y="357494"/>
                        <a:pt x="570283" y="343204"/>
                      </a:cubicBezTo>
                      <a:cubicBezTo>
                        <a:pt x="603588" y="328451"/>
                        <a:pt x="639470" y="332773"/>
                        <a:pt x="671329" y="355378"/>
                      </a:cubicBezTo>
                      <a:cubicBezTo>
                        <a:pt x="677468" y="359744"/>
                        <a:pt x="685202" y="360236"/>
                        <a:pt x="692027" y="356719"/>
                      </a:cubicBezTo>
                      <a:cubicBezTo>
                        <a:pt x="699075" y="353083"/>
                        <a:pt x="703441" y="345946"/>
                        <a:pt x="703441" y="338093"/>
                      </a:cubicBezTo>
                      <a:lnTo>
                        <a:pt x="703441" y="164552"/>
                      </a:lnTo>
                      <a:lnTo>
                        <a:pt x="541837" y="164552"/>
                      </a:lnTo>
                      <a:cubicBezTo>
                        <a:pt x="533015" y="164552"/>
                        <a:pt x="525028" y="160037"/>
                        <a:pt x="520513" y="152482"/>
                      </a:cubicBezTo>
                      <a:cubicBezTo>
                        <a:pt x="515983" y="144913"/>
                        <a:pt x="515760" y="135748"/>
                        <a:pt x="519932" y="127970"/>
                      </a:cubicBezTo>
                      <a:cubicBezTo>
                        <a:pt x="532360" y="104754"/>
                        <a:pt x="545264" y="71315"/>
                        <a:pt x="536130" y="43912"/>
                      </a:cubicBezTo>
                      <a:cubicBezTo>
                        <a:pt x="530750" y="27774"/>
                        <a:pt x="515283" y="15629"/>
                        <a:pt x="492588" y="9698"/>
                      </a:cubicBezTo>
                      <a:cubicBezTo>
                        <a:pt x="455856" y="117"/>
                        <a:pt x="409826" y="8313"/>
                        <a:pt x="387773" y="28370"/>
                      </a:cubicBezTo>
                      <a:cubicBezTo>
                        <a:pt x="377923" y="37325"/>
                        <a:pt x="366017" y="62360"/>
                        <a:pt x="396862" y="129400"/>
                      </a:cubicBezTo>
                      <a:cubicBezTo>
                        <a:pt x="400424" y="137134"/>
                        <a:pt x="399813" y="146030"/>
                        <a:pt x="395223" y="153183"/>
                      </a:cubicBezTo>
                      <a:cubicBezTo>
                        <a:pt x="390634" y="160350"/>
                        <a:pt x="382796" y="164627"/>
                        <a:pt x="374272" y="164627"/>
                      </a:cubicBezTo>
                      <a:lnTo>
                        <a:pt x="184445" y="164627"/>
                      </a:lnTo>
                      <a:lnTo>
                        <a:pt x="184445" y="352234"/>
                      </a:lnTo>
                      <a:cubicBezTo>
                        <a:pt x="184445" y="361294"/>
                        <a:pt x="179438" y="369475"/>
                        <a:pt x="171391" y="373587"/>
                      </a:cubicBezTo>
                      <a:cubicBezTo>
                        <a:pt x="163330" y="377700"/>
                        <a:pt x="153763" y="376955"/>
                        <a:pt x="146417" y="371635"/>
                      </a:cubicBezTo>
                      <a:cubicBezTo>
                        <a:pt x="124765" y="355974"/>
                        <a:pt x="104947" y="346571"/>
                        <a:pt x="89107" y="344470"/>
                      </a:cubicBezTo>
                      <a:cubicBezTo>
                        <a:pt x="72462" y="342250"/>
                        <a:pt x="53746" y="349447"/>
                        <a:pt x="37757" y="364200"/>
                      </a:cubicBezTo>
                      <a:cubicBezTo>
                        <a:pt x="16657" y="383676"/>
                        <a:pt x="4408" y="412405"/>
                        <a:pt x="5823" y="439168"/>
                      </a:cubicBezTo>
                      <a:cubicBezTo>
                        <a:pt x="7999" y="480504"/>
                        <a:pt x="21187" y="515388"/>
                        <a:pt x="41095" y="532480"/>
                      </a:cubicBezTo>
                      <a:cubicBezTo>
                        <a:pt x="52941" y="542642"/>
                        <a:pt x="67246" y="546979"/>
                        <a:pt x="83623" y="545324"/>
                      </a:cubicBezTo>
                      <a:cubicBezTo>
                        <a:pt x="104470" y="543238"/>
                        <a:pt x="125734" y="534998"/>
                        <a:pt x="146834" y="520842"/>
                      </a:cubicBezTo>
                      <a:lnTo>
                        <a:pt x="146834" y="520842"/>
                      </a:lnTo>
                      <a:cubicBezTo>
                        <a:pt x="154359" y="515805"/>
                        <a:pt x="163941" y="515284"/>
                        <a:pt x="171853" y="519516"/>
                      </a:cubicBezTo>
                      <a:cubicBezTo>
                        <a:pt x="179736" y="523718"/>
                        <a:pt x="184445" y="531586"/>
                        <a:pt x="184445" y="540571"/>
                      </a:cubicBezTo>
                      <a:lnTo>
                        <a:pt x="184445" y="725555"/>
                      </a:lnTo>
                      <a:lnTo>
                        <a:pt x="361695" y="725555"/>
                      </a:lnTo>
                      <a:cubicBezTo>
                        <a:pt x="370800" y="725555"/>
                        <a:pt x="379160" y="720996"/>
                        <a:pt x="384077" y="713366"/>
                      </a:cubicBezTo>
                      <a:cubicBezTo>
                        <a:pt x="389039" y="705662"/>
                        <a:pt x="389740" y="696066"/>
                        <a:pt x="385925" y="687676"/>
                      </a:cubicBezTo>
                      <a:cubicBezTo>
                        <a:pt x="361099" y="632929"/>
                        <a:pt x="353768" y="595467"/>
                        <a:pt x="364109" y="576319"/>
                      </a:cubicBezTo>
                      <a:cubicBezTo>
                        <a:pt x="368356" y="568451"/>
                        <a:pt x="375524" y="563683"/>
                        <a:pt x="385403" y="562148"/>
                      </a:cubicBezTo>
                      <a:cubicBezTo>
                        <a:pt x="395730" y="560539"/>
                        <a:pt x="408575" y="559615"/>
                        <a:pt x="422493" y="559615"/>
                      </a:cubicBezTo>
                      <a:close/>
                    </a:path>
                  </a:pathLst>
                </a:custGeom>
                <a:solidFill>
                  <a:srgbClr val="FCFCFC"/>
                </a:solidFill>
                <a:ln w="1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73" name="Graphique 6">
              <a:extLst>
                <a:ext uri="{FF2B5EF4-FFF2-40B4-BE49-F238E27FC236}">
                  <a16:creationId xmlns:a16="http://schemas.microsoft.com/office/drawing/2014/main" id="{1EC35101-AB97-3F5D-74B2-E6A59CE646A0}"/>
                </a:ext>
              </a:extLst>
            </p:cNvPr>
            <p:cNvGrpSpPr/>
            <p:nvPr/>
          </p:nvGrpSpPr>
          <p:grpSpPr>
            <a:xfrm>
              <a:off x="786446" y="0"/>
              <a:ext cx="390349" cy="351771"/>
              <a:chOff x="786446" y="0"/>
              <a:chExt cx="390349" cy="351771"/>
            </a:xfrm>
          </p:grpSpPr>
          <p:grpSp>
            <p:nvGrpSpPr>
              <p:cNvPr id="1031" name="Graphique 6">
                <a:extLst>
                  <a:ext uri="{FF2B5EF4-FFF2-40B4-BE49-F238E27FC236}">
                    <a16:creationId xmlns:a16="http://schemas.microsoft.com/office/drawing/2014/main" id="{A78103DB-E2FF-F716-2513-B218C061403D}"/>
                  </a:ext>
                </a:extLst>
              </p:cNvPr>
              <p:cNvGrpSpPr/>
              <p:nvPr/>
            </p:nvGrpSpPr>
            <p:grpSpPr>
              <a:xfrm>
                <a:off x="891576" y="0"/>
                <a:ext cx="285219" cy="285258"/>
                <a:chOff x="891576" y="0"/>
                <a:chExt cx="285219" cy="285258"/>
              </a:xfrm>
            </p:grpSpPr>
            <p:grpSp>
              <p:nvGrpSpPr>
                <p:cNvPr id="1043" name="Graphique 6">
                  <a:extLst>
                    <a:ext uri="{FF2B5EF4-FFF2-40B4-BE49-F238E27FC236}">
                      <a16:creationId xmlns:a16="http://schemas.microsoft.com/office/drawing/2014/main" id="{89D024E8-1B05-86FB-6D97-D3292C4420FB}"/>
                    </a:ext>
                  </a:extLst>
                </p:cNvPr>
                <p:cNvGrpSpPr/>
                <p:nvPr/>
              </p:nvGrpSpPr>
              <p:grpSpPr>
                <a:xfrm>
                  <a:off x="891576" y="0"/>
                  <a:ext cx="203121" cy="186028"/>
                  <a:chOff x="891576" y="0"/>
                  <a:chExt cx="203121" cy="186028"/>
                </a:xfrm>
                <a:solidFill>
                  <a:srgbClr val="B1ABE5"/>
                </a:solidFill>
              </p:grpSpPr>
              <p:sp>
                <p:nvSpPr>
                  <p:cNvPr id="1052" name="Forme libre : forme 1051">
                    <a:extLst>
                      <a:ext uri="{FF2B5EF4-FFF2-40B4-BE49-F238E27FC236}">
                        <a16:creationId xmlns:a16="http://schemas.microsoft.com/office/drawing/2014/main" id="{BABDF281-99A7-ADE0-B8A9-7E9C5F9131EC}"/>
                      </a:ext>
                    </a:extLst>
                  </p:cNvPr>
                  <p:cNvSpPr/>
                  <p:nvPr/>
                </p:nvSpPr>
                <p:spPr>
                  <a:xfrm>
                    <a:off x="891576" y="0"/>
                    <a:ext cx="179422" cy="186028"/>
                  </a:xfrm>
                  <a:custGeom>
                    <a:avLst/>
                    <a:gdLst>
                      <a:gd name="connsiteX0" fmla="*/ 10022 w 179422"/>
                      <a:gd name="connsiteY0" fmla="*/ 185969 h 186028"/>
                      <a:gd name="connsiteX1" fmla="*/ 5954 w 179422"/>
                      <a:gd name="connsiteY1" fmla="*/ 183481 h 186028"/>
                      <a:gd name="connsiteX2" fmla="*/ 2989 w 179422"/>
                      <a:gd name="connsiteY2" fmla="*/ 171679 h 186028"/>
                      <a:gd name="connsiteX3" fmla="*/ 5760 w 179422"/>
                      <a:gd name="connsiteY3" fmla="*/ 167462 h 186028"/>
                      <a:gd name="connsiteX4" fmla="*/ 5835 w 179422"/>
                      <a:gd name="connsiteY4" fmla="*/ 167462 h 186028"/>
                      <a:gd name="connsiteX5" fmla="*/ 9992 w 179422"/>
                      <a:gd name="connsiteY5" fmla="*/ 170248 h 186028"/>
                      <a:gd name="connsiteX6" fmla="*/ 12809 w 179422"/>
                      <a:gd name="connsiteY6" fmla="*/ 181469 h 186028"/>
                      <a:gd name="connsiteX7" fmla="*/ 10410 w 179422"/>
                      <a:gd name="connsiteY7" fmla="*/ 185909 h 186028"/>
                      <a:gd name="connsiteX8" fmla="*/ 10037 w 179422"/>
                      <a:gd name="connsiteY8" fmla="*/ 185999 h 186028"/>
                      <a:gd name="connsiteX9" fmla="*/ 4539 w 179422"/>
                      <a:gd name="connsiteY9" fmla="*/ 155347 h 186028"/>
                      <a:gd name="connsiteX10" fmla="*/ 4121 w 179422"/>
                      <a:gd name="connsiteY10" fmla="*/ 155407 h 186028"/>
                      <a:gd name="connsiteX11" fmla="*/ 321 w 179422"/>
                      <a:gd name="connsiteY11" fmla="*/ 152084 h 186028"/>
                      <a:gd name="connsiteX12" fmla="*/ 23 w 179422"/>
                      <a:gd name="connsiteY12" fmla="*/ 139924 h 186028"/>
                      <a:gd name="connsiteX13" fmla="*/ 3659 w 179422"/>
                      <a:gd name="connsiteY13" fmla="*/ 136422 h 186028"/>
                      <a:gd name="connsiteX14" fmla="*/ 7161 w 179422"/>
                      <a:gd name="connsiteY14" fmla="*/ 140058 h 186028"/>
                      <a:gd name="connsiteX15" fmla="*/ 7444 w 179422"/>
                      <a:gd name="connsiteY15" fmla="*/ 151622 h 186028"/>
                      <a:gd name="connsiteX16" fmla="*/ 4539 w 179422"/>
                      <a:gd name="connsiteY16" fmla="*/ 155377 h 186028"/>
                      <a:gd name="connsiteX17" fmla="*/ 5924 w 179422"/>
                      <a:gd name="connsiteY17" fmla="*/ 124278 h 186028"/>
                      <a:gd name="connsiteX18" fmla="*/ 4702 w 179422"/>
                      <a:gd name="connsiteY18" fmla="*/ 124293 h 186028"/>
                      <a:gd name="connsiteX19" fmla="*/ 1737 w 179422"/>
                      <a:gd name="connsiteY19" fmla="*/ 120210 h 186028"/>
                      <a:gd name="connsiteX20" fmla="*/ 4166 w 179422"/>
                      <a:gd name="connsiteY20" fmla="*/ 108274 h 186028"/>
                      <a:gd name="connsiteX21" fmla="*/ 8487 w 179422"/>
                      <a:gd name="connsiteY21" fmla="*/ 105666 h 186028"/>
                      <a:gd name="connsiteX22" fmla="*/ 11095 w 179422"/>
                      <a:gd name="connsiteY22" fmla="*/ 109988 h 186028"/>
                      <a:gd name="connsiteX23" fmla="*/ 8800 w 179422"/>
                      <a:gd name="connsiteY23" fmla="*/ 121312 h 186028"/>
                      <a:gd name="connsiteX24" fmla="*/ 5924 w 179422"/>
                      <a:gd name="connsiteY24" fmla="*/ 124263 h 186028"/>
                      <a:gd name="connsiteX25" fmla="*/ 14224 w 179422"/>
                      <a:gd name="connsiteY25" fmla="*/ 94296 h 186028"/>
                      <a:gd name="connsiteX26" fmla="*/ 12242 w 179422"/>
                      <a:gd name="connsiteY26" fmla="*/ 94103 h 186028"/>
                      <a:gd name="connsiteX27" fmla="*/ 10261 w 179422"/>
                      <a:gd name="connsiteY27" fmla="*/ 89454 h 186028"/>
                      <a:gd name="connsiteX28" fmla="*/ 15282 w 179422"/>
                      <a:gd name="connsiteY28" fmla="*/ 78367 h 186028"/>
                      <a:gd name="connsiteX29" fmla="*/ 20081 w 179422"/>
                      <a:gd name="connsiteY29" fmla="*/ 76787 h 186028"/>
                      <a:gd name="connsiteX30" fmla="*/ 21660 w 179422"/>
                      <a:gd name="connsiteY30" fmla="*/ 81586 h 186028"/>
                      <a:gd name="connsiteX31" fmla="*/ 16877 w 179422"/>
                      <a:gd name="connsiteY31" fmla="*/ 92121 h 186028"/>
                      <a:gd name="connsiteX32" fmla="*/ 14224 w 179422"/>
                      <a:gd name="connsiteY32" fmla="*/ 94296 h 186028"/>
                      <a:gd name="connsiteX33" fmla="*/ 29006 w 179422"/>
                      <a:gd name="connsiteY33" fmla="*/ 66923 h 186028"/>
                      <a:gd name="connsiteX34" fmla="*/ 26309 w 179422"/>
                      <a:gd name="connsiteY34" fmla="*/ 66342 h 186028"/>
                      <a:gd name="connsiteX35" fmla="*/ 25415 w 179422"/>
                      <a:gd name="connsiteY35" fmla="*/ 61380 h 186028"/>
                      <a:gd name="connsiteX36" fmla="*/ 32776 w 179422"/>
                      <a:gd name="connsiteY36" fmla="*/ 51679 h 186028"/>
                      <a:gd name="connsiteX37" fmla="*/ 37798 w 179422"/>
                      <a:gd name="connsiteY37" fmla="*/ 51202 h 186028"/>
                      <a:gd name="connsiteX38" fmla="*/ 38275 w 179422"/>
                      <a:gd name="connsiteY38" fmla="*/ 56224 h 186028"/>
                      <a:gd name="connsiteX39" fmla="*/ 31286 w 179422"/>
                      <a:gd name="connsiteY39" fmla="*/ 65433 h 186028"/>
                      <a:gd name="connsiteX40" fmla="*/ 29006 w 179422"/>
                      <a:gd name="connsiteY40" fmla="*/ 66908 h 186028"/>
                      <a:gd name="connsiteX41" fmla="*/ 49466 w 179422"/>
                      <a:gd name="connsiteY41" fmla="*/ 43498 h 186028"/>
                      <a:gd name="connsiteX42" fmla="*/ 46173 w 179422"/>
                      <a:gd name="connsiteY42" fmla="*/ 42395 h 186028"/>
                      <a:gd name="connsiteX43" fmla="*/ 46396 w 179422"/>
                      <a:gd name="connsiteY43" fmla="*/ 37344 h 186028"/>
                      <a:gd name="connsiteX44" fmla="*/ 55709 w 179422"/>
                      <a:gd name="connsiteY44" fmla="*/ 29521 h 186028"/>
                      <a:gd name="connsiteX45" fmla="*/ 60716 w 179422"/>
                      <a:gd name="connsiteY45" fmla="*/ 30176 h 186028"/>
                      <a:gd name="connsiteX46" fmla="*/ 60061 w 179422"/>
                      <a:gd name="connsiteY46" fmla="*/ 35183 h 186028"/>
                      <a:gd name="connsiteX47" fmla="*/ 51209 w 179422"/>
                      <a:gd name="connsiteY47" fmla="*/ 42619 h 186028"/>
                      <a:gd name="connsiteX48" fmla="*/ 49451 w 179422"/>
                      <a:gd name="connsiteY48" fmla="*/ 43498 h 186028"/>
                      <a:gd name="connsiteX49" fmla="*/ 176514 w 179422"/>
                      <a:gd name="connsiteY49" fmla="*/ 11103 h 186028"/>
                      <a:gd name="connsiteX50" fmla="*/ 175009 w 179422"/>
                      <a:gd name="connsiteY50" fmla="*/ 11058 h 186028"/>
                      <a:gd name="connsiteX51" fmla="*/ 163669 w 179422"/>
                      <a:gd name="connsiteY51" fmla="*/ 8778 h 186028"/>
                      <a:gd name="connsiteX52" fmla="*/ 160689 w 179422"/>
                      <a:gd name="connsiteY52" fmla="*/ 4695 h 186028"/>
                      <a:gd name="connsiteX53" fmla="*/ 164772 w 179422"/>
                      <a:gd name="connsiteY53" fmla="*/ 1715 h 186028"/>
                      <a:gd name="connsiteX54" fmla="*/ 176708 w 179422"/>
                      <a:gd name="connsiteY54" fmla="*/ 4114 h 186028"/>
                      <a:gd name="connsiteX55" fmla="*/ 179315 w 179422"/>
                      <a:gd name="connsiteY55" fmla="*/ 8435 h 186028"/>
                      <a:gd name="connsiteX56" fmla="*/ 176499 w 179422"/>
                      <a:gd name="connsiteY56" fmla="*/ 11088 h 186028"/>
                      <a:gd name="connsiteX57" fmla="*/ 74604 w 179422"/>
                      <a:gd name="connsiteY57" fmla="*/ 25214 h 186028"/>
                      <a:gd name="connsiteX58" fmla="*/ 70849 w 179422"/>
                      <a:gd name="connsiteY58" fmla="*/ 23471 h 186028"/>
                      <a:gd name="connsiteX59" fmla="*/ 72190 w 179422"/>
                      <a:gd name="connsiteY59" fmla="*/ 18598 h 186028"/>
                      <a:gd name="connsiteX60" fmla="*/ 83023 w 179422"/>
                      <a:gd name="connsiteY60" fmla="*/ 13040 h 186028"/>
                      <a:gd name="connsiteX61" fmla="*/ 87762 w 179422"/>
                      <a:gd name="connsiteY61" fmla="*/ 14798 h 186028"/>
                      <a:gd name="connsiteX62" fmla="*/ 86004 w 179422"/>
                      <a:gd name="connsiteY62" fmla="*/ 19537 h 186028"/>
                      <a:gd name="connsiteX63" fmla="*/ 75722 w 179422"/>
                      <a:gd name="connsiteY63" fmla="*/ 24812 h 186028"/>
                      <a:gd name="connsiteX64" fmla="*/ 74619 w 179422"/>
                      <a:gd name="connsiteY64" fmla="*/ 25214 h 186028"/>
                      <a:gd name="connsiteX65" fmla="*/ 145668 w 179422"/>
                      <a:gd name="connsiteY65" fmla="*/ 7109 h 186028"/>
                      <a:gd name="connsiteX66" fmla="*/ 144953 w 179422"/>
                      <a:gd name="connsiteY66" fmla="*/ 7169 h 186028"/>
                      <a:gd name="connsiteX67" fmla="*/ 133390 w 179422"/>
                      <a:gd name="connsiteY67" fmla="*/ 7482 h 186028"/>
                      <a:gd name="connsiteX68" fmla="*/ 129575 w 179422"/>
                      <a:gd name="connsiteY68" fmla="*/ 4159 h 186028"/>
                      <a:gd name="connsiteX69" fmla="*/ 132898 w 179422"/>
                      <a:gd name="connsiteY69" fmla="*/ 344 h 186028"/>
                      <a:gd name="connsiteX70" fmla="*/ 145072 w 179422"/>
                      <a:gd name="connsiteY70" fmla="*/ 16 h 186028"/>
                      <a:gd name="connsiteX71" fmla="*/ 148589 w 179422"/>
                      <a:gd name="connsiteY71" fmla="*/ 3637 h 186028"/>
                      <a:gd name="connsiteX72" fmla="*/ 145683 w 179422"/>
                      <a:gd name="connsiteY72" fmla="*/ 7094 h 186028"/>
                      <a:gd name="connsiteX73" fmla="*/ 103185 w 179422"/>
                      <a:gd name="connsiteY73" fmla="*/ 12980 h 186028"/>
                      <a:gd name="connsiteX74" fmla="*/ 99117 w 179422"/>
                      <a:gd name="connsiteY74" fmla="*/ 10492 h 186028"/>
                      <a:gd name="connsiteX75" fmla="*/ 101516 w 179422"/>
                      <a:gd name="connsiteY75" fmla="*/ 6051 h 186028"/>
                      <a:gd name="connsiteX76" fmla="*/ 113318 w 179422"/>
                      <a:gd name="connsiteY76" fmla="*/ 3056 h 186028"/>
                      <a:gd name="connsiteX77" fmla="*/ 113392 w 179422"/>
                      <a:gd name="connsiteY77" fmla="*/ 3041 h 186028"/>
                      <a:gd name="connsiteX78" fmla="*/ 117535 w 179422"/>
                      <a:gd name="connsiteY78" fmla="*/ 5828 h 186028"/>
                      <a:gd name="connsiteX79" fmla="*/ 114763 w 179422"/>
                      <a:gd name="connsiteY79" fmla="*/ 10060 h 186028"/>
                      <a:gd name="connsiteX80" fmla="*/ 103557 w 179422"/>
                      <a:gd name="connsiteY80" fmla="*/ 12906 h 186028"/>
                      <a:gd name="connsiteX81" fmla="*/ 103185 w 179422"/>
                      <a:gd name="connsiteY81" fmla="*/ 12995 h 1860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</a:cxnLst>
                    <a:rect l="l" t="t" r="r" b="b"/>
                    <a:pathLst>
                      <a:path w="179422" h="186028">
                        <a:moveTo>
                          <a:pt x="10022" y="185969"/>
                        </a:moveTo>
                        <a:cubicBezTo>
                          <a:pt x="8249" y="186297"/>
                          <a:pt x="6476" y="185239"/>
                          <a:pt x="5954" y="183481"/>
                        </a:cubicBezTo>
                        <a:cubicBezTo>
                          <a:pt x="4807" y="179621"/>
                          <a:pt x="3808" y="175642"/>
                          <a:pt x="2989" y="171679"/>
                        </a:cubicBezTo>
                        <a:cubicBezTo>
                          <a:pt x="2586" y="169742"/>
                          <a:pt x="3838" y="167864"/>
                          <a:pt x="5760" y="167462"/>
                        </a:cubicBezTo>
                        <a:cubicBezTo>
                          <a:pt x="5790" y="167462"/>
                          <a:pt x="5805" y="167462"/>
                          <a:pt x="5835" y="167462"/>
                        </a:cubicBezTo>
                        <a:cubicBezTo>
                          <a:pt x="7742" y="167104"/>
                          <a:pt x="9590" y="168341"/>
                          <a:pt x="9992" y="170248"/>
                        </a:cubicBezTo>
                        <a:cubicBezTo>
                          <a:pt x="10767" y="174018"/>
                          <a:pt x="11721" y="177788"/>
                          <a:pt x="12809" y="181469"/>
                        </a:cubicBezTo>
                        <a:cubicBezTo>
                          <a:pt x="13375" y="183361"/>
                          <a:pt x="12302" y="185343"/>
                          <a:pt x="10410" y="185909"/>
                        </a:cubicBezTo>
                        <a:cubicBezTo>
                          <a:pt x="10290" y="185939"/>
                          <a:pt x="10171" y="185969"/>
                          <a:pt x="10037" y="185999"/>
                        </a:cubicBezTo>
                        <a:close/>
                        <a:moveTo>
                          <a:pt x="4539" y="155347"/>
                        </a:moveTo>
                        <a:cubicBezTo>
                          <a:pt x="4404" y="155377"/>
                          <a:pt x="4255" y="155392"/>
                          <a:pt x="4121" y="155407"/>
                        </a:cubicBezTo>
                        <a:cubicBezTo>
                          <a:pt x="2154" y="155541"/>
                          <a:pt x="456" y="154051"/>
                          <a:pt x="321" y="152084"/>
                        </a:cubicBezTo>
                        <a:cubicBezTo>
                          <a:pt x="53" y="148045"/>
                          <a:pt x="-51" y="143947"/>
                          <a:pt x="23" y="139924"/>
                        </a:cubicBezTo>
                        <a:cubicBezTo>
                          <a:pt x="53" y="137957"/>
                          <a:pt x="1678" y="136393"/>
                          <a:pt x="3659" y="136422"/>
                        </a:cubicBezTo>
                        <a:cubicBezTo>
                          <a:pt x="5626" y="136452"/>
                          <a:pt x="7206" y="138091"/>
                          <a:pt x="7161" y="140058"/>
                        </a:cubicBezTo>
                        <a:cubicBezTo>
                          <a:pt x="7087" y="143888"/>
                          <a:pt x="7191" y="147777"/>
                          <a:pt x="7444" y="151622"/>
                        </a:cubicBezTo>
                        <a:cubicBezTo>
                          <a:pt x="7563" y="153440"/>
                          <a:pt x="6297" y="155049"/>
                          <a:pt x="4539" y="155377"/>
                        </a:cubicBezTo>
                        <a:close/>
                        <a:moveTo>
                          <a:pt x="5924" y="124278"/>
                        </a:moveTo>
                        <a:cubicBezTo>
                          <a:pt x="5537" y="124352"/>
                          <a:pt x="5120" y="124352"/>
                          <a:pt x="4702" y="124293"/>
                        </a:cubicBezTo>
                        <a:cubicBezTo>
                          <a:pt x="2750" y="123980"/>
                          <a:pt x="1424" y="122147"/>
                          <a:pt x="1737" y="120210"/>
                        </a:cubicBezTo>
                        <a:cubicBezTo>
                          <a:pt x="2363" y="116216"/>
                          <a:pt x="3182" y="112208"/>
                          <a:pt x="4166" y="108274"/>
                        </a:cubicBezTo>
                        <a:cubicBezTo>
                          <a:pt x="4643" y="106367"/>
                          <a:pt x="6580" y="105189"/>
                          <a:pt x="8487" y="105666"/>
                        </a:cubicBezTo>
                        <a:cubicBezTo>
                          <a:pt x="10395" y="106143"/>
                          <a:pt x="11572" y="108080"/>
                          <a:pt x="11095" y="109988"/>
                        </a:cubicBezTo>
                        <a:cubicBezTo>
                          <a:pt x="10171" y="113713"/>
                          <a:pt x="9396" y="117528"/>
                          <a:pt x="8800" y="121312"/>
                        </a:cubicBezTo>
                        <a:cubicBezTo>
                          <a:pt x="8562" y="122847"/>
                          <a:pt x="7370" y="123995"/>
                          <a:pt x="5924" y="124263"/>
                        </a:cubicBezTo>
                        <a:close/>
                        <a:moveTo>
                          <a:pt x="14224" y="94296"/>
                        </a:moveTo>
                        <a:cubicBezTo>
                          <a:pt x="13584" y="94416"/>
                          <a:pt x="12898" y="94356"/>
                          <a:pt x="12242" y="94103"/>
                        </a:cubicBezTo>
                        <a:cubicBezTo>
                          <a:pt x="10410" y="93373"/>
                          <a:pt x="9530" y="91286"/>
                          <a:pt x="10261" y="89454"/>
                        </a:cubicBezTo>
                        <a:cubicBezTo>
                          <a:pt x="11766" y="85698"/>
                          <a:pt x="13464" y="81973"/>
                          <a:pt x="15282" y="78367"/>
                        </a:cubicBezTo>
                        <a:cubicBezTo>
                          <a:pt x="16176" y="76609"/>
                          <a:pt x="18322" y="75908"/>
                          <a:pt x="20081" y="76787"/>
                        </a:cubicBezTo>
                        <a:cubicBezTo>
                          <a:pt x="21839" y="77682"/>
                          <a:pt x="22539" y="79827"/>
                          <a:pt x="21660" y="81586"/>
                        </a:cubicBezTo>
                        <a:cubicBezTo>
                          <a:pt x="19932" y="85013"/>
                          <a:pt x="18322" y="88559"/>
                          <a:pt x="16877" y="92121"/>
                        </a:cubicBezTo>
                        <a:cubicBezTo>
                          <a:pt x="16400" y="93298"/>
                          <a:pt x="15372" y="94073"/>
                          <a:pt x="14224" y="94296"/>
                        </a:cubicBezTo>
                        <a:close/>
                        <a:moveTo>
                          <a:pt x="29006" y="66923"/>
                        </a:moveTo>
                        <a:cubicBezTo>
                          <a:pt x="28097" y="67087"/>
                          <a:pt x="27129" y="66923"/>
                          <a:pt x="26309" y="66342"/>
                        </a:cubicBezTo>
                        <a:cubicBezTo>
                          <a:pt x="24685" y="65224"/>
                          <a:pt x="24283" y="62989"/>
                          <a:pt x="25415" y="61380"/>
                        </a:cubicBezTo>
                        <a:cubicBezTo>
                          <a:pt x="27710" y="58071"/>
                          <a:pt x="30184" y="54808"/>
                          <a:pt x="32776" y="51679"/>
                        </a:cubicBezTo>
                        <a:cubicBezTo>
                          <a:pt x="34028" y="50159"/>
                          <a:pt x="36278" y="49950"/>
                          <a:pt x="37798" y="51202"/>
                        </a:cubicBezTo>
                        <a:cubicBezTo>
                          <a:pt x="39318" y="52454"/>
                          <a:pt x="39527" y="54704"/>
                          <a:pt x="38275" y="56224"/>
                        </a:cubicBezTo>
                        <a:cubicBezTo>
                          <a:pt x="35816" y="59189"/>
                          <a:pt x="33462" y="62289"/>
                          <a:pt x="31286" y="65433"/>
                        </a:cubicBezTo>
                        <a:cubicBezTo>
                          <a:pt x="30735" y="66237"/>
                          <a:pt x="29901" y="66744"/>
                          <a:pt x="29006" y="66908"/>
                        </a:cubicBezTo>
                        <a:close/>
                        <a:moveTo>
                          <a:pt x="49466" y="43498"/>
                        </a:moveTo>
                        <a:cubicBezTo>
                          <a:pt x="48289" y="43722"/>
                          <a:pt x="47037" y="43349"/>
                          <a:pt x="46173" y="42395"/>
                        </a:cubicBezTo>
                        <a:cubicBezTo>
                          <a:pt x="44846" y="40935"/>
                          <a:pt x="44936" y="38685"/>
                          <a:pt x="46396" y="37344"/>
                        </a:cubicBezTo>
                        <a:cubicBezTo>
                          <a:pt x="49376" y="34617"/>
                          <a:pt x="52521" y="31979"/>
                          <a:pt x="55709" y="29521"/>
                        </a:cubicBezTo>
                        <a:cubicBezTo>
                          <a:pt x="57274" y="28314"/>
                          <a:pt x="59509" y="28612"/>
                          <a:pt x="60716" y="30176"/>
                        </a:cubicBezTo>
                        <a:cubicBezTo>
                          <a:pt x="61923" y="31741"/>
                          <a:pt x="61625" y="33976"/>
                          <a:pt x="60061" y="35183"/>
                        </a:cubicBezTo>
                        <a:cubicBezTo>
                          <a:pt x="57021" y="37523"/>
                          <a:pt x="54040" y="40026"/>
                          <a:pt x="51209" y="42619"/>
                        </a:cubicBezTo>
                        <a:cubicBezTo>
                          <a:pt x="50703" y="43081"/>
                          <a:pt x="50092" y="43379"/>
                          <a:pt x="49451" y="43498"/>
                        </a:cubicBezTo>
                        <a:close/>
                        <a:moveTo>
                          <a:pt x="176514" y="11103"/>
                        </a:moveTo>
                        <a:cubicBezTo>
                          <a:pt x="176022" y="11192"/>
                          <a:pt x="175516" y="11177"/>
                          <a:pt x="175009" y="11058"/>
                        </a:cubicBezTo>
                        <a:cubicBezTo>
                          <a:pt x="171284" y="10134"/>
                          <a:pt x="167469" y="9374"/>
                          <a:pt x="163669" y="8778"/>
                        </a:cubicBezTo>
                        <a:cubicBezTo>
                          <a:pt x="161717" y="8465"/>
                          <a:pt x="160391" y="6647"/>
                          <a:pt x="160689" y="4695"/>
                        </a:cubicBezTo>
                        <a:cubicBezTo>
                          <a:pt x="160987" y="2743"/>
                          <a:pt x="162820" y="1417"/>
                          <a:pt x="164772" y="1715"/>
                        </a:cubicBezTo>
                        <a:cubicBezTo>
                          <a:pt x="168765" y="2341"/>
                          <a:pt x="172789" y="3145"/>
                          <a:pt x="176708" y="4114"/>
                        </a:cubicBezTo>
                        <a:cubicBezTo>
                          <a:pt x="178630" y="4591"/>
                          <a:pt x="179792" y="6528"/>
                          <a:pt x="179315" y="8435"/>
                        </a:cubicBezTo>
                        <a:cubicBezTo>
                          <a:pt x="178973" y="9836"/>
                          <a:pt x="177840" y="10849"/>
                          <a:pt x="176499" y="11088"/>
                        </a:cubicBezTo>
                        <a:close/>
                        <a:moveTo>
                          <a:pt x="74604" y="25214"/>
                        </a:moveTo>
                        <a:cubicBezTo>
                          <a:pt x="73144" y="25482"/>
                          <a:pt x="71624" y="24827"/>
                          <a:pt x="70849" y="23471"/>
                        </a:cubicBezTo>
                        <a:cubicBezTo>
                          <a:pt x="69881" y="21757"/>
                          <a:pt x="70477" y="19582"/>
                          <a:pt x="72190" y="18598"/>
                        </a:cubicBezTo>
                        <a:cubicBezTo>
                          <a:pt x="75707" y="16601"/>
                          <a:pt x="79343" y="14739"/>
                          <a:pt x="83023" y="13040"/>
                        </a:cubicBezTo>
                        <a:cubicBezTo>
                          <a:pt x="84812" y="12220"/>
                          <a:pt x="86943" y="12995"/>
                          <a:pt x="87762" y="14798"/>
                        </a:cubicBezTo>
                        <a:cubicBezTo>
                          <a:pt x="88582" y="16586"/>
                          <a:pt x="87807" y="18717"/>
                          <a:pt x="86004" y="19537"/>
                        </a:cubicBezTo>
                        <a:cubicBezTo>
                          <a:pt x="82517" y="21146"/>
                          <a:pt x="79060" y="22919"/>
                          <a:pt x="75722" y="24812"/>
                        </a:cubicBezTo>
                        <a:cubicBezTo>
                          <a:pt x="75364" y="25006"/>
                          <a:pt x="74992" y="25155"/>
                          <a:pt x="74619" y="25214"/>
                        </a:cubicBezTo>
                        <a:close/>
                        <a:moveTo>
                          <a:pt x="145668" y="7109"/>
                        </a:moveTo>
                        <a:cubicBezTo>
                          <a:pt x="145430" y="7154"/>
                          <a:pt x="145192" y="7169"/>
                          <a:pt x="144953" y="7169"/>
                        </a:cubicBezTo>
                        <a:cubicBezTo>
                          <a:pt x="141109" y="7109"/>
                          <a:pt x="137219" y="7213"/>
                          <a:pt x="133390" y="7482"/>
                        </a:cubicBezTo>
                        <a:cubicBezTo>
                          <a:pt x="131423" y="7616"/>
                          <a:pt x="129724" y="6126"/>
                          <a:pt x="129575" y="4159"/>
                        </a:cubicBezTo>
                        <a:cubicBezTo>
                          <a:pt x="129441" y="2192"/>
                          <a:pt x="130916" y="478"/>
                          <a:pt x="132898" y="344"/>
                        </a:cubicBezTo>
                        <a:cubicBezTo>
                          <a:pt x="136936" y="61"/>
                          <a:pt x="141034" y="-43"/>
                          <a:pt x="145072" y="16"/>
                        </a:cubicBezTo>
                        <a:cubicBezTo>
                          <a:pt x="147039" y="46"/>
                          <a:pt x="148619" y="1670"/>
                          <a:pt x="148589" y="3637"/>
                        </a:cubicBezTo>
                        <a:cubicBezTo>
                          <a:pt x="148559" y="5366"/>
                          <a:pt x="147308" y="6781"/>
                          <a:pt x="145683" y="7094"/>
                        </a:cubicBezTo>
                        <a:close/>
                        <a:moveTo>
                          <a:pt x="103185" y="12980"/>
                        </a:moveTo>
                        <a:cubicBezTo>
                          <a:pt x="101412" y="13308"/>
                          <a:pt x="99638" y="12265"/>
                          <a:pt x="99117" y="10492"/>
                        </a:cubicBezTo>
                        <a:cubicBezTo>
                          <a:pt x="98551" y="8599"/>
                          <a:pt x="99624" y="6617"/>
                          <a:pt x="101516" y="6051"/>
                        </a:cubicBezTo>
                        <a:cubicBezTo>
                          <a:pt x="105390" y="4889"/>
                          <a:pt x="109354" y="3890"/>
                          <a:pt x="113318" y="3056"/>
                        </a:cubicBezTo>
                        <a:cubicBezTo>
                          <a:pt x="113348" y="3056"/>
                          <a:pt x="113362" y="3056"/>
                          <a:pt x="113392" y="3041"/>
                        </a:cubicBezTo>
                        <a:cubicBezTo>
                          <a:pt x="115300" y="2683"/>
                          <a:pt x="117147" y="3920"/>
                          <a:pt x="117535" y="5828"/>
                        </a:cubicBezTo>
                        <a:cubicBezTo>
                          <a:pt x="117937" y="7765"/>
                          <a:pt x="116700" y="9657"/>
                          <a:pt x="114763" y="10060"/>
                        </a:cubicBezTo>
                        <a:cubicBezTo>
                          <a:pt x="110993" y="10849"/>
                          <a:pt x="107223" y="11803"/>
                          <a:pt x="103557" y="12906"/>
                        </a:cubicBezTo>
                        <a:cubicBezTo>
                          <a:pt x="103438" y="12936"/>
                          <a:pt x="103304" y="12965"/>
                          <a:pt x="103185" y="12995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3" name="Forme libre : forme 1052">
                    <a:extLst>
                      <a:ext uri="{FF2B5EF4-FFF2-40B4-BE49-F238E27FC236}">
                        <a16:creationId xmlns:a16="http://schemas.microsoft.com/office/drawing/2014/main" id="{431DFB47-F35C-D17A-B3B5-BE9BDEF555AC}"/>
                      </a:ext>
                    </a:extLst>
                  </p:cNvPr>
                  <p:cNvSpPr/>
                  <p:nvPr/>
                </p:nvSpPr>
                <p:spPr>
                  <a:xfrm>
                    <a:off x="1082303" y="9961"/>
                    <a:ext cx="12394" cy="9386"/>
                  </a:xfrm>
                  <a:custGeom>
                    <a:avLst/>
                    <a:gdLst>
                      <a:gd name="connsiteX0" fmla="*/ 9481 w 12394"/>
                      <a:gd name="connsiteY0" fmla="*/ 9323 h 9386"/>
                      <a:gd name="connsiteX1" fmla="*/ 7365 w 12394"/>
                      <a:gd name="connsiteY1" fmla="*/ 9070 h 9386"/>
                      <a:gd name="connsiteX2" fmla="*/ 2239 w 12394"/>
                      <a:gd name="connsiteY2" fmla="*/ 6894 h 9386"/>
                      <a:gd name="connsiteX3" fmla="*/ 257 w 12394"/>
                      <a:gd name="connsiteY3" fmla="*/ 2245 h 9386"/>
                      <a:gd name="connsiteX4" fmla="*/ 4906 w 12394"/>
                      <a:gd name="connsiteY4" fmla="*/ 263 h 9386"/>
                      <a:gd name="connsiteX5" fmla="*/ 10285 w 12394"/>
                      <a:gd name="connsiteY5" fmla="*/ 2558 h 9386"/>
                      <a:gd name="connsiteX6" fmla="*/ 12073 w 12394"/>
                      <a:gd name="connsiteY6" fmla="*/ 7281 h 9386"/>
                      <a:gd name="connsiteX7" fmla="*/ 9466 w 12394"/>
                      <a:gd name="connsiteY7" fmla="*/ 9323 h 93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2394" h="9386">
                        <a:moveTo>
                          <a:pt x="9481" y="9323"/>
                        </a:moveTo>
                        <a:cubicBezTo>
                          <a:pt x="8795" y="9457"/>
                          <a:pt x="8050" y="9382"/>
                          <a:pt x="7365" y="9070"/>
                        </a:cubicBezTo>
                        <a:cubicBezTo>
                          <a:pt x="5681" y="8310"/>
                          <a:pt x="3967" y="7579"/>
                          <a:pt x="2239" y="6894"/>
                        </a:cubicBezTo>
                        <a:cubicBezTo>
                          <a:pt x="406" y="6164"/>
                          <a:pt x="-473" y="4078"/>
                          <a:pt x="257" y="2245"/>
                        </a:cubicBezTo>
                        <a:cubicBezTo>
                          <a:pt x="987" y="412"/>
                          <a:pt x="3073" y="-482"/>
                          <a:pt x="4906" y="263"/>
                        </a:cubicBezTo>
                        <a:cubicBezTo>
                          <a:pt x="6709" y="993"/>
                          <a:pt x="8527" y="1753"/>
                          <a:pt x="10285" y="2558"/>
                        </a:cubicBezTo>
                        <a:cubicBezTo>
                          <a:pt x="12088" y="3362"/>
                          <a:pt x="12893" y="5478"/>
                          <a:pt x="12073" y="7281"/>
                        </a:cubicBezTo>
                        <a:cubicBezTo>
                          <a:pt x="11582" y="8384"/>
                          <a:pt x="10583" y="9114"/>
                          <a:pt x="9466" y="932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044" name="Graphique 6">
                  <a:extLst>
                    <a:ext uri="{FF2B5EF4-FFF2-40B4-BE49-F238E27FC236}">
                      <a16:creationId xmlns:a16="http://schemas.microsoft.com/office/drawing/2014/main" id="{0BED5973-4C3B-01EA-EA84-93CDB9E957D8}"/>
                    </a:ext>
                  </a:extLst>
                </p:cNvPr>
                <p:cNvGrpSpPr/>
                <p:nvPr/>
              </p:nvGrpSpPr>
              <p:grpSpPr>
                <a:xfrm>
                  <a:off x="967863" y="86747"/>
                  <a:ext cx="208932" cy="198511"/>
                  <a:chOff x="967863" y="86747"/>
                  <a:chExt cx="208932" cy="198511"/>
                </a:xfrm>
                <a:solidFill>
                  <a:srgbClr val="B1ABE5"/>
                </a:solidFill>
              </p:grpSpPr>
              <p:sp>
                <p:nvSpPr>
                  <p:cNvPr id="1049" name="Forme libre : forme 1048">
                    <a:extLst>
                      <a:ext uri="{FF2B5EF4-FFF2-40B4-BE49-F238E27FC236}">
                        <a16:creationId xmlns:a16="http://schemas.microsoft.com/office/drawing/2014/main" id="{365E3839-50DD-D130-FBE0-CCF65BFB6191}"/>
                      </a:ext>
                    </a:extLst>
                  </p:cNvPr>
                  <p:cNvSpPr/>
                  <p:nvPr/>
                </p:nvSpPr>
                <p:spPr>
                  <a:xfrm>
                    <a:off x="1159483" y="86747"/>
                    <a:ext cx="9180" cy="12482"/>
                  </a:xfrm>
                  <a:custGeom>
                    <a:avLst/>
                    <a:gdLst>
                      <a:gd name="connsiteX0" fmla="*/ 6255 w 9180"/>
                      <a:gd name="connsiteY0" fmla="*/ 12423 h 12482"/>
                      <a:gd name="connsiteX1" fmla="*/ 2247 w 9180"/>
                      <a:gd name="connsiteY1" fmla="*/ 10113 h 12482"/>
                      <a:gd name="connsiteX2" fmla="*/ 265 w 9180"/>
                      <a:gd name="connsiteY2" fmla="*/ 4912 h 12482"/>
                      <a:gd name="connsiteX3" fmla="*/ 2232 w 9180"/>
                      <a:gd name="connsiteY3" fmla="*/ 263 h 12482"/>
                      <a:gd name="connsiteX4" fmla="*/ 6881 w 9180"/>
                      <a:gd name="connsiteY4" fmla="*/ 2230 h 12482"/>
                      <a:gd name="connsiteX5" fmla="*/ 8967 w 9180"/>
                      <a:gd name="connsiteY5" fmla="*/ 7699 h 12482"/>
                      <a:gd name="connsiteX6" fmla="*/ 6807 w 9180"/>
                      <a:gd name="connsiteY6" fmla="*/ 12259 h 12482"/>
                      <a:gd name="connsiteX7" fmla="*/ 6255 w 9180"/>
                      <a:gd name="connsiteY7" fmla="*/ 12408 h 124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9180" h="12482">
                        <a:moveTo>
                          <a:pt x="6255" y="12423"/>
                        </a:moveTo>
                        <a:cubicBezTo>
                          <a:pt x="4557" y="12735"/>
                          <a:pt x="2843" y="11797"/>
                          <a:pt x="2247" y="10113"/>
                        </a:cubicBezTo>
                        <a:cubicBezTo>
                          <a:pt x="1621" y="8384"/>
                          <a:pt x="965" y="6626"/>
                          <a:pt x="265" y="4912"/>
                        </a:cubicBezTo>
                        <a:cubicBezTo>
                          <a:pt x="-480" y="3079"/>
                          <a:pt x="399" y="1008"/>
                          <a:pt x="2232" y="263"/>
                        </a:cubicBezTo>
                        <a:cubicBezTo>
                          <a:pt x="4065" y="-482"/>
                          <a:pt x="6136" y="412"/>
                          <a:pt x="6881" y="2230"/>
                        </a:cubicBezTo>
                        <a:cubicBezTo>
                          <a:pt x="7611" y="4033"/>
                          <a:pt x="8312" y="5881"/>
                          <a:pt x="8967" y="7699"/>
                        </a:cubicBezTo>
                        <a:cubicBezTo>
                          <a:pt x="9638" y="9561"/>
                          <a:pt x="8669" y="11603"/>
                          <a:pt x="6807" y="12259"/>
                        </a:cubicBezTo>
                        <a:cubicBezTo>
                          <a:pt x="6628" y="12318"/>
                          <a:pt x="6434" y="12378"/>
                          <a:pt x="6255" y="12408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0" name="Forme libre : forme 1049">
                    <a:extLst>
                      <a:ext uri="{FF2B5EF4-FFF2-40B4-BE49-F238E27FC236}">
                        <a16:creationId xmlns:a16="http://schemas.microsoft.com/office/drawing/2014/main" id="{F245EB85-24A8-0771-43CC-029FC49CF401}"/>
                      </a:ext>
                    </a:extLst>
                  </p:cNvPr>
                  <p:cNvSpPr/>
                  <p:nvPr/>
                </p:nvSpPr>
                <p:spPr>
                  <a:xfrm>
                    <a:off x="990855" y="110331"/>
                    <a:ext cx="185940" cy="174927"/>
                  </a:xfrm>
                  <a:custGeom>
                    <a:avLst/>
                    <a:gdLst>
                      <a:gd name="connsiteX0" fmla="*/ 69681 w 185940"/>
                      <a:gd name="connsiteY0" fmla="*/ 172467 h 174927"/>
                      <a:gd name="connsiteX1" fmla="*/ 64808 w 185940"/>
                      <a:gd name="connsiteY1" fmla="*/ 173287 h 174927"/>
                      <a:gd name="connsiteX2" fmla="*/ 60740 w 185940"/>
                      <a:gd name="connsiteY2" fmla="*/ 170291 h 174927"/>
                      <a:gd name="connsiteX3" fmla="*/ 63735 w 185940"/>
                      <a:gd name="connsiteY3" fmla="*/ 166223 h 174927"/>
                      <a:gd name="connsiteX4" fmla="*/ 74911 w 185940"/>
                      <a:gd name="connsiteY4" fmla="*/ 164048 h 174927"/>
                      <a:gd name="connsiteX5" fmla="*/ 79217 w 185940"/>
                      <a:gd name="connsiteY5" fmla="*/ 166700 h 174927"/>
                      <a:gd name="connsiteX6" fmla="*/ 76565 w 185940"/>
                      <a:gd name="connsiteY6" fmla="*/ 171007 h 174927"/>
                      <a:gd name="connsiteX7" fmla="*/ 69695 w 185940"/>
                      <a:gd name="connsiteY7" fmla="*/ 172467 h 174927"/>
                      <a:gd name="connsiteX8" fmla="*/ 46017 w 185940"/>
                      <a:gd name="connsiteY8" fmla="*/ 174851 h 174927"/>
                      <a:gd name="connsiteX9" fmla="*/ 45406 w 185940"/>
                      <a:gd name="connsiteY9" fmla="*/ 174911 h 174927"/>
                      <a:gd name="connsiteX10" fmla="*/ 33426 w 185940"/>
                      <a:gd name="connsiteY10" fmla="*/ 174598 h 174927"/>
                      <a:gd name="connsiteX11" fmla="*/ 30103 w 185940"/>
                      <a:gd name="connsiteY11" fmla="*/ 170798 h 174927"/>
                      <a:gd name="connsiteX12" fmla="*/ 33903 w 185940"/>
                      <a:gd name="connsiteY12" fmla="*/ 167475 h 174927"/>
                      <a:gd name="connsiteX13" fmla="*/ 45287 w 185940"/>
                      <a:gd name="connsiteY13" fmla="*/ 167773 h 174927"/>
                      <a:gd name="connsiteX14" fmla="*/ 48908 w 185940"/>
                      <a:gd name="connsiteY14" fmla="*/ 171290 h 174927"/>
                      <a:gd name="connsiteX15" fmla="*/ 46002 w 185940"/>
                      <a:gd name="connsiteY15" fmla="*/ 174851 h 174927"/>
                      <a:gd name="connsiteX16" fmla="*/ 94491 w 185940"/>
                      <a:gd name="connsiteY16" fmla="*/ 165389 h 174927"/>
                      <a:gd name="connsiteX17" fmla="*/ 90513 w 185940"/>
                      <a:gd name="connsiteY17" fmla="*/ 163169 h 174927"/>
                      <a:gd name="connsiteX18" fmla="*/ 92539 w 185940"/>
                      <a:gd name="connsiteY18" fmla="*/ 158549 h 174927"/>
                      <a:gd name="connsiteX19" fmla="*/ 102955 w 185940"/>
                      <a:gd name="connsiteY19" fmla="*/ 153975 h 174927"/>
                      <a:gd name="connsiteX20" fmla="*/ 107738 w 185940"/>
                      <a:gd name="connsiteY20" fmla="*/ 155614 h 174927"/>
                      <a:gd name="connsiteX21" fmla="*/ 106099 w 185940"/>
                      <a:gd name="connsiteY21" fmla="*/ 160397 h 174927"/>
                      <a:gd name="connsiteX22" fmla="*/ 95132 w 185940"/>
                      <a:gd name="connsiteY22" fmla="*/ 165210 h 174927"/>
                      <a:gd name="connsiteX23" fmla="*/ 94491 w 185940"/>
                      <a:gd name="connsiteY23" fmla="*/ 165389 h 174927"/>
                      <a:gd name="connsiteX24" fmla="*/ 15544 w 185940"/>
                      <a:gd name="connsiteY24" fmla="*/ 171946 h 174927"/>
                      <a:gd name="connsiteX25" fmla="*/ 14158 w 185940"/>
                      <a:gd name="connsiteY25" fmla="*/ 171931 h 174927"/>
                      <a:gd name="connsiteX26" fmla="*/ 2550 w 185940"/>
                      <a:gd name="connsiteY26" fmla="*/ 168980 h 174927"/>
                      <a:gd name="connsiteX27" fmla="*/ 151 w 185940"/>
                      <a:gd name="connsiteY27" fmla="*/ 164540 h 174927"/>
                      <a:gd name="connsiteX28" fmla="*/ 4592 w 185940"/>
                      <a:gd name="connsiteY28" fmla="*/ 162140 h 174927"/>
                      <a:gd name="connsiteX29" fmla="*/ 15619 w 185940"/>
                      <a:gd name="connsiteY29" fmla="*/ 164942 h 174927"/>
                      <a:gd name="connsiteX30" fmla="*/ 18390 w 185940"/>
                      <a:gd name="connsiteY30" fmla="*/ 169174 h 174927"/>
                      <a:gd name="connsiteX31" fmla="*/ 15544 w 185940"/>
                      <a:gd name="connsiteY31" fmla="*/ 171960 h 174927"/>
                      <a:gd name="connsiteX32" fmla="*/ 121597 w 185940"/>
                      <a:gd name="connsiteY32" fmla="*/ 151203 h 174927"/>
                      <a:gd name="connsiteX33" fmla="*/ 117976 w 185940"/>
                      <a:gd name="connsiteY33" fmla="*/ 149683 h 174927"/>
                      <a:gd name="connsiteX34" fmla="*/ 118944 w 185940"/>
                      <a:gd name="connsiteY34" fmla="*/ 144721 h 174927"/>
                      <a:gd name="connsiteX35" fmla="*/ 128108 w 185940"/>
                      <a:gd name="connsiteY35" fmla="*/ 137971 h 174927"/>
                      <a:gd name="connsiteX36" fmla="*/ 133130 w 185940"/>
                      <a:gd name="connsiteY36" fmla="*/ 138522 h 174927"/>
                      <a:gd name="connsiteX37" fmla="*/ 132579 w 185940"/>
                      <a:gd name="connsiteY37" fmla="*/ 143544 h 174927"/>
                      <a:gd name="connsiteX38" fmla="*/ 122938 w 185940"/>
                      <a:gd name="connsiteY38" fmla="*/ 150652 h 174927"/>
                      <a:gd name="connsiteX39" fmla="*/ 121597 w 185940"/>
                      <a:gd name="connsiteY39" fmla="*/ 151203 h 174927"/>
                      <a:gd name="connsiteX40" fmla="*/ 144932 w 185940"/>
                      <a:gd name="connsiteY40" fmla="*/ 131414 h 174927"/>
                      <a:gd name="connsiteX41" fmla="*/ 141818 w 185940"/>
                      <a:gd name="connsiteY41" fmla="*/ 130505 h 174927"/>
                      <a:gd name="connsiteX42" fmla="*/ 141683 w 185940"/>
                      <a:gd name="connsiteY42" fmla="*/ 125454 h 174927"/>
                      <a:gd name="connsiteX43" fmla="*/ 149149 w 185940"/>
                      <a:gd name="connsiteY43" fmla="*/ 116870 h 174927"/>
                      <a:gd name="connsiteX44" fmla="*/ 154171 w 185940"/>
                      <a:gd name="connsiteY44" fmla="*/ 116304 h 174927"/>
                      <a:gd name="connsiteX45" fmla="*/ 154737 w 185940"/>
                      <a:gd name="connsiteY45" fmla="*/ 121326 h 174927"/>
                      <a:gd name="connsiteX46" fmla="*/ 146869 w 185940"/>
                      <a:gd name="connsiteY46" fmla="*/ 130356 h 174927"/>
                      <a:gd name="connsiteX47" fmla="*/ 144932 w 185940"/>
                      <a:gd name="connsiteY47" fmla="*/ 131414 h 174927"/>
                      <a:gd name="connsiteX48" fmla="*/ 163410 w 185940"/>
                      <a:gd name="connsiteY48" fmla="*/ 107021 h 174927"/>
                      <a:gd name="connsiteX49" fmla="*/ 160921 w 185940"/>
                      <a:gd name="connsiteY49" fmla="*/ 106574 h 174927"/>
                      <a:gd name="connsiteX50" fmla="*/ 159684 w 185940"/>
                      <a:gd name="connsiteY50" fmla="*/ 101671 h 174927"/>
                      <a:gd name="connsiteX51" fmla="*/ 165108 w 185940"/>
                      <a:gd name="connsiteY51" fmla="*/ 91657 h 174927"/>
                      <a:gd name="connsiteX52" fmla="*/ 169877 w 185940"/>
                      <a:gd name="connsiteY52" fmla="*/ 90018 h 174927"/>
                      <a:gd name="connsiteX53" fmla="*/ 171516 w 185940"/>
                      <a:gd name="connsiteY53" fmla="*/ 94802 h 174927"/>
                      <a:gd name="connsiteX54" fmla="*/ 165809 w 185940"/>
                      <a:gd name="connsiteY54" fmla="*/ 105337 h 174927"/>
                      <a:gd name="connsiteX55" fmla="*/ 163395 w 185940"/>
                      <a:gd name="connsiteY55" fmla="*/ 107021 h 174927"/>
                      <a:gd name="connsiteX56" fmla="*/ 176120 w 185940"/>
                      <a:gd name="connsiteY56" fmla="*/ 79170 h 174927"/>
                      <a:gd name="connsiteX57" fmla="*/ 174347 w 185940"/>
                      <a:gd name="connsiteY57" fmla="*/ 79051 h 174927"/>
                      <a:gd name="connsiteX58" fmla="*/ 172067 w 185940"/>
                      <a:gd name="connsiteY58" fmla="*/ 74551 h 174927"/>
                      <a:gd name="connsiteX59" fmla="*/ 175167 w 185940"/>
                      <a:gd name="connsiteY59" fmla="*/ 63598 h 174927"/>
                      <a:gd name="connsiteX60" fmla="*/ 179458 w 185940"/>
                      <a:gd name="connsiteY60" fmla="*/ 60946 h 174927"/>
                      <a:gd name="connsiteX61" fmla="*/ 182111 w 185940"/>
                      <a:gd name="connsiteY61" fmla="*/ 65252 h 174927"/>
                      <a:gd name="connsiteX62" fmla="*/ 178847 w 185940"/>
                      <a:gd name="connsiteY62" fmla="*/ 76786 h 174927"/>
                      <a:gd name="connsiteX63" fmla="*/ 176105 w 185940"/>
                      <a:gd name="connsiteY63" fmla="*/ 79185 h 174927"/>
                      <a:gd name="connsiteX64" fmla="*/ 182409 w 185940"/>
                      <a:gd name="connsiteY64" fmla="*/ 49204 h 174927"/>
                      <a:gd name="connsiteX65" fmla="*/ 181410 w 185940"/>
                      <a:gd name="connsiteY65" fmla="*/ 49249 h 174927"/>
                      <a:gd name="connsiteX66" fmla="*/ 178192 w 185940"/>
                      <a:gd name="connsiteY66" fmla="*/ 45359 h 174927"/>
                      <a:gd name="connsiteX67" fmla="*/ 178803 w 185940"/>
                      <a:gd name="connsiteY67" fmla="*/ 34005 h 174927"/>
                      <a:gd name="connsiteX68" fmla="*/ 182409 w 185940"/>
                      <a:gd name="connsiteY68" fmla="*/ 30473 h 174927"/>
                      <a:gd name="connsiteX69" fmla="*/ 185940 w 185940"/>
                      <a:gd name="connsiteY69" fmla="*/ 34079 h 174927"/>
                      <a:gd name="connsiteX70" fmla="*/ 185299 w 185940"/>
                      <a:gd name="connsiteY70" fmla="*/ 46045 h 174927"/>
                      <a:gd name="connsiteX71" fmla="*/ 182409 w 185940"/>
                      <a:gd name="connsiteY71" fmla="*/ 49219 h 174927"/>
                      <a:gd name="connsiteX72" fmla="*/ 181962 w 185940"/>
                      <a:gd name="connsiteY72" fmla="*/ 18611 h 174927"/>
                      <a:gd name="connsiteX73" fmla="*/ 181738 w 185940"/>
                      <a:gd name="connsiteY73" fmla="*/ 18641 h 174927"/>
                      <a:gd name="connsiteX74" fmla="*/ 177759 w 185940"/>
                      <a:gd name="connsiteY74" fmla="*/ 15542 h 174927"/>
                      <a:gd name="connsiteX75" fmla="*/ 176478 w 185940"/>
                      <a:gd name="connsiteY75" fmla="*/ 7272 h 174927"/>
                      <a:gd name="connsiteX76" fmla="*/ 175897 w 185940"/>
                      <a:gd name="connsiteY76" fmla="*/ 4321 h 174927"/>
                      <a:gd name="connsiteX77" fmla="*/ 178653 w 185940"/>
                      <a:gd name="connsiteY77" fmla="*/ 89 h 174927"/>
                      <a:gd name="connsiteX78" fmla="*/ 182885 w 185940"/>
                      <a:gd name="connsiteY78" fmla="*/ 2846 h 174927"/>
                      <a:gd name="connsiteX79" fmla="*/ 183496 w 185940"/>
                      <a:gd name="connsiteY79" fmla="*/ 5945 h 174927"/>
                      <a:gd name="connsiteX80" fmla="*/ 184852 w 185940"/>
                      <a:gd name="connsiteY80" fmla="*/ 14648 h 174927"/>
                      <a:gd name="connsiteX81" fmla="*/ 181977 w 185940"/>
                      <a:gd name="connsiteY81" fmla="*/ 18597 h 174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</a:cxnLst>
                    <a:rect l="l" t="t" r="r" b="b"/>
                    <a:pathLst>
                      <a:path w="185940" h="174927">
                        <a:moveTo>
                          <a:pt x="69681" y="172467"/>
                        </a:moveTo>
                        <a:cubicBezTo>
                          <a:pt x="68071" y="172765"/>
                          <a:pt x="66432" y="173048"/>
                          <a:pt x="64808" y="173287"/>
                        </a:cubicBezTo>
                        <a:cubicBezTo>
                          <a:pt x="62856" y="173585"/>
                          <a:pt x="61038" y="172244"/>
                          <a:pt x="60740" y="170291"/>
                        </a:cubicBezTo>
                        <a:cubicBezTo>
                          <a:pt x="60442" y="168339"/>
                          <a:pt x="61798" y="166507"/>
                          <a:pt x="63735" y="166223"/>
                        </a:cubicBezTo>
                        <a:cubicBezTo>
                          <a:pt x="67520" y="165642"/>
                          <a:pt x="71260" y="164927"/>
                          <a:pt x="74911" y="164048"/>
                        </a:cubicBezTo>
                        <a:cubicBezTo>
                          <a:pt x="76833" y="163601"/>
                          <a:pt x="78755" y="164778"/>
                          <a:pt x="79217" y="166700"/>
                        </a:cubicBezTo>
                        <a:cubicBezTo>
                          <a:pt x="79679" y="168623"/>
                          <a:pt x="78487" y="170545"/>
                          <a:pt x="76565" y="171007"/>
                        </a:cubicBezTo>
                        <a:cubicBezTo>
                          <a:pt x="74300" y="171543"/>
                          <a:pt x="71990" y="172035"/>
                          <a:pt x="69695" y="172467"/>
                        </a:cubicBezTo>
                        <a:close/>
                        <a:moveTo>
                          <a:pt x="46017" y="174851"/>
                        </a:moveTo>
                        <a:cubicBezTo>
                          <a:pt x="45824" y="174881"/>
                          <a:pt x="45615" y="174911"/>
                          <a:pt x="45406" y="174911"/>
                        </a:cubicBezTo>
                        <a:cubicBezTo>
                          <a:pt x="41428" y="174970"/>
                          <a:pt x="37389" y="174866"/>
                          <a:pt x="33426" y="174598"/>
                        </a:cubicBezTo>
                        <a:cubicBezTo>
                          <a:pt x="31459" y="174464"/>
                          <a:pt x="29969" y="172765"/>
                          <a:pt x="30103" y="170798"/>
                        </a:cubicBezTo>
                        <a:cubicBezTo>
                          <a:pt x="30237" y="168831"/>
                          <a:pt x="31951" y="167341"/>
                          <a:pt x="33903" y="167475"/>
                        </a:cubicBezTo>
                        <a:cubicBezTo>
                          <a:pt x="37673" y="167728"/>
                          <a:pt x="41502" y="167833"/>
                          <a:pt x="45287" y="167773"/>
                        </a:cubicBezTo>
                        <a:cubicBezTo>
                          <a:pt x="47254" y="167743"/>
                          <a:pt x="48878" y="169323"/>
                          <a:pt x="48908" y="171290"/>
                        </a:cubicBezTo>
                        <a:cubicBezTo>
                          <a:pt x="48938" y="173048"/>
                          <a:pt x="47671" y="174538"/>
                          <a:pt x="46002" y="174851"/>
                        </a:cubicBezTo>
                        <a:close/>
                        <a:moveTo>
                          <a:pt x="94491" y="165389"/>
                        </a:moveTo>
                        <a:cubicBezTo>
                          <a:pt x="92837" y="165702"/>
                          <a:pt x="91138" y="164793"/>
                          <a:pt x="90513" y="163169"/>
                        </a:cubicBezTo>
                        <a:cubicBezTo>
                          <a:pt x="89797" y="161336"/>
                          <a:pt x="90706" y="159265"/>
                          <a:pt x="92539" y="158549"/>
                        </a:cubicBezTo>
                        <a:cubicBezTo>
                          <a:pt x="96056" y="157178"/>
                          <a:pt x="99558" y="155644"/>
                          <a:pt x="102955" y="153975"/>
                        </a:cubicBezTo>
                        <a:cubicBezTo>
                          <a:pt x="104728" y="153110"/>
                          <a:pt x="106859" y="153840"/>
                          <a:pt x="107738" y="155614"/>
                        </a:cubicBezTo>
                        <a:cubicBezTo>
                          <a:pt x="108603" y="157387"/>
                          <a:pt x="107872" y="159518"/>
                          <a:pt x="106099" y="160397"/>
                        </a:cubicBezTo>
                        <a:cubicBezTo>
                          <a:pt x="102523" y="162155"/>
                          <a:pt x="98827" y="163765"/>
                          <a:pt x="95132" y="165210"/>
                        </a:cubicBezTo>
                        <a:cubicBezTo>
                          <a:pt x="94923" y="165300"/>
                          <a:pt x="94700" y="165359"/>
                          <a:pt x="94491" y="165389"/>
                        </a:cubicBezTo>
                        <a:close/>
                        <a:moveTo>
                          <a:pt x="15544" y="171946"/>
                        </a:moveTo>
                        <a:cubicBezTo>
                          <a:pt x="15097" y="172035"/>
                          <a:pt x="14635" y="172020"/>
                          <a:pt x="14158" y="171931"/>
                        </a:cubicBezTo>
                        <a:cubicBezTo>
                          <a:pt x="10269" y="171111"/>
                          <a:pt x="6350" y="170128"/>
                          <a:pt x="2550" y="168980"/>
                        </a:cubicBezTo>
                        <a:cubicBezTo>
                          <a:pt x="658" y="168414"/>
                          <a:pt x="-415" y="166432"/>
                          <a:pt x="151" y="164540"/>
                        </a:cubicBezTo>
                        <a:cubicBezTo>
                          <a:pt x="717" y="162647"/>
                          <a:pt x="2699" y="161574"/>
                          <a:pt x="4592" y="162140"/>
                        </a:cubicBezTo>
                        <a:cubicBezTo>
                          <a:pt x="8213" y="163228"/>
                          <a:pt x="11923" y="164167"/>
                          <a:pt x="15619" y="164942"/>
                        </a:cubicBezTo>
                        <a:cubicBezTo>
                          <a:pt x="17556" y="165344"/>
                          <a:pt x="18793" y="167237"/>
                          <a:pt x="18390" y="169174"/>
                        </a:cubicBezTo>
                        <a:cubicBezTo>
                          <a:pt x="18092" y="170634"/>
                          <a:pt x="16930" y="171692"/>
                          <a:pt x="15544" y="171960"/>
                        </a:cubicBezTo>
                        <a:close/>
                        <a:moveTo>
                          <a:pt x="121597" y="151203"/>
                        </a:moveTo>
                        <a:cubicBezTo>
                          <a:pt x="120241" y="151456"/>
                          <a:pt x="118795" y="150905"/>
                          <a:pt x="117976" y="149683"/>
                        </a:cubicBezTo>
                        <a:cubicBezTo>
                          <a:pt x="116873" y="148044"/>
                          <a:pt x="117305" y="145824"/>
                          <a:pt x="118944" y="144721"/>
                        </a:cubicBezTo>
                        <a:cubicBezTo>
                          <a:pt x="122073" y="142620"/>
                          <a:pt x="125158" y="140340"/>
                          <a:pt x="128108" y="137971"/>
                        </a:cubicBezTo>
                        <a:cubicBezTo>
                          <a:pt x="129643" y="136734"/>
                          <a:pt x="131893" y="136972"/>
                          <a:pt x="133130" y="138522"/>
                        </a:cubicBezTo>
                        <a:cubicBezTo>
                          <a:pt x="134367" y="140057"/>
                          <a:pt x="134114" y="142307"/>
                          <a:pt x="132579" y="143544"/>
                        </a:cubicBezTo>
                        <a:cubicBezTo>
                          <a:pt x="129479" y="146047"/>
                          <a:pt x="126231" y="148431"/>
                          <a:pt x="122938" y="150652"/>
                        </a:cubicBezTo>
                        <a:cubicBezTo>
                          <a:pt x="122520" y="150935"/>
                          <a:pt x="122058" y="151114"/>
                          <a:pt x="121597" y="151203"/>
                        </a:cubicBezTo>
                        <a:close/>
                        <a:moveTo>
                          <a:pt x="144932" y="131414"/>
                        </a:moveTo>
                        <a:cubicBezTo>
                          <a:pt x="143844" y="131623"/>
                          <a:pt x="142682" y="131310"/>
                          <a:pt x="141818" y="130505"/>
                        </a:cubicBezTo>
                        <a:cubicBezTo>
                          <a:pt x="140387" y="129149"/>
                          <a:pt x="140327" y="126884"/>
                          <a:pt x="141683" y="125454"/>
                        </a:cubicBezTo>
                        <a:cubicBezTo>
                          <a:pt x="144276" y="122712"/>
                          <a:pt x="146795" y="119821"/>
                          <a:pt x="149149" y="116870"/>
                        </a:cubicBezTo>
                        <a:cubicBezTo>
                          <a:pt x="150371" y="115336"/>
                          <a:pt x="152621" y="115082"/>
                          <a:pt x="154171" y="116304"/>
                        </a:cubicBezTo>
                        <a:cubicBezTo>
                          <a:pt x="155706" y="117541"/>
                          <a:pt x="155959" y="119776"/>
                          <a:pt x="154737" y="121326"/>
                        </a:cubicBezTo>
                        <a:cubicBezTo>
                          <a:pt x="152248" y="124425"/>
                          <a:pt x="149611" y="127465"/>
                          <a:pt x="146869" y="130356"/>
                        </a:cubicBezTo>
                        <a:cubicBezTo>
                          <a:pt x="146333" y="130922"/>
                          <a:pt x="145647" y="131280"/>
                          <a:pt x="144932" y="131414"/>
                        </a:cubicBezTo>
                        <a:close/>
                        <a:moveTo>
                          <a:pt x="163410" y="107021"/>
                        </a:moveTo>
                        <a:cubicBezTo>
                          <a:pt x="162590" y="107170"/>
                          <a:pt x="161696" y="107036"/>
                          <a:pt x="160921" y="106574"/>
                        </a:cubicBezTo>
                        <a:cubicBezTo>
                          <a:pt x="159222" y="105560"/>
                          <a:pt x="158671" y="103370"/>
                          <a:pt x="159684" y="101671"/>
                        </a:cubicBezTo>
                        <a:cubicBezTo>
                          <a:pt x="161621" y="98423"/>
                          <a:pt x="163454" y="95055"/>
                          <a:pt x="165108" y="91657"/>
                        </a:cubicBezTo>
                        <a:cubicBezTo>
                          <a:pt x="165973" y="89884"/>
                          <a:pt x="168103" y="89154"/>
                          <a:pt x="169877" y="90018"/>
                        </a:cubicBezTo>
                        <a:cubicBezTo>
                          <a:pt x="171650" y="90883"/>
                          <a:pt x="172380" y="93028"/>
                          <a:pt x="171516" y="94802"/>
                        </a:cubicBezTo>
                        <a:cubicBezTo>
                          <a:pt x="169772" y="98363"/>
                          <a:pt x="167850" y="101910"/>
                          <a:pt x="165809" y="105337"/>
                        </a:cubicBezTo>
                        <a:cubicBezTo>
                          <a:pt x="165257" y="106246"/>
                          <a:pt x="164363" y="106842"/>
                          <a:pt x="163395" y="107021"/>
                        </a:cubicBezTo>
                        <a:close/>
                        <a:moveTo>
                          <a:pt x="176120" y="79170"/>
                        </a:moveTo>
                        <a:cubicBezTo>
                          <a:pt x="175554" y="79275"/>
                          <a:pt x="174943" y="79245"/>
                          <a:pt x="174347" y="79051"/>
                        </a:cubicBezTo>
                        <a:cubicBezTo>
                          <a:pt x="172469" y="78440"/>
                          <a:pt x="171456" y="76414"/>
                          <a:pt x="172067" y="74551"/>
                        </a:cubicBezTo>
                        <a:cubicBezTo>
                          <a:pt x="173244" y="70960"/>
                          <a:pt x="174287" y="67279"/>
                          <a:pt x="175167" y="63598"/>
                        </a:cubicBezTo>
                        <a:cubicBezTo>
                          <a:pt x="175629" y="61676"/>
                          <a:pt x="177551" y="60499"/>
                          <a:pt x="179458" y="60946"/>
                        </a:cubicBezTo>
                        <a:cubicBezTo>
                          <a:pt x="181380" y="61408"/>
                          <a:pt x="182558" y="63330"/>
                          <a:pt x="182111" y="65252"/>
                        </a:cubicBezTo>
                        <a:cubicBezTo>
                          <a:pt x="181187" y="69127"/>
                          <a:pt x="180099" y="73001"/>
                          <a:pt x="178847" y="76786"/>
                        </a:cubicBezTo>
                        <a:cubicBezTo>
                          <a:pt x="178430" y="78068"/>
                          <a:pt x="177342" y="78947"/>
                          <a:pt x="176105" y="79185"/>
                        </a:cubicBezTo>
                        <a:close/>
                        <a:moveTo>
                          <a:pt x="182409" y="49204"/>
                        </a:moveTo>
                        <a:cubicBezTo>
                          <a:pt x="182081" y="49263"/>
                          <a:pt x="181753" y="49278"/>
                          <a:pt x="181410" y="49249"/>
                        </a:cubicBezTo>
                        <a:cubicBezTo>
                          <a:pt x="179443" y="49055"/>
                          <a:pt x="178013" y="47311"/>
                          <a:pt x="178192" y="45359"/>
                        </a:cubicBezTo>
                        <a:cubicBezTo>
                          <a:pt x="178549" y="41604"/>
                          <a:pt x="178758" y="37789"/>
                          <a:pt x="178803" y="34005"/>
                        </a:cubicBezTo>
                        <a:cubicBezTo>
                          <a:pt x="178817" y="32038"/>
                          <a:pt x="180442" y="30458"/>
                          <a:pt x="182409" y="30473"/>
                        </a:cubicBezTo>
                        <a:cubicBezTo>
                          <a:pt x="184376" y="30488"/>
                          <a:pt x="185955" y="32112"/>
                          <a:pt x="185940" y="34079"/>
                        </a:cubicBezTo>
                        <a:cubicBezTo>
                          <a:pt x="185896" y="38058"/>
                          <a:pt x="185687" y="42081"/>
                          <a:pt x="185299" y="46045"/>
                        </a:cubicBezTo>
                        <a:cubicBezTo>
                          <a:pt x="185150" y="47669"/>
                          <a:pt x="183929" y="48936"/>
                          <a:pt x="182409" y="49219"/>
                        </a:cubicBezTo>
                        <a:close/>
                        <a:moveTo>
                          <a:pt x="181962" y="18611"/>
                        </a:moveTo>
                        <a:cubicBezTo>
                          <a:pt x="181962" y="18611"/>
                          <a:pt x="181813" y="18641"/>
                          <a:pt x="181738" y="18641"/>
                        </a:cubicBezTo>
                        <a:cubicBezTo>
                          <a:pt x="179786" y="18880"/>
                          <a:pt x="177998" y="17494"/>
                          <a:pt x="177759" y="15542"/>
                        </a:cubicBezTo>
                        <a:cubicBezTo>
                          <a:pt x="177417" y="12785"/>
                          <a:pt x="176985" y="9999"/>
                          <a:pt x="176478" y="7272"/>
                        </a:cubicBezTo>
                        <a:cubicBezTo>
                          <a:pt x="176299" y="6288"/>
                          <a:pt x="176090" y="5305"/>
                          <a:pt x="175897" y="4321"/>
                        </a:cubicBezTo>
                        <a:cubicBezTo>
                          <a:pt x="175494" y="2384"/>
                          <a:pt x="176731" y="492"/>
                          <a:pt x="178653" y="89"/>
                        </a:cubicBezTo>
                        <a:cubicBezTo>
                          <a:pt x="180606" y="-358"/>
                          <a:pt x="182468" y="924"/>
                          <a:pt x="182885" y="2846"/>
                        </a:cubicBezTo>
                        <a:cubicBezTo>
                          <a:pt x="183109" y="3874"/>
                          <a:pt x="183303" y="4917"/>
                          <a:pt x="183496" y="5945"/>
                        </a:cubicBezTo>
                        <a:cubicBezTo>
                          <a:pt x="184033" y="8821"/>
                          <a:pt x="184495" y="11742"/>
                          <a:pt x="184852" y="14648"/>
                        </a:cubicBezTo>
                        <a:cubicBezTo>
                          <a:pt x="185091" y="16525"/>
                          <a:pt x="183809" y="18254"/>
                          <a:pt x="181977" y="18597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1" name="Forme libre : forme 1050">
                    <a:extLst>
                      <a:ext uri="{FF2B5EF4-FFF2-40B4-BE49-F238E27FC236}">
                        <a16:creationId xmlns:a16="http://schemas.microsoft.com/office/drawing/2014/main" id="{A3BE2230-AFEB-7957-95E7-BC2C6DEDD510}"/>
                      </a:ext>
                    </a:extLst>
                  </p:cNvPr>
                  <p:cNvSpPr/>
                  <p:nvPr/>
                </p:nvSpPr>
                <p:spPr>
                  <a:xfrm>
                    <a:off x="967863" y="263172"/>
                    <a:ext cx="12288" cy="9601"/>
                  </a:xfrm>
                  <a:custGeom>
                    <a:avLst/>
                    <a:gdLst>
                      <a:gd name="connsiteX0" fmla="*/ 9359 w 12288"/>
                      <a:gd name="connsiteY0" fmla="*/ 9538 h 9601"/>
                      <a:gd name="connsiteX1" fmla="*/ 7228 w 12288"/>
                      <a:gd name="connsiteY1" fmla="*/ 9285 h 9601"/>
                      <a:gd name="connsiteX2" fmla="*/ 1953 w 12288"/>
                      <a:gd name="connsiteY2" fmla="*/ 6752 h 9601"/>
                      <a:gd name="connsiteX3" fmla="*/ 389 w 12288"/>
                      <a:gd name="connsiteY3" fmla="*/ 1953 h 9601"/>
                      <a:gd name="connsiteX4" fmla="*/ 5187 w 12288"/>
                      <a:gd name="connsiteY4" fmla="*/ 389 h 9601"/>
                      <a:gd name="connsiteX5" fmla="*/ 10194 w 12288"/>
                      <a:gd name="connsiteY5" fmla="*/ 2803 h 9601"/>
                      <a:gd name="connsiteX6" fmla="*/ 11967 w 12288"/>
                      <a:gd name="connsiteY6" fmla="*/ 7526 h 9601"/>
                      <a:gd name="connsiteX7" fmla="*/ 9374 w 12288"/>
                      <a:gd name="connsiteY7" fmla="*/ 9553 h 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2288" h="9601">
                        <a:moveTo>
                          <a:pt x="9359" y="9538"/>
                        </a:moveTo>
                        <a:cubicBezTo>
                          <a:pt x="8659" y="9672"/>
                          <a:pt x="7914" y="9598"/>
                          <a:pt x="7228" y="9285"/>
                        </a:cubicBezTo>
                        <a:cubicBezTo>
                          <a:pt x="5470" y="8480"/>
                          <a:pt x="3697" y="7631"/>
                          <a:pt x="1953" y="6752"/>
                        </a:cubicBezTo>
                        <a:cubicBezTo>
                          <a:pt x="195" y="5858"/>
                          <a:pt x="-505" y="3712"/>
                          <a:pt x="389" y="1953"/>
                        </a:cubicBezTo>
                        <a:cubicBezTo>
                          <a:pt x="1283" y="195"/>
                          <a:pt x="3429" y="-505"/>
                          <a:pt x="5187" y="389"/>
                        </a:cubicBezTo>
                        <a:cubicBezTo>
                          <a:pt x="6841" y="1223"/>
                          <a:pt x="8525" y="2043"/>
                          <a:pt x="10194" y="2803"/>
                        </a:cubicBezTo>
                        <a:cubicBezTo>
                          <a:pt x="11982" y="3622"/>
                          <a:pt x="12787" y="5738"/>
                          <a:pt x="11967" y="7526"/>
                        </a:cubicBezTo>
                        <a:cubicBezTo>
                          <a:pt x="11460" y="8629"/>
                          <a:pt x="10477" y="9344"/>
                          <a:pt x="9374" y="955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045" name="Graphique 6">
                  <a:extLst>
                    <a:ext uri="{FF2B5EF4-FFF2-40B4-BE49-F238E27FC236}">
                      <a16:creationId xmlns:a16="http://schemas.microsoft.com/office/drawing/2014/main" id="{23C21CA5-AE91-1DEF-8CCE-0038D6FB65F2}"/>
                    </a:ext>
                  </a:extLst>
                </p:cNvPr>
                <p:cNvGrpSpPr/>
                <p:nvPr/>
              </p:nvGrpSpPr>
              <p:grpSpPr>
                <a:xfrm>
                  <a:off x="926463" y="33926"/>
                  <a:ext cx="215216" cy="215216"/>
                  <a:chOff x="926463" y="33926"/>
                  <a:chExt cx="215216" cy="215216"/>
                </a:xfrm>
              </p:grpSpPr>
              <p:sp>
                <p:nvSpPr>
                  <p:cNvPr id="1046" name="Forme libre : forme 1045">
                    <a:extLst>
                      <a:ext uri="{FF2B5EF4-FFF2-40B4-BE49-F238E27FC236}">
                        <a16:creationId xmlns:a16="http://schemas.microsoft.com/office/drawing/2014/main" id="{D7D8C7D1-16BC-D7FD-A173-407D79220F5F}"/>
                      </a:ext>
                    </a:extLst>
                  </p:cNvPr>
                  <p:cNvSpPr/>
                  <p:nvPr/>
                </p:nvSpPr>
                <p:spPr>
                  <a:xfrm>
                    <a:off x="926463" y="33926"/>
                    <a:ext cx="215216" cy="215216"/>
                  </a:xfrm>
                  <a:custGeom>
                    <a:avLst/>
                    <a:gdLst>
                      <a:gd name="connsiteX0" fmla="*/ 47884 w 215216"/>
                      <a:gd name="connsiteY0" fmla="*/ 197180 h 215216"/>
                      <a:gd name="connsiteX1" fmla="*/ 49821 w 215216"/>
                      <a:gd name="connsiteY1" fmla="*/ 197343 h 215216"/>
                      <a:gd name="connsiteX2" fmla="*/ 67270 w 215216"/>
                      <a:gd name="connsiteY2" fmla="*/ 186942 h 215216"/>
                      <a:gd name="connsiteX3" fmla="*/ 94569 w 215216"/>
                      <a:gd name="connsiteY3" fmla="*/ 195660 h 215216"/>
                      <a:gd name="connsiteX4" fmla="*/ 102765 w 215216"/>
                      <a:gd name="connsiteY4" fmla="*/ 214227 h 215216"/>
                      <a:gd name="connsiteX5" fmla="*/ 104434 w 215216"/>
                      <a:gd name="connsiteY5" fmla="*/ 215210 h 215216"/>
                      <a:gd name="connsiteX6" fmla="*/ 128708 w 215216"/>
                      <a:gd name="connsiteY6" fmla="*/ 213169 h 215216"/>
                      <a:gd name="connsiteX7" fmla="*/ 130183 w 215216"/>
                      <a:gd name="connsiteY7" fmla="*/ 211917 h 215216"/>
                      <a:gd name="connsiteX8" fmla="*/ 135175 w 215216"/>
                      <a:gd name="connsiteY8" fmla="*/ 192247 h 215216"/>
                      <a:gd name="connsiteX9" fmla="*/ 160642 w 215216"/>
                      <a:gd name="connsiteY9" fmla="*/ 179089 h 215216"/>
                      <a:gd name="connsiteX10" fmla="*/ 179581 w 215216"/>
                      <a:gd name="connsiteY10" fmla="*/ 186421 h 215216"/>
                      <a:gd name="connsiteX11" fmla="*/ 181459 w 215216"/>
                      <a:gd name="connsiteY11" fmla="*/ 185944 h 215216"/>
                      <a:gd name="connsiteX12" fmla="*/ 197180 w 215216"/>
                      <a:gd name="connsiteY12" fmla="*/ 167332 h 215216"/>
                      <a:gd name="connsiteX13" fmla="*/ 197343 w 215216"/>
                      <a:gd name="connsiteY13" fmla="*/ 165395 h 215216"/>
                      <a:gd name="connsiteX14" fmla="*/ 186942 w 215216"/>
                      <a:gd name="connsiteY14" fmla="*/ 147946 h 215216"/>
                      <a:gd name="connsiteX15" fmla="*/ 195660 w 215216"/>
                      <a:gd name="connsiteY15" fmla="*/ 120647 h 215216"/>
                      <a:gd name="connsiteX16" fmla="*/ 214227 w 215216"/>
                      <a:gd name="connsiteY16" fmla="*/ 112451 h 215216"/>
                      <a:gd name="connsiteX17" fmla="*/ 215210 w 215216"/>
                      <a:gd name="connsiteY17" fmla="*/ 110782 h 215216"/>
                      <a:gd name="connsiteX18" fmla="*/ 213169 w 215216"/>
                      <a:gd name="connsiteY18" fmla="*/ 86508 h 215216"/>
                      <a:gd name="connsiteX19" fmla="*/ 211917 w 215216"/>
                      <a:gd name="connsiteY19" fmla="*/ 85033 h 215216"/>
                      <a:gd name="connsiteX20" fmla="*/ 192247 w 215216"/>
                      <a:gd name="connsiteY20" fmla="*/ 80041 h 215216"/>
                      <a:gd name="connsiteX21" fmla="*/ 179089 w 215216"/>
                      <a:gd name="connsiteY21" fmla="*/ 54574 h 215216"/>
                      <a:gd name="connsiteX22" fmla="*/ 186421 w 215216"/>
                      <a:gd name="connsiteY22" fmla="*/ 35635 h 215216"/>
                      <a:gd name="connsiteX23" fmla="*/ 185944 w 215216"/>
                      <a:gd name="connsiteY23" fmla="*/ 33757 h 215216"/>
                      <a:gd name="connsiteX24" fmla="*/ 167332 w 215216"/>
                      <a:gd name="connsiteY24" fmla="*/ 18037 h 215216"/>
                      <a:gd name="connsiteX25" fmla="*/ 165395 w 215216"/>
                      <a:gd name="connsiteY25" fmla="*/ 17873 h 215216"/>
                      <a:gd name="connsiteX26" fmla="*/ 147946 w 215216"/>
                      <a:gd name="connsiteY26" fmla="*/ 28274 h 215216"/>
                      <a:gd name="connsiteX27" fmla="*/ 120647 w 215216"/>
                      <a:gd name="connsiteY27" fmla="*/ 19556 h 215216"/>
                      <a:gd name="connsiteX28" fmla="*/ 112451 w 215216"/>
                      <a:gd name="connsiteY28" fmla="*/ 989 h 215216"/>
                      <a:gd name="connsiteX29" fmla="*/ 110782 w 215216"/>
                      <a:gd name="connsiteY29" fmla="*/ 6 h 215216"/>
                      <a:gd name="connsiteX30" fmla="*/ 86508 w 215216"/>
                      <a:gd name="connsiteY30" fmla="*/ 2047 h 215216"/>
                      <a:gd name="connsiteX31" fmla="*/ 85033 w 215216"/>
                      <a:gd name="connsiteY31" fmla="*/ 3299 h 215216"/>
                      <a:gd name="connsiteX32" fmla="*/ 80041 w 215216"/>
                      <a:gd name="connsiteY32" fmla="*/ 22969 h 215216"/>
                      <a:gd name="connsiteX33" fmla="*/ 54574 w 215216"/>
                      <a:gd name="connsiteY33" fmla="*/ 36127 h 215216"/>
                      <a:gd name="connsiteX34" fmla="*/ 35635 w 215216"/>
                      <a:gd name="connsiteY34" fmla="*/ 28795 h 215216"/>
                      <a:gd name="connsiteX35" fmla="*/ 33757 w 215216"/>
                      <a:gd name="connsiteY35" fmla="*/ 29272 h 215216"/>
                      <a:gd name="connsiteX36" fmla="*/ 18037 w 215216"/>
                      <a:gd name="connsiteY36" fmla="*/ 47884 h 215216"/>
                      <a:gd name="connsiteX37" fmla="*/ 17873 w 215216"/>
                      <a:gd name="connsiteY37" fmla="*/ 49821 h 215216"/>
                      <a:gd name="connsiteX38" fmla="*/ 28274 w 215216"/>
                      <a:gd name="connsiteY38" fmla="*/ 67270 h 215216"/>
                      <a:gd name="connsiteX39" fmla="*/ 19556 w 215216"/>
                      <a:gd name="connsiteY39" fmla="*/ 94569 h 215216"/>
                      <a:gd name="connsiteX40" fmla="*/ 989 w 215216"/>
                      <a:gd name="connsiteY40" fmla="*/ 102765 h 215216"/>
                      <a:gd name="connsiteX41" fmla="*/ 6 w 215216"/>
                      <a:gd name="connsiteY41" fmla="*/ 104434 h 215216"/>
                      <a:gd name="connsiteX42" fmla="*/ 2047 w 215216"/>
                      <a:gd name="connsiteY42" fmla="*/ 128708 h 215216"/>
                      <a:gd name="connsiteX43" fmla="*/ 3299 w 215216"/>
                      <a:gd name="connsiteY43" fmla="*/ 130183 h 215216"/>
                      <a:gd name="connsiteX44" fmla="*/ 22969 w 215216"/>
                      <a:gd name="connsiteY44" fmla="*/ 135175 h 215216"/>
                      <a:gd name="connsiteX45" fmla="*/ 36127 w 215216"/>
                      <a:gd name="connsiteY45" fmla="*/ 160642 h 215216"/>
                      <a:gd name="connsiteX46" fmla="*/ 28795 w 215216"/>
                      <a:gd name="connsiteY46" fmla="*/ 179581 h 215216"/>
                      <a:gd name="connsiteX47" fmla="*/ 29272 w 215216"/>
                      <a:gd name="connsiteY47" fmla="*/ 181459 h 215216"/>
                      <a:gd name="connsiteX48" fmla="*/ 47884 w 215216"/>
                      <a:gd name="connsiteY48" fmla="*/ 197180 h 2152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215216" h="215216">
                        <a:moveTo>
                          <a:pt x="47884" y="197180"/>
                        </a:moveTo>
                        <a:cubicBezTo>
                          <a:pt x="48420" y="197642"/>
                          <a:pt x="49210" y="197701"/>
                          <a:pt x="49821" y="197343"/>
                        </a:cubicBezTo>
                        <a:lnTo>
                          <a:pt x="67270" y="186942"/>
                        </a:lnTo>
                        <a:cubicBezTo>
                          <a:pt x="75719" y="191249"/>
                          <a:pt x="84913" y="194244"/>
                          <a:pt x="94569" y="195660"/>
                        </a:cubicBezTo>
                        <a:lnTo>
                          <a:pt x="102765" y="214227"/>
                        </a:lnTo>
                        <a:cubicBezTo>
                          <a:pt x="103048" y="214882"/>
                          <a:pt x="103719" y="215270"/>
                          <a:pt x="104434" y="215210"/>
                        </a:cubicBezTo>
                        <a:lnTo>
                          <a:pt x="128708" y="213169"/>
                        </a:lnTo>
                        <a:cubicBezTo>
                          <a:pt x="129423" y="213109"/>
                          <a:pt x="130005" y="212602"/>
                          <a:pt x="130183" y="211917"/>
                        </a:cubicBezTo>
                        <a:lnTo>
                          <a:pt x="135175" y="192247"/>
                        </a:lnTo>
                        <a:cubicBezTo>
                          <a:pt x="144459" y="189237"/>
                          <a:pt x="153027" y="184752"/>
                          <a:pt x="160642" y="179089"/>
                        </a:cubicBezTo>
                        <a:lnTo>
                          <a:pt x="179581" y="186421"/>
                        </a:lnTo>
                        <a:cubicBezTo>
                          <a:pt x="180252" y="186674"/>
                          <a:pt x="180997" y="186480"/>
                          <a:pt x="181459" y="185944"/>
                        </a:cubicBezTo>
                        <a:lnTo>
                          <a:pt x="197180" y="167332"/>
                        </a:lnTo>
                        <a:cubicBezTo>
                          <a:pt x="197642" y="166781"/>
                          <a:pt x="197701" y="166006"/>
                          <a:pt x="197343" y="165395"/>
                        </a:cubicBezTo>
                        <a:lnTo>
                          <a:pt x="186942" y="147946"/>
                        </a:lnTo>
                        <a:cubicBezTo>
                          <a:pt x="191249" y="139497"/>
                          <a:pt x="194244" y="130303"/>
                          <a:pt x="195660" y="120647"/>
                        </a:cubicBezTo>
                        <a:lnTo>
                          <a:pt x="214227" y="112451"/>
                        </a:lnTo>
                        <a:cubicBezTo>
                          <a:pt x="214882" y="112168"/>
                          <a:pt x="215270" y="111497"/>
                          <a:pt x="215210" y="110782"/>
                        </a:cubicBezTo>
                        <a:lnTo>
                          <a:pt x="213169" y="86508"/>
                        </a:lnTo>
                        <a:cubicBezTo>
                          <a:pt x="213109" y="85793"/>
                          <a:pt x="212602" y="85211"/>
                          <a:pt x="211917" y="85033"/>
                        </a:cubicBezTo>
                        <a:lnTo>
                          <a:pt x="192247" y="80041"/>
                        </a:lnTo>
                        <a:cubicBezTo>
                          <a:pt x="189237" y="70757"/>
                          <a:pt x="184752" y="62189"/>
                          <a:pt x="179089" y="54574"/>
                        </a:cubicBezTo>
                        <a:lnTo>
                          <a:pt x="186421" y="35635"/>
                        </a:lnTo>
                        <a:cubicBezTo>
                          <a:pt x="186674" y="34964"/>
                          <a:pt x="186480" y="34219"/>
                          <a:pt x="185944" y="33757"/>
                        </a:cubicBezTo>
                        <a:lnTo>
                          <a:pt x="167332" y="18037"/>
                        </a:lnTo>
                        <a:cubicBezTo>
                          <a:pt x="166796" y="17575"/>
                          <a:pt x="166006" y="17515"/>
                          <a:pt x="165395" y="17873"/>
                        </a:cubicBezTo>
                        <a:lnTo>
                          <a:pt x="147946" y="28274"/>
                        </a:lnTo>
                        <a:cubicBezTo>
                          <a:pt x="139497" y="23967"/>
                          <a:pt x="130303" y="20972"/>
                          <a:pt x="120647" y="19556"/>
                        </a:cubicBezTo>
                        <a:lnTo>
                          <a:pt x="112451" y="989"/>
                        </a:lnTo>
                        <a:cubicBezTo>
                          <a:pt x="112168" y="334"/>
                          <a:pt x="111497" y="-54"/>
                          <a:pt x="110782" y="6"/>
                        </a:cubicBezTo>
                        <a:lnTo>
                          <a:pt x="86508" y="2047"/>
                        </a:lnTo>
                        <a:cubicBezTo>
                          <a:pt x="85793" y="2107"/>
                          <a:pt x="85211" y="2614"/>
                          <a:pt x="85033" y="3299"/>
                        </a:cubicBezTo>
                        <a:lnTo>
                          <a:pt x="80041" y="22969"/>
                        </a:lnTo>
                        <a:cubicBezTo>
                          <a:pt x="70757" y="25979"/>
                          <a:pt x="62189" y="30464"/>
                          <a:pt x="54574" y="36127"/>
                        </a:cubicBezTo>
                        <a:lnTo>
                          <a:pt x="35635" y="28795"/>
                        </a:lnTo>
                        <a:cubicBezTo>
                          <a:pt x="34964" y="28542"/>
                          <a:pt x="34219" y="28736"/>
                          <a:pt x="33757" y="29272"/>
                        </a:cubicBezTo>
                        <a:lnTo>
                          <a:pt x="18037" y="47884"/>
                        </a:lnTo>
                        <a:cubicBezTo>
                          <a:pt x="17575" y="48420"/>
                          <a:pt x="17515" y="49210"/>
                          <a:pt x="17873" y="49821"/>
                        </a:cubicBezTo>
                        <a:lnTo>
                          <a:pt x="28274" y="67270"/>
                        </a:lnTo>
                        <a:cubicBezTo>
                          <a:pt x="23967" y="75719"/>
                          <a:pt x="20972" y="84913"/>
                          <a:pt x="19556" y="94569"/>
                        </a:cubicBezTo>
                        <a:lnTo>
                          <a:pt x="989" y="102765"/>
                        </a:lnTo>
                        <a:cubicBezTo>
                          <a:pt x="334" y="103048"/>
                          <a:pt x="-54" y="103719"/>
                          <a:pt x="6" y="104434"/>
                        </a:cubicBezTo>
                        <a:lnTo>
                          <a:pt x="2047" y="128708"/>
                        </a:lnTo>
                        <a:cubicBezTo>
                          <a:pt x="2107" y="129424"/>
                          <a:pt x="2614" y="130005"/>
                          <a:pt x="3299" y="130183"/>
                        </a:cubicBezTo>
                        <a:lnTo>
                          <a:pt x="22969" y="135175"/>
                        </a:lnTo>
                        <a:cubicBezTo>
                          <a:pt x="25979" y="144459"/>
                          <a:pt x="30464" y="153027"/>
                          <a:pt x="36127" y="160642"/>
                        </a:cubicBezTo>
                        <a:lnTo>
                          <a:pt x="28795" y="179581"/>
                        </a:lnTo>
                        <a:cubicBezTo>
                          <a:pt x="28542" y="180252"/>
                          <a:pt x="28736" y="180997"/>
                          <a:pt x="29272" y="181459"/>
                        </a:cubicBezTo>
                        <a:lnTo>
                          <a:pt x="47884" y="197180"/>
                        </a:lnTo>
                        <a:close/>
                      </a:path>
                    </a:pathLst>
                  </a:custGeom>
                  <a:solidFill>
                    <a:srgbClr val="B1ABE5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7" name="Forme libre : forme 1046">
                    <a:extLst>
                      <a:ext uri="{FF2B5EF4-FFF2-40B4-BE49-F238E27FC236}">
                        <a16:creationId xmlns:a16="http://schemas.microsoft.com/office/drawing/2014/main" id="{C5230AC5-7440-2740-6966-F63BBC944FD1}"/>
                      </a:ext>
                    </a:extLst>
                  </p:cNvPr>
                  <p:cNvSpPr/>
                  <p:nvPr/>
                </p:nvSpPr>
                <p:spPr>
                  <a:xfrm>
                    <a:off x="1009580" y="117048"/>
                    <a:ext cx="48981" cy="48979"/>
                  </a:xfrm>
                  <a:custGeom>
                    <a:avLst/>
                    <a:gdLst>
                      <a:gd name="connsiteX0" fmla="*/ 28976 w 48981"/>
                      <a:gd name="connsiteY0" fmla="*/ 48566 h 48979"/>
                      <a:gd name="connsiteX1" fmla="*/ 1334 w 48981"/>
                      <a:gd name="connsiteY1" fmla="*/ 32458 h 48979"/>
                      <a:gd name="connsiteX2" fmla="*/ 16534 w 48981"/>
                      <a:gd name="connsiteY2" fmla="*/ 1344 h 48979"/>
                      <a:gd name="connsiteX3" fmla="*/ 35235 w 48981"/>
                      <a:gd name="connsiteY3" fmla="*/ 2492 h 48979"/>
                      <a:gd name="connsiteX4" fmla="*/ 47647 w 48981"/>
                      <a:gd name="connsiteY4" fmla="*/ 16529 h 48979"/>
                      <a:gd name="connsiteX5" fmla="*/ 32448 w 48981"/>
                      <a:gd name="connsiteY5" fmla="*/ 47642 h 48979"/>
                      <a:gd name="connsiteX6" fmla="*/ 28976 w 48981"/>
                      <a:gd name="connsiteY6" fmla="*/ 48566 h 48979"/>
                      <a:gd name="connsiteX7" fmla="*/ 21078 w 48981"/>
                      <a:gd name="connsiteY7" fmla="*/ 6023 h 48979"/>
                      <a:gd name="connsiteX8" fmla="*/ 18381 w 48981"/>
                      <a:gd name="connsiteY8" fmla="*/ 6738 h 48979"/>
                      <a:gd name="connsiteX9" fmla="*/ 6729 w 48981"/>
                      <a:gd name="connsiteY9" fmla="*/ 30595 h 48979"/>
                      <a:gd name="connsiteX10" fmla="*/ 30585 w 48981"/>
                      <a:gd name="connsiteY10" fmla="*/ 42248 h 48979"/>
                      <a:gd name="connsiteX11" fmla="*/ 42238 w 48981"/>
                      <a:gd name="connsiteY11" fmla="*/ 18391 h 48979"/>
                      <a:gd name="connsiteX12" fmla="*/ 32716 w 48981"/>
                      <a:gd name="connsiteY12" fmla="*/ 7618 h 48979"/>
                      <a:gd name="connsiteX13" fmla="*/ 21064 w 48981"/>
                      <a:gd name="connsiteY13" fmla="*/ 6023 h 489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48981" h="48979">
                        <a:moveTo>
                          <a:pt x="28976" y="48566"/>
                        </a:moveTo>
                        <a:cubicBezTo>
                          <a:pt x="17249" y="50757"/>
                          <a:pt x="5328" y="44066"/>
                          <a:pt x="1334" y="32458"/>
                        </a:cubicBezTo>
                        <a:cubicBezTo>
                          <a:pt x="-3062" y="19688"/>
                          <a:pt x="3763" y="5725"/>
                          <a:pt x="16534" y="1344"/>
                        </a:cubicBezTo>
                        <a:cubicBezTo>
                          <a:pt x="22718" y="-787"/>
                          <a:pt x="29364" y="-369"/>
                          <a:pt x="35235" y="2492"/>
                        </a:cubicBezTo>
                        <a:cubicBezTo>
                          <a:pt x="41106" y="5368"/>
                          <a:pt x="45517" y="10345"/>
                          <a:pt x="47647" y="16529"/>
                        </a:cubicBezTo>
                        <a:cubicBezTo>
                          <a:pt x="52043" y="29299"/>
                          <a:pt x="45219" y="43261"/>
                          <a:pt x="32448" y="47642"/>
                        </a:cubicBezTo>
                        <a:cubicBezTo>
                          <a:pt x="31301" y="48045"/>
                          <a:pt x="30138" y="48343"/>
                          <a:pt x="28976" y="48566"/>
                        </a:cubicBezTo>
                        <a:close/>
                        <a:moveTo>
                          <a:pt x="21078" y="6023"/>
                        </a:moveTo>
                        <a:cubicBezTo>
                          <a:pt x="20170" y="6187"/>
                          <a:pt x="19275" y="6426"/>
                          <a:pt x="18381" y="6738"/>
                        </a:cubicBezTo>
                        <a:cubicBezTo>
                          <a:pt x="8591" y="10106"/>
                          <a:pt x="3361" y="20805"/>
                          <a:pt x="6729" y="30595"/>
                        </a:cubicBezTo>
                        <a:cubicBezTo>
                          <a:pt x="10096" y="40386"/>
                          <a:pt x="20795" y="45616"/>
                          <a:pt x="30585" y="42248"/>
                        </a:cubicBezTo>
                        <a:cubicBezTo>
                          <a:pt x="40376" y="38880"/>
                          <a:pt x="45606" y="28181"/>
                          <a:pt x="42238" y="18391"/>
                        </a:cubicBezTo>
                        <a:cubicBezTo>
                          <a:pt x="40614" y="13653"/>
                          <a:pt x="37231" y="9823"/>
                          <a:pt x="32716" y="7618"/>
                        </a:cubicBezTo>
                        <a:cubicBezTo>
                          <a:pt x="29051" y="5829"/>
                          <a:pt x="24998" y="5293"/>
                          <a:pt x="21064" y="6023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8" name="Forme libre : forme 1047">
                    <a:extLst>
                      <a:ext uri="{FF2B5EF4-FFF2-40B4-BE49-F238E27FC236}">
                        <a16:creationId xmlns:a16="http://schemas.microsoft.com/office/drawing/2014/main" id="{C90BAD24-DD0D-9F58-E1EA-39C99AFCC477}"/>
                      </a:ext>
                    </a:extLst>
                  </p:cNvPr>
                  <p:cNvSpPr/>
                  <p:nvPr/>
                </p:nvSpPr>
                <p:spPr>
                  <a:xfrm>
                    <a:off x="974147" y="80909"/>
                    <a:ext cx="120429" cy="120428"/>
                  </a:xfrm>
                  <a:custGeom>
                    <a:avLst/>
                    <a:gdLst>
                      <a:gd name="connsiteX0" fmla="*/ 71413 w 120429"/>
                      <a:gd name="connsiteY0" fmla="*/ 119380 h 120428"/>
                      <a:gd name="connsiteX1" fmla="*/ 65274 w 120429"/>
                      <a:gd name="connsiteY1" fmla="*/ 120215 h 120428"/>
                      <a:gd name="connsiteX2" fmla="*/ 65274 w 120429"/>
                      <a:gd name="connsiteY2" fmla="*/ 120215 h 120428"/>
                      <a:gd name="connsiteX3" fmla="*/ 63322 w 120429"/>
                      <a:gd name="connsiteY3" fmla="*/ 120349 h 120428"/>
                      <a:gd name="connsiteX4" fmla="*/ 53680 w 120429"/>
                      <a:gd name="connsiteY4" fmla="*/ 120081 h 120428"/>
                      <a:gd name="connsiteX5" fmla="*/ 53546 w 120429"/>
                      <a:gd name="connsiteY5" fmla="*/ 120081 h 120428"/>
                      <a:gd name="connsiteX6" fmla="*/ 53174 w 120429"/>
                      <a:gd name="connsiteY6" fmla="*/ 120036 h 120428"/>
                      <a:gd name="connsiteX7" fmla="*/ 52459 w 120429"/>
                      <a:gd name="connsiteY7" fmla="*/ 119947 h 120428"/>
                      <a:gd name="connsiteX8" fmla="*/ 51237 w 120429"/>
                      <a:gd name="connsiteY8" fmla="*/ 118799 h 120428"/>
                      <a:gd name="connsiteX9" fmla="*/ 51237 w 120429"/>
                      <a:gd name="connsiteY9" fmla="*/ 118352 h 120428"/>
                      <a:gd name="connsiteX10" fmla="*/ 52831 w 120429"/>
                      <a:gd name="connsiteY10" fmla="*/ 117116 h 120428"/>
                      <a:gd name="connsiteX11" fmla="*/ 65035 w 120429"/>
                      <a:gd name="connsiteY11" fmla="*/ 117384 h 120428"/>
                      <a:gd name="connsiteX12" fmla="*/ 111035 w 120429"/>
                      <a:gd name="connsiteY12" fmla="*/ 86806 h 120428"/>
                      <a:gd name="connsiteX13" fmla="*/ 117383 w 120429"/>
                      <a:gd name="connsiteY13" fmla="*/ 55424 h 120428"/>
                      <a:gd name="connsiteX14" fmla="*/ 116594 w 120429"/>
                      <a:gd name="connsiteY14" fmla="*/ 49568 h 120428"/>
                      <a:gd name="connsiteX15" fmla="*/ 97252 w 120429"/>
                      <a:gd name="connsiteY15" fmla="*/ 16413 h 120428"/>
                      <a:gd name="connsiteX16" fmla="*/ 55424 w 120429"/>
                      <a:gd name="connsiteY16" fmla="*/ 3076 h 120428"/>
                      <a:gd name="connsiteX17" fmla="*/ 3076 w 120429"/>
                      <a:gd name="connsiteY17" fmla="*/ 65036 h 120428"/>
                      <a:gd name="connsiteX18" fmla="*/ 3851 w 120429"/>
                      <a:gd name="connsiteY18" fmla="*/ 70817 h 120428"/>
                      <a:gd name="connsiteX19" fmla="*/ 13641 w 120429"/>
                      <a:gd name="connsiteY19" fmla="*/ 93706 h 120428"/>
                      <a:gd name="connsiteX20" fmla="*/ 13879 w 120429"/>
                      <a:gd name="connsiteY20" fmla="*/ 94272 h 120428"/>
                      <a:gd name="connsiteX21" fmla="*/ 13313 w 120429"/>
                      <a:gd name="connsiteY21" fmla="*/ 95687 h 120428"/>
                      <a:gd name="connsiteX22" fmla="*/ 11316 w 120429"/>
                      <a:gd name="connsiteY22" fmla="*/ 95360 h 120428"/>
                      <a:gd name="connsiteX23" fmla="*/ 1034 w 120429"/>
                      <a:gd name="connsiteY23" fmla="*/ 71324 h 120428"/>
                      <a:gd name="connsiteX24" fmla="*/ 215 w 120429"/>
                      <a:gd name="connsiteY24" fmla="*/ 65259 h 120428"/>
                      <a:gd name="connsiteX25" fmla="*/ 55171 w 120429"/>
                      <a:gd name="connsiteY25" fmla="*/ 215 h 120428"/>
                      <a:gd name="connsiteX26" fmla="*/ 99070 w 120429"/>
                      <a:gd name="connsiteY26" fmla="*/ 14222 h 120428"/>
                      <a:gd name="connsiteX27" fmla="*/ 119380 w 120429"/>
                      <a:gd name="connsiteY27" fmla="*/ 49032 h 120428"/>
                      <a:gd name="connsiteX28" fmla="*/ 120215 w 120429"/>
                      <a:gd name="connsiteY28" fmla="*/ 55171 h 120428"/>
                      <a:gd name="connsiteX29" fmla="*/ 106207 w 120429"/>
                      <a:gd name="connsiteY29" fmla="*/ 99070 h 120428"/>
                      <a:gd name="connsiteX30" fmla="*/ 71383 w 120429"/>
                      <a:gd name="connsiteY30" fmla="*/ 119380 h 120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120429" h="120428">
                        <a:moveTo>
                          <a:pt x="71413" y="119380"/>
                        </a:moveTo>
                        <a:cubicBezTo>
                          <a:pt x="69401" y="119753"/>
                          <a:pt x="67345" y="120036"/>
                          <a:pt x="65274" y="120215"/>
                        </a:cubicBezTo>
                        <a:lnTo>
                          <a:pt x="65274" y="120215"/>
                        </a:lnTo>
                        <a:cubicBezTo>
                          <a:pt x="64618" y="120275"/>
                          <a:pt x="63962" y="120319"/>
                          <a:pt x="63322" y="120349"/>
                        </a:cubicBezTo>
                        <a:cubicBezTo>
                          <a:pt x="60103" y="120513"/>
                          <a:pt x="56869" y="120424"/>
                          <a:pt x="53680" y="120081"/>
                        </a:cubicBezTo>
                        <a:cubicBezTo>
                          <a:pt x="53636" y="120081"/>
                          <a:pt x="53591" y="120081"/>
                          <a:pt x="53546" y="120081"/>
                        </a:cubicBezTo>
                        <a:cubicBezTo>
                          <a:pt x="53427" y="120081"/>
                          <a:pt x="53293" y="120051"/>
                          <a:pt x="53174" y="120036"/>
                        </a:cubicBezTo>
                        <a:cubicBezTo>
                          <a:pt x="52935" y="120006"/>
                          <a:pt x="52697" y="119977"/>
                          <a:pt x="52459" y="119947"/>
                        </a:cubicBezTo>
                        <a:cubicBezTo>
                          <a:pt x="51833" y="119872"/>
                          <a:pt x="51356" y="119380"/>
                          <a:pt x="51237" y="118799"/>
                        </a:cubicBezTo>
                        <a:cubicBezTo>
                          <a:pt x="51207" y="118650"/>
                          <a:pt x="51207" y="118501"/>
                          <a:pt x="51237" y="118352"/>
                        </a:cubicBezTo>
                        <a:cubicBezTo>
                          <a:pt x="51341" y="117577"/>
                          <a:pt x="52056" y="117026"/>
                          <a:pt x="52831" y="117116"/>
                        </a:cubicBezTo>
                        <a:cubicBezTo>
                          <a:pt x="56854" y="117637"/>
                          <a:pt x="60967" y="117726"/>
                          <a:pt x="65035" y="117384"/>
                        </a:cubicBezTo>
                        <a:cubicBezTo>
                          <a:pt x="85286" y="115685"/>
                          <a:pt x="102229" y="103600"/>
                          <a:pt x="111035" y="86806"/>
                        </a:cubicBezTo>
                        <a:cubicBezTo>
                          <a:pt x="115938" y="77478"/>
                          <a:pt x="118337" y="66675"/>
                          <a:pt x="117383" y="55424"/>
                        </a:cubicBezTo>
                        <a:cubicBezTo>
                          <a:pt x="117219" y="53442"/>
                          <a:pt x="116951" y="51490"/>
                          <a:pt x="116594" y="49568"/>
                        </a:cubicBezTo>
                        <a:cubicBezTo>
                          <a:pt x="114180" y="36634"/>
                          <a:pt x="107429" y="25026"/>
                          <a:pt x="97252" y="16413"/>
                        </a:cubicBezTo>
                        <a:cubicBezTo>
                          <a:pt x="85554" y="6518"/>
                          <a:pt x="70698" y="1780"/>
                          <a:pt x="55424" y="3076"/>
                        </a:cubicBezTo>
                        <a:cubicBezTo>
                          <a:pt x="23893" y="5729"/>
                          <a:pt x="423" y="33519"/>
                          <a:pt x="3076" y="65036"/>
                        </a:cubicBezTo>
                        <a:cubicBezTo>
                          <a:pt x="3240" y="66973"/>
                          <a:pt x="3493" y="68910"/>
                          <a:pt x="3851" y="70817"/>
                        </a:cubicBezTo>
                        <a:cubicBezTo>
                          <a:pt x="5400" y="79073"/>
                          <a:pt x="8723" y="86896"/>
                          <a:pt x="13641" y="93706"/>
                        </a:cubicBezTo>
                        <a:cubicBezTo>
                          <a:pt x="13775" y="93884"/>
                          <a:pt x="13849" y="94078"/>
                          <a:pt x="13879" y="94272"/>
                        </a:cubicBezTo>
                        <a:cubicBezTo>
                          <a:pt x="13983" y="94793"/>
                          <a:pt x="13775" y="95360"/>
                          <a:pt x="13313" y="95687"/>
                        </a:cubicBezTo>
                        <a:cubicBezTo>
                          <a:pt x="12672" y="96149"/>
                          <a:pt x="11778" y="96000"/>
                          <a:pt x="11316" y="95360"/>
                        </a:cubicBezTo>
                        <a:cubicBezTo>
                          <a:pt x="6160" y="88207"/>
                          <a:pt x="2659" y="79982"/>
                          <a:pt x="1034" y="71324"/>
                        </a:cubicBezTo>
                        <a:cubicBezTo>
                          <a:pt x="662" y="69327"/>
                          <a:pt x="379" y="67301"/>
                          <a:pt x="215" y="65259"/>
                        </a:cubicBezTo>
                        <a:cubicBezTo>
                          <a:pt x="-2572" y="32178"/>
                          <a:pt x="22090" y="2987"/>
                          <a:pt x="55171" y="215"/>
                        </a:cubicBezTo>
                        <a:cubicBezTo>
                          <a:pt x="71204" y="-1126"/>
                          <a:pt x="86791" y="3836"/>
                          <a:pt x="99070" y="14222"/>
                        </a:cubicBezTo>
                        <a:cubicBezTo>
                          <a:pt x="109769" y="23252"/>
                          <a:pt x="116847" y="35457"/>
                          <a:pt x="119380" y="49032"/>
                        </a:cubicBezTo>
                        <a:cubicBezTo>
                          <a:pt x="119753" y="51043"/>
                          <a:pt x="120036" y="53100"/>
                          <a:pt x="120215" y="55171"/>
                        </a:cubicBezTo>
                        <a:cubicBezTo>
                          <a:pt x="121556" y="71205"/>
                          <a:pt x="116594" y="86791"/>
                          <a:pt x="106207" y="99070"/>
                        </a:cubicBezTo>
                        <a:cubicBezTo>
                          <a:pt x="97162" y="109769"/>
                          <a:pt x="84973" y="116847"/>
                          <a:pt x="71383" y="119380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032" name="Graphique 6">
                <a:extLst>
                  <a:ext uri="{FF2B5EF4-FFF2-40B4-BE49-F238E27FC236}">
                    <a16:creationId xmlns:a16="http://schemas.microsoft.com/office/drawing/2014/main" id="{870A73B2-8AB8-D622-801D-5E5852C52ED3}"/>
                  </a:ext>
                </a:extLst>
              </p:cNvPr>
              <p:cNvGrpSpPr/>
              <p:nvPr/>
            </p:nvGrpSpPr>
            <p:grpSpPr>
              <a:xfrm>
                <a:off x="786446" y="161278"/>
                <a:ext cx="186902" cy="190493"/>
                <a:chOff x="786446" y="161278"/>
                <a:chExt cx="186902" cy="190493"/>
              </a:xfrm>
            </p:grpSpPr>
            <p:grpSp>
              <p:nvGrpSpPr>
                <p:cNvPr id="1033" name="Graphique 6">
                  <a:extLst>
                    <a:ext uri="{FF2B5EF4-FFF2-40B4-BE49-F238E27FC236}">
                      <a16:creationId xmlns:a16="http://schemas.microsoft.com/office/drawing/2014/main" id="{58963046-5289-2ED5-F5D2-410CE39E9F97}"/>
                    </a:ext>
                  </a:extLst>
                </p:cNvPr>
                <p:cNvGrpSpPr/>
                <p:nvPr/>
              </p:nvGrpSpPr>
              <p:grpSpPr>
                <a:xfrm>
                  <a:off x="786446" y="161278"/>
                  <a:ext cx="96659" cy="139604"/>
                  <a:chOff x="786446" y="161278"/>
                  <a:chExt cx="96659" cy="139604"/>
                </a:xfrm>
                <a:solidFill>
                  <a:srgbClr val="B1ABE5"/>
                </a:solidFill>
              </p:grpSpPr>
              <p:sp>
                <p:nvSpPr>
                  <p:cNvPr id="1041" name="Forme libre : forme 1040">
                    <a:extLst>
                      <a:ext uri="{FF2B5EF4-FFF2-40B4-BE49-F238E27FC236}">
                        <a16:creationId xmlns:a16="http://schemas.microsoft.com/office/drawing/2014/main" id="{974EAB8D-3CD4-267E-CA26-7FDD8A563A25}"/>
                      </a:ext>
                    </a:extLst>
                  </p:cNvPr>
                  <p:cNvSpPr/>
                  <p:nvPr/>
                </p:nvSpPr>
                <p:spPr>
                  <a:xfrm>
                    <a:off x="794169" y="291479"/>
                    <a:ext cx="6772" cy="9403"/>
                  </a:xfrm>
                  <a:custGeom>
                    <a:avLst/>
                    <a:gdLst>
                      <a:gd name="connsiteX0" fmla="*/ 4954 w 6772"/>
                      <a:gd name="connsiteY0" fmla="*/ 9365 h 9403"/>
                      <a:gd name="connsiteX1" fmla="*/ 2585 w 6772"/>
                      <a:gd name="connsiteY1" fmla="*/ 8202 h 9403"/>
                      <a:gd name="connsiteX2" fmla="*/ 185 w 6772"/>
                      <a:gd name="connsiteY2" fmla="*/ 3091 h 9403"/>
                      <a:gd name="connsiteX3" fmla="*/ 1333 w 6772"/>
                      <a:gd name="connsiteY3" fmla="*/ 185 h 9403"/>
                      <a:gd name="connsiteX4" fmla="*/ 4239 w 6772"/>
                      <a:gd name="connsiteY4" fmla="*/ 1333 h 9403"/>
                      <a:gd name="connsiteX5" fmla="*/ 6533 w 6772"/>
                      <a:gd name="connsiteY5" fmla="*/ 6206 h 9403"/>
                      <a:gd name="connsiteX6" fmla="*/ 5565 w 6772"/>
                      <a:gd name="connsiteY6" fmla="*/ 9171 h 9403"/>
                      <a:gd name="connsiteX7" fmla="*/ 4969 w 6772"/>
                      <a:gd name="connsiteY7" fmla="*/ 9365 h 94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772" h="9403">
                        <a:moveTo>
                          <a:pt x="4954" y="9365"/>
                        </a:moveTo>
                        <a:cubicBezTo>
                          <a:pt x="4015" y="9543"/>
                          <a:pt x="3032" y="9096"/>
                          <a:pt x="2585" y="8202"/>
                        </a:cubicBezTo>
                        <a:cubicBezTo>
                          <a:pt x="1735" y="6533"/>
                          <a:pt x="931" y="4820"/>
                          <a:pt x="185" y="3091"/>
                        </a:cubicBezTo>
                        <a:cubicBezTo>
                          <a:pt x="-306" y="1974"/>
                          <a:pt x="215" y="677"/>
                          <a:pt x="1333" y="185"/>
                        </a:cubicBezTo>
                        <a:cubicBezTo>
                          <a:pt x="2450" y="-306"/>
                          <a:pt x="3747" y="215"/>
                          <a:pt x="4239" y="1333"/>
                        </a:cubicBezTo>
                        <a:cubicBezTo>
                          <a:pt x="4954" y="2972"/>
                          <a:pt x="5729" y="4611"/>
                          <a:pt x="6533" y="6206"/>
                        </a:cubicBezTo>
                        <a:cubicBezTo>
                          <a:pt x="7085" y="7293"/>
                          <a:pt x="6653" y="8620"/>
                          <a:pt x="5565" y="9171"/>
                        </a:cubicBezTo>
                        <a:cubicBezTo>
                          <a:pt x="5371" y="9275"/>
                          <a:pt x="5177" y="9335"/>
                          <a:pt x="4969" y="9365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2" name="Forme libre : forme 1041">
                    <a:extLst>
                      <a:ext uri="{FF2B5EF4-FFF2-40B4-BE49-F238E27FC236}">
                        <a16:creationId xmlns:a16="http://schemas.microsoft.com/office/drawing/2014/main" id="{CDEB2BEA-7D47-1EE3-9586-7F22DE5559B8}"/>
                      </a:ext>
                    </a:extLst>
                  </p:cNvPr>
                  <p:cNvSpPr/>
                  <p:nvPr/>
                </p:nvSpPr>
                <p:spPr>
                  <a:xfrm>
                    <a:off x="786446" y="161278"/>
                    <a:ext cx="96659" cy="123853"/>
                  </a:xfrm>
                  <a:custGeom>
                    <a:avLst/>
                    <a:gdLst>
                      <a:gd name="connsiteX0" fmla="*/ 6418 w 96659"/>
                      <a:gd name="connsiteY0" fmla="*/ 123815 h 123853"/>
                      <a:gd name="connsiteX1" fmla="*/ 3899 w 96659"/>
                      <a:gd name="connsiteY1" fmla="*/ 122265 h 123853"/>
                      <a:gd name="connsiteX2" fmla="*/ 1634 w 96659"/>
                      <a:gd name="connsiteY2" fmla="*/ 112832 h 123853"/>
                      <a:gd name="connsiteX3" fmla="*/ 1277 w 96659"/>
                      <a:gd name="connsiteY3" fmla="*/ 110821 h 123853"/>
                      <a:gd name="connsiteX4" fmla="*/ 3095 w 96659"/>
                      <a:gd name="connsiteY4" fmla="*/ 108287 h 123853"/>
                      <a:gd name="connsiteX5" fmla="*/ 5628 w 96659"/>
                      <a:gd name="connsiteY5" fmla="*/ 110105 h 123853"/>
                      <a:gd name="connsiteX6" fmla="*/ 5970 w 96659"/>
                      <a:gd name="connsiteY6" fmla="*/ 112028 h 123853"/>
                      <a:gd name="connsiteX7" fmla="*/ 8131 w 96659"/>
                      <a:gd name="connsiteY7" fmla="*/ 121028 h 123853"/>
                      <a:gd name="connsiteX8" fmla="*/ 6641 w 96659"/>
                      <a:gd name="connsiteY8" fmla="*/ 123770 h 123853"/>
                      <a:gd name="connsiteX9" fmla="*/ 6418 w 96659"/>
                      <a:gd name="connsiteY9" fmla="*/ 123830 h 123853"/>
                      <a:gd name="connsiteX10" fmla="*/ 2692 w 96659"/>
                      <a:gd name="connsiteY10" fmla="*/ 101224 h 123853"/>
                      <a:gd name="connsiteX11" fmla="*/ 2379 w 96659"/>
                      <a:gd name="connsiteY11" fmla="*/ 101254 h 123853"/>
                      <a:gd name="connsiteX12" fmla="*/ 85 w 96659"/>
                      <a:gd name="connsiteY12" fmla="*/ 99138 h 123853"/>
                      <a:gd name="connsiteX13" fmla="*/ 308 w 96659"/>
                      <a:gd name="connsiteY13" fmla="*/ 87396 h 123853"/>
                      <a:gd name="connsiteX14" fmla="*/ 2677 w 96659"/>
                      <a:gd name="connsiteY14" fmla="*/ 85369 h 123853"/>
                      <a:gd name="connsiteX15" fmla="*/ 4704 w 96659"/>
                      <a:gd name="connsiteY15" fmla="*/ 87739 h 123853"/>
                      <a:gd name="connsiteX16" fmla="*/ 4480 w 96659"/>
                      <a:gd name="connsiteY16" fmla="*/ 98930 h 123853"/>
                      <a:gd name="connsiteX17" fmla="*/ 2692 w 96659"/>
                      <a:gd name="connsiteY17" fmla="*/ 101195 h 123853"/>
                      <a:gd name="connsiteX18" fmla="*/ 4555 w 96659"/>
                      <a:gd name="connsiteY18" fmla="*/ 78396 h 123853"/>
                      <a:gd name="connsiteX19" fmla="*/ 3706 w 96659"/>
                      <a:gd name="connsiteY19" fmla="*/ 78396 h 123853"/>
                      <a:gd name="connsiteX20" fmla="*/ 1992 w 96659"/>
                      <a:gd name="connsiteY20" fmla="*/ 75788 h 123853"/>
                      <a:gd name="connsiteX21" fmla="*/ 5106 w 96659"/>
                      <a:gd name="connsiteY21" fmla="*/ 64463 h 123853"/>
                      <a:gd name="connsiteX22" fmla="*/ 7908 w 96659"/>
                      <a:gd name="connsiteY22" fmla="*/ 63092 h 123853"/>
                      <a:gd name="connsiteX23" fmla="*/ 9279 w 96659"/>
                      <a:gd name="connsiteY23" fmla="*/ 65893 h 123853"/>
                      <a:gd name="connsiteX24" fmla="*/ 6313 w 96659"/>
                      <a:gd name="connsiteY24" fmla="*/ 76697 h 123853"/>
                      <a:gd name="connsiteX25" fmla="*/ 4555 w 96659"/>
                      <a:gd name="connsiteY25" fmla="*/ 78410 h 123853"/>
                      <a:gd name="connsiteX26" fmla="*/ 11961 w 96659"/>
                      <a:gd name="connsiteY26" fmla="*/ 56729 h 123853"/>
                      <a:gd name="connsiteX27" fmla="*/ 10590 w 96659"/>
                      <a:gd name="connsiteY27" fmla="*/ 56550 h 123853"/>
                      <a:gd name="connsiteX28" fmla="*/ 9577 w 96659"/>
                      <a:gd name="connsiteY28" fmla="*/ 53600 h 123853"/>
                      <a:gd name="connsiteX29" fmla="*/ 15358 w 96659"/>
                      <a:gd name="connsiteY29" fmla="*/ 43378 h 123853"/>
                      <a:gd name="connsiteX30" fmla="*/ 18413 w 96659"/>
                      <a:gd name="connsiteY30" fmla="*/ 42737 h 123853"/>
                      <a:gd name="connsiteX31" fmla="*/ 19054 w 96659"/>
                      <a:gd name="connsiteY31" fmla="*/ 45792 h 123853"/>
                      <a:gd name="connsiteX32" fmla="*/ 13540 w 96659"/>
                      <a:gd name="connsiteY32" fmla="*/ 55537 h 123853"/>
                      <a:gd name="connsiteX33" fmla="*/ 11961 w 96659"/>
                      <a:gd name="connsiteY33" fmla="*/ 56744 h 123853"/>
                      <a:gd name="connsiteX34" fmla="*/ 24433 w 96659"/>
                      <a:gd name="connsiteY34" fmla="*/ 37536 h 123853"/>
                      <a:gd name="connsiteX35" fmla="*/ 22600 w 96659"/>
                      <a:gd name="connsiteY35" fmla="*/ 37059 h 123853"/>
                      <a:gd name="connsiteX36" fmla="*/ 22332 w 96659"/>
                      <a:gd name="connsiteY36" fmla="*/ 33960 h 123853"/>
                      <a:gd name="connsiteX37" fmla="*/ 30424 w 96659"/>
                      <a:gd name="connsiteY37" fmla="*/ 25451 h 123853"/>
                      <a:gd name="connsiteX38" fmla="*/ 33538 w 96659"/>
                      <a:gd name="connsiteY38" fmla="*/ 25571 h 123853"/>
                      <a:gd name="connsiteX39" fmla="*/ 33419 w 96659"/>
                      <a:gd name="connsiteY39" fmla="*/ 28685 h 123853"/>
                      <a:gd name="connsiteX40" fmla="*/ 25700 w 96659"/>
                      <a:gd name="connsiteY40" fmla="*/ 36806 h 123853"/>
                      <a:gd name="connsiteX41" fmla="*/ 24418 w 96659"/>
                      <a:gd name="connsiteY41" fmla="*/ 37551 h 123853"/>
                      <a:gd name="connsiteX42" fmla="*/ 41197 w 96659"/>
                      <a:gd name="connsiteY42" fmla="*/ 21950 h 123853"/>
                      <a:gd name="connsiteX43" fmla="*/ 39007 w 96659"/>
                      <a:gd name="connsiteY43" fmla="*/ 21070 h 123853"/>
                      <a:gd name="connsiteX44" fmla="*/ 39498 w 96659"/>
                      <a:gd name="connsiteY44" fmla="*/ 17986 h 123853"/>
                      <a:gd name="connsiteX45" fmla="*/ 49408 w 96659"/>
                      <a:gd name="connsiteY45" fmla="*/ 11712 h 123853"/>
                      <a:gd name="connsiteX46" fmla="*/ 52403 w 96659"/>
                      <a:gd name="connsiteY46" fmla="*/ 12592 h 123853"/>
                      <a:gd name="connsiteX47" fmla="*/ 51524 w 96659"/>
                      <a:gd name="connsiteY47" fmla="*/ 15587 h 123853"/>
                      <a:gd name="connsiteX48" fmla="*/ 42076 w 96659"/>
                      <a:gd name="connsiteY48" fmla="*/ 21562 h 123853"/>
                      <a:gd name="connsiteX49" fmla="*/ 41197 w 96659"/>
                      <a:gd name="connsiteY49" fmla="*/ 21950 h 123853"/>
                      <a:gd name="connsiteX50" fmla="*/ 61254 w 96659"/>
                      <a:gd name="connsiteY50" fmla="*/ 10938 h 123853"/>
                      <a:gd name="connsiteX51" fmla="*/ 58795 w 96659"/>
                      <a:gd name="connsiteY51" fmla="*/ 9582 h 123853"/>
                      <a:gd name="connsiteX52" fmla="*/ 60032 w 96659"/>
                      <a:gd name="connsiteY52" fmla="*/ 6720 h 123853"/>
                      <a:gd name="connsiteX53" fmla="*/ 71193 w 96659"/>
                      <a:gd name="connsiteY53" fmla="*/ 3070 h 123853"/>
                      <a:gd name="connsiteX54" fmla="*/ 73890 w 96659"/>
                      <a:gd name="connsiteY54" fmla="*/ 4649 h 123853"/>
                      <a:gd name="connsiteX55" fmla="*/ 72311 w 96659"/>
                      <a:gd name="connsiteY55" fmla="*/ 7346 h 123853"/>
                      <a:gd name="connsiteX56" fmla="*/ 61671 w 96659"/>
                      <a:gd name="connsiteY56" fmla="*/ 10818 h 123853"/>
                      <a:gd name="connsiteX57" fmla="*/ 61254 w 96659"/>
                      <a:gd name="connsiteY57" fmla="*/ 10938 h 123853"/>
                      <a:gd name="connsiteX58" fmla="*/ 94857 w 96659"/>
                      <a:gd name="connsiteY58" fmla="*/ 4366 h 123853"/>
                      <a:gd name="connsiteX59" fmla="*/ 94469 w 96659"/>
                      <a:gd name="connsiteY59" fmla="*/ 4411 h 123853"/>
                      <a:gd name="connsiteX60" fmla="*/ 84753 w 96659"/>
                      <a:gd name="connsiteY60" fmla="*/ 5022 h 123853"/>
                      <a:gd name="connsiteX61" fmla="*/ 83308 w 96659"/>
                      <a:gd name="connsiteY61" fmla="*/ 5201 h 123853"/>
                      <a:gd name="connsiteX62" fmla="*/ 80835 w 96659"/>
                      <a:gd name="connsiteY62" fmla="*/ 3308 h 123853"/>
                      <a:gd name="connsiteX63" fmla="*/ 82727 w 96659"/>
                      <a:gd name="connsiteY63" fmla="*/ 834 h 123853"/>
                      <a:gd name="connsiteX64" fmla="*/ 84262 w 96659"/>
                      <a:gd name="connsiteY64" fmla="*/ 641 h 123853"/>
                      <a:gd name="connsiteX65" fmla="*/ 94439 w 96659"/>
                      <a:gd name="connsiteY65" fmla="*/ 0 h 123853"/>
                      <a:gd name="connsiteX66" fmla="*/ 96660 w 96659"/>
                      <a:gd name="connsiteY66" fmla="*/ 2190 h 123853"/>
                      <a:gd name="connsiteX67" fmla="*/ 94857 w 96659"/>
                      <a:gd name="connsiteY67" fmla="*/ 4381 h 1238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</a:cxnLst>
                    <a:rect l="l" t="t" r="r" b="b"/>
                    <a:pathLst>
                      <a:path w="96659" h="123853">
                        <a:moveTo>
                          <a:pt x="6418" y="123815"/>
                        </a:moveTo>
                        <a:cubicBezTo>
                          <a:pt x="5315" y="124023"/>
                          <a:pt x="4227" y="123368"/>
                          <a:pt x="3899" y="122265"/>
                        </a:cubicBezTo>
                        <a:cubicBezTo>
                          <a:pt x="2990" y="119165"/>
                          <a:pt x="2230" y="115991"/>
                          <a:pt x="1634" y="112832"/>
                        </a:cubicBezTo>
                        <a:cubicBezTo>
                          <a:pt x="1515" y="112162"/>
                          <a:pt x="1396" y="111491"/>
                          <a:pt x="1277" y="110821"/>
                        </a:cubicBezTo>
                        <a:cubicBezTo>
                          <a:pt x="1083" y="109614"/>
                          <a:pt x="1962" y="108511"/>
                          <a:pt x="3095" y="108287"/>
                        </a:cubicBezTo>
                        <a:cubicBezTo>
                          <a:pt x="4302" y="108094"/>
                          <a:pt x="5434" y="108898"/>
                          <a:pt x="5628" y="110105"/>
                        </a:cubicBezTo>
                        <a:cubicBezTo>
                          <a:pt x="5732" y="110746"/>
                          <a:pt x="5851" y="111387"/>
                          <a:pt x="5970" y="112028"/>
                        </a:cubicBezTo>
                        <a:cubicBezTo>
                          <a:pt x="6537" y="115053"/>
                          <a:pt x="7267" y="118078"/>
                          <a:pt x="8131" y="121028"/>
                        </a:cubicBezTo>
                        <a:cubicBezTo>
                          <a:pt x="8474" y="122190"/>
                          <a:pt x="7803" y="123427"/>
                          <a:pt x="6641" y="123770"/>
                        </a:cubicBezTo>
                        <a:cubicBezTo>
                          <a:pt x="6567" y="123785"/>
                          <a:pt x="6492" y="123815"/>
                          <a:pt x="6418" y="123830"/>
                        </a:cubicBezTo>
                        <a:close/>
                        <a:moveTo>
                          <a:pt x="2692" y="101224"/>
                        </a:moveTo>
                        <a:cubicBezTo>
                          <a:pt x="2588" y="101239"/>
                          <a:pt x="2484" y="101254"/>
                          <a:pt x="2379" y="101254"/>
                        </a:cubicBezTo>
                        <a:cubicBezTo>
                          <a:pt x="1157" y="101299"/>
                          <a:pt x="129" y="100360"/>
                          <a:pt x="85" y="99138"/>
                        </a:cubicBezTo>
                        <a:cubicBezTo>
                          <a:pt x="-79" y="95234"/>
                          <a:pt x="-5" y="91285"/>
                          <a:pt x="308" y="87396"/>
                        </a:cubicBezTo>
                        <a:cubicBezTo>
                          <a:pt x="412" y="86174"/>
                          <a:pt x="1470" y="85280"/>
                          <a:pt x="2677" y="85369"/>
                        </a:cubicBezTo>
                        <a:cubicBezTo>
                          <a:pt x="3899" y="85474"/>
                          <a:pt x="4793" y="86532"/>
                          <a:pt x="4704" y="87739"/>
                        </a:cubicBezTo>
                        <a:cubicBezTo>
                          <a:pt x="4406" y="91449"/>
                          <a:pt x="4331" y="95204"/>
                          <a:pt x="4480" y="98930"/>
                        </a:cubicBezTo>
                        <a:cubicBezTo>
                          <a:pt x="4525" y="100032"/>
                          <a:pt x="3750" y="100986"/>
                          <a:pt x="2692" y="101195"/>
                        </a:cubicBezTo>
                        <a:close/>
                        <a:moveTo>
                          <a:pt x="4555" y="78396"/>
                        </a:moveTo>
                        <a:cubicBezTo>
                          <a:pt x="4287" y="78440"/>
                          <a:pt x="3989" y="78440"/>
                          <a:pt x="3706" y="78396"/>
                        </a:cubicBezTo>
                        <a:cubicBezTo>
                          <a:pt x="2513" y="78142"/>
                          <a:pt x="1753" y="76980"/>
                          <a:pt x="1992" y="75788"/>
                        </a:cubicBezTo>
                        <a:cubicBezTo>
                          <a:pt x="2797" y="71973"/>
                          <a:pt x="3840" y="68158"/>
                          <a:pt x="5106" y="64463"/>
                        </a:cubicBezTo>
                        <a:cubicBezTo>
                          <a:pt x="5494" y="63315"/>
                          <a:pt x="6745" y="62690"/>
                          <a:pt x="7908" y="63092"/>
                        </a:cubicBezTo>
                        <a:cubicBezTo>
                          <a:pt x="9055" y="63479"/>
                          <a:pt x="9681" y="64746"/>
                          <a:pt x="9279" y="65893"/>
                        </a:cubicBezTo>
                        <a:cubicBezTo>
                          <a:pt x="8072" y="69425"/>
                          <a:pt x="7073" y="73046"/>
                          <a:pt x="6313" y="76697"/>
                        </a:cubicBezTo>
                        <a:cubicBezTo>
                          <a:pt x="6120" y="77591"/>
                          <a:pt x="5404" y="78261"/>
                          <a:pt x="4555" y="78410"/>
                        </a:cubicBezTo>
                        <a:close/>
                        <a:moveTo>
                          <a:pt x="11961" y="56729"/>
                        </a:moveTo>
                        <a:cubicBezTo>
                          <a:pt x="11514" y="56819"/>
                          <a:pt x="11037" y="56759"/>
                          <a:pt x="10590" y="56550"/>
                        </a:cubicBezTo>
                        <a:cubicBezTo>
                          <a:pt x="9502" y="56014"/>
                          <a:pt x="9040" y="54703"/>
                          <a:pt x="9577" y="53600"/>
                        </a:cubicBezTo>
                        <a:cubicBezTo>
                          <a:pt x="11290" y="50083"/>
                          <a:pt x="13227" y="46641"/>
                          <a:pt x="15358" y="43378"/>
                        </a:cubicBezTo>
                        <a:cubicBezTo>
                          <a:pt x="16029" y="42364"/>
                          <a:pt x="17385" y="42066"/>
                          <a:pt x="18413" y="42737"/>
                        </a:cubicBezTo>
                        <a:cubicBezTo>
                          <a:pt x="19441" y="43407"/>
                          <a:pt x="19724" y="44763"/>
                          <a:pt x="19054" y="45792"/>
                        </a:cubicBezTo>
                        <a:cubicBezTo>
                          <a:pt x="17027" y="48906"/>
                          <a:pt x="15165" y="52184"/>
                          <a:pt x="13540" y="55537"/>
                        </a:cubicBezTo>
                        <a:cubicBezTo>
                          <a:pt x="13227" y="56193"/>
                          <a:pt x="12631" y="56610"/>
                          <a:pt x="11961" y="56744"/>
                        </a:cubicBezTo>
                        <a:close/>
                        <a:moveTo>
                          <a:pt x="24433" y="37536"/>
                        </a:moveTo>
                        <a:cubicBezTo>
                          <a:pt x="23807" y="37656"/>
                          <a:pt x="23137" y="37492"/>
                          <a:pt x="22600" y="37059"/>
                        </a:cubicBezTo>
                        <a:cubicBezTo>
                          <a:pt x="21662" y="36270"/>
                          <a:pt x="21542" y="34884"/>
                          <a:pt x="22332" y="33960"/>
                        </a:cubicBezTo>
                        <a:cubicBezTo>
                          <a:pt x="24850" y="30980"/>
                          <a:pt x="27562" y="28104"/>
                          <a:pt x="30424" y="25451"/>
                        </a:cubicBezTo>
                        <a:cubicBezTo>
                          <a:pt x="31318" y="24617"/>
                          <a:pt x="32703" y="24676"/>
                          <a:pt x="33538" y="25571"/>
                        </a:cubicBezTo>
                        <a:cubicBezTo>
                          <a:pt x="34372" y="26465"/>
                          <a:pt x="34313" y="27865"/>
                          <a:pt x="33419" y="28685"/>
                        </a:cubicBezTo>
                        <a:cubicBezTo>
                          <a:pt x="30692" y="31218"/>
                          <a:pt x="28099" y="33945"/>
                          <a:pt x="25700" y="36806"/>
                        </a:cubicBezTo>
                        <a:cubicBezTo>
                          <a:pt x="25357" y="37208"/>
                          <a:pt x="24895" y="37462"/>
                          <a:pt x="24418" y="37551"/>
                        </a:cubicBezTo>
                        <a:close/>
                        <a:moveTo>
                          <a:pt x="41197" y="21950"/>
                        </a:moveTo>
                        <a:cubicBezTo>
                          <a:pt x="40392" y="22099"/>
                          <a:pt x="39513" y="21786"/>
                          <a:pt x="39007" y="21070"/>
                        </a:cubicBezTo>
                        <a:cubicBezTo>
                          <a:pt x="38291" y="20087"/>
                          <a:pt x="38515" y="18701"/>
                          <a:pt x="39498" y="17986"/>
                        </a:cubicBezTo>
                        <a:cubicBezTo>
                          <a:pt x="42657" y="15706"/>
                          <a:pt x="45995" y="13590"/>
                          <a:pt x="49408" y="11712"/>
                        </a:cubicBezTo>
                        <a:cubicBezTo>
                          <a:pt x="50481" y="11131"/>
                          <a:pt x="51822" y="11519"/>
                          <a:pt x="52403" y="12592"/>
                        </a:cubicBezTo>
                        <a:cubicBezTo>
                          <a:pt x="52984" y="13664"/>
                          <a:pt x="52597" y="15006"/>
                          <a:pt x="51524" y="15587"/>
                        </a:cubicBezTo>
                        <a:cubicBezTo>
                          <a:pt x="48260" y="17375"/>
                          <a:pt x="45086" y="19387"/>
                          <a:pt x="42076" y="21562"/>
                        </a:cubicBezTo>
                        <a:cubicBezTo>
                          <a:pt x="41808" y="21756"/>
                          <a:pt x="41495" y="21890"/>
                          <a:pt x="41197" y="21950"/>
                        </a:cubicBezTo>
                        <a:close/>
                        <a:moveTo>
                          <a:pt x="61254" y="10938"/>
                        </a:moveTo>
                        <a:cubicBezTo>
                          <a:pt x="60241" y="11131"/>
                          <a:pt x="59198" y="10580"/>
                          <a:pt x="58795" y="9582"/>
                        </a:cubicBezTo>
                        <a:cubicBezTo>
                          <a:pt x="58348" y="8449"/>
                          <a:pt x="58900" y="7168"/>
                          <a:pt x="60032" y="6720"/>
                        </a:cubicBezTo>
                        <a:cubicBezTo>
                          <a:pt x="63653" y="5290"/>
                          <a:pt x="67408" y="4053"/>
                          <a:pt x="71193" y="3070"/>
                        </a:cubicBezTo>
                        <a:cubicBezTo>
                          <a:pt x="72385" y="2787"/>
                          <a:pt x="73578" y="3472"/>
                          <a:pt x="73890" y="4649"/>
                        </a:cubicBezTo>
                        <a:cubicBezTo>
                          <a:pt x="74203" y="5826"/>
                          <a:pt x="73488" y="7033"/>
                          <a:pt x="72311" y="7346"/>
                        </a:cubicBezTo>
                        <a:cubicBezTo>
                          <a:pt x="68690" y="8285"/>
                          <a:pt x="65114" y="9462"/>
                          <a:pt x="61671" y="10818"/>
                        </a:cubicBezTo>
                        <a:cubicBezTo>
                          <a:pt x="61537" y="10878"/>
                          <a:pt x="61403" y="10908"/>
                          <a:pt x="61254" y="10938"/>
                        </a:cubicBezTo>
                        <a:close/>
                        <a:moveTo>
                          <a:pt x="94857" y="4366"/>
                        </a:moveTo>
                        <a:cubicBezTo>
                          <a:pt x="94737" y="4396"/>
                          <a:pt x="94603" y="4396"/>
                          <a:pt x="94469" y="4411"/>
                        </a:cubicBezTo>
                        <a:cubicBezTo>
                          <a:pt x="91250" y="4441"/>
                          <a:pt x="87987" y="4649"/>
                          <a:pt x="84753" y="5022"/>
                        </a:cubicBezTo>
                        <a:cubicBezTo>
                          <a:pt x="84262" y="5081"/>
                          <a:pt x="83785" y="5141"/>
                          <a:pt x="83308" y="5201"/>
                        </a:cubicBezTo>
                        <a:cubicBezTo>
                          <a:pt x="82101" y="5364"/>
                          <a:pt x="80998" y="4515"/>
                          <a:pt x="80835" y="3308"/>
                        </a:cubicBezTo>
                        <a:cubicBezTo>
                          <a:pt x="80671" y="2101"/>
                          <a:pt x="81520" y="954"/>
                          <a:pt x="82727" y="834"/>
                        </a:cubicBezTo>
                        <a:cubicBezTo>
                          <a:pt x="83234" y="775"/>
                          <a:pt x="83755" y="700"/>
                          <a:pt x="84262" y="641"/>
                        </a:cubicBezTo>
                        <a:cubicBezTo>
                          <a:pt x="87644" y="253"/>
                          <a:pt x="91072" y="30"/>
                          <a:pt x="94439" y="0"/>
                        </a:cubicBezTo>
                        <a:cubicBezTo>
                          <a:pt x="95661" y="0"/>
                          <a:pt x="96660" y="969"/>
                          <a:pt x="96660" y="2190"/>
                        </a:cubicBezTo>
                        <a:cubicBezTo>
                          <a:pt x="96660" y="3278"/>
                          <a:pt x="95900" y="4187"/>
                          <a:pt x="94857" y="4381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034" name="Graphique 6">
                  <a:extLst>
                    <a:ext uri="{FF2B5EF4-FFF2-40B4-BE49-F238E27FC236}">
                      <a16:creationId xmlns:a16="http://schemas.microsoft.com/office/drawing/2014/main" id="{4113AF8B-A146-D950-E1D7-B0414CCD62E6}"/>
                    </a:ext>
                  </a:extLst>
                </p:cNvPr>
                <p:cNvGrpSpPr/>
                <p:nvPr/>
              </p:nvGrpSpPr>
              <p:grpSpPr>
                <a:xfrm>
                  <a:off x="837492" y="280072"/>
                  <a:ext cx="135856" cy="71699"/>
                  <a:chOff x="837492" y="280072"/>
                  <a:chExt cx="135856" cy="71699"/>
                </a:xfrm>
                <a:solidFill>
                  <a:srgbClr val="B1ABE5"/>
                </a:solidFill>
              </p:grpSpPr>
              <p:sp>
                <p:nvSpPr>
                  <p:cNvPr id="1039" name="Forme libre : forme 1038">
                    <a:extLst>
                      <a:ext uri="{FF2B5EF4-FFF2-40B4-BE49-F238E27FC236}">
                        <a16:creationId xmlns:a16="http://schemas.microsoft.com/office/drawing/2014/main" id="{A9014615-4F37-DA85-6BD8-C597E66B2A3C}"/>
                      </a:ext>
                    </a:extLst>
                  </p:cNvPr>
                  <p:cNvSpPr/>
                  <p:nvPr/>
                </p:nvSpPr>
                <p:spPr>
                  <a:xfrm>
                    <a:off x="853184" y="280072"/>
                    <a:ext cx="120164" cy="71699"/>
                  </a:xfrm>
                  <a:custGeom>
                    <a:avLst/>
                    <a:gdLst>
                      <a:gd name="connsiteX0" fmla="*/ 47282 w 120164"/>
                      <a:gd name="connsiteY0" fmla="*/ 69826 h 71699"/>
                      <a:gd name="connsiteX1" fmla="*/ 44719 w 120164"/>
                      <a:gd name="connsiteY1" fmla="*/ 68098 h 71699"/>
                      <a:gd name="connsiteX2" fmla="*/ 46447 w 120164"/>
                      <a:gd name="connsiteY2" fmla="*/ 65505 h 71699"/>
                      <a:gd name="connsiteX3" fmla="*/ 57087 w 120164"/>
                      <a:gd name="connsiteY3" fmla="*/ 62689 h 71699"/>
                      <a:gd name="connsiteX4" fmla="*/ 59874 w 120164"/>
                      <a:gd name="connsiteY4" fmla="*/ 64089 h 71699"/>
                      <a:gd name="connsiteX5" fmla="*/ 58473 w 120164"/>
                      <a:gd name="connsiteY5" fmla="*/ 66876 h 71699"/>
                      <a:gd name="connsiteX6" fmla="*/ 47312 w 120164"/>
                      <a:gd name="connsiteY6" fmla="*/ 69826 h 71699"/>
                      <a:gd name="connsiteX7" fmla="*/ 47282 w 120164"/>
                      <a:gd name="connsiteY7" fmla="*/ 69826 h 71699"/>
                      <a:gd name="connsiteX8" fmla="*/ 36106 w 120164"/>
                      <a:gd name="connsiteY8" fmla="*/ 71376 h 71699"/>
                      <a:gd name="connsiteX9" fmla="*/ 35868 w 120164"/>
                      <a:gd name="connsiteY9" fmla="*/ 71406 h 71699"/>
                      <a:gd name="connsiteX10" fmla="*/ 24319 w 120164"/>
                      <a:gd name="connsiteY10" fmla="*/ 71615 h 71699"/>
                      <a:gd name="connsiteX11" fmla="*/ 22203 w 120164"/>
                      <a:gd name="connsiteY11" fmla="*/ 69320 h 71699"/>
                      <a:gd name="connsiteX12" fmla="*/ 24498 w 120164"/>
                      <a:gd name="connsiteY12" fmla="*/ 67204 h 71699"/>
                      <a:gd name="connsiteX13" fmla="*/ 35510 w 120164"/>
                      <a:gd name="connsiteY13" fmla="*/ 67010 h 71699"/>
                      <a:gd name="connsiteX14" fmla="*/ 37879 w 120164"/>
                      <a:gd name="connsiteY14" fmla="*/ 69037 h 71699"/>
                      <a:gd name="connsiteX15" fmla="*/ 36091 w 120164"/>
                      <a:gd name="connsiteY15" fmla="*/ 71376 h 71699"/>
                      <a:gd name="connsiteX16" fmla="*/ 68665 w 120164"/>
                      <a:gd name="connsiteY16" fmla="*/ 62763 h 71699"/>
                      <a:gd name="connsiteX17" fmla="*/ 66266 w 120164"/>
                      <a:gd name="connsiteY17" fmla="*/ 61541 h 71699"/>
                      <a:gd name="connsiteX18" fmla="*/ 67324 w 120164"/>
                      <a:gd name="connsiteY18" fmla="*/ 58606 h 71699"/>
                      <a:gd name="connsiteX19" fmla="*/ 76980 w 120164"/>
                      <a:gd name="connsiteY19" fmla="*/ 53301 h 71699"/>
                      <a:gd name="connsiteX20" fmla="*/ 80020 w 120164"/>
                      <a:gd name="connsiteY20" fmla="*/ 53986 h 71699"/>
                      <a:gd name="connsiteX21" fmla="*/ 79335 w 120164"/>
                      <a:gd name="connsiteY21" fmla="*/ 57026 h 71699"/>
                      <a:gd name="connsiteX22" fmla="*/ 69217 w 120164"/>
                      <a:gd name="connsiteY22" fmla="*/ 62584 h 71699"/>
                      <a:gd name="connsiteX23" fmla="*/ 68680 w 120164"/>
                      <a:gd name="connsiteY23" fmla="*/ 62763 h 71699"/>
                      <a:gd name="connsiteX24" fmla="*/ 13605 w 120164"/>
                      <a:gd name="connsiteY24" fmla="*/ 70408 h 71699"/>
                      <a:gd name="connsiteX25" fmla="*/ 12845 w 120164"/>
                      <a:gd name="connsiteY25" fmla="*/ 70408 h 71699"/>
                      <a:gd name="connsiteX26" fmla="*/ 1580 w 120164"/>
                      <a:gd name="connsiteY26" fmla="*/ 67815 h 71699"/>
                      <a:gd name="connsiteX27" fmla="*/ 90 w 120164"/>
                      <a:gd name="connsiteY27" fmla="*/ 65073 h 71699"/>
                      <a:gd name="connsiteX28" fmla="*/ 2831 w 120164"/>
                      <a:gd name="connsiteY28" fmla="*/ 63583 h 71699"/>
                      <a:gd name="connsiteX29" fmla="*/ 13560 w 120164"/>
                      <a:gd name="connsiteY29" fmla="*/ 66056 h 71699"/>
                      <a:gd name="connsiteX30" fmla="*/ 15378 w 120164"/>
                      <a:gd name="connsiteY30" fmla="*/ 68590 h 71699"/>
                      <a:gd name="connsiteX31" fmla="*/ 13605 w 120164"/>
                      <a:gd name="connsiteY31" fmla="*/ 70393 h 71699"/>
                      <a:gd name="connsiteX32" fmla="*/ 87709 w 120164"/>
                      <a:gd name="connsiteY32" fmla="*/ 50738 h 71699"/>
                      <a:gd name="connsiteX33" fmla="*/ 85593 w 120164"/>
                      <a:gd name="connsiteY33" fmla="*/ 49963 h 71699"/>
                      <a:gd name="connsiteX34" fmla="*/ 85906 w 120164"/>
                      <a:gd name="connsiteY34" fmla="*/ 46863 h 71699"/>
                      <a:gd name="connsiteX35" fmla="*/ 93997 w 120164"/>
                      <a:gd name="connsiteY35" fmla="*/ 39398 h 71699"/>
                      <a:gd name="connsiteX36" fmla="*/ 97112 w 120164"/>
                      <a:gd name="connsiteY36" fmla="*/ 39338 h 71699"/>
                      <a:gd name="connsiteX37" fmla="*/ 97171 w 120164"/>
                      <a:gd name="connsiteY37" fmla="*/ 42453 h 71699"/>
                      <a:gd name="connsiteX38" fmla="*/ 88693 w 120164"/>
                      <a:gd name="connsiteY38" fmla="*/ 50276 h 71699"/>
                      <a:gd name="connsiteX39" fmla="*/ 87709 w 120164"/>
                      <a:gd name="connsiteY39" fmla="*/ 50738 h 71699"/>
                      <a:gd name="connsiteX40" fmla="*/ 103311 w 120164"/>
                      <a:gd name="connsiteY40" fmla="*/ 34495 h 71699"/>
                      <a:gd name="connsiteX41" fmla="*/ 101582 w 120164"/>
                      <a:gd name="connsiteY41" fmla="*/ 34093 h 71699"/>
                      <a:gd name="connsiteX42" fmla="*/ 101150 w 120164"/>
                      <a:gd name="connsiteY42" fmla="*/ 31009 h 71699"/>
                      <a:gd name="connsiteX43" fmla="*/ 107230 w 120164"/>
                      <a:gd name="connsiteY43" fmla="*/ 21814 h 71699"/>
                      <a:gd name="connsiteX44" fmla="*/ 110240 w 120164"/>
                      <a:gd name="connsiteY44" fmla="*/ 21010 h 71699"/>
                      <a:gd name="connsiteX45" fmla="*/ 111044 w 120164"/>
                      <a:gd name="connsiteY45" fmla="*/ 24020 h 71699"/>
                      <a:gd name="connsiteX46" fmla="*/ 104682 w 120164"/>
                      <a:gd name="connsiteY46" fmla="*/ 33661 h 71699"/>
                      <a:gd name="connsiteX47" fmla="*/ 103326 w 120164"/>
                      <a:gd name="connsiteY47" fmla="*/ 34510 h 71699"/>
                      <a:gd name="connsiteX48" fmla="*/ 114576 w 120164"/>
                      <a:gd name="connsiteY48" fmla="*/ 14990 h 71699"/>
                      <a:gd name="connsiteX49" fmla="*/ 113309 w 120164"/>
                      <a:gd name="connsiteY49" fmla="*/ 14856 h 71699"/>
                      <a:gd name="connsiteX50" fmla="*/ 112147 w 120164"/>
                      <a:gd name="connsiteY50" fmla="*/ 11965 h 71699"/>
                      <a:gd name="connsiteX51" fmla="*/ 115843 w 120164"/>
                      <a:gd name="connsiteY51" fmla="*/ 1593 h 71699"/>
                      <a:gd name="connsiteX52" fmla="*/ 118570 w 120164"/>
                      <a:gd name="connsiteY52" fmla="*/ 88 h 71699"/>
                      <a:gd name="connsiteX53" fmla="*/ 120075 w 120164"/>
                      <a:gd name="connsiteY53" fmla="*/ 2815 h 71699"/>
                      <a:gd name="connsiteX54" fmla="*/ 116200 w 120164"/>
                      <a:gd name="connsiteY54" fmla="*/ 13693 h 71699"/>
                      <a:gd name="connsiteX55" fmla="*/ 114576 w 120164"/>
                      <a:gd name="connsiteY55" fmla="*/ 14990 h 716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</a:cxnLst>
                    <a:rect l="l" t="t" r="r" b="b"/>
                    <a:pathLst>
                      <a:path w="120164" h="71699">
                        <a:moveTo>
                          <a:pt x="47282" y="69826"/>
                        </a:moveTo>
                        <a:cubicBezTo>
                          <a:pt x="46105" y="70050"/>
                          <a:pt x="44957" y="69275"/>
                          <a:pt x="44719" y="68098"/>
                        </a:cubicBezTo>
                        <a:cubicBezTo>
                          <a:pt x="44480" y="66906"/>
                          <a:pt x="45255" y="65743"/>
                          <a:pt x="46447" y="65505"/>
                        </a:cubicBezTo>
                        <a:cubicBezTo>
                          <a:pt x="50039" y="64790"/>
                          <a:pt x="53630" y="63836"/>
                          <a:pt x="57087" y="62689"/>
                        </a:cubicBezTo>
                        <a:cubicBezTo>
                          <a:pt x="58234" y="62316"/>
                          <a:pt x="59486" y="62927"/>
                          <a:pt x="59874" y="64089"/>
                        </a:cubicBezTo>
                        <a:cubicBezTo>
                          <a:pt x="60261" y="65252"/>
                          <a:pt x="59620" y="66488"/>
                          <a:pt x="58473" y="66876"/>
                        </a:cubicBezTo>
                        <a:cubicBezTo>
                          <a:pt x="54837" y="68068"/>
                          <a:pt x="51082" y="69066"/>
                          <a:pt x="47312" y="69826"/>
                        </a:cubicBezTo>
                        <a:cubicBezTo>
                          <a:pt x="47312" y="69826"/>
                          <a:pt x="47297" y="69826"/>
                          <a:pt x="47282" y="69826"/>
                        </a:cubicBezTo>
                        <a:close/>
                        <a:moveTo>
                          <a:pt x="36106" y="71376"/>
                        </a:moveTo>
                        <a:cubicBezTo>
                          <a:pt x="36031" y="71376"/>
                          <a:pt x="35957" y="71406"/>
                          <a:pt x="35868" y="71406"/>
                        </a:cubicBezTo>
                        <a:cubicBezTo>
                          <a:pt x="32038" y="71704"/>
                          <a:pt x="28149" y="71778"/>
                          <a:pt x="24319" y="71615"/>
                        </a:cubicBezTo>
                        <a:cubicBezTo>
                          <a:pt x="23097" y="71555"/>
                          <a:pt x="22158" y="70542"/>
                          <a:pt x="22203" y="69320"/>
                        </a:cubicBezTo>
                        <a:cubicBezTo>
                          <a:pt x="22248" y="68098"/>
                          <a:pt x="23291" y="67159"/>
                          <a:pt x="24498" y="67204"/>
                        </a:cubicBezTo>
                        <a:cubicBezTo>
                          <a:pt x="28149" y="67353"/>
                          <a:pt x="31859" y="67293"/>
                          <a:pt x="35510" y="67010"/>
                        </a:cubicBezTo>
                        <a:cubicBezTo>
                          <a:pt x="36717" y="66921"/>
                          <a:pt x="37790" y="67830"/>
                          <a:pt x="37879" y="69037"/>
                        </a:cubicBezTo>
                        <a:cubicBezTo>
                          <a:pt x="37969" y="70169"/>
                          <a:pt x="37179" y="71167"/>
                          <a:pt x="36091" y="71376"/>
                        </a:cubicBezTo>
                        <a:close/>
                        <a:moveTo>
                          <a:pt x="68665" y="62763"/>
                        </a:moveTo>
                        <a:cubicBezTo>
                          <a:pt x="67697" y="62942"/>
                          <a:pt x="66698" y="62465"/>
                          <a:pt x="66266" y="61541"/>
                        </a:cubicBezTo>
                        <a:cubicBezTo>
                          <a:pt x="65745" y="60439"/>
                          <a:pt x="66221" y="59127"/>
                          <a:pt x="67324" y="58606"/>
                        </a:cubicBezTo>
                        <a:cubicBezTo>
                          <a:pt x="70647" y="57041"/>
                          <a:pt x="73881" y="55253"/>
                          <a:pt x="76980" y="53301"/>
                        </a:cubicBezTo>
                        <a:cubicBezTo>
                          <a:pt x="78008" y="52660"/>
                          <a:pt x="79379" y="52958"/>
                          <a:pt x="80020" y="53986"/>
                        </a:cubicBezTo>
                        <a:cubicBezTo>
                          <a:pt x="80676" y="55014"/>
                          <a:pt x="80363" y="56385"/>
                          <a:pt x="79335" y="57026"/>
                        </a:cubicBezTo>
                        <a:cubicBezTo>
                          <a:pt x="76101" y="59068"/>
                          <a:pt x="72689" y="60945"/>
                          <a:pt x="69217" y="62584"/>
                        </a:cubicBezTo>
                        <a:cubicBezTo>
                          <a:pt x="69038" y="62674"/>
                          <a:pt x="68859" y="62718"/>
                          <a:pt x="68680" y="62763"/>
                        </a:cubicBezTo>
                        <a:close/>
                        <a:moveTo>
                          <a:pt x="13605" y="70408"/>
                        </a:moveTo>
                        <a:cubicBezTo>
                          <a:pt x="13352" y="70452"/>
                          <a:pt x="13098" y="70452"/>
                          <a:pt x="12845" y="70408"/>
                        </a:cubicBezTo>
                        <a:cubicBezTo>
                          <a:pt x="9060" y="69782"/>
                          <a:pt x="5260" y="68902"/>
                          <a:pt x="1580" y="67815"/>
                        </a:cubicBezTo>
                        <a:cubicBezTo>
                          <a:pt x="417" y="67472"/>
                          <a:pt x="-253" y="66250"/>
                          <a:pt x="90" y="65073"/>
                        </a:cubicBezTo>
                        <a:cubicBezTo>
                          <a:pt x="432" y="63911"/>
                          <a:pt x="1669" y="63240"/>
                          <a:pt x="2831" y="63583"/>
                        </a:cubicBezTo>
                        <a:cubicBezTo>
                          <a:pt x="6348" y="64626"/>
                          <a:pt x="9954" y="65445"/>
                          <a:pt x="13560" y="66056"/>
                        </a:cubicBezTo>
                        <a:cubicBezTo>
                          <a:pt x="14767" y="66250"/>
                          <a:pt x="15572" y="67397"/>
                          <a:pt x="15378" y="68590"/>
                        </a:cubicBezTo>
                        <a:cubicBezTo>
                          <a:pt x="15214" y="69528"/>
                          <a:pt x="14499" y="70229"/>
                          <a:pt x="13605" y="70393"/>
                        </a:cubicBezTo>
                        <a:close/>
                        <a:moveTo>
                          <a:pt x="87709" y="50738"/>
                        </a:moveTo>
                        <a:cubicBezTo>
                          <a:pt x="86949" y="50887"/>
                          <a:pt x="86115" y="50619"/>
                          <a:pt x="85593" y="49963"/>
                        </a:cubicBezTo>
                        <a:cubicBezTo>
                          <a:pt x="84818" y="49024"/>
                          <a:pt x="84967" y="47623"/>
                          <a:pt x="85906" y="46863"/>
                        </a:cubicBezTo>
                        <a:cubicBezTo>
                          <a:pt x="88737" y="44554"/>
                          <a:pt x="91464" y="42035"/>
                          <a:pt x="93997" y="39398"/>
                        </a:cubicBezTo>
                        <a:cubicBezTo>
                          <a:pt x="94847" y="38519"/>
                          <a:pt x="96233" y="38489"/>
                          <a:pt x="97112" y="39338"/>
                        </a:cubicBezTo>
                        <a:cubicBezTo>
                          <a:pt x="97991" y="40188"/>
                          <a:pt x="98021" y="41574"/>
                          <a:pt x="97171" y="42453"/>
                        </a:cubicBezTo>
                        <a:cubicBezTo>
                          <a:pt x="94519" y="45224"/>
                          <a:pt x="91658" y="47862"/>
                          <a:pt x="88693" y="50276"/>
                        </a:cubicBezTo>
                        <a:cubicBezTo>
                          <a:pt x="88395" y="50514"/>
                          <a:pt x="88052" y="50663"/>
                          <a:pt x="87709" y="50738"/>
                        </a:cubicBezTo>
                        <a:close/>
                        <a:moveTo>
                          <a:pt x="103311" y="34495"/>
                        </a:moveTo>
                        <a:cubicBezTo>
                          <a:pt x="102730" y="34600"/>
                          <a:pt x="102089" y="34481"/>
                          <a:pt x="101582" y="34093"/>
                        </a:cubicBezTo>
                        <a:cubicBezTo>
                          <a:pt x="100614" y="33363"/>
                          <a:pt x="100405" y="31977"/>
                          <a:pt x="101150" y="31009"/>
                        </a:cubicBezTo>
                        <a:cubicBezTo>
                          <a:pt x="103355" y="28073"/>
                          <a:pt x="105397" y="24988"/>
                          <a:pt x="107230" y="21814"/>
                        </a:cubicBezTo>
                        <a:cubicBezTo>
                          <a:pt x="107841" y="20756"/>
                          <a:pt x="109197" y="20399"/>
                          <a:pt x="110240" y="21010"/>
                        </a:cubicBezTo>
                        <a:cubicBezTo>
                          <a:pt x="111298" y="21621"/>
                          <a:pt x="111655" y="22962"/>
                          <a:pt x="111044" y="24020"/>
                        </a:cubicBezTo>
                        <a:cubicBezTo>
                          <a:pt x="109122" y="27343"/>
                          <a:pt x="106991" y="30576"/>
                          <a:pt x="104682" y="33661"/>
                        </a:cubicBezTo>
                        <a:cubicBezTo>
                          <a:pt x="104339" y="34123"/>
                          <a:pt x="103847" y="34406"/>
                          <a:pt x="103326" y="34510"/>
                        </a:cubicBezTo>
                        <a:close/>
                        <a:moveTo>
                          <a:pt x="114576" y="14990"/>
                        </a:moveTo>
                        <a:cubicBezTo>
                          <a:pt x="114159" y="15064"/>
                          <a:pt x="113727" y="15034"/>
                          <a:pt x="113309" y="14856"/>
                        </a:cubicBezTo>
                        <a:cubicBezTo>
                          <a:pt x="112192" y="14379"/>
                          <a:pt x="111670" y="13082"/>
                          <a:pt x="112147" y="11965"/>
                        </a:cubicBezTo>
                        <a:cubicBezTo>
                          <a:pt x="113593" y="8597"/>
                          <a:pt x="114829" y="5095"/>
                          <a:pt x="115843" y="1593"/>
                        </a:cubicBezTo>
                        <a:cubicBezTo>
                          <a:pt x="116185" y="431"/>
                          <a:pt x="117407" y="-254"/>
                          <a:pt x="118570" y="88"/>
                        </a:cubicBezTo>
                        <a:cubicBezTo>
                          <a:pt x="119747" y="431"/>
                          <a:pt x="120417" y="1653"/>
                          <a:pt x="120075" y="2815"/>
                        </a:cubicBezTo>
                        <a:cubicBezTo>
                          <a:pt x="119017" y="6496"/>
                          <a:pt x="117705" y="10162"/>
                          <a:pt x="116200" y="13693"/>
                        </a:cubicBezTo>
                        <a:cubicBezTo>
                          <a:pt x="115902" y="14394"/>
                          <a:pt x="115276" y="14870"/>
                          <a:pt x="114576" y="14990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0" name="Forme libre : forme 1039">
                    <a:extLst>
                      <a:ext uri="{FF2B5EF4-FFF2-40B4-BE49-F238E27FC236}">
                        <a16:creationId xmlns:a16="http://schemas.microsoft.com/office/drawing/2014/main" id="{4A0EFB68-BAE0-6586-0330-F3F6C5BEC134}"/>
                      </a:ext>
                    </a:extLst>
                  </p:cNvPr>
                  <p:cNvSpPr/>
                  <p:nvPr/>
                </p:nvSpPr>
                <p:spPr>
                  <a:xfrm>
                    <a:off x="837492" y="337335"/>
                    <a:ext cx="9404" cy="6756"/>
                  </a:xfrm>
                  <a:custGeom>
                    <a:avLst/>
                    <a:gdLst>
                      <a:gd name="connsiteX0" fmla="*/ 7586 w 9404"/>
                      <a:gd name="connsiteY0" fmla="*/ 6722 h 6756"/>
                      <a:gd name="connsiteX1" fmla="*/ 6304 w 9404"/>
                      <a:gd name="connsiteY1" fmla="*/ 6573 h 6756"/>
                      <a:gd name="connsiteX2" fmla="*/ 1208 w 9404"/>
                      <a:gd name="connsiteY2" fmla="*/ 4174 h 6756"/>
                      <a:gd name="connsiteX3" fmla="*/ 240 w 9404"/>
                      <a:gd name="connsiteY3" fmla="*/ 1208 h 6756"/>
                      <a:gd name="connsiteX4" fmla="*/ 3205 w 9404"/>
                      <a:gd name="connsiteY4" fmla="*/ 240 h 6756"/>
                      <a:gd name="connsiteX5" fmla="*/ 8078 w 9404"/>
                      <a:gd name="connsiteY5" fmla="*/ 2534 h 6756"/>
                      <a:gd name="connsiteX6" fmla="*/ 9225 w 9404"/>
                      <a:gd name="connsiteY6" fmla="*/ 5440 h 6756"/>
                      <a:gd name="connsiteX7" fmla="*/ 7601 w 9404"/>
                      <a:gd name="connsiteY7" fmla="*/ 6722 h 6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9404" h="6756">
                        <a:moveTo>
                          <a:pt x="7586" y="6722"/>
                        </a:moveTo>
                        <a:cubicBezTo>
                          <a:pt x="7169" y="6796"/>
                          <a:pt x="6722" y="6751"/>
                          <a:pt x="6304" y="6573"/>
                        </a:cubicBezTo>
                        <a:cubicBezTo>
                          <a:pt x="4576" y="5828"/>
                          <a:pt x="2862" y="5008"/>
                          <a:pt x="1208" y="4174"/>
                        </a:cubicBezTo>
                        <a:cubicBezTo>
                          <a:pt x="120" y="3622"/>
                          <a:pt x="-312" y="2296"/>
                          <a:pt x="240" y="1208"/>
                        </a:cubicBezTo>
                        <a:cubicBezTo>
                          <a:pt x="791" y="120"/>
                          <a:pt x="2117" y="-312"/>
                          <a:pt x="3205" y="240"/>
                        </a:cubicBezTo>
                        <a:cubicBezTo>
                          <a:pt x="4784" y="1044"/>
                          <a:pt x="6424" y="1804"/>
                          <a:pt x="8078" y="2534"/>
                        </a:cubicBezTo>
                        <a:cubicBezTo>
                          <a:pt x="9195" y="3026"/>
                          <a:pt x="9702" y="4323"/>
                          <a:pt x="9225" y="5440"/>
                        </a:cubicBezTo>
                        <a:cubicBezTo>
                          <a:pt x="8927" y="6141"/>
                          <a:pt x="8301" y="6602"/>
                          <a:pt x="7601" y="6722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035" name="Graphique 6">
                  <a:extLst>
                    <a:ext uri="{FF2B5EF4-FFF2-40B4-BE49-F238E27FC236}">
                      <a16:creationId xmlns:a16="http://schemas.microsoft.com/office/drawing/2014/main" id="{5BFC58D2-D8A8-0154-BAE9-A92208B2AA5E}"/>
                    </a:ext>
                  </a:extLst>
                </p:cNvPr>
                <p:cNvGrpSpPr/>
                <p:nvPr/>
              </p:nvGrpSpPr>
              <p:grpSpPr>
                <a:xfrm>
                  <a:off x="809578" y="183729"/>
                  <a:ext cx="144045" cy="144060"/>
                  <a:chOff x="809578" y="183729"/>
                  <a:chExt cx="144045" cy="144060"/>
                </a:xfrm>
              </p:grpSpPr>
              <p:sp>
                <p:nvSpPr>
                  <p:cNvPr id="1036" name="Forme libre : forme 1035">
                    <a:extLst>
                      <a:ext uri="{FF2B5EF4-FFF2-40B4-BE49-F238E27FC236}">
                        <a16:creationId xmlns:a16="http://schemas.microsoft.com/office/drawing/2014/main" id="{F1B90C8D-24C0-3356-0FAB-D737B1CDC77D}"/>
                      </a:ext>
                    </a:extLst>
                  </p:cNvPr>
                  <p:cNvSpPr/>
                  <p:nvPr/>
                </p:nvSpPr>
                <p:spPr>
                  <a:xfrm>
                    <a:off x="809578" y="183729"/>
                    <a:ext cx="144045" cy="144060"/>
                  </a:xfrm>
                  <a:custGeom>
                    <a:avLst/>
                    <a:gdLst>
                      <a:gd name="connsiteX0" fmla="*/ 32057 w 144045"/>
                      <a:gd name="connsiteY0" fmla="*/ 131985 h 144060"/>
                      <a:gd name="connsiteX1" fmla="*/ 33354 w 144045"/>
                      <a:gd name="connsiteY1" fmla="*/ 132090 h 144060"/>
                      <a:gd name="connsiteX2" fmla="*/ 45037 w 144045"/>
                      <a:gd name="connsiteY2" fmla="*/ 125131 h 144060"/>
                      <a:gd name="connsiteX3" fmla="*/ 63305 w 144045"/>
                      <a:gd name="connsiteY3" fmla="*/ 130972 h 144060"/>
                      <a:gd name="connsiteX4" fmla="*/ 68789 w 144045"/>
                      <a:gd name="connsiteY4" fmla="*/ 143400 h 144060"/>
                      <a:gd name="connsiteX5" fmla="*/ 69907 w 144045"/>
                      <a:gd name="connsiteY5" fmla="*/ 144055 h 144060"/>
                      <a:gd name="connsiteX6" fmla="*/ 86149 w 144045"/>
                      <a:gd name="connsiteY6" fmla="*/ 142684 h 144060"/>
                      <a:gd name="connsiteX7" fmla="*/ 87133 w 144045"/>
                      <a:gd name="connsiteY7" fmla="*/ 141850 h 144060"/>
                      <a:gd name="connsiteX8" fmla="*/ 90470 w 144045"/>
                      <a:gd name="connsiteY8" fmla="*/ 128677 h 144060"/>
                      <a:gd name="connsiteX9" fmla="*/ 107518 w 144045"/>
                      <a:gd name="connsiteY9" fmla="*/ 119871 h 144060"/>
                      <a:gd name="connsiteX10" fmla="*/ 120198 w 144045"/>
                      <a:gd name="connsiteY10" fmla="*/ 124773 h 144060"/>
                      <a:gd name="connsiteX11" fmla="*/ 121450 w 144045"/>
                      <a:gd name="connsiteY11" fmla="*/ 124445 h 144060"/>
                      <a:gd name="connsiteX12" fmla="*/ 131970 w 144045"/>
                      <a:gd name="connsiteY12" fmla="*/ 111988 h 144060"/>
                      <a:gd name="connsiteX13" fmla="*/ 132075 w 144045"/>
                      <a:gd name="connsiteY13" fmla="*/ 110691 h 144060"/>
                      <a:gd name="connsiteX14" fmla="*/ 125116 w 144045"/>
                      <a:gd name="connsiteY14" fmla="*/ 99009 h 144060"/>
                      <a:gd name="connsiteX15" fmla="*/ 130957 w 144045"/>
                      <a:gd name="connsiteY15" fmla="*/ 80740 h 144060"/>
                      <a:gd name="connsiteX16" fmla="*/ 143385 w 144045"/>
                      <a:gd name="connsiteY16" fmla="*/ 75256 h 144060"/>
                      <a:gd name="connsiteX17" fmla="*/ 144040 w 144045"/>
                      <a:gd name="connsiteY17" fmla="*/ 74139 h 144060"/>
                      <a:gd name="connsiteX18" fmla="*/ 142670 w 144045"/>
                      <a:gd name="connsiteY18" fmla="*/ 57896 h 144060"/>
                      <a:gd name="connsiteX19" fmla="*/ 141835 w 144045"/>
                      <a:gd name="connsiteY19" fmla="*/ 56913 h 144060"/>
                      <a:gd name="connsiteX20" fmla="*/ 128662 w 144045"/>
                      <a:gd name="connsiteY20" fmla="*/ 53575 h 144060"/>
                      <a:gd name="connsiteX21" fmla="*/ 119856 w 144045"/>
                      <a:gd name="connsiteY21" fmla="*/ 36528 h 144060"/>
                      <a:gd name="connsiteX22" fmla="*/ 124758 w 144045"/>
                      <a:gd name="connsiteY22" fmla="*/ 23847 h 144060"/>
                      <a:gd name="connsiteX23" fmla="*/ 124430 w 144045"/>
                      <a:gd name="connsiteY23" fmla="*/ 22595 h 144060"/>
                      <a:gd name="connsiteX24" fmla="*/ 111973 w 144045"/>
                      <a:gd name="connsiteY24" fmla="*/ 12075 h 144060"/>
                      <a:gd name="connsiteX25" fmla="*/ 110677 w 144045"/>
                      <a:gd name="connsiteY25" fmla="*/ 11971 h 144060"/>
                      <a:gd name="connsiteX26" fmla="*/ 98994 w 144045"/>
                      <a:gd name="connsiteY26" fmla="*/ 18929 h 144060"/>
                      <a:gd name="connsiteX27" fmla="*/ 80725 w 144045"/>
                      <a:gd name="connsiteY27" fmla="*/ 13088 h 144060"/>
                      <a:gd name="connsiteX28" fmla="*/ 75241 w 144045"/>
                      <a:gd name="connsiteY28" fmla="*/ 661 h 144060"/>
                      <a:gd name="connsiteX29" fmla="*/ 74124 w 144045"/>
                      <a:gd name="connsiteY29" fmla="*/ 5 h 144060"/>
                      <a:gd name="connsiteX30" fmla="*/ 57881 w 144045"/>
                      <a:gd name="connsiteY30" fmla="*/ 1376 h 144060"/>
                      <a:gd name="connsiteX31" fmla="*/ 56898 w 144045"/>
                      <a:gd name="connsiteY31" fmla="*/ 2210 h 144060"/>
                      <a:gd name="connsiteX32" fmla="*/ 53560 w 144045"/>
                      <a:gd name="connsiteY32" fmla="*/ 15383 h 144060"/>
                      <a:gd name="connsiteX33" fmla="*/ 36513 w 144045"/>
                      <a:gd name="connsiteY33" fmla="*/ 24190 h 144060"/>
                      <a:gd name="connsiteX34" fmla="*/ 23847 w 144045"/>
                      <a:gd name="connsiteY34" fmla="*/ 19287 h 144060"/>
                      <a:gd name="connsiteX35" fmla="*/ 22595 w 144045"/>
                      <a:gd name="connsiteY35" fmla="*/ 19615 h 144060"/>
                      <a:gd name="connsiteX36" fmla="*/ 12075 w 144045"/>
                      <a:gd name="connsiteY36" fmla="*/ 32072 h 144060"/>
                      <a:gd name="connsiteX37" fmla="*/ 11971 w 144045"/>
                      <a:gd name="connsiteY37" fmla="*/ 33369 h 144060"/>
                      <a:gd name="connsiteX38" fmla="*/ 18929 w 144045"/>
                      <a:gd name="connsiteY38" fmla="*/ 45051 h 144060"/>
                      <a:gd name="connsiteX39" fmla="*/ 13088 w 144045"/>
                      <a:gd name="connsiteY39" fmla="*/ 63320 h 144060"/>
                      <a:gd name="connsiteX40" fmla="*/ 660 w 144045"/>
                      <a:gd name="connsiteY40" fmla="*/ 68804 h 144060"/>
                      <a:gd name="connsiteX41" fmla="*/ 5 w 144045"/>
                      <a:gd name="connsiteY41" fmla="*/ 69922 h 144060"/>
                      <a:gd name="connsiteX42" fmla="*/ 1376 w 144045"/>
                      <a:gd name="connsiteY42" fmla="*/ 86164 h 144060"/>
                      <a:gd name="connsiteX43" fmla="*/ 2210 w 144045"/>
                      <a:gd name="connsiteY43" fmla="*/ 87147 h 144060"/>
                      <a:gd name="connsiteX44" fmla="*/ 15383 w 144045"/>
                      <a:gd name="connsiteY44" fmla="*/ 90485 h 144060"/>
                      <a:gd name="connsiteX45" fmla="*/ 24190 w 144045"/>
                      <a:gd name="connsiteY45" fmla="*/ 107532 h 144060"/>
                      <a:gd name="connsiteX46" fmla="*/ 19287 w 144045"/>
                      <a:gd name="connsiteY46" fmla="*/ 120213 h 144060"/>
                      <a:gd name="connsiteX47" fmla="*/ 19615 w 144045"/>
                      <a:gd name="connsiteY47" fmla="*/ 121465 h 144060"/>
                      <a:gd name="connsiteX48" fmla="*/ 32072 w 144045"/>
                      <a:gd name="connsiteY48" fmla="*/ 131985 h 1440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144045" h="144060">
                        <a:moveTo>
                          <a:pt x="32057" y="131985"/>
                        </a:moveTo>
                        <a:cubicBezTo>
                          <a:pt x="32415" y="132298"/>
                          <a:pt x="32937" y="132343"/>
                          <a:pt x="33354" y="132090"/>
                        </a:cubicBezTo>
                        <a:lnTo>
                          <a:pt x="45037" y="125131"/>
                        </a:lnTo>
                        <a:cubicBezTo>
                          <a:pt x="50684" y="128007"/>
                          <a:pt x="56853" y="130018"/>
                          <a:pt x="63305" y="130972"/>
                        </a:cubicBezTo>
                        <a:lnTo>
                          <a:pt x="68789" y="143400"/>
                        </a:lnTo>
                        <a:cubicBezTo>
                          <a:pt x="68983" y="143832"/>
                          <a:pt x="69430" y="144100"/>
                          <a:pt x="69907" y="144055"/>
                        </a:cubicBezTo>
                        <a:lnTo>
                          <a:pt x="86149" y="142684"/>
                        </a:lnTo>
                        <a:cubicBezTo>
                          <a:pt x="86626" y="142640"/>
                          <a:pt x="87028" y="142312"/>
                          <a:pt x="87133" y="141850"/>
                        </a:cubicBezTo>
                        <a:lnTo>
                          <a:pt x="90470" y="128677"/>
                        </a:lnTo>
                        <a:cubicBezTo>
                          <a:pt x="96684" y="126666"/>
                          <a:pt x="102421" y="123656"/>
                          <a:pt x="107518" y="119871"/>
                        </a:cubicBezTo>
                        <a:lnTo>
                          <a:pt x="120198" y="124773"/>
                        </a:lnTo>
                        <a:cubicBezTo>
                          <a:pt x="120646" y="124952"/>
                          <a:pt x="121152" y="124818"/>
                          <a:pt x="121450" y="124445"/>
                        </a:cubicBezTo>
                        <a:lnTo>
                          <a:pt x="131970" y="111988"/>
                        </a:lnTo>
                        <a:cubicBezTo>
                          <a:pt x="132283" y="111630"/>
                          <a:pt x="132328" y="111109"/>
                          <a:pt x="132075" y="110691"/>
                        </a:cubicBezTo>
                        <a:lnTo>
                          <a:pt x="125116" y="99009"/>
                        </a:lnTo>
                        <a:cubicBezTo>
                          <a:pt x="127992" y="93361"/>
                          <a:pt x="130003" y="87192"/>
                          <a:pt x="130957" y="80740"/>
                        </a:cubicBezTo>
                        <a:lnTo>
                          <a:pt x="143385" y="75256"/>
                        </a:lnTo>
                        <a:cubicBezTo>
                          <a:pt x="143817" y="75063"/>
                          <a:pt x="144085" y="74615"/>
                          <a:pt x="144040" y="74139"/>
                        </a:cubicBezTo>
                        <a:lnTo>
                          <a:pt x="142670" y="57896"/>
                        </a:lnTo>
                        <a:cubicBezTo>
                          <a:pt x="142625" y="57419"/>
                          <a:pt x="142297" y="57017"/>
                          <a:pt x="141835" y="56913"/>
                        </a:cubicBezTo>
                        <a:lnTo>
                          <a:pt x="128662" y="53575"/>
                        </a:lnTo>
                        <a:cubicBezTo>
                          <a:pt x="126651" y="47361"/>
                          <a:pt x="123641" y="41624"/>
                          <a:pt x="119856" y="36528"/>
                        </a:cubicBezTo>
                        <a:lnTo>
                          <a:pt x="124758" y="23847"/>
                        </a:lnTo>
                        <a:cubicBezTo>
                          <a:pt x="124937" y="23400"/>
                          <a:pt x="124803" y="22893"/>
                          <a:pt x="124430" y="22595"/>
                        </a:cubicBezTo>
                        <a:lnTo>
                          <a:pt x="111973" y="12075"/>
                        </a:lnTo>
                        <a:cubicBezTo>
                          <a:pt x="111615" y="11762"/>
                          <a:pt x="111094" y="11732"/>
                          <a:pt x="110677" y="11971"/>
                        </a:cubicBezTo>
                        <a:lnTo>
                          <a:pt x="98994" y="18929"/>
                        </a:lnTo>
                        <a:cubicBezTo>
                          <a:pt x="93346" y="16054"/>
                          <a:pt x="87177" y="14042"/>
                          <a:pt x="80725" y="13088"/>
                        </a:cubicBezTo>
                        <a:lnTo>
                          <a:pt x="75241" y="661"/>
                        </a:lnTo>
                        <a:cubicBezTo>
                          <a:pt x="75048" y="228"/>
                          <a:pt x="74601" y="-40"/>
                          <a:pt x="74124" y="5"/>
                        </a:cubicBezTo>
                        <a:lnTo>
                          <a:pt x="57881" y="1376"/>
                        </a:lnTo>
                        <a:cubicBezTo>
                          <a:pt x="57405" y="1420"/>
                          <a:pt x="57017" y="1748"/>
                          <a:pt x="56898" y="2210"/>
                        </a:cubicBezTo>
                        <a:lnTo>
                          <a:pt x="53560" y="15383"/>
                        </a:lnTo>
                        <a:cubicBezTo>
                          <a:pt x="47346" y="17395"/>
                          <a:pt x="41609" y="20405"/>
                          <a:pt x="36513" y="24190"/>
                        </a:cubicBezTo>
                        <a:lnTo>
                          <a:pt x="23847" y="19287"/>
                        </a:lnTo>
                        <a:cubicBezTo>
                          <a:pt x="23400" y="19108"/>
                          <a:pt x="22893" y="19242"/>
                          <a:pt x="22595" y="19615"/>
                        </a:cubicBezTo>
                        <a:lnTo>
                          <a:pt x="12075" y="32072"/>
                        </a:lnTo>
                        <a:cubicBezTo>
                          <a:pt x="11762" y="32430"/>
                          <a:pt x="11717" y="32952"/>
                          <a:pt x="11971" y="33369"/>
                        </a:cubicBezTo>
                        <a:lnTo>
                          <a:pt x="18929" y="45051"/>
                        </a:lnTo>
                        <a:cubicBezTo>
                          <a:pt x="16054" y="50699"/>
                          <a:pt x="14042" y="56868"/>
                          <a:pt x="13088" y="63320"/>
                        </a:cubicBezTo>
                        <a:lnTo>
                          <a:pt x="660" y="68804"/>
                        </a:lnTo>
                        <a:cubicBezTo>
                          <a:pt x="228" y="68998"/>
                          <a:pt x="-40" y="69445"/>
                          <a:pt x="5" y="69922"/>
                        </a:cubicBezTo>
                        <a:lnTo>
                          <a:pt x="1376" y="86164"/>
                        </a:lnTo>
                        <a:cubicBezTo>
                          <a:pt x="1420" y="86641"/>
                          <a:pt x="1748" y="87043"/>
                          <a:pt x="2210" y="87147"/>
                        </a:cubicBezTo>
                        <a:lnTo>
                          <a:pt x="15383" y="90485"/>
                        </a:lnTo>
                        <a:cubicBezTo>
                          <a:pt x="17395" y="96699"/>
                          <a:pt x="20405" y="102436"/>
                          <a:pt x="24190" y="107532"/>
                        </a:cubicBezTo>
                        <a:lnTo>
                          <a:pt x="19287" y="120213"/>
                        </a:lnTo>
                        <a:cubicBezTo>
                          <a:pt x="19108" y="120660"/>
                          <a:pt x="19242" y="121167"/>
                          <a:pt x="19615" y="121465"/>
                        </a:cubicBezTo>
                        <a:lnTo>
                          <a:pt x="32072" y="131985"/>
                        </a:lnTo>
                        <a:close/>
                      </a:path>
                    </a:pathLst>
                  </a:custGeom>
                  <a:solidFill>
                    <a:srgbClr val="B1ABE5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7" name="Forme libre : forme 1036">
                    <a:extLst>
                      <a:ext uri="{FF2B5EF4-FFF2-40B4-BE49-F238E27FC236}">
                        <a16:creationId xmlns:a16="http://schemas.microsoft.com/office/drawing/2014/main" id="{05D306A6-D099-AAA1-CD46-1920ED29FDBF}"/>
                      </a:ext>
                    </a:extLst>
                  </p:cNvPr>
                  <p:cNvSpPr/>
                  <p:nvPr/>
                </p:nvSpPr>
                <p:spPr>
                  <a:xfrm>
                    <a:off x="864926" y="239098"/>
                    <a:ext cx="33385" cy="33375"/>
                  </a:xfrm>
                  <a:custGeom>
                    <a:avLst/>
                    <a:gdLst>
                      <a:gd name="connsiteX0" fmla="*/ 19715 w 33385"/>
                      <a:gd name="connsiteY0" fmla="*/ 33090 h 33375"/>
                      <a:gd name="connsiteX1" fmla="*/ 9358 w 33385"/>
                      <a:gd name="connsiteY1" fmla="*/ 31675 h 33375"/>
                      <a:gd name="connsiteX2" fmla="*/ 909 w 33385"/>
                      <a:gd name="connsiteY2" fmla="*/ 22108 h 33375"/>
                      <a:gd name="connsiteX3" fmla="*/ 11266 w 33385"/>
                      <a:gd name="connsiteY3" fmla="*/ 903 h 33375"/>
                      <a:gd name="connsiteX4" fmla="*/ 32470 w 33385"/>
                      <a:gd name="connsiteY4" fmla="*/ 11260 h 33375"/>
                      <a:gd name="connsiteX5" fmla="*/ 31680 w 33385"/>
                      <a:gd name="connsiteY5" fmla="*/ 24000 h 33375"/>
                      <a:gd name="connsiteX6" fmla="*/ 22114 w 33385"/>
                      <a:gd name="connsiteY6" fmla="*/ 32449 h 33375"/>
                      <a:gd name="connsiteX7" fmla="*/ 19730 w 33385"/>
                      <a:gd name="connsiteY7" fmla="*/ 33075 h 33375"/>
                      <a:gd name="connsiteX8" fmla="*/ 14440 w 33385"/>
                      <a:gd name="connsiteY8" fmla="*/ 4614 h 33375"/>
                      <a:gd name="connsiteX9" fmla="*/ 12696 w 33385"/>
                      <a:gd name="connsiteY9" fmla="*/ 5076 h 33375"/>
                      <a:gd name="connsiteX10" fmla="*/ 5082 w 33385"/>
                      <a:gd name="connsiteY10" fmla="*/ 20662 h 33375"/>
                      <a:gd name="connsiteX11" fmla="*/ 11295 w 33385"/>
                      <a:gd name="connsiteY11" fmla="*/ 27696 h 33375"/>
                      <a:gd name="connsiteX12" fmla="*/ 20668 w 33385"/>
                      <a:gd name="connsiteY12" fmla="*/ 28277 h 33375"/>
                      <a:gd name="connsiteX13" fmla="*/ 20668 w 33385"/>
                      <a:gd name="connsiteY13" fmla="*/ 28277 h 33375"/>
                      <a:gd name="connsiteX14" fmla="*/ 27702 w 33385"/>
                      <a:gd name="connsiteY14" fmla="*/ 22063 h 33375"/>
                      <a:gd name="connsiteX15" fmla="*/ 28283 w 33385"/>
                      <a:gd name="connsiteY15" fmla="*/ 12690 h 33375"/>
                      <a:gd name="connsiteX16" fmla="*/ 14425 w 33385"/>
                      <a:gd name="connsiteY16" fmla="*/ 4614 h 333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33385" h="33375">
                        <a:moveTo>
                          <a:pt x="19715" y="33090"/>
                        </a:moveTo>
                        <a:cubicBezTo>
                          <a:pt x="16213" y="33746"/>
                          <a:pt x="12622" y="33269"/>
                          <a:pt x="9358" y="31675"/>
                        </a:cubicBezTo>
                        <a:cubicBezTo>
                          <a:pt x="5350" y="29722"/>
                          <a:pt x="2355" y="26325"/>
                          <a:pt x="909" y="22108"/>
                        </a:cubicBezTo>
                        <a:cubicBezTo>
                          <a:pt x="-2086" y="13406"/>
                          <a:pt x="2563" y="3899"/>
                          <a:pt x="11266" y="903"/>
                        </a:cubicBezTo>
                        <a:cubicBezTo>
                          <a:pt x="19983" y="-2077"/>
                          <a:pt x="29475" y="2557"/>
                          <a:pt x="32470" y="11260"/>
                        </a:cubicBezTo>
                        <a:cubicBezTo>
                          <a:pt x="33916" y="15477"/>
                          <a:pt x="33647" y="20007"/>
                          <a:pt x="31680" y="24000"/>
                        </a:cubicBezTo>
                        <a:cubicBezTo>
                          <a:pt x="29728" y="28009"/>
                          <a:pt x="26331" y="31004"/>
                          <a:pt x="22114" y="32449"/>
                        </a:cubicBezTo>
                        <a:cubicBezTo>
                          <a:pt x="21324" y="32718"/>
                          <a:pt x="20519" y="32926"/>
                          <a:pt x="19730" y="33075"/>
                        </a:cubicBezTo>
                        <a:close/>
                        <a:moveTo>
                          <a:pt x="14440" y="4614"/>
                        </a:moveTo>
                        <a:cubicBezTo>
                          <a:pt x="13858" y="4718"/>
                          <a:pt x="13277" y="4882"/>
                          <a:pt x="12696" y="5076"/>
                        </a:cubicBezTo>
                        <a:cubicBezTo>
                          <a:pt x="6303" y="7281"/>
                          <a:pt x="2891" y="14270"/>
                          <a:pt x="5082" y="20662"/>
                        </a:cubicBezTo>
                        <a:cubicBezTo>
                          <a:pt x="6154" y="23762"/>
                          <a:pt x="8360" y="26265"/>
                          <a:pt x="11295" y="27696"/>
                        </a:cubicBezTo>
                        <a:cubicBezTo>
                          <a:pt x="14246" y="29141"/>
                          <a:pt x="17569" y="29335"/>
                          <a:pt x="20668" y="28277"/>
                        </a:cubicBezTo>
                        <a:lnTo>
                          <a:pt x="20668" y="28277"/>
                        </a:lnTo>
                        <a:cubicBezTo>
                          <a:pt x="23768" y="27204"/>
                          <a:pt x="26271" y="24999"/>
                          <a:pt x="27702" y="22063"/>
                        </a:cubicBezTo>
                        <a:cubicBezTo>
                          <a:pt x="29147" y="19113"/>
                          <a:pt x="29341" y="15790"/>
                          <a:pt x="28283" y="12690"/>
                        </a:cubicBezTo>
                        <a:cubicBezTo>
                          <a:pt x="26286" y="6864"/>
                          <a:pt x="20311" y="3511"/>
                          <a:pt x="14425" y="4614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8" name="Forme libre : forme 1037">
                    <a:extLst>
                      <a:ext uri="{FF2B5EF4-FFF2-40B4-BE49-F238E27FC236}">
                        <a16:creationId xmlns:a16="http://schemas.microsoft.com/office/drawing/2014/main" id="{7647B6D6-3BE2-C271-5552-73FC2153D959}"/>
                      </a:ext>
                    </a:extLst>
                  </p:cNvPr>
                  <p:cNvSpPr/>
                  <p:nvPr/>
                </p:nvSpPr>
                <p:spPr>
                  <a:xfrm>
                    <a:off x="840236" y="213940"/>
                    <a:ext cx="83087" cy="83103"/>
                  </a:xfrm>
                  <a:custGeom>
                    <a:avLst/>
                    <a:gdLst>
                      <a:gd name="connsiteX0" fmla="*/ 49233 w 83087"/>
                      <a:gd name="connsiteY0" fmla="*/ 82388 h 83103"/>
                      <a:gd name="connsiteX1" fmla="*/ 45045 w 83087"/>
                      <a:gd name="connsiteY1" fmla="*/ 82954 h 83103"/>
                      <a:gd name="connsiteX2" fmla="*/ 36581 w 83087"/>
                      <a:gd name="connsiteY2" fmla="*/ 82805 h 83103"/>
                      <a:gd name="connsiteX3" fmla="*/ 36209 w 83087"/>
                      <a:gd name="connsiteY3" fmla="*/ 82760 h 83103"/>
                      <a:gd name="connsiteX4" fmla="*/ 34316 w 83087"/>
                      <a:gd name="connsiteY4" fmla="*/ 80987 h 83103"/>
                      <a:gd name="connsiteX5" fmla="*/ 34302 w 83087"/>
                      <a:gd name="connsiteY5" fmla="*/ 80302 h 83103"/>
                      <a:gd name="connsiteX6" fmla="*/ 36775 w 83087"/>
                      <a:gd name="connsiteY6" fmla="*/ 78394 h 83103"/>
                      <a:gd name="connsiteX7" fmla="*/ 44673 w 83087"/>
                      <a:gd name="connsiteY7" fmla="*/ 78573 h 83103"/>
                      <a:gd name="connsiteX8" fmla="*/ 44673 w 83087"/>
                      <a:gd name="connsiteY8" fmla="*/ 78573 h 83103"/>
                      <a:gd name="connsiteX9" fmla="*/ 45105 w 83087"/>
                      <a:gd name="connsiteY9" fmla="*/ 78529 h 83103"/>
                      <a:gd name="connsiteX10" fmla="*/ 62242 w 83087"/>
                      <a:gd name="connsiteY10" fmla="*/ 72434 h 83103"/>
                      <a:gd name="connsiteX11" fmla="*/ 69707 w 83087"/>
                      <a:gd name="connsiteY11" fmla="*/ 65788 h 83103"/>
                      <a:gd name="connsiteX12" fmla="*/ 69767 w 83087"/>
                      <a:gd name="connsiteY12" fmla="*/ 65728 h 83103"/>
                      <a:gd name="connsiteX13" fmla="*/ 69931 w 83087"/>
                      <a:gd name="connsiteY13" fmla="*/ 65535 h 83103"/>
                      <a:gd name="connsiteX14" fmla="*/ 78573 w 83087"/>
                      <a:gd name="connsiteY14" fmla="*/ 38459 h 83103"/>
                      <a:gd name="connsiteX15" fmla="*/ 78067 w 83087"/>
                      <a:gd name="connsiteY15" fmla="*/ 34674 h 83103"/>
                      <a:gd name="connsiteX16" fmla="*/ 65535 w 83087"/>
                      <a:gd name="connsiteY16" fmla="*/ 13201 h 83103"/>
                      <a:gd name="connsiteX17" fmla="*/ 38459 w 83087"/>
                      <a:gd name="connsiteY17" fmla="*/ 4559 h 83103"/>
                      <a:gd name="connsiteX18" fmla="*/ 13201 w 83087"/>
                      <a:gd name="connsiteY18" fmla="*/ 17597 h 83103"/>
                      <a:gd name="connsiteX19" fmla="*/ 4559 w 83087"/>
                      <a:gd name="connsiteY19" fmla="*/ 44673 h 83103"/>
                      <a:gd name="connsiteX20" fmla="*/ 5065 w 83087"/>
                      <a:gd name="connsiteY20" fmla="*/ 48413 h 83103"/>
                      <a:gd name="connsiteX21" fmla="*/ 11398 w 83087"/>
                      <a:gd name="connsiteY21" fmla="*/ 63240 h 83103"/>
                      <a:gd name="connsiteX22" fmla="*/ 11771 w 83087"/>
                      <a:gd name="connsiteY22" fmla="*/ 64119 h 83103"/>
                      <a:gd name="connsiteX23" fmla="*/ 10892 w 83087"/>
                      <a:gd name="connsiteY23" fmla="*/ 66309 h 83103"/>
                      <a:gd name="connsiteX24" fmla="*/ 7807 w 83087"/>
                      <a:gd name="connsiteY24" fmla="*/ 65803 h 83103"/>
                      <a:gd name="connsiteX25" fmla="*/ 714 w 83087"/>
                      <a:gd name="connsiteY25" fmla="*/ 49218 h 83103"/>
                      <a:gd name="connsiteX26" fmla="*/ 148 w 83087"/>
                      <a:gd name="connsiteY26" fmla="*/ 45030 h 83103"/>
                      <a:gd name="connsiteX27" fmla="*/ 9819 w 83087"/>
                      <a:gd name="connsiteY27" fmla="*/ 14736 h 83103"/>
                      <a:gd name="connsiteX28" fmla="*/ 38072 w 83087"/>
                      <a:gd name="connsiteY28" fmla="*/ 148 h 83103"/>
                      <a:gd name="connsiteX29" fmla="*/ 68366 w 83087"/>
                      <a:gd name="connsiteY29" fmla="*/ 9819 h 83103"/>
                      <a:gd name="connsiteX30" fmla="*/ 82373 w 83087"/>
                      <a:gd name="connsiteY30" fmla="*/ 33840 h 83103"/>
                      <a:gd name="connsiteX31" fmla="*/ 82939 w 83087"/>
                      <a:gd name="connsiteY31" fmla="*/ 38072 h 83103"/>
                      <a:gd name="connsiteX32" fmla="*/ 49203 w 83087"/>
                      <a:gd name="connsiteY32" fmla="*/ 82388 h 831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83087" h="83103">
                        <a:moveTo>
                          <a:pt x="49233" y="82388"/>
                        </a:moveTo>
                        <a:cubicBezTo>
                          <a:pt x="47862" y="82641"/>
                          <a:pt x="46461" y="82835"/>
                          <a:pt x="45045" y="82954"/>
                        </a:cubicBezTo>
                        <a:cubicBezTo>
                          <a:pt x="42229" y="83193"/>
                          <a:pt x="39383" y="83148"/>
                          <a:pt x="36581" y="82805"/>
                        </a:cubicBezTo>
                        <a:cubicBezTo>
                          <a:pt x="36462" y="82790"/>
                          <a:pt x="36328" y="82775"/>
                          <a:pt x="36209" y="82760"/>
                        </a:cubicBezTo>
                        <a:cubicBezTo>
                          <a:pt x="35240" y="82641"/>
                          <a:pt x="34495" y="81896"/>
                          <a:pt x="34316" y="80987"/>
                        </a:cubicBezTo>
                        <a:cubicBezTo>
                          <a:pt x="34272" y="80764"/>
                          <a:pt x="34272" y="80525"/>
                          <a:pt x="34302" y="80302"/>
                        </a:cubicBezTo>
                        <a:cubicBezTo>
                          <a:pt x="34451" y="79095"/>
                          <a:pt x="35568" y="78245"/>
                          <a:pt x="36775" y="78394"/>
                        </a:cubicBezTo>
                        <a:cubicBezTo>
                          <a:pt x="39383" y="78737"/>
                          <a:pt x="42050" y="78782"/>
                          <a:pt x="44673" y="78573"/>
                        </a:cubicBezTo>
                        <a:lnTo>
                          <a:pt x="44673" y="78573"/>
                        </a:lnTo>
                        <a:cubicBezTo>
                          <a:pt x="44822" y="78573"/>
                          <a:pt x="44956" y="78543"/>
                          <a:pt x="45105" y="78529"/>
                        </a:cubicBezTo>
                        <a:cubicBezTo>
                          <a:pt x="51334" y="77947"/>
                          <a:pt x="57175" y="75831"/>
                          <a:pt x="62242" y="72434"/>
                        </a:cubicBezTo>
                        <a:cubicBezTo>
                          <a:pt x="64983" y="70586"/>
                          <a:pt x="67502" y="68366"/>
                          <a:pt x="69707" y="65788"/>
                        </a:cubicBezTo>
                        <a:cubicBezTo>
                          <a:pt x="69722" y="65773"/>
                          <a:pt x="69737" y="65743"/>
                          <a:pt x="69767" y="65728"/>
                        </a:cubicBezTo>
                        <a:cubicBezTo>
                          <a:pt x="69826" y="65669"/>
                          <a:pt x="69871" y="65594"/>
                          <a:pt x="69931" y="65535"/>
                        </a:cubicBezTo>
                        <a:cubicBezTo>
                          <a:pt x="76338" y="57965"/>
                          <a:pt x="79393" y="48339"/>
                          <a:pt x="78573" y="38459"/>
                        </a:cubicBezTo>
                        <a:cubicBezTo>
                          <a:pt x="78469" y="37178"/>
                          <a:pt x="78290" y="35911"/>
                          <a:pt x="78067" y="34674"/>
                        </a:cubicBezTo>
                        <a:cubicBezTo>
                          <a:pt x="76502" y="26300"/>
                          <a:pt x="72136" y="18774"/>
                          <a:pt x="65535" y="13201"/>
                        </a:cubicBezTo>
                        <a:cubicBezTo>
                          <a:pt x="57965" y="6794"/>
                          <a:pt x="48339" y="3739"/>
                          <a:pt x="38459" y="4559"/>
                        </a:cubicBezTo>
                        <a:cubicBezTo>
                          <a:pt x="28580" y="5393"/>
                          <a:pt x="19609" y="10012"/>
                          <a:pt x="13201" y="17597"/>
                        </a:cubicBezTo>
                        <a:cubicBezTo>
                          <a:pt x="6794" y="25167"/>
                          <a:pt x="3739" y="34793"/>
                          <a:pt x="4559" y="44673"/>
                        </a:cubicBezTo>
                        <a:cubicBezTo>
                          <a:pt x="4663" y="45925"/>
                          <a:pt x="4827" y="47176"/>
                          <a:pt x="5065" y="48413"/>
                        </a:cubicBezTo>
                        <a:cubicBezTo>
                          <a:pt x="6064" y="53763"/>
                          <a:pt x="8224" y="58814"/>
                          <a:pt x="11398" y="63240"/>
                        </a:cubicBezTo>
                        <a:cubicBezTo>
                          <a:pt x="11592" y="63508"/>
                          <a:pt x="11726" y="63806"/>
                          <a:pt x="11771" y="64119"/>
                        </a:cubicBezTo>
                        <a:cubicBezTo>
                          <a:pt x="11920" y="64939"/>
                          <a:pt x="11607" y="65803"/>
                          <a:pt x="10892" y="66309"/>
                        </a:cubicBezTo>
                        <a:cubicBezTo>
                          <a:pt x="9908" y="67025"/>
                          <a:pt x="8522" y="66801"/>
                          <a:pt x="7807" y="65803"/>
                        </a:cubicBezTo>
                        <a:cubicBezTo>
                          <a:pt x="4246" y="60871"/>
                          <a:pt x="1832" y="55193"/>
                          <a:pt x="714" y="49218"/>
                        </a:cubicBezTo>
                        <a:cubicBezTo>
                          <a:pt x="461" y="47832"/>
                          <a:pt x="267" y="46446"/>
                          <a:pt x="148" y="45030"/>
                        </a:cubicBezTo>
                        <a:cubicBezTo>
                          <a:pt x="-776" y="33974"/>
                          <a:pt x="2651" y="23215"/>
                          <a:pt x="9819" y="14736"/>
                        </a:cubicBezTo>
                        <a:cubicBezTo>
                          <a:pt x="16986" y="6257"/>
                          <a:pt x="27000" y="1072"/>
                          <a:pt x="38072" y="148"/>
                        </a:cubicBezTo>
                        <a:cubicBezTo>
                          <a:pt x="49128" y="-776"/>
                          <a:pt x="59887" y="2651"/>
                          <a:pt x="68366" y="9819"/>
                        </a:cubicBezTo>
                        <a:cubicBezTo>
                          <a:pt x="75742" y="16048"/>
                          <a:pt x="80630" y="24467"/>
                          <a:pt x="82373" y="33840"/>
                        </a:cubicBezTo>
                        <a:cubicBezTo>
                          <a:pt x="82626" y="35225"/>
                          <a:pt x="82820" y="36641"/>
                          <a:pt x="82939" y="38072"/>
                        </a:cubicBezTo>
                        <a:cubicBezTo>
                          <a:pt x="84742" y="59485"/>
                          <a:pt x="69886" y="78514"/>
                          <a:pt x="49203" y="82388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974" name="Graphique 6">
              <a:extLst>
                <a:ext uri="{FF2B5EF4-FFF2-40B4-BE49-F238E27FC236}">
                  <a16:creationId xmlns:a16="http://schemas.microsoft.com/office/drawing/2014/main" id="{FB087F17-C4CF-93FA-35EC-432CAFB15582}"/>
                </a:ext>
              </a:extLst>
            </p:cNvPr>
            <p:cNvGrpSpPr/>
            <p:nvPr/>
          </p:nvGrpSpPr>
          <p:grpSpPr>
            <a:xfrm>
              <a:off x="208617" y="329944"/>
              <a:ext cx="833951" cy="847597"/>
              <a:chOff x="208617" y="329944"/>
              <a:chExt cx="833951" cy="847597"/>
            </a:xfrm>
          </p:grpSpPr>
          <p:grpSp>
            <p:nvGrpSpPr>
              <p:cNvPr id="975" name="Graphique 6">
                <a:extLst>
                  <a:ext uri="{FF2B5EF4-FFF2-40B4-BE49-F238E27FC236}">
                    <a16:creationId xmlns:a16="http://schemas.microsoft.com/office/drawing/2014/main" id="{DFE1BF43-31D9-7B80-2399-5F1AB0521286}"/>
                  </a:ext>
                </a:extLst>
              </p:cNvPr>
              <p:cNvGrpSpPr/>
              <p:nvPr/>
            </p:nvGrpSpPr>
            <p:grpSpPr>
              <a:xfrm>
                <a:off x="480846" y="333718"/>
                <a:ext cx="561722" cy="843823"/>
                <a:chOff x="480846" y="333718"/>
                <a:chExt cx="561722" cy="843823"/>
              </a:xfrm>
            </p:grpSpPr>
            <p:grpSp>
              <p:nvGrpSpPr>
                <p:cNvPr id="997" name="Graphique 6">
                  <a:extLst>
                    <a:ext uri="{FF2B5EF4-FFF2-40B4-BE49-F238E27FC236}">
                      <a16:creationId xmlns:a16="http://schemas.microsoft.com/office/drawing/2014/main" id="{C76D9EB4-751E-2B82-9E27-3B9A697EEA40}"/>
                    </a:ext>
                  </a:extLst>
                </p:cNvPr>
                <p:cNvGrpSpPr/>
                <p:nvPr/>
              </p:nvGrpSpPr>
              <p:grpSpPr>
                <a:xfrm>
                  <a:off x="480846" y="464504"/>
                  <a:ext cx="235187" cy="143610"/>
                  <a:chOff x="480846" y="464504"/>
                  <a:chExt cx="235187" cy="143610"/>
                </a:xfrm>
              </p:grpSpPr>
              <p:sp>
                <p:nvSpPr>
                  <p:cNvPr id="1029" name="Forme libre : forme 1028">
                    <a:extLst>
                      <a:ext uri="{FF2B5EF4-FFF2-40B4-BE49-F238E27FC236}">
                        <a16:creationId xmlns:a16="http://schemas.microsoft.com/office/drawing/2014/main" id="{CFD1C51F-0328-A2B9-DFE3-0A1A1BFE9F31}"/>
                      </a:ext>
                    </a:extLst>
                  </p:cNvPr>
                  <p:cNvSpPr/>
                  <p:nvPr/>
                </p:nvSpPr>
                <p:spPr>
                  <a:xfrm>
                    <a:off x="480846" y="566145"/>
                    <a:ext cx="128091" cy="41969"/>
                  </a:xfrm>
                  <a:custGeom>
                    <a:avLst/>
                    <a:gdLst>
                      <a:gd name="connsiteX0" fmla="*/ 43094 w 128091"/>
                      <a:gd name="connsiteY0" fmla="*/ 25109 h 41969"/>
                      <a:gd name="connsiteX1" fmla="*/ 28700 w 128091"/>
                      <a:gd name="connsiteY1" fmla="*/ 9239 h 41969"/>
                      <a:gd name="connsiteX2" fmla="*/ 12457 w 128091"/>
                      <a:gd name="connsiteY2" fmla="*/ 16794 h 41969"/>
                      <a:gd name="connsiteX3" fmla="*/ 0 w 128091"/>
                      <a:gd name="connsiteY3" fmla="*/ 33647 h 41969"/>
                      <a:gd name="connsiteX4" fmla="*/ 47267 w 128091"/>
                      <a:gd name="connsiteY4" fmla="*/ 39533 h 41969"/>
                      <a:gd name="connsiteX5" fmla="*/ 128091 w 128091"/>
                      <a:gd name="connsiteY5" fmla="*/ 38296 h 41969"/>
                      <a:gd name="connsiteX6" fmla="*/ 115380 w 128091"/>
                      <a:gd name="connsiteY6" fmla="*/ 0 h 41969"/>
                      <a:gd name="connsiteX7" fmla="*/ 43080 w 128091"/>
                      <a:gd name="connsiteY7" fmla="*/ 25124 h 41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28091" h="41969">
                        <a:moveTo>
                          <a:pt x="43094" y="25109"/>
                        </a:moveTo>
                        <a:cubicBezTo>
                          <a:pt x="43094" y="25109"/>
                          <a:pt x="36448" y="7629"/>
                          <a:pt x="28700" y="9239"/>
                        </a:cubicBezTo>
                        <a:cubicBezTo>
                          <a:pt x="20951" y="10833"/>
                          <a:pt x="12457" y="16794"/>
                          <a:pt x="12457" y="16794"/>
                        </a:cubicBezTo>
                        <a:lnTo>
                          <a:pt x="0" y="33647"/>
                        </a:lnTo>
                        <a:cubicBezTo>
                          <a:pt x="0" y="33647"/>
                          <a:pt x="34973" y="47416"/>
                          <a:pt x="47267" y="39533"/>
                        </a:cubicBezTo>
                        <a:cubicBezTo>
                          <a:pt x="47267" y="39533"/>
                          <a:pt x="82985" y="45702"/>
                          <a:pt x="128091" y="38296"/>
                        </a:cubicBezTo>
                        <a:cubicBezTo>
                          <a:pt x="121565" y="24513"/>
                          <a:pt x="117675" y="10714"/>
                          <a:pt x="115380" y="0"/>
                        </a:cubicBezTo>
                        <a:cubicBezTo>
                          <a:pt x="92537" y="12934"/>
                          <a:pt x="67935" y="22590"/>
                          <a:pt x="43080" y="25124"/>
                        </a:cubicBezTo>
                        <a:close/>
                      </a:path>
                    </a:pathLst>
                  </a:custGeom>
                  <a:solidFill>
                    <a:srgbClr val="C9764E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0" name="Forme libre : forme 1029">
                    <a:extLst>
                      <a:ext uri="{FF2B5EF4-FFF2-40B4-BE49-F238E27FC236}">
                        <a16:creationId xmlns:a16="http://schemas.microsoft.com/office/drawing/2014/main" id="{57D841DB-9255-E7D2-66C3-959D6B13A47C}"/>
                      </a:ext>
                    </a:extLst>
                  </p:cNvPr>
                  <p:cNvSpPr/>
                  <p:nvPr/>
                </p:nvSpPr>
                <p:spPr>
                  <a:xfrm>
                    <a:off x="596242" y="464504"/>
                    <a:ext cx="119791" cy="139937"/>
                  </a:xfrm>
                  <a:custGeom>
                    <a:avLst/>
                    <a:gdLst>
                      <a:gd name="connsiteX0" fmla="*/ 116900 w 119791"/>
                      <a:gd name="connsiteY0" fmla="*/ 0 h 139937"/>
                      <a:gd name="connsiteX1" fmla="*/ 0 w 119791"/>
                      <a:gd name="connsiteY1" fmla="*/ 101642 h 139937"/>
                      <a:gd name="connsiteX2" fmla="*/ 12711 w 119791"/>
                      <a:gd name="connsiteY2" fmla="*/ 139938 h 139937"/>
                      <a:gd name="connsiteX3" fmla="*/ 119791 w 119791"/>
                      <a:gd name="connsiteY3" fmla="*/ 91300 h 139937"/>
                      <a:gd name="connsiteX4" fmla="*/ 116915 w 119791"/>
                      <a:gd name="connsiteY4" fmla="*/ 15 h 139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9791" h="139937">
                        <a:moveTo>
                          <a:pt x="116900" y="0"/>
                        </a:moveTo>
                        <a:cubicBezTo>
                          <a:pt x="116900" y="0"/>
                          <a:pt x="65759" y="64418"/>
                          <a:pt x="0" y="101642"/>
                        </a:cubicBezTo>
                        <a:cubicBezTo>
                          <a:pt x="2280" y="112356"/>
                          <a:pt x="6184" y="126154"/>
                          <a:pt x="12711" y="139938"/>
                        </a:cubicBezTo>
                        <a:cubicBezTo>
                          <a:pt x="46820" y="134335"/>
                          <a:pt x="86308" y="120983"/>
                          <a:pt x="119791" y="91300"/>
                        </a:cubicBezTo>
                        <a:lnTo>
                          <a:pt x="116915" y="15"/>
                        </a:lnTo>
                        <a:close/>
                      </a:path>
                    </a:pathLst>
                  </a:custGeom>
                  <a:solidFill>
                    <a:srgbClr val="968FDC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98" name="Forme libre : forme 997">
                  <a:extLst>
                    <a:ext uri="{FF2B5EF4-FFF2-40B4-BE49-F238E27FC236}">
                      <a16:creationId xmlns:a16="http://schemas.microsoft.com/office/drawing/2014/main" id="{7C619C70-E72C-B126-AB6A-886B5819D2C0}"/>
                    </a:ext>
                  </a:extLst>
                </p:cNvPr>
                <p:cNvSpPr/>
                <p:nvPr/>
              </p:nvSpPr>
              <p:spPr>
                <a:xfrm>
                  <a:off x="706749" y="454436"/>
                  <a:ext cx="198451" cy="299777"/>
                </a:xfrm>
                <a:custGeom>
                  <a:avLst/>
                  <a:gdLst>
                    <a:gd name="connsiteX0" fmla="*/ 70171 w 198451"/>
                    <a:gd name="connsiteY0" fmla="*/ 295547 h 299777"/>
                    <a:gd name="connsiteX1" fmla="*/ 16675 w 198451"/>
                    <a:gd name="connsiteY1" fmla="*/ 130500 h 299777"/>
                    <a:gd name="connsiteX2" fmla="*/ 1193 w 198451"/>
                    <a:gd name="connsiteY2" fmla="*/ 43626 h 299777"/>
                    <a:gd name="connsiteX3" fmla="*/ 6393 w 198451"/>
                    <a:gd name="connsiteY3" fmla="*/ 10068 h 299777"/>
                    <a:gd name="connsiteX4" fmla="*/ 143604 w 198451"/>
                    <a:gd name="connsiteY4" fmla="*/ 9144 h 299777"/>
                    <a:gd name="connsiteX5" fmla="*/ 175180 w 198451"/>
                    <a:gd name="connsiteY5" fmla="*/ 263047 h 299777"/>
                    <a:gd name="connsiteX6" fmla="*/ 70171 w 198451"/>
                    <a:gd name="connsiteY6" fmla="*/ 295547 h 299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8451" h="299777">
                      <a:moveTo>
                        <a:pt x="70171" y="295547"/>
                      </a:moveTo>
                      <a:cubicBezTo>
                        <a:pt x="60172" y="248041"/>
                        <a:pt x="50173" y="220534"/>
                        <a:pt x="16675" y="130500"/>
                      </a:cubicBezTo>
                      <a:cubicBezTo>
                        <a:pt x="6140" y="102158"/>
                        <a:pt x="-3426" y="73488"/>
                        <a:pt x="1193" y="43626"/>
                      </a:cubicBezTo>
                      <a:lnTo>
                        <a:pt x="6393" y="10068"/>
                      </a:lnTo>
                      <a:cubicBezTo>
                        <a:pt x="6393" y="10068"/>
                        <a:pt x="71467" y="-11956"/>
                        <a:pt x="143604" y="9144"/>
                      </a:cubicBezTo>
                      <a:cubicBezTo>
                        <a:pt x="143604" y="9144"/>
                        <a:pt x="242027" y="51896"/>
                        <a:pt x="175180" y="263047"/>
                      </a:cubicBezTo>
                      <a:cubicBezTo>
                        <a:pt x="145050" y="296754"/>
                        <a:pt x="109778" y="306365"/>
                        <a:pt x="70171" y="295547"/>
                      </a:cubicBezTo>
                      <a:close/>
                    </a:path>
                  </a:pathLst>
                </a:custGeom>
                <a:solidFill>
                  <a:srgbClr val="968FDC"/>
                </a:solidFill>
                <a:ln w="1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9" name="Forme libre : forme 998">
                  <a:extLst>
                    <a:ext uri="{FF2B5EF4-FFF2-40B4-BE49-F238E27FC236}">
                      <a16:creationId xmlns:a16="http://schemas.microsoft.com/office/drawing/2014/main" id="{EB69F9C4-270C-B7B7-3AD1-3DA5A485619C}"/>
                    </a:ext>
                  </a:extLst>
                </p:cNvPr>
                <p:cNvSpPr/>
                <p:nvPr/>
              </p:nvSpPr>
              <p:spPr>
                <a:xfrm>
                  <a:off x="724214" y="410904"/>
                  <a:ext cx="73447" cy="57762"/>
                </a:xfrm>
                <a:custGeom>
                  <a:avLst/>
                  <a:gdLst>
                    <a:gd name="connsiteX0" fmla="*/ 0 w 73447"/>
                    <a:gd name="connsiteY0" fmla="*/ 10774 h 57762"/>
                    <a:gd name="connsiteX1" fmla="*/ 16868 w 73447"/>
                    <a:gd name="connsiteY1" fmla="*/ 51320 h 57762"/>
                    <a:gd name="connsiteX2" fmla="*/ 22978 w 73447"/>
                    <a:gd name="connsiteY2" fmla="*/ 56178 h 57762"/>
                    <a:gd name="connsiteX3" fmla="*/ 71690 w 73447"/>
                    <a:gd name="connsiteY3" fmla="*/ 50292 h 57762"/>
                    <a:gd name="connsiteX4" fmla="*/ 72733 w 73447"/>
                    <a:gd name="connsiteY4" fmla="*/ 44763 h 57762"/>
                    <a:gd name="connsiteX5" fmla="*/ 41560 w 73447"/>
                    <a:gd name="connsiteY5" fmla="*/ 0 h 57762"/>
                    <a:gd name="connsiteX6" fmla="*/ 0 w 73447"/>
                    <a:gd name="connsiteY6" fmla="*/ 10774 h 57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3447" h="57762">
                      <a:moveTo>
                        <a:pt x="0" y="10774"/>
                      </a:moveTo>
                      <a:lnTo>
                        <a:pt x="16868" y="51320"/>
                      </a:lnTo>
                      <a:cubicBezTo>
                        <a:pt x="17941" y="53883"/>
                        <a:pt x="20236" y="55701"/>
                        <a:pt x="22978" y="56178"/>
                      </a:cubicBezTo>
                      <a:cubicBezTo>
                        <a:pt x="32708" y="57847"/>
                        <a:pt x="56237" y="60454"/>
                        <a:pt x="71690" y="50292"/>
                      </a:cubicBezTo>
                      <a:cubicBezTo>
                        <a:pt x="73538" y="49085"/>
                        <a:pt x="74000" y="46581"/>
                        <a:pt x="72733" y="44763"/>
                      </a:cubicBezTo>
                      <a:lnTo>
                        <a:pt x="41560" y="0"/>
                      </a:lnTo>
                      <a:lnTo>
                        <a:pt x="0" y="10774"/>
                      </a:lnTo>
                      <a:close/>
                    </a:path>
                  </a:pathLst>
                </a:custGeom>
                <a:solidFill>
                  <a:srgbClr val="C9764E"/>
                </a:solidFill>
                <a:ln w="1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00" name="Graphique 6">
                  <a:extLst>
                    <a:ext uri="{FF2B5EF4-FFF2-40B4-BE49-F238E27FC236}">
                      <a16:creationId xmlns:a16="http://schemas.microsoft.com/office/drawing/2014/main" id="{78DCD948-5E34-3231-93D8-5F3645BEDB5B}"/>
                    </a:ext>
                  </a:extLst>
                </p:cNvPr>
                <p:cNvGrpSpPr/>
                <p:nvPr/>
              </p:nvGrpSpPr>
              <p:grpSpPr>
                <a:xfrm>
                  <a:off x="702555" y="333718"/>
                  <a:ext cx="97268" cy="115055"/>
                  <a:chOff x="702555" y="333718"/>
                  <a:chExt cx="97268" cy="115055"/>
                </a:xfrm>
              </p:grpSpPr>
              <p:sp>
                <p:nvSpPr>
                  <p:cNvPr id="1026" name="Forme libre : forme 1025">
                    <a:extLst>
                      <a:ext uri="{FF2B5EF4-FFF2-40B4-BE49-F238E27FC236}">
                        <a16:creationId xmlns:a16="http://schemas.microsoft.com/office/drawing/2014/main" id="{1687CAFE-8DD1-5A58-66EF-E815979EB183}"/>
                      </a:ext>
                    </a:extLst>
                  </p:cNvPr>
                  <p:cNvSpPr/>
                  <p:nvPr/>
                </p:nvSpPr>
                <p:spPr>
                  <a:xfrm>
                    <a:off x="711756" y="357457"/>
                    <a:ext cx="68843" cy="76185"/>
                  </a:xfrm>
                  <a:custGeom>
                    <a:avLst/>
                    <a:gdLst>
                      <a:gd name="connsiteX0" fmla="*/ 29907 w 68843"/>
                      <a:gd name="connsiteY0" fmla="*/ 2201 h 76185"/>
                      <a:gd name="connsiteX1" fmla="*/ 0 w 68843"/>
                      <a:gd name="connsiteY1" fmla="*/ 60212 h 76185"/>
                      <a:gd name="connsiteX2" fmla="*/ 33096 w 68843"/>
                      <a:gd name="connsiteY2" fmla="*/ 76186 h 76185"/>
                      <a:gd name="connsiteX3" fmla="*/ 68844 w 68843"/>
                      <a:gd name="connsiteY3" fmla="*/ 25954 h 76185"/>
                      <a:gd name="connsiteX4" fmla="*/ 29907 w 68843"/>
                      <a:gd name="connsiteY4" fmla="*/ 2201 h 761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43" h="76185">
                        <a:moveTo>
                          <a:pt x="29907" y="2201"/>
                        </a:moveTo>
                        <a:cubicBezTo>
                          <a:pt x="29192" y="2872"/>
                          <a:pt x="0" y="60212"/>
                          <a:pt x="0" y="60212"/>
                        </a:cubicBezTo>
                        <a:lnTo>
                          <a:pt x="33096" y="76186"/>
                        </a:lnTo>
                        <a:lnTo>
                          <a:pt x="68844" y="25954"/>
                        </a:lnTo>
                        <a:cubicBezTo>
                          <a:pt x="68844" y="25954"/>
                          <a:pt x="41768" y="-8960"/>
                          <a:pt x="29907" y="2201"/>
                        </a:cubicBezTo>
                        <a:close/>
                      </a:path>
                    </a:pathLst>
                  </a:custGeom>
                  <a:solidFill>
                    <a:srgbClr val="C9764E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7" name="Forme libre : forme 1026">
                    <a:extLst>
                      <a:ext uri="{FF2B5EF4-FFF2-40B4-BE49-F238E27FC236}">
                        <a16:creationId xmlns:a16="http://schemas.microsoft.com/office/drawing/2014/main" id="{66B23AFE-29B8-3FED-AE77-077D4BD4E071}"/>
                      </a:ext>
                    </a:extLst>
                  </p:cNvPr>
                  <p:cNvSpPr/>
                  <p:nvPr/>
                </p:nvSpPr>
                <p:spPr>
                  <a:xfrm>
                    <a:off x="702555" y="333718"/>
                    <a:ext cx="97268" cy="115055"/>
                  </a:xfrm>
                  <a:custGeom>
                    <a:avLst/>
                    <a:gdLst>
                      <a:gd name="connsiteX0" fmla="*/ 63010 w 97268"/>
                      <a:gd name="connsiteY0" fmla="*/ 55713 h 115055"/>
                      <a:gd name="connsiteX1" fmla="*/ 46499 w 97268"/>
                      <a:gd name="connsiteY1" fmla="*/ 83236 h 115055"/>
                      <a:gd name="connsiteX2" fmla="*/ 45590 w 97268"/>
                      <a:gd name="connsiteY2" fmla="*/ 84368 h 115055"/>
                      <a:gd name="connsiteX3" fmla="*/ 31703 w 97268"/>
                      <a:gd name="connsiteY3" fmla="*/ 84279 h 115055"/>
                      <a:gd name="connsiteX4" fmla="*/ 18664 w 97268"/>
                      <a:gd name="connsiteY4" fmla="*/ 70182 h 115055"/>
                      <a:gd name="connsiteX5" fmla="*/ 11541 w 97268"/>
                      <a:gd name="connsiteY5" fmla="*/ 72522 h 115055"/>
                      <a:gd name="connsiteX6" fmla="*/ 246 w 97268"/>
                      <a:gd name="connsiteY6" fmla="*/ 99314 h 115055"/>
                      <a:gd name="connsiteX7" fmla="*/ 3301 w 97268"/>
                      <a:gd name="connsiteY7" fmla="*/ 105752 h 115055"/>
                      <a:gd name="connsiteX8" fmla="*/ 34996 w 97268"/>
                      <a:gd name="connsiteY8" fmla="*/ 115005 h 115055"/>
                      <a:gd name="connsiteX9" fmla="*/ 39988 w 97268"/>
                      <a:gd name="connsiteY9" fmla="*/ 112889 h 115055"/>
                      <a:gd name="connsiteX10" fmla="*/ 64157 w 97268"/>
                      <a:gd name="connsiteY10" fmla="*/ 81761 h 115055"/>
                      <a:gd name="connsiteX11" fmla="*/ 80772 w 97268"/>
                      <a:gd name="connsiteY11" fmla="*/ 80032 h 115055"/>
                      <a:gd name="connsiteX12" fmla="*/ 84989 w 97268"/>
                      <a:gd name="connsiteY12" fmla="*/ 79481 h 115055"/>
                      <a:gd name="connsiteX13" fmla="*/ 89370 w 97268"/>
                      <a:gd name="connsiteY13" fmla="*/ 61778 h 115055"/>
                      <a:gd name="connsiteX14" fmla="*/ 91010 w 97268"/>
                      <a:gd name="connsiteY14" fmla="*/ 54596 h 115055"/>
                      <a:gd name="connsiteX15" fmla="*/ 95480 w 97268"/>
                      <a:gd name="connsiteY15" fmla="*/ 38025 h 115055"/>
                      <a:gd name="connsiteX16" fmla="*/ 77643 w 97268"/>
                      <a:gd name="connsiteY16" fmla="*/ 29293 h 115055"/>
                      <a:gd name="connsiteX17" fmla="*/ 71891 w 97268"/>
                      <a:gd name="connsiteY17" fmla="*/ 26090 h 115055"/>
                      <a:gd name="connsiteX18" fmla="*/ 69164 w 97268"/>
                      <a:gd name="connsiteY18" fmla="*/ 23944 h 115055"/>
                      <a:gd name="connsiteX19" fmla="*/ 65022 w 97268"/>
                      <a:gd name="connsiteY19" fmla="*/ 17924 h 115055"/>
                      <a:gd name="connsiteX20" fmla="*/ 57467 w 97268"/>
                      <a:gd name="connsiteY20" fmla="*/ 2426 h 115055"/>
                      <a:gd name="connsiteX21" fmla="*/ 27500 w 97268"/>
                      <a:gd name="connsiteY21" fmla="*/ 18162 h 115055"/>
                      <a:gd name="connsiteX22" fmla="*/ 50329 w 97268"/>
                      <a:gd name="connsiteY22" fmla="*/ 37862 h 115055"/>
                      <a:gd name="connsiteX23" fmla="*/ 63383 w 97268"/>
                      <a:gd name="connsiteY23" fmla="*/ 51064 h 115055"/>
                      <a:gd name="connsiteX24" fmla="*/ 62980 w 97268"/>
                      <a:gd name="connsiteY24" fmla="*/ 55698 h 1150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97268" h="115055">
                        <a:moveTo>
                          <a:pt x="63010" y="55713"/>
                        </a:moveTo>
                        <a:lnTo>
                          <a:pt x="46499" y="83236"/>
                        </a:lnTo>
                        <a:cubicBezTo>
                          <a:pt x="46246" y="83653"/>
                          <a:pt x="45948" y="84026"/>
                          <a:pt x="45590" y="84368"/>
                        </a:cubicBezTo>
                        <a:cubicBezTo>
                          <a:pt x="43624" y="86201"/>
                          <a:pt x="36903" y="91521"/>
                          <a:pt x="31703" y="84279"/>
                        </a:cubicBezTo>
                        <a:cubicBezTo>
                          <a:pt x="27277" y="78110"/>
                          <a:pt x="23119" y="72492"/>
                          <a:pt x="18664" y="70182"/>
                        </a:cubicBezTo>
                        <a:cubicBezTo>
                          <a:pt x="16056" y="68826"/>
                          <a:pt x="12867" y="69914"/>
                          <a:pt x="11541" y="72522"/>
                        </a:cubicBezTo>
                        <a:cubicBezTo>
                          <a:pt x="8814" y="77916"/>
                          <a:pt x="3554" y="88898"/>
                          <a:pt x="246" y="99314"/>
                        </a:cubicBezTo>
                        <a:cubicBezTo>
                          <a:pt x="-589" y="101922"/>
                          <a:pt x="767" y="104724"/>
                          <a:pt x="3301" y="105752"/>
                        </a:cubicBezTo>
                        <a:cubicBezTo>
                          <a:pt x="10006" y="108464"/>
                          <a:pt x="23253" y="113381"/>
                          <a:pt x="34996" y="115005"/>
                        </a:cubicBezTo>
                        <a:cubicBezTo>
                          <a:pt x="36933" y="115274"/>
                          <a:pt x="38840" y="114454"/>
                          <a:pt x="39988" y="112889"/>
                        </a:cubicBezTo>
                        <a:cubicBezTo>
                          <a:pt x="45039" y="105960"/>
                          <a:pt x="59300" y="86604"/>
                          <a:pt x="64157" y="81761"/>
                        </a:cubicBezTo>
                        <a:cubicBezTo>
                          <a:pt x="68673" y="77261"/>
                          <a:pt x="77017" y="78959"/>
                          <a:pt x="80772" y="80032"/>
                        </a:cubicBezTo>
                        <a:cubicBezTo>
                          <a:pt x="82203" y="80449"/>
                          <a:pt x="83723" y="80241"/>
                          <a:pt x="84989" y="79481"/>
                        </a:cubicBezTo>
                        <a:cubicBezTo>
                          <a:pt x="88804" y="77186"/>
                          <a:pt x="95450" y="71464"/>
                          <a:pt x="89370" y="61778"/>
                        </a:cubicBezTo>
                        <a:cubicBezTo>
                          <a:pt x="87850" y="59364"/>
                          <a:pt x="88625" y="56160"/>
                          <a:pt x="91010" y="54596"/>
                        </a:cubicBezTo>
                        <a:cubicBezTo>
                          <a:pt x="95271" y="51794"/>
                          <a:pt x="99891" y="46534"/>
                          <a:pt x="95480" y="38025"/>
                        </a:cubicBezTo>
                        <a:cubicBezTo>
                          <a:pt x="91024" y="29413"/>
                          <a:pt x="83067" y="28638"/>
                          <a:pt x="77643" y="29293"/>
                        </a:cubicBezTo>
                        <a:cubicBezTo>
                          <a:pt x="75244" y="29591"/>
                          <a:pt x="72815" y="28325"/>
                          <a:pt x="71891" y="26090"/>
                        </a:cubicBezTo>
                        <a:cubicBezTo>
                          <a:pt x="71489" y="25091"/>
                          <a:pt x="70669" y="24257"/>
                          <a:pt x="69164" y="23944"/>
                        </a:cubicBezTo>
                        <a:cubicBezTo>
                          <a:pt x="66318" y="23363"/>
                          <a:pt x="64455" y="20770"/>
                          <a:pt x="65022" y="17924"/>
                        </a:cubicBezTo>
                        <a:cubicBezTo>
                          <a:pt x="65975" y="13051"/>
                          <a:pt x="65260" y="6718"/>
                          <a:pt x="57467" y="2426"/>
                        </a:cubicBezTo>
                        <a:cubicBezTo>
                          <a:pt x="43191" y="-5427"/>
                          <a:pt x="30674" y="7374"/>
                          <a:pt x="27500" y="18162"/>
                        </a:cubicBezTo>
                        <a:cubicBezTo>
                          <a:pt x="24326" y="28966"/>
                          <a:pt x="40286" y="36595"/>
                          <a:pt x="50329" y="37862"/>
                        </a:cubicBezTo>
                        <a:cubicBezTo>
                          <a:pt x="57705" y="38800"/>
                          <a:pt x="61758" y="46847"/>
                          <a:pt x="63383" y="51064"/>
                        </a:cubicBezTo>
                        <a:cubicBezTo>
                          <a:pt x="63979" y="52584"/>
                          <a:pt x="63830" y="54298"/>
                          <a:pt x="62980" y="55698"/>
                        </a:cubicBezTo>
                        <a:close/>
                      </a:path>
                    </a:pathLst>
                  </a:custGeom>
                  <a:solidFill>
                    <a:srgbClr val="352213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8" name="Forme libre : forme 1027">
                    <a:extLst>
                      <a:ext uri="{FF2B5EF4-FFF2-40B4-BE49-F238E27FC236}">
                        <a16:creationId xmlns:a16="http://schemas.microsoft.com/office/drawing/2014/main" id="{E39FB66E-085E-0BF8-4C8D-314C6145CD88}"/>
                      </a:ext>
                    </a:extLst>
                  </p:cNvPr>
                  <p:cNvSpPr/>
                  <p:nvPr/>
                </p:nvSpPr>
                <p:spPr>
                  <a:xfrm>
                    <a:off x="759783" y="407650"/>
                    <a:ext cx="24845" cy="22497"/>
                  </a:xfrm>
                  <a:custGeom>
                    <a:avLst/>
                    <a:gdLst>
                      <a:gd name="connsiteX0" fmla="*/ 0 w 24845"/>
                      <a:gd name="connsiteY0" fmla="*/ 16054 h 22497"/>
                      <a:gd name="connsiteX1" fmla="*/ 15229 w 24845"/>
                      <a:gd name="connsiteY1" fmla="*/ 21 h 22497"/>
                      <a:gd name="connsiteX2" fmla="*/ 19685 w 24845"/>
                      <a:gd name="connsiteY2" fmla="*/ 17902 h 22497"/>
                      <a:gd name="connsiteX3" fmla="*/ 0 w 24845"/>
                      <a:gd name="connsiteY3" fmla="*/ 16054 h 224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845" h="22497">
                        <a:moveTo>
                          <a:pt x="0" y="16054"/>
                        </a:moveTo>
                        <a:cubicBezTo>
                          <a:pt x="0" y="16054"/>
                          <a:pt x="7108" y="-665"/>
                          <a:pt x="15229" y="21"/>
                        </a:cubicBezTo>
                        <a:cubicBezTo>
                          <a:pt x="23350" y="706"/>
                          <a:pt x="29758" y="8797"/>
                          <a:pt x="19685" y="17902"/>
                        </a:cubicBezTo>
                        <a:cubicBezTo>
                          <a:pt x="7153" y="29227"/>
                          <a:pt x="0" y="16054"/>
                          <a:pt x="0" y="16054"/>
                        </a:cubicBezTo>
                        <a:close/>
                      </a:path>
                    </a:pathLst>
                  </a:custGeom>
                  <a:solidFill>
                    <a:srgbClr val="C9764E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001" name="Graphique 6">
                  <a:extLst>
                    <a:ext uri="{FF2B5EF4-FFF2-40B4-BE49-F238E27FC236}">
                      <a16:creationId xmlns:a16="http://schemas.microsoft.com/office/drawing/2014/main" id="{70BABC0A-4B40-0562-11F7-9F63D779B715}"/>
                    </a:ext>
                  </a:extLst>
                </p:cNvPr>
                <p:cNvGrpSpPr/>
                <p:nvPr/>
              </p:nvGrpSpPr>
              <p:grpSpPr>
                <a:xfrm>
                  <a:off x="767918" y="1114288"/>
                  <a:ext cx="91762" cy="63245"/>
                  <a:chOff x="767918" y="1114288"/>
                  <a:chExt cx="91762" cy="63245"/>
                </a:xfrm>
              </p:grpSpPr>
              <p:sp>
                <p:nvSpPr>
                  <p:cNvPr id="1023" name="Forme libre : forme 1022">
                    <a:extLst>
                      <a:ext uri="{FF2B5EF4-FFF2-40B4-BE49-F238E27FC236}">
                        <a16:creationId xmlns:a16="http://schemas.microsoft.com/office/drawing/2014/main" id="{956733F3-7F4E-3E2F-D03E-8415432D07C0}"/>
                      </a:ext>
                    </a:extLst>
                  </p:cNvPr>
                  <p:cNvSpPr/>
                  <p:nvPr/>
                </p:nvSpPr>
                <p:spPr>
                  <a:xfrm>
                    <a:off x="767918" y="1168648"/>
                    <a:ext cx="91762" cy="8885"/>
                  </a:xfrm>
                  <a:custGeom>
                    <a:avLst/>
                    <a:gdLst>
                      <a:gd name="connsiteX0" fmla="*/ 2594 w 91762"/>
                      <a:gd name="connsiteY0" fmla="*/ 0 h 8885"/>
                      <a:gd name="connsiteX1" fmla="*/ 67101 w 91762"/>
                      <a:gd name="connsiteY1" fmla="*/ 4515 h 8885"/>
                      <a:gd name="connsiteX2" fmla="*/ 91763 w 91762"/>
                      <a:gd name="connsiteY2" fmla="*/ 2101 h 8885"/>
                      <a:gd name="connsiteX3" fmla="*/ 91718 w 91762"/>
                      <a:gd name="connsiteY3" fmla="*/ 3472 h 8885"/>
                      <a:gd name="connsiteX4" fmla="*/ 87486 w 91762"/>
                      <a:gd name="connsiteY4" fmla="*/ 7674 h 8885"/>
                      <a:gd name="connsiteX5" fmla="*/ 3026 w 91762"/>
                      <a:gd name="connsiteY5" fmla="*/ 7764 h 8885"/>
                      <a:gd name="connsiteX6" fmla="*/ 448 w 91762"/>
                      <a:gd name="connsiteY6" fmla="*/ 3010 h 8885"/>
                      <a:gd name="connsiteX7" fmla="*/ 2594 w 91762"/>
                      <a:gd name="connsiteY7" fmla="*/ 15 h 88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91762" h="8885">
                        <a:moveTo>
                          <a:pt x="2594" y="0"/>
                        </a:moveTo>
                        <a:cubicBezTo>
                          <a:pt x="18315" y="1356"/>
                          <a:pt x="45584" y="3561"/>
                          <a:pt x="67101" y="4515"/>
                        </a:cubicBezTo>
                        <a:cubicBezTo>
                          <a:pt x="80021" y="5081"/>
                          <a:pt x="87471" y="3815"/>
                          <a:pt x="91763" y="2101"/>
                        </a:cubicBezTo>
                        <a:cubicBezTo>
                          <a:pt x="91763" y="2578"/>
                          <a:pt x="91748" y="3040"/>
                          <a:pt x="91718" y="3472"/>
                        </a:cubicBezTo>
                        <a:cubicBezTo>
                          <a:pt x="91614" y="5737"/>
                          <a:pt x="89781" y="7540"/>
                          <a:pt x="87486" y="7674"/>
                        </a:cubicBezTo>
                        <a:cubicBezTo>
                          <a:pt x="46850" y="9939"/>
                          <a:pt x="14530" y="8464"/>
                          <a:pt x="3026" y="7764"/>
                        </a:cubicBezTo>
                        <a:cubicBezTo>
                          <a:pt x="642" y="7615"/>
                          <a:pt x="-774" y="5037"/>
                          <a:pt x="448" y="3010"/>
                        </a:cubicBezTo>
                        <a:cubicBezTo>
                          <a:pt x="1059" y="1997"/>
                          <a:pt x="1789" y="998"/>
                          <a:pt x="2594" y="15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4" name="Forme libre : forme 1023">
                    <a:extLst>
                      <a:ext uri="{FF2B5EF4-FFF2-40B4-BE49-F238E27FC236}">
                        <a16:creationId xmlns:a16="http://schemas.microsoft.com/office/drawing/2014/main" id="{5E9395BE-7512-BDB6-79A0-3FB9AE4222D7}"/>
                      </a:ext>
                    </a:extLst>
                  </p:cNvPr>
                  <p:cNvSpPr/>
                  <p:nvPr/>
                </p:nvSpPr>
                <p:spPr>
                  <a:xfrm>
                    <a:off x="770497" y="1136909"/>
                    <a:ext cx="89174" cy="36391"/>
                  </a:xfrm>
                  <a:custGeom>
                    <a:avLst/>
                    <a:gdLst>
                      <a:gd name="connsiteX0" fmla="*/ 64508 w 89174"/>
                      <a:gd name="connsiteY0" fmla="*/ 36255 h 36391"/>
                      <a:gd name="connsiteX1" fmla="*/ 0 w 89174"/>
                      <a:gd name="connsiteY1" fmla="*/ 31740 h 36391"/>
                      <a:gd name="connsiteX2" fmla="*/ 64508 w 89174"/>
                      <a:gd name="connsiteY2" fmla="*/ 0 h 36391"/>
                      <a:gd name="connsiteX3" fmla="*/ 78366 w 89174"/>
                      <a:gd name="connsiteY3" fmla="*/ 0 h 36391"/>
                      <a:gd name="connsiteX4" fmla="*/ 89169 w 89174"/>
                      <a:gd name="connsiteY4" fmla="*/ 33841 h 36391"/>
                      <a:gd name="connsiteX5" fmla="*/ 64508 w 89174"/>
                      <a:gd name="connsiteY5" fmla="*/ 36255 h 363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9174" h="36391">
                        <a:moveTo>
                          <a:pt x="64508" y="36255"/>
                        </a:moveTo>
                        <a:cubicBezTo>
                          <a:pt x="43005" y="35301"/>
                          <a:pt x="15721" y="33096"/>
                          <a:pt x="0" y="31740"/>
                        </a:cubicBezTo>
                        <a:cubicBezTo>
                          <a:pt x="15453" y="12785"/>
                          <a:pt x="64508" y="0"/>
                          <a:pt x="64508" y="0"/>
                        </a:cubicBezTo>
                        <a:lnTo>
                          <a:pt x="78366" y="0"/>
                        </a:lnTo>
                        <a:cubicBezTo>
                          <a:pt x="87888" y="13739"/>
                          <a:pt x="89273" y="26807"/>
                          <a:pt x="89169" y="33841"/>
                        </a:cubicBezTo>
                        <a:cubicBezTo>
                          <a:pt x="84878" y="35554"/>
                          <a:pt x="77442" y="36821"/>
                          <a:pt x="64508" y="36255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5" name="Forme libre : forme 1024">
                    <a:extLst>
                      <a:ext uri="{FF2B5EF4-FFF2-40B4-BE49-F238E27FC236}">
                        <a16:creationId xmlns:a16="http://schemas.microsoft.com/office/drawing/2014/main" id="{C84EB67A-8471-AF2B-CD07-67E311871DE1}"/>
                      </a:ext>
                    </a:extLst>
                  </p:cNvPr>
                  <p:cNvSpPr/>
                  <p:nvPr/>
                </p:nvSpPr>
                <p:spPr>
                  <a:xfrm>
                    <a:off x="825334" y="1114288"/>
                    <a:ext cx="25853" cy="31422"/>
                  </a:xfrm>
                  <a:custGeom>
                    <a:avLst/>
                    <a:gdLst>
                      <a:gd name="connsiteX0" fmla="*/ 25854 w 25853"/>
                      <a:gd name="connsiteY0" fmla="*/ 0 h 31422"/>
                      <a:gd name="connsiteX1" fmla="*/ 24557 w 25853"/>
                      <a:gd name="connsiteY1" fmla="*/ 25660 h 31422"/>
                      <a:gd name="connsiteX2" fmla="*/ 19550 w 25853"/>
                      <a:gd name="connsiteY2" fmla="*/ 31173 h 31422"/>
                      <a:gd name="connsiteX3" fmla="*/ 9149 w 25853"/>
                      <a:gd name="connsiteY3" fmla="*/ 30309 h 31422"/>
                      <a:gd name="connsiteX4" fmla="*/ 4485 w 25853"/>
                      <a:gd name="connsiteY4" fmla="*/ 24975 h 31422"/>
                      <a:gd name="connsiteX5" fmla="*/ 0 w 25853"/>
                      <a:gd name="connsiteY5" fmla="*/ 0 h 31422"/>
                      <a:gd name="connsiteX6" fmla="*/ 25839 w 25853"/>
                      <a:gd name="connsiteY6" fmla="*/ 0 h 314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5853" h="31422">
                        <a:moveTo>
                          <a:pt x="25854" y="0"/>
                        </a:moveTo>
                        <a:lnTo>
                          <a:pt x="24557" y="25660"/>
                        </a:lnTo>
                        <a:cubicBezTo>
                          <a:pt x="24423" y="28432"/>
                          <a:pt x="22337" y="30771"/>
                          <a:pt x="19550" y="31173"/>
                        </a:cubicBezTo>
                        <a:cubicBezTo>
                          <a:pt x="16779" y="31576"/>
                          <a:pt x="13068" y="31620"/>
                          <a:pt x="9149" y="30309"/>
                        </a:cubicBezTo>
                        <a:cubicBezTo>
                          <a:pt x="6735" y="29504"/>
                          <a:pt x="4932" y="27463"/>
                          <a:pt x="4485" y="24975"/>
                        </a:cubicBezTo>
                        <a:lnTo>
                          <a:pt x="0" y="0"/>
                        </a:lnTo>
                        <a:lnTo>
                          <a:pt x="25839" y="0"/>
                        </a:lnTo>
                        <a:close/>
                      </a:path>
                    </a:pathLst>
                  </a:custGeom>
                  <a:solidFill>
                    <a:srgbClr val="C9764E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002" name="Graphique 6">
                  <a:extLst>
                    <a:ext uri="{FF2B5EF4-FFF2-40B4-BE49-F238E27FC236}">
                      <a16:creationId xmlns:a16="http://schemas.microsoft.com/office/drawing/2014/main" id="{3AA7512A-8AA0-1531-D424-B13FD1F549C9}"/>
                    </a:ext>
                  </a:extLst>
                </p:cNvPr>
                <p:cNvGrpSpPr/>
                <p:nvPr/>
              </p:nvGrpSpPr>
              <p:grpSpPr>
                <a:xfrm>
                  <a:off x="984613" y="1090327"/>
                  <a:ext cx="57955" cy="87214"/>
                  <a:chOff x="984613" y="1090327"/>
                  <a:chExt cx="57955" cy="87214"/>
                </a:xfrm>
              </p:grpSpPr>
              <p:grpSp>
                <p:nvGrpSpPr>
                  <p:cNvPr id="1019" name="Graphique 6">
                    <a:extLst>
                      <a:ext uri="{FF2B5EF4-FFF2-40B4-BE49-F238E27FC236}">
                        <a16:creationId xmlns:a16="http://schemas.microsoft.com/office/drawing/2014/main" id="{6498B0BC-E606-9A05-2BAD-F23016C5FBC9}"/>
                      </a:ext>
                    </a:extLst>
                  </p:cNvPr>
                  <p:cNvGrpSpPr/>
                  <p:nvPr/>
                </p:nvGrpSpPr>
                <p:grpSpPr>
                  <a:xfrm>
                    <a:off x="990724" y="1114110"/>
                    <a:ext cx="51844" cy="63431"/>
                    <a:chOff x="990724" y="1114110"/>
                    <a:chExt cx="51844" cy="63431"/>
                  </a:xfrm>
                </p:grpSpPr>
                <p:sp>
                  <p:nvSpPr>
                    <p:cNvPr id="1021" name="Forme libre : forme 1020">
                      <a:extLst>
                        <a:ext uri="{FF2B5EF4-FFF2-40B4-BE49-F238E27FC236}">
                          <a16:creationId xmlns:a16="http://schemas.microsoft.com/office/drawing/2014/main" id="{4699DA73-AD2A-BBF3-EEAC-F12D49A2E0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7397" y="1164699"/>
                      <a:ext cx="35171" cy="12842"/>
                    </a:xfrm>
                    <a:custGeom>
                      <a:avLst/>
                      <a:gdLst>
                        <a:gd name="connsiteX0" fmla="*/ 23723 w 35171"/>
                        <a:gd name="connsiteY0" fmla="*/ 8270 h 12842"/>
                        <a:gd name="connsiteX1" fmla="*/ 34914 w 35171"/>
                        <a:gd name="connsiteY1" fmla="*/ 0 h 12842"/>
                        <a:gd name="connsiteX2" fmla="*/ 34943 w 35171"/>
                        <a:gd name="connsiteY2" fmla="*/ 104 h 12842"/>
                        <a:gd name="connsiteX3" fmla="*/ 28968 w 35171"/>
                        <a:gd name="connsiteY3" fmla="*/ 10207 h 12842"/>
                        <a:gd name="connsiteX4" fmla="*/ 12443 w 35171"/>
                        <a:gd name="connsiteY4" fmla="*/ 12800 h 12842"/>
                        <a:gd name="connsiteX5" fmla="*/ 45 w 35171"/>
                        <a:gd name="connsiteY5" fmla="*/ 7078 h 12842"/>
                        <a:gd name="connsiteX6" fmla="*/ 0 w 35171"/>
                        <a:gd name="connsiteY6" fmla="*/ 7033 h 12842"/>
                        <a:gd name="connsiteX7" fmla="*/ 23708 w 35171"/>
                        <a:gd name="connsiteY7" fmla="*/ 8285 h 128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5171" h="12842">
                          <a:moveTo>
                            <a:pt x="23723" y="8270"/>
                          </a:moveTo>
                          <a:cubicBezTo>
                            <a:pt x="30533" y="7317"/>
                            <a:pt x="33617" y="3785"/>
                            <a:pt x="34914" y="0"/>
                          </a:cubicBezTo>
                          <a:cubicBezTo>
                            <a:pt x="34914" y="30"/>
                            <a:pt x="34929" y="75"/>
                            <a:pt x="34943" y="104"/>
                          </a:cubicBezTo>
                          <a:cubicBezTo>
                            <a:pt x="35942" y="4098"/>
                            <a:pt x="33617" y="8240"/>
                            <a:pt x="28968" y="10207"/>
                          </a:cubicBezTo>
                          <a:cubicBezTo>
                            <a:pt x="23350" y="12592"/>
                            <a:pt x="17211" y="12994"/>
                            <a:pt x="12443" y="12800"/>
                          </a:cubicBezTo>
                          <a:cubicBezTo>
                            <a:pt x="7331" y="12592"/>
                            <a:pt x="2638" y="10476"/>
                            <a:pt x="45" y="7078"/>
                          </a:cubicBezTo>
                          <a:lnTo>
                            <a:pt x="0" y="7033"/>
                          </a:lnTo>
                          <a:cubicBezTo>
                            <a:pt x="5141" y="9582"/>
                            <a:pt x="12338" y="9880"/>
                            <a:pt x="23708" y="8285"/>
                          </a:cubicBezTo>
                          <a:close/>
                        </a:path>
                      </a:pathLst>
                    </a:custGeom>
                    <a:solidFill>
                      <a:srgbClr val="4438B7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22" name="Forme libre : forme 1021">
                      <a:extLst>
                        <a:ext uri="{FF2B5EF4-FFF2-40B4-BE49-F238E27FC236}">
                          <a16:creationId xmlns:a16="http://schemas.microsoft.com/office/drawing/2014/main" id="{BE108345-DD3F-0C98-6ACB-2D2121EEAA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724" y="1114110"/>
                      <a:ext cx="51601" cy="59816"/>
                    </a:xfrm>
                    <a:custGeom>
                      <a:avLst/>
                      <a:gdLst>
                        <a:gd name="connsiteX0" fmla="*/ 8269 w 51601"/>
                        <a:gd name="connsiteY0" fmla="*/ 15 h 59816"/>
                        <a:gd name="connsiteX1" fmla="*/ 19698 w 51601"/>
                        <a:gd name="connsiteY1" fmla="*/ 15 h 59816"/>
                        <a:gd name="connsiteX2" fmla="*/ 51602 w 51601"/>
                        <a:gd name="connsiteY2" fmla="*/ 50575 h 59816"/>
                        <a:gd name="connsiteX3" fmla="*/ 40411 w 51601"/>
                        <a:gd name="connsiteY3" fmla="*/ 58845 h 59816"/>
                        <a:gd name="connsiteX4" fmla="*/ 16703 w 51601"/>
                        <a:gd name="connsiteY4" fmla="*/ 57593 h 59816"/>
                        <a:gd name="connsiteX5" fmla="*/ 401 w 51601"/>
                        <a:gd name="connsiteY5" fmla="*/ 16525 h 59816"/>
                        <a:gd name="connsiteX6" fmla="*/ 8284 w 51601"/>
                        <a:gd name="connsiteY6" fmla="*/ 0 h 598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1601" h="59816">
                          <a:moveTo>
                            <a:pt x="8269" y="15"/>
                          </a:moveTo>
                          <a:lnTo>
                            <a:pt x="19698" y="15"/>
                          </a:lnTo>
                          <a:cubicBezTo>
                            <a:pt x="37103" y="-343"/>
                            <a:pt x="48025" y="36359"/>
                            <a:pt x="51602" y="50575"/>
                          </a:cubicBezTo>
                          <a:cubicBezTo>
                            <a:pt x="50305" y="54360"/>
                            <a:pt x="47221" y="57906"/>
                            <a:pt x="40411" y="58845"/>
                          </a:cubicBezTo>
                          <a:cubicBezTo>
                            <a:pt x="29041" y="60425"/>
                            <a:pt x="21829" y="60127"/>
                            <a:pt x="16703" y="57593"/>
                          </a:cubicBezTo>
                          <a:cubicBezTo>
                            <a:pt x="7300" y="45225"/>
                            <a:pt x="2636" y="27105"/>
                            <a:pt x="401" y="16525"/>
                          </a:cubicBezTo>
                          <a:cubicBezTo>
                            <a:pt x="-2147" y="4500"/>
                            <a:pt x="8284" y="0"/>
                            <a:pt x="8284" y="0"/>
                          </a:cubicBez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020" name="Forme libre : forme 1019">
                    <a:extLst>
                      <a:ext uri="{FF2B5EF4-FFF2-40B4-BE49-F238E27FC236}">
                        <a16:creationId xmlns:a16="http://schemas.microsoft.com/office/drawing/2014/main" id="{1BBA961D-05EA-C7AB-6277-146A3D6473B4}"/>
                      </a:ext>
                    </a:extLst>
                  </p:cNvPr>
                  <p:cNvSpPr/>
                  <p:nvPr/>
                </p:nvSpPr>
                <p:spPr>
                  <a:xfrm>
                    <a:off x="984613" y="1090327"/>
                    <a:ext cx="30886" cy="36266"/>
                  </a:xfrm>
                  <a:custGeom>
                    <a:avLst/>
                    <a:gdLst>
                      <a:gd name="connsiteX0" fmla="*/ 24334 w 30886"/>
                      <a:gd name="connsiteY0" fmla="*/ 0 h 36266"/>
                      <a:gd name="connsiteX1" fmla="*/ 30682 w 30886"/>
                      <a:gd name="connsiteY1" fmla="*/ 25228 h 36266"/>
                      <a:gd name="connsiteX2" fmla="*/ 27120 w 30886"/>
                      <a:gd name="connsiteY2" fmla="*/ 32991 h 36266"/>
                      <a:gd name="connsiteX3" fmla="*/ 13977 w 30886"/>
                      <a:gd name="connsiteY3" fmla="*/ 36165 h 36266"/>
                      <a:gd name="connsiteX4" fmla="*/ 9313 w 30886"/>
                      <a:gd name="connsiteY4" fmla="*/ 32351 h 36266"/>
                      <a:gd name="connsiteX5" fmla="*/ 0 w 30886"/>
                      <a:gd name="connsiteY5" fmla="*/ 5812 h 36266"/>
                      <a:gd name="connsiteX6" fmla="*/ 24334 w 30886"/>
                      <a:gd name="connsiteY6" fmla="*/ 0 h 362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0886" h="36266">
                        <a:moveTo>
                          <a:pt x="24334" y="0"/>
                        </a:moveTo>
                        <a:lnTo>
                          <a:pt x="30682" y="25228"/>
                        </a:lnTo>
                        <a:cubicBezTo>
                          <a:pt x="31457" y="28327"/>
                          <a:pt x="29981" y="31516"/>
                          <a:pt x="27120" y="32991"/>
                        </a:cubicBezTo>
                        <a:cubicBezTo>
                          <a:pt x="23574" y="34809"/>
                          <a:pt x="18582" y="36732"/>
                          <a:pt x="13977" y="36165"/>
                        </a:cubicBezTo>
                        <a:cubicBezTo>
                          <a:pt x="11817" y="35912"/>
                          <a:pt x="10029" y="34377"/>
                          <a:pt x="9313" y="32351"/>
                        </a:cubicBezTo>
                        <a:lnTo>
                          <a:pt x="0" y="5812"/>
                        </a:lnTo>
                        <a:lnTo>
                          <a:pt x="24334" y="0"/>
                        </a:lnTo>
                        <a:close/>
                      </a:path>
                    </a:pathLst>
                  </a:custGeom>
                  <a:solidFill>
                    <a:srgbClr val="C9764E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03" name="Forme libre : forme 1002">
                  <a:extLst>
                    <a:ext uri="{FF2B5EF4-FFF2-40B4-BE49-F238E27FC236}">
                      <a16:creationId xmlns:a16="http://schemas.microsoft.com/office/drawing/2014/main" id="{7AE54ADA-AE55-AC4B-2887-1F547F694F3C}"/>
                    </a:ext>
                  </a:extLst>
                </p:cNvPr>
                <p:cNvSpPr/>
                <p:nvPr/>
              </p:nvSpPr>
              <p:spPr>
                <a:xfrm>
                  <a:off x="774431" y="718868"/>
                  <a:ext cx="242100" cy="405417"/>
                </a:xfrm>
                <a:custGeom>
                  <a:avLst/>
                  <a:gdLst>
                    <a:gd name="connsiteX0" fmla="*/ 242086 w 242100"/>
                    <a:gd name="connsiteY0" fmla="*/ 378746 h 405417"/>
                    <a:gd name="connsiteX1" fmla="*/ 208528 w 242100"/>
                    <a:gd name="connsiteY1" fmla="*/ 386673 h 405417"/>
                    <a:gd name="connsiteX2" fmla="*/ 77502 w 242100"/>
                    <a:gd name="connsiteY2" fmla="*/ 103623 h 405417"/>
                    <a:gd name="connsiteX3" fmla="*/ 80377 w 242100"/>
                    <a:gd name="connsiteY3" fmla="*/ 402424 h 405417"/>
                    <a:gd name="connsiteX4" fmla="*/ 45449 w 242100"/>
                    <a:gd name="connsiteY4" fmla="*/ 402424 h 405417"/>
                    <a:gd name="connsiteX5" fmla="*/ 0 w 242100"/>
                    <a:gd name="connsiteY5" fmla="*/ 23619 h 405417"/>
                    <a:gd name="connsiteX6" fmla="*/ 107319 w 242100"/>
                    <a:gd name="connsiteY6" fmla="*/ 0 h 405417"/>
                    <a:gd name="connsiteX7" fmla="*/ 242101 w 242100"/>
                    <a:gd name="connsiteY7" fmla="*/ 378746 h 4054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2100" h="405417">
                      <a:moveTo>
                        <a:pt x="242086" y="378746"/>
                      </a:moveTo>
                      <a:cubicBezTo>
                        <a:pt x="234188" y="385749"/>
                        <a:pt x="208528" y="386673"/>
                        <a:pt x="208528" y="386673"/>
                      </a:cubicBezTo>
                      <a:cubicBezTo>
                        <a:pt x="116051" y="164734"/>
                        <a:pt x="77502" y="103623"/>
                        <a:pt x="77502" y="103623"/>
                      </a:cubicBezTo>
                      <a:cubicBezTo>
                        <a:pt x="90853" y="187398"/>
                        <a:pt x="80377" y="402424"/>
                        <a:pt x="80377" y="402424"/>
                      </a:cubicBezTo>
                      <a:cubicBezTo>
                        <a:pt x="65119" y="409159"/>
                        <a:pt x="45449" y="402424"/>
                        <a:pt x="45449" y="402424"/>
                      </a:cubicBezTo>
                      <a:cubicBezTo>
                        <a:pt x="44212" y="265272"/>
                        <a:pt x="24900" y="117914"/>
                        <a:pt x="0" y="23619"/>
                      </a:cubicBezTo>
                      <a:cubicBezTo>
                        <a:pt x="62496" y="22218"/>
                        <a:pt x="96471" y="8583"/>
                        <a:pt x="107319" y="0"/>
                      </a:cubicBezTo>
                      <a:cubicBezTo>
                        <a:pt x="159414" y="83998"/>
                        <a:pt x="242101" y="378746"/>
                        <a:pt x="242101" y="378746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04" name="Graphique 6">
                  <a:extLst>
                    <a:ext uri="{FF2B5EF4-FFF2-40B4-BE49-F238E27FC236}">
                      <a16:creationId xmlns:a16="http://schemas.microsoft.com/office/drawing/2014/main" id="{09E6E533-0874-2CDA-CCEC-2A71E56769E6}"/>
                    </a:ext>
                  </a:extLst>
                </p:cNvPr>
                <p:cNvGrpSpPr/>
                <p:nvPr/>
              </p:nvGrpSpPr>
              <p:grpSpPr>
                <a:xfrm>
                  <a:off x="750929" y="683374"/>
                  <a:ext cx="232569" cy="212429"/>
                  <a:chOff x="750929" y="683374"/>
                  <a:chExt cx="232569" cy="212429"/>
                </a:xfrm>
              </p:grpSpPr>
              <p:sp>
                <p:nvSpPr>
                  <p:cNvPr id="1007" name="Forme libre : forme 1006">
                    <a:extLst>
                      <a:ext uri="{FF2B5EF4-FFF2-40B4-BE49-F238E27FC236}">
                        <a16:creationId xmlns:a16="http://schemas.microsoft.com/office/drawing/2014/main" id="{9BB66496-59D4-0E96-DB84-3D1DEF363C7F}"/>
                      </a:ext>
                    </a:extLst>
                  </p:cNvPr>
                  <p:cNvSpPr/>
                  <p:nvPr/>
                </p:nvSpPr>
                <p:spPr>
                  <a:xfrm>
                    <a:off x="758651" y="776790"/>
                    <a:ext cx="224847" cy="119013"/>
                  </a:xfrm>
                  <a:custGeom>
                    <a:avLst/>
                    <a:gdLst>
                      <a:gd name="connsiteX0" fmla="*/ 15 w 224847"/>
                      <a:gd name="connsiteY0" fmla="*/ 27716 h 119013"/>
                      <a:gd name="connsiteX1" fmla="*/ 11519 w 224847"/>
                      <a:gd name="connsiteY1" fmla="*/ 99242 h 119013"/>
                      <a:gd name="connsiteX2" fmla="*/ 37670 w 224847"/>
                      <a:gd name="connsiteY2" fmla="*/ 118838 h 119013"/>
                      <a:gd name="connsiteX3" fmla="*/ 209795 w 224847"/>
                      <a:gd name="connsiteY3" fmla="*/ 97842 h 119013"/>
                      <a:gd name="connsiteX4" fmla="*/ 224771 w 224847"/>
                      <a:gd name="connsiteY4" fmla="*/ 81346 h 119013"/>
                      <a:gd name="connsiteX5" fmla="*/ 216650 w 224847"/>
                      <a:gd name="connsiteY5" fmla="*/ 0 h 119013"/>
                      <a:gd name="connsiteX6" fmla="*/ 0 w 224847"/>
                      <a:gd name="connsiteY6" fmla="*/ 27716 h 1190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4847" h="119013">
                        <a:moveTo>
                          <a:pt x="15" y="27716"/>
                        </a:moveTo>
                        <a:lnTo>
                          <a:pt x="11519" y="99242"/>
                        </a:lnTo>
                        <a:cubicBezTo>
                          <a:pt x="13530" y="111715"/>
                          <a:pt x="25079" y="120372"/>
                          <a:pt x="37670" y="118838"/>
                        </a:cubicBezTo>
                        <a:lnTo>
                          <a:pt x="209795" y="97842"/>
                        </a:lnTo>
                        <a:cubicBezTo>
                          <a:pt x="218214" y="96813"/>
                          <a:pt x="224607" y="89780"/>
                          <a:pt x="224771" y="81346"/>
                        </a:cubicBezTo>
                        <a:cubicBezTo>
                          <a:pt x="225143" y="62868"/>
                          <a:pt x="224413" y="29966"/>
                          <a:pt x="216650" y="0"/>
                        </a:cubicBezTo>
                        <a:lnTo>
                          <a:pt x="0" y="27716"/>
                        </a:lnTo>
                        <a:close/>
                      </a:path>
                    </a:pathLst>
                  </a:custGeom>
                  <a:solidFill>
                    <a:srgbClr val="FFD040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8" name="Forme libre : forme 1007">
                    <a:extLst>
                      <a:ext uri="{FF2B5EF4-FFF2-40B4-BE49-F238E27FC236}">
                        <a16:creationId xmlns:a16="http://schemas.microsoft.com/office/drawing/2014/main" id="{3D5DA2AC-EECA-D30D-0B48-7B841F4B40E5}"/>
                      </a:ext>
                    </a:extLst>
                  </p:cNvPr>
                  <p:cNvSpPr/>
                  <p:nvPr/>
                </p:nvSpPr>
                <p:spPr>
                  <a:xfrm>
                    <a:off x="763434" y="777013"/>
                    <a:ext cx="215010" cy="113860"/>
                  </a:xfrm>
                  <a:custGeom>
                    <a:avLst/>
                    <a:gdLst>
                      <a:gd name="connsiteX0" fmla="*/ 37715 w 215010"/>
                      <a:gd name="connsiteY0" fmla="*/ 113861 h 113860"/>
                      <a:gd name="connsiteX1" fmla="*/ 37223 w 215010"/>
                      <a:gd name="connsiteY1" fmla="*/ 113428 h 113860"/>
                      <a:gd name="connsiteX2" fmla="*/ 37655 w 215010"/>
                      <a:gd name="connsiteY2" fmla="*/ 112877 h 113860"/>
                      <a:gd name="connsiteX3" fmla="*/ 41560 w 215010"/>
                      <a:gd name="connsiteY3" fmla="*/ 112400 h 113860"/>
                      <a:gd name="connsiteX4" fmla="*/ 42111 w 215010"/>
                      <a:gd name="connsiteY4" fmla="*/ 112832 h 113860"/>
                      <a:gd name="connsiteX5" fmla="*/ 41679 w 215010"/>
                      <a:gd name="connsiteY5" fmla="*/ 113384 h 113860"/>
                      <a:gd name="connsiteX6" fmla="*/ 37775 w 215010"/>
                      <a:gd name="connsiteY6" fmla="*/ 113861 h 113860"/>
                      <a:gd name="connsiteX7" fmla="*/ 37715 w 215010"/>
                      <a:gd name="connsiteY7" fmla="*/ 113861 h 113860"/>
                      <a:gd name="connsiteX8" fmla="*/ 28610 w 215010"/>
                      <a:gd name="connsiteY8" fmla="*/ 113637 h 113860"/>
                      <a:gd name="connsiteX9" fmla="*/ 28506 w 215010"/>
                      <a:gd name="connsiteY9" fmla="*/ 113637 h 113860"/>
                      <a:gd name="connsiteX10" fmla="*/ 24691 w 215010"/>
                      <a:gd name="connsiteY10" fmla="*/ 112415 h 113860"/>
                      <a:gd name="connsiteX11" fmla="*/ 24423 w 215010"/>
                      <a:gd name="connsiteY11" fmla="*/ 111774 h 113860"/>
                      <a:gd name="connsiteX12" fmla="*/ 25064 w 215010"/>
                      <a:gd name="connsiteY12" fmla="*/ 111506 h 113860"/>
                      <a:gd name="connsiteX13" fmla="*/ 28715 w 215010"/>
                      <a:gd name="connsiteY13" fmla="*/ 112683 h 113860"/>
                      <a:gd name="connsiteX14" fmla="*/ 29087 w 215010"/>
                      <a:gd name="connsiteY14" fmla="*/ 113265 h 113860"/>
                      <a:gd name="connsiteX15" fmla="*/ 28610 w 215010"/>
                      <a:gd name="connsiteY15" fmla="*/ 113652 h 113860"/>
                      <a:gd name="connsiteX16" fmla="*/ 50709 w 215010"/>
                      <a:gd name="connsiteY16" fmla="*/ 112281 h 113860"/>
                      <a:gd name="connsiteX17" fmla="*/ 50217 w 215010"/>
                      <a:gd name="connsiteY17" fmla="*/ 111849 h 113860"/>
                      <a:gd name="connsiteX18" fmla="*/ 50649 w 215010"/>
                      <a:gd name="connsiteY18" fmla="*/ 111298 h 113860"/>
                      <a:gd name="connsiteX19" fmla="*/ 54554 w 215010"/>
                      <a:gd name="connsiteY19" fmla="*/ 110821 h 113860"/>
                      <a:gd name="connsiteX20" fmla="*/ 55105 w 215010"/>
                      <a:gd name="connsiteY20" fmla="*/ 111253 h 113860"/>
                      <a:gd name="connsiteX21" fmla="*/ 54673 w 215010"/>
                      <a:gd name="connsiteY21" fmla="*/ 111804 h 113860"/>
                      <a:gd name="connsiteX22" fmla="*/ 50769 w 215010"/>
                      <a:gd name="connsiteY22" fmla="*/ 112281 h 113860"/>
                      <a:gd name="connsiteX23" fmla="*/ 50709 w 215010"/>
                      <a:gd name="connsiteY23" fmla="*/ 112281 h 113860"/>
                      <a:gd name="connsiteX24" fmla="*/ 63703 w 215010"/>
                      <a:gd name="connsiteY24" fmla="*/ 110701 h 113860"/>
                      <a:gd name="connsiteX25" fmla="*/ 63211 w 215010"/>
                      <a:gd name="connsiteY25" fmla="*/ 110269 h 113860"/>
                      <a:gd name="connsiteX26" fmla="*/ 63643 w 215010"/>
                      <a:gd name="connsiteY26" fmla="*/ 109718 h 113860"/>
                      <a:gd name="connsiteX27" fmla="*/ 67547 w 215010"/>
                      <a:gd name="connsiteY27" fmla="*/ 109241 h 113860"/>
                      <a:gd name="connsiteX28" fmla="*/ 68099 w 215010"/>
                      <a:gd name="connsiteY28" fmla="*/ 109673 h 113860"/>
                      <a:gd name="connsiteX29" fmla="*/ 67667 w 215010"/>
                      <a:gd name="connsiteY29" fmla="*/ 110225 h 113860"/>
                      <a:gd name="connsiteX30" fmla="*/ 63762 w 215010"/>
                      <a:gd name="connsiteY30" fmla="*/ 110701 h 113860"/>
                      <a:gd name="connsiteX31" fmla="*/ 63703 w 215010"/>
                      <a:gd name="connsiteY31" fmla="*/ 110701 h 113860"/>
                      <a:gd name="connsiteX32" fmla="*/ 76697 w 215010"/>
                      <a:gd name="connsiteY32" fmla="*/ 109122 h 113860"/>
                      <a:gd name="connsiteX33" fmla="*/ 76205 w 215010"/>
                      <a:gd name="connsiteY33" fmla="*/ 108690 h 113860"/>
                      <a:gd name="connsiteX34" fmla="*/ 76637 w 215010"/>
                      <a:gd name="connsiteY34" fmla="*/ 108139 h 113860"/>
                      <a:gd name="connsiteX35" fmla="*/ 80541 w 215010"/>
                      <a:gd name="connsiteY35" fmla="*/ 107662 h 113860"/>
                      <a:gd name="connsiteX36" fmla="*/ 81093 w 215010"/>
                      <a:gd name="connsiteY36" fmla="*/ 108094 h 113860"/>
                      <a:gd name="connsiteX37" fmla="*/ 80660 w 215010"/>
                      <a:gd name="connsiteY37" fmla="*/ 108645 h 113860"/>
                      <a:gd name="connsiteX38" fmla="*/ 76756 w 215010"/>
                      <a:gd name="connsiteY38" fmla="*/ 109122 h 113860"/>
                      <a:gd name="connsiteX39" fmla="*/ 76697 w 215010"/>
                      <a:gd name="connsiteY39" fmla="*/ 109122 h 113860"/>
                      <a:gd name="connsiteX40" fmla="*/ 89691 w 215010"/>
                      <a:gd name="connsiteY40" fmla="*/ 107542 h 113860"/>
                      <a:gd name="connsiteX41" fmla="*/ 89199 w 215010"/>
                      <a:gd name="connsiteY41" fmla="*/ 107110 h 113860"/>
                      <a:gd name="connsiteX42" fmla="*/ 89631 w 215010"/>
                      <a:gd name="connsiteY42" fmla="*/ 106559 h 113860"/>
                      <a:gd name="connsiteX43" fmla="*/ 93535 w 215010"/>
                      <a:gd name="connsiteY43" fmla="*/ 106082 h 113860"/>
                      <a:gd name="connsiteX44" fmla="*/ 94087 w 215010"/>
                      <a:gd name="connsiteY44" fmla="*/ 106514 h 113860"/>
                      <a:gd name="connsiteX45" fmla="*/ 93654 w 215010"/>
                      <a:gd name="connsiteY45" fmla="*/ 107066 h 113860"/>
                      <a:gd name="connsiteX46" fmla="*/ 89750 w 215010"/>
                      <a:gd name="connsiteY46" fmla="*/ 107542 h 113860"/>
                      <a:gd name="connsiteX47" fmla="*/ 89691 w 215010"/>
                      <a:gd name="connsiteY47" fmla="*/ 107542 h 113860"/>
                      <a:gd name="connsiteX48" fmla="*/ 17405 w 215010"/>
                      <a:gd name="connsiteY48" fmla="*/ 107304 h 113860"/>
                      <a:gd name="connsiteX49" fmla="*/ 17047 w 215010"/>
                      <a:gd name="connsiteY49" fmla="*/ 107155 h 113860"/>
                      <a:gd name="connsiteX50" fmla="*/ 14544 w 215010"/>
                      <a:gd name="connsiteY50" fmla="*/ 104041 h 113860"/>
                      <a:gd name="connsiteX51" fmla="*/ 14678 w 215010"/>
                      <a:gd name="connsiteY51" fmla="*/ 103355 h 113860"/>
                      <a:gd name="connsiteX52" fmla="*/ 15363 w 215010"/>
                      <a:gd name="connsiteY52" fmla="*/ 103489 h 113860"/>
                      <a:gd name="connsiteX53" fmla="*/ 17762 w 215010"/>
                      <a:gd name="connsiteY53" fmla="*/ 106470 h 113860"/>
                      <a:gd name="connsiteX54" fmla="*/ 17762 w 215010"/>
                      <a:gd name="connsiteY54" fmla="*/ 107170 h 113860"/>
                      <a:gd name="connsiteX55" fmla="*/ 17420 w 215010"/>
                      <a:gd name="connsiteY55" fmla="*/ 107304 h 113860"/>
                      <a:gd name="connsiteX56" fmla="*/ 102685 w 215010"/>
                      <a:gd name="connsiteY56" fmla="*/ 105963 h 113860"/>
                      <a:gd name="connsiteX57" fmla="*/ 102193 w 215010"/>
                      <a:gd name="connsiteY57" fmla="*/ 105531 h 113860"/>
                      <a:gd name="connsiteX58" fmla="*/ 102625 w 215010"/>
                      <a:gd name="connsiteY58" fmla="*/ 104979 h 113860"/>
                      <a:gd name="connsiteX59" fmla="*/ 106529 w 215010"/>
                      <a:gd name="connsiteY59" fmla="*/ 104503 h 113860"/>
                      <a:gd name="connsiteX60" fmla="*/ 107080 w 215010"/>
                      <a:gd name="connsiteY60" fmla="*/ 104935 h 113860"/>
                      <a:gd name="connsiteX61" fmla="*/ 106648 w 215010"/>
                      <a:gd name="connsiteY61" fmla="*/ 105486 h 113860"/>
                      <a:gd name="connsiteX62" fmla="*/ 102744 w 215010"/>
                      <a:gd name="connsiteY62" fmla="*/ 105963 h 113860"/>
                      <a:gd name="connsiteX63" fmla="*/ 102685 w 215010"/>
                      <a:gd name="connsiteY63" fmla="*/ 105963 h 113860"/>
                      <a:gd name="connsiteX64" fmla="*/ 115678 w 215010"/>
                      <a:gd name="connsiteY64" fmla="*/ 104383 h 113860"/>
                      <a:gd name="connsiteX65" fmla="*/ 115187 w 215010"/>
                      <a:gd name="connsiteY65" fmla="*/ 103951 h 113860"/>
                      <a:gd name="connsiteX66" fmla="*/ 115619 w 215010"/>
                      <a:gd name="connsiteY66" fmla="*/ 103400 h 113860"/>
                      <a:gd name="connsiteX67" fmla="*/ 119523 w 215010"/>
                      <a:gd name="connsiteY67" fmla="*/ 102923 h 113860"/>
                      <a:gd name="connsiteX68" fmla="*/ 120074 w 215010"/>
                      <a:gd name="connsiteY68" fmla="*/ 103355 h 113860"/>
                      <a:gd name="connsiteX69" fmla="*/ 119642 w 215010"/>
                      <a:gd name="connsiteY69" fmla="*/ 103907 h 113860"/>
                      <a:gd name="connsiteX70" fmla="*/ 115738 w 215010"/>
                      <a:gd name="connsiteY70" fmla="*/ 104383 h 113860"/>
                      <a:gd name="connsiteX71" fmla="*/ 115678 w 215010"/>
                      <a:gd name="connsiteY71" fmla="*/ 104383 h 113860"/>
                      <a:gd name="connsiteX72" fmla="*/ 128672 w 215010"/>
                      <a:gd name="connsiteY72" fmla="*/ 102804 h 113860"/>
                      <a:gd name="connsiteX73" fmla="*/ 128181 w 215010"/>
                      <a:gd name="connsiteY73" fmla="*/ 102372 h 113860"/>
                      <a:gd name="connsiteX74" fmla="*/ 128613 w 215010"/>
                      <a:gd name="connsiteY74" fmla="*/ 101820 h 113860"/>
                      <a:gd name="connsiteX75" fmla="*/ 132517 w 215010"/>
                      <a:gd name="connsiteY75" fmla="*/ 101344 h 113860"/>
                      <a:gd name="connsiteX76" fmla="*/ 133068 w 215010"/>
                      <a:gd name="connsiteY76" fmla="*/ 101776 h 113860"/>
                      <a:gd name="connsiteX77" fmla="*/ 132636 w 215010"/>
                      <a:gd name="connsiteY77" fmla="*/ 102327 h 113860"/>
                      <a:gd name="connsiteX78" fmla="*/ 128732 w 215010"/>
                      <a:gd name="connsiteY78" fmla="*/ 102804 h 113860"/>
                      <a:gd name="connsiteX79" fmla="*/ 128672 w 215010"/>
                      <a:gd name="connsiteY79" fmla="*/ 102804 h 113860"/>
                      <a:gd name="connsiteX80" fmla="*/ 141666 w 215010"/>
                      <a:gd name="connsiteY80" fmla="*/ 101224 h 113860"/>
                      <a:gd name="connsiteX81" fmla="*/ 141175 w 215010"/>
                      <a:gd name="connsiteY81" fmla="*/ 100792 h 113860"/>
                      <a:gd name="connsiteX82" fmla="*/ 141607 w 215010"/>
                      <a:gd name="connsiteY82" fmla="*/ 100241 h 113860"/>
                      <a:gd name="connsiteX83" fmla="*/ 145511 w 215010"/>
                      <a:gd name="connsiteY83" fmla="*/ 99764 h 113860"/>
                      <a:gd name="connsiteX84" fmla="*/ 146062 w 215010"/>
                      <a:gd name="connsiteY84" fmla="*/ 100196 h 113860"/>
                      <a:gd name="connsiteX85" fmla="*/ 145630 w 215010"/>
                      <a:gd name="connsiteY85" fmla="*/ 100747 h 113860"/>
                      <a:gd name="connsiteX86" fmla="*/ 141726 w 215010"/>
                      <a:gd name="connsiteY86" fmla="*/ 101224 h 113860"/>
                      <a:gd name="connsiteX87" fmla="*/ 141666 w 215010"/>
                      <a:gd name="connsiteY87" fmla="*/ 101224 h 113860"/>
                      <a:gd name="connsiteX88" fmla="*/ 154660 w 215010"/>
                      <a:gd name="connsiteY88" fmla="*/ 99645 h 113860"/>
                      <a:gd name="connsiteX89" fmla="*/ 154168 w 215010"/>
                      <a:gd name="connsiteY89" fmla="*/ 99213 h 113860"/>
                      <a:gd name="connsiteX90" fmla="*/ 154601 w 215010"/>
                      <a:gd name="connsiteY90" fmla="*/ 98661 h 113860"/>
                      <a:gd name="connsiteX91" fmla="*/ 158505 w 215010"/>
                      <a:gd name="connsiteY91" fmla="*/ 98184 h 113860"/>
                      <a:gd name="connsiteX92" fmla="*/ 159056 w 215010"/>
                      <a:gd name="connsiteY92" fmla="*/ 98617 h 113860"/>
                      <a:gd name="connsiteX93" fmla="*/ 158624 w 215010"/>
                      <a:gd name="connsiteY93" fmla="*/ 99168 h 113860"/>
                      <a:gd name="connsiteX94" fmla="*/ 154720 w 215010"/>
                      <a:gd name="connsiteY94" fmla="*/ 99645 h 113860"/>
                      <a:gd name="connsiteX95" fmla="*/ 154660 w 215010"/>
                      <a:gd name="connsiteY95" fmla="*/ 99645 h 113860"/>
                      <a:gd name="connsiteX96" fmla="*/ 167654 w 215010"/>
                      <a:gd name="connsiteY96" fmla="*/ 98065 h 113860"/>
                      <a:gd name="connsiteX97" fmla="*/ 167162 w 215010"/>
                      <a:gd name="connsiteY97" fmla="*/ 97633 h 113860"/>
                      <a:gd name="connsiteX98" fmla="*/ 167594 w 215010"/>
                      <a:gd name="connsiteY98" fmla="*/ 97082 h 113860"/>
                      <a:gd name="connsiteX99" fmla="*/ 171499 w 215010"/>
                      <a:gd name="connsiteY99" fmla="*/ 96605 h 113860"/>
                      <a:gd name="connsiteX100" fmla="*/ 172050 w 215010"/>
                      <a:gd name="connsiteY100" fmla="*/ 97037 h 113860"/>
                      <a:gd name="connsiteX101" fmla="*/ 171618 w 215010"/>
                      <a:gd name="connsiteY101" fmla="*/ 97588 h 113860"/>
                      <a:gd name="connsiteX102" fmla="*/ 167714 w 215010"/>
                      <a:gd name="connsiteY102" fmla="*/ 98065 h 113860"/>
                      <a:gd name="connsiteX103" fmla="*/ 167654 w 215010"/>
                      <a:gd name="connsiteY103" fmla="*/ 98065 h 113860"/>
                      <a:gd name="connsiteX104" fmla="*/ 180648 w 215010"/>
                      <a:gd name="connsiteY104" fmla="*/ 96486 h 113860"/>
                      <a:gd name="connsiteX105" fmla="*/ 180156 w 215010"/>
                      <a:gd name="connsiteY105" fmla="*/ 96054 h 113860"/>
                      <a:gd name="connsiteX106" fmla="*/ 180588 w 215010"/>
                      <a:gd name="connsiteY106" fmla="*/ 95502 h 113860"/>
                      <a:gd name="connsiteX107" fmla="*/ 184493 w 215010"/>
                      <a:gd name="connsiteY107" fmla="*/ 95025 h 113860"/>
                      <a:gd name="connsiteX108" fmla="*/ 185044 w 215010"/>
                      <a:gd name="connsiteY108" fmla="*/ 95458 h 113860"/>
                      <a:gd name="connsiteX109" fmla="*/ 184612 w 215010"/>
                      <a:gd name="connsiteY109" fmla="*/ 96009 h 113860"/>
                      <a:gd name="connsiteX110" fmla="*/ 180708 w 215010"/>
                      <a:gd name="connsiteY110" fmla="*/ 96486 h 113860"/>
                      <a:gd name="connsiteX111" fmla="*/ 180648 w 215010"/>
                      <a:gd name="connsiteY111" fmla="*/ 96486 h 113860"/>
                      <a:gd name="connsiteX112" fmla="*/ 11563 w 215010"/>
                      <a:gd name="connsiteY112" fmla="*/ 95845 h 113860"/>
                      <a:gd name="connsiteX113" fmla="*/ 11087 w 215010"/>
                      <a:gd name="connsiteY113" fmla="*/ 95443 h 113860"/>
                      <a:gd name="connsiteX114" fmla="*/ 10461 w 215010"/>
                      <a:gd name="connsiteY114" fmla="*/ 91568 h 113860"/>
                      <a:gd name="connsiteX115" fmla="*/ 10863 w 215010"/>
                      <a:gd name="connsiteY115" fmla="*/ 91002 h 113860"/>
                      <a:gd name="connsiteX116" fmla="*/ 11429 w 215010"/>
                      <a:gd name="connsiteY116" fmla="*/ 91404 h 113860"/>
                      <a:gd name="connsiteX117" fmla="*/ 12055 w 215010"/>
                      <a:gd name="connsiteY117" fmla="*/ 95279 h 113860"/>
                      <a:gd name="connsiteX118" fmla="*/ 11653 w 215010"/>
                      <a:gd name="connsiteY118" fmla="*/ 95845 h 113860"/>
                      <a:gd name="connsiteX119" fmla="*/ 11563 w 215010"/>
                      <a:gd name="connsiteY119" fmla="*/ 95845 h 113860"/>
                      <a:gd name="connsiteX120" fmla="*/ 193627 w 215010"/>
                      <a:gd name="connsiteY120" fmla="*/ 94906 h 113860"/>
                      <a:gd name="connsiteX121" fmla="*/ 193135 w 215010"/>
                      <a:gd name="connsiteY121" fmla="*/ 94474 h 113860"/>
                      <a:gd name="connsiteX122" fmla="*/ 193567 w 215010"/>
                      <a:gd name="connsiteY122" fmla="*/ 93923 h 113860"/>
                      <a:gd name="connsiteX123" fmla="*/ 197472 w 215010"/>
                      <a:gd name="connsiteY123" fmla="*/ 93446 h 113860"/>
                      <a:gd name="connsiteX124" fmla="*/ 198023 w 215010"/>
                      <a:gd name="connsiteY124" fmla="*/ 93878 h 113860"/>
                      <a:gd name="connsiteX125" fmla="*/ 197591 w 215010"/>
                      <a:gd name="connsiteY125" fmla="*/ 94429 h 113860"/>
                      <a:gd name="connsiteX126" fmla="*/ 193687 w 215010"/>
                      <a:gd name="connsiteY126" fmla="*/ 94906 h 113860"/>
                      <a:gd name="connsiteX127" fmla="*/ 193627 w 215010"/>
                      <a:gd name="connsiteY127" fmla="*/ 94906 h 113860"/>
                      <a:gd name="connsiteX128" fmla="*/ 206293 w 215010"/>
                      <a:gd name="connsiteY128" fmla="*/ 92090 h 113860"/>
                      <a:gd name="connsiteX129" fmla="*/ 205861 w 215010"/>
                      <a:gd name="connsiteY129" fmla="*/ 91837 h 113860"/>
                      <a:gd name="connsiteX130" fmla="*/ 206040 w 215010"/>
                      <a:gd name="connsiteY130" fmla="*/ 91166 h 113860"/>
                      <a:gd name="connsiteX131" fmla="*/ 209080 w 215010"/>
                      <a:gd name="connsiteY131" fmla="*/ 88901 h 113860"/>
                      <a:gd name="connsiteX132" fmla="*/ 209780 w 215010"/>
                      <a:gd name="connsiteY132" fmla="*/ 88916 h 113860"/>
                      <a:gd name="connsiteX133" fmla="*/ 209765 w 215010"/>
                      <a:gd name="connsiteY133" fmla="*/ 89616 h 113860"/>
                      <a:gd name="connsiteX134" fmla="*/ 206532 w 215010"/>
                      <a:gd name="connsiteY134" fmla="*/ 92030 h 113860"/>
                      <a:gd name="connsiteX135" fmla="*/ 206293 w 215010"/>
                      <a:gd name="connsiteY135" fmla="*/ 92090 h 113860"/>
                      <a:gd name="connsiteX136" fmla="*/ 9477 w 215010"/>
                      <a:gd name="connsiteY136" fmla="*/ 82941 h 113860"/>
                      <a:gd name="connsiteX137" fmla="*/ 9000 w 215010"/>
                      <a:gd name="connsiteY137" fmla="*/ 82523 h 113860"/>
                      <a:gd name="connsiteX138" fmla="*/ 8375 w 215010"/>
                      <a:gd name="connsiteY138" fmla="*/ 78649 h 113860"/>
                      <a:gd name="connsiteX139" fmla="*/ 8777 w 215010"/>
                      <a:gd name="connsiteY139" fmla="*/ 78083 h 113860"/>
                      <a:gd name="connsiteX140" fmla="*/ 9343 w 215010"/>
                      <a:gd name="connsiteY140" fmla="*/ 78485 h 113860"/>
                      <a:gd name="connsiteX141" fmla="*/ 9969 w 215010"/>
                      <a:gd name="connsiteY141" fmla="*/ 82359 h 113860"/>
                      <a:gd name="connsiteX142" fmla="*/ 9567 w 215010"/>
                      <a:gd name="connsiteY142" fmla="*/ 82926 h 113860"/>
                      <a:gd name="connsiteX143" fmla="*/ 9492 w 215010"/>
                      <a:gd name="connsiteY143" fmla="*/ 82926 h 113860"/>
                      <a:gd name="connsiteX144" fmla="*/ 213982 w 215010"/>
                      <a:gd name="connsiteY144" fmla="*/ 81942 h 113860"/>
                      <a:gd name="connsiteX145" fmla="*/ 213863 w 215010"/>
                      <a:gd name="connsiteY145" fmla="*/ 81927 h 113860"/>
                      <a:gd name="connsiteX146" fmla="*/ 213505 w 215010"/>
                      <a:gd name="connsiteY146" fmla="*/ 81331 h 113860"/>
                      <a:gd name="connsiteX147" fmla="*/ 213952 w 215010"/>
                      <a:gd name="connsiteY147" fmla="*/ 77904 h 113860"/>
                      <a:gd name="connsiteX148" fmla="*/ 213952 w 215010"/>
                      <a:gd name="connsiteY148" fmla="*/ 77546 h 113860"/>
                      <a:gd name="connsiteX149" fmla="*/ 214444 w 215010"/>
                      <a:gd name="connsiteY149" fmla="*/ 77054 h 113860"/>
                      <a:gd name="connsiteX150" fmla="*/ 214444 w 215010"/>
                      <a:gd name="connsiteY150" fmla="*/ 77054 h 113860"/>
                      <a:gd name="connsiteX151" fmla="*/ 214936 w 215010"/>
                      <a:gd name="connsiteY151" fmla="*/ 77546 h 113860"/>
                      <a:gd name="connsiteX152" fmla="*/ 214936 w 215010"/>
                      <a:gd name="connsiteY152" fmla="*/ 77904 h 113860"/>
                      <a:gd name="connsiteX153" fmla="*/ 214444 w 215010"/>
                      <a:gd name="connsiteY153" fmla="*/ 81540 h 113860"/>
                      <a:gd name="connsiteX154" fmla="*/ 213967 w 215010"/>
                      <a:gd name="connsiteY154" fmla="*/ 81912 h 113860"/>
                      <a:gd name="connsiteX155" fmla="*/ 7406 w 215010"/>
                      <a:gd name="connsiteY155" fmla="*/ 70021 h 113860"/>
                      <a:gd name="connsiteX156" fmla="*/ 6929 w 215010"/>
                      <a:gd name="connsiteY156" fmla="*/ 69604 h 113860"/>
                      <a:gd name="connsiteX157" fmla="*/ 6303 w 215010"/>
                      <a:gd name="connsiteY157" fmla="*/ 65729 h 113860"/>
                      <a:gd name="connsiteX158" fmla="*/ 6706 w 215010"/>
                      <a:gd name="connsiteY158" fmla="*/ 65163 h 113860"/>
                      <a:gd name="connsiteX159" fmla="*/ 7272 w 215010"/>
                      <a:gd name="connsiteY159" fmla="*/ 65566 h 113860"/>
                      <a:gd name="connsiteX160" fmla="*/ 7898 w 215010"/>
                      <a:gd name="connsiteY160" fmla="*/ 69440 h 113860"/>
                      <a:gd name="connsiteX161" fmla="*/ 7495 w 215010"/>
                      <a:gd name="connsiteY161" fmla="*/ 70006 h 113860"/>
                      <a:gd name="connsiteX162" fmla="*/ 7421 w 215010"/>
                      <a:gd name="connsiteY162" fmla="*/ 70006 h 113860"/>
                      <a:gd name="connsiteX163" fmla="*/ 214519 w 215010"/>
                      <a:gd name="connsiteY163" fmla="*/ 68903 h 113860"/>
                      <a:gd name="connsiteX164" fmla="*/ 214027 w 215010"/>
                      <a:gd name="connsiteY164" fmla="*/ 68412 h 113860"/>
                      <a:gd name="connsiteX165" fmla="*/ 213982 w 215010"/>
                      <a:gd name="connsiteY165" fmla="*/ 64493 h 113860"/>
                      <a:gd name="connsiteX166" fmla="*/ 214459 w 215010"/>
                      <a:gd name="connsiteY166" fmla="*/ 63986 h 113860"/>
                      <a:gd name="connsiteX167" fmla="*/ 214966 w 215010"/>
                      <a:gd name="connsiteY167" fmla="*/ 64463 h 113860"/>
                      <a:gd name="connsiteX168" fmla="*/ 215010 w 215010"/>
                      <a:gd name="connsiteY168" fmla="*/ 68397 h 113860"/>
                      <a:gd name="connsiteX169" fmla="*/ 214519 w 215010"/>
                      <a:gd name="connsiteY169" fmla="*/ 68889 h 113860"/>
                      <a:gd name="connsiteX170" fmla="*/ 214519 w 215010"/>
                      <a:gd name="connsiteY170" fmla="*/ 68889 h 113860"/>
                      <a:gd name="connsiteX171" fmla="*/ 5335 w 215010"/>
                      <a:gd name="connsiteY171" fmla="*/ 57102 h 113860"/>
                      <a:gd name="connsiteX172" fmla="*/ 4858 w 215010"/>
                      <a:gd name="connsiteY172" fmla="*/ 56684 h 113860"/>
                      <a:gd name="connsiteX173" fmla="*/ 4232 w 215010"/>
                      <a:gd name="connsiteY173" fmla="*/ 52810 h 113860"/>
                      <a:gd name="connsiteX174" fmla="*/ 4634 w 215010"/>
                      <a:gd name="connsiteY174" fmla="*/ 52244 h 113860"/>
                      <a:gd name="connsiteX175" fmla="*/ 5201 w 215010"/>
                      <a:gd name="connsiteY175" fmla="*/ 52646 h 113860"/>
                      <a:gd name="connsiteX176" fmla="*/ 5826 w 215010"/>
                      <a:gd name="connsiteY176" fmla="*/ 56520 h 113860"/>
                      <a:gd name="connsiteX177" fmla="*/ 5424 w 215010"/>
                      <a:gd name="connsiteY177" fmla="*/ 57087 h 113860"/>
                      <a:gd name="connsiteX178" fmla="*/ 5350 w 215010"/>
                      <a:gd name="connsiteY178" fmla="*/ 57087 h 113860"/>
                      <a:gd name="connsiteX179" fmla="*/ 214206 w 215010"/>
                      <a:gd name="connsiteY179" fmla="*/ 55805 h 113860"/>
                      <a:gd name="connsiteX180" fmla="*/ 213714 w 215010"/>
                      <a:gd name="connsiteY180" fmla="*/ 55328 h 113860"/>
                      <a:gd name="connsiteX181" fmla="*/ 213520 w 215010"/>
                      <a:gd name="connsiteY181" fmla="*/ 51409 h 113860"/>
                      <a:gd name="connsiteX182" fmla="*/ 213982 w 215010"/>
                      <a:gd name="connsiteY182" fmla="*/ 50888 h 113860"/>
                      <a:gd name="connsiteX183" fmla="*/ 214504 w 215010"/>
                      <a:gd name="connsiteY183" fmla="*/ 51350 h 113860"/>
                      <a:gd name="connsiteX184" fmla="*/ 214697 w 215010"/>
                      <a:gd name="connsiteY184" fmla="*/ 55284 h 113860"/>
                      <a:gd name="connsiteX185" fmla="*/ 214235 w 215010"/>
                      <a:gd name="connsiteY185" fmla="*/ 55790 h 113860"/>
                      <a:gd name="connsiteX186" fmla="*/ 214221 w 215010"/>
                      <a:gd name="connsiteY186" fmla="*/ 55790 h 113860"/>
                      <a:gd name="connsiteX187" fmla="*/ 3248 w 215010"/>
                      <a:gd name="connsiteY187" fmla="*/ 44182 h 113860"/>
                      <a:gd name="connsiteX188" fmla="*/ 2772 w 215010"/>
                      <a:gd name="connsiteY188" fmla="*/ 43765 h 113860"/>
                      <a:gd name="connsiteX189" fmla="*/ 2146 w 215010"/>
                      <a:gd name="connsiteY189" fmla="*/ 39891 h 113860"/>
                      <a:gd name="connsiteX190" fmla="*/ 2548 w 215010"/>
                      <a:gd name="connsiteY190" fmla="*/ 39324 h 113860"/>
                      <a:gd name="connsiteX191" fmla="*/ 3114 w 215010"/>
                      <a:gd name="connsiteY191" fmla="*/ 39727 h 113860"/>
                      <a:gd name="connsiteX192" fmla="*/ 3740 w 215010"/>
                      <a:gd name="connsiteY192" fmla="*/ 43601 h 113860"/>
                      <a:gd name="connsiteX193" fmla="*/ 3338 w 215010"/>
                      <a:gd name="connsiteY193" fmla="*/ 44167 h 113860"/>
                      <a:gd name="connsiteX194" fmla="*/ 3263 w 215010"/>
                      <a:gd name="connsiteY194" fmla="*/ 44167 h 113860"/>
                      <a:gd name="connsiteX195" fmla="*/ 213401 w 215010"/>
                      <a:gd name="connsiteY195" fmla="*/ 42752 h 113860"/>
                      <a:gd name="connsiteX196" fmla="*/ 212909 w 215010"/>
                      <a:gd name="connsiteY196" fmla="*/ 42305 h 113860"/>
                      <a:gd name="connsiteX197" fmla="*/ 212567 w 215010"/>
                      <a:gd name="connsiteY197" fmla="*/ 38401 h 113860"/>
                      <a:gd name="connsiteX198" fmla="*/ 213014 w 215010"/>
                      <a:gd name="connsiteY198" fmla="*/ 37864 h 113860"/>
                      <a:gd name="connsiteX199" fmla="*/ 213550 w 215010"/>
                      <a:gd name="connsiteY199" fmla="*/ 38311 h 113860"/>
                      <a:gd name="connsiteX200" fmla="*/ 213893 w 215010"/>
                      <a:gd name="connsiteY200" fmla="*/ 42230 h 113860"/>
                      <a:gd name="connsiteX201" fmla="*/ 213446 w 215010"/>
                      <a:gd name="connsiteY201" fmla="*/ 42752 h 113860"/>
                      <a:gd name="connsiteX202" fmla="*/ 213401 w 215010"/>
                      <a:gd name="connsiteY202" fmla="*/ 42752 h 113860"/>
                      <a:gd name="connsiteX203" fmla="*/ 1177 w 215010"/>
                      <a:gd name="connsiteY203" fmla="*/ 31263 h 113860"/>
                      <a:gd name="connsiteX204" fmla="*/ 700 w 215010"/>
                      <a:gd name="connsiteY204" fmla="*/ 30846 h 113860"/>
                      <a:gd name="connsiteX205" fmla="*/ 0 w 215010"/>
                      <a:gd name="connsiteY205" fmla="*/ 26465 h 113860"/>
                      <a:gd name="connsiteX206" fmla="*/ 2027 w 215010"/>
                      <a:gd name="connsiteY206" fmla="*/ 26211 h 113860"/>
                      <a:gd name="connsiteX207" fmla="*/ 2578 w 215010"/>
                      <a:gd name="connsiteY207" fmla="*/ 26629 h 113860"/>
                      <a:gd name="connsiteX208" fmla="*/ 2161 w 215010"/>
                      <a:gd name="connsiteY208" fmla="*/ 27180 h 113860"/>
                      <a:gd name="connsiteX209" fmla="*/ 1147 w 215010"/>
                      <a:gd name="connsiteY209" fmla="*/ 27314 h 113860"/>
                      <a:gd name="connsiteX210" fmla="*/ 1684 w 215010"/>
                      <a:gd name="connsiteY210" fmla="*/ 30697 h 113860"/>
                      <a:gd name="connsiteX211" fmla="*/ 1281 w 215010"/>
                      <a:gd name="connsiteY211" fmla="*/ 31263 h 113860"/>
                      <a:gd name="connsiteX212" fmla="*/ 1207 w 215010"/>
                      <a:gd name="connsiteY212" fmla="*/ 31263 h 113860"/>
                      <a:gd name="connsiteX213" fmla="*/ 212075 w 215010"/>
                      <a:gd name="connsiteY213" fmla="*/ 29728 h 113860"/>
                      <a:gd name="connsiteX214" fmla="*/ 211583 w 215010"/>
                      <a:gd name="connsiteY214" fmla="*/ 29296 h 113860"/>
                      <a:gd name="connsiteX215" fmla="*/ 211076 w 215010"/>
                      <a:gd name="connsiteY215" fmla="*/ 25407 h 113860"/>
                      <a:gd name="connsiteX216" fmla="*/ 211494 w 215010"/>
                      <a:gd name="connsiteY216" fmla="*/ 24855 h 113860"/>
                      <a:gd name="connsiteX217" fmla="*/ 212045 w 215010"/>
                      <a:gd name="connsiteY217" fmla="*/ 25273 h 113860"/>
                      <a:gd name="connsiteX218" fmla="*/ 212567 w 215010"/>
                      <a:gd name="connsiteY218" fmla="*/ 29177 h 113860"/>
                      <a:gd name="connsiteX219" fmla="*/ 212134 w 215010"/>
                      <a:gd name="connsiteY219" fmla="*/ 29728 h 113860"/>
                      <a:gd name="connsiteX220" fmla="*/ 212075 w 215010"/>
                      <a:gd name="connsiteY220" fmla="*/ 29728 h 113860"/>
                      <a:gd name="connsiteX221" fmla="*/ 11161 w 215010"/>
                      <a:gd name="connsiteY221" fmla="*/ 26033 h 113860"/>
                      <a:gd name="connsiteX222" fmla="*/ 10669 w 215010"/>
                      <a:gd name="connsiteY222" fmla="*/ 25600 h 113860"/>
                      <a:gd name="connsiteX223" fmla="*/ 11087 w 215010"/>
                      <a:gd name="connsiteY223" fmla="*/ 25049 h 113860"/>
                      <a:gd name="connsiteX224" fmla="*/ 14976 w 215010"/>
                      <a:gd name="connsiteY224" fmla="*/ 24557 h 113860"/>
                      <a:gd name="connsiteX225" fmla="*/ 15527 w 215010"/>
                      <a:gd name="connsiteY225" fmla="*/ 24975 h 113860"/>
                      <a:gd name="connsiteX226" fmla="*/ 15110 w 215010"/>
                      <a:gd name="connsiteY226" fmla="*/ 25526 h 113860"/>
                      <a:gd name="connsiteX227" fmla="*/ 11221 w 215010"/>
                      <a:gd name="connsiteY227" fmla="*/ 26018 h 113860"/>
                      <a:gd name="connsiteX228" fmla="*/ 11161 w 215010"/>
                      <a:gd name="connsiteY228" fmla="*/ 26018 h 113860"/>
                      <a:gd name="connsiteX229" fmla="*/ 24140 w 215010"/>
                      <a:gd name="connsiteY229" fmla="*/ 24378 h 113860"/>
                      <a:gd name="connsiteX230" fmla="*/ 23648 w 215010"/>
                      <a:gd name="connsiteY230" fmla="*/ 23946 h 113860"/>
                      <a:gd name="connsiteX231" fmla="*/ 24065 w 215010"/>
                      <a:gd name="connsiteY231" fmla="*/ 23395 h 113860"/>
                      <a:gd name="connsiteX232" fmla="*/ 27955 w 215010"/>
                      <a:gd name="connsiteY232" fmla="*/ 22903 h 113860"/>
                      <a:gd name="connsiteX233" fmla="*/ 28506 w 215010"/>
                      <a:gd name="connsiteY233" fmla="*/ 23321 h 113860"/>
                      <a:gd name="connsiteX234" fmla="*/ 28089 w 215010"/>
                      <a:gd name="connsiteY234" fmla="*/ 23872 h 113860"/>
                      <a:gd name="connsiteX235" fmla="*/ 24200 w 215010"/>
                      <a:gd name="connsiteY235" fmla="*/ 24364 h 113860"/>
                      <a:gd name="connsiteX236" fmla="*/ 24140 w 215010"/>
                      <a:gd name="connsiteY236" fmla="*/ 24364 h 113860"/>
                      <a:gd name="connsiteX237" fmla="*/ 37119 w 215010"/>
                      <a:gd name="connsiteY237" fmla="*/ 22710 h 113860"/>
                      <a:gd name="connsiteX238" fmla="*/ 36627 w 215010"/>
                      <a:gd name="connsiteY238" fmla="*/ 22277 h 113860"/>
                      <a:gd name="connsiteX239" fmla="*/ 37045 w 215010"/>
                      <a:gd name="connsiteY239" fmla="*/ 21726 h 113860"/>
                      <a:gd name="connsiteX240" fmla="*/ 40934 w 215010"/>
                      <a:gd name="connsiteY240" fmla="*/ 21234 h 113860"/>
                      <a:gd name="connsiteX241" fmla="*/ 41485 w 215010"/>
                      <a:gd name="connsiteY241" fmla="*/ 21652 h 113860"/>
                      <a:gd name="connsiteX242" fmla="*/ 41068 w 215010"/>
                      <a:gd name="connsiteY242" fmla="*/ 22203 h 113860"/>
                      <a:gd name="connsiteX243" fmla="*/ 37179 w 215010"/>
                      <a:gd name="connsiteY243" fmla="*/ 22695 h 113860"/>
                      <a:gd name="connsiteX244" fmla="*/ 37119 w 215010"/>
                      <a:gd name="connsiteY244" fmla="*/ 22695 h 113860"/>
                      <a:gd name="connsiteX245" fmla="*/ 50098 w 215010"/>
                      <a:gd name="connsiteY245" fmla="*/ 21055 h 113860"/>
                      <a:gd name="connsiteX246" fmla="*/ 49606 w 215010"/>
                      <a:gd name="connsiteY246" fmla="*/ 20623 h 113860"/>
                      <a:gd name="connsiteX247" fmla="*/ 50023 w 215010"/>
                      <a:gd name="connsiteY247" fmla="*/ 20072 h 113860"/>
                      <a:gd name="connsiteX248" fmla="*/ 53913 w 215010"/>
                      <a:gd name="connsiteY248" fmla="*/ 19580 h 113860"/>
                      <a:gd name="connsiteX249" fmla="*/ 54464 w 215010"/>
                      <a:gd name="connsiteY249" fmla="*/ 19997 h 113860"/>
                      <a:gd name="connsiteX250" fmla="*/ 54047 w 215010"/>
                      <a:gd name="connsiteY250" fmla="*/ 20549 h 113860"/>
                      <a:gd name="connsiteX251" fmla="*/ 50158 w 215010"/>
                      <a:gd name="connsiteY251" fmla="*/ 21041 h 113860"/>
                      <a:gd name="connsiteX252" fmla="*/ 50098 w 215010"/>
                      <a:gd name="connsiteY252" fmla="*/ 21041 h 113860"/>
                      <a:gd name="connsiteX253" fmla="*/ 63077 w 215010"/>
                      <a:gd name="connsiteY253" fmla="*/ 19387 h 113860"/>
                      <a:gd name="connsiteX254" fmla="*/ 62585 w 215010"/>
                      <a:gd name="connsiteY254" fmla="*/ 18954 h 113860"/>
                      <a:gd name="connsiteX255" fmla="*/ 63003 w 215010"/>
                      <a:gd name="connsiteY255" fmla="*/ 18403 h 113860"/>
                      <a:gd name="connsiteX256" fmla="*/ 66892 w 215010"/>
                      <a:gd name="connsiteY256" fmla="*/ 17911 h 113860"/>
                      <a:gd name="connsiteX257" fmla="*/ 67443 w 215010"/>
                      <a:gd name="connsiteY257" fmla="*/ 18329 h 113860"/>
                      <a:gd name="connsiteX258" fmla="*/ 67026 w 215010"/>
                      <a:gd name="connsiteY258" fmla="*/ 18880 h 113860"/>
                      <a:gd name="connsiteX259" fmla="*/ 63137 w 215010"/>
                      <a:gd name="connsiteY259" fmla="*/ 19372 h 113860"/>
                      <a:gd name="connsiteX260" fmla="*/ 63077 w 215010"/>
                      <a:gd name="connsiteY260" fmla="*/ 19372 h 113860"/>
                      <a:gd name="connsiteX261" fmla="*/ 76056 w 215010"/>
                      <a:gd name="connsiteY261" fmla="*/ 17733 h 113860"/>
                      <a:gd name="connsiteX262" fmla="*/ 75564 w 215010"/>
                      <a:gd name="connsiteY262" fmla="*/ 17300 h 113860"/>
                      <a:gd name="connsiteX263" fmla="*/ 75982 w 215010"/>
                      <a:gd name="connsiteY263" fmla="*/ 16749 h 113860"/>
                      <a:gd name="connsiteX264" fmla="*/ 79871 w 215010"/>
                      <a:gd name="connsiteY264" fmla="*/ 16257 h 113860"/>
                      <a:gd name="connsiteX265" fmla="*/ 80422 w 215010"/>
                      <a:gd name="connsiteY265" fmla="*/ 16675 h 113860"/>
                      <a:gd name="connsiteX266" fmla="*/ 80005 w 215010"/>
                      <a:gd name="connsiteY266" fmla="*/ 17226 h 113860"/>
                      <a:gd name="connsiteX267" fmla="*/ 76116 w 215010"/>
                      <a:gd name="connsiteY267" fmla="*/ 17718 h 113860"/>
                      <a:gd name="connsiteX268" fmla="*/ 76056 w 215010"/>
                      <a:gd name="connsiteY268" fmla="*/ 17718 h 113860"/>
                      <a:gd name="connsiteX269" fmla="*/ 210123 w 215010"/>
                      <a:gd name="connsiteY269" fmla="*/ 16794 h 113860"/>
                      <a:gd name="connsiteX270" fmla="*/ 209646 w 215010"/>
                      <a:gd name="connsiteY270" fmla="*/ 16391 h 113860"/>
                      <a:gd name="connsiteX271" fmla="*/ 208931 w 215010"/>
                      <a:gd name="connsiteY271" fmla="*/ 12547 h 113860"/>
                      <a:gd name="connsiteX272" fmla="*/ 209318 w 215010"/>
                      <a:gd name="connsiteY272" fmla="*/ 11966 h 113860"/>
                      <a:gd name="connsiteX273" fmla="*/ 209899 w 215010"/>
                      <a:gd name="connsiteY273" fmla="*/ 12353 h 113860"/>
                      <a:gd name="connsiteX274" fmla="*/ 210614 w 215010"/>
                      <a:gd name="connsiteY274" fmla="*/ 16228 h 113860"/>
                      <a:gd name="connsiteX275" fmla="*/ 210212 w 215010"/>
                      <a:gd name="connsiteY275" fmla="*/ 16794 h 113860"/>
                      <a:gd name="connsiteX276" fmla="*/ 210123 w 215010"/>
                      <a:gd name="connsiteY276" fmla="*/ 16794 h 113860"/>
                      <a:gd name="connsiteX277" fmla="*/ 89035 w 215010"/>
                      <a:gd name="connsiteY277" fmla="*/ 16078 h 113860"/>
                      <a:gd name="connsiteX278" fmla="*/ 88543 w 215010"/>
                      <a:gd name="connsiteY278" fmla="*/ 15646 h 113860"/>
                      <a:gd name="connsiteX279" fmla="*/ 88960 w 215010"/>
                      <a:gd name="connsiteY279" fmla="*/ 15095 h 113860"/>
                      <a:gd name="connsiteX280" fmla="*/ 92850 w 215010"/>
                      <a:gd name="connsiteY280" fmla="*/ 14603 h 113860"/>
                      <a:gd name="connsiteX281" fmla="*/ 93401 w 215010"/>
                      <a:gd name="connsiteY281" fmla="*/ 15021 h 113860"/>
                      <a:gd name="connsiteX282" fmla="*/ 92984 w 215010"/>
                      <a:gd name="connsiteY282" fmla="*/ 15572 h 113860"/>
                      <a:gd name="connsiteX283" fmla="*/ 89095 w 215010"/>
                      <a:gd name="connsiteY283" fmla="*/ 16064 h 113860"/>
                      <a:gd name="connsiteX284" fmla="*/ 89035 w 215010"/>
                      <a:gd name="connsiteY284" fmla="*/ 16064 h 113860"/>
                      <a:gd name="connsiteX285" fmla="*/ 102014 w 215010"/>
                      <a:gd name="connsiteY285" fmla="*/ 14424 h 113860"/>
                      <a:gd name="connsiteX286" fmla="*/ 101522 w 215010"/>
                      <a:gd name="connsiteY286" fmla="*/ 13992 h 113860"/>
                      <a:gd name="connsiteX287" fmla="*/ 101940 w 215010"/>
                      <a:gd name="connsiteY287" fmla="*/ 13441 h 113860"/>
                      <a:gd name="connsiteX288" fmla="*/ 105829 w 215010"/>
                      <a:gd name="connsiteY288" fmla="*/ 12949 h 113860"/>
                      <a:gd name="connsiteX289" fmla="*/ 106380 w 215010"/>
                      <a:gd name="connsiteY289" fmla="*/ 13366 h 113860"/>
                      <a:gd name="connsiteX290" fmla="*/ 105963 w 215010"/>
                      <a:gd name="connsiteY290" fmla="*/ 13918 h 113860"/>
                      <a:gd name="connsiteX291" fmla="*/ 102074 w 215010"/>
                      <a:gd name="connsiteY291" fmla="*/ 14409 h 113860"/>
                      <a:gd name="connsiteX292" fmla="*/ 102014 w 215010"/>
                      <a:gd name="connsiteY292" fmla="*/ 14409 h 113860"/>
                      <a:gd name="connsiteX293" fmla="*/ 114993 w 215010"/>
                      <a:gd name="connsiteY293" fmla="*/ 12755 h 113860"/>
                      <a:gd name="connsiteX294" fmla="*/ 114501 w 215010"/>
                      <a:gd name="connsiteY294" fmla="*/ 12323 h 113860"/>
                      <a:gd name="connsiteX295" fmla="*/ 114919 w 215010"/>
                      <a:gd name="connsiteY295" fmla="*/ 11772 h 113860"/>
                      <a:gd name="connsiteX296" fmla="*/ 118808 w 215010"/>
                      <a:gd name="connsiteY296" fmla="*/ 11280 h 113860"/>
                      <a:gd name="connsiteX297" fmla="*/ 119359 w 215010"/>
                      <a:gd name="connsiteY297" fmla="*/ 11698 h 113860"/>
                      <a:gd name="connsiteX298" fmla="*/ 118942 w 215010"/>
                      <a:gd name="connsiteY298" fmla="*/ 12249 h 113860"/>
                      <a:gd name="connsiteX299" fmla="*/ 115053 w 215010"/>
                      <a:gd name="connsiteY299" fmla="*/ 12741 h 113860"/>
                      <a:gd name="connsiteX300" fmla="*/ 114993 w 215010"/>
                      <a:gd name="connsiteY300" fmla="*/ 12741 h 113860"/>
                      <a:gd name="connsiteX301" fmla="*/ 127972 w 215010"/>
                      <a:gd name="connsiteY301" fmla="*/ 11101 h 113860"/>
                      <a:gd name="connsiteX302" fmla="*/ 127480 w 215010"/>
                      <a:gd name="connsiteY302" fmla="*/ 10669 h 113860"/>
                      <a:gd name="connsiteX303" fmla="*/ 127898 w 215010"/>
                      <a:gd name="connsiteY303" fmla="*/ 10118 h 113860"/>
                      <a:gd name="connsiteX304" fmla="*/ 131787 w 215010"/>
                      <a:gd name="connsiteY304" fmla="*/ 9626 h 113860"/>
                      <a:gd name="connsiteX305" fmla="*/ 132338 w 215010"/>
                      <a:gd name="connsiteY305" fmla="*/ 10043 h 113860"/>
                      <a:gd name="connsiteX306" fmla="*/ 131921 w 215010"/>
                      <a:gd name="connsiteY306" fmla="*/ 10595 h 113860"/>
                      <a:gd name="connsiteX307" fmla="*/ 128032 w 215010"/>
                      <a:gd name="connsiteY307" fmla="*/ 11087 h 113860"/>
                      <a:gd name="connsiteX308" fmla="*/ 127972 w 215010"/>
                      <a:gd name="connsiteY308" fmla="*/ 11087 h 113860"/>
                      <a:gd name="connsiteX309" fmla="*/ 140951 w 215010"/>
                      <a:gd name="connsiteY309" fmla="*/ 9433 h 113860"/>
                      <a:gd name="connsiteX310" fmla="*/ 140459 w 215010"/>
                      <a:gd name="connsiteY310" fmla="*/ 9000 h 113860"/>
                      <a:gd name="connsiteX311" fmla="*/ 140877 w 215010"/>
                      <a:gd name="connsiteY311" fmla="*/ 8449 h 113860"/>
                      <a:gd name="connsiteX312" fmla="*/ 144766 w 215010"/>
                      <a:gd name="connsiteY312" fmla="*/ 7957 h 113860"/>
                      <a:gd name="connsiteX313" fmla="*/ 145317 w 215010"/>
                      <a:gd name="connsiteY313" fmla="*/ 8375 h 113860"/>
                      <a:gd name="connsiteX314" fmla="*/ 144900 w 215010"/>
                      <a:gd name="connsiteY314" fmla="*/ 8926 h 113860"/>
                      <a:gd name="connsiteX315" fmla="*/ 141011 w 215010"/>
                      <a:gd name="connsiteY315" fmla="*/ 9418 h 113860"/>
                      <a:gd name="connsiteX316" fmla="*/ 140951 w 215010"/>
                      <a:gd name="connsiteY316" fmla="*/ 9418 h 113860"/>
                      <a:gd name="connsiteX317" fmla="*/ 153930 w 215010"/>
                      <a:gd name="connsiteY317" fmla="*/ 7779 h 113860"/>
                      <a:gd name="connsiteX318" fmla="*/ 153438 w 215010"/>
                      <a:gd name="connsiteY318" fmla="*/ 7346 h 113860"/>
                      <a:gd name="connsiteX319" fmla="*/ 153856 w 215010"/>
                      <a:gd name="connsiteY319" fmla="*/ 6795 h 113860"/>
                      <a:gd name="connsiteX320" fmla="*/ 157745 w 215010"/>
                      <a:gd name="connsiteY320" fmla="*/ 6303 h 113860"/>
                      <a:gd name="connsiteX321" fmla="*/ 158296 w 215010"/>
                      <a:gd name="connsiteY321" fmla="*/ 6720 h 113860"/>
                      <a:gd name="connsiteX322" fmla="*/ 157879 w 215010"/>
                      <a:gd name="connsiteY322" fmla="*/ 7272 h 113860"/>
                      <a:gd name="connsiteX323" fmla="*/ 153990 w 215010"/>
                      <a:gd name="connsiteY323" fmla="*/ 7764 h 113860"/>
                      <a:gd name="connsiteX324" fmla="*/ 153930 w 215010"/>
                      <a:gd name="connsiteY324" fmla="*/ 7764 h 113860"/>
                      <a:gd name="connsiteX325" fmla="*/ 166909 w 215010"/>
                      <a:gd name="connsiteY325" fmla="*/ 6110 h 113860"/>
                      <a:gd name="connsiteX326" fmla="*/ 166417 w 215010"/>
                      <a:gd name="connsiteY326" fmla="*/ 5677 h 113860"/>
                      <a:gd name="connsiteX327" fmla="*/ 166835 w 215010"/>
                      <a:gd name="connsiteY327" fmla="*/ 5126 h 113860"/>
                      <a:gd name="connsiteX328" fmla="*/ 170724 w 215010"/>
                      <a:gd name="connsiteY328" fmla="*/ 4634 h 113860"/>
                      <a:gd name="connsiteX329" fmla="*/ 171275 w 215010"/>
                      <a:gd name="connsiteY329" fmla="*/ 5052 h 113860"/>
                      <a:gd name="connsiteX330" fmla="*/ 170858 w 215010"/>
                      <a:gd name="connsiteY330" fmla="*/ 5603 h 113860"/>
                      <a:gd name="connsiteX331" fmla="*/ 166969 w 215010"/>
                      <a:gd name="connsiteY331" fmla="*/ 6095 h 113860"/>
                      <a:gd name="connsiteX332" fmla="*/ 166909 w 215010"/>
                      <a:gd name="connsiteY332" fmla="*/ 6095 h 113860"/>
                      <a:gd name="connsiteX333" fmla="*/ 179888 w 215010"/>
                      <a:gd name="connsiteY333" fmla="*/ 4455 h 113860"/>
                      <a:gd name="connsiteX334" fmla="*/ 179396 w 215010"/>
                      <a:gd name="connsiteY334" fmla="*/ 4023 h 113860"/>
                      <a:gd name="connsiteX335" fmla="*/ 179814 w 215010"/>
                      <a:gd name="connsiteY335" fmla="*/ 3472 h 113860"/>
                      <a:gd name="connsiteX336" fmla="*/ 183703 w 215010"/>
                      <a:gd name="connsiteY336" fmla="*/ 2980 h 113860"/>
                      <a:gd name="connsiteX337" fmla="*/ 184254 w 215010"/>
                      <a:gd name="connsiteY337" fmla="*/ 3398 h 113860"/>
                      <a:gd name="connsiteX338" fmla="*/ 183837 w 215010"/>
                      <a:gd name="connsiteY338" fmla="*/ 3949 h 113860"/>
                      <a:gd name="connsiteX339" fmla="*/ 179948 w 215010"/>
                      <a:gd name="connsiteY339" fmla="*/ 4441 h 113860"/>
                      <a:gd name="connsiteX340" fmla="*/ 179888 w 215010"/>
                      <a:gd name="connsiteY340" fmla="*/ 4441 h 113860"/>
                      <a:gd name="connsiteX341" fmla="*/ 207455 w 215010"/>
                      <a:gd name="connsiteY341" fmla="*/ 3994 h 113860"/>
                      <a:gd name="connsiteX342" fmla="*/ 206979 w 215010"/>
                      <a:gd name="connsiteY342" fmla="*/ 3621 h 113860"/>
                      <a:gd name="connsiteX343" fmla="*/ 206353 w 215010"/>
                      <a:gd name="connsiteY343" fmla="*/ 1073 h 113860"/>
                      <a:gd name="connsiteX344" fmla="*/ 205921 w 215010"/>
                      <a:gd name="connsiteY344" fmla="*/ 1133 h 113860"/>
                      <a:gd name="connsiteX345" fmla="*/ 205369 w 215010"/>
                      <a:gd name="connsiteY345" fmla="*/ 715 h 113860"/>
                      <a:gd name="connsiteX346" fmla="*/ 205786 w 215010"/>
                      <a:gd name="connsiteY346" fmla="*/ 164 h 113860"/>
                      <a:gd name="connsiteX347" fmla="*/ 207083 w 215010"/>
                      <a:gd name="connsiteY347" fmla="*/ 0 h 113860"/>
                      <a:gd name="connsiteX348" fmla="*/ 207187 w 215010"/>
                      <a:gd name="connsiteY348" fmla="*/ 417 h 113860"/>
                      <a:gd name="connsiteX349" fmla="*/ 207932 w 215010"/>
                      <a:gd name="connsiteY349" fmla="*/ 3398 h 113860"/>
                      <a:gd name="connsiteX350" fmla="*/ 207575 w 215010"/>
                      <a:gd name="connsiteY350" fmla="*/ 3994 h 113860"/>
                      <a:gd name="connsiteX351" fmla="*/ 207455 w 215010"/>
                      <a:gd name="connsiteY351" fmla="*/ 3994 h 113860"/>
                      <a:gd name="connsiteX352" fmla="*/ 192867 w 215010"/>
                      <a:gd name="connsiteY352" fmla="*/ 2801 h 113860"/>
                      <a:gd name="connsiteX353" fmla="*/ 192375 w 215010"/>
                      <a:gd name="connsiteY353" fmla="*/ 2369 h 113860"/>
                      <a:gd name="connsiteX354" fmla="*/ 192792 w 215010"/>
                      <a:gd name="connsiteY354" fmla="*/ 1818 h 113860"/>
                      <a:gd name="connsiteX355" fmla="*/ 196682 w 215010"/>
                      <a:gd name="connsiteY355" fmla="*/ 1326 h 113860"/>
                      <a:gd name="connsiteX356" fmla="*/ 197233 w 215010"/>
                      <a:gd name="connsiteY356" fmla="*/ 1743 h 113860"/>
                      <a:gd name="connsiteX357" fmla="*/ 196816 w 215010"/>
                      <a:gd name="connsiteY357" fmla="*/ 2295 h 113860"/>
                      <a:gd name="connsiteX358" fmla="*/ 192927 w 215010"/>
                      <a:gd name="connsiteY358" fmla="*/ 2787 h 113860"/>
                      <a:gd name="connsiteX359" fmla="*/ 192867 w 215010"/>
                      <a:gd name="connsiteY359" fmla="*/ 2787 h 1138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  <a:cxn ang="0">
                        <a:pos x="connsiteX284" y="connsiteY284"/>
                      </a:cxn>
                      <a:cxn ang="0">
                        <a:pos x="connsiteX285" y="connsiteY285"/>
                      </a:cxn>
                      <a:cxn ang="0">
                        <a:pos x="connsiteX286" y="connsiteY286"/>
                      </a:cxn>
                      <a:cxn ang="0">
                        <a:pos x="connsiteX287" y="connsiteY287"/>
                      </a:cxn>
                      <a:cxn ang="0">
                        <a:pos x="connsiteX288" y="connsiteY288"/>
                      </a:cxn>
                      <a:cxn ang="0">
                        <a:pos x="connsiteX289" y="connsiteY289"/>
                      </a:cxn>
                      <a:cxn ang="0">
                        <a:pos x="connsiteX290" y="connsiteY290"/>
                      </a:cxn>
                      <a:cxn ang="0">
                        <a:pos x="connsiteX291" y="connsiteY291"/>
                      </a:cxn>
                      <a:cxn ang="0">
                        <a:pos x="connsiteX292" y="connsiteY292"/>
                      </a:cxn>
                      <a:cxn ang="0">
                        <a:pos x="connsiteX293" y="connsiteY293"/>
                      </a:cxn>
                      <a:cxn ang="0">
                        <a:pos x="connsiteX294" y="connsiteY294"/>
                      </a:cxn>
                      <a:cxn ang="0">
                        <a:pos x="connsiteX295" y="connsiteY295"/>
                      </a:cxn>
                      <a:cxn ang="0">
                        <a:pos x="connsiteX296" y="connsiteY296"/>
                      </a:cxn>
                      <a:cxn ang="0">
                        <a:pos x="connsiteX297" y="connsiteY297"/>
                      </a:cxn>
                      <a:cxn ang="0">
                        <a:pos x="connsiteX298" y="connsiteY298"/>
                      </a:cxn>
                      <a:cxn ang="0">
                        <a:pos x="connsiteX299" y="connsiteY299"/>
                      </a:cxn>
                      <a:cxn ang="0">
                        <a:pos x="connsiteX300" y="connsiteY300"/>
                      </a:cxn>
                      <a:cxn ang="0">
                        <a:pos x="connsiteX301" y="connsiteY301"/>
                      </a:cxn>
                      <a:cxn ang="0">
                        <a:pos x="connsiteX302" y="connsiteY302"/>
                      </a:cxn>
                      <a:cxn ang="0">
                        <a:pos x="connsiteX303" y="connsiteY303"/>
                      </a:cxn>
                      <a:cxn ang="0">
                        <a:pos x="connsiteX304" y="connsiteY304"/>
                      </a:cxn>
                      <a:cxn ang="0">
                        <a:pos x="connsiteX305" y="connsiteY305"/>
                      </a:cxn>
                      <a:cxn ang="0">
                        <a:pos x="connsiteX306" y="connsiteY306"/>
                      </a:cxn>
                      <a:cxn ang="0">
                        <a:pos x="connsiteX307" y="connsiteY307"/>
                      </a:cxn>
                      <a:cxn ang="0">
                        <a:pos x="connsiteX308" y="connsiteY308"/>
                      </a:cxn>
                      <a:cxn ang="0">
                        <a:pos x="connsiteX309" y="connsiteY309"/>
                      </a:cxn>
                      <a:cxn ang="0">
                        <a:pos x="connsiteX310" y="connsiteY310"/>
                      </a:cxn>
                      <a:cxn ang="0">
                        <a:pos x="connsiteX311" y="connsiteY311"/>
                      </a:cxn>
                      <a:cxn ang="0">
                        <a:pos x="connsiteX312" y="connsiteY312"/>
                      </a:cxn>
                      <a:cxn ang="0">
                        <a:pos x="connsiteX313" y="connsiteY313"/>
                      </a:cxn>
                      <a:cxn ang="0">
                        <a:pos x="connsiteX314" y="connsiteY314"/>
                      </a:cxn>
                      <a:cxn ang="0">
                        <a:pos x="connsiteX315" y="connsiteY315"/>
                      </a:cxn>
                      <a:cxn ang="0">
                        <a:pos x="connsiteX316" y="connsiteY316"/>
                      </a:cxn>
                      <a:cxn ang="0">
                        <a:pos x="connsiteX317" y="connsiteY317"/>
                      </a:cxn>
                      <a:cxn ang="0">
                        <a:pos x="connsiteX318" y="connsiteY318"/>
                      </a:cxn>
                      <a:cxn ang="0">
                        <a:pos x="connsiteX319" y="connsiteY319"/>
                      </a:cxn>
                      <a:cxn ang="0">
                        <a:pos x="connsiteX320" y="connsiteY320"/>
                      </a:cxn>
                      <a:cxn ang="0">
                        <a:pos x="connsiteX321" y="connsiteY321"/>
                      </a:cxn>
                      <a:cxn ang="0">
                        <a:pos x="connsiteX322" y="connsiteY322"/>
                      </a:cxn>
                      <a:cxn ang="0">
                        <a:pos x="connsiteX323" y="connsiteY323"/>
                      </a:cxn>
                      <a:cxn ang="0">
                        <a:pos x="connsiteX324" y="connsiteY324"/>
                      </a:cxn>
                      <a:cxn ang="0">
                        <a:pos x="connsiteX325" y="connsiteY325"/>
                      </a:cxn>
                      <a:cxn ang="0">
                        <a:pos x="connsiteX326" y="connsiteY326"/>
                      </a:cxn>
                      <a:cxn ang="0">
                        <a:pos x="connsiteX327" y="connsiteY327"/>
                      </a:cxn>
                      <a:cxn ang="0">
                        <a:pos x="connsiteX328" y="connsiteY328"/>
                      </a:cxn>
                      <a:cxn ang="0">
                        <a:pos x="connsiteX329" y="connsiteY329"/>
                      </a:cxn>
                      <a:cxn ang="0">
                        <a:pos x="connsiteX330" y="connsiteY330"/>
                      </a:cxn>
                      <a:cxn ang="0">
                        <a:pos x="connsiteX331" y="connsiteY331"/>
                      </a:cxn>
                      <a:cxn ang="0">
                        <a:pos x="connsiteX332" y="connsiteY332"/>
                      </a:cxn>
                      <a:cxn ang="0">
                        <a:pos x="connsiteX333" y="connsiteY333"/>
                      </a:cxn>
                      <a:cxn ang="0">
                        <a:pos x="connsiteX334" y="connsiteY334"/>
                      </a:cxn>
                      <a:cxn ang="0">
                        <a:pos x="connsiteX335" y="connsiteY335"/>
                      </a:cxn>
                      <a:cxn ang="0">
                        <a:pos x="connsiteX336" y="connsiteY336"/>
                      </a:cxn>
                      <a:cxn ang="0">
                        <a:pos x="connsiteX337" y="connsiteY337"/>
                      </a:cxn>
                      <a:cxn ang="0">
                        <a:pos x="connsiteX338" y="connsiteY338"/>
                      </a:cxn>
                      <a:cxn ang="0">
                        <a:pos x="connsiteX339" y="connsiteY339"/>
                      </a:cxn>
                      <a:cxn ang="0">
                        <a:pos x="connsiteX340" y="connsiteY340"/>
                      </a:cxn>
                      <a:cxn ang="0">
                        <a:pos x="connsiteX341" y="connsiteY341"/>
                      </a:cxn>
                      <a:cxn ang="0">
                        <a:pos x="connsiteX342" y="connsiteY342"/>
                      </a:cxn>
                      <a:cxn ang="0">
                        <a:pos x="connsiteX343" y="connsiteY343"/>
                      </a:cxn>
                      <a:cxn ang="0">
                        <a:pos x="connsiteX344" y="connsiteY344"/>
                      </a:cxn>
                      <a:cxn ang="0">
                        <a:pos x="connsiteX345" y="connsiteY345"/>
                      </a:cxn>
                      <a:cxn ang="0">
                        <a:pos x="connsiteX346" y="connsiteY346"/>
                      </a:cxn>
                      <a:cxn ang="0">
                        <a:pos x="connsiteX347" y="connsiteY347"/>
                      </a:cxn>
                      <a:cxn ang="0">
                        <a:pos x="connsiteX348" y="connsiteY348"/>
                      </a:cxn>
                      <a:cxn ang="0">
                        <a:pos x="connsiteX349" y="connsiteY349"/>
                      </a:cxn>
                      <a:cxn ang="0">
                        <a:pos x="connsiteX350" y="connsiteY350"/>
                      </a:cxn>
                      <a:cxn ang="0">
                        <a:pos x="connsiteX351" y="connsiteY351"/>
                      </a:cxn>
                      <a:cxn ang="0">
                        <a:pos x="connsiteX352" y="connsiteY352"/>
                      </a:cxn>
                      <a:cxn ang="0">
                        <a:pos x="connsiteX353" y="connsiteY353"/>
                      </a:cxn>
                      <a:cxn ang="0">
                        <a:pos x="connsiteX354" y="connsiteY354"/>
                      </a:cxn>
                      <a:cxn ang="0">
                        <a:pos x="connsiteX355" y="connsiteY355"/>
                      </a:cxn>
                      <a:cxn ang="0">
                        <a:pos x="connsiteX356" y="connsiteY356"/>
                      </a:cxn>
                      <a:cxn ang="0">
                        <a:pos x="connsiteX357" y="connsiteY357"/>
                      </a:cxn>
                      <a:cxn ang="0">
                        <a:pos x="connsiteX358" y="connsiteY358"/>
                      </a:cxn>
                      <a:cxn ang="0">
                        <a:pos x="connsiteX359" y="connsiteY359"/>
                      </a:cxn>
                    </a:cxnLst>
                    <a:rect l="l" t="t" r="r" b="b"/>
                    <a:pathLst>
                      <a:path w="215010" h="113860">
                        <a:moveTo>
                          <a:pt x="37715" y="113861"/>
                        </a:moveTo>
                        <a:cubicBezTo>
                          <a:pt x="37477" y="113861"/>
                          <a:pt x="37253" y="113682"/>
                          <a:pt x="37223" y="113428"/>
                        </a:cubicBezTo>
                        <a:cubicBezTo>
                          <a:pt x="37194" y="113160"/>
                          <a:pt x="37387" y="112907"/>
                          <a:pt x="37655" y="112877"/>
                        </a:cubicBezTo>
                        <a:lnTo>
                          <a:pt x="41560" y="112400"/>
                        </a:lnTo>
                        <a:cubicBezTo>
                          <a:pt x="41843" y="112356"/>
                          <a:pt x="42081" y="112564"/>
                          <a:pt x="42111" y="112832"/>
                        </a:cubicBezTo>
                        <a:cubicBezTo>
                          <a:pt x="42141" y="113101"/>
                          <a:pt x="41947" y="113354"/>
                          <a:pt x="41679" y="113384"/>
                        </a:cubicBezTo>
                        <a:lnTo>
                          <a:pt x="37775" y="113861"/>
                        </a:lnTo>
                        <a:cubicBezTo>
                          <a:pt x="37775" y="113861"/>
                          <a:pt x="37730" y="113861"/>
                          <a:pt x="37715" y="113861"/>
                        </a:cubicBezTo>
                        <a:close/>
                        <a:moveTo>
                          <a:pt x="28610" y="113637"/>
                        </a:moveTo>
                        <a:cubicBezTo>
                          <a:pt x="28610" y="113637"/>
                          <a:pt x="28536" y="113637"/>
                          <a:pt x="28506" y="113637"/>
                        </a:cubicBezTo>
                        <a:cubicBezTo>
                          <a:pt x="27210" y="113339"/>
                          <a:pt x="25928" y="112937"/>
                          <a:pt x="24691" y="112415"/>
                        </a:cubicBezTo>
                        <a:cubicBezTo>
                          <a:pt x="24438" y="112311"/>
                          <a:pt x="24319" y="112028"/>
                          <a:pt x="24423" y="111774"/>
                        </a:cubicBezTo>
                        <a:cubicBezTo>
                          <a:pt x="24527" y="111521"/>
                          <a:pt x="24825" y="111402"/>
                          <a:pt x="25064" y="111506"/>
                        </a:cubicBezTo>
                        <a:cubicBezTo>
                          <a:pt x="26241" y="111998"/>
                          <a:pt x="27463" y="112400"/>
                          <a:pt x="28715" y="112683"/>
                        </a:cubicBezTo>
                        <a:cubicBezTo>
                          <a:pt x="28983" y="112743"/>
                          <a:pt x="29147" y="113011"/>
                          <a:pt x="29087" y="113265"/>
                        </a:cubicBezTo>
                        <a:cubicBezTo>
                          <a:pt x="29043" y="113488"/>
                          <a:pt x="28834" y="113652"/>
                          <a:pt x="28610" y="113652"/>
                        </a:cubicBezTo>
                        <a:close/>
                        <a:moveTo>
                          <a:pt x="50709" y="112281"/>
                        </a:moveTo>
                        <a:cubicBezTo>
                          <a:pt x="50471" y="112281"/>
                          <a:pt x="50247" y="112102"/>
                          <a:pt x="50217" y="111849"/>
                        </a:cubicBezTo>
                        <a:cubicBezTo>
                          <a:pt x="50187" y="111581"/>
                          <a:pt x="50381" y="111327"/>
                          <a:pt x="50649" y="111298"/>
                        </a:cubicBezTo>
                        <a:lnTo>
                          <a:pt x="54554" y="110821"/>
                        </a:lnTo>
                        <a:cubicBezTo>
                          <a:pt x="54807" y="110791"/>
                          <a:pt x="55060" y="110985"/>
                          <a:pt x="55105" y="111253"/>
                        </a:cubicBezTo>
                        <a:cubicBezTo>
                          <a:pt x="55135" y="111521"/>
                          <a:pt x="54941" y="111759"/>
                          <a:pt x="54673" y="111804"/>
                        </a:cubicBezTo>
                        <a:lnTo>
                          <a:pt x="50769" y="112281"/>
                        </a:lnTo>
                        <a:cubicBezTo>
                          <a:pt x="50769" y="112281"/>
                          <a:pt x="50724" y="112281"/>
                          <a:pt x="50709" y="112281"/>
                        </a:cubicBezTo>
                        <a:close/>
                        <a:moveTo>
                          <a:pt x="63703" y="110701"/>
                        </a:moveTo>
                        <a:cubicBezTo>
                          <a:pt x="63464" y="110701"/>
                          <a:pt x="63241" y="110523"/>
                          <a:pt x="63211" y="110269"/>
                        </a:cubicBezTo>
                        <a:cubicBezTo>
                          <a:pt x="63181" y="110001"/>
                          <a:pt x="63375" y="109748"/>
                          <a:pt x="63643" y="109718"/>
                        </a:cubicBezTo>
                        <a:lnTo>
                          <a:pt x="67547" y="109241"/>
                        </a:lnTo>
                        <a:cubicBezTo>
                          <a:pt x="67831" y="109197"/>
                          <a:pt x="68069" y="109405"/>
                          <a:pt x="68099" y="109673"/>
                        </a:cubicBezTo>
                        <a:cubicBezTo>
                          <a:pt x="68129" y="109942"/>
                          <a:pt x="67935" y="110195"/>
                          <a:pt x="67667" y="110225"/>
                        </a:cubicBezTo>
                        <a:lnTo>
                          <a:pt x="63762" y="110701"/>
                        </a:lnTo>
                        <a:cubicBezTo>
                          <a:pt x="63762" y="110701"/>
                          <a:pt x="63718" y="110701"/>
                          <a:pt x="63703" y="110701"/>
                        </a:cubicBezTo>
                        <a:close/>
                        <a:moveTo>
                          <a:pt x="76697" y="109122"/>
                        </a:moveTo>
                        <a:cubicBezTo>
                          <a:pt x="76458" y="109122"/>
                          <a:pt x="76235" y="108943"/>
                          <a:pt x="76205" y="108690"/>
                        </a:cubicBezTo>
                        <a:cubicBezTo>
                          <a:pt x="76175" y="108422"/>
                          <a:pt x="76369" y="108183"/>
                          <a:pt x="76637" y="108139"/>
                        </a:cubicBezTo>
                        <a:lnTo>
                          <a:pt x="80541" y="107662"/>
                        </a:lnTo>
                        <a:cubicBezTo>
                          <a:pt x="80824" y="107617"/>
                          <a:pt x="81063" y="107826"/>
                          <a:pt x="81093" y="108094"/>
                        </a:cubicBezTo>
                        <a:cubicBezTo>
                          <a:pt x="81122" y="108362"/>
                          <a:pt x="80929" y="108615"/>
                          <a:pt x="80660" y="108645"/>
                        </a:cubicBezTo>
                        <a:lnTo>
                          <a:pt x="76756" y="109122"/>
                        </a:lnTo>
                        <a:cubicBezTo>
                          <a:pt x="76756" y="109122"/>
                          <a:pt x="76712" y="109122"/>
                          <a:pt x="76697" y="109122"/>
                        </a:cubicBezTo>
                        <a:close/>
                        <a:moveTo>
                          <a:pt x="89691" y="107542"/>
                        </a:moveTo>
                        <a:cubicBezTo>
                          <a:pt x="89452" y="107542"/>
                          <a:pt x="89229" y="107364"/>
                          <a:pt x="89199" y="107110"/>
                        </a:cubicBezTo>
                        <a:cubicBezTo>
                          <a:pt x="89169" y="106842"/>
                          <a:pt x="89363" y="106589"/>
                          <a:pt x="89631" y="106559"/>
                        </a:cubicBezTo>
                        <a:lnTo>
                          <a:pt x="93535" y="106082"/>
                        </a:lnTo>
                        <a:cubicBezTo>
                          <a:pt x="93818" y="106052"/>
                          <a:pt x="94057" y="106246"/>
                          <a:pt x="94087" y="106514"/>
                        </a:cubicBezTo>
                        <a:cubicBezTo>
                          <a:pt x="94116" y="106783"/>
                          <a:pt x="93923" y="107036"/>
                          <a:pt x="93654" y="107066"/>
                        </a:cubicBezTo>
                        <a:lnTo>
                          <a:pt x="89750" y="107542"/>
                        </a:lnTo>
                        <a:cubicBezTo>
                          <a:pt x="89750" y="107542"/>
                          <a:pt x="89706" y="107542"/>
                          <a:pt x="89691" y="107542"/>
                        </a:cubicBezTo>
                        <a:close/>
                        <a:moveTo>
                          <a:pt x="17405" y="107304"/>
                        </a:moveTo>
                        <a:cubicBezTo>
                          <a:pt x="17271" y="107304"/>
                          <a:pt x="17151" y="107259"/>
                          <a:pt x="17047" y="107155"/>
                        </a:cubicBezTo>
                        <a:cubicBezTo>
                          <a:pt x="16123" y="106186"/>
                          <a:pt x="15274" y="105143"/>
                          <a:pt x="14544" y="104041"/>
                        </a:cubicBezTo>
                        <a:cubicBezTo>
                          <a:pt x="14395" y="103817"/>
                          <a:pt x="14454" y="103504"/>
                          <a:pt x="14678" y="103355"/>
                        </a:cubicBezTo>
                        <a:cubicBezTo>
                          <a:pt x="14901" y="103206"/>
                          <a:pt x="15199" y="103266"/>
                          <a:pt x="15363" y="103489"/>
                        </a:cubicBezTo>
                        <a:cubicBezTo>
                          <a:pt x="16078" y="104547"/>
                          <a:pt x="16883" y="105561"/>
                          <a:pt x="17762" y="106470"/>
                        </a:cubicBezTo>
                        <a:cubicBezTo>
                          <a:pt x="17956" y="106663"/>
                          <a:pt x="17941" y="106976"/>
                          <a:pt x="17762" y="107170"/>
                        </a:cubicBezTo>
                        <a:cubicBezTo>
                          <a:pt x="17673" y="107259"/>
                          <a:pt x="17539" y="107304"/>
                          <a:pt x="17420" y="107304"/>
                        </a:cubicBezTo>
                        <a:close/>
                        <a:moveTo>
                          <a:pt x="102685" y="105963"/>
                        </a:moveTo>
                        <a:cubicBezTo>
                          <a:pt x="102446" y="105963"/>
                          <a:pt x="102223" y="105784"/>
                          <a:pt x="102193" y="105531"/>
                        </a:cubicBezTo>
                        <a:cubicBezTo>
                          <a:pt x="102163" y="105263"/>
                          <a:pt x="102357" y="105009"/>
                          <a:pt x="102625" y="104979"/>
                        </a:cubicBezTo>
                        <a:lnTo>
                          <a:pt x="106529" y="104503"/>
                        </a:lnTo>
                        <a:cubicBezTo>
                          <a:pt x="106812" y="104473"/>
                          <a:pt x="107051" y="104666"/>
                          <a:pt x="107080" y="104935"/>
                        </a:cubicBezTo>
                        <a:cubicBezTo>
                          <a:pt x="107110" y="105203"/>
                          <a:pt x="106917" y="105456"/>
                          <a:pt x="106648" y="105486"/>
                        </a:cubicBezTo>
                        <a:lnTo>
                          <a:pt x="102744" y="105963"/>
                        </a:lnTo>
                        <a:cubicBezTo>
                          <a:pt x="102744" y="105963"/>
                          <a:pt x="102700" y="105963"/>
                          <a:pt x="102685" y="105963"/>
                        </a:cubicBezTo>
                        <a:close/>
                        <a:moveTo>
                          <a:pt x="115678" y="104383"/>
                        </a:moveTo>
                        <a:cubicBezTo>
                          <a:pt x="115440" y="104383"/>
                          <a:pt x="115217" y="104205"/>
                          <a:pt x="115187" y="103951"/>
                        </a:cubicBezTo>
                        <a:cubicBezTo>
                          <a:pt x="115157" y="103683"/>
                          <a:pt x="115351" y="103430"/>
                          <a:pt x="115619" y="103400"/>
                        </a:cubicBezTo>
                        <a:lnTo>
                          <a:pt x="119523" y="102923"/>
                        </a:lnTo>
                        <a:cubicBezTo>
                          <a:pt x="119776" y="102878"/>
                          <a:pt x="120030" y="103087"/>
                          <a:pt x="120074" y="103355"/>
                        </a:cubicBezTo>
                        <a:cubicBezTo>
                          <a:pt x="120104" y="103623"/>
                          <a:pt x="119910" y="103862"/>
                          <a:pt x="119642" y="103907"/>
                        </a:cubicBezTo>
                        <a:lnTo>
                          <a:pt x="115738" y="104383"/>
                        </a:lnTo>
                        <a:cubicBezTo>
                          <a:pt x="115738" y="104383"/>
                          <a:pt x="115693" y="104383"/>
                          <a:pt x="115678" y="104383"/>
                        </a:cubicBezTo>
                        <a:close/>
                        <a:moveTo>
                          <a:pt x="128672" y="102804"/>
                        </a:moveTo>
                        <a:cubicBezTo>
                          <a:pt x="128434" y="102804"/>
                          <a:pt x="128210" y="102625"/>
                          <a:pt x="128181" y="102372"/>
                        </a:cubicBezTo>
                        <a:cubicBezTo>
                          <a:pt x="128151" y="102104"/>
                          <a:pt x="128345" y="101850"/>
                          <a:pt x="128613" y="101820"/>
                        </a:cubicBezTo>
                        <a:lnTo>
                          <a:pt x="132517" y="101344"/>
                        </a:lnTo>
                        <a:cubicBezTo>
                          <a:pt x="132800" y="101314"/>
                          <a:pt x="133038" y="101507"/>
                          <a:pt x="133068" y="101776"/>
                        </a:cubicBezTo>
                        <a:cubicBezTo>
                          <a:pt x="133098" y="102044"/>
                          <a:pt x="132904" y="102297"/>
                          <a:pt x="132636" y="102327"/>
                        </a:cubicBezTo>
                        <a:lnTo>
                          <a:pt x="128732" y="102804"/>
                        </a:lnTo>
                        <a:cubicBezTo>
                          <a:pt x="128732" y="102804"/>
                          <a:pt x="128687" y="102804"/>
                          <a:pt x="128672" y="102804"/>
                        </a:cubicBezTo>
                        <a:close/>
                        <a:moveTo>
                          <a:pt x="141666" y="101224"/>
                        </a:moveTo>
                        <a:cubicBezTo>
                          <a:pt x="141428" y="101224"/>
                          <a:pt x="141204" y="101045"/>
                          <a:pt x="141175" y="100792"/>
                        </a:cubicBezTo>
                        <a:cubicBezTo>
                          <a:pt x="141145" y="100524"/>
                          <a:pt x="141338" y="100286"/>
                          <a:pt x="141607" y="100241"/>
                        </a:cubicBezTo>
                        <a:lnTo>
                          <a:pt x="145511" y="99764"/>
                        </a:lnTo>
                        <a:cubicBezTo>
                          <a:pt x="145794" y="99734"/>
                          <a:pt x="146032" y="99928"/>
                          <a:pt x="146062" y="100196"/>
                        </a:cubicBezTo>
                        <a:cubicBezTo>
                          <a:pt x="146092" y="100464"/>
                          <a:pt x="145898" y="100718"/>
                          <a:pt x="145630" y="100747"/>
                        </a:cubicBezTo>
                        <a:lnTo>
                          <a:pt x="141726" y="101224"/>
                        </a:lnTo>
                        <a:cubicBezTo>
                          <a:pt x="141726" y="101224"/>
                          <a:pt x="141681" y="101224"/>
                          <a:pt x="141666" y="101224"/>
                        </a:cubicBezTo>
                        <a:close/>
                        <a:moveTo>
                          <a:pt x="154660" y="99645"/>
                        </a:moveTo>
                        <a:cubicBezTo>
                          <a:pt x="154422" y="99645"/>
                          <a:pt x="154198" y="99466"/>
                          <a:pt x="154168" y="99213"/>
                        </a:cubicBezTo>
                        <a:cubicBezTo>
                          <a:pt x="154139" y="98944"/>
                          <a:pt x="154332" y="98691"/>
                          <a:pt x="154601" y="98661"/>
                        </a:cubicBezTo>
                        <a:lnTo>
                          <a:pt x="158505" y="98184"/>
                        </a:lnTo>
                        <a:cubicBezTo>
                          <a:pt x="158788" y="98140"/>
                          <a:pt x="159026" y="98348"/>
                          <a:pt x="159056" y="98617"/>
                        </a:cubicBezTo>
                        <a:cubicBezTo>
                          <a:pt x="159086" y="98885"/>
                          <a:pt x="158892" y="99138"/>
                          <a:pt x="158624" y="99168"/>
                        </a:cubicBezTo>
                        <a:lnTo>
                          <a:pt x="154720" y="99645"/>
                        </a:lnTo>
                        <a:cubicBezTo>
                          <a:pt x="154720" y="99645"/>
                          <a:pt x="154675" y="99645"/>
                          <a:pt x="154660" y="99645"/>
                        </a:cubicBezTo>
                        <a:close/>
                        <a:moveTo>
                          <a:pt x="167654" y="98065"/>
                        </a:moveTo>
                        <a:cubicBezTo>
                          <a:pt x="167416" y="98065"/>
                          <a:pt x="167192" y="97886"/>
                          <a:pt x="167162" y="97633"/>
                        </a:cubicBezTo>
                        <a:cubicBezTo>
                          <a:pt x="167133" y="97365"/>
                          <a:pt x="167326" y="97112"/>
                          <a:pt x="167594" y="97082"/>
                        </a:cubicBezTo>
                        <a:lnTo>
                          <a:pt x="171499" y="96605"/>
                        </a:lnTo>
                        <a:cubicBezTo>
                          <a:pt x="171782" y="96575"/>
                          <a:pt x="172020" y="96769"/>
                          <a:pt x="172050" y="97037"/>
                        </a:cubicBezTo>
                        <a:cubicBezTo>
                          <a:pt x="172080" y="97305"/>
                          <a:pt x="171886" y="97559"/>
                          <a:pt x="171618" y="97588"/>
                        </a:cubicBezTo>
                        <a:lnTo>
                          <a:pt x="167714" y="98065"/>
                        </a:lnTo>
                        <a:cubicBezTo>
                          <a:pt x="167714" y="98065"/>
                          <a:pt x="167669" y="98065"/>
                          <a:pt x="167654" y="98065"/>
                        </a:cubicBezTo>
                        <a:close/>
                        <a:moveTo>
                          <a:pt x="180648" y="96486"/>
                        </a:moveTo>
                        <a:cubicBezTo>
                          <a:pt x="180410" y="96486"/>
                          <a:pt x="180186" y="96307"/>
                          <a:pt x="180156" y="96054"/>
                        </a:cubicBezTo>
                        <a:cubicBezTo>
                          <a:pt x="180126" y="95785"/>
                          <a:pt x="180320" y="95532"/>
                          <a:pt x="180588" y="95502"/>
                        </a:cubicBezTo>
                        <a:lnTo>
                          <a:pt x="184493" y="95025"/>
                        </a:lnTo>
                        <a:cubicBezTo>
                          <a:pt x="184761" y="94996"/>
                          <a:pt x="184999" y="95189"/>
                          <a:pt x="185044" y="95458"/>
                        </a:cubicBezTo>
                        <a:cubicBezTo>
                          <a:pt x="185074" y="95726"/>
                          <a:pt x="184880" y="95964"/>
                          <a:pt x="184612" y="96009"/>
                        </a:cubicBezTo>
                        <a:lnTo>
                          <a:pt x="180708" y="96486"/>
                        </a:lnTo>
                        <a:cubicBezTo>
                          <a:pt x="180708" y="96486"/>
                          <a:pt x="180663" y="96486"/>
                          <a:pt x="180648" y="96486"/>
                        </a:cubicBezTo>
                        <a:close/>
                        <a:moveTo>
                          <a:pt x="11563" y="95845"/>
                        </a:moveTo>
                        <a:cubicBezTo>
                          <a:pt x="11325" y="95845"/>
                          <a:pt x="11116" y="95681"/>
                          <a:pt x="11087" y="95443"/>
                        </a:cubicBezTo>
                        <a:lnTo>
                          <a:pt x="10461" y="91568"/>
                        </a:lnTo>
                        <a:cubicBezTo>
                          <a:pt x="10416" y="91300"/>
                          <a:pt x="10595" y="91047"/>
                          <a:pt x="10863" y="91002"/>
                        </a:cubicBezTo>
                        <a:cubicBezTo>
                          <a:pt x="11131" y="90957"/>
                          <a:pt x="11384" y="91136"/>
                          <a:pt x="11429" y="91404"/>
                        </a:cubicBezTo>
                        <a:lnTo>
                          <a:pt x="12055" y="95279"/>
                        </a:lnTo>
                        <a:cubicBezTo>
                          <a:pt x="12100" y="95547"/>
                          <a:pt x="11921" y="95800"/>
                          <a:pt x="11653" y="95845"/>
                        </a:cubicBezTo>
                        <a:cubicBezTo>
                          <a:pt x="11623" y="95845"/>
                          <a:pt x="11593" y="95845"/>
                          <a:pt x="11563" y="95845"/>
                        </a:cubicBezTo>
                        <a:close/>
                        <a:moveTo>
                          <a:pt x="193627" y="94906"/>
                        </a:moveTo>
                        <a:cubicBezTo>
                          <a:pt x="193389" y="94906"/>
                          <a:pt x="193165" y="94727"/>
                          <a:pt x="193135" y="94474"/>
                        </a:cubicBezTo>
                        <a:cubicBezTo>
                          <a:pt x="193105" y="94206"/>
                          <a:pt x="193299" y="93952"/>
                          <a:pt x="193567" y="93923"/>
                        </a:cubicBezTo>
                        <a:lnTo>
                          <a:pt x="197472" y="93446"/>
                        </a:lnTo>
                        <a:cubicBezTo>
                          <a:pt x="197755" y="93401"/>
                          <a:pt x="197993" y="93610"/>
                          <a:pt x="198023" y="93878"/>
                        </a:cubicBezTo>
                        <a:cubicBezTo>
                          <a:pt x="198053" y="94146"/>
                          <a:pt x="197859" y="94400"/>
                          <a:pt x="197591" y="94429"/>
                        </a:cubicBezTo>
                        <a:lnTo>
                          <a:pt x="193687" y="94906"/>
                        </a:lnTo>
                        <a:cubicBezTo>
                          <a:pt x="193687" y="94906"/>
                          <a:pt x="193642" y="94906"/>
                          <a:pt x="193627" y="94906"/>
                        </a:cubicBezTo>
                        <a:close/>
                        <a:moveTo>
                          <a:pt x="206293" y="92090"/>
                        </a:moveTo>
                        <a:cubicBezTo>
                          <a:pt x="206129" y="92090"/>
                          <a:pt x="205950" y="92000"/>
                          <a:pt x="205861" y="91837"/>
                        </a:cubicBezTo>
                        <a:cubicBezTo>
                          <a:pt x="205727" y="91598"/>
                          <a:pt x="205801" y="91300"/>
                          <a:pt x="206040" y="91166"/>
                        </a:cubicBezTo>
                        <a:cubicBezTo>
                          <a:pt x="207142" y="90540"/>
                          <a:pt x="208171" y="89780"/>
                          <a:pt x="209080" y="88901"/>
                        </a:cubicBezTo>
                        <a:cubicBezTo>
                          <a:pt x="209273" y="88707"/>
                          <a:pt x="209586" y="88722"/>
                          <a:pt x="209780" y="88916"/>
                        </a:cubicBezTo>
                        <a:cubicBezTo>
                          <a:pt x="209974" y="89110"/>
                          <a:pt x="209959" y="89423"/>
                          <a:pt x="209765" y="89616"/>
                        </a:cubicBezTo>
                        <a:cubicBezTo>
                          <a:pt x="208782" y="90540"/>
                          <a:pt x="207694" y="91360"/>
                          <a:pt x="206532" y="92030"/>
                        </a:cubicBezTo>
                        <a:cubicBezTo>
                          <a:pt x="206457" y="92075"/>
                          <a:pt x="206368" y="92090"/>
                          <a:pt x="206293" y="92090"/>
                        </a:cubicBezTo>
                        <a:close/>
                        <a:moveTo>
                          <a:pt x="9477" y="82941"/>
                        </a:moveTo>
                        <a:cubicBezTo>
                          <a:pt x="9239" y="82941"/>
                          <a:pt x="9030" y="82762"/>
                          <a:pt x="9000" y="82523"/>
                        </a:cubicBezTo>
                        <a:lnTo>
                          <a:pt x="8375" y="78649"/>
                        </a:lnTo>
                        <a:cubicBezTo>
                          <a:pt x="8330" y="78381"/>
                          <a:pt x="8509" y="78127"/>
                          <a:pt x="8777" y="78083"/>
                        </a:cubicBezTo>
                        <a:cubicBezTo>
                          <a:pt x="9060" y="78038"/>
                          <a:pt x="9298" y="78217"/>
                          <a:pt x="9343" y="78485"/>
                        </a:cubicBezTo>
                        <a:lnTo>
                          <a:pt x="9969" y="82359"/>
                        </a:lnTo>
                        <a:cubicBezTo>
                          <a:pt x="10014" y="82628"/>
                          <a:pt x="9835" y="82881"/>
                          <a:pt x="9567" y="82926"/>
                        </a:cubicBezTo>
                        <a:cubicBezTo>
                          <a:pt x="9537" y="82926"/>
                          <a:pt x="9507" y="82926"/>
                          <a:pt x="9492" y="82926"/>
                        </a:cubicBezTo>
                        <a:close/>
                        <a:moveTo>
                          <a:pt x="213982" y="81942"/>
                        </a:moveTo>
                        <a:cubicBezTo>
                          <a:pt x="213982" y="81942"/>
                          <a:pt x="213908" y="81942"/>
                          <a:pt x="213863" y="81927"/>
                        </a:cubicBezTo>
                        <a:cubicBezTo>
                          <a:pt x="213595" y="81868"/>
                          <a:pt x="213446" y="81599"/>
                          <a:pt x="213505" y="81331"/>
                        </a:cubicBezTo>
                        <a:cubicBezTo>
                          <a:pt x="213774" y="80214"/>
                          <a:pt x="213937" y="79066"/>
                          <a:pt x="213952" y="77904"/>
                        </a:cubicBezTo>
                        <a:lnTo>
                          <a:pt x="213952" y="77546"/>
                        </a:lnTo>
                        <a:cubicBezTo>
                          <a:pt x="213952" y="77278"/>
                          <a:pt x="214176" y="77054"/>
                          <a:pt x="214444" y="77054"/>
                        </a:cubicBezTo>
                        <a:lnTo>
                          <a:pt x="214444" y="77054"/>
                        </a:lnTo>
                        <a:cubicBezTo>
                          <a:pt x="214712" y="77054"/>
                          <a:pt x="214936" y="77278"/>
                          <a:pt x="214936" y="77546"/>
                        </a:cubicBezTo>
                        <a:lnTo>
                          <a:pt x="214936" y="77904"/>
                        </a:lnTo>
                        <a:cubicBezTo>
                          <a:pt x="214906" y="79126"/>
                          <a:pt x="214742" y="80363"/>
                          <a:pt x="214444" y="81540"/>
                        </a:cubicBezTo>
                        <a:cubicBezTo>
                          <a:pt x="214385" y="81763"/>
                          <a:pt x="214191" y="81912"/>
                          <a:pt x="213967" y="81912"/>
                        </a:cubicBezTo>
                        <a:close/>
                        <a:moveTo>
                          <a:pt x="7406" y="70021"/>
                        </a:moveTo>
                        <a:cubicBezTo>
                          <a:pt x="7168" y="70021"/>
                          <a:pt x="6959" y="69842"/>
                          <a:pt x="6929" y="69604"/>
                        </a:cubicBezTo>
                        <a:lnTo>
                          <a:pt x="6303" y="65729"/>
                        </a:lnTo>
                        <a:cubicBezTo>
                          <a:pt x="6258" y="65461"/>
                          <a:pt x="6437" y="65208"/>
                          <a:pt x="6706" y="65163"/>
                        </a:cubicBezTo>
                        <a:cubicBezTo>
                          <a:pt x="6974" y="65119"/>
                          <a:pt x="7227" y="65297"/>
                          <a:pt x="7272" y="65566"/>
                        </a:cubicBezTo>
                        <a:lnTo>
                          <a:pt x="7898" y="69440"/>
                        </a:lnTo>
                        <a:cubicBezTo>
                          <a:pt x="7942" y="69708"/>
                          <a:pt x="7764" y="69961"/>
                          <a:pt x="7495" y="70006"/>
                        </a:cubicBezTo>
                        <a:cubicBezTo>
                          <a:pt x="7465" y="70006"/>
                          <a:pt x="7436" y="70006"/>
                          <a:pt x="7421" y="70006"/>
                        </a:cubicBezTo>
                        <a:close/>
                        <a:moveTo>
                          <a:pt x="214519" y="68903"/>
                        </a:moveTo>
                        <a:cubicBezTo>
                          <a:pt x="214250" y="68903"/>
                          <a:pt x="214027" y="68680"/>
                          <a:pt x="214027" y="68412"/>
                        </a:cubicBezTo>
                        <a:cubicBezTo>
                          <a:pt x="214027" y="67145"/>
                          <a:pt x="214012" y="65834"/>
                          <a:pt x="213982" y="64493"/>
                        </a:cubicBezTo>
                        <a:cubicBezTo>
                          <a:pt x="213982" y="64225"/>
                          <a:pt x="214191" y="64001"/>
                          <a:pt x="214459" y="63986"/>
                        </a:cubicBezTo>
                        <a:cubicBezTo>
                          <a:pt x="214712" y="63941"/>
                          <a:pt x="214951" y="64195"/>
                          <a:pt x="214966" y="64463"/>
                        </a:cubicBezTo>
                        <a:cubicBezTo>
                          <a:pt x="214995" y="65804"/>
                          <a:pt x="215010" y="67115"/>
                          <a:pt x="215010" y="68397"/>
                        </a:cubicBezTo>
                        <a:cubicBezTo>
                          <a:pt x="215010" y="68665"/>
                          <a:pt x="214787" y="68889"/>
                          <a:pt x="214519" y="68889"/>
                        </a:cubicBezTo>
                        <a:lnTo>
                          <a:pt x="214519" y="68889"/>
                        </a:lnTo>
                        <a:close/>
                        <a:moveTo>
                          <a:pt x="5335" y="57102"/>
                        </a:moveTo>
                        <a:cubicBezTo>
                          <a:pt x="5096" y="57102"/>
                          <a:pt x="4888" y="56923"/>
                          <a:pt x="4858" y="56684"/>
                        </a:cubicBezTo>
                        <a:lnTo>
                          <a:pt x="4232" y="52810"/>
                        </a:lnTo>
                        <a:cubicBezTo>
                          <a:pt x="4187" y="52542"/>
                          <a:pt x="4366" y="52289"/>
                          <a:pt x="4634" y="52244"/>
                        </a:cubicBezTo>
                        <a:cubicBezTo>
                          <a:pt x="4917" y="52199"/>
                          <a:pt x="5156" y="52378"/>
                          <a:pt x="5201" y="52646"/>
                        </a:cubicBezTo>
                        <a:lnTo>
                          <a:pt x="5826" y="56520"/>
                        </a:lnTo>
                        <a:cubicBezTo>
                          <a:pt x="5871" y="56789"/>
                          <a:pt x="5692" y="57042"/>
                          <a:pt x="5424" y="57087"/>
                        </a:cubicBezTo>
                        <a:cubicBezTo>
                          <a:pt x="5394" y="57087"/>
                          <a:pt x="5364" y="57087"/>
                          <a:pt x="5350" y="57087"/>
                        </a:cubicBezTo>
                        <a:close/>
                        <a:moveTo>
                          <a:pt x="214206" y="55805"/>
                        </a:moveTo>
                        <a:cubicBezTo>
                          <a:pt x="213937" y="55805"/>
                          <a:pt x="213729" y="55597"/>
                          <a:pt x="213714" y="55328"/>
                        </a:cubicBezTo>
                        <a:cubicBezTo>
                          <a:pt x="213654" y="54047"/>
                          <a:pt x="213595" y="52736"/>
                          <a:pt x="213520" y="51409"/>
                        </a:cubicBezTo>
                        <a:cubicBezTo>
                          <a:pt x="213505" y="51141"/>
                          <a:pt x="213714" y="50903"/>
                          <a:pt x="213982" y="50888"/>
                        </a:cubicBezTo>
                        <a:cubicBezTo>
                          <a:pt x="214280" y="50858"/>
                          <a:pt x="214489" y="51082"/>
                          <a:pt x="214504" y="51350"/>
                        </a:cubicBezTo>
                        <a:cubicBezTo>
                          <a:pt x="214578" y="52676"/>
                          <a:pt x="214638" y="53987"/>
                          <a:pt x="214697" y="55284"/>
                        </a:cubicBezTo>
                        <a:cubicBezTo>
                          <a:pt x="214697" y="55552"/>
                          <a:pt x="214504" y="55790"/>
                          <a:pt x="214235" y="55790"/>
                        </a:cubicBezTo>
                        <a:cubicBezTo>
                          <a:pt x="214235" y="55790"/>
                          <a:pt x="214235" y="55790"/>
                          <a:pt x="214221" y="55790"/>
                        </a:cubicBezTo>
                        <a:close/>
                        <a:moveTo>
                          <a:pt x="3248" y="44182"/>
                        </a:moveTo>
                        <a:cubicBezTo>
                          <a:pt x="3010" y="44182"/>
                          <a:pt x="2801" y="44003"/>
                          <a:pt x="2772" y="43765"/>
                        </a:cubicBezTo>
                        <a:lnTo>
                          <a:pt x="2146" y="39891"/>
                        </a:lnTo>
                        <a:cubicBezTo>
                          <a:pt x="2101" y="39623"/>
                          <a:pt x="2280" y="39369"/>
                          <a:pt x="2548" y="39324"/>
                        </a:cubicBezTo>
                        <a:cubicBezTo>
                          <a:pt x="2816" y="39280"/>
                          <a:pt x="3070" y="39459"/>
                          <a:pt x="3114" y="39727"/>
                        </a:cubicBezTo>
                        <a:lnTo>
                          <a:pt x="3740" y="43601"/>
                        </a:lnTo>
                        <a:cubicBezTo>
                          <a:pt x="3785" y="43869"/>
                          <a:pt x="3606" y="44123"/>
                          <a:pt x="3338" y="44167"/>
                        </a:cubicBezTo>
                        <a:cubicBezTo>
                          <a:pt x="3308" y="44167"/>
                          <a:pt x="3278" y="44167"/>
                          <a:pt x="3263" y="44167"/>
                        </a:cubicBezTo>
                        <a:close/>
                        <a:moveTo>
                          <a:pt x="213401" y="42752"/>
                        </a:moveTo>
                        <a:cubicBezTo>
                          <a:pt x="213148" y="42752"/>
                          <a:pt x="212939" y="42558"/>
                          <a:pt x="212909" y="42305"/>
                        </a:cubicBezTo>
                        <a:cubicBezTo>
                          <a:pt x="212805" y="41008"/>
                          <a:pt x="212686" y="39712"/>
                          <a:pt x="212567" y="38401"/>
                        </a:cubicBezTo>
                        <a:cubicBezTo>
                          <a:pt x="212537" y="38132"/>
                          <a:pt x="212745" y="37894"/>
                          <a:pt x="213014" y="37864"/>
                        </a:cubicBezTo>
                        <a:cubicBezTo>
                          <a:pt x="213297" y="37834"/>
                          <a:pt x="213520" y="38043"/>
                          <a:pt x="213550" y="38311"/>
                        </a:cubicBezTo>
                        <a:cubicBezTo>
                          <a:pt x="213669" y="39623"/>
                          <a:pt x="213788" y="40934"/>
                          <a:pt x="213893" y="42230"/>
                        </a:cubicBezTo>
                        <a:cubicBezTo>
                          <a:pt x="213908" y="42498"/>
                          <a:pt x="213714" y="42737"/>
                          <a:pt x="213446" y="42752"/>
                        </a:cubicBezTo>
                        <a:cubicBezTo>
                          <a:pt x="213446" y="42752"/>
                          <a:pt x="213416" y="42752"/>
                          <a:pt x="213401" y="42752"/>
                        </a:cubicBezTo>
                        <a:close/>
                        <a:moveTo>
                          <a:pt x="1177" y="31263"/>
                        </a:moveTo>
                        <a:cubicBezTo>
                          <a:pt x="939" y="31263"/>
                          <a:pt x="730" y="31084"/>
                          <a:pt x="700" y="30846"/>
                        </a:cubicBezTo>
                        <a:lnTo>
                          <a:pt x="0" y="26465"/>
                        </a:lnTo>
                        <a:lnTo>
                          <a:pt x="2027" y="26211"/>
                        </a:lnTo>
                        <a:cubicBezTo>
                          <a:pt x="2325" y="26182"/>
                          <a:pt x="2548" y="26375"/>
                          <a:pt x="2578" y="26629"/>
                        </a:cubicBezTo>
                        <a:cubicBezTo>
                          <a:pt x="2608" y="26897"/>
                          <a:pt x="2429" y="27150"/>
                          <a:pt x="2161" y="27180"/>
                        </a:cubicBezTo>
                        <a:lnTo>
                          <a:pt x="1147" y="27314"/>
                        </a:lnTo>
                        <a:lnTo>
                          <a:pt x="1684" y="30697"/>
                        </a:lnTo>
                        <a:cubicBezTo>
                          <a:pt x="1729" y="30965"/>
                          <a:pt x="1550" y="31218"/>
                          <a:pt x="1281" y="31263"/>
                        </a:cubicBezTo>
                        <a:cubicBezTo>
                          <a:pt x="1252" y="31263"/>
                          <a:pt x="1222" y="31263"/>
                          <a:pt x="1207" y="31263"/>
                        </a:cubicBezTo>
                        <a:close/>
                        <a:moveTo>
                          <a:pt x="212075" y="29728"/>
                        </a:moveTo>
                        <a:cubicBezTo>
                          <a:pt x="211836" y="29728"/>
                          <a:pt x="211613" y="29549"/>
                          <a:pt x="211583" y="29296"/>
                        </a:cubicBezTo>
                        <a:cubicBezTo>
                          <a:pt x="211419" y="27999"/>
                          <a:pt x="211255" y="26703"/>
                          <a:pt x="211076" y="25407"/>
                        </a:cubicBezTo>
                        <a:cubicBezTo>
                          <a:pt x="211032" y="25138"/>
                          <a:pt x="211225" y="24885"/>
                          <a:pt x="211494" y="24855"/>
                        </a:cubicBezTo>
                        <a:cubicBezTo>
                          <a:pt x="211747" y="24796"/>
                          <a:pt x="212015" y="25004"/>
                          <a:pt x="212045" y="25273"/>
                        </a:cubicBezTo>
                        <a:cubicBezTo>
                          <a:pt x="212224" y="26584"/>
                          <a:pt x="212403" y="27880"/>
                          <a:pt x="212567" y="29177"/>
                        </a:cubicBezTo>
                        <a:cubicBezTo>
                          <a:pt x="212596" y="29445"/>
                          <a:pt x="212403" y="29698"/>
                          <a:pt x="212134" y="29728"/>
                        </a:cubicBezTo>
                        <a:cubicBezTo>
                          <a:pt x="212119" y="29728"/>
                          <a:pt x="212090" y="29728"/>
                          <a:pt x="212075" y="29728"/>
                        </a:cubicBezTo>
                        <a:close/>
                        <a:moveTo>
                          <a:pt x="11161" y="26033"/>
                        </a:moveTo>
                        <a:cubicBezTo>
                          <a:pt x="10923" y="26033"/>
                          <a:pt x="10699" y="25854"/>
                          <a:pt x="10669" y="25600"/>
                        </a:cubicBezTo>
                        <a:cubicBezTo>
                          <a:pt x="10639" y="25332"/>
                          <a:pt x="10818" y="25079"/>
                          <a:pt x="11087" y="25049"/>
                        </a:cubicBezTo>
                        <a:lnTo>
                          <a:pt x="14976" y="24557"/>
                        </a:lnTo>
                        <a:cubicBezTo>
                          <a:pt x="15274" y="24513"/>
                          <a:pt x="15497" y="24721"/>
                          <a:pt x="15527" y="24975"/>
                        </a:cubicBezTo>
                        <a:cubicBezTo>
                          <a:pt x="15557" y="25243"/>
                          <a:pt x="15378" y="25496"/>
                          <a:pt x="15110" y="25526"/>
                        </a:cubicBezTo>
                        <a:lnTo>
                          <a:pt x="11221" y="26018"/>
                        </a:lnTo>
                        <a:cubicBezTo>
                          <a:pt x="11221" y="26018"/>
                          <a:pt x="11176" y="26018"/>
                          <a:pt x="11161" y="26018"/>
                        </a:cubicBezTo>
                        <a:close/>
                        <a:moveTo>
                          <a:pt x="24140" y="24378"/>
                        </a:moveTo>
                        <a:cubicBezTo>
                          <a:pt x="23902" y="24378"/>
                          <a:pt x="23678" y="24200"/>
                          <a:pt x="23648" y="23946"/>
                        </a:cubicBezTo>
                        <a:cubicBezTo>
                          <a:pt x="23618" y="23678"/>
                          <a:pt x="23797" y="23425"/>
                          <a:pt x="24065" y="23395"/>
                        </a:cubicBezTo>
                        <a:lnTo>
                          <a:pt x="27955" y="22903"/>
                        </a:lnTo>
                        <a:cubicBezTo>
                          <a:pt x="28253" y="22859"/>
                          <a:pt x="28476" y="23067"/>
                          <a:pt x="28506" y="23321"/>
                        </a:cubicBezTo>
                        <a:cubicBezTo>
                          <a:pt x="28536" y="23589"/>
                          <a:pt x="28357" y="23842"/>
                          <a:pt x="28089" y="23872"/>
                        </a:cubicBezTo>
                        <a:lnTo>
                          <a:pt x="24200" y="24364"/>
                        </a:lnTo>
                        <a:cubicBezTo>
                          <a:pt x="24200" y="24364"/>
                          <a:pt x="24155" y="24364"/>
                          <a:pt x="24140" y="24364"/>
                        </a:cubicBezTo>
                        <a:close/>
                        <a:moveTo>
                          <a:pt x="37119" y="22710"/>
                        </a:moveTo>
                        <a:cubicBezTo>
                          <a:pt x="36881" y="22710"/>
                          <a:pt x="36657" y="22531"/>
                          <a:pt x="36627" y="22277"/>
                        </a:cubicBezTo>
                        <a:cubicBezTo>
                          <a:pt x="36598" y="22009"/>
                          <a:pt x="36776" y="21756"/>
                          <a:pt x="37045" y="21726"/>
                        </a:cubicBezTo>
                        <a:lnTo>
                          <a:pt x="40934" y="21234"/>
                        </a:lnTo>
                        <a:cubicBezTo>
                          <a:pt x="41232" y="21204"/>
                          <a:pt x="41455" y="21398"/>
                          <a:pt x="41485" y="21652"/>
                        </a:cubicBezTo>
                        <a:cubicBezTo>
                          <a:pt x="41515" y="21920"/>
                          <a:pt x="41336" y="22173"/>
                          <a:pt x="41068" y="22203"/>
                        </a:cubicBezTo>
                        <a:lnTo>
                          <a:pt x="37179" y="22695"/>
                        </a:lnTo>
                        <a:cubicBezTo>
                          <a:pt x="37179" y="22695"/>
                          <a:pt x="37134" y="22695"/>
                          <a:pt x="37119" y="22695"/>
                        </a:cubicBezTo>
                        <a:close/>
                        <a:moveTo>
                          <a:pt x="50098" y="21055"/>
                        </a:moveTo>
                        <a:cubicBezTo>
                          <a:pt x="49860" y="21055"/>
                          <a:pt x="49636" y="20877"/>
                          <a:pt x="49606" y="20623"/>
                        </a:cubicBezTo>
                        <a:cubicBezTo>
                          <a:pt x="49576" y="20355"/>
                          <a:pt x="49755" y="20102"/>
                          <a:pt x="50023" y="20072"/>
                        </a:cubicBezTo>
                        <a:lnTo>
                          <a:pt x="53913" y="19580"/>
                        </a:lnTo>
                        <a:cubicBezTo>
                          <a:pt x="54226" y="19550"/>
                          <a:pt x="54434" y="19744"/>
                          <a:pt x="54464" y="19997"/>
                        </a:cubicBezTo>
                        <a:cubicBezTo>
                          <a:pt x="54494" y="20266"/>
                          <a:pt x="54315" y="20519"/>
                          <a:pt x="54047" y="20549"/>
                        </a:cubicBezTo>
                        <a:lnTo>
                          <a:pt x="50158" y="21041"/>
                        </a:lnTo>
                        <a:cubicBezTo>
                          <a:pt x="50158" y="21041"/>
                          <a:pt x="50113" y="21041"/>
                          <a:pt x="50098" y="21041"/>
                        </a:cubicBezTo>
                        <a:close/>
                        <a:moveTo>
                          <a:pt x="63077" y="19387"/>
                        </a:moveTo>
                        <a:cubicBezTo>
                          <a:pt x="62839" y="19387"/>
                          <a:pt x="62615" y="19208"/>
                          <a:pt x="62585" y="18954"/>
                        </a:cubicBezTo>
                        <a:cubicBezTo>
                          <a:pt x="62555" y="18686"/>
                          <a:pt x="62734" y="18433"/>
                          <a:pt x="63003" y="18403"/>
                        </a:cubicBezTo>
                        <a:lnTo>
                          <a:pt x="66892" y="17911"/>
                        </a:lnTo>
                        <a:cubicBezTo>
                          <a:pt x="67205" y="17882"/>
                          <a:pt x="67413" y="18075"/>
                          <a:pt x="67443" y="18329"/>
                        </a:cubicBezTo>
                        <a:cubicBezTo>
                          <a:pt x="67473" y="18597"/>
                          <a:pt x="67294" y="18850"/>
                          <a:pt x="67026" y="18880"/>
                        </a:cubicBezTo>
                        <a:lnTo>
                          <a:pt x="63137" y="19372"/>
                        </a:lnTo>
                        <a:cubicBezTo>
                          <a:pt x="63137" y="19372"/>
                          <a:pt x="63092" y="19372"/>
                          <a:pt x="63077" y="19372"/>
                        </a:cubicBezTo>
                        <a:close/>
                        <a:moveTo>
                          <a:pt x="76056" y="17733"/>
                        </a:moveTo>
                        <a:cubicBezTo>
                          <a:pt x="75818" y="17733"/>
                          <a:pt x="75594" y="17554"/>
                          <a:pt x="75564" y="17300"/>
                        </a:cubicBezTo>
                        <a:cubicBezTo>
                          <a:pt x="75535" y="17032"/>
                          <a:pt x="75713" y="16779"/>
                          <a:pt x="75982" y="16749"/>
                        </a:cubicBezTo>
                        <a:lnTo>
                          <a:pt x="79871" y="16257"/>
                        </a:lnTo>
                        <a:cubicBezTo>
                          <a:pt x="80184" y="16228"/>
                          <a:pt x="80392" y="16421"/>
                          <a:pt x="80422" y="16675"/>
                        </a:cubicBezTo>
                        <a:cubicBezTo>
                          <a:pt x="80452" y="16943"/>
                          <a:pt x="80273" y="17196"/>
                          <a:pt x="80005" y="17226"/>
                        </a:cubicBezTo>
                        <a:lnTo>
                          <a:pt x="76116" y="17718"/>
                        </a:lnTo>
                        <a:cubicBezTo>
                          <a:pt x="76116" y="17718"/>
                          <a:pt x="76071" y="17718"/>
                          <a:pt x="76056" y="17718"/>
                        </a:cubicBezTo>
                        <a:close/>
                        <a:moveTo>
                          <a:pt x="210123" y="16794"/>
                        </a:moveTo>
                        <a:cubicBezTo>
                          <a:pt x="209884" y="16794"/>
                          <a:pt x="209676" y="16630"/>
                          <a:pt x="209646" y="16391"/>
                        </a:cubicBezTo>
                        <a:cubicBezTo>
                          <a:pt x="209422" y="15110"/>
                          <a:pt x="209184" y="13828"/>
                          <a:pt x="208931" y="12547"/>
                        </a:cubicBezTo>
                        <a:cubicBezTo>
                          <a:pt x="208886" y="12279"/>
                          <a:pt x="209050" y="12025"/>
                          <a:pt x="209318" y="11966"/>
                        </a:cubicBezTo>
                        <a:cubicBezTo>
                          <a:pt x="209586" y="11906"/>
                          <a:pt x="209840" y="12085"/>
                          <a:pt x="209899" y="12353"/>
                        </a:cubicBezTo>
                        <a:cubicBezTo>
                          <a:pt x="210153" y="13650"/>
                          <a:pt x="210391" y="14931"/>
                          <a:pt x="210614" y="16228"/>
                        </a:cubicBezTo>
                        <a:cubicBezTo>
                          <a:pt x="210659" y="16496"/>
                          <a:pt x="210480" y="16749"/>
                          <a:pt x="210212" y="16794"/>
                        </a:cubicBezTo>
                        <a:cubicBezTo>
                          <a:pt x="210182" y="16794"/>
                          <a:pt x="210153" y="16794"/>
                          <a:pt x="210123" y="16794"/>
                        </a:cubicBezTo>
                        <a:close/>
                        <a:moveTo>
                          <a:pt x="89035" y="16078"/>
                        </a:moveTo>
                        <a:cubicBezTo>
                          <a:pt x="88797" y="16078"/>
                          <a:pt x="88573" y="15900"/>
                          <a:pt x="88543" y="15646"/>
                        </a:cubicBezTo>
                        <a:cubicBezTo>
                          <a:pt x="88513" y="15378"/>
                          <a:pt x="88692" y="15125"/>
                          <a:pt x="88960" y="15095"/>
                        </a:cubicBezTo>
                        <a:lnTo>
                          <a:pt x="92850" y="14603"/>
                        </a:lnTo>
                        <a:cubicBezTo>
                          <a:pt x="93163" y="14559"/>
                          <a:pt x="93371" y="14767"/>
                          <a:pt x="93401" y="15021"/>
                        </a:cubicBezTo>
                        <a:cubicBezTo>
                          <a:pt x="93431" y="15289"/>
                          <a:pt x="93252" y="15542"/>
                          <a:pt x="92984" y="15572"/>
                        </a:cubicBezTo>
                        <a:lnTo>
                          <a:pt x="89095" y="16064"/>
                        </a:lnTo>
                        <a:cubicBezTo>
                          <a:pt x="89095" y="16064"/>
                          <a:pt x="89050" y="16064"/>
                          <a:pt x="89035" y="16064"/>
                        </a:cubicBezTo>
                        <a:close/>
                        <a:moveTo>
                          <a:pt x="102014" y="14424"/>
                        </a:moveTo>
                        <a:cubicBezTo>
                          <a:pt x="101776" y="14424"/>
                          <a:pt x="101552" y="14246"/>
                          <a:pt x="101522" y="13992"/>
                        </a:cubicBezTo>
                        <a:cubicBezTo>
                          <a:pt x="101493" y="13724"/>
                          <a:pt x="101671" y="13471"/>
                          <a:pt x="101940" y="13441"/>
                        </a:cubicBezTo>
                        <a:lnTo>
                          <a:pt x="105829" y="12949"/>
                        </a:lnTo>
                        <a:cubicBezTo>
                          <a:pt x="106127" y="12905"/>
                          <a:pt x="106350" y="13113"/>
                          <a:pt x="106380" y="13366"/>
                        </a:cubicBezTo>
                        <a:cubicBezTo>
                          <a:pt x="106410" y="13635"/>
                          <a:pt x="106231" y="13888"/>
                          <a:pt x="105963" y="13918"/>
                        </a:cubicBezTo>
                        <a:lnTo>
                          <a:pt x="102074" y="14409"/>
                        </a:lnTo>
                        <a:cubicBezTo>
                          <a:pt x="102074" y="14409"/>
                          <a:pt x="102029" y="14409"/>
                          <a:pt x="102014" y="14409"/>
                        </a:cubicBezTo>
                        <a:close/>
                        <a:moveTo>
                          <a:pt x="114993" y="12755"/>
                        </a:moveTo>
                        <a:cubicBezTo>
                          <a:pt x="114755" y="12755"/>
                          <a:pt x="114531" y="12577"/>
                          <a:pt x="114501" y="12323"/>
                        </a:cubicBezTo>
                        <a:cubicBezTo>
                          <a:pt x="114471" y="12055"/>
                          <a:pt x="114650" y="11802"/>
                          <a:pt x="114919" y="11772"/>
                        </a:cubicBezTo>
                        <a:lnTo>
                          <a:pt x="118808" y="11280"/>
                        </a:lnTo>
                        <a:cubicBezTo>
                          <a:pt x="119106" y="11250"/>
                          <a:pt x="119329" y="11444"/>
                          <a:pt x="119359" y="11698"/>
                        </a:cubicBezTo>
                        <a:cubicBezTo>
                          <a:pt x="119389" y="11966"/>
                          <a:pt x="119210" y="12219"/>
                          <a:pt x="118942" y="12249"/>
                        </a:cubicBezTo>
                        <a:lnTo>
                          <a:pt x="115053" y="12741"/>
                        </a:lnTo>
                        <a:cubicBezTo>
                          <a:pt x="115053" y="12741"/>
                          <a:pt x="115008" y="12741"/>
                          <a:pt x="114993" y="12741"/>
                        </a:cubicBezTo>
                        <a:close/>
                        <a:moveTo>
                          <a:pt x="127972" y="11101"/>
                        </a:moveTo>
                        <a:cubicBezTo>
                          <a:pt x="127734" y="11101"/>
                          <a:pt x="127510" y="10923"/>
                          <a:pt x="127480" y="10669"/>
                        </a:cubicBezTo>
                        <a:cubicBezTo>
                          <a:pt x="127450" y="10401"/>
                          <a:pt x="127629" y="10148"/>
                          <a:pt x="127898" y="10118"/>
                        </a:cubicBezTo>
                        <a:lnTo>
                          <a:pt x="131787" y="9626"/>
                        </a:lnTo>
                        <a:cubicBezTo>
                          <a:pt x="132085" y="9596"/>
                          <a:pt x="132308" y="9790"/>
                          <a:pt x="132338" y="10043"/>
                        </a:cubicBezTo>
                        <a:cubicBezTo>
                          <a:pt x="132368" y="10312"/>
                          <a:pt x="132189" y="10565"/>
                          <a:pt x="131921" y="10595"/>
                        </a:cubicBezTo>
                        <a:lnTo>
                          <a:pt x="128032" y="11087"/>
                        </a:lnTo>
                        <a:cubicBezTo>
                          <a:pt x="128032" y="11087"/>
                          <a:pt x="127987" y="11087"/>
                          <a:pt x="127972" y="11087"/>
                        </a:cubicBezTo>
                        <a:close/>
                        <a:moveTo>
                          <a:pt x="140951" y="9433"/>
                        </a:moveTo>
                        <a:cubicBezTo>
                          <a:pt x="140713" y="9433"/>
                          <a:pt x="140489" y="9254"/>
                          <a:pt x="140459" y="9000"/>
                        </a:cubicBezTo>
                        <a:cubicBezTo>
                          <a:pt x="140430" y="8732"/>
                          <a:pt x="140608" y="8479"/>
                          <a:pt x="140877" y="8449"/>
                        </a:cubicBezTo>
                        <a:lnTo>
                          <a:pt x="144766" y="7957"/>
                        </a:lnTo>
                        <a:cubicBezTo>
                          <a:pt x="145064" y="7927"/>
                          <a:pt x="145287" y="8121"/>
                          <a:pt x="145317" y="8375"/>
                        </a:cubicBezTo>
                        <a:cubicBezTo>
                          <a:pt x="145347" y="8643"/>
                          <a:pt x="145168" y="8896"/>
                          <a:pt x="144900" y="8926"/>
                        </a:cubicBezTo>
                        <a:lnTo>
                          <a:pt x="141011" y="9418"/>
                        </a:lnTo>
                        <a:cubicBezTo>
                          <a:pt x="141011" y="9418"/>
                          <a:pt x="140966" y="9418"/>
                          <a:pt x="140951" y="9418"/>
                        </a:cubicBezTo>
                        <a:close/>
                        <a:moveTo>
                          <a:pt x="153930" y="7779"/>
                        </a:moveTo>
                        <a:cubicBezTo>
                          <a:pt x="153692" y="7779"/>
                          <a:pt x="153468" y="7600"/>
                          <a:pt x="153438" y="7346"/>
                        </a:cubicBezTo>
                        <a:cubicBezTo>
                          <a:pt x="153408" y="7078"/>
                          <a:pt x="153587" y="6825"/>
                          <a:pt x="153856" y="6795"/>
                        </a:cubicBezTo>
                        <a:lnTo>
                          <a:pt x="157745" y="6303"/>
                        </a:lnTo>
                        <a:cubicBezTo>
                          <a:pt x="158058" y="6259"/>
                          <a:pt x="158266" y="6467"/>
                          <a:pt x="158296" y="6720"/>
                        </a:cubicBezTo>
                        <a:cubicBezTo>
                          <a:pt x="158326" y="6989"/>
                          <a:pt x="158147" y="7242"/>
                          <a:pt x="157879" y="7272"/>
                        </a:cubicBezTo>
                        <a:lnTo>
                          <a:pt x="153990" y="7764"/>
                        </a:lnTo>
                        <a:cubicBezTo>
                          <a:pt x="153990" y="7764"/>
                          <a:pt x="153945" y="7764"/>
                          <a:pt x="153930" y="7764"/>
                        </a:cubicBezTo>
                        <a:close/>
                        <a:moveTo>
                          <a:pt x="166909" y="6110"/>
                        </a:moveTo>
                        <a:cubicBezTo>
                          <a:pt x="166671" y="6110"/>
                          <a:pt x="166447" y="5931"/>
                          <a:pt x="166417" y="5677"/>
                        </a:cubicBezTo>
                        <a:cubicBezTo>
                          <a:pt x="166388" y="5409"/>
                          <a:pt x="166566" y="5156"/>
                          <a:pt x="166835" y="5126"/>
                        </a:cubicBezTo>
                        <a:lnTo>
                          <a:pt x="170724" y="4634"/>
                        </a:lnTo>
                        <a:cubicBezTo>
                          <a:pt x="171037" y="4590"/>
                          <a:pt x="171245" y="4798"/>
                          <a:pt x="171275" y="5052"/>
                        </a:cubicBezTo>
                        <a:cubicBezTo>
                          <a:pt x="171305" y="5320"/>
                          <a:pt x="171126" y="5573"/>
                          <a:pt x="170858" y="5603"/>
                        </a:cubicBezTo>
                        <a:lnTo>
                          <a:pt x="166969" y="6095"/>
                        </a:lnTo>
                        <a:cubicBezTo>
                          <a:pt x="166969" y="6095"/>
                          <a:pt x="166924" y="6095"/>
                          <a:pt x="166909" y="6095"/>
                        </a:cubicBezTo>
                        <a:close/>
                        <a:moveTo>
                          <a:pt x="179888" y="4455"/>
                        </a:moveTo>
                        <a:cubicBezTo>
                          <a:pt x="179650" y="4455"/>
                          <a:pt x="179426" y="4277"/>
                          <a:pt x="179396" y="4023"/>
                        </a:cubicBezTo>
                        <a:cubicBezTo>
                          <a:pt x="179367" y="3755"/>
                          <a:pt x="179545" y="3502"/>
                          <a:pt x="179814" y="3472"/>
                        </a:cubicBezTo>
                        <a:lnTo>
                          <a:pt x="183703" y="2980"/>
                        </a:lnTo>
                        <a:cubicBezTo>
                          <a:pt x="184016" y="2950"/>
                          <a:pt x="184224" y="3144"/>
                          <a:pt x="184254" y="3398"/>
                        </a:cubicBezTo>
                        <a:cubicBezTo>
                          <a:pt x="184284" y="3666"/>
                          <a:pt x="184105" y="3919"/>
                          <a:pt x="183837" y="3949"/>
                        </a:cubicBezTo>
                        <a:lnTo>
                          <a:pt x="179948" y="4441"/>
                        </a:lnTo>
                        <a:cubicBezTo>
                          <a:pt x="179948" y="4441"/>
                          <a:pt x="179903" y="4441"/>
                          <a:pt x="179888" y="4441"/>
                        </a:cubicBezTo>
                        <a:close/>
                        <a:moveTo>
                          <a:pt x="207455" y="3994"/>
                        </a:moveTo>
                        <a:cubicBezTo>
                          <a:pt x="207232" y="3994"/>
                          <a:pt x="207038" y="3845"/>
                          <a:pt x="206979" y="3621"/>
                        </a:cubicBezTo>
                        <a:cubicBezTo>
                          <a:pt x="206770" y="2772"/>
                          <a:pt x="206561" y="1922"/>
                          <a:pt x="206353" y="1073"/>
                        </a:cubicBezTo>
                        <a:lnTo>
                          <a:pt x="205921" y="1133"/>
                        </a:lnTo>
                        <a:cubicBezTo>
                          <a:pt x="205637" y="1177"/>
                          <a:pt x="205399" y="984"/>
                          <a:pt x="205369" y="715"/>
                        </a:cubicBezTo>
                        <a:cubicBezTo>
                          <a:pt x="205339" y="447"/>
                          <a:pt x="205518" y="194"/>
                          <a:pt x="205786" y="164"/>
                        </a:cubicBezTo>
                        <a:lnTo>
                          <a:pt x="207083" y="0"/>
                        </a:lnTo>
                        <a:lnTo>
                          <a:pt x="207187" y="417"/>
                        </a:lnTo>
                        <a:cubicBezTo>
                          <a:pt x="207440" y="1401"/>
                          <a:pt x="207694" y="2399"/>
                          <a:pt x="207932" y="3398"/>
                        </a:cubicBezTo>
                        <a:cubicBezTo>
                          <a:pt x="207992" y="3666"/>
                          <a:pt x="207828" y="3919"/>
                          <a:pt x="207575" y="3994"/>
                        </a:cubicBezTo>
                        <a:cubicBezTo>
                          <a:pt x="207530" y="3994"/>
                          <a:pt x="207500" y="3994"/>
                          <a:pt x="207455" y="3994"/>
                        </a:cubicBezTo>
                        <a:close/>
                        <a:moveTo>
                          <a:pt x="192867" y="2801"/>
                        </a:moveTo>
                        <a:cubicBezTo>
                          <a:pt x="192629" y="2801"/>
                          <a:pt x="192405" y="2623"/>
                          <a:pt x="192375" y="2369"/>
                        </a:cubicBezTo>
                        <a:cubicBezTo>
                          <a:pt x="192345" y="2101"/>
                          <a:pt x="192524" y="1848"/>
                          <a:pt x="192792" y="1818"/>
                        </a:cubicBezTo>
                        <a:lnTo>
                          <a:pt x="196682" y="1326"/>
                        </a:lnTo>
                        <a:cubicBezTo>
                          <a:pt x="196980" y="1296"/>
                          <a:pt x="197203" y="1490"/>
                          <a:pt x="197233" y="1743"/>
                        </a:cubicBezTo>
                        <a:cubicBezTo>
                          <a:pt x="197263" y="2012"/>
                          <a:pt x="197084" y="2265"/>
                          <a:pt x="196816" y="2295"/>
                        </a:cubicBezTo>
                        <a:lnTo>
                          <a:pt x="192927" y="2787"/>
                        </a:lnTo>
                        <a:cubicBezTo>
                          <a:pt x="192927" y="2787"/>
                          <a:pt x="192882" y="2787"/>
                          <a:pt x="192867" y="278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9" name="Forme libre : forme 1008">
                    <a:extLst>
                      <a:ext uri="{FF2B5EF4-FFF2-40B4-BE49-F238E27FC236}">
                        <a16:creationId xmlns:a16="http://schemas.microsoft.com/office/drawing/2014/main" id="{8FD0C823-6827-4224-27FF-D744772FAA03}"/>
                      </a:ext>
                    </a:extLst>
                  </p:cNvPr>
                  <p:cNvSpPr/>
                  <p:nvPr/>
                </p:nvSpPr>
                <p:spPr>
                  <a:xfrm>
                    <a:off x="802207" y="734724"/>
                    <a:ext cx="30041" cy="11190"/>
                  </a:xfrm>
                  <a:custGeom>
                    <a:avLst/>
                    <a:gdLst>
                      <a:gd name="connsiteX0" fmla="*/ 194 w 30041"/>
                      <a:gd name="connsiteY0" fmla="*/ 11190 h 11190"/>
                      <a:gd name="connsiteX1" fmla="*/ 0 w 30041"/>
                      <a:gd name="connsiteY1" fmla="*/ 5587 h 11190"/>
                      <a:gd name="connsiteX2" fmla="*/ 2906 w 30041"/>
                      <a:gd name="connsiteY2" fmla="*/ 2682 h 11190"/>
                      <a:gd name="connsiteX3" fmla="*/ 28268 w 30041"/>
                      <a:gd name="connsiteY3" fmla="*/ 1907 h 11190"/>
                      <a:gd name="connsiteX4" fmla="*/ 30041 w 30041"/>
                      <a:gd name="connsiteY4" fmla="*/ 8225 h 11190"/>
                      <a:gd name="connsiteX5" fmla="*/ 179 w 30041"/>
                      <a:gd name="connsiteY5" fmla="*/ 11190 h 111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0041" h="11190">
                        <a:moveTo>
                          <a:pt x="194" y="11190"/>
                        </a:moveTo>
                        <a:lnTo>
                          <a:pt x="0" y="5587"/>
                        </a:lnTo>
                        <a:cubicBezTo>
                          <a:pt x="417" y="4187"/>
                          <a:pt x="1505" y="3099"/>
                          <a:pt x="2906" y="2682"/>
                        </a:cubicBezTo>
                        <a:cubicBezTo>
                          <a:pt x="8151" y="1147"/>
                          <a:pt x="21249" y="-2057"/>
                          <a:pt x="28268" y="1907"/>
                        </a:cubicBezTo>
                        <a:lnTo>
                          <a:pt x="30041" y="8225"/>
                        </a:lnTo>
                        <a:lnTo>
                          <a:pt x="179" y="11190"/>
                        </a:lnTo>
                        <a:close/>
                      </a:path>
                    </a:pathLst>
                  </a:custGeom>
                  <a:solidFill>
                    <a:srgbClr val="FFBC00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0" name="Forme libre : forme 1009">
                    <a:extLst>
                      <a:ext uri="{FF2B5EF4-FFF2-40B4-BE49-F238E27FC236}">
                        <a16:creationId xmlns:a16="http://schemas.microsoft.com/office/drawing/2014/main" id="{28658618-6288-1125-4F22-AEFE4FBBE5C8}"/>
                      </a:ext>
                    </a:extLst>
                  </p:cNvPr>
                  <p:cNvSpPr/>
                  <p:nvPr/>
                </p:nvSpPr>
                <p:spPr>
                  <a:xfrm>
                    <a:off x="809568" y="717527"/>
                    <a:ext cx="11068" cy="21445"/>
                  </a:xfrm>
                  <a:custGeom>
                    <a:avLst/>
                    <a:gdLst>
                      <a:gd name="connsiteX0" fmla="*/ 8896 w 11068"/>
                      <a:gd name="connsiteY0" fmla="*/ 20921 h 21445"/>
                      <a:gd name="connsiteX1" fmla="*/ 5186 w 11068"/>
                      <a:gd name="connsiteY1" fmla="*/ 21398 h 21445"/>
                      <a:gd name="connsiteX2" fmla="*/ 2220 w 11068"/>
                      <a:gd name="connsiteY2" fmla="*/ 18478 h 21445"/>
                      <a:gd name="connsiteX3" fmla="*/ 0 w 11068"/>
                      <a:gd name="connsiteY3" fmla="*/ 1132 h 21445"/>
                      <a:gd name="connsiteX4" fmla="*/ 8822 w 11068"/>
                      <a:gd name="connsiteY4" fmla="*/ 0 h 21445"/>
                      <a:gd name="connsiteX5" fmla="*/ 11042 w 11068"/>
                      <a:gd name="connsiteY5" fmla="*/ 17330 h 21445"/>
                      <a:gd name="connsiteX6" fmla="*/ 8896 w 11068"/>
                      <a:gd name="connsiteY6" fmla="*/ 20921 h 214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1068" h="21445">
                        <a:moveTo>
                          <a:pt x="8896" y="20921"/>
                        </a:moveTo>
                        <a:cubicBezTo>
                          <a:pt x="7704" y="21383"/>
                          <a:pt x="6467" y="21532"/>
                          <a:pt x="5186" y="21398"/>
                        </a:cubicBezTo>
                        <a:cubicBezTo>
                          <a:pt x="3636" y="21219"/>
                          <a:pt x="2414" y="20012"/>
                          <a:pt x="2220" y="18478"/>
                        </a:cubicBezTo>
                        <a:lnTo>
                          <a:pt x="0" y="1132"/>
                        </a:lnTo>
                        <a:lnTo>
                          <a:pt x="8822" y="0"/>
                        </a:lnTo>
                        <a:lnTo>
                          <a:pt x="11042" y="17330"/>
                        </a:lnTo>
                        <a:cubicBezTo>
                          <a:pt x="11236" y="18880"/>
                          <a:pt x="10356" y="20355"/>
                          <a:pt x="8896" y="20921"/>
                        </a:cubicBezTo>
                        <a:close/>
                      </a:path>
                    </a:pathLst>
                  </a:custGeom>
                  <a:solidFill>
                    <a:srgbClr val="FFBC00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1" name="Forme libre : forme 1010">
                    <a:extLst>
                      <a:ext uri="{FF2B5EF4-FFF2-40B4-BE49-F238E27FC236}">
                        <a16:creationId xmlns:a16="http://schemas.microsoft.com/office/drawing/2014/main" id="{273A1BDA-8E03-C28E-BDC9-D291D532EEC0}"/>
                      </a:ext>
                    </a:extLst>
                  </p:cNvPr>
                  <p:cNvSpPr/>
                  <p:nvPr/>
                </p:nvSpPr>
                <p:spPr>
                  <a:xfrm>
                    <a:off x="887710" y="723786"/>
                    <a:ext cx="30041" cy="11190"/>
                  </a:xfrm>
                  <a:custGeom>
                    <a:avLst/>
                    <a:gdLst>
                      <a:gd name="connsiteX0" fmla="*/ 194 w 30041"/>
                      <a:gd name="connsiteY0" fmla="*/ 11190 h 11190"/>
                      <a:gd name="connsiteX1" fmla="*/ 0 w 30041"/>
                      <a:gd name="connsiteY1" fmla="*/ 5587 h 11190"/>
                      <a:gd name="connsiteX2" fmla="*/ 2906 w 30041"/>
                      <a:gd name="connsiteY2" fmla="*/ 2682 h 11190"/>
                      <a:gd name="connsiteX3" fmla="*/ 28268 w 30041"/>
                      <a:gd name="connsiteY3" fmla="*/ 1907 h 11190"/>
                      <a:gd name="connsiteX4" fmla="*/ 30041 w 30041"/>
                      <a:gd name="connsiteY4" fmla="*/ 8225 h 11190"/>
                      <a:gd name="connsiteX5" fmla="*/ 179 w 30041"/>
                      <a:gd name="connsiteY5" fmla="*/ 11190 h 111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0041" h="11190">
                        <a:moveTo>
                          <a:pt x="194" y="11190"/>
                        </a:moveTo>
                        <a:lnTo>
                          <a:pt x="0" y="5587"/>
                        </a:lnTo>
                        <a:cubicBezTo>
                          <a:pt x="417" y="4187"/>
                          <a:pt x="1505" y="3099"/>
                          <a:pt x="2906" y="2682"/>
                        </a:cubicBezTo>
                        <a:cubicBezTo>
                          <a:pt x="8151" y="1147"/>
                          <a:pt x="21249" y="-2057"/>
                          <a:pt x="28268" y="1907"/>
                        </a:cubicBezTo>
                        <a:lnTo>
                          <a:pt x="30041" y="8225"/>
                        </a:lnTo>
                        <a:lnTo>
                          <a:pt x="179" y="11190"/>
                        </a:lnTo>
                        <a:close/>
                      </a:path>
                    </a:pathLst>
                  </a:custGeom>
                  <a:solidFill>
                    <a:srgbClr val="FFBC00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2" name="Forme libre : forme 1011">
                    <a:extLst>
                      <a:ext uri="{FF2B5EF4-FFF2-40B4-BE49-F238E27FC236}">
                        <a16:creationId xmlns:a16="http://schemas.microsoft.com/office/drawing/2014/main" id="{6EE10DFB-1C2A-1E72-1BC0-22EDF2CCF681}"/>
                      </a:ext>
                    </a:extLst>
                  </p:cNvPr>
                  <p:cNvSpPr/>
                  <p:nvPr/>
                </p:nvSpPr>
                <p:spPr>
                  <a:xfrm>
                    <a:off x="894818" y="704757"/>
                    <a:ext cx="11306" cy="23278"/>
                  </a:xfrm>
                  <a:custGeom>
                    <a:avLst/>
                    <a:gdLst>
                      <a:gd name="connsiteX0" fmla="*/ 9134 w 11306"/>
                      <a:gd name="connsiteY0" fmla="*/ 22754 h 23278"/>
                      <a:gd name="connsiteX1" fmla="*/ 5424 w 11306"/>
                      <a:gd name="connsiteY1" fmla="*/ 23231 h 23278"/>
                      <a:gd name="connsiteX2" fmla="*/ 2459 w 11306"/>
                      <a:gd name="connsiteY2" fmla="*/ 20310 h 23278"/>
                      <a:gd name="connsiteX3" fmla="*/ 0 w 11306"/>
                      <a:gd name="connsiteY3" fmla="*/ 1133 h 23278"/>
                      <a:gd name="connsiteX4" fmla="*/ 8822 w 11306"/>
                      <a:gd name="connsiteY4" fmla="*/ 0 h 23278"/>
                      <a:gd name="connsiteX5" fmla="*/ 11280 w 11306"/>
                      <a:gd name="connsiteY5" fmla="*/ 19163 h 23278"/>
                      <a:gd name="connsiteX6" fmla="*/ 9134 w 11306"/>
                      <a:gd name="connsiteY6" fmla="*/ 22754 h 232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1306" h="23278">
                        <a:moveTo>
                          <a:pt x="9134" y="22754"/>
                        </a:moveTo>
                        <a:cubicBezTo>
                          <a:pt x="7942" y="23216"/>
                          <a:pt x="6706" y="23365"/>
                          <a:pt x="5424" y="23231"/>
                        </a:cubicBezTo>
                        <a:cubicBezTo>
                          <a:pt x="3874" y="23052"/>
                          <a:pt x="2652" y="21845"/>
                          <a:pt x="2459" y="20310"/>
                        </a:cubicBezTo>
                        <a:lnTo>
                          <a:pt x="0" y="1133"/>
                        </a:lnTo>
                        <a:lnTo>
                          <a:pt x="8822" y="0"/>
                        </a:lnTo>
                        <a:lnTo>
                          <a:pt x="11280" y="19163"/>
                        </a:lnTo>
                        <a:cubicBezTo>
                          <a:pt x="11474" y="20713"/>
                          <a:pt x="10595" y="22188"/>
                          <a:pt x="9134" y="22754"/>
                        </a:cubicBezTo>
                        <a:close/>
                      </a:path>
                    </a:pathLst>
                  </a:custGeom>
                  <a:solidFill>
                    <a:srgbClr val="FFBC00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3" name="Forme libre : forme 1012">
                    <a:extLst>
                      <a:ext uri="{FF2B5EF4-FFF2-40B4-BE49-F238E27FC236}">
                        <a16:creationId xmlns:a16="http://schemas.microsoft.com/office/drawing/2014/main" id="{FDEA99F9-E6BA-3F58-BA79-9C7BF8C9792D}"/>
                      </a:ext>
                    </a:extLst>
                  </p:cNvPr>
                  <p:cNvSpPr/>
                  <p:nvPr/>
                </p:nvSpPr>
                <p:spPr>
                  <a:xfrm>
                    <a:off x="803509" y="683374"/>
                    <a:ext cx="104168" cy="39706"/>
                  </a:xfrm>
                  <a:custGeom>
                    <a:avLst/>
                    <a:gdLst>
                      <a:gd name="connsiteX0" fmla="*/ 5701 w 104168"/>
                      <a:gd name="connsiteY0" fmla="*/ 39652 h 39706"/>
                      <a:gd name="connsiteX1" fmla="*/ 100235 w 104168"/>
                      <a:gd name="connsiteY1" fmla="*/ 24364 h 39706"/>
                      <a:gd name="connsiteX2" fmla="*/ 104124 w 104168"/>
                      <a:gd name="connsiteY2" fmla="*/ 20042 h 39706"/>
                      <a:gd name="connsiteX3" fmla="*/ 102873 w 104168"/>
                      <a:gd name="connsiteY3" fmla="*/ 7972 h 39706"/>
                      <a:gd name="connsiteX4" fmla="*/ 91071 w 104168"/>
                      <a:gd name="connsiteY4" fmla="*/ 60 h 39706"/>
                      <a:gd name="connsiteX5" fmla="*/ 4629 w 104168"/>
                      <a:gd name="connsiteY5" fmla="*/ 20698 h 39706"/>
                      <a:gd name="connsiteX6" fmla="*/ 158 w 104168"/>
                      <a:gd name="connsiteY6" fmla="*/ 27389 h 39706"/>
                      <a:gd name="connsiteX7" fmla="*/ 1172 w 104168"/>
                      <a:gd name="connsiteY7" fmla="*/ 37059 h 39706"/>
                      <a:gd name="connsiteX8" fmla="*/ 5701 w 104168"/>
                      <a:gd name="connsiteY8" fmla="*/ 39652 h 397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4168" h="39706">
                        <a:moveTo>
                          <a:pt x="5701" y="39652"/>
                        </a:moveTo>
                        <a:lnTo>
                          <a:pt x="100235" y="24364"/>
                        </a:lnTo>
                        <a:cubicBezTo>
                          <a:pt x="102396" y="24021"/>
                          <a:pt x="104020" y="22218"/>
                          <a:pt x="104124" y="20042"/>
                        </a:cubicBezTo>
                        <a:cubicBezTo>
                          <a:pt x="104258" y="17002"/>
                          <a:pt x="104154" y="12502"/>
                          <a:pt x="102873" y="7972"/>
                        </a:cubicBezTo>
                        <a:cubicBezTo>
                          <a:pt x="101427" y="2831"/>
                          <a:pt x="96420" y="-492"/>
                          <a:pt x="91071" y="60"/>
                        </a:cubicBezTo>
                        <a:cubicBezTo>
                          <a:pt x="73309" y="1907"/>
                          <a:pt x="28232" y="7689"/>
                          <a:pt x="4629" y="20698"/>
                        </a:cubicBezTo>
                        <a:cubicBezTo>
                          <a:pt x="2140" y="22069"/>
                          <a:pt x="471" y="24572"/>
                          <a:pt x="158" y="27389"/>
                        </a:cubicBezTo>
                        <a:cubicBezTo>
                          <a:pt x="-140" y="30086"/>
                          <a:pt x="-125" y="33617"/>
                          <a:pt x="1172" y="37059"/>
                        </a:cubicBezTo>
                        <a:cubicBezTo>
                          <a:pt x="1857" y="38892"/>
                          <a:pt x="3764" y="39965"/>
                          <a:pt x="5701" y="39652"/>
                        </a:cubicBezTo>
                        <a:close/>
                      </a:path>
                    </a:pathLst>
                  </a:custGeom>
                  <a:solidFill>
                    <a:srgbClr val="FFBC00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4" name="Forme libre : forme 1013">
                    <a:extLst>
                      <a:ext uri="{FF2B5EF4-FFF2-40B4-BE49-F238E27FC236}">
                        <a16:creationId xmlns:a16="http://schemas.microsoft.com/office/drawing/2014/main" id="{78F19554-A56B-D9B5-52C0-992E876CDBB0}"/>
                      </a:ext>
                    </a:extLst>
                  </p:cNvPr>
                  <p:cNvSpPr/>
                  <p:nvPr/>
                </p:nvSpPr>
                <p:spPr>
                  <a:xfrm>
                    <a:off x="805093" y="696234"/>
                    <a:ext cx="30194" cy="22947"/>
                  </a:xfrm>
                  <a:custGeom>
                    <a:avLst/>
                    <a:gdLst>
                      <a:gd name="connsiteX0" fmla="*/ 1793 w 30194"/>
                      <a:gd name="connsiteY0" fmla="*/ 22947 h 22947"/>
                      <a:gd name="connsiteX1" fmla="*/ 527 w 30194"/>
                      <a:gd name="connsiteY1" fmla="*/ 21934 h 22947"/>
                      <a:gd name="connsiteX2" fmla="*/ 169 w 30194"/>
                      <a:gd name="connsiteY2" fmla="*/ 14379 h 22947"/>
                      <a:gd name="connsiteX3" fmla="*/ 5384 w 30194"/>
                      <a:gd name="connsiteY3" fmla="*/ 7525 h 22947"/>
                      <a:gd name="connsiteX4" fmla="*/ 28690 w 30194"/>
                      <a:gd name="connsiteY4" fmla="*/ 14 h 22947"/>
                      <a:gd name="connsiteX5" fmla="*/ 30180 w 30194"/>
                      <a:gd name="connsiteY5" fmla="*/ 1102 h 22947"/>
                      <a:gd name="connsiteX6" fmla="*/ 29092 w 30194"/>
                      <a:gd name="connsiteY6" fmla="*/ 2592 h 22947"/>
                      <a:gd name="connsiteX7" fmla="*/ 6428 w 30194"/>
                      <a:gd name="connsiteY7" fmla="*/ 9909 h 22947"/>
                      <a:gd name="connsiteX8" fmla="*/ 2762 w 30194"/>
                      <a:gd name="connsiteY8" fmla="*/ 14722 h 22947"/>
                      <a:gd name="connsiteX9" fmla="*/ 3075 w 30194"/>
                      <a:gd name="connsiteY9" fmla="*/ 21323 h 22947"/>
                      <a:gd name="connsiteX10" fmla="*/ 2091 w 30194"/>
                      <a:gd name="connsiteY10" fmla="*/ 22888 h 22947"/>
                      <a:gd name="connsiteX11" fmla="*/ 1793 w 30194"/>
                      <a:gd name="connsiteY11" fmla="*/ 22918 h 229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0194" h="22947">
                        <a:moveTo>
                          <a:pt x="1793" y="22947"/>
                        </a:moveTo>
                        <a:cubicBezTo>
                          <a:pt x="1197" y="22947"/>
                          <a:pt x="661" y="22545"/>
                          <a:pt x="527" y="21934"/>
                        </a:cubicBezTo>
                        <a:cubicBezTo>
                          <a:pt x="497" y="21785"/>
                          <a:pt x="-353" y="18104"/>
                          <a:pt x="169" y="14379"/>
                        </a:cubicBezTo>
                        <a:cubicBezTo>
                          <a:pt x="586" y="11369"/>
                          <a:pt x="2583" y="8746"/>
                          <a:pt x="5384" y="7525"/>
                        </a:cubicBezTo>
                        <a:cubicBezTo>
                          <a:pt x="10510" y="5274"/>
                          <a:pt x="20360" y="1311"/>
                          <a:pt x="28690" y="14"/>
                        </a:cubicBezTo>
                        <a:cubicBezTo>
                          <a:pt x="29405" y="-90"/>
                          <a:pt x="30076" y="387"/>
                          <a:pt x="30180" y="1102"/>
                        </a:cubicBezTo>
                        <a:cubicBezTo>
                          <a:pt x="30284" y="1817"/>
                          <a:pt x="29808" y="2488"/>
                          <a:pt x="29092" y="2592"/>
                        </a:cubicBezTo>
                        <a:cubicBezTo>
                          <a:pt x="20748" y="3904"/>
                          <a:pt x="10466" y="8150"/>
                          <a:pt x="6428" y="9909"/>
                        </a:cubicBezTo>
                        <a:cubicBezTo>
                          <a:pt x="4461" y="10773"/>
                          <a:pt x="3045" y="12621"/>
                          <a:pt x="2762" y="14722"/>
                        </a:cubicBezTo>
                        <a:cubicBezTo>
                          <a:pt x="2315" y="17970"/>
                          <a:pt x="3075" y="21293"/>
                          <a:pt x="3075" y="21323"/>
                        </a:cubicBezTo>
                        <a:cubicBezTo>
                          <a:pt x="3239" y="22023"/>
                          <a:pt x="2792" y="22724"/>
                          <a:pt x="2091" y="22888"/>
                        </a:cubicBezTo>
                        <a:cubicBezTo>
                          <a:pt x="1987" y="22903"/>
                          <a:pt x="1898" y="22918"/>
                          <a:pt x="1793" y="22918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8000"/>
                    </a:srgbClr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5" name="Forme libre : forme 1014">
                    <a:extLst>
                      <a:ext uri="{FF2B5EF4-FFF2-40B4-BE49-F238E27FC236}">
                        <a16:creationId xmlns:a16="http://schemas.microsoft.com/office/drawing/2014/main" id="{F14141C3-46D0-139F-8D35-FE6E82DF471E}"/>
                      </a:ext>
                    </a:extLst>
                  </p:cNvPr>
                  <p:cNvSpPr/>
                  <p:nvPr/>
                </p:nvSpPr>
                <p:spPr>
                  <a:xfrm>
                    <a:off x="750929" y="726438"/>
                    <a:ext cx="230682" cy="101477"/>
                  </a:xfrm>
                  <a:custGeom>
                    <a:avLst/>
                    <a:gdLst>
                      <a:gd name="connsiteX0" fmla="*/ 7156 w 230682"/>
                      <a:gd name="connsiteY0" fmla="*/ 22963 h 101477"/>
                      <a:gd name="connsiteX1" fmla="*/ 209396 w 230682"/>
                      <a:gd name="connsiteY1" fmla="*/ 0 h 101477"/>
                      <a:gd name="connsiteX2" fmla="*/ 216921 w 230682"/>
                      <a:gd name="connsiteY2" fmla="*/ 5216 h 101477"/>
                      <a:gd name="connsiteX3" fmla="*/ 230645 w 230682"/>
                      <a:gd name="connsiteY3" fmla="*/ 62317 h 101477"/>
                      <a:gd name="connsiteX4" fmla="*/ 225862 w 230682"/>
                      <a:gd name="connsiteY4" fmla="*/ 69589 h 101477"/>
                      <a:gd name="connsiteX5" fmla="*/ 140015 w 230682"/>
                      <a:gd name="connsiteY5" fmla="*/ 97484 h 101477"/>
                      <a:gd name="connsiteX6" fmla="*/ 108767 w 230682"/>
                      <a:gd name="connsiteY6" fmla="*/ 101478 h 101477"/>
                      <a:gd name="connsiteX7" fmla="*/ 12654 w 230682"/>
                      <a:gd name="connsiteY7" fmla="*/ 94847 h 101477"/>
                      <a:gd name="connsiteX8" fmla="*/ 5874 w 230682"/>
                      <a:gd name="connsiteY8" fmla="*/ 88797 h 101477"/>
                      <a:gd name="connsiteX9" fmla="*/ 122 w 230682"/>
                      <a:gd name="connsiteY9" fmla="*/ 30667 h 101477"/>
                      <a:gd name="connsiteX10" fmla="*/ 7156 w 230682"/>
                      <a:gd name="connsiteY10" fmla="*/ 22963 h 1014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30682" h="101477">
                        <a:moveTo>
                          <a:pt x="7156" y="22963"/>
                        </a:moveTo>
                        <a:cubicBezTo>
                          <a:pt x="37778" y="18642"/>
                          <a:pt x="170265" y="269"/>
                          <a:pt x="209396" y="0"/>
                        </a:cubicBezTo>
                        <a:cubicBezTo>
                          <a:pt x="212763" y="-29"/>
                          <a:pt x="215788" y="2057"/>
                          <a:pt x="216921" y="5216"/>
                        </a:cubicBezTo>
                        <a:cubicBezTo>
                          <a:pt x="220512" y="15215"/>
                          <a:pt x="228156" y="38550"/>
                          <a:pt x="230645" y="62317"/>
                        </a:cubicBezTo>
                        <a:cubicBezTo>
                          <a:pt x="230988" y="65551"/>
                          <a:pt x="228961" y="68576"/>
                          <a:pt x="225862" y="69589"/>
                        </a:cubicBezTo>
                        <a:lnTo>
                          <a:pt x="140015" y="97484"/>
                        </a:lnTo>
                        <a:lnTo>
                          <a:pt x="108767" y="101478"/>
                        </a:lnTo>
                        <a:lnTo>
                          <a:pt x="12654" y="94847"/>
                        </a:lnTo>
                        <a:cubicBezTo>
                          <a:pt x="9272" y="94608"/>
                          <a:pt x="6470" y="92120"/>
                          <a:pt x="5874" y="88797"/>
                        </a:cubicBezTo>
                        <a:cubicBezTo>
                          <a:pt x="3743" y="76950"/>
                          <a:pt x="-802" y="49085"/>
                          <a:pt x="122" y="30667"/>
                        </a:cubicBezTo>
                        <a:cubicBezTo>
                          <a:pt x="316" y="26748"/>
                          <a:pt x="3252" y="23515"/>
                          <a:pt x="7156" y="22963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6" name="Forme libre : forme 1015">
                    <a:extLst>
                      <a:ext uri="{FF2B5EF4-FFF2-40B4-BE49-F238E27FC236}">
                        <a16:creationId xmlns:a16="http://schemas.microsoft.com/office/drawing/2014/main" id="{B2C106D5-2AC7-9EDC-9F83-4ACA8DD8C70C}"/>
                      </a:ext>
                    </a:extLst>
                  </p:cNvPr>
                  <p:cNvSpPr/>
                  <p:nvPr/>
                </p:nvSpPr>
                <p:spPr>
                  <a:xfrm>
                    <a:off x="758069" y="733606"/>
                    <a:ext cx="216041" cy="87127"/>
                  </a:xfrm>
                  <a:custGeom>
                    <a:avLst/>
                    <a:gdLst>
                      <a:gd name="connsiteX0" fmla="*/ 101403 w 216041"/>
                      <a:gd name="connsiteY0" fmla="*/ 87128 h 87127"/>
                      <a:gd name="connsiteX1" fmla="*/ 101373 w 216041"/>
                      <a:gd name="connsiteY1" fmla="*/ 87128 h 87127"/>
                      <a:gd name="connsiteX2" fmla="*/ 97454 w 216041"/>
                      <a:gd name="connsiteY2" fmla="*/ 86860 h 87127"/>
                      <a:gd name="connsiteX3" fmla="*/ 96992 w 216041"/>
                      <a:gd name="connsiteY3" fmla="*/ 86338 h 87127"/>
                      <a:gd name="connsiteX4" fmla="*/ 97514 w 216041"/>
                      <a:gd name="connsiteY4" fmla="*/ 85876 h 87127"/>
                      <a:gd name="connsiteX5" fmla="*/ 101433 w 216041"/>
                      <a:gd name="connsiteY5" fmla="*/ 86144 h 87127"/>
                      <a:gd name="connsiteX6" fmla="*/ 101895 w 216041"/>
                      <a:gd name="connsiteY6" fmla="*/ 86666 h 87127"/>
                      <a:gd name="connsiteX7" fmla="*/ 101403 w 216041"/>
                      <a:gd name="connsiteY7" fmla="*/ 87128 h 87127"/>
                      <a:gd name="connsiteX8" fmla="*/ 104979 w 216041"/>
                      <a:gd name="connsiteY8" fmla="*/ 86666 h 87127"/>
                      <a:gd name="connsiteX9" fmla="*/ 104488 w 216041"/>
                      <a:gd name="connsiteY9" fmla="*/ 86234 h 87127"/>
                      <a:gd name="connsiteX10" fmla="*/ 104905 w 216041"/>
                      <a:gd name="connsiteY10" fmla="*/ 85682 h 87127"/>
                      <a:gd name="connsiteX11" fmla="*/ 108794 w 216041"/>
                      <a:gd name="connsiteY11" fmla="*/ 85191 h 87127"/>
                      <a:gd name="connsiteX12" fmla="*/ 109345 w 216041"/>
                      <a:gd name="connsiteY12" fmla="*/ 85608 h 87127"/>
                      <a:gd name="connsiteX13" fmla="*/ 108928 w 216041"/>
                      <a:gd name="connsiteY13" fmla="*/ 86159 h 87127"/>
                      <a:gd name="connsiteX14" fmla="*/ 105039 w 216041"/>
                      <a:gd name="connsiteY14" fmla="*/ 86651 h 87127"/>
                      <a:gd name="connsiteX15" fmla="*/ 104979 w 216041"/>
                      <a:gd name="connsiteY15" fmla="*/ 86651 h 87127"/>
                      <a:gd name="connsiteX16" fmla="*/ 88350 w 216041"/>
                      <a:gd name="connsiteY16" fmla="*/ 86219 h 87127"/>
                      <a:gd name="connsiteX17" fmla="*/ 88320 w 216041"/>
                      <a:gd name="connsiteY17" fmla="*/ 86219 h 87127"/>
                      <a:gd name="connsiteX18" fmla="*/ 84401 w 216041"/>
                      <a:gd name="connsiteY18" fmla="*/ 85950 h 87127"/>
                      <a:gd name="connsiteX19" fmla="*/ 83939 w 216041"/>
                      <a:gd name="connsiteY19" fmla="*/ 85429 h 87127"/>
                      <a:gd name="connsiteX20" fmla="*/ 84460 w 216041"/>
                      <a:gd name="connsiteY20" fmla="*/ 84967 h 87127"/>
                      <a:gd name="connsiteX21" fmla="*/ 88379 w 216041"/>
                      <a:gd name="connsiteY21" fmla="*/ 85235 h 87127"/>
                      <a:gd name="connsiteX22" fmla="*/ 88841 w 216041"/>
                      <a:gd name="connsiteY22" fmla="*/ 85757 h 87127"/>
                      <a:gd name="connsiteX23" fmla="*/ 88350 w 216041"/>
                      <a:gd name="connsiteY23" fmla="*/ 86219 h 87127"/>
                      <a:gd name="connsiteX24" fmla="*/ 75296 w 216041"/>
                      <a:gd name="connsiteY24" fmla="*/ 85310 h 87127"/>
                      <a:gd name="connsiteX25" fmla="*/ 75266 w 216041"/>
                      <a:gd name="connsiteY25" fmla="*/ 85310 h 87127"/>
                      <a:gd name="connsiteX26" fmla="*/ 71347 w 216041"/>
                      <a:gd name="connsiteY26" fmla="*/ 85042 h 87127"/>
                      <a:gd name="connsiteX27" fmla="*/ 70885 w 216041"/>
                      <a:gd name="connsiteY27" fmla="*/ 84520 h 87127"/>
                      <a:gd name="connsiteX28" fmla="*/ 71407 w 216041"/>
                      <a:gd name="connsiteY28" fmla="*/ 84058 h 87127"/>
                      <a:gd name="connsiteX29" fmla="*/ 75326 w 216041"/>
                      <a:gd name="connsiteY29" fmla="*/ 84326 h 87127"/>
                      <a:gd name="connsiteX30" fmla="*/ 75788 w 216041"/>
                      <a:gd name="connsiteY30" fmla="*/ 84848 h 87127"/>
                      <a:gd name="connsiteX31" fmla="*/ 75296 w 216041"/>
                      <a:gd name="connsiteY31" fmla="*/ 85310 h 87127"/>
                      <a:gd name="connsiteX32" fmla="*/ 117973 w 216041"/>
                      <a:gd name="connsiteY32" fmla="*/ 84997 h 87127"/>
                      <a:gd name="connsiteX33" fmla="*/ 117482 w 216041"/>
                      <a:gd name="connsiteY33" fmla="*/ 84565 h 87127"/>
                      <a:gd name="connsiteX34" fmla="*/ 117899 w 216041"/>
                      <a:gd name="connsiteY34" fmla="*/ 84013 h 87127"/>
                      <a:gd name="connsiteX35" fmla="*/ 121788 w 216041"/>
                      <a:gd name="connsiteY35" fmla="*/ 83522 h 87127"/>
                      <a:gd name="connsiteX36" fmla="*/ 122339 w 216041"/>
                      <a:gd name="connsiteY36" fmla="*/ 83939 h 87127"/>
                      <a:gd name="connsiteX37" fmla="*/ 121922 w 216041"/>
                      <a:gd name="connsiteY37" fmla="*/ 84490 h 87127"/>
                      <a:gd name="connsiteX38" fmla="*/ 118033 w 216041"/>
                      <a:gd name="connsiteY38" fmla="*/ 84982 h 87127"/>
                      <a:gd name="connsiteX39" fmla="*/ 117973 w 216041"/>
                      <a:gd name="connsiteY39" fmla="*/ 84982 h 87127"/>
                      <a:gd name="connsiteX40" fmla="*/ 62243 w 216041"/>
                      <a:gd name="connsiteY40" fmla="*/ 84416 h 87127"/>
                      <a:gd name="connsiteX41" fmla="*/ 62213 w 216041"/>
                      <a:gd name="connsiteY41" fmla="*/ 84416 h 87127"/>
                      <a:gd name="connsiteX42" fmla="*/ 58294 w 216041"/>
                      <a:gd name="connsiteY42" fmla="*/ 84147 h 87127"/>
                      <a:gd name="connsiteX43" fmla="*/ 57832 w 216041"/>
                      <a:gd name="connsiteY43" fmla="*/ 83626 h 87127"/>
                      <a:gd name="connsiteX44" fmla="*/ 58353 w 216041"/>
                      <a:gd name="connsiteY44" fmla="*/ 83164 h 87127"/>
                      <a:gd name="connsiteX45" fmla="*/ 62272 w 216041"/>
                      <a:gd name="connsiteY45" fmla="*/ 83432 h 87127"/>
                      <a:gd name="connsiteX46" fmla="*/ 62734 w 216041"/>
                      <a:gd name="connsiteY46" fmla="*/ 83954 h 87127"/>
                      <a:gd name="connsiteX47" fmla="*/ 62243 w 216041"/>
                      <a:gd name="connsiteY47" fmla="*/ 84416 h 87127"/>
                      <a:gd name="connsiteX48" fmla="*/ 49189 w 216041"/>
                      <a:gd name="connsiteY48" fmla="*/ 83522 h 87127"/>
                      <a:gd name="connsiteX49" fmla="*/ 49159 w 216041"/>
                      <a:gd name="connsiteY49" fmla="*/ 83522 h 87127"/>
                      <a:gd name="connsiteX50" fmla="*/ 45240 w 216041"/>
                      <a:gd name="connsiteY50" fmla="*/ 83253 h 87127"/>
                      <a:gd name="connsiteX51" fmla="*/ 44778 w 216041"/>
                      <a:gd name="connsiteY51" fmla="*/ 82732 h 87127"/>
                      <a:gd name="connsiteX52" fmla="*/ 45300 w 216041"/>
                      <a:gd name="connsiteY52" fmla="*/ 82270 h 87127"/>
                      <a:gd name="connsiteX53" fmla="*/ 49219 w 216041"/>
                      <a:gd name="connsiteY53" fmla="*/ 82538 h 87127"/>
                      <a:gd name="connsiteX54" fmla="*/ 49681 w 216041"/>
                      <a:gd name="connsiteY54" fmla="*/ 83060 h 87127"/>
                      <a:gd name="connsiteX55" fmla="*/ 49189 w 216041"/>
                      <a:gd name="connsiteY55" fmla="*/ 83522 h 87127"/>
                      <a:gd name="connsiteX56" fmla="*/ 130952 w 216041"/>
                      <a:gd name="connsiteY56" fmla="*/ 83343 h 87127"/>
                      <a:gd name="connsiteX57" fmla="*/ 130461 w 216041"/>
                      <a:gd name="connsiteY57" fmla="*/ 82911 h 87127"/>
                      <a:gd name="connsiteX58" fmla="*/ 130893 w 216041"/>
                      <a:gd name="connsiteY58" fmla="*/ 82359 h 87127"/>
                      <a:gd name="connsiteX59" fmla="*/ 131146 w 216041"/>
                      <a:gd name="connsiteY59" fmla="*/ 82329 h 87127"/>
                      <a:gd name="connsiteX60" fmla="*/ 134544 w 216041"/>
                      <a:gd name="connsiteY60" fmla="*/ 81212 h 87127"/>
                      <a:gd name="connsiteX61" fmla="*/ 135169 w 216041"/>
                      <a:gd name="connsiteY61" fmla="*/ 81525 h 87127"/>
                      <a:gd name="connsiteX62" fmla="*/ 134856 w 216041"/>
                      <a:gd name="connsiteY62" fmla="*/ 82151 h 87127"/>
                      <a:gd name="connsiteX63" fmla="*/ 131027 w 216041"/>
                      <a:gd name="connsiteY63" fmla="*/ 83343 h 87127"/>
                      <a:gd name="connsiteX64" fmla="*/ 130967 w 216041"/>
                      <a:gd name="connsiteY64" fmla="*/ 83343 h 87127"/>
                      <a:gd name="connsiteX65" fmla="*/ 36136 w 216041"/>
                      <a:gd name="connsiteY65" fmla="*/ 82613 h 87127"/>
                      <a:gd name="connsiteX66" fmla="*/ 36106 w 216041"/>
                      <a:gd name="connsiteY66" fmla="*/ 82613 h 87127"/>
                      <a:gd name="connsiteX67" fmla="*/ 32187 w 216041"/>
                      <a:gd name="connsiteY67" fmla="*/ 82344 h 87127"/>
                      <a:gd name="connsiteX68" fmla="*/ 31725 w 216041"/>
                      <a:gd name="connsiteY68" fmla="*/ 81823 h 87127"/>
                      <a:gd name="connsiteX69" fmla="*/ 32246 w 216041"/>
                      <a:gd name="connsiteY69" fmla="*/ 81361 h 87127"/>
                      <a:gd name="connsiteX70" fmla="*/ 36165 w 216041"/>
                      <a:gd name="connsiteY70" fmla="*/ 81629 h 87127"/>
                      <a:gd name="connsiteX71" fmla="*/ 36627 w 216041"/>
                      <a:gd name="connsiteY71" fmla="*/ 82151 h 87127"/>
                      <a:gd name="connsiteX72" fmla="*/ 36136 w 216041"/>
                      <a:gd name="connsiteY72" fmla="*/ 82613 h 87127"/>
                      <a:gd name="connsiteX73" fmla="*/ 23082 w 216041"/>
                      <a:gd name="connsiteY73" fmla="*/ 81704 h 87127"/>
                      <a:gd name="connsiteX74" fmla="*/ 23052 w 216041"/>
                      <a:gd name="connsiteY74" fmla="*/ 81704 h 87127"/>
                      <a:gd name="connsiteX75" fmla="*/ 19133 w 216041"/>
                      <a:gd name="connsiteY75" fmla="*/ 81435 h 87127"/>
                      <a:gd name="connsiteX76" fmla="*/ 18671 w 216041"/>
                      <a:gd name="connsiteY76" fmla="*/ 80914 h 87127"/>
                      <a:gd name="connsiteX77" fmla="*/ 19193 w 216041"/>
                      <a:gd name="connsiteY77" fmla="*/ 80452 h 87127"/>
                      <a:gd name="connsiteX78" fmla="*/ 23112 w 216041"/>
                      <a:gd name="connsiteY78" fmla="*/ 80720 h 87127"/>
                      <a:gd name="connsiteX79" fmla="*/ 23574 w 216041"/>
                      <a:gd name="connsiteY79" fmla="*/ 81242 h 87127"/>
                      <a:gd name="connsiteX80" fmla="*/ 23082 w 216041"/>
                      <a:gd name="connsiteY80" fmla="*/ 81704 h 87127"/>
                      <a:gd name="connsiteX81" fmla="*/ 10029 w 216041"/>
                      <a:gd name="connsiteY81" fmla="*/ 80810 h 87127"/>
                      <a:gd name="connsiteX82" fmla="*/ 9999 w 216041"/>
                      <a:gd name="connsiteY82" fmla="*/ 80810 h 87127"/>
                      <a:gd name="connsiteX83" fmla="*/ 5812 w 216041"/>
                      <a:gd name="connsiteY83" fmla="*/ 80527 h 87127"/>
                      <a:gd name="connsiteX84" fmla="*/ 5737 w 216041"/>
                      <a:gd name="connsiteY84" fmla="*/ 80154 h 87127"/>
                      <a:gd name="connsiteX85" fmla="*/ 6124 w 216041"/>
                      <a:gd name="connsiteY85" fmla="*/ 79528 h 87127"/>
                      <a:gd name="connsiteX86" fmla="*/ 6512 w 216041"/>
                      <a:gd name="connsiteY86" fmla="*/ 79588 h 87127"/>
                      <a:gd name="connsiteX87" fmla="*/ 10058 w 216041"/>
                      <a:gd name="connsiteY87" fmla="*/ 79826 h 87127"/>
                      <a:gd name="connsiteX88" fmla="*/ 10520 w 216041"/>
                      <a:gd name="connsiteY88" fmla="*/ 80348 h 87127"/>
                      <a:gd name="connsiteX89" fmla="*/ 10029 w 216041"/>
                      <a:gd name="connsiteY89" fmla="*/ 80810 h 87127"/>
                      <a:gd name="connsiteX90" fmla="*/ 143410 w 216041"/>
                      <a:gd name="connsiteY90" fmla="*/ 79334 h 87127"/>
                      <a:gd name="connsiteX91" fmla="*/ 142948 w 216041"/>
                      <a:gd name="connsiteY91" fmla="*/ 78992 h 87127"/>
                      <a:gd name="connsiteX92" fmla="*/ 143261 w 216041"/>
                      <a:gd name="connsiteY92" fmla="*/ 78366 h 87127"/>
                      <a:gd name="connsiteX93" fmla="*/ 147001 w 216041"/>
                      <a:gd name="connsiteY93" fmla="*/ 77159 h 87127"/>
                      <a:gd name="connsiteX94" fmla="*/ 147627 w 216041"/>
                      <a:gd name="connsiteY94" fmla="*/ 77472 h 87127"/>
                      <a:gd name="connsiteX95" fmla="*/ 147314 w 216041"/>
                      <a:gd name="connsiteY95" fmla="*/ 78098 h 87127"/>
                      <a:gd name="connsiteX96" fmla="*/ 143574 w 216041"/>
                      <a:gd name="connsiteY96" fmla="*/ 79305 h 87127"/>
                      <a:gd name="connsiteX97" fmla="*/ 143425 w 216041"/>
                      <a:gd name="connsiteY97" fmla="*/ 79334 h 87127"/>
                      <a:gd name="connsiteX98" fmla="*/ 155852 w 216041"/>
                      <a:gd name="connsiteY98" fmla="*/ 75296 h 87127"/>
                      <a:gd name="connsiteX99" fmla="*/ 155390 w 216041"/>
                      <a:gd name="connsiteY99" fmla="*/ 74953 h 87127"/>
                      <a:gd name="connsiteX100" fmla="*/ 155703 w 216041"/>
                      <a:gd name="connsiteY100" fmla="*/ 74328 h 87127"/>
                      <a:gd name="connsiteX101" fmla="*/ 159444 w 216041"/>
                      <a:gd name="connsiteY101" fmla="*/ 73121 h 87127"/>
                      <a:gd name="connsiteX102" fmla="*/ 160069 w 216041"/>
                      <a:gd name="connsiteY102" fmla="*/ 73433 h 87127"/>
                      <a:gd name="connsiteX103" fmla="*/ 159757 w 216041"/>
                      <a:gd name="connsiteY103" fmla="*/ 74059 h 87127"/>
                      <a:gd name="connsiteX104" fmla="*/ 156016 w 216041"/>
                      <a:gd name="connsiteY104" fmla="*/ 75266 h 87127"/>
                      <a:gd name="connsiteX105" fmla="*/ 155867 w 216041"/>
                      <a:gd name="connsiteY105" fmla="*/ 75296 h 87127"/>
                      <a:gd name="connsiteX106" fmla="*/ 4664 w 216041"/>
                      <a:gd name="connsiteY106" fmla="*/ 71392 h 87127"/>
                      <a:gd name="connsiteX107" fmla="*/ 4187 w 216041"/>
                      <a:gd name="connsiteY107" fmla="*/ 70975 h 87127"/>
                      <a:gd name="connsiteX108" fmla="*/ 3576 w 216041"/>
                      <a:gd name="connsiteY108" fmla="*/ 67086 h 87127"/>
                      <a:gd name="connsiteX109" fmla="*/ 3994 w 216041"/>
                      <a:gd name="connsiteY109" fmla="*/ 66519 h 87127"/>
                      <a:gd name="connsiteX110" fmla="*/ 4560 w 216041"/>
                      <a:gd name="connsiteY110" fmla="*/ 66936 h 87127"/>
                      <a:gd name="connsiteX111" fmla="*/ 5156 w 216041"/>
                      <a:gd name="connsiteY111" fmla="*/ 70811 h 87127"/>
                      <a:gd name="connsiteX112" fmla="*/ 4754 w 216041"/>
                      <a:gd name="connsiteY112" fmla="*/ 71377 h 87127"/>
                      <a:gd name="connsiteX113" fmla="*/ 4679 w 216041"/>
                      <a:gd name="connsiteY113" fmla="*/ 71377 h 87127"/>
                      <a:gd name="connsiteX114" fmla="*/ 168295 w 216041"/>
                      <a:gd name="connsiteY114" fmla="*/ 71258 h 87127"/>
                      <a:gd name="connsiteX115" fmla="*/ 167833 w 216041"/>
                      <a:gd name="connsiteY115" fmla="*/ 70915 h 87127"/>
                      <a:gd name="connsiteX116" fmla="*/ 168146 w 216041"/>
                      <a:gd name="connsiteY116" fmla="*/ 70304 h 87127"/>
                      <a:gd name="connsiteX117" fmla="*/ 171886 w 216041"/>
                      <a:gd name="connsiteY117" fmla="*/ 69097 h 87127"/>
                      <a:gd name="connsiteX118" fmla="*/ 172497 w 216041"/>
                      <a:gd name="connsiteY118" fmla="*/ 69410 h 87127"/>
                      <a:gd name="connsiteX119" fmla="*/ 172184 w 216041"/>
                      <a:gd name="connsiteY119" fmla="*/ 70021 h 87127"/>
                      <a:gd name="connsiteX120" fmla="*/ 168444 w 216041"/>
                      <a:gd name="connsiteY120" fmla="*/ 71228 h 87127"/>
                      <a:gd name="connsiteX121" fmla="*/ 168295 w 216041"/>
                      <a:gd name="connsiteY121" fmla="*/ 71258 h 87127"/>
                      <a:gd name="connsiteX122" fmla="*/ 180738 w 216041"/>
                      <a:gd name="connsiteY122" fmla="*/ 67220 h 87127"/>
                      <a:gd name="connsiteX123" fmla="*/ 180275 w 216041"/>
                      <a:gd name="connsiteY123" fmla="*/ 66877 h 87127"/>
                      <a:gd name="connsiteX124" fmla="*/ 180588 w 216041"/>
                      <a:gd name="connsiteY124" fmla="*/ 66266 h 87127"/>
                      <a:gd name="connsiteX125" fmla="*/ 184329 w 216041"/>
                      <a:gd name="connsiteY125" fmla="*/ 65059 h 87127"/>
                      <a:gd name="connsiteX126" fmla="*/ 184940 w 216041"/>
                      <a:gd name="connsiteY126" fmla="*/ 65372 h 87127"/>
                      <a:gd name="connsiteX127" fmla="*/ 184627 w 216041"/>
                      <a:gd name="connsiteY127" fmla="*/ 65983 h 87127"/>
                      <a:gd name="connsiteX128" fmla="*/ 180886 w 216041"/>
                      <a:gd name="connsiteY128" fmla="*/ 67190 h 87127"/>
                      <a:gd name="connsiteX129" fmla="*/ 180738 w 216041"/>
                      <a:gd name="connsiteY129" fmla="*/ 67220 h 87127"/>
                      <a:gd name="connsiteX130" fmla="*/ 193180 w 216041"/>
                      <a:gd name="connsiteY130" fmla="*/ 63181 h 87127"/>
                      <a:gd name="connsiteX131" fmla="*/ 192718 w 216041"/>
                      <a:gd name="connsiteY131" fmla="*/ 62839 h 87127"/>
                      <a:gd name="connsiteX132" fmla="*/ 193031 w 216041"/>
                      <a:gd name="connsiteY132" fmla="*/ 62228 h 87127"/>
                      <a:gd name="connsiteX133" fmla="*/ 196771 w 216041"/>
                      <a:gd name="connsiteY133" fmla="*/ 61021 h 87127"/>
                      <a:gd name="connsiteX134" fmla="*/ 197382 w 216041"/>
                      <a:gd name="connsiteY134" fmla="*/ 61334 h 87127"/>
                      <a:gd name="connsiteX135" fmla="*/ 197069 w 216041"/>
                      <a:gd name="connsiteY135" fmla="*/ 61945 h 87127"/>
                      <a:gd name="connsiteX136" fmla="*/ 193329 w 216041"/>
                      <a:gd name="connsiteY136" fmla="*/ 63152 h 87127"/>
                      <a:gd name="connsiteX137" fmla="*/ 193180 w 216041"/>
                      <a:gd name="connsiteY137" fmla="*/ 63181 h 87127"/>
                      <a:gd name="connsiteX138" fmla="*/ 205623 w 216041"/>
                      <a:gd name="connsiteY138" fmla="*/ 59143 h 87127"/>
                      <a:gd name="connsiteX139" fmla="*/ 205161 w 216041"/>
                      <a:gd name="connsiteY139" fmla="*/ 58800 h 87127"/>
                      <a:gd name="connsiteX140" fmla="*/ 205474 w 216041"/>
                      <a:gd name="connsiteY140" fmla="*/ 58189 h 87127"/>
                      <a:gd name="connsiteX141" fmla="*/ 209214 w 216041"/>
                      <a:gd name="connsiteY141" fmla="*/ 56982 h 87127"/>
                      <a:gd name="connsiteX142" fmla="*/ 209825 w 216041"/>
                      <a:gd name="connsiteY142" fmla="*/ 57295 h 87127"/>
                      <a:gd name="connsiteX143" fmla="*/ 209512 w 216041"/>
                      <a:gd name="connsiteY143" fmla="*/ 57906 h 87127"/>
                      <a:gd name="connsiteX144" fmla="*/ 205772 w 216041"/>
                      <a:gd name="connsiteY144" fmla="*/ 59113 h 87127"/>
                      <a:gd name="connsiteX145" fmla="*/ 205623 w 216041"/>
                      <a:gd name="connsiteY145" fmla="*/ 59143 h 87127"/>
                      <a:gd name="connsiteX146" fmla="*/ 2772 w 216041"/>
                      <a:gd name="connsiteY146" fmla="*/ 58458 h 87127"/>
                      <a:gd name="connsiteX147" fmla="*/ 2280 w 216041"/>
                      <a:gd name="connsiteY147" fmla="*/ 58026 h 87127"/>
                      <a:gd name="connsiteX148" fmla="*/ 1788 w 216041"/>
                      <a:gd name="connsiteY148" fmla="*/ 54121 h 87127"/>
                      <a:gd name="connsiteX149" fmla="*/ 2220 w 216041"/>
                      <a:gd name="connsiteY149" fmla="*/ 53570 h 87127"/>
                      <a:gd name="connsiteX150" fmla="*/ 2772 w 216041"/>
                      <a:gd name="connsiteY150" fmla="*/ 54002 h 87127"/>
                      <a:gd name="connsiteX151" fmla="*/ 3263 w 216041"/>
                      <a:gd name="connsiteY151" fmla="*/ 57891 h 87127"/>
                      <a:gd name="connsiteX152" fmla="*/ 2846 w 216041"/>
                      <a:gd name="connsiteY152" fmla="*/ 58443 h 87127"/>
                      <a:gd name="connsiteX153" fmla="*/ 2787 w 216041"/>
                      <a:gd name="connsiteY153" fmla="*/ 58443 h 87127"/>
                      <a:gd name="connsiteX154" fmla="*/ 215562 w 216041"/>
                      <a:gd name="connsiteY154" fmla="*/ 53481 h 87127"/>
                      <a:gd name="connsiteX155" fmla="*/ 215070 w 216041"/>
                      <a:gd name="connsiteY155" fmla="*/ 53049 h 87127"/>
                      <a:gd name="connsiteX156" fmla="*/ 214548 w 216041"/>
                      <a:gd name="connsiteY156" fmla="*/ 49174 h 87127"/>
                      <a:gd name="connsiteX157" fmla="*/ 214966 w 216041"/>
                      <a:gd name="connsiteY157" fmla="*/ 48623 h 87127"/>
                      <a:gd name="connsiteX158" fmla="*/ 215517 w 216041"/>
                      <a:gd name="connsiteY158" fmla="*/ 49040 h 87127"/>
                      <a:gd name="connsiteX159" fmla="*/ 216039 w 216041"/>
                      <a:gd name="connsiteY159" fmla="*/ 52944 h 87127"/>
                      <a:gd name="connsiteX160" fmla="*/ 215606 w 216041"/>
                      <a:gd name="connsiteY160" fmla="*/ 53496 h 87127"/>
                      <a:gd name="connsiteX161" fmla="*/ 215547 w 216041"/>
                      <a:gd name="connsiteY161" fmla="*/ 53496 h 87127"/>
                      <a:gd name="connsiteX162" fmla="*/ 1326 w 216041"/>
                      <a:gd name="connsiteY162" fmla="*/ 45434 h 87127"/>
                      <a:gd name="connsiteX163" fmla="*/ 834 w 216041"/>
                      <a:gd name="connsiteY163" fmla="*/ 44987 h 87127"/>
                      <a:gd name="connsiteX164" fmla="*/ 507 w 216041"/>
                      <a:gd name="connsiteY164" fmla="*/ 41068 h 87127"/>
                      <a:gd name="connsiteX165" fmla="*/ 954 w 216041"/>
                      <a:gd name="connsiteY165" fmla="*/ 40546 h 87127"/>
                      <a:gd name="connsiteX166" fmla="*/ 1475 w 216041"/>
                      <a:gd name="connsiteY166" fmla="*/ 40993 h 87127"/>
                      <a:gd name="connsiteX167" fmla="*/ 1803 w 216041"/>
                      <a:gd name="connsiteY167" fmla="*/ 44898 h 87127"/>
                      <a:gd name="connsiteX168" fmla="*/ 1356 w 216041"/>
                      <a:gd name="connsiteY168" fmla="*/ 45434 h 87127"/>
                      <a:gd name="connsiteX169" fmla="*/ 1311 w 216041"/>
                      <a:gd name="connsiteY169" fmla="*/ 45434 h 87127"/>
                      <a:gd name="connsiteX170" fmla="*/ 213505 w 216041"/>
                      <a:gd name="connsiteY170" fmla="*/ 40561 h 87127"/>
                      <a:gd name="connsiteX171" fmla="*/ 213029 w 216041"/>
                      <a:gd name="connsiteY171" fmla="*/ 40159 h 87127"/>
                      <a:gd name="connsiteX172" fmla="*/ 212254 w 216041"/>
                      <a:gd name="connsiteY172" fmla="*/ 36314 h 87127"/>
                      <a:gd name="connsiteX173" fmla="*/ 212626 w 216041"/>
                      <a:gd name="connsiteY173" fmla="*/ 35733 h 87127"/>
                      <a:gd name="connsiteX174" fmla="*/ 213207 w 216041"/>
                      <a:gd name="connsiteY174" fmla="*/ 36106 h 87127"/>
                      <a:gd name="connsiteX175" fmla="*/ 213982 w 216041"/>
                      <a:gd name="connsiteY175" fmla="*/ 39965 h 87127"/>
                      <a:gd name="connsiteX176" fmla="*/ 213595 w 216041"/>
                      <a:gd name="connsiteY176" fmla="*/ 40546 h 87127"/>
                      <a:gd name="connsiteX177" fmla="*/ 213505 w 216041"/>
                      <a:gd name="connsiteY177" fmla="*/ 40546 h 87127"/>
                      <a:gd name="connsiteX178" fmla="*/ 536 w 216041"/>
                      <a:gd name="connsiteY178" fmla="*/ 32366 h 87127"/>
                      <a:gd name="connsiteX179" fmla="*/ 45 w 216041"/>
                      <a:gd name="connsiteY179" fmla="*/ 31889 h 87127"/>
                      <a:gd name="connsiteX180" fmla="*/ 0 w 216041"/>
                      <a:gd name="connsiteY180" fmla="*/ 28759 h 87127"/>
                      <a:gd name="connsiteX181" fmla="*/ 0 w 216041"/>
                      <a:gd name="connsiteY181" fmla="*/ 27955 h 87127"/>
                      <a:gd name="connsiteX182" fmla="*/ 492 w 216041"/>
                      <a:gd name="connsiteY182" fmla="*/ 27463 h 87127"/>
                      <a:gd name="connsiteX183" fmla="*/ 492 w 216041"/>
                      <a:gd name="connsiteY183" fmla="*/ 27463 h 87127"/>
                      <a:gd name="connsiteX184" fmla="*/ 983 w 216041"/>
                      <a:gd name="connsiteY184" fmla="*/ 27955 h 87127"/>
                      <a:gd name="connsiteX185" fmla="*/ 983 w 216041"/>
                      <a:gd name="connsiteY185" fmla="*/ 28759 h 87127"/>
                      <a:gd name="connsiteX186" fmla="*/ 1013 w 216041"/>
                      <a:gd name="connsiteY186" fmla="*/ 31874 h 87127"/>
                      <a:gd name="connsiteX187" fmla="*/ 536 w 216041"/>
                      <a:gd name="connsiteY187" fmla="*/ 32381 h 87127"/>
                      <a:gd name="connsiteX188" fmla="*/ 536 w 216041"/>
                      <a:gd name="connsiteY188" fmla="*/ 32381 h 87127"/>
                      <a:gd name="connsiteX189" fmla="*/ 210659 w 216041"/>
                      <a:gd name="connsiteY189" fmla="*/ 27776 h 87127"/>
                      <a:gd name="connsiteX190" fmla="*/ 210182 w 216041"/>
                      <a:gd name="connsiteY190" fmla="*/ 27403 h 87127"/>
                      <a:gd name="connsiteX191" fmla="*/ 209199 w 216041"/>
                      <a:gd name="connsiteY191" fmla="*/ 23604 h 87127"/>
                      <a:gd name="connsiteX192" fmla="*/ 209542 w 216041"/>
                      <a:gd name="connsiteY192" fmla="*/ 23008 h 87127"/>
                      <a:gd name="connsiteX193" fmla="*/ 210138 w 216041"/>
                      <a:gd name="connsiteY193" fmla="*/ 23350 h 87127"/>
                      <a:gd name="connsiteX194" fmla="*/ 211121 w 216041"/>
                      <a:gd name="connsiteY194" fmla="*/ 27165 h 87127"/>
                      <a:gd name="connsiteX195" fmla="*/ 210764 w 216041"/>
                      <a:gd name="connsiteY195" fmla="*/ 27761 h 87127"/>
                      <a:gd name="connsiteX196" fmla="*/ 210644 w 216041"/>
                      <a:gd name="connsiteY196" fmla="*/ 27776 h 87127"/>
                      <a:gd name="connsiteX197" fmla="*/ 5379 w 216041"/>
                      <a:gd name="connsiteY197" fmla="*/ 23261 h 87127"/>
                      <a:gd name="connsiteX198" fmla="*/ 4888 w 216041"/>
                      <a:gd name="connsiteY198" fmla="*/ 22844 h 87127"/>
                      <a:gd name="connsiteX199" fmla="*/ 5305 w 216041"/>
                      <a:gd name="connsiteY199" fmla="*/ 22292 h 87127"/>
                      <a:gd name="connsiteX200" fmla="*/ 9194 w 216041"/>
                      <a:gd name="connsiteY200" fmla="*/ 21756 h 87127"/>
                      <a:gd name="connsiteX201" fmla="*/ 9745 w 216041"/>
                      <a:gd name="connsiteY201" fmla="*/ 22173 h 87127"/>
                      <a:gd name="connsiteX202" fmla="*/ 9328 w 216041"/>
                      <a:gd name="connsiteY202" fmla="*/ 22724 h 87127"/>
                      <a:gd name="connsiteX203" fmla="*/ 5439 w 216041"/>
                      <a:gd name="connsiteY203" fmla="*/ 23261 h 87127"/>
                      <a:gd name="connsiteX204" fmla="*/ 5365 w 216041"/>
                      <a:gd name="connsiteY204" fmla="*/ 23261 h 87127"/>
                      <a:gd name="connsiteX205" fmla="*/ 18343 w 216041"/>
                      <a:gd name="connsiteY205" fmla="*/ 21458 h 87127"/>
                      <a:gd name="connsiteX206" fmla="*/ 17852 w 216041"/>
                      <a:gd name="connsiteY206" fmla="*/ 21041 h 87127"/>
                      <a:gd name="connsiteX207" fmla="*/ 18269 w 216041"/>
                      <a:gd name="connsiteY207" fmla="*/ 20489 h 87127"/>
                      <a:gd name="connsiteX208" fmla="*/ 22158 w 216041"/>
                      <a:gd name="connsiteY208" fmla="*/ 19953 h 87127"/>
                      <a:gd name="connsiteX209" fmla="*/ 22710 w 216041"/>
                      <a:gd name="connsiteY209" fmla="*/ 20370 h 87127"/>
                      <a:gd name="connsiteX210" fmla="*/ 22292 w 216041"/>
                      <a:gd name="connsiteY210" fmla="*/ 20921 h 87127"/>
                      <a:gd name="connsiteX211" fmla="*/ 18403 w 216041"/>
                      <a:gd name="connsiteY211" fmla="*/ 21458 h 87127"/>
                      <a:gd name="connsiteX212" fmla="*/ 18343 w 216041"/>
                      <a:gd name="connsiteY212" fmla="*/ 21458 h 87127"/>
                      <a:gd name="connsiteX213" fmla="*/ 31322 w 216041"/>
                      <a:gd name="connsiteY213" fmla="*/ 19685 h 87127"/>
                      <a:gd name="connsiteX214" fmla="*/ 30831 w 216041"/>
                      <a:gd name="connsiteY214" fmla="*/ 19252 h 87127"/>
                      <a:gd name="connsiteX215" fmla="*/ 31248 w 216041"/>
                      <a:gd name="connsiteY215" fmla="*/ 18701 h 87127"/>
                      <a:gd name="connsiteX216" fmla="*/ 35137 w 216041"/>
                      <a:gd name="connsiteY216" fmla="*/ 18180 h 87127"/>
                      <a:gd name="connsiteX217" fmla="*/ 35689 w 216041"/>
                      <a:gd name="connsiteY217" fmla="*/ 18597 h 87127"/>
                      <a:gd name="connsiteX218" fmla="*/ 35271 w 216041"/>
                      <a:gd name="connsiteY218" fmla="*/ 19148 h 87127"/>
                      <a:gd name="connsiteX219" fmla="*/ 31382 w 216041"/>
                      <a:gd name="connsiteY219" fmla="*/ 19670 h 87127"/>
                      <a:gd name="connsiteX220" fmla="*/ 31322 w 216041"/>
                      <a:gd name="connsiteY220" fmla="*/ 19670 h 87127"/>
                      <a:gd name="connsiteX221" fmla="*/ 44301 w 216041"/>
                      <a:gd name="connsiteY221" fmla="*/ 17941 h 87127"/>
                      <a:gd name="connsiteX222" fmla="*/ 43810 w 216041"/>
                      <a:gd name="connsiteY222" fmla="*/ 17509 h 87127"/>
                      <a:gd name="connsiteX223" fmla="*/ 44227 w 216041"/>
                      <a:gd name="connsiteY223" fmla="*/ 16958 h 87127"/>
                      <a:gd name="connsiteX224" fmla="*/ 48116 w 216041"/>
                      <a:gd name="connsiteY224" fmla="*/ 16436 h 87127"/>
                      <a:gd name="connsiteX225" fmla="*/ 48668 w 216041"/>
                      <a:gd name="connsiteY225" fmla="*/ 16853 h 87127"/>
                      <a:gd name="connsiteX226" fmla="*/ 48250 w 216041"/>
                      <a:gd name="connsiteY226" fmla="*/ 17405 h 87127"/>
                      <a:gd name="connsiteX227" fmla="*/ 44361 w 216041"/>
                      <a:gd name="connsiteY227" fmla="*/ 17926 h 87127"/>
                      <a:gd name="connsiteX228" fmla="*/ 44301 w 216041"/>
                      <a:gd name="connsiteY228" fmla="*/ 17926 h 87127"/>
                      <a:gd name="connsiteX229" fmla="*/ 57280 w 216041"/>
                      <a:gd name="connsiteY229" fmla="*/ 16213 h 87127"/>
                      <a:gd name="connsiteX230" fmla="*/ 56789 w 216041"/>
                      <a:gd name="connsiteY230" fmla="*/ 15780 h 87127"/>
                      <a:gd name="connsiteX231" fmla="*/ 57206 w 216041"/>
                      <a:gd name="connsiteY231" fmla="*/ 15229 h 87127"/>
                      <a:gd name="connsiteX232" fmla="*/ 61095 w 216041"/>
                      <a:gd name="connsiteY232" fmla="*/ 14722 h 87127"/>
                      <a:gd name="connsiteX233" fmla="*/ 61647 w 216041"/>
                      <a:gd name="connsiteY233" fmla="*/ 15140 h 87127"/>
                      <a:gd name="connsiteX234" fmla="*/ 61229 w 216041"/>
                      <a:gd name="connsiteY234" fmla="*/ 15691 h 87127"/>
                      <a:gd name="connsiteX235" fmla="*/ 57340 w 216041"/>
                      <a:gd name="connsiteY235" fmla="*/ 16198 h 87127"/>
                      <a:gd name="connsiteX236" fmla="*/ 57280 w 216041"/>
                      <a:gd name="connsiteY236" fmla="*/ 16198 h 87127"/>
                      <a:gd name="connsiteX237" fmla="*/ 207202 w 216041"/>
                      <a:gd name="connsiteY237" fmla="*/ 15155 h 87127"/>
                      <a:gd name="connsiteX238" fmla="*/ 206725 w 216041"/>
                      <a:gd name="connsiteY238" fmla="*/ 14797 h 87127"/>
                      <a:gd name="connsiteX239" fmla="*/ 205578 w 216041"/>
                      <a:gd name="connsiteY239" fmla="*/ 11042 h 87127"/>
                      <a:gd name="connsiteX240" fmla="*/ 205891 w 216041"/>
                      <a:gd name="connsiteY240" fmla="*/ 10431 h 87127"/>
                      <a:gd name="connsiteX241" fmla="*/ 206502 w 216041"/>
                      <a:gd name="connsiteY241" fmla="*/ 10744 h 87127"/>
                      <a:gd name="connsiteX242" fmla="*/ 207664 w 216041"/>
                      <a:gd name="connsiteY242" fmla="*/ 14499 h 87127"/>
                      <a:gd name="connsiteX243" fmla="*/ 207336 w 216041"/>
                      <a:gd name="connsiteY243" fmla="*/ 15110 h 87127"/>
                      <a:gd name="connsiteX244" fmla="*/ 207202 w 216041"/>
                      <a:gd name="connsiteY244" fmla="*/ 15125 h 87127"/>
                      <a:gd name="connsiteX245" fmla="*/ 70260 w 216041"/>
                      <a:gd name="connsiteY245" fmla="*/ 14514 h 87127"/>
                      <a:gd name="connsiteX246" fmla="*/ 69768 w 216041"/>
                      <a:gd name="connsiteY246" fmla="*/ 14082 h 87127"/>
                      <a:gd name="connsiteX247" fmla="*/ 70185 w 216041"/>
                      <a:gd name="connsiteY247" fmla="*/ 13530 h 87127"/>
                      <a:gd name="connsiteX248" fmla="*/ 74074 w 216041"/>
                      <a:gd name="connsiteY248" fmla="*/ 13024 h 87127"/>
                      <a:gd name="connsiteX249" fmla="*/ 74626 w 216041"/>
                      <a:gd name="connsiteY249" fmla="*/ 13441 h 87127"/>
                      <a:gd name="connsiteX250" fmla="*/ 74208 w 216041"/>
                      <a:gd name="connsiteY250" fmla="*/ 13992 h 87127"/>
                      <a:gd name="connsiteX251" fmla="*/ 70319 w 216041"/>
                      <a:gd name="connsiteY251" fmla="*/ 14499 h 87127"/>
                      <a:gd name="connsiteX252" fmla="*/ 70260 w 216041"/>
                      <a:gd name="connsiteY252" fmla="*/ 14499 h 87127"/>
                      <a:gd name="connsiteX253" fmla="*/ 83238 w 216041"/>
                      <a:gd name="connsiteY253" fmla="*/ 12845 h 87127"/>
                      <a:gd name="connsiteX254" fmla="*/ 82747 w 216041"/>
                      <a:gd name="connsiteY254" fmla="*/ 12413 h 87127"/>
                      <a:gd name="connsiteX255" fmla="*/ 83179 w 216041"/>
                      <a:gd name="connsiteY255" fmla="*/ 11861 h 87127"/>
                      <a:gd name="connsiteX256" fmla="*/ 87068 w 216041"/>
                      <a:gd name="connsiteY256" fmla="*/ 11370 h 87127"/>
                      <a:gd name="connsiteX257" fmla="*/ 87619 w 216041"/>
                      <a:gd name="connsiteY257" fmla="*/ 11802 h 87127"/>
                      <a:gd name="connsiteX258" fmla="*/ 87187 w 216041"/>
                      <a:gd name="connsiteY258" fmla="*/ 12353 h 87127"/>
                      <a:gd name="connsiteX259" fmla="*/ 83298 w 216041"/>
                      <a:gd name="connsiteY259" fmla="*/ 12845 h 87127"/>
                      <a:gd name="connsiteX260" fmla="*/ 83238 w 216041"/>
                      <a:gd name="connsiteY260" fmla="*/ 12845 h 87127"/>
                      <a:gd name="connsiteX261" fmla="*/ 96217 w 216041"/>
                      <a:gd name="connsiteY261" fmla="*/ 11221 h 87127"/>
                      <a:gd name="connsiteX262" fmla="*/ 95726 w 216041"/>
                      <a:gd name="connsiteY262" fmla="*/ 10789 h 87127"/>
                      <a:gd name="connsiteX263" fmla="*/ 96158 w 216041"/>
                      <a:gd name="connsiteY263" fmla="*/ 10237 h 87127"/>
                      <a:gd name="connsiteX264" fmla="*/ 100047 w 216041"/>
                      <a:gd name="connsiteY264" fmla="*/ 9760 h 87127"/>
                      <a:gd name="connsiteX265" fmla="*/ 100598 w 216041"/>
                      <a:gd name="connsiteY265" fmla="*/ 10193 h 87127"/>
                      <a:gd name="connsiteX266" fmla="*/ 100166 w 216041"/>
                      <a:gd name="connsiteY266" fmla="*/ 10744 h 87127"/>
                      <a:gd name="connsiteX267" fmla="*/ 96277 w 216041"/>
                      <a:gd name="connsiteY267" fmla="*/ 11221 h 87127"/>
                      <a:gd name="connsiteX268" fmla="*/ 96217 w 216041"/>
                      <a:gd name="connsiteY268" fmla="*/ 11221 h 87127"/>
                      <a:gd name="connsiteX269" fmla="*/ 109211 w 216041"/>
                      <a:gd name="connsiteY269" fmla="*/ 9626 h 87127"/>
                      <a:gd name="connsiteX270" fmla="*/ 108720 w 216041"/>
                      <a:gd name="connsiteY270" fmla="*/ 9194 h 87127"/>
                      <a:gd name="connsiteX271" fmla="*/ 109152 w 216041"/>
                      <a:gd name="connsiteY271" fmla="*/ 8643 h 87127"/>
                      <a:gd name="connsiteX272" fmla="*/ 113056 w 216041"/>
                      <a:gd name="connsiteY272" fmla="*/ 8181 h 87127"/>
                      <a:gd name="connsiteX273" fmla="*/ 113607 w 216041"/>
                      <a:gd name="connsiteY273" fmla="*/ 8613 h 87127"/>
                      <a:gd name="connsiteX274" fmla="*/ 113175 w 216041"/>
                      <a:gd name="connsiteY274" fmla="*/ 9164 h 87127"/>
                      <a:gd name="connsiteX275" fmla="*/ 109271 w 216041"/>
                      <a:gd name="connsiteY275" fmla="*/ 9626 h 87127"/>
                      <a:gd name="connsiteX276" fmla="*/ 109211 w 216041"/>
                      <a:gd name="connsiteY276" fmla="*/ 9626 h 87127"/>
                      <a:gd name="connsiteX277" fmla="*/ 122205 w 216041"/>
                      <a:gd name="connsiteY277" fmla="*/ 8077 h 87127"/>
                      <a:gd name="connsiteX278" fmla="*/ 121714 w 216041"/>
                      <a:gd name="connsiteY278" fmla="*/ 7644 h 87127"/>
                      <a:gd name="connsiteX279" fmla="*/ 122146 w 216041"/>
                      <a:gd name="connsiteY279" fmla="*/ 7093 h 87127"/>
                      <a:gd name="connsiteX280" fmla="*/ 126050 w 216041"/>
                      <a:gd name="connsiteY280" fmla="*/ 6646 h 87127"/>
                      <a:gd name="connsiteX281" fmla="*/ 126601 w 216041"/>
                      <a:gd name="connsiteY281" fmla="*/ 7078 h 87127"/>
                      <a:gd name="connsiteX282" fmla="*/ 126169 w 216041"/>
                      <a:gd name="connsiteY282" fmla="*/ 7629 h 87127"/>
                      <a:gd name="connsiteX283" fmla="*/ 122265 w 216041"/>
                      <a:gd name="connsiteY283" fmla="*/ 8077 h 87127"/>
                      <a:gd name="connsiteX284" fmla="*/ 122205 w 216041"/>
                      <a:gd name="connsiteY284" fmla="*/ 8077 h 87127"/>
                      <a:gd name="connsiteX285" fmla="*/ 135214 w 216041"/>
                      <a:gd name="connsiteY285" fmla="*/ 6586 h 87127"/>
                      <a:gd name="connsiteX286" fmla="*/ 134722 w 216041"/>
                      <a:gd name="connsiteY286" fmla="*/ 6154 h 87127"/>
                      <a:gd name="connsiteX287" fmla="*/ 135155 w 216041"/>
                      <a:gd name="connsiteY287" fmla="*/ 5618 h 87127"/>
                      <a:gd name="connsiteX288" fmla="*/ 139059 w 216041"/>
                      <a:gd name="connsiteY288" fmla="*/ 5186 h 87127"/>
                      <a:gd name="connsiteX289" fmla="*/ 139595 w 216041"/>
                      <a:gd name="connsiteY289" fmla="*/ 5618 h 87127"/>
                      <a:gd name="connsiteX290" fmla="*/ 139163 w 216041"/>
                      <a:gd name="connsiteY290" fmla="*/ 6154 h 87127"/>
                      <a:gd name="connsiteX291" fmla="*/ 135259 w 216041"/>
                      <a:gd name="connsiteY291" fmla="*/ 6586 h 87127"/>
                      <a:gd name="connsiteX292" fmla="*/ 135199 w 216041"/>
                      <a:gd name="connsiteY292" fmla="*/ 6586 h 87127"/>
                      <a:gd name="connsiteX293" fmla="*/ 148223 w 216041"/>
                      <a:gd name="connsiteY293" fmla="*/ 5171 h 87127"/>
                      <a:gd name="connsiteX294" fmla="*/ 147731 w 216041"/>
                      <a:gd name="connsiteY294" fmla="*/ 4739 h 87127"/>
                      <a:gd name="connsiteX295" fmla="*/ 148163 w 216041"/>
                      <a:gd name="connsiteY295" fmla="*/ 4202 h 87127"/>
                      <a:gd name="connsiteX296" fmla="*/ 152067 w 216041"/>
                      <a:gd name="connsiteY296" fmla="*/ 3785 h 87127"/>
                      <a:gd name="connsiteX297" fmla="*/ 152604 w 216041"/>
                      <a:gd name="connsiteY297" fmla="*/ 4217 h 87127"/>
                      <a:gd name="connsiteX298" fmla="*/ 152172 w 216041"/>
                      <a:gd name="connsiteY298" fmla="*/ 4754 h 87127"/>
                      <a:gd name="connsiteX299" fmla="*/ 148268 w 216041"/>
                      <a:gd name="connsiteY299" fmla="*/ 5171 h 87127"/>
                      <a:gd name="connsiteX300" fmla="*/ 148223 w 216041"/>
                      <a:gd name="connsiteY300" fmla="*/ 5171 h 87127"/>
                      <a:gd name="connsiteX301" fmla="*/ 161247 w 216041"/>
                      <a:gd name="connsiteY301" fmla="*/ 3845 h 87127"/>
                      <a:gd name="connsiteX302" fmla="*/ 160755 w 216041"/>
                      <a:gd name="connsiteY302" fmla="*/ 3397 h 87127"/>
                      <a:gd name="connsiteX303" fmla="*/ 161202 w 216041"/>
                      <a:gd name="connsiteY303" fmla="*/ 2861 h 87127"/>
                      <a:gd name="connsiteX304" fmla="*/ 165106 w 216041"/>
                      <a:gd name="connsiteY304" fmla="*/ 2489 h 87127"/>
                      <a:gd name="connsiteX305" fmla="*/ 165643 w 216041"/>
                      <a:gd name="connsiteY305" fmla="*/ 2936 h 87127"/>
                      <a:gd name="connsiteX306" fmla="*/ 165195 w 216041"/>
                      <a:gd name="connsiteY306" fmla="*/ 3472 h 87127"/>
                      <a:gd name="connsiteX307" fmla="*/ 161291 w 216041"/>
                      <a:gd name="connsiteY307" fmla="*/ 3845 h 87127"/>
                      <a:gd name="connsiteX308" fmla="*/ 161247 w 216041"/>
                      <a:gd name="connsiteY308" fmla="*/ 3845 h 87127"/>
                      <a:gd name="connsiteX309" fmla="*/ 203149 w 216041"/>
                      <a:gd name="connsiteY309" fmla="*/ 2712 h 87127"/>
                      <a:gd name="connsiteX310" fmla="*/ 202687 w 216041"/>
                      <a:gd name="connsiteY310" fmla="*/ 2384 h 87127"/>
                      <a:gd name="connsiteX311" fmla="*/ 202180 w 216041"/>
                      <a:gd name="connsiteY311" fmla="*/ 983 h 87127"/>
                      <a:gd name="connsiteX312" fmla="*/ 200392 w 216041"/>
                      <a:gd name="connsiteY312" fmla="*/ 1013 h 87127"/>
                      <a:gd name="connsiteX313" fmla="*/ 200392 w 216041"/>
                      <a:gd name="connsiteY313" fmla="*/ 1013 h 87127"/>
                      <a:gd name="connsiteX314" fmla="*/ 199901 w 216041"/>
                      <a:gd name="connsiteY314" fmla="*/ 536 h 87127"/>
                      <a:gd name="connsiteX315" fmla="*/ 200377 w 216041"/>
                      <a:gd name="connsiteY315" fmla="*/ 30 h 87127"/>
                      <a:gd name="connsiteX316" fmla="*/ 202300 w 216041"/>
                      <a:gd name="connsiteY316" fmla="*/ 0 h 87127"/>
                      <a:gd name="connsiteX317" fmla="*/ 203045 w 216041"/>
                      <a:gd name="connsiteY317" fmla="*/ 477 h 87127"/>
                      <a:gd name="connsiteX318" fmla="*/ 203611 w 216041"/>
                      <a:gd name="connsiteY318" fmla="*/ 2056 h 87127"/>
                      <a:gd name="connsiteX319" fmla="*/ 203313 w 216041"/>
                      <a:gd name="connsiteY319" fmla="*/ 2682 h 87127"/>
                      <a:gd name="connsiteX320" fmla="*/ 203149 w 216041"/>
                      <a:gd name="connsiteY320" fmla="*/ 2712 h 87127"/>
                      <a:gd name="connsiteX321" fmla="*/ 174270 w 216041"/>
                      <a:gd name="connsiteY321" fmla="*/ 2638 h 87127"/>
                      <a:gd name="connsiteX322" fmla="*/ 173779 w 216041"/>
                      <a:gd name="connsiteY322" fmla="*/ 2190 h 87127"/>
                      <a:gd name="connsiteX323" fmla="*/ 174226 w 216041"/>
                      <a:gd name="connsiteY323" fmla="*/ 1654 h 87127"/>
                      <a:gd name="connsiteX324" fmla="*/ 178145 w 216041"/>
                      <a:gd name="connsiteY324" fmla="*/ 1326 h 87127"/>
                      <a:gd name="connsiteX325" fmla="*/ 178666 w 216041"/>
                      <a:gd name="connsiteY325" fmla="*/ 1773 h 87127"/>
                      <a:gd name="connsiteX326" fmla="*/ 178219 w 216041"/>
                      <a:gd name="connsiteY326" fmla="*/ 2295 h 87127"/>
                      <a:gd name="connsiteX327" fmla="*/ 174315 w 216041"/>
                      <a:gd name="connsiteY327" fmla="*/ 2623 h 87127"/>
                      <a:gd name="connsiteX328" fmla="*/ 174270 w 216041"/>
                      <a:gd name="connsiteY328" fmla="*/ 2623 h 87127"/>
                      <a:gd name="connsiteX329" fmla="*/ 187324 w 216041"/>
                      <a:gd name="connsiteY329" fmla="*/ 1624 h 87127"/>
                      <a:gd name="connsiteX330" fmla="*/ 186832 w 216041"/>
                      <a:gd name="connsiteY330" fmla="*/ 1162 h 87127"/>
                      <a:gd name="connsiteX331" fmla="*/ 187294 w 216041"/>
                      <a:gd name="connsiteY331" fmla="*/ 641 h 87127"/>
                      <a:gd name="connsiteX332" fmla="*/ 191213 w 216041"/>
                      <a:gd name="connsiteY332" fmla="*/ 402 h 87127"/>
                      <a:gd name="connsiteX333" fmla="*/ 191735 w 216041"/>
                      <a:gd name="connsiteY333" fmla="*/ 864 h 87127"/>
                      <a:gd name="connsiteX334" fmla="*/ 191273 w 216041"/>
                      <a:gd name="connsiteY334" fmla="*/ 1386 h 87127"/>
                      <a:gd name="connsiteX335" fmla="*/ 187354 w 216041"/>
                      <a:gd name="connsiteY335" fmla="*/ 1624 h 87127"/>
                      <a:gd name="connsiteX336" fmla="*/ 187324 w 216041"/>
                      <a:gd name="connsiteY336" fmla="*/ 1624 h 87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  <a:cxn ang="0">
                        <a:pos x="connsiteX284" y="connsiteY284"/>
                      </a:cxn>
                      <a:cxn ang="0">
                        <a:pos x="connsiteX285" y="connsiteY285"/>
                      </a:cxn>
                      <a:cxn ang="0">
                        <a:pos x="connsiteX286" y="connsiteY286"/>
                      </a:cxn>
                      <a:cxn ang="0">
                        <a:pos x="connsiteX287" y="connsiteY287"/>
                      </a:cxn>
                      <a:cxn ang="0">
                        <a:pos x="connsiteX288" y="connsiteY288"/>
                      </a:cxn>
                      <a:cxn ang="0">
                        <a:pos x="connsiteX289" y="connsiteY289"/>
                      </a:cxn>
                      <a:cxn ang="0">
                        <a:pos x="connsiteX290" y="connsiteY290"/>
                      </a:cxn>
                      <a:cxn ang="0">
                        <a:pos x="connsiteX291" y="connsiteY291"/>
                      </a:cxn>
                      <a:cxn ang="0">
                        <a:pos x="connsiteX292" y="connsiteY292"/>
                      </a:cxn>
                      <a:cxn ang="0">
                        <a:pos x="connsiteX293" y="connsiteY293"/>
                      </a:cxn>
                      <a:cxn ang="0">
                        <a:pos x="connsiteX294" y="connsiteY294"/>
                      </a:cxn>
                      <a:cxn ang="0">
                        <a:pos x="connsiteX295" y="connsiteY295"/>
                      </a:cxn>
                      <a:cxn ang="0">
                        <a:pos x="connsiteX296" y="connsiteY296"/>
                      </a:cxn>
                      <a:cxn ang="0">
                        <a:pos x="connsiteX297" y="connsiteY297"/>
                      </a:cxn>
                      <a:cxn ang="0">
                        <a:pos x="connsiteX298" y="connsiteY298"/>
                      </a:cxn>
                      <a:cxn ang="0">
                        <a:pos x="connsiteX299" y="connsiteY299"/>
                      </a:cxn>
                      <a:cxn ang="0">
                        <a:pos x="connsiteX300" y="connsiteY300"/>
                      </a:cxn>
                      <a:cxn ang="0">
                        <a:pos x="connsiteX301" y="connsiteY301"/>
                      </a:cxn>
                      <a:cxn ang="0">
                        <a:pos x="connsiteX302" y="connsiteY302"/>
                      </a:cxn>
                      <a:cxn ang="0">
                        <a:pos x="connsiteX303" y="connsiteY303"/>
                      </a:cxn>
                      <a:cxn ang="0">
                        <a:pos x="connsiteX304" y="connsiteY304"/>
                      </a:cxn>
                      <a:cxn ang="0">
                        <a:pos x="connsiteX305" y="connsiteY305"/>
                      </a:cxn>
                      <a:cxn ang="0">
                        <a:pos x="connsiteX306" y="connsiteY306"/>
                      </a:cxn>
                      <a:cxn ang="0">
                        <a:pos x="connsiteX307" y="connsiteY307"/>
                      </a:cxn>
                      <a:cxn ang="0">
                        <a:pos x="connsiteX308" y="connsiteY308"/>
                      </a:cxn>
                      <a:cxn ang="0">
                        <a:pos x="connsiteX309" y="connsiteY309"/>
                      </a:cxn>
                      <a:cxn ang="0">
                        <a:pos x="connsiteX310" y="connsiteY310"/>
                      </a:cxn>
                      <a:cxn ang="0">
                        <a:pos x="connsiteX311" y="connsiteY311"/>
                      </a:cxn>
                      <a:cxn ang="0">
                        <a:pos x="connsiteX312" y="connsiteY312"/>
                      </a:cxn>
                      <a:cxn ang="0">
                        <a:pos x="connsiteX313" y="connsiteY313"/>
                      </a:cxn>
                      <a:cxn ang="0">
                        <a:pos x="connsiteX314" y="connsiteY314"/>
                      </a:cxn>
                      <a:cxn ang="0">
                        <a:pos x="connsiteX315" y="connsiteY315"/>
                      </a:cxn>
                      <a:cxn ang="0">
                        <a:pos x="connsiteX316" y="connsiteY316"/>
                      </a:cxn>
                      <a:cxn ang="0">
                        <a:pos x="connsiteX317" y="connsiteY317"/>
                      </a:cxn>
                      <a:cxn ang="0">
                        <a:pos x="connsiteX318" y="connsiteY318"/>
                      </a:cxn>
                      <a:cxn ang="0">
                        <a:pos x="connsiteX319" y="connsiteY319"/>
                      </a:cxn>
                      <a:cxn ang="0">
                        <a:pos x="connsiteX320" y="connsiteY320"/>
                      </a:cxn>
                      <a:cxn ang="0">
                        <a:pos x="connsiteX321" y="connsiteY321"/>
                      </a:cxn>
                      <a:cxn ang="0">
                        <a:pos x="connsiteX322" y="connsiteY322"/>
                      </a:cxn>
                      <a:cxn ang="0">
                        <a:pos x="connsiteX323" y="connsiteY323"/>
                      </a:cxn>
                      <a:cxn ang="0">
                        <a:pos x="connsiteX324" y="connsiteY324"/>
                      </a:cxn>
                      <a:cxn ang="0">
                        <a:pos x="connsiteX325" y="connsiteY325"/>
                      </a:cxn>
                      <a:cxn ang="0">
                        <a:pos x="connsiteX326" y="connsiteY326"/>
                      </a:cxn>
                      <a:cxn ang="0">
                        <a:pos x="connsiteX327" y="connsiteY327"/>
                      </a:cxn>
                      <a:cxn ang="0">
                        <a:pos x="connsiteX328" y="connsiteY328"/>
                      </a:cxn>
                      <a:cxn ang="0">
                        <a:pos x="connsiteX329" y="connsiteY329"/>
                      </a:cxn>
                      <a:cxn ang="0">
                        <a:pos x="connsiteX330" y="connsiteY330"/>
                      </a:cxn>
                      <a:cxn ang="0">
                        <a:pos x="connsiteX331" y="connsiteY331"/>
                      </a:cxn>
                      <a:cxn ang="0">
                        <a:pos x="connsiteX332" y="connsiteY332"/>
                      </a:cxn>
                      <a:cxn ang="0">
                        <a:pos x="connsiteX333" y="connsiteY333"/>
                      </a:cxn>
                      <a:cxn ang="0">
                        <a:pos x="connsiteX334" y="connsiteY334"/>
                      </a:cxn>
                      <a:cxn ang="0">
                        <a:pos x="connsiteX335" y="connsiteY335"/>
                      </a:cxn>
                      <a:cxn ang="0">
                        <a:pos x="connsiteX336" y="connsiteY336"/>
                      </a:cxn>
                    </a:cxnLst>
                    <a:rect l="l" t="t" r="r" b="b"/>
                    <a:pathLst>
                      <a:path w="216041" h="87127">
                        <a:moveTo>
                          <a:pt x="101403" y="87128"/>
                        </a:moveTo>
                        <a:cubicBezTo>
                          <a:pt x="101403" y="87128"/>
                          <a:pt x="101388" y="87128"/>
                          <a:pt x="101373" y="87128"/>
                        </a:cubicBezTo>
                        <a:lnTo>
                          <a:pt x="97454" y="86860"/>
                        </a:lnTo>
                        <a:cubicBezTo>
                          <a:pt x="97186" y="86845"/>
                          <a:pt x="96977" y="86606"/>
                          <a:pt x="96992" y="86338"/>
                        </a:cubicBezTo>
                        <a:cubicBezTo>
                          <a:pt x="97007" y="86070"/>
                          <a:pt x="97246" y="85906"/>
                          <a:pt x="97514" y="85876"/>
                        </a:cubicBezTo>
                        <a:lnTo>
                          <a:pt x="101433" y="86144"/>
                        </a:lnTo>
                        <a:cubicBezTo>
                          <a:pt x="101701" y="86159"/>
                          <a:pt x="101910" y="86398"/>
                          <a:pt x="101895" y="86666"/>
                        </a:cubicBezTo>
                        <a:cubicBezTo>
                          <a:pt x="101880" y="86919"/>
                          <a:pt x="101656" y="87128"/>
                          <a:pt x="101403" y="87128"/>
                        </a:cubicBezTo>
                        <a:close/>
                        <a:moveTo>
                          <a:pt x="104979" y="86666"/>
                        </a:moveTo>
                        <a:cubicBezTo>
                          <a:pt x="104741" y="86666"/>
                          <a:pt x="104518" y="86487"/>
                          <a:pt x="104488" y="86234"/>
                        </a:cubicBezTo>
                        <a:cubicBezTo>
                          <a:pt x="104458" y="85965"/>
                          <a:pt x="104637" y="85712"/>
                          <a:pt x="104905" y="85682"/>
                        </a:cubicBezTo>
                        <a:lnTo>
                          <a:pt x="108794" y="85191"/>
                        </a:lnTo>
                        <a:cubicBezTo>
                          <a:pt x="109107" y="85146"/>
                          <a:pt x="109316" y="85354"/>
                          <a:pt x="109345" y="85608"/>
                        </a:cubicBezTo>
                        <a:cubicBezTo>
                          <a:pt x="109375" y="85876"/>
                          <a:pt x="109197" y="86129"/>
                          <a:pt x="108928" y="86159"/>
                        </a:cubicBezTo>
                        <a:lnTo>
                          <a:pt x="105039" y="86651"/>
                        </a:lnTo>
                        <a:cubicBezTo>
                          <a:pt x="105039" y="86651"/>
                          <a:pt x="104994" y="86651"/>
                          <a:pt x="104979" y="86651"/>
                        </a:cubicBezTo>
                        <a:close/>
                        <a:moveTo>
                          <a:pt x="88350" y="86219"/>
                        </a:moveTo>
                        <a:cubicBezTo>
                          <a:pt x="88350" y="86219"/>
                          <a:pt x="88335" y="86219"/>
                          <a:pt x="88320" y="86219"/>
                        </a:cubicBezTo>
                        <a:lnTo>
                          <a:pt x="84401" y="85950"/>
                        </a:lnTo>
                        <a:cubicBezTo>
                          <a:pt x="84133" y="85936"/>
                          <a:pt x="83924" y="85697"/>
                          <a:pt x="83939" y="85429"/>
                        </a:cubicBezTo>
                        <a:cubicBezTo>
                          <a:pt x="83954" y="85161"/>
                          <a:pt x="84192" y="84997"/>
                          <a:pt x="84460" y="84967"/>
                        </a:cubicBezTo>
                        <a:lnTo>
                          <a:pt x="88379" y="85235"/>
                        </a:lnTo>
                        <a:cubicBezTo>
                          <a:pt x="88648" y="85250"/>
                          <a:pt x="88856" y="85489"/>
                          <a:pt x="88841" y="85757"/>
                        </a:cubicBezTo>
                        <a:cubicBezTo>
                          <a:pt x="88826" y="86010"/>
                          <a:pt x="88603" y="86219"/>
                          <a:pt x="88350" y="86219"/>
                        </a:cubicBezTo>
                        <a:close/>
                        <a:moveTo>
                          <a:pt x="75296" y="85310"/>
                        </a:moveTo>
                        <a:cubicBezTo>
                          <a:pt x="75296" y="85310"/>
                          <a:pt x="75281" y="85310"/>
                          <a:pt x="75266" y="85310"/>
                        </a:cubicBezTo>
                        <a:lnTo>
                          <a:pt x="71347" y="85042"/>
                        </a:lnTo>
                        <a:cubicBezTo>
                          <a:pt x="71079" y="85027"/>
                          <a:pt x="70870" y="84788"/>
                          <a:pt x="70885" y="84520"/>
                        </a:cubicBezTo>
                        <a:cubicBezTo>
                          <a:pt x="70900" y="84252"/>
                          <a:pt x="71168" y="84088"/>
                          <a:pt x="71407" y="84058"/>
                        </a:cubicBezTo>
                        <a:lnTo>
                          <a:pt x="75326" y="84326"/>
                        </a:lnTo>
                        <a:cubicBezTo>
                          <a:pt x="75594" y="84341"/>
                          <a:pt x="75803" y="84580"/>
                          <a:pt x="75788" y="84848"/>
                        </a:cubicBezTo>
                        <a:cubicBezTo>
                          <a:pt x="75773" y="85101"/>
                          <a:pt x="75549" y="85310"/>
                          <a:pt x="75296" y="85310"/>
                        </a:cubicBezTo>
                        <a:close/>
                        <a:moveTo>
                          <a:pt x="117973" y="84997"/>
                        </a:moveTo>
                        <a:cubicBezTo>
                          <a:pt x="117735" y="84997"/>
                          <a:pt x="117511" y="84818"/>
                          <a:pt x="117482" y="84565"/>
                        </a:cubicBezTo>
                        <a:cubicBezTo>
                          <a:pt x="117452" y="84296"/>
                          <a:pt x="117631" y="84043"/>
                          <a:pt x="117899" y="84013"/>
                        </a:cubicBezTo>
                        <a:lnTo>
                          <a:pt x="121788" y="83522"/>
                        </a:lnTo>
                        <a:cubicBezTo>
                          <a:pt x="122101" y="83492"/>
                          <a:pt x="122310" y="83686"/>
                          <a:pt x="122339" y="83939"/>
                        </a:cubicBezTo>
                        <a:cubicBezTo>
                          <a:pt x="122369" y="84207"/>
                          <a:pt x="122190" y="84460"/>
                          <a:pt x="121922" y="84490"/>
                        </a:cubicBezTo>
                        <a:lnTo>
                          <a:pt x="118033" y="84982"/>
                        </a:lnTo>
                        <a:cubicBezTo>
                          <a:pt x="118033" y="84982"/>
                          <a:pt x="117988" y="84982"/>
                          <a:pt x="117973" y="84982"/>
                        </a:cubicBezTo>
                        <a:close/>
                        <a:moveTo>
                          <a:pt x="62243" y="84416"/>
                        </a:moveTo>
                        <a:cubicBezTo>
                          <a:pt x="62243" y="84416"/>
                          <a:pt x="62228" y="84416"/>
                          <a:pt x="62213" y="84416"/>
                        </a:cubicBezTo>
                        <a:lnTo>
                          <a:pt x="58294" y="84147"/>
                        </a:lnTo>
                        <a:cubicBezTo>
                          <a:pt x="58026" y="84133"/>
                          <a:pt x="57817" y="83894"/>
                          <a:pt x="57832" y="83626"/>
                        </a:cubicBezTo>
                        <a:cubicBezTo>
                          <a:pt x="57847" y="83358"/>
                          <a:pt x="58115" y="83194"/>
                          <a:pt x="58353" y="83164"/>
                        </a:cubicBezTo>
                        <a:lnTo>
                          <a:pt x="62272" y="83432"/>
                        </a:lnTo>
                        <a:cubicBezTo>
                          <a:pt x="62541" y="83447"/>
                          <a:pt x="62749" y="83686"/>
                          <a:pt x="62734" y="83954"/>
                        </a:cubicBezTo>
                        <a:cubicBezTo>
                          <a:pt x="62719" y="84207"/>
                          <a:pt x="62496" y="84416"/>
                          <a:pt x="62243" y="84416"/>
                        </a:cubicBezTo>
                        <a:close/>
                        <a:moveTo>
                          <a:pt x="49189" y="83522"/>
                        </a:moveTo>
                        <a:cubicBezTo>
                          <a:pt x="49189" y="83522"/>
                          <a:pt x="49174" y="83522"/>
                          <a:pt x="49159" y="83522"/>
                        </a:cubicBezTo>
                        <a:lnTo>
                          <a:pt x="45240" y="83253"/>
                        </a:lnTo>
                        <a:cubicBezTo>
                          <a:pt x="44972" y="83238"/>
                          <a:pt x="44763" y="83000"/>
                          <a:pt x="44778" y="82732"/>
                        </a:cubicBezTo>
                        <a:cubicBezTo>
                          <a:pt x="44793" y="82464"/>
                          <a:pt x="45046" y="82285"/>
                          <a:pt x="45300" y="82270"/>
                        </a:cubicBezTo>
                        <a:lnTo>
                          <a:pt x="49219" y="82538"/>
                        </a:lnTo>
                        <a:cubicBezTo>
                          <a:pt x="49487" y="82553"/>
                          <a:pt x="49696" y="82791"/>
                          <a:pt x="49681" y="83060"/>
                        </a:cubicBezTo>
                        <a:cubicBezTo>
                          <a:pt x="49666" y="83313"/>
                          <a:pt x="49442" y="83522"/>
                          <a:pt x="49189" y="83522"/>
                        </a:cubicBezTo>
                        <a:close/>
                        <a:moveTo>
                          <a:pt x="130952" y="83343"/>
                        </a:moveTo>
                        <a:cubicBezTo>
                          <a:pt x="130714" y="83343"/>
                          <a:pt x="130490" y="83164"/>
                          <a:pt x="130461" y="82911"/>
                        </a:cubicBezTo>
                        <a:cubicBezTo>
                          <a:pt x="130431" y="82642"/>
                          <a:pt x="130610" y="82404"/>
                          <a:pt x="130893" y="82359"/>
                        </a:cubicBezTo>
                        <a:lnTo>
                          <a:pt x="131146" y="82329"/>
                        </a:lnTo>
                        <a:lnTo>
                          <a:pt x="134544" y="81212"/>
                        </a:lnTo>
                        <a:cubicBezTo>
                          <a:pt x="134797" y="81137"/>
                          <a:pt x="135080" y="81272"/>
                          <a:pt x="135169" y="81525"/>
                        </a:cubicBezTo>
                        <a:cubicBezTo>
                          <a:pt x="135259" y="81778"/>
                          <a:pt x="135110" y="82061"/>
                          <a:pt x="134856" y="82151"/>
                        </a:cubicBezTo>
                        <a:lnTo>
                          <a:pt x="131027" y="83343"/>
                        </a:lnTo>
                        <a:cubicBezTo>
                          <a:pt x="131027" y="83343"/>
                          <a:pt x="130982" y="83343"/>
                          <a:pt x="130967" y="83343"/>
                        </a:cubicBezTo>
                        <a:close/>
                        <a:moveTo>
                          <a:pt x="36136" y="82613"/>
                        </a:moveTo>
                        <a:cubicBezTo>
                          <a:pt x="36136" y="82613"/>
                          <a:pt x="36121" y="82613"/>
                          <a:pt x="36106" y="82613"/>
                        </a:cubicBezTo>
                        <a:lnTo>
                          <a:pt x="32187" y="82344"/>
                        </a:lnTo>
                        <a:cubicBezTo>
                          <a:pt x="31918" y="82329"/>
                          <a:pt x="31710" y="82091"/>
                          <a:pt x="31725" y="81823"/>
                        </a:cubicBezTo>
                        <a:cubicBezTo>
                          <a:pt x="31740" y="81555"/>
                          <a:pt x="31993" y="81376"/>
                          <a:pt x="32246" y="81361"/>
                        </a:cubicBezTo>
                        <a:lnTo>
                          <a:pt x="36165" y="81629"/>
                        </a:lnTo>
                        <a:cubicBezTo>
                          <a:pt x="36434" y="81644"/>
                          <a:pt x="36642" y="81882"/>
                          <a:pt x="36627" y="82151"/>
                        </a:cubicBezTo>
                        <a:cubicBezTo>
                          <a:pt x="36612" y="82404"/>
                          <a:pt x="36389" y="82613"/>
                          <a:pt x="36136" y="82613"/>
                        </a:cubicBezTo>
                        <a:close/>
                        <a:moveTo>
                          <a:pt x="23082" y="81704"/>
                        </a:moveTo>
                        <a:cubicBezTo>
                          <a:pt x="23082" y="81704"/>
                          <a:pt x="23067" y="81704"/>
                          <a:pt x="23052" y="81704"/>
                        </a:cubicBezTo>
                        <a:lnTo>
                          <a:pt x="19133" y="81435"/>
                        </a:lnTo>
                        <a:cubicBezTo>
                          <a:pt x="18865" y="81421"/>
                          <a:pt x="18656" y="81182"/>
                          <a:pt x="18671" y="80914"/>
                        </a:cubicBezTo>
                        <a:cubicBezTo>
                          <a:pt x="18686" y="80646"/>
                          <a:pt x="18940" y="80467"/>
                          <a:pt x="19193" y="80452"/>
                        </a:cubicBezTo>
                        <a:lnTo>
                          <a:pt x="23112" y="80720"/>
                        </a:lnTo>
                        <a:cubicBezTo>
                          <a:pt x="23380" y="80735"/>
                          <a:pt x="23589" y="80974"/>
                          <a:pt x="23574" y="81242"/>
                        </a:cubicBezTo>
                        <a:cubicBezTo>
                          <a:pt x="23559" y="81495"/>
                          <a:pt x="23335" y="81704"/>
                          <a:pt x="23082" y="81704"/>
                        </a:cubicBezTo>
                        <a:close/>
                        <a:moveTo>
                          <a:pt x="10029" y="80810"/>
                        </a:moveTo>
                        <a:cubicBezTo>
                          <a:pt x="10029" y="80810"/>
                          <a:pt x="10014" y="80810"/>
                          <a:pt x="9999" y="80810"/>
                        </a:cubicBezTo>
                        <a:lnTo>
                          <a:pt x="5812" y="80527"/>
                        </a:lnTo>
                        <a:lnTo>
                          <a:pt x="5737" y="80154"/>
                        </a:lnTo>
                        <a:cubicBezTo>
                          <a:pt x="5692" y="79886"/>
                          <a:pt x="5856" y="79573"/>
                          <a:pt x="6124" y="79528"/>
                        </a:cubicBezTo>
                        <a:cubicBezTo>
                          <a:pt x="6273" y="79498"/>
                          <a:pt x="6408" y="79528"/>
                          <a:pt x="6512" y="79588"/>
                        </a:cubicBezTo>
                        <a:lnTo>
                          <a:pt x="10058" y="79826"/>
                        </a:lnTo>
                        <a:cubicBezTo>
                          <a:pt x="10327" y="79841"/>
                          <a:pt x="10535" y="80079"/>
                          <a:pt x="10520" y="80348"/>
                        </a:cubicBezTo>
                        <a:cubicBezTo>
                          <a:pt x="10505" y="80601"/>
                          <a:pt x="10282" y="80810"/>
                          <a:pt x="10029" y="80810"/>
                        </a:cubicBezTo>
                        <a:close/>
                        <a:moveTo>
                          <a:pt x="143410" y="79334"/>
                        </a:moveTo>
                        <a:cubicBezTo>
                          <a:pt x="143201" y="79334"/>
                          <a:pt x="143008" y="79200"/>
                          <a:pt x="142948" y="78992"/>
                        </a:cubicBezTo>
                        <a:cubicBezTo>
                          <a:pt x="142858" y="78738"/>
                          <a:pt x="143008" y="78455"/>
                          <a:pt x="143261" y="78366"/>
                        </a:cubicBezTo>
                        <a:lnTo>
                          <a:pt x="147001" y="77159"/>
                        </a:lnTo>
                        <a:cubicBezTo>
                          <a:pt x="147254" y="77084"/>
                          <a:pt x="147537" y="77218"/>
                          <a:pt x="147627" y="77472"/>
                        </a:cubicBezTo>
                        <a:cubicBezTo>
                          <a:pt x="147716" y="77725"/>
                          <a:pt x="147567" y="78008"/>
                          <a:pt x="147314" y="78098"/>
                        </a:cubicBezTo>
                        <a:lnTo>
                          <a:pt x="143574" y="79305"/>
                        </a:lnTo>
                        <a:cubicBezTo>
                          <a:pt x="143574" y="79305"/>
                          <a:pt x="143469" y="79334"/>
                          <a:pt x="143425" y="79334"/>
                        </a:cubicBezTo>
                        <a:close/>
                        <a:moveTo>
                          <a:pt x="155852" y="75296"/>
                        </a:moveTo>
                        <a:cubicBezTo>
                          <a:pt x="155644" y="75296"/>
                          <a:pt x="155450" y="75162"/>
                          <a:pt x="155390" y="74953"/>
                        </a:cubicBezTo>
                        <a:cubicBezTo>
                          <a:pt x="155301" y="74700"/>
                          <a:pt x="155450" y="74417"/>
                          <a:pt x="155703" y="74328"/>
                        </a:cubicBezTo>
                        <a:lnTo>
                          <a:pt x="159444" y="73121"/>
                        </a:lnTo>
                        <a:cubicBezTo>
                          <a:pt x="159712" y="73046"/>
                          <a:pt x="159980" y="73180"/>
                          <a:pt x="160069" y="73433"/>
                        </a:cubicBezTo>
                        <a:cubicBezTo>
                          <a:pt x="160159" y="73687"/>
                          <a:pt x="160010" y="73970"/>
                          <a:pt x="159757" y="74059"/>
                        </a:cubicBezTo>
                        <a:lnTo>
                          <a:pt x="156016" y="75266"/>
                        </a:lnTo>
                        <a:cubicBezTo>
                          <a:pt x="156016" y="75266"/>
                          <a:pt x="155912" y="75296"/>
                          <a:pt x="155867" y="75296"/>
                        </a:cubicBezTo>
                        <a:close/>
                        <a:moveTo>
                          <a:pt x="4664" y="71392"/>
                        </a:moveTo>
                        <a:cubicBezTo>
                          <a:pt x="4426" y="71392"/>
                          <a:pt x="4217" y="71213"/>
                          <a:pt x="4187" y="70975"/>
                        </a:cubicBezTo>
                        <a:cubicBezTo>
                          <a:pt x="3994" y="69738"/>
                          <a:pt x="3785" y="68442"/>
                          <a:pt x="3576" y="67086"/>
                        </a:cubicBezTo>
                        <a:cubicBezTo>
                          <a:pt x="3532" y="66817"/>
                          <a:pt x="3725" y="66564"/>
                          <a:pt x="3994" y="66519"/>
                        </a:cubicBezTo>
                        <a:cubicBezTo>
                          <a:pt x="4277" y="66489"/>
                          <a:pt x="4515" y="66668"/>
                          <a:pt x="4560" y="66936"/>
                        </a:cubicBezTo>
                        <a:cubicBezTo>
                          <a:pt x="4768" y="68278"/>
                          <a:pt x="4962" y="69574"/>
                          <a:pt x="5156" y="70811"/>
                        </a:cubicBezTo>
                        <a:cubicBezTo>
                          <a:pt x="5201" y="71079"/>
                          <a:pt x="5022" y="71332"/>
                          <a:pt x="4754" y="71377"/>
                        </a:cubicBezTo>
                        <a:cubicBezTo>
                          <a:pt x="4724" y="71377"/>
                          <a:pt x="4709" y="71377"/>
                          <a:pt x="4679" y="71377"/>
                        </a:cubicBezTo>
                        <a:close/>
                        <a:moveTo>
                          <a:pt x="168295" y="71258"/>
                        </a:moveTo>
                        <a:cubicBezTo>
                          <a:pt x="168086" y="71258"/>
                          <a:pt x="167893" y="71124"/>
                          <a:pt x="167833" y="70915"/>
                        </a:cubicBezTo>
                        <a:cubicBezTo>
                          <a:pt x="167744" y="70662"/>
                          <a:pt x="167893" y="70379"/>
                          <a:pt x="168146" y="70304"/>
                        </a:cubicBezTo>
                        <a:lnTo>
                          <a:pt x="171886" y="69097"/>
                        </a:lnTo>
                        <a:cubicBezTo>
                          <a:pt x="172139" y="69008"/>
                          <a:pt x="172423" y="69157"/>
                          <a:pt x="172497" y="69410"/>
                        </a:cubicBezTo>
                        <a:cubicBezTo>
                          <a:pt x="172586" y="69663"/>
                          <a:pt x="172438" y="69947"/>
                          <a:pt x="172184" y="70021"/>
                        </a:cubicBezTo>
                        <a:lnTo>
                          <a:pt x="168444" y="71228"/>
                        </a:lnTo>
                        <a:cubicBezTo>
                          <a:pt x="168444" y="71228"/>
                          <a:pt x="168340" y="71258"/>
                          <a:pt x="168295" y="71258"/>
                        </a:cubicBezTo>
                        <a:close/>
                        <a:moveTo>
                          <a:pt x="180738" y="67220"/>
                        </a:moveTo>
                        <a:cubicBezTo>
                          <a:pt x="180529" y="67220"/>
                          <a:pt x="180335" y="67086"/>
                          <a:pt x="180275" y="66877"/>
                        </a:cubicBezTo>
                        <a:cubicBezTo>
                          <a:pt x="180186" y="66624"/>
                          <a:pt x="180335" y="66340"/>
                          <a:pt x="180588" y="66266"/>
                        </a:cubicBezTo>
                        <a:lnTo>
                          <a:pt x="184329" y="65059"/>
                        </a:lnTo>
                        <a:cubicBezTo>
                          <a:pt x="184582" y="64984"/>
                          <a:pt x="184865" y="65119"/>
                          <a:pt x="184940" y="65372"/>
                        </a:cubicBezTo>
                        <a:cubicBezTo>
                          <a:pt x="185029" y="65625"/>
                          <a:pt x="184880" y="65908"/>
                          <a:pt x="184627" y="65983"/>
                        </a:cubicBezTo>
                        <a:lnTo>
                          <a:pt x="180886" y="67190"/>
                        </a:lnTo>
                        <a:cubicBezTo>
                          <a:pt x="180886" y="67190"/>
                          <a:pt x="180782" y="67220"/>
                          <a:pt x="180738" y="67220"/>
                        </a:cubicBezTo>
                        <a:close/>
                        <a:moveTo>
                          <a:pt x="193180" y="63181"/>
                        </a:moveTo>
                        <a:cubicBezTo>
                          <a:pt x="192971" y="63181"/>
                          <a:pt x="192778" y="63047"/>
                          <a:pt x="192718" y="62839"/>
                        </a:cubicBezTo>
                        <a:cubicBezTo>
                          <a:pt x="192629" y="62585"/>
                          <a:pt x="192778" y="62302"/>
                          <a:pt x="193031" y="62228"/>
                        </a:cubicBezTo>
                        <a:lnTo>
                          <a:pt x="196771" y="61021"/>
                        </a:lnTo>
                        <a:cubicBezTo>
                          <a:pt x="197025" y="60931"/>
                          <a:pt x="197308" y="61080"/>
                          <a:pt x="197382" y="61334"/>
                        </a:cubicBezTo>
                        <a:cubicBezTo>
                          <a:pt x="197472" y="61587"/>
                          <a:pt x="197323" y="61870"/>
                          <a:pt x="197069" y="61945"/>
                        </a:cubicBezTo>
                        <a:lnTo>
                          <a:pt x="193329" y="63152"/>
                        </a:lnTo>
                        <a:cubicBezTo>
                          <a:pt x="193329" y="63152"/>
                          <a:pt x="193225" y="63181"/>
                          <a:pt x="193180" y="63181"/>
                        </a:cubicBezTo>
                        <a:close/>
                        <a:moveTo>
                          <a:pt x="205623" y="59143"/>
                        </a:moveTo>
                        <a:cubicBezTo>
                          <a:pt x="205414" y="59143"/>
                          <a:pt x="205220" y="59009"/>
                          <a:pt x="205161" y="58800"/>
                        </a:cubicBezTo>
                        <a:cubicBezTo>
                          <a:pt x="205071" y="58547"/>
                          <a:pt x="205220" y="58264"/>
                          <a:pt x="205474" y="58189"/>
                        </a:cubicBezTo>
                        <a:lnTo>
                          <a:pt x="209214" y="56982"/>
                        </a:lnTo>
                        <a:cubicBezTo>
                          <a:pt x="209467" y="56893"/>
                          <a:pt x="209750" y="57042"/>
                          <a:pt x="209825" y="57295"/>
                        </a:cubicBezTo>
                        <a:cubicBezTo>
                          <a:pt x="209914" y="57549"/>
                          <a:pt x="209765" y="57832"/>
                          <a:pt x="209512" y="57906"/>
                        </a:cubicBezTo>
                        <a:lnTo>
                          <a:pt x="205772" y="59113"/>
                        </a:lnTo>
                        <a:cubicBezTo>
                          <a:pt x="205772" y="59113"/>
                          <a:pt x="205667" y="59143"/>
                          <a:pt x="205623" y="59143"/>
                        </a:cubicBezTo>
                        <a:close/>
                        <a:moveTo>
                          <a:pt x="2772" y="58458"/>
                        </a:moveTo>
                        <a:cubicBezTo>
                          <a:pt x="2533" y="58458"/>
                          <a:pt x="2310" y="58279"/>
                          <a:pt x="2280" y="58026"/>
                        </a:cubicBezTo>
                        <a:cubicBezTo>
                          <a:pt x="2116" y="56744"/>
                          <a:pt x="1952" y="55433"/>
                          <a:pt x="1788" y="54121"/>
                        </a:cubicBezTo>
                        <a:cubicBezTo>
                          <a:pt x="1758" y="53853"/>
                          <a:pt x="1952" y="53615"/>
                          <a:pt x="2220" y="53570"/>
                        </a:cubicBezTo>
                        <a:cubicBezTo>
                          <a:pt x="2489" y="53540"/>
                          <a:pt x="2727" y="53734"/>
                          <a:pt x="2772" y="54002"/>
                        </a:cubicBezTo>
                        <a:cubicBezTo>
                          <a:pt x="2936" y="55313"/>
                          <a:pt x="3099" y="56610"/>
                          <a:pt x="3263" y="57891"/>
                        </a:cubicBezTo>
                        <a:cubicBezTo>
                          <a:pt x="3293" y="58160"/>
                          <a:pt x="3114" y="58413"/>
                          <a:pt x="2846" y="58443"/>
                        </a:cubicBezTo>
                        <a:cubicBezTo>
                          <a:pt x="2831" y="58443"/>
                          <a:pt x="2801" y="58443"/>
                          <a:pt x="2787" y="58443"/>
                        </a:cubicBezTo>
                        <a:close/>
                        <a:moveTo>
                          <a:pt x="215562" y="53481"/>
                        </a:moveTo>
                        <a:cubicBezTo>
                          <a:pt x="215323" y="53481"/>
                          <a:pt x="215100" y="53302"/>
                          <a:pt x="215070" y="53049"/>
                        </a:cubicBezTo>
                        <a:cubicBezTo>
                          <a:pt x="214906" y="51752"/>
                          <a:pt x="214742" y="50456"/>
                          <a:pt x="214548" y="49174"/>
                        </a:cubicBezTo>
                        <a:cubicBezTo>
                          <a:pt x="214504" y="48906"/>
                          <a:pt x="214697" y="48653"/>
                          <a:pt x="214966" y="48623"/>
                        </a:cubicBezTo>
                        <a:cubicBezTo>
                          <a:pt x="215234" y="48563"/>
                          <a:pt x="215487" y="48772"/>
                          <a:pt x="215517" y="49040"/>
                        </a:cubicBezTo>
                        <a:cubicBezTo>
                          <a:pt x="215711" y="50337"/>
                          <a:pt x="215890" y="51633"/>
                          <a:pt x="216039" y="52944"/>
                        </a:cubicBezTo>
                        <a:cubicBezTo>
                          <a:pt x="216068" y="53212"/>
                          <a:pt x="215875" y="53451"/>
                          <a:pt x="215606" y="53496"/>
                        </a:cubicBezTo>
                        <a:cubicBezTo>
                          <a:pt x="215592" y="53496"/>
                          <a:pt x="215562" y="53496"/>
                          <a:pt x="215547" y="53496"/>
                        </a:cubicBezTo>
                        <a:close/>
                        <a:moveTo>
                          <a:pt x="1326" y="45434"/>
                        </a:moveTo>
                        <a:cubicBezTo>
                          <a:pt x="1073" y="45434"/>
                          <a:pt x="864" y="45240"/>
                          <a:pt x="834" y="44987"/>
                        </a:cubicBezTo>
                        <a:cubicBezTo>
                          <a:pt x="715" y="43676"/>
                          <a:pt x="611" y="42364"/>
                          <a:pt x="507" y="41068"/>
                        </a:cubicBezTo>
                        <a:cubicBezTo>
                          <a:pt x="492" y="40800"/>
                          <a:pt x="685" y="40561"/>
                          <a:pt x="954" y="40546"/>
                        </a:cubicBezTo>
                        <a:cubicBezTo>
                          <a:pt x="1267" y="40576"/>
                          <a:pt x="1460" y="40725"/>
                          <a:pt x="1475" y="40993"/>
                        </a:cubicBezTo>
                        <a:cubicBezTo>
                          <a:pt x="1580" y="42290"/>
                          <a:pt x="1684" y="43601"/>
                          <a:pt x="1803" y="44898"/>
                        </a:cubicBezTo>
                        <a:cubicBezTo>
                          <a:pt x="1833" y="45166"/>
                          <a:pt x="1624" y="45404"/>
                          <a:pt x="1356" y="45434"/>
                        </a:cubicBezTo>
                        <a:cubicBezTo>
                          <a:pt x="1356" y="45434"/>
                          <a:pt x="1326" y="45434"/>
                          <a:pt x="1311" y="45434"/>
                        </a:cubicBezTo>
                        <a:close/>
                        <a:moveTo>
                          <a:pt x="213505" y="40561"/>
                        </a:moveTo>
                        <a:cubicBezTo>
                          <a:pt x="213282" y="40561"/>
                          <a:pt x="213073" y="40397"/>
                          <a:pt x="213029" y="40159"/>
                        </a:cubicBezTo>
                        <a:cubicBezTo>
                          <a:pt x="212775" y="38863"/>
                          <a:pt x="212522" y="37581"/>
                          <a:pt x="212254" y="36314"/>
                        </a:cubicBezTo>
                        <a:cubicBezTo>
                          <a:pt x="212194" y="36046"/>
                          <a:pt x="212373" y="35793"/>
                          <a:pt x="212626" y="35733"/>
                        </a:cubicBezTo>
                        <a:cubicBezTo>
                          <a:pt x="212909" y="35674"/>
                          <a:pt x="213148" y="35852"/>
                          <a:pt x="213207" y="36106"/>
                        </a:cubicBezTo>
                        <a:cubicBezTo>
                          <a:pt x="213476" y="37372"/>
                          <a:pt x="213729" y="38669"/>
                          <a:pt x="213982" y="39965"/>
                        </a:cubicBezTo>
                        <a:cubicBezTo>
                          <a:pt x="214027" y="40233"/>
                          <a:pt x="213863" y="40487"/>
                          <a:pt x="213595" y="40546"/>
                        </a:cubicBezTo>
                        <a:cubicBezTo>
                          <a:pt x="213565" y="40546"/>
                          <a:pt x="213535" y="40546"/>
                          <a:pt x="213505" y="40546"/>
                        </a:cubicBezTo>
                        <a:close/>
                        <a:moveTo>
                          <a:pt x="536" y="32366"/>
                        </a:moveTo>
                        <a:cubicBezTo>
                          <a:pt x="268" y="32366"/>
                          <a:pt x="60" y="32157"/>
                          <a:pt x="45" y="31889"/>
                        </a:cubicBezTo>
                        <a:cubicBezTo>
                          <a:pt x="15" y="30831"/>
                          <a:pt x="0" y="29788"/>
                          <a:pt x="0" y="28759"/>
                        </a:cubicBezTo>
                        <a:lnTo>
                          <a:pt x="0" y="27955"/>
                        </a:lnTo>
                        <a:cubicBezTo>
                          <a:pt x="0" y="27687"/>
                          <a:pt x="224" y="27463"/>
                          <a:pt x="492" y="27463"/>
                        </a:cubicBezTo>
                        <a:lnTo>
                          <a:pt x="492" y="27463"/>
                        </a:lnTo>
                        <a:cubicBezTo>
                          <a:pt x="760" y="27463"/>
                          <a:pt x="983" y="27687"/>
                          <a:pt x="983" y="27955"/>
                        </a:cubicBezTo>
                        <a:lnTo>
                          <a:pt x="983" y="28759"/>
                        </a:lnTo>
                        <a:cubicBezTo>
                          <a:pt x="983" y="29773"/>
                          <a:pt x="983" y="30816"/>
                          <a:pt x="1013" y="31874"/>
                        </a:cubicBezTo>
                        <a:cubicBezTo>
                          <a:pt x="1013" y="32142"/>
                          <a:pt x="805" y="32366"/>
                          <a:pt x="536" y="32381"/>
                        </a:cubicBezTo>
                        <a:lnTo>
                          <a:pt x="536" y="32381"/>
                        </a:lnTo>
                        <a:close/>
                        <a:moveTo>
                          <a:pt x="210659" y="27776"/>
                        </a:moveTo>
                        <a:cubicBezTo>
                          <a:pt x="210436" y="27776"/>
                          <a:pt x="210242" y="27627"/>
                          <a:pt x="210182" y="27403"/>
                        </a:cubicBezTo>
                        <a:cubicBezTo>
                          <a:pt x="209855" y="26107"/>
                          <a:pt x="209527" y="24840"/>
                          <a:pt x="209199" y="23604"/>
                        </a:cubicBezTo>
                        <a:cubicBezTo>
                          <a:pt x="209124" y="23335"/>
                          <a:pt x="209288" y="23067"/>
                          <a:pt x="209542" y="23008"/>
                        </a:cubicBezTo>
                        <a:cubicBezTo>
                          <a:pt x="209810" y="22948"/>
                          <a:pt x="210078" y="23097"/>
                          <a:pt x="210138" y="23350"/>
                        </a:cubicBezTo>
                        <a:cubicBezTo>
                          <a:pt x="210465" y="24587"/>
                          <a:pt x="210793" y="25869"/>
                          <a:pt x="211121" y="27165"/>
                        </a:cubicBezTo>
                        <a:cubicBezTo>
                          <a:pt x="211181" y="27433"/>
                          <a:pt x="211032" y="27687"/>
                          <a:pt x="210764" y="27761"/>
                        </a:cubicBezTo>
                        <a:cubicBezTo>
                          <a:pt x="210719" y="27761"/>
                          <a:pt x="210689" y="27776"/>
                          <a:pt x="210644" y="27776"/>
                        </a:cubicBezTo>
                        <a:close/>
                        <a:moveTo>
                          <a:pt x="5379" y="23261"/>
                        </a:moveTo>
                        <a:cubicBezTo>
                          <a:pt x="5141" y="23261"/>
                          <a:pt x="4932" y="23082"/>
                          <a:pt x="4888" y="22844"/>
                        </a:cubicBezTo>
                        <a:cubicBezTo>
                          <a:pt x="4843" y="22575"/>
                          <a:pt x="5037" y="22322"/>
                          <a:pt x="5305" y="22292"/>
                        </a:cubicBezTo>
                        <a:lnTo>
                          <a:pt x="9194" y="21756"/>
                        </a:lnTo>
                        <a:cubicBezTo>
                          <a:pt x="9447" y="21696"/>
                          <a:pt x="9716" y="21905"/>
                          <a:pt x="9745" y="22173"/>
                        </a:cubicBezTo>
                        <a:cubicBezTo>
                          <a:pt x="9790" y="22441"/>
                          <a:pt x="9596" y="22695"/>
                          <a:pt x="9328" y="22724"/>
                        </a:cubicBezTo>
                        <a:lnTo>
                          <a:pt x="5439" y="23261"/>
                        </a:lnTo>
                        <a:cubicBezTo>
                          <a:pt x="5439" y="23261"/>
                          <a:pt x="5394" y="23261"/>
                          <a:pt x="5365" y="23261"/>
                        </a:cubicBezTo>
                        <a:close/>
                        <a:moveTo>
                          <a:pt x="18343" y="21458"/>
                        </a:moveTo>
                        <a:cubicBezTo>
                          <a:pt x="18105" y="21458"/>
                          <a:pt x="17896" y="21279"/>
                          <a:pt x="17852" y="21041"/>
                        </a:cubicBezTo>
                        <a:cubicBezTo>
                          <a:pt x="17807" y="20772"/>
                          <a:pt x="18001" y="20519"/>
                          <a:pt x="18269" y="20489"/>
                        </a:cubicBezTo>
                        <a:lnTo>
                          <a:pt x="22158" y="19953"/>
                        </a:lnTo>
                        <a:cubicBezTo>
                          <a:pt x="22412" y="19893"/>
                          <a:pt x="22680" y="20102"/>
                          <a:pt x="22710" y="20370"/>
                        </a:cubicBezTo>
                        <a:cubicBezTo>
                          <a:pt x="22754" y="20638"/>
                          <a:pt x="22561" y="20892"/>
                          <a:pt x="22292" y="20921"/>
                        </a:cubicBezTo>
                        <a:lnTo>
                          <a:pt x="18403" y="21458"/>
                        </a:lnTo>
                        <a:cubicBezTo>
                          <a:pt x="18403" y="21458"/>
                          <a:pt x="18358" y="21458"/>
                          <a:pt x="18343" y="21458"/>
                        </a:cubicBezTo>
                        <a:close/>
                        <a:moveTo>
                          <a:pt x="31322" y="19685"/>
                        </a:moveTo>
                        <a:cubicBezTo>
                          <a:pt x="31084" y="19685"/>
                          <a:pt x="30875" y="19506"/>
                          <a:pt x="30831" y="19252"/>
                        </a:cubicBezTo>
                        <a:cubicBezTo>
                          <a:pt x="30801" y="18984"/>
                          <a:pt x="30980" y="18731"/>
                          <a:pt x="31248" y="18701"/>
                        </a:cubicBezTo>
                        <a:lnTo>
                          <a:pt x="35137" y="18180"/>
                        </a:lnTo>
                        <a:cubicBezTo>
                          <a:pt x="35405" y="18150"/>
                          <a:pt x="35659" y="18329"/>
                          <a:pt x="35689" y="18597"/>
                        </a:cubicBezTo>
                        <a:cubicBezTo>
                          <a:pt x="35718" y="18865"/>
                          <a:pt x="35540" y="19118"/>
                          <a:pt x="35271" y="19148"/>
                        </a:cubicBezTo>
                        <a:lnTo>
                          <a:pt x="31382" y="19670"/>
                        </a:lnTo>
                        <a:cubicBezTo>
                          <a:pt x="31382" y="19670"/>
                          <a:pt x="31337" y="19670"/>
                          <a:pt x="31322" y="19670"/>
                        </a:cubicBezTo>
                        <a:close/>
                        <a:moveTo>
                          <a:pt x="44301" y="17941"/>
                        </a:moveTo>
                        <a:cubicBezTo>
                          <a:pt x="44063" y="17941"/>
                          <a:pt x="43854" y="17762"/>
                          <a:pt x="43810" y="17509"/>
                        </a:cubicBezTo>
                        <a:cubicBezTo>
                          <a:pt x="43780" y="17241"/>
                          <a:pt x="43959" y="16987"/>
                          <a:pt x="44227" y="16958"/>
                        </a:cubicBezTo>
                        <a:lnTo>
                          <a:pt x="48116" y="16436"/>
                        </a:lnTo>
                        <a:cubicBezTo>
                          <a:pt x="48399" y="16391"/>
                          <a:pt x="48638" y="16585"/>
                          <a:pt x="48668" y="16853"/>
                        </a:cubicBezTo>
                        <a:cubicBezTo>
                          <a:pt x="48697" y="17122"/>
                          <a:pt x="48519" y="17375"/>
                          <a:pt x="48250" y="17405"/>
                        </a:cubicBezTo>
                        <a:lnTo>
                          <a:pt x="44361" y="17926"/>
                        </a:lnTo>
                        <a:cubicBezTo>
                          <a:pt x="44361" y="17926"/>
                          <a:pt x="44316" y="17926"/>
                          <a:pt x="44301" y="17926"/>
                        </a:cubicBezTo>
                        <a:close/>
                        <a:moveTo>
                          <a:pt x="57280" y="16213"/>
                        </a:moveTo>
                        <a:cubicBezTo>
                          <a:pt x="57042" y="16213"/>
                          <a:pt x="56833" y="16034"/>
                          <a:pt x="56789" y="15780"/>
                        </a:cubicBezTo>
                        <a:cubicBezTo>
                          <a:pt x="56759" y="15512"/>
                          <a:pt x="56938" y="15259"/>
                          <a:pt x="57206" y="15229"/>
                        </a:cubicBezTo>
                        <a:lnTo>
                          <a:pt x="61095" y="14722"/>
                        </a:lnTo>
                        <a:cubicBezTo>
                          <a:pt x="61363" y="14693"/>
                          <a:pt x="61617" y="14871"/>
                          <a:pt x="61647" y="15140"/>
                        </a:cubicBezTo>
                        <a:cubicBezTo>
                          <a:pt x="61676" y="15408"/>
                          <a:pt x="61498" y="15661"/>
                          <a:pt x="61229" y="15691"/>
                        </a:cubicBezTo>
                        <a:lnTo>
                          <a:pt x="57340" y="16198"/>
                        </a:lnTo>
                        <a:cubicBezTo>
                          <a:pt x="57340" y="16198"/>
                          <a:pt x="57295" y="16198"/>
                          <a:pt x="57280" y="16198"/>
                        </a:cubicBezTo>
                        <a:close/>
                        <a:moveTo>
                          <a:pt x="207202" y="15155"/>
                        </a:moveTo>
                        <a:cubicBezTo>
                          <a:pt x="206994" y="15155"/>
                          <a:pt x="206800" y="15021"/>
                          <a:pt x="206725" y="14797"/>
                        </a:cubicBezTo>
                        <a:cubicBezTo>
                          <a:pt x="206338" y="13486"/>
                          <a:pt x="205950" y="12234"/>
                          <a:pt x="205578" y="11042"/>
                        </a:cubicBezTo>
                        <a:cubicBezTo>
                          <a:pt x="205488" y="10789"/>
                          <a:pt x="205637" y="10505"/>
                          <a:pt x="205891" y="10431"/>
                        </a:cubicBezTo>
                        <a:cubicBezTo>
                          <a:pt x="206159" y="10341"/>
                          <a:pt x="206427" y="10491"/>
                          <a:pt x="206502" y="10744"/>
                        </a:cubicBezTo>
                        <a:cubicBezTo>
                          <a:pt x="206874" y="11936"/>
                          <a:pt x="207262" y="13203"/>
                          <a:pt x="207664" y="14499"/>
                        </a:cubicBezTo>
                        <a:cubicBezTo>
                          <a:pt x="207739" y="14752"/>
                          <a:pt x="207590" y="15035"/>
                          <a:pt x="207336" y="15110"/>
                        </a:cubicBezTo>
                        <a:cubicBezTo>
                          <a:pt x="207291" y="15110"/>
                          <a:pt x="207247" y="15125"/>
                          <a:pt x="207202" y="15125"/>
                        </a:cubicBezTo>
                        <a:close/>
                        <a:moveTo>
                          <a:pt x="70260" y="14514"/>
                        </a:moveTo>
                        <a:cubicBezTo>
                          <a:pt x="70021" y="14514"/>
                          <a:pt x="69798" y="14335"/>
                          <a:pt x="69768" y="14082"/>
                        </a:cubicBezTo>
                        <a:cubicBezTo>
                          <a:pt x="69738" y="13814"/>
                          <a:pt x="69917" y="13560"/>
                          <a:pt x="70185" y="13530"/>
                        </a:cubicBezTo>
                        <a:lnTo>
                          <a:pt x="74074" y="13024"/>
                        </a:lnTo>
                        <a:cubicBezTo>
                          <a:pt x="74342" y="12994"/>
                          <a:pt x="74596" y="13173"/>
                          <a:pt x="74626" y="13441"/>
                        </a:cubicBezTo>
                        <a:cubicBezTo>
                          <a:pt x="74655" y="13709"/>
                          <a:pt x="74477" y="13963"/>
                          <a:pt x="74208" y="13992"/>
                        </a:cubicBezTo>
                        <a:lnTo>
                          <a:pt x="70319" y="14499"/>
                        </a:lnTo>
                        <a:cubicBezTo>
                          <a:pt x="70319" y="14499"/>
                          <a:pt x="70274" y="14499"/>
                          <a:pt x="70260" y="14499"/>
                        </a:cubicBezTo>
                        <a:close/>
                        <a:moveTo>
                          <a:pt x="83238" y="12845"/>
                        </a:moveTo>
                        <a:cubicBezTo>
                          <a:pt x="83000" y="12845"/>
                          <a:pt x="82777" y="12666"/>
                          <a:pt x="82747" y="12413"/>
                        </a:cubicBezTo>
                        <a:cubicBezTo>
                          <a:pt x="82717" y="12145"/>
                          <a:pt x="82896" y="11906"/>
                          <a:pt x="83179" y="11861"/>
                        </a:cubicBezTo>
                        <a:lnTo>
                          <a:pt x="87068" y="11370"/>
                        </a:lnTo>
                        <a:cubicBezTo>
                          <a:pt x="87351" y="11325"/>
                          <a:pt x="87590" y="11534"/>
                          <a:pt x="87619" y="11802"/>
                        </a:cubicBezTo>
                        <a:cubicBezTo>
                          <a:pt x="87649" y="12070"/>
                          <a:pt x="87470" y="12323"/>
                          <a:pt x="87187" y="12353"/>
                        </a:cubicBezTo>
                        <a:lnTo>
                          <a:pt x="83298" y="12845"/>
                        </a:lnTo>
                        <a:cubicBezTo>
                          <a:pt x="83298" y="12845"/>
                          <a:pt x="83253" y="12845"/>
                          <a:pt x="83238" y="12845"/>
                        </a:cubicBezTo>
                        <a:close/>
                        <a:moveTo>
                          <a:pt x="96217" y="11221"/>
                        </a:moveTo>
                        <a:cubicBezTo>
                          <a:pt x="95979" y="11221"/>
                          <a:pt x="95756" y="11042"/>
                          <a:pt x="95726" y="10789"/>
                        </a:cubicBezTo>
                        <a:cubicBezTo>
                          <a:pt x="95696" y="10520"/>
                          <a:pt x="95890" y="10282"/>
                          <a:pt x="96158" y="10237"/>
                        </a:cubicBezTo>
                        <a:lnTo>
                          <a:pt x="100047" y="9760"/>
                        </a:lnTo>
                        <a:cubicBezTo>
                          <a:pt x="100330" y="9716"/>
                          <a:pt x="100554" y="9924"/>
                          <a:pt x="100598" y="10193"/>
                        </a:cubicBezTo>
                        <a:cubicBezTo>
                          <a:pt x="100628" y="10461"/>
                          <a:pt x="100435" y="10699"/>
                          <a:pt x="100166" y="10744"/>
                        </a:cubicBezTo>
                        <a:lnTo>
                          <a:pt x="96277" y="11221"/>
                        </a:lnTo>
                        <a:cubicBezTo>
                          <a:pt x="96277" y="11221"/>
                          <a:pt x="96232" y="11221"/>
                          <a:pt x="96217" y="11221"/>
                        </a:cubicBezTo>
                        <a:close/>
                        <a:moveTo>
                          <a:pt x="109211" y="9626"/>
                        </a:moveTo>
                        <a:cubicBezTo>
                          <a:pt x="108973" y="9626"/>
                          <a:pt x="108749" y="9447"/>
                          <a:pt x="108720" y="9194"/>
                        </a:cubicBezTo>
                        <a:cubicBezTo>
                          <a:pt x="108690" y="8926"/>
                          <a:pt x="108884" y="8687"/>
                          <a:pt x="109152" y="8643"/>
                        </a:cubicBezTo>
                        <a:lnTo>
                          <a:pt x="113056" y="8181"/>
                        </a:lnTo>
                        <a:cubicBezTo>
                          <a:pt x="113339" y="8136"/>
                          <a:pt x="113563" y="8345"/>
                          <a:pt x="113607" y="8613"/>
                        </a:cubicBezTo>
                        <a:cubicBezTo>
                          <a:pt x="113637" y="8881"/>
                          <a:pt x="113443" y="9120"/>
                          <a:pt x="113175" y="9164"/>
                        </a:cubicBezTo>
                        <a:lnTo>
                          <a:pt x="109271" y="9626"/>
                        </a:lnTo>
                        <a:cubicBezTo>
                          <a:pt x="109271" y="9626"/>
                          <a:pt x="109226" y="9626"/>
                          <a:pt x="109211" y="9626"/>
                        </a:cubicBezTo>
                        <a:close/>
                        <a:moveTo>
                          <a:pt x="122205" y="8077"/>
                        </a:moveTo>
                        <a:cubicBezTo>
                          <a:pt x="121967" y="8077"/>
                          <a:pt x="121743" y="7898"/>
                          <a:pt x="121714" y="7644"/>
                        </a:cubicBezTo>
                        <a:cubicBezTo>
                          <a:pt x="121684" y="7376"/>
                          <a:pt x="121878" y="7138"/>
                          <a:pt x="122146" y="7093"/>
                        </a:cubicBezTo>
                        <a:lnTo>
                          <a:pt x="126050" y="6646"/>
                        </a:lnTo>
                        <a:cubicBezTo>
                          <a:pt x="126333" y="6601"/>
                          <a:pt x="126571" y="6810"/>
                          <a:pt x="126601" y="7078"/>
                        </a:cubicBezTo>
                        <a:cubicBezTo>
                          <a:pt x="126631" y="7346"/>
                          <a:pt x="126437" y="7585"/>
                          <a:pt x="126169" y="7629"/>
                        </a:cubicBezTo>
                        <a:lnTo>
                          <a:pt x="122265" y="8077"/>
                        </a:lnTo>
                        <a:cubicBezTo>
                          <a:pt x="122265" y="8077"/>
                          <a:pt x="122220" y="8077"/>
                          <a:pt x="122205" y="8077"/>
                        </a:cubicBezTo>
                        <a:close/>
                        <a:moveTo>
                          <a:pt x="135214" y="6586"/>
                        </a:moveTo>
                        <a:cubicBezTo>
                          <a:pt x="134961" y="6586"/>
                          <a:pt x="134752" y="6408"/>
                          <a:pt x="134722" y="6154"/>
                        </a:cubicBezTo>
                        <a:cubicBezTo>
                          <a:pt x="134693" y="5886"/>
                          <a:pt x="134886" y="5648"/>
                          <a:pt x="135155" y="5618"/>
                        </a:cubicBezTo>
                        <a:lnTo>
                          <a:pt x="139059" y="5186"/>
                        </a:lnTo>
                        <a:cubicBezTo>
                          <a:pt x="139357" y="5186"/>
                          <a:pt x="139565" y="5350"/>
                          <a:pt x="139595" y="5618"/>
                        </a:cubicBezTo>
                        <a:cubicBezTo>
                          <a:pt x="139625" y="5886"/>
                          <a:pt x="139431" y="6124"/>
                          <a:pt x="139163" y="6154"/>
                        </a:cubicBezTo>
                        <a:lnTo>
                          <a:pt x="135259" y="6586"/>
                        </a:lnTo>
                        <a:cubicBezTo>
                          <a:pt x="135259" y="6586"/>
                          <a:pt x="135229" y="6586"/>
                          <a:pt x="135199" y="6586"/>
                        </a:cubicBezTo>
                        <a:close/>
                        <a:moveTo>
                          <a:pt x="148223" y="5171"/>
                        </a:moveTo>
                        <a:cubicBezTo>
                          <a:pt x="147970" y="5171"/>
                          <a:pt x="147761" y="4977"/>
                          <a:pt x="147731" y="4739"/>
                        </a:cubicBezTo>
                        <a:cubicBezTo>
                          <a:pt x="147701" y="4470"/>
                          <a:pt x="147895" y="4232"/>
                          <a:pt x="148163" y="4202"/>
                        </a:cubicBezTo>
                        <a:lnTo>
                          <a:pt x="152067" y="3785"/>
                        </a:lnTo>
                        <a:cubicBezTo>
                          <a:pt x="152365" y="3785"/>
                          <a:pt x="152574" y="3949"/>
                          <a:pt x="152604" y="4217"/>
                        </a:cubicBezTo>
                        <a:cubicBezTo>
                          <a:pt x="152634" y="4485"/>
                          <a:pt x="152440" y="4724"/>
                          <a:pt x="152172" y="4754"/>
                        </a:cubicBezTo>
                        <a:lnTo>
                          <a:pt x="148268" y="5171"/>
                        </a:lnTo>
                        <a:cubicBezTo>
                          <a:pt x="148268" y="5171"/>
                          <a:pt x="148238" y="5171"/>
                          <a:pt x="148223" y="5171"/>
                        </a:cubicBezTo>
                        <a:close/>
                        <a:moveTo>
                          <a:pt x="161247" y="3845"/>
                        </a:moveTo>
                        <a:cubicBezTo>
                          <a:pt x="160993" y="3845"/>
                          <a:pt x="160785" y="3651"/>
                          <a:pt x="160755" y="3397"/>
                        </a:cubicBezTo>
                        <a:cubicBezTo>
                          <a:pt x="160725" y="3129"/>
                          <a:pt x="160919" y="2891"/>
                          <a:pt x="161202" y="2861"/>
                        </a:cubicBezTo>
                        <a:lnTo>
                          <a:pt x="165106" y="2489"/>
                        </a:lnTo>
                        <a:cubicBezTo>
                          <a:pt x="165389" y="2459"/>
                          <a:pt x="165613" y="2667"/>
                          <a:pt x="165643" y="2936"/>
                        </a:cubicBezTo>
                        <a:cubicBezTo>
                          <a:pt x="165672" y="3204"/>
                          <a:pt x="165464" y="3442"/>
                          <a:pt x="165195" y="3472"/>
                        </a:cubicBezTo>
                        <a:lnTo>
                          <a:pt x="161291" y="3845"/>
                        </a:lnTo>
                        <a:cubicBezTo>
                          <a:pt x="161291" y="3845"/>
                          <a:pt x="161262" y="3845"/>
                          <a:pt x="161247" y="3845"/>
                        </a:cubicBezTo>
                        <a:close/>
                        <a:moveTo>
                          <a:pt x="203149" y="2712"/>
                        </a:moveTo>
                        <a:cubicBezTo>
                          <a:pt x="202940" y="2712"/>
                          <a:pt x="202762" y="2578"/>
                          <a:pt x="202687" y="2384"/>
                        </a:cubicBezTo>
                        <a:lnTo>
                          <a:pt x="202180" y="983"/>
                        </a:lnTo>
                        <a:cubicBezTo>
                          <a:pt x="201614" y="983"/>
                          <a:pt x="201018" y="983"/>
                          <a:pt x="200392" y="1013"/>
                        </a:cubicBezTo>
                        <a:lnTo>
                          <a:pt x="200392" y="1013"/>
                        </a:lnTo>
                        <a:cubicBezTo>
                          <a:pt x="200124" y="1013"/>
                          <a:pt x="199901" y="805"/>
                          <a:pt x="199901" y="536"/>
                        </a:cubicBezTo>
                        <a:cubicBezTo>
                          <a:pt x="199901" y="268"/>
                          <a:pt x="200109" y="45"/>
                          <a:pt x="200377" y="30"/>
                        </a:cubicBezTo>
                        <a:cubicBezTo>
                          <a:pt x="201048" y="30"/>
                          <a:pt x="201689" y="0"/>
                          <a:pt x="202300" y="0"/>
                        </a:cubicBezTo>
                        <a:cubicBezTo>
                          <a:pt x="202642" y="0"/>
                          <a:pt x="202940" y="194"/>
                          <a:pt x="203045" y="477"/>
                        </a:cubicBezTo>
                        <a:lnTo>
                          <a:pt x="203611" y="2056"/>
                        </a:lnTo>
                        <a:cubicBezTo>
                          <a:pt x="203700" y="2310"/>
                          <a:pt x="203566" y="2593"/>
                          <a:pt x="203313" y="2682"/>
                        </a:cubicBezTo>
                        <a:cubicBezTo>
                          <a:pt x="203253" y="2697"/>
                          <a:pt x="203209" y="2712"/>
                          <a:pt x="203149" y="2712"/>
                        </a:cubicBezTo>
                        <a:close/>
                        <a:moveTo>
                          <a:pt x="174270" y="2638"/>
                        </a:moveTo>
                        <a:cubicBezTo>
                          <a:pt x="174017" y="2638"/>
                          <a:pt x="173808" y="2444"/>
                          <a:pt x="173779" y="2190"/>
                        </a:cubicBezTo>
                        <a:cubicBezTo>
                          <a:pt x="173749" y="1922"/>
                          <a:pt x="173957" y="1684"/>
                          <a:pt x="174226" y="1654"/>
                        </a:cubicBezTo>
                        <a:cubicBezTo>
                          <a:pt x="175567" y="1535"/>
                          <a:pt x="176863" y="1431"/>
                          <a:pt x="178145" y="1326"/>
                        </a:cubicBezTo>
                        <a:cubicBezTo>
                          <a:pt x="178413" y="1311"/>
                          <a:pt x="178651" y="1505"/>
                          <a:pt x="178666" y="1773"/>
                        </a:cubicBezTo>
                        <a:cubicBezTo>
                          <a:pt x="178681" y="2042"/>
                          <a:pt x="178487" y="2280"/>
                          <a:pt x="178219" y="2295"/>
                        </a:cubicBezTo>
                        <a:cubicBezTo>
                          <a:pt x="176953" y="2399"/>
                          <a:pt x="175641" y="2503"/>
                          <a:pt x="174315" y="2623"/>
                        </a:cubicBezTo>
                        <a:cubicBezTo>
                          <a:pt x="174315" y="2623"/>
                          <a:pt x="174285" y="2623"/>
                          <a:pt x="174270" y="2623"/>
                        </a:cubicBezTo>
                        <a:close/>
                        <a:moveTo>
                          <a:pt x="187324" y="1624"/>
                        </a:moveTo>
                        <a:cubicBezTo>
                          <a:pt x="187071" y="1624"/>
                          <a:pt x="186847" y="1431"/>
                          <a:pt x="186832" y="1162"/>
                        </a:cubicBezTo>
                        <a:cubicBezTo>
                          <a:pt x="186817" y="894"/>
                          <a:pt x="187026" y="656"/>
                          <a:pt x="187294" y="641"/>
                        </a:cubicBezTo>
                        <a:cubicBezTo>
                          <a:pt x="188650" y="551"/>
                          <a:pt x="189961" y="462"/>
                          <a:pt x="191213" y="402"/>
                        </a:cubicBezTo>
                        <a:cubicBezTo>
                          <a:pt x="191511" y="358"/>
                          <a:pt x="191720" y="596"/>
                          <a:pt x="191735" y="864"/>
                        </a:cubicBezTo>
                        <a:cubicBezTo>
                          <a:pt x="191749" y="1133"/>
                          <a:pt x="191541" y="1371"/>
                          <a:pt x="191273" y="1386"/>
                        </a:cubicBezTo>
                        <a:cubicBezTo>
                          <a:pt x="190021" y="1460"/>
                          <a:pt x="188710" y="1535"/>
                          <a:pt x="187354" y="1624"/>
                        </a:cubicBezTo>
                        <a:cubicBezTo>
                          <a:pt x="187354" y="1624"/>
                          <a:pt x="187339" y="1624"/>
                          <a:pt x="187324" y="16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7" name="Forme libre : forme 1016">
                    <a:extLst>
                      <a:ext uri="{FF2B5EF4-FFF2-40B4-BE49-F238E27FC236}">
                        <a16:creationId xmlns:a16="http://schemas.microsoft.com/office/drawing/2014/main" id="{8D780C03-1FEB-22E2-B482-04276D96F0DF}"/>
                      </a:ext>
                    </a:extLst>
                  </p:cNvPr>
                  <p:cNvSpPr/>
                  <p:nvPr/>
                </p:nvSpPr>
                <p:spPr>
                  <a:xfrm>
                    <a:off x="847751" y="796593"/>
                    <a:ext cx="48189" cy="44375"/>
                  </a:xfrm>
                  <a:custGeom>
                    <a:avLst/>
                    <a:gdLst>
                      <a:gd name="connsiteX0" fmla="*/ 41941 w 48189"/>
                      <a:gd name="connsiteY0" fmla="*/ 40815 h 44375"/>
                      <a:gd name="connsiteX1" fmla="*/ 14568 w 48189"/>
                      <a:gd name="connsiteY1" fmla="*/ 44316 h 44375"/>
                      <a:gd name="connsiteX2" fmla="*/ 6745 w 48189"/>
                      <a:gd name="connsiteY2" fmla="*/ 38997 h 44375"/>
                      <a:gd name="connsiteX3" fmla="*/ 218 w 48189"/>
                      <a:gd name="connsiteY3" fmla="*/ 13054 h 44375"/>
                      <a:gd name="connsiteX4" fmla="*/ 6238 w 48189"/>
                      <a:gd name="connsiteY4" fmla="*/ 4262 h 44375"/>
                      <a:gd name="connsiteX5" fmla="*/ 39125 w 48189"/>
                      <a:gd name="connsiteY5" fmla="*/ 60 h 44375"/>
                      <a:gd name="connsiteX6" fmla="*/ 47157 w 48189"/>
                      <a:gd name="connsiteY6" fmla="*/ 6825 h 44375"/>
                      <a:gd name="connsiteX7" fmla="*/ 48185 w 48189"/>
                      <a:gd name="connsiteY7" fmla="*/ 33468 h 44375"/>
                      <a:gd name="connsiteX8" fmla="*/ 41956 w 48189"/>
                      <a:gd name="connsiteY8" fmla="*/ 40800 h 443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189" h="44375">
                        <a:moveTo>
                          <a:pt x="41941" y="40815"/>
                        </a:moveTo>
                        <a:lnTo>
                          <a:pt x="14568" y="44316"/>
                        </a:lnTo>
                        <a:cubicBezTo>
                          <a:pt x="10977" y="44778"/>
                          <a:pt x="7624" y="42499"/>
                          <a:pt x="6745" y="38997"/>
                        </a:cubicBezTo>
                        <a:lnTo>
                          <a:pt x="218" y="13054"/>
                        </a:lnTo>
                        <a:cubicBezTo>
                          <a:pt x="-825" y="8926"/>
                          <a:pt x="1991" y="4813"/>
                          <a:pt x="6238" y="4262"/>
                        </a:cubicBezTo>
                        <a:lnTo>
                          <a:pt x="39125" y="60"/>
                        </a:lnTo>
                        <a:cubicBezTo>
                          <a:pt x="43282" y="-477"/>
                          <a:pt x="47008" y="2667"/>
                          <a:pt x="47157" y="6825"/>
                        </a:cubicBezTo>
                        <a:lnTo>
                          <a:pt x="48185" y="33468"/>
                        </a:lnTo>
                        <a:cubicBezTo>
                          <a:pt x="48319" y="37149"/>
                          <a:pt x="45622" y="40323"/>
                          <a:pt x="41956" y="40800"/>
                        </a:cubicBezTo>
                        <a:close/>
                      </a:path>
                    </a:pathLst>
                  </a:custGeom>
                  <a:solidFill>
                    <a:srgbClr val="FFBC00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8" name="Forme libre : forme 1017">
                    <a:extLst>
                      <a:ext uri="{FF2B5EF4-FFF2-40B4-BE49-F238E27FC236}">
                        <a16:creationId xmlns:a16="http://schemas.microsoft.com/office/drawing/2014/main" id="{FD26A4B4-6E72-7209-33DD-E21D1965173B}"/>
                      </a:ext>
                    </a:extLst>
                  </p:cNvPr>
                  <p:cNvSpPr/>
                  <p:nvPr/>
                </p:nvSpPr>
                <p:spPr>
                  <a:xfrm>
                    <a:off x="853765" y="801943"/>
                    <a:ext cx="36690" cy="33764"/>
                  </a:xfrm>
                  <a:custGeom>
                    <a:avLst/>
                    <a:gdLst>
                      <a:gd name="connsiteX0" fmla="*/ 31934 w 36690"/>
                      <a:gd name="connsiteY0" fmla="*/ 31054 h 33764"/>
                      <a:gd name="connsiteX1" fmla="*/ 11102 w 36690"/>
                      <a:gd name="connsiteY1" fmla="*/ 33721 h 33764"/>
                      <a:gd name="connsiteX2" fmla="*/ 5141 w 36690"/>
                      <a:gd name="connsiteY2" fmla="*/ 29683 h 33764"/>
                      <a:gd name="connsiteX3" fmla="*/ 164 w 36690"/>
                      <a:gd name="connsiteY3" fmla="*/ 9939 h 33764"/>
                      <a:gd name="connsiteX4" fmla="*/ 4754 w 36690"/>
                      <a:gd name="connsiteY4" fmla="*/ 3248 h 33764"/>
                      <a:gd name="connsiteX5" fmla="*/ 29788 w 36690"/>
                      <a:gd name="connsiteY5" fmla="*/ 44 h 33764"/>
                      <a:gd name="connsiteX6" fmla="*/ 35912 w 36690"/>
                      <a:gd name="connsiteY6" fmla="*/ 5200 h 33764"/>
                      <a:gd name="connsiteX7" fmla="*/ 36687 w 36690"/>
                      <a:gd name="connsiteY7" fmla="*/ 25481 h 33764"/>
                      <a:gd name="connsiteX8" fmla="*/ 31949 w 36690"/>
                      <a:gd name="connsiteY8" fmla="*/ 31054 h 337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6690" h="33764">
                        <a:moveTo>
                          <a:pt x="31934" y="31054"/>
                        </a:moveTo>
                        <a:lnTo>
                          <a:pt x="11102" y="33721"/>
                        </a:lnTo>
                        <a:cubicBezTo>
                          <a:pt x="8375" y="34064"/>
                          <a:pt x="5812" y="32335"/>
                          <a:pt x="5141" y="29683"/>
                        </a:cubicBezTo>
                        <a:lnTo>
                          <a:pt x="164" y="9939"/>
                        </a:lnTo>
                        <a:cubicBezTo>
                          <a:pt x="-626" y="6795"/>
                          <a:pt x="1520" y="3665"/>
                          <a:pt x="4754" y="3248"/>
                        </a:cubicBezTo>
                        <a:lnTo>
                          <a:pt x="29788" y="44"/>
                        </a:lnTo>
                        <a:cubicBezTo>
                          <a:pt x="32947" y="-358"/>
                          <a:pt x="35778" y="2026"/>
                          <a:pt x="35912" y="5200"/>
                        </a:cubicBezTo>
                        <a:lnTo>
                          <a:pt x="36687" y="25481"/>
                        </a:lnTo>
                        <a:cubicBezTo>
                          <a:pt x="36792" y="28282"/>
                          <a:pt x="34735" y="30696"/>
                          <a:pt x="31949" y="31054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05" name="Forme libre : forme 1004">
                  <a:extLst>
                    <a:ext uri="{FF2B5EF4-FFF2-40B4-BE49-F238E27FC236}">
                      <a16:creationId xmlns:a16="http://schemas.microsoft.com/office/drawing/2014/main" id="{55CF6CF9-34F3-BE57-D384-364870A92AF7}"/>
                    </a:ext>
                  </a:extLst>
                </p:cNvPr>
                <p:cNvSpPr/>
                <p:nvPr/>
              </p:nvSpPr>
              <p:spPr>
                <a:xfrm>
                  <a:off x="833171" y="620563"/>
                  <a:ext cx="83746" cy="109276"/>
                </a:xfrm>
                <a:custGeom>
                  <a:avLst/>
                  <a:gdLst>
                    <a:gd name="connsiteX0" fmla="*/ 36241 w 83746"/>
                    <a:gd name="connsiteY0" fmla="*/ 2506 h 109276"/>
                    <a:gd name="connsiteX1" fmla="*/ 41889 w 83746"/>
                    <a:gd name="connsiteY1" fmla="*/ 64793 h 109276"/>
                    <a:gd name="connsiteX2" fmla="*/ 35049 w 83746"/>
                    <a:gd name="connsiteY2" fmla="*/ 71424 h 109276"/>
                    <a:gd name="connsiteX3" fmla="*/ 20446 w 83746"/>
                    <a:gd name="connsiteY3" fmla="*/ 72378 h 109276"/>
                    <a:gd name="connsiteX4" fmla="*/ 4874 w 83746"/>
                    <a:gd name="connsiteY4" fmla="*/ 66358 h 109276"/>
                    <a:gd name="connsiteX5" fmla="*/ 1283 w 83746"/>
                    <a:gd name="connsiteY5" fmla="*/ 69442 h 109276"/>
                    <a:gd name="connsiteX6" fmla="*/ 10164 w 83746"/>
                    <a:gd name="connsiteY6" fmla="*/ 79009 h 109276"/>
                    <a:gd name="connsiteX7" fmla="*/ 18613 w 83746"/>
                    <a:gd name="connsiteY7" fmla="*/ 86444 h 109276"/>
                    <a:gd name="connsiteX8" fmla="*/ 17242 w 83746"/>
                    <a:gd name="connsiteY8" fmla="*/ 89022 h 109276"/>
                    <a:gd name="connsiteX9" fmla="*/ 1968 w 83746"/>
                    <a:gd name="connsiteY9" fmla="*/ 97784 h 109276"/>
                    <a:gd name="connsiteX10" fmla="*/ 1 w 83746"/>
                    <a:gd name="connsiteY10" fmla="*/ 98783 h 109276"/>
                    <a:gd name="connsiteX11" fmla="*/ 14098 w 83746"/>
                    <a:gd name="connsiteY11" fmla="*/ 107530 h 109276"/>
                    <a:gd name="connsiteX12" fmla="*/ 27718 w 83746"/>
                    <a:gd name="connsiteY12" fmla="*/ 109109 h 109276"/>
                    <a:gd name="connsiteX13" fmla="*/ 55762 w 83746"/>
                    <a:gd name="connsiteY13" fmla="*/ 90572 h 109276"/>
                    <a:gd name="connsiteX14" fmla="*/ 83746 w 83746"/>
                    <a:gd name="connsiteY14" fmla="*/ 11208 h 109276"/>
                    <a:gd name="connsiteX15" fmla="*/ 36241 w 83746"/>
                    <a:gd name="connsiteY15" fmla="*/ 2506 h 1092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83746" h="109276">
                      <a:moveTo>
                        <a:pt x="36241" y="2506"/>
                      </a:moveTo>
                      <a:cubicBezTo>
                        <a:pt x="42693" y="29194"/>
                        <a:pt x="42872" y="55286"/>
                        <a:pt x="41889" y="64793"/>
                      </a:cubicBezTo>
                      <a:cubicBezTo>
                        <a:pt x="41516" y="68369"/>
                        <a:pt x="38640" y="71171"/>
                        <a:pt x="35049" y="71424"/>
                      </a:cubicBezTo>
                      <a:cubicBezTo>
                        <a:pt x="30966" y="71707"/>
                        <a:pt x="25408" y="72080"/>
                        <a:pt x="20446" y="72378"/>
                      </a:cubicBezTo>
                      <a:cubicBezTo>
                        <a:pt x="14992" y="72691"/>
                        <a:pt x="8927" y="69248"/>
                        <a:pt x="4874" y="66358"/>
                      </a:cubicBezTo>
                      <a:cubicBezTo>
                        <a:pt x="2803" y="64882"/>
                        <a:pt x="135" y="67177"/>
                        <a:pt x="1283" y="69442"/>
                      </a:cubicBezTo>
                      <a:cubicBezTo>
                        <a:pt x="3279" y="73331"/>
                        <a:pt x="6722" y="76401"/>
                        <a:pt x="10164" y="79009"/>
                      </a:cubicBezTo>
                      <a:cubicBezTo>
                        <a:pt x="12220" y="80573"/>
                        <a:pt x="19090" y="83360"/>
                        <a:pt x="18613" y="86444"/>
                      </a:cubicBezTo>
                      <a:cubicBezTo>
                        <a:pt x="18464" y="87413"/>
                        <a:pt x="17868" y="88262"/>
                        <a:pt x="17242" y="89022"/>
                      </a:cubicBezTo>
                      <a:cubicBezTo>
                        <a:pt x="13427" y="93597"/>
                        <a:pt x="7660" y="96041"/>
                        <a:pt x="1968" y="97784"/>
                      </a:cubicBezTo>
                      <a:cubicBezTo>
                        <a:pt x="1253" y="98008"/>
                        <a:pt x="493" y="98231"/>
                        <a:pt x="1" y="98783"/>
                      </a:cubicBezTo>
                      <a:cubicBezTo>
                        <a:pt x="-133" y="102463"/>
                        <a:pt x="11177" y="106546"/>
                        <a:pt x="14098" y="107530"/>
                      </a:cubicBezTo>
                      <a:cubicBezTo>
                        <a:pt x="18479" y="108990"/>
                        <a:pt x="23113" y="109601"/>
                        <a:pt x="27718" y="109109"/>
                      </a:cubicBezTo>
                      <a:cubicBezTo>
                        <a:pt x="39117" y="107902"/>
                        <a:pt x="49637" y="100049"/>
                        <a:pt x="55762" y="90572"/>
                      </a:cubicBezTo>
                      <a:cubicBezTo>
                        <a:pt x="72168" y="65225"/>
                        <a:pt x="80647" y="34618"/>
                        <a:pt x="83746" y="11208"/>
                      </a:cubicBezTo>
                      <a:cubicBezTo>
                        <a:pt x="68487" y="-4051"/>
                        <a:pt x="45450" y="-177"/>
                        <a:pt x="36241" y="2506"/>
                      </a:cubicBezTo>
                      <a:close/>
                    </a:path>
                  </a:pathLst>
                </a:custGeom>
                <a:solidFill>
                  <a:srgbClr val="C9764E"/>
                </a:solidFill>
                <a:ln w="1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6" name="Forme libre : forme 1005">
                  <a:extLst>
                    <a:ext uri="{FF2B5EF4-FFF2-40B4-BE49-F238E27FC236}">
                      <a16:creationId xmlns:a16="http://schemas.microsoft.com/office/drawing/2014/main" id="{0EEB794D-E075-D70C-9DD9-C4CF9D5AD2CF}"/>
                    </a:ext>
                  </a:extLst>
                </p:cNvPr>
                <p:cNvSpPr/>
                <p:nvPr/>
              </p:nvSpPr>
              <p:spPr>
                <a:xfrm>
                  <a:off x="816095" y="471567"/>
                  <a:ext cx="102243" cy="162617"/>
                </a:xfrm>
                <a:custGeom>
                  <a:avLst/>
                  <a:gdLst>
                    <a:gd name="connsiteX0" fmla="*/ 100837 w 102243"/>
                    <a:gd name="connsiteY0" fmla="*/ 162617 h 162617"/>
                    <a:gd name="connsiteX1" fmla="*/ 42156 w 102243"/>
                    <a:gd name="connsiteY1" fmla="*/ 0 h 162617"/>
                    <a:gd name="connsiteX2" fmla="*/ 0 w 102243"/>
                    <a:gd name="connsiteY2" fmla="*/ 49144 h 162617"/>
                    <a:gd name="connsiteX3" fmla="*/ 54166 w 102243"/>
                    <a:gd name="connsiteY3" fmla="*/ 154288 h 162617"/>
                    <a:gd name="connsiteX4" fmla="*/ 100822 w 102243"/>
                    <a:gd name="connsiteY4" fmla="*/ 162617 h 162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2243" h="162617">
                      <a:moveTo>
                        <a:pt x="100837" y="162617"/>
                      </a:moveTo>
                      <a:cubicBezTo>
                        <a:pt x="113011" y="70692"/>
                        <a:pt x="42156" y="0"/>
                        <a:pt x="42156" y="0"/>
                      </a:cubicBezTo>
                      <a:lnTo>
                        <a:pt x="0" y="49144"/>
                      </a:lnTo>
                      <a:cubicBezTo>
                        <a:pt x="32008" y="89035"/>
                        <a:pt x="47207" y="125588"/>
                        <a:pt x="54166" y="154288"/>
                      </a:cubicBezTo>
                      <a:cubicBezTo>
                        <a:pt x="63375" y="151605"/>
                        <a:pt x="85563" y="147359"/>
                        <a:pt x="100822" y="162617"/>
                      </a:cubicBezTo>
                      <a:close/>
                    </a:path>
                  </a:pathLst>
                </a:custGeom>
                <a:solidFill>
                  <a:srgbClr val="968FDC"/>
                </a:solidFill>
                <a:ln w="1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76" name="Graphique 6">
                <a:extLst>
                  <a:ext uri="{FF2B5EF4-FFF2-40B4-BE49-F238E27FC236}">
                    <a16:creationId xmlns:a16="http://schemas.microsoft.com/office/drawing/2014/main" id="{7F226002-09E9-2230-574D-B6F98DFA0E1F}"/>
                  </a:ext>
                </a:extLst>
              </p:cNvPr>
              <p:cNvGrpSpPr/>
              <p:nvPr/>
            </p:nvGrpSpPr>
            <p:grpSpPr>
              <a:xfrm>
                <a:off x="208617" y="329944"/>
                <a:ext cx="362724" cy="847589"/>
                <a:chOff x="208617" y="329944"/>
                <a:chExt cx="362724" cy="847589"/>
              </a:xfrm>
            </p:grpSpPr>
            <p:grpSp>
              <p:nvGrpSpPr>
                <p:cNvPr id="977" name="Graphique 6">
                  <a:extLst>
                    <a:ext uri="{FF2B5EF4-FFF2-40B4-BE49-F238E27FC236}">
                      <a16:creationId xmlns:a16="http://schemas.microsoft.com/office/drawing/2014/main" id="{4D1296AA-154D-9944-08F9-0AEC6A0FD9D8}"/>
                    </a:ext>
                  </a:extLst>
                </p:cNvPr>
                <p:cNvGrpSpPr/>
                <p:nvPr/>
              </p:nvGrpSpPr>
              <p:grpSpPr>
                <a:xfrm>
                  <a:off x="211116" y="719971"/>
                  <a:ext cx="205760" cy="457562"/>
                  <a:chOff x="211116" y="719971"/>
                  <a:chExt cx="205760" cy="457562"/>
                </a:xfrm>
              </p:grpSpPr>
              <p:sp>
                <p:nvSpPr>
                  <p:cNvPr id="990" name="Forme libre : forme 989">
                    <a:extLst>
                      <a:ext uri="{FF2B5EF4-FFF2-40B4-BE49-F238E27FC236}">
                        <a16:creationId xmlns:a16="http://schemas.microsoft.com/office/drawing/2014/main" id="{BE10E8AE-43FB-1DB7-592A-0C6EBA66D58D}"/>
                      </a:ext>
                    </a:extLst>
                  </p:cNvPr>
                  <p:cNvSpPr/>
                  <p:nvPr/>
                </p:nvSpPr>
                <p:spPr>
                  <a:xfrm>
                    <a:off x="238223" y="1125405"/>
                    <a:ext cx="60186" cy="47096"/>
                  </a:xfrm>
                  <a:custGeom>
                    <a:avLst/>
                    <a:gdLst>
                      <a:gd name="connsiteX0" fmla="*/ 60187 w 60186"/>
                      <a:gd name="connsiteY0" fmla="*/ 44972 h 47096"/>
                      <a:gd name="connsiteX1" fmla="*/ 60053 w 60186"/>
                      <a:gd name="connsiteY1" fmla="*/ 43616 h 47096"/>
                      <a:gd name="connsiteX2" fmla="*/ 19626 w 60186"/>
                      <a:gd name="connsiteY2" fmla="*/ 0 h 47096"/>
                      <a:gd name="connsiteX3" fmla="*/ 6289 w 60186"/>
                      <a:gd name="connsiteY3" fmla="*/ 1043 h 47096"/>
                      <a:gd name="connsiteX4" fmla="*/ 835 w 60186"/>
                      <a:gd name="connsiteY4" fmla="*/ 45732 h 47096"/>
                      <a:gd name="connsiteX5" fmla="*/ 969 w 60186"/>
                      <a:gd name="connsiteY5" fmla="*/ 46269 h 47096"/>
                      <a:gd name="connsiteX6" fmla="*/ 60172 w 60186"/>
                      <a:gd name="connsiteY6" fmla="*/ 44987 h 470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0186" h="47096">
                        <a:moveTo>
                          <a:pt x="60187" y="44972"/>
                        </a:moveTo>
                        <a:cubicBezTo>
                          <a:pt x="60187" y="44525"/>
                          <a:pt x="60157" y="44063"/>
                          <a:pt x="60053" y="43616"/>
                        </a:cubicBezTo>
                        <a:cubicBezTo>
                          <a:pt x="53273" y="16734"/>
                          <a:pt x="19626" y="0"/>
                          <a:pt x="19626" y="0"/>
                        </a:cubicBezTo>
                        <a:lnTo>
                          <a:pt x="6289" y="1043"/>
                        </a:lnTo>
                        <a:cubicBezTo>
                          <a:pt x="-1370" y="24736"/>
                          <a:pt x="-387" y="39265"/>
                          <a:pt x="835" y="45732"/>
                        </a:cubicBezTo>
                        <a:cubicBezTo>
                          <a:pt x="865" y="45911"/>
                          <a:pt x="925" y="46090"/>
                          <a:pt x="969" y="46269"/>
                        </a:cubicBezTo>
                        <a:cubicBezTo>
                          <a:pt x="11966" y="47252"/>
                          <a:pt x="34601" y="47893"/>
                          <a:pt x="60172" y="44987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1" name="Forme libre : forme 990">
                    <a:extLst>
                      <a:ext uri="{FF2B5EF4-FFF2-40B4-BE49-F238E27FC236}">
                        <a16:creationId xmlns:a16="http://schemas.microsoft.com/office/drawing/2014/main" id="{72C342A6-B250-5EA5-5F63-E474EDDDDBD5}"/>
                      </a:ext>
                    </a:extLst>
                  </p:cNvPr>
                  <p:cNvSpPr/>
                  <p:nvPr/>
                </p:nvSpPr>
                <p:spPr>
                  <a:xfrm>
                    <a:off x="239193" y="1170392"/>
                    <a:ext cx="59202" cy="7141"/>
                  </a:xfrm>
                  <a:custGeom>
                    <a:avLst/>
                    <a:gdLst>
                      <a:gd name="connsiteX0" fmla="*/ 0 w 59202"/>
                      <a:gd name="connsiteY0" fmla="*/ 1282 h 7141"/>
                      <a:gd name="connsiteX1" fmla="*/ 4232 w 59202"/>
                      <a:gd name="connsiteY1" fmla="*/ 5558 h 7141"/>
                      <a:gd name="connsiteX2" fmla="*/ 55179 w 59202"/>
                      <a:gd name="connsiteY2" fmla="*/ 4843 h 7141"/>
                      <a:gd name="connsiteX3" fmla="*/ 59203 w 59202"/>
                      <a:gd name="connsiteY3" fmla="*/ 0 h 7141"/>
                      <a:gd name="connsiteX4" fmla="*/ 0 w 59202"/>
                      <a:gd name="connsiteY4" fmla="*/ 1282 h 71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9202" h="7141">
                        <a:moveTo>
                          <a:pt x="0" y="1282"/>
                        </a:moveTo>
                        <a:cubicBezTo>
                          <a:pt x="596" y="3442"/>
                          <a:pt x="2190" y="5126"/>
                          <a:pt x="4232" y="5558"/>
                        </a:cubicBezTo>
                        <a:cubicBezTo>
                          <a:pt x="19878" y="8851"/>
                          <a:pt x="44749" y="6199"/>
                          <a:pt x="55179" y="4843"/>
                        </a:cubicBezTo>
                        <a:cubicBezTo>
                          <a:pt x="57489" y="4545"/>
                          <a:pt x="59173" y="2414"/>
                          <a:pt x="59203" y="0"/>
                        </a:cubicBezTo>
                        <a:cubicBezTo>
                          <a:pt x="33632" y="2906"/>
                          <a:pt x="10997" y="2265"/>
                          <a:pt x="0" y="1282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2" name="Forme libre : forme 991">
                    <a:extLst>
                      <a:ext uri="{FF2B5EF4-FFF2-40B4-BE49-F238E27FC236}">
                        <a16:creationId xmlns:a16="http://schemas.microsoft.com/office/drawing/2014/main" id="{03AD435A-62A1-7BEC-2A00-E3F373C15C7E}"/>
                      </a:ext>
                    </a:extLst>
                  </p:cNvPr>
                  <p:cNvSpPr/>
                  <p:nvPr/>
                </p:nvSpPr>
                <p:spPr>
                  <a:xfrm>
                    <a:off x="239148" y="1106584"/>
                    <a:ext cx="22701" cy="31035"/>
                  </a:xfrm>
                  <a:custGeom>
                    <a:avLst/>
                    <a:gdLst>
                      <a:gd name="connsiteX0" fmla="*/ 0 w 22701"/>
                      <a:gd name="connsiteY0" fmla="*/ 15 h 31035"/>
                      <a:gd name="connsiteX1" fmla="*/ 5648 w 22701"/>
                      <a:gd name="connsiteY1" fmla="*/ 27195 h 31035"/>
                      <a:gd name="connsiteX2" fmla="*/ 9447 w 22701"/>
                      <a:gd name="connsiteY2" fmla="*/ 30846 h 31035"/>
                      <a:gd name="connsiteX3" fmla="*/ 18194 w 22701"/>
                      <a:gd name="connsiteY3" fmla="*/ 30712 h 31035"/>
                      <a:gd name="connsiteX4" fmla="*/ 22620 w 22701"/>
                      <a:gd name="connsiteY4" fmla="*/ 24140 h 31035"/>
                      <a:gd name="connsiteX5" fmla="*/ 18701 w 22701"/>
                      <a:gd name="connsiteY5" fmla="*/ 0 h 31035"/>
                      <a:gd name="connsiteX6" fmla="*/ 15 w 22701"/>
                      <a:gd name="connsiteY6" fmla="*/ 0 h 310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701" h="31035">
                        <a:moveTo>
                          <a:pt x="0" y="15"/>
                        </a:moveTo>
                        <a:lnTo>
                          <a:pt x="5648" y="27195"/>
                        </a:lnTo>
                        <a:cubicBezTo>
                          <a:pt x="6065" y="29192"/>
                          <a:pt x="7585" y="30682"/>
                          <a:pt x="9447" y="30846"/>
                        </a:cubicBezTo>
                        <a:cubicBezTo>
                          <a:pt x="11712" y="31054"/>
                          <a:pt x="14946" y="31188"/>
                          <a:pt x="18194" y="30712"/>
                        </a:cubicBezTo>
                        <a:cubicBezTo>
                          <a:pt x="21100" y="30279"/>
                          <a:pt x="23142" y="27329"/>
                          <a:pt x="22620" y="24140"/>
                        </a:cubicBezTo>
                        <a:lnTo>
                          <a:pt x="18701" y="0"/>
                        </a:lnTo>
                        <a:lnTo>
                          <a:pt x="15" y="0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3" name="Forme libre : forme 992">
                    <a:extLst>
                      <a:ext uri="{FF2B5EF4-FFF2-40B4-BE49-F238E27FC236}">
                        <a16:creationId xmlns:a16="http://schemas.microsoft.com/office/drawing/2014/main" id="{63F9AEAC-8314-B5CF-D171-D415C742575A}"/>
                      </a:ext>
                    </a:extLst>
                  </p:cNvPr>
                  <p:cNvSpPr/>
                  <p:nvPr/>
                </p:nvSpPr>
                <p:spPr>
                  <a:xfrm>
                    <a:off x="329867" y="1167575"/>
                    <a:ext cx="87009" cy="7450"/>
                  </a:xfrm>
                  <a:custGeom>
                    <a:avLst/>
                    <a:gdLst>
                      <a:gd name="connsiteX0" fmla="*/ 26286 w 87009"/>
                      <a:gd name="connsiteY0" fmla="*/ 3755 h 7450"/>
                      <a:gd name="connsiteX1" fmla="*/ 0 w 87009"/>
                      <a:gd name="connsiteY1" fmla="*/ 0 h 7450"/>
                      <a:gd name="connsiteX2" fmla="*/ 45 w 87009"/>
                      <a:gd name="connsiteY2" fmla="*/ 4500 h 7450"/>
                      <a:gd name="connsiteX3" fmla="*/ 2816 w 87009"/>
                      <a:gd name="connsiteY3" fmla="*/ 7451 h 7450"/>
                      <a:gd name="connsiteX4" fmla="*/ 83671 w 87009"/>
                      <a:gd name="connsiteY4" fmla="*/ 6929 h 7450"/>
                      <a:gd name="connsiteX5" fmla="*/ 86636 w 87009"/>
                      <a:gd name="connsiteY5" fmla="*/ 1550 h 7450"/>
                      <a:gd name="connsiteX6" fmla="*/ 26271 w 87009"/>
                      <a:gd name="connsiteY6" fmla="*/ 3755 h 74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7009" h="7450">
                        <a:moveTo>
                          <a:pt x="26286" y="3755"/>
                        </a:moveTo>
                        <a:cubicBezTo>
                          <a:pt x="11563" y="3338"/>
                          <a:pt x="3949" y="1609"/>
                          <a:pt x="0" y="0"/>
                        </a:cubicBezTo>
                        <a:cubicBezTo>
                          <a:pt x="0" y="1460"/>
                          <a:pt x="0" y="2950"/>
                          <a:pt x="45" y="4500"/>
                        </a:cubicBezTo>
                        <a:cubicBezTo>
                          <a:pt x="89" y="6154"/>
                          <a:pt x="1311" y="7465"/>
                          <a:pt x="2816" y="7451"/>
                        </a:cubicBezTo>
                        <a:lnTo>
                          <a:pt x="83671" y="6929"/>
                        </a:lnTo>
                        <a:cubicBezTo>
                          <a:pt x="86249" y="6914"/>
                          <a:pt x="87754" y="3919"/>
                          <a:pt x="86636" y="1550"/>
                        </a:cubicBezTo>
                        <a:cubicBezTo>
                          <a:pt x="76041" y="2429"/>
                          <a:pt x="49040" y="4381"/>
                          <a:pt x="26271" y="3755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4" name="Forme libre : forme 993">
                    <a:extLst>
                      <a:ext uri="{FF2B5EF4-FFF2-40B4-BE49-F238E27FC236}">
                        <a16:creationId xmlns:a16="http://schemas.microsoft.com/office/drawing/2014/main" id="{3F365FBE-5A51-A347-4238-19B3B06CE3AD}"/>
                      </a:ext>
                    </a:extLst>
                  </p:cNvPr>
                  <p:cNvSpPr/>
                  <p:nvPr/>
                </p:nvSpPr>
                <p:spPr>
                  <a:xfrm>
                    <a:off x="329882" y="1129503"/>
                    <a:ext cx="86650" cy="41938"/>
                  </a:xfrm>
                  <a:custGeom>
                    <a:avLst/>
                    <a:gdLst>
                      <a:gd name="connsiteX0" fmla="*/ 86636 w 86650"/>
                      <a:gd name="connsiteY0" fmla="*/ 39623 h 41938"/>
                      <a:gd name="connsiteX1" fmla="*/ 86323 w 86650"/>
                      <a:gd name="connsiteY1" fmla="*/ 39012 h 41938"/>
                      <a:gd name="connsiteX2" fmla="*/ 25064 w 86650"/>
                      <a:gd name="connsiteY2" fmla="*/ 551 h 41938"/>
                      <a:gd name="connsiteX3" fmla="*/ 7823 w 86650"/>
                      <a:gd name="connsiteY3" fmla="*/ 0 h 41938"/>
                      <a:gd name="connsiteX4" fmla="*/ 0 w 86650"/>
                      <a:gd name="connsiteY4" fmla="*/ 38058 h 41938"/>
                      <a:gd name="connsiteX5" fmla="*/ 26286 w 86650"/>
                      <a:gd name="connsiteY5" fmla="*/ 41813 h 41938"/>
                      <a:gd name="connsiteX6" fmla="*/ 86651 w 86650"/>
                      <a:gd name="connsiteY6" fmla="*/ 39608 h 419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6650" h="41938">
                        <a:moveTo>
                          <a:pt x="86636" y="39623"/>
                        </a:moveTo>
                        <a:cubicBezTo>
                          <a:pt x="86532" y="39414"/>
                          <a:pt x="86457" y="39205"/>
                          <a:pt x="86323" y="39012"/>
                        </a:cubicBezTo>
                        <a:cubicBezTo>
                          <a:pt x="79185" y="29028"/>
                          <a:pt x="60991" y="9164"/>
                          <a:pt x="25064" y="551"/>
                        </a:cubicBezTo>
                        <a:lnTo>
                          <a:pt x="7823" y="0"/>
                        </a:lnTo>
                        <a:cubicBezTo>
                          <a:pt x="7823" y="0"/>
                          <a:pt x="149" y="13337"/>
                          <a:pt x="0" y="38058"/>
                        </a:cubicBezTo>
                        <a:cubicBezTo>
                          <a:pt x="3934" y="39667"/>
                          <a:pt x="11548" y="41396"/>
                          <a:pt x="26286" y="41813"/>
                        </a:cubicBezTo>
                        <a:cubicBezTo>
                          <a:pt x="49055" y="42454"/>
                          <a:pt x="76041" y="40487"/>
                          <a:pt x="86651" y="39608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5" name="Forme libre : forme 994">
                    <a:extLst>
                      <a:ext uri="{FF2B5EF4-FFF2-40B4-BE49-F238E27FC236}">
                        <a16:creationId xmlns:a16="http://schemas.microsoft.com/office/drawing/2014/main" id="{348070D9-405F-8100-B610-0311A8F79981}"/>
                      </a:ext>
                    </a:extLst>
                  </p:cNvPr>
                  <p:cNvSpPr/>
                  <p:nvPr/>
                </p:nvSpPr>
                <p:spPr>
                  <a:xfrm>
                    <a:off x="333711" y="1098627"/>
                    <a:ext cx="23973" cy="36947"/>
                  </a:xfrm>
                  <a:custGeom>
                    <a:avLst/>
                    <a:gdLst>
                      <a:gd name="connsiteX0" fmla="*/ 15 w 23973"/>
                      <a:gd name="connsiteY0" fmla="*/ 5558 h 36947"/>
                      <a:gd name="connsiteX1" fmla="*/ 5260 w 23973"/>
                      <a:gd name="connsiteY1" fmla="*/ 33677 h 36947"/>
                      <a:gd name="connsiteX2" fmla="*/ 8628 w 23973"/>
                      <a:gd name="connsiteY2" fmla="*/ 36866 h 36947"/>
                      <a:gd name="connsiteX3" fmla="*/ 20430 w 23973"/>
                      <a:gd name="connsiteY3" fmla="*/ 35942 h 36947"/>
                      <a:gd name="connsiteX4" fmla="*/ 23961 w 23973"/>
                      <a:gd name="connsiteY4" fmla="*/ 30592 h 36947"/>
                      <a:gd name="connsiteX5" fmla="*/ 22039 w 23973"/>
                      <a:gd name="connsiteY5" fmla="*/ 0 h 36947"/>
                      <a:gd name="connsiteX6" fmla="*/ 0 w 23973"/>
                      <a:gd name="connsiteY6" fmla="*/ 5573 h 369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3973" h="36947">
                        <a:moveTo>
                          <a:pt x="15" y="5558"/>
                        </a:moveTo>
                        <a:cubicBezTo>
                          <a:pt x="283" y="6825"/>
                          <a:pt x="3874" y="26167"/>
                          <a:pt x="5260" y="33677"/>
                        </a:cubicBezTo>
                        <a:cubicBezTo>
                          <a:pt x="5588" y="35465"/>
                          <a:pt x="6974" y="36761"/>
                          <a:pt x="8628" y="36866"/>
                        </a:cubicBezTo>
                        <a:cubicBezTo>
                          <a:pt x="11578" y="37030"/>
                          <a:pt x="16347" y="37045"/>
                          <a:pt x="20430" y="35942"/>
                        </a:cubicBezTo>
                        <a:cubicBezTo>
                          <a:pt x="22635" y="35346"/>
                          <a:pt x="24125" y="33096"/>
                          <a:pt x="23961" y="30592"/>
                        </a:cubicBezTo>
                        <a:lnTo>
                          <a:pt x="22039" y="0"/>
                        </a:lnTo>
                        <a:lnTo>
                          <a:pt x="0" y="5573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6" name="Forme libre : forme 995">
                    <a:extLst>
                      <a:ext uri="{FF2B5EF4-FFF2-40B4-BE49-F238E27FC236}">
                        <a16:creationId xmlns:a16="http://schemas.microsoft.com/office/drawing/2014/main" id="{6C5BE0DE-7F2B-FAEF-8D1A-E67D451AF3FD}"/>
                      </a:ext>
                    </a:extLst>
                  </p:cNvPr>
                  <p:cNvSpPr/>
                  <p:nvPr/>
                </p:nvSpPr>
                <p:spPr>
                  <a:xfrm>
                    <a:off x="211116" y="719971"/>
                    <a:ext cx="150394" cy="394957"/>
                  </a:xfrm>
                  <a:custGeom>
                    <a:avLst/>
                    <a:gdLst>
                      <a:gd name="connsiteX0" fmla="*/ 109542 w 150394"/>
                      <a:gd name="connsiteY0" fmla="*/ 27076 h 394957"/>
                      <a:gd name="connsiteX1" fmla="*/ 150371 w 150394"/>
                      <a:gd name="connsiteY1" fmla="*/ 383931 h 394957"/>
                      <a:gd name="connsiteX2" fmla="*/ 144262 w 150394"/>
                      <a:gd name="connsiteY2" fmla="*/ 391427 h 394957"/>
                      <a:gd name="connsiteX3" fmla="*/ 124994 w 150394"/>
                      <a:gd name="connsiteY3" fmla="*/ 393662 h 394957"/>
                      <a:gd name="connsiteX4" fmla="*/ 118184 w 150394"/>
                      <a:gd name="connsiteY4" fmla="*/ 387701 h 394957"/>
                      <a:gd name="connsiteX5" fmla="*/ 59831 w 150394"/>
                      <a:gd name="connsiteY5" fmla="*/ 129641 h 394957"/>
                      <a:gd name="connsiteX6" fmla="*/ 51293 w 150394"/>
                      <a:gd name="connsiteY6" fmla="*/ 390175 h 394957"/>
                      <a:gd name="connsiteX7" fmla="*/ 47567 w 150394"/>
                      <a:gd name="connsiteY7" fmla="*/ 394556 h 394957"/>
                      <a:gd name="connsiteX8" fmla="*/ 32100 w 150394"/>
                      <a:gd name="connsiteY8" fmla="*/ 394511 h 394957"/>
                      <a:gd name="connsiteX9" fmla="*/ 27063 w 150394"/>
                      <a:gd name="connsiteY9" fmla="*/ 389713 h 394957"/>
                      <a:gd name="connsiteX10" fmla="*/ 32 w 150394"/>
                      <a:gd name="connsiteY10" fmla="*/ 64478 h 394957"/>
                      <a:gd name="connsiteX11" fmla="*/ 8243 w 150394"/>
                      <a:gd name="connsiteY11" fmla="*/ 0 h 394957"/>
                      <a:gd name="connsiteX12" fmla="*/ 109542 w 150394"/>
                      <a:gd name="connsiteY12" fmla="*/ 27061 h 3949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50394" h="394957">
                        <a:moveTo>
                          <a:pt x="109542" y="27076"/>
                        </a:moveTo>
                        <a:cubicBezTo>
                          <a:pt x="109542" y="27076"/>
                          <a:pt x="133250" y="190021"/>
                          <a:pt x="150371" y="383931"/>
                        </a:cubicBezTo>
                        <a:cubicBezTo>
                          <a:pt x="150684" y="387537"/>
                          <a:pt x="147808" y="390681"/>
                          <a:pt x="144262" y="391427"/>
                        </a:cubicBezTo>
                        <a:cubicBezTo>
                          <a:pt x="139031" y="392529"/>
                          <a:pt x="131342" y="393840"/>
                          <a:pt x="124994" y="393662"/>
                        </a:cubicBezTo>
                        <a:cubicBezTo>
                          <a:pt x="121597" y="393572"/>
                          <a:pt x="118765" y="391054"/>
                          <a:pt x="118184" y="387701"/>
                        </a:cubicBezTo>
                        <a:cubicBezTo>
                          <a:pt x="112358" y="353518"/>
                          <a:pt x="70754" y="170023"/>
                          <a:pt x="59831" y="129641"/>
                        </a:cubicBezTo>
                        <a:cubicBezTo>
                          <a:pt x="59831" y="129641"/>
                          <a:pt x="47284" y="301184"/>
                          <a:pt x="51293" y="390175"/>
                        </a:cubicBezTo>
                        <a:cubicBezTo>
                          <a:pt x="51397" y="392380"/>
                          <a:pt x="49773" y="394302"/>
                          <a:pt x="47567" y="394556"/>
                        </a:cubicBezTo>
                        <a:cubicBezTo>
                          <a:pt x="44229" y="394943"/>
                          <a:pt x="38895" y="395241"/>
                          <a:pt x="32100" y="394511"/>
                        </a:cubicBezTo>
                        <a:cubicBezTo>
                          <a:pt x="29522" y="394243"/>
                          <a:pt x="27436" y="392291"/>
                          <a:pt x="27063" y="389713"/>
                        </a:cubicBezTo>
                        <a:cubicBezTo>
                          <a:pt x="22906" y="360775"/>
                          <a:pt x="-996" y="188546"/>
                          <a:pt x="32" y="64478"/>
                        </a:cubicBezTo>
                        <a:cubicBezTo>
                          <a:pt x="92" y="57474"/>
                          <a:pt x="8243" y="0"/>
                          <a:pt x="8243" y="0"/>
                        </a:cubicBezTo>
                        <a:lnTo>
                          <a:pt x="109542" y="27061"/>
                        </a:lnTo>
                        <a:close/>
                      </a:path>
                    </a:pathLst>
                  </a:custGeom>
                  <a:solidFill>
                    <a:srgbClr val="332989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78" name="Forme libre : forme 977">
                  <a:extLst>
                    <a:ext uri="{FF2B5EF4-FFF2-40B4-BE49-F238E27FC236}">
                      <a16:creationId xmlns:a16="http://schemas.microsoft.com/office/drawing/2014/main" id="{846CD412-99F8-96B9-8933-4D3AA2541CBC}"/>
                    </a:ext>
                  </a:extLst>
                </p:cNvPr>
                <p:cNvSpPr/>
                <p:nvPr/>
              </p:nvSpPr>
              <p:spPr>
                <a:xfrm>
                  <a:off x="208617" y="449565"/>
                  <a:ext cx="158272" cy="315936"/>
                </a:xfrm>
                <a:custGeom>
                  <a:avLst/>
                  <a:gdLst>
                    <a:gd name="connsiteX0" fmla="*/ 7180 w 158272"/>
                    <a:gd name="connsiteY0" fmla="*/ 306884 h 315936"/>
                    <a:gd name="connsiteX1" fmla="*/ 2785 w 158272"/>
                    <a:gd name="connsiteY1" fmla="*/ 301237 h 315936"/>
                    <a:gd name="connsiteX2" fmla="*/ 80763 w 158272"/>
                    <a:gd name="connsiteY2" fmla="*/ 2913 h 315936"/>
                    <a:gd name="connsiteX3" fmla="*/ 131725 w 158272"/>
                    <a:gd name="connsiteY3" fmla="*/ 23998 h 315936"/>
                    <a:gd name="connsiteX4" fmla="*/ 141962 w 158272"/>
                    <a:gd name="connsiteY4" fmla="*/ 148215 h 315936"/>
                    <a:gd name="connsiteX5" fmla="*/ 115915 w 158272"/>
                    <a:gd name="connsiteY5" fmla="*/ 299523 h 315936"/>
                    <a:gd name="connsiteX6" fmla="*/ 112667 w 158272"/>
                    <a:gd name="connsiteY6" fmla="*/ 305886 h 315936"/>
                    <a:gd name="connsiteX7" fmla="*/ 7195 w 158272"/>
                    <a:gd name="connsiteY7" fmla="*/ 306884 h 315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58272" h="315936">
                      <a:moveTo>
                        <a:pt x="7180" y="306884"/>
                      </a:moveTo>
                      <a:cubicBezTo>
                        <a:pt x="4737" y="306020"/>
                        <a:pt x="3038" y="303814"/>
                        <a:pt x="2785" y="301237"/>
                      </a:cubicBezTo>
                      <a:cubicBezTo>
                        <a:pt x="-374" y="270644"/>
                        <a:pt x="-15633" y="80936"/>
                        <a:pt x="80763" y="2913"/>
                      </a:cubicBezTo>
                      <a:cubicBezTo>
                        <a:pt x="80763" y="2913"/>
                        <a:pt x="86291" y="-11556"/>
                        <a:pt x="131725" y="23998"/>
                      </a:cubicBezTo>
                      <a:cubicBezTo>
                        <a:pt x="177159" y="59553"/>
                        <a:pt x="152840" y="96821"/>
                        <a:pt x="141962" y="148215"/>
                      </a:cubicBezTo>
                      <a:cubicBezTo>
                        <a:pt x="128805" y="210413"/>
                        <a:pt x="105708" y="261256"/>
                        <a:pt x="115915" y="299523"/>
                      </a:cubicBezTo>
                      <a:cubicBezTo>
                        <a:pt x="116615" y="302160"/>
                        <a:pt x="115230" y="304932"/>
                        <a:pt x="112667" y="305886"/>
                      </a:cubicBezTo>
                      <a:cubicBezTo>
                        <a:pt x="77365" y="318895"/>
                        <a:pt x="42213" y="319327"/>
                        <a:pt x="7195" y="306884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9" name="Forme libre : forme 978">
                  <a:extLst>
                    <a:ext uri="{FF2B5EF4-FFF2-40B4-BE49-F238E27FC236}">
                      <a16:creationId xmlns:a16="http://schemas.microsoft.com/office/drawing/2014/main" id="{6B84D4DB-425E-27CB-8F00-807058CB6297}"/>
                    </a:ext>
                  </a:extLst>
                </p:cNvPr>
                <p:cNvSpPr/>
                <p:nvPr/>
              </p:nvSpPr>
              <p:spPr>
                <a:xfrm>
                  <a:off x="288456" y="395630"/>
                  <a:ext cx="68367" cy="82031"/>
                </a:xfrm>
                <a:custGeom>
                  <a:avLst/>
                  <a:gdLst>
                    <a:gd name="connsiteX0" fmla="*/ 38520 w 68367"/>
                    <a:gd name="connsiteY0" fmla="*/ 0 h 82031"/>
                    <a:gd name="connsiteX1" fmla="*/ 0 w 68367"/>
                    <a:gd name="connsiteY1" fmla="*/ 57370 h 82031"/>
                    <a:gd name="connsiteX2" fmla="*/ 39891 w 68367"/>
                    <a:gd name="connsiteY2" fmla="*/ 82031 h 82031"/>
                    <a:gd name="connsiteX3" fmla="*/ 68367 w 68367"/>
                    <a:gd name="connsiteY3" fmla="*/ 23499 h 82031"/>
                    <a:gd name="connsiteX4" fmla="*/ 38520 w 68367"/>
                    <a:gd name="connsiteY4" fmla="*/ 15 h 82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367" h="82031">
                      <a:moveTo>
                        <a:pt x="38520" y="0"/>
                      </a:moveTo>
                      <a:cubicBezTo>
                        <a:pt x="38490" y="2697"/>
                        <a:pt x="0" y="57370"/>
                        <a:pt x="0" y="57370"/>
                      </a:cubicBezTo>
                      <a:cubicBezTo>
                        <a:pt x="0" y="57370"/>
                        <a:pt x="6914" y="70975"/>
                        <a:pt x="39891" y="82031"/>
                      </a:cubicBezTo>
                      <a:lnTo>
                        <a:pt x="68367" y="23499"/>
                      </a:lnTo>
                      <a:lnTo>
                        <a:pt x="38520" y="15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80" name="Graphique 6">
                  <a:extLst>
                    <a:ext uri="{FF2B5EF4-FFF2-40B4-BE49-F238E27FC236}">
                      <a16:creationId xmlns:a16="http://schemas.microsoft.com/office/drawing/2014/main" id="{EE6705A0-7E07-01DB-FDED-DBF0D1549BCC}"/>
                    </a:ext>
                  </a:extLst>
                </p:cNvPr>
                <p:cNvGrpSpPr/>
                <p:nvPr/>
              </p:nvGrpSpPr>
              <p:grpSpPr>
                <a:xfrm>
                  <a:off x="277770" y="329944"/>
                  <a:ext cx="97263" cy="113537"/>
                  <a:chOff x="277770" y="329944"/>
                  <a:chExt cx="97263" cy="113537"/>
                </a:xfrm>
              </p:grpSpPr>
              <p:sp>
                <p:nvSpPr>
                  <p:cNvPr id="987" name="Forme libre : forme 986">
                    <a:extLst>
                      <a:ext uri="{FF2B5EF4-FFF2-40B4-BE49-F238E27FC236}">
                        <a16:creationId xmlns:a16="http://schemas.microsoft.com/office/drawing/2014/main" id="{11AE8FA4-E842-5E31-EC73-569B0D4FDEB1}"/>
                      </a:ext>
                    </a:extLst>
                  </p:cNvPr>
                  <p:cNvSpPr/>
                  <p:nvPr/>
                </p:nvSpPr>
                <p:spPr>
                  <a:xfrm>
                    <a:off x="302345" y="364293"/>
                    <a:ext cx="70425" cy="79188"/>
                  </a:xfrm>
                  <a:custGeom>
                    <a:avLst/>
                    <a:gdLst>
                      <a:gd name="connsiteX0" fmla="*/ 54940 w 70425"/>
                      <a:gd name="connsiteY0" fmla="*/ 0 h 79188"/>
                      <a:gd name="connsiteX1" fmla="*/ 69558 w 70425"/>
                      <a:gd name="connsiteY1" fmla="*/ 47982 h 79188"/>
                      <a:gd name="connsiteX2" fmla="*/ 54940 w 70425"/>
                      <a:gd name="connsiteY2" fmla="*/ 78530 h 79188"/>
                      <a:gd name="connsiteX3" fmla="*/ 11040 w 70425"/>
                      <a:gd name="connsiteY3" fmla="*/ 55895 h 79188"/>
                      <a:gd name="connsiteX4" fmla="*/ 446 w 70425"/>
                      <a:gd name="connsiteY4" fmla="*/ 20161 h 79188"/>
                      <a:gd name="connsiteX5" fmla="*/ 54925 w 70425"/>
                      <a:gd name="connsiteY5" fmla="*/ 0 h 79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0425" h="79188">
                        <a:moveTo>
                          <a:pt x="54940" y="0"/>
                        </a:moveTo>
                        <a:cubicBezTo>
                          <a:pt x="54940" y="0"/>
                          <a:pt x="68634" y="31457"/>
                          <a:pt x="69558" y="47982"/>
                        </a:cubicBezTo>
                        <a:cubicBezTo>
                          <a:pt x="70482" y="64493"/>
                          <a:pt x="74043" y="75207"/>
                          <a:pt x="54940" y="78530"/>
                        </a:cubicBezTo>
                        <a:cubicBezTo>
                          <a:pt x="35851" y="81853"/>
                          <a:pt x="19758" y="72346"/>
                          <a:pt x="11040" y="55895"/>
                        </a:cubicBezTo>
                        <a:cubicBezTo>
                          <a:pt x="11040" y="55895"/>
                          <a:pt x="-2609" y="30548"/>
                          <a:pt x="446" y="20161"/>
                        </a:cubicBezTo>
                        <a:cubicBezTo>
                          <a:pt x="3515" y="9775"/>
                          <a:pt x="54925" y="0"/>
                          <a:pt x="54925" y="0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8" name="Forme libre : forme 987">
                    <a:extLst>
                      <a:ext uri="{FF2B5EF4-FFF2-40B4-BE49-F238E27FC236}">
                        <a16:creationId xmlns:a16="http://schemas.microsoft.com/office/drawing/2014/main" id="{A09C54FA-AD8D-EB58-3337-F397917B0D55}"/>
                      </a:ext>
                    </a:extLst>
                  </p:cNvPr>
                  <p:cNvSpPr/>
                  <p:nvPr/>
                </p:nvSpPr>
                <p:spPr>
                  <a:xfrm>
                    <a:off x="277770" y="329944"/>
                    <a:ext cx="97263" cy="96140"/>
                  </a:xfrm>
                  <a:custGeom>
                    <a:avLst/>
                    <a:gdLst>
                      <a:gd name="connsiteX0" fmla="*/ 42142 w 97263"/>
                      <a:gd name="connsiteY0" fmla="*/ 78427 h 96140"/>
                      <a:gd name="connsiteX1" fmla="*/ 43230 w 97263"/>
                      <a:gd name="connsiteY1" fmla="*/ 77950 h 96140"/>
                      <a:gd name="connsiteX2" fmla="*/ 44512 w 97263"/>
                      <a:gd name="connsiteY2" fmla="*/ 74344 h 96140"/>
                      <a:gd name="connsiteX3" fmla="*/ 43349 w 97263"/>
                      <a:gd name="connsiteY3" fmla="*/ 54436 h 96140"/>
                      <a:gd name="connsiteX4" fmla="*/ 94178 w 97263"/>
                      <a:gd name="connsiteY4" fmla="*/ 31503 h 96140"/>
                      <a:gd name="connsiteX5" fmla="*/ 85431 w 97263"/>
                      <a:gd name="connsiteY5" fmla="*/ 121 h 96140"/>
                      <a:gd name="connsiteX6" fmla="*/ 83702 w 97263"/>
                      <a:gd name="connsiteY6" fmla="*/ 687 h 96140"/>
                      <a:gd name="connsiteX7" fmla="*/ 82912 w 97263"/>
                      <a:gd name="connsiteY7" fmla="*/ 2192 h 96140"/>
                      <a:gd name="connsiteX8" fmla="*/ 80513 w 97263"/>
                      <a:gd name="connsiteY8" fmla="*/ 1954 h 96140"/>
                      <a:gd name="connsiteX9" fmla="*/ 80513 w 97263"/>
                      <a:gd name="connsiteY9" fmla="*/ 1954 h 96140"/>
                      <a:gd name="connsiteX10" fmla="*/ 78174 w 97263"/>
                      <a:gd name="connsiteY10" fmla="*/ 1626 h 96140"/>
                      <a:gd name="connsiteX11" fmla="*/ 53110 w 97263"/>
                      <a:gd name="connsiteY11" fmla="*/ 14322 h 96140"/>
                      <a:gd name="connsiteX12" fmla="*/ 13592 w 97263"/>
                      <a:gd name="connsiteY12" fmla="*/ 44482 h 96140"/>
                      <a:gd name="connsiteX13" fmla="*/ 11580 w 97263"/>
                      <a:gd name="connsiteY13" fmla="*/ 45555 h 96140"/>
                      <a:gd name="connsiteX14" fmla="*/ 3340 w 97263"/>
                      <a:gd name="connsiteY14" fmla="*/ 47120 h 96140"/>
                      <a:gd name="connsiteX15" fmla="*/ 13696 w 97263"/>
                      <a:gd name="connsiteY15" fmla="*/ 78278 h 96140"/>
                      <a:gd name="connsiteX16" fmla="*/ 13636 w 97263"/>
                      <a:gd name="connsiteY16" fmla="*/ 80349 h 96140"/>
                      <a:gd name="connsiteX17" fmla="*/ 17168 w 97263"/>
                      <a:gd name="connsiteY17" fmla="*/ 91317 h 96140"/>
                      <a:gd name="connsiteX18" fmla="*/ 38059 w 97263"/>
                      <a:gd name="connsiteY18" fmla="*/ 95877 h 96140"/>
                      <a:gd name="connsiteX19" fmla="*/ 39103 w 97263"/>
                      <a:gd name="connsiteY19" fmla="*/ 94312 h 96140"/>
                      <a:gd name="connsiteX20" fmla="*/ 35943 w 97263"/>
                      <a:gd name="connsiteY20" fmla="*/ 80007 h 96140"/>
                      <a:gd name="connsiteX21" fmla="*/ 37210 w 97263"/>
                      <a:gd name="connsiteY21" fmla="*/ 78427 h 96140"/>
                      <a:gd name="connsiteX22" fmla="*/ 42128 w 97263"/>
                      <a:gd name="connsiteY22" fmla="*/ 78427 h 961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97263" h="96140">
                        <a:moveTo>
                          <a:pt x="42142" y="78427"/>
                        </a:moveTo>
                        <a:lnTo>
                          <a:pt x="43230" y="77950"/>
                        </a:lnTo>
                        <a:cubicBezTo>
                          <a:pt x="44616" y="77339"/>
                          <a:pt x="45212" y="75700"/>
                          <a:pt x="44512" y="74344"/>
                        </a:cubicBezTo>
                        <a:cubicBezTo>
                          <a:pt x="41815" y="69144"/>
                          <a:pt x="36569" y="57223"/>
                          <a:pt x="43349" y="54436"/>
                        </a:cubicBezTo>
                        <a:cubicBezTo>
                          <a:pt x="52082" y="50845"/>
                          <a:pt x="86697" y="43797"/>
                          <a:pt x="94178" y="31503"/>
                        </a:cubicBezTo>
                        <a:cubicBezTo>
                          <a:pt x="101360" y="19701"/>
                          <a:pt x="94997" y="4457"/>
                          <a:pt x="85431" y="121"/>
                        </a:cubicBezTo>
                        <a:cubicBezTo>
                          <a:pt x="84790" y="-162"/>
                          <a:pt x="84030" y="61"/>
                          <a:pt x="83702" y="687"/>
                        </a:cubicBezTo>
                        <a:lnTo>
                          <a:pt x="82912" y="2192"/>
                        </a:lnTo>
                        <a:cubicBezTo>
                          <a:pt x="82361" y="3221"/>
                          <a:pt x="80841" y="3071"/>
                          <a:pt x="80513" y="1954"/>
                        </a:cubicBezTo>
                        <a:lnTo>
                          <a:pt x="80513" y="1954"/>
                        </a:lnTo>
                        <a:cubicBezTo>
                          <a:pt x="80200" y="881"/>
                          <a:pt x="78770" y="672"/>
                          <a:pt x="78174" y="1626"/>
                        </a:cubicBezTo>
                        <a:cubicBezTo>
                          <a:pt x="75879" y="5307"/>
                          <a:pt x="69680" y="11252"/>
                          <a:pt x="53110" y="14322"/>
                        </a:cubicBezTo>
                        <a:cubicBezTo>
                          <a:pt x="29551" y="18673"/>
                          <a:pt x="13979" y="28195"/>
                          <a:pt x="13592" y="44482"/>
                        </a:cubicBezTo>
                        <a:cubicBezTo>
                          <a:pt x="13562" y="45510"/>
                          <a:pt x="12474" y="46091"/>
                          <a:pt x="11580" y="45555"/>
                        </a:cubicBezTo>
                        <a:cubicBezTo>
                          <a:pt x="9836" y="44497"/>
                          <a:pt x="7065" y="43990"/>
                          <a:pt x="3340" y="47120"/>
                        </a:cubicBezTo>
                        <a:cubicBezTo>
                          <a:pt x="-3128" y="52559"/>
                          <a:pt x="-475" y="66670"/>
                          <a:pt x="13696" y="78278"/>
                        </a:cubicBezTo>
                        <a:cubicBezTo>
                          <a:pt x="14366" y="78830"/>
                          <a:pt x="14366" y="79888"/>
                          <a:pt x="13636" y="80349"/>
                        </a:cubicBezTo>
                        <a:cubicBezTo>
                          <a:pt x="11058" y="82018"/>
                          <a:pt x="7229" y="86012"/>
                          <a:pt x="17168" y="91317"/>
                        </a:cubicBezTo>
                        <a:cubicBezTo>
                          <a:pt x="27435" y="96800"/>
                          <a:pt x="35109" y="96353"/>
                          <a:pt x="38059" y="95877"/>
                        </a:cubicBezTo>
                        <a:cubicBezTo>
                          <a:pt x="38790" y="95757"/>
                          <a:pt x="39266" y="95042"/>
                          <a:pt x="39103" y="94312"/>
                        </a:cubicBezTo>
                        <a:lnTo>
                          <a:pt x="35943" y="80007"/>
                        </a:lnTo>
                        <a:cubicBezTo>
                          <a:pt x="35765" y="79202"/>
                          <a:pt x="36376" y="78427"/>
                          <a:pt x="37210" y="78427"/>
                        </a:cubicBezTo>
                        <a:lnTo>
                          <a:pt x="42128" y="78427"/>
                        </a:lnTo>
                        <a:close/>
                      </a:path>
                    </a:pathLst>
                  </a:custGeom>
                  <a:solidFill>
                    <a:srgbClr val="E9552B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9" name="Forme libre : forme 988">
                    <a:extLst>
                      <a:ext uri="{FF2B5EF4-FFF2-40B4-BE49-F238E27FC236}">
                        <a16:creationId xmlns:a16="http://schemas.microsoft.com/office/drawing/2014/main" id="{58C933F1-3BD8-BE4F-04A1-0179F6526489}"/>
                      </a:ext>
                    </a:extLst>
                  </p:cNvPr>
                  <p:cNvSpPr/>
                  <p:nvPr/>
                </p:nvSpPr>
                <p:spPr>
                  <a:xfrm>
                    <a:off x="303306" y="395916"/>
                    <a:ext cx="17202" cy="24271"/>
                  </a:xfrm>
                  <a:custGeom>
                    <a:avLst/>
                    <a:gdLst>
                      <a:gd name="connsiteX0" fmla="*/ 17203 w 17202"/>
                      <a:gd name="connsiteY0" fmla="*/ 15465 h 24271"/>
                      <a:gd name="connsiteX1" fmla="*/ 2972 w 17202"/>
                      <a:gd name="connsiteY1" fmla="*/ 996 h 24271"/>
                      <a:gd name="connsiteX2" fmla="*/ 14893 w 17202"/>
                      <a:gd name="connsiteY2" fmla="*/ 24272 h 24271"/>
                      <a:gd name="connsiteX3" fmla="*/ 17203 w 17202"/>
                      <a:gd name="connsiteY3" fmla="*/ 15465 h 242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202" h="24271">
                        <a:moveTo>
                          <a:pt x="17203" y="15465"/>
                        </a:moveTo>
                        <a:cubicBezTo>
                          <a:pt x="17203" y="15465"/>
                          <a:pt x="11972" y="-4637"/>
                          <a:pt x="2972" y="996"/>
                        </a:cubicBezTo>
                        <a:cubicBezTo>
                          <a:pt x="-6043" y="6628"/>
                          <a:pt x="7651" y="23512"/>
                          <a:pt x="14893" y="24272"/>
                        </a:cubicBezTo>
                        <a:lnTo>
                          <a:pt x="17203" y="15465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981" name="Graphique 6">
                  <a:extLst>
                    <a:ext uri="{FF2B5EF4-FFF2-40B4-BE49-F238E27FC236}">
                      <a16:creationId xmlns:a16="http://schemas.microsoft.com/office/drawing/2014/main" id="{BEA326F3-1574-4BE2-4147-1F92A1097BF0}"/>
                    </a:ext>
                  </a:extLst>
                </p:cNvPr>
                <p:cNvGrpSpPr/>
                <p:nvPr/>
              </p:nvGrpSpPr>
              <p:grpSpPr>
                <a:xfrm>
                  <a:off x="354960" y="479468"/>
                  <a:ext cx="216381" cy="91516"/>
                  <a:chOff x="354960" y="479468"/>
                  <a:chExt cx="216381" cy="91516"/>
                </a:xfrm>
              </p:grpSpPr>
              <p:sp>
                <p:nvSpPr>
                  <p:cNvPr id="983" name="Forme libre : forme 982">
                    <a:extLst>
                      <a:ext uri="{FF2B5EF4-FFF2-40B4-BE49-F238E27FC236}">
                        <a16:creationId xmlns:a16="http://schemas.microsoft.com/office/drawing/2014/main" id="{D17AF6EF-ACD5-90EC-6FF5-B7C6A60AC476}"/>
                      </a:ext>
                    </a:extLst>
                  </p:cNvPr>
                  <p:cNvSpPr/>
                  <p:nvPr/>
                </p:nvSpPr>
                <p:spPr>
                  <a:xfrm>
                    <a:off x="354960" y="490045"/>
                    <a:ext cx="45597" cy="77397"/>
                  </a:xfrm>
                  <a:custGeom>
                    <a:avLst/>
                    <a:gdLst>
                      <a:gd name="connsiteX0" fmla="*/ 0 w 45597"/>
                      <a:gd name="connsiteY0" fmla="*/ 0 h 77397"/>
                      <a:gd name="connsiteX1" fmla="*/ 2652 w 45597"/>
                      <a:gd name="connsiteY1" fmla="*/ 71273 h 77397"/>
                      <a:gd name="connsiteX2" fmla="*/ 24200 w 45597"/>
                      <a:gd name="connsiteY2" fmla="*/ 77397 h 77397"/>
                      <a:gd name="connsiteX3" fmla="*/ 45598 w 45597"/>
                      <a:gd name="connsiteY3" fmla="*/ 34184 h 77397"/>
                      <a:gd name="connsiteX4" fmla="*/ 0 w 45597"/>
                      <a:gd name="connsiteY4" fmla="*/ 0 h 77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97" h="77397">
                        <a:moveTo>
                          <a:pt x="0" y="0"/>
                        </a:moveTo>
                        <a:lnTo>
                          <a:pt x="2652" y="71273"/>
                        </a:lnTo>
                        <a:cubicBezTo>
                          <a:pt x="10192" y="73866"/>
                          <a:pt x="17360" y="75877"/>
                          <a:pt x="24200" y="77397"/>
                        </a:cubicBezTo>
                        <a:cubicBezTo>
                          <a:pt x="28476" y="63628"/>
                          <a:pt x="37894" y="46745"/>
                          <a:pt x="45598" y="34184"/>
                        </a:cubicBezTo>
                        <a:cubicBezTo>
                          <a:pt x="17285" y="2417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4" name="Forme libre : forme 983">
                    <a:extLst>
                      <a:ext uri="{FF2B5EF4-FFF2-40B4-BE49-F238E27FC236}">
                        <a16:creationId xmlns:a16="http://schemas.microsoft.com/office/drawing/2014/main" id="{933C6641-095C-A41F-65DD-8CC527E2217B}"/>
                      </a:ext>
                    </a:extLst>
                  </p:cNvPr>
                  <p:cNvSpPr/>
                  <p:nvPr/>
                </p:nvSpPr>
                <p:spPr>
                  <a:xfrm>
                    <a:off x="379145" y="488838"/>
                    <a:ext cx="128165" cy="82146"/>
                  </a:xfrm>
                  <a:custGeom>
                    <a:avLst/>
                    <a:gdLst>
                      <a:gd name="connsiteX0" fmla="*/ 117184 w 128165"/>
                      <a:gd name="connsiteY0" fmla="*/ 0 h 82146"/>
                      <a:gd name="connsiteX1" fmla="*/ 21398 w 128165"/>
                      <a:gd name="connsiteY1" fmla="*/ 35391 h 82146"/>
                      <a:gd name="connsiteX2" fmla="*/ 0 w 128165"/>
                      <a:gd name="connsiteY2" fmla="*/ 78604 h 82146"/>
                      <a:gd name="connsiteX3" fmla="*/ 128166 w 128165"/>
                      <a:gd name="connsiteY3" fmla="*/ 6110 h 82146"/>
                      <a:gd name="connsiteX4" fmla="*/ 117184 w 128165"/>
                      <a:gd name="connsiteY4" fmla="*/ 0 h 821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8165" h="82146">
                        <a:moveTo>
                          <a:pt x="117184" y="0"/>
                        </a:moveTo>
                        <a:cubicBezTo>
                          <a:pt x="78336" y="41932"/>
                          <a:pt x="46894" y="44406"/>
                          <a:pt x="21398" y="35391"/>
                        </a:cubicBezTo>
                        <a:cubicBezTo>
                          <a:pt x="13694" y="47952"/>
                          <a:pt x="4277" y="64835"/>
                          <a:pt x="0" y="78604"/>
                        </a:cubicBezTo>
                        <a:cubicBezTo>
                          <a:pt x="103728" y="101478"/>
                          <a:pt x="128166" y="6110"/>
                          <a:pt x="128166" y="6110"/>
                        </a:cubicBezTo>
                        <a:lnTo>
                          <a:pt x="117184" y="0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5" name="Forme libre : forme 984">
                    <a:extLst>
                      <a:ext uri="{FF2B5EF4-FFF2-40B4-BE49-F238E27FC236}">
                        <a16:creationId xmlns:a16="http://schemas.microsoft.com/office/drawing/2014/main" id="{68948CEC-5DEB-A3E9-7404-D37FD70CBABC}"/>
                      </a:ext>
                    </a:extLst>
                  </p:cNvPr>
                  <p:cNvSpPr/>
                  <p:nvPr/>
                </p:nvSpPr>
                <p:spPr>
                  <a:xfrm>
                    <a:off x="504212" y="479468"/>
                    <a:ext cx="40546" cy="14868"/>
                  </a:xfrm>
                  <a:custGeom>
                    <a:avLst/>
                    <a:gdLst>
                      <a:gd name="connsiteX0" fmla="*/ 0 w 40546"/>
                      <a:gd name="connsiteY0" fmla="*/ 4914 h 14868"/>
                      <a:gd name="connsiteX1" fmla="*/ 12755 w 40546"/>
                      <a:gd name="connsiteY1" fmla="*/ 1621 h 14868"/>
                      <a:gd name="connsiteX2" fmla="*/ 33573 w 40546"/>
                      <a:gd name="connsiteY2" fmla="*/ 1621 h 14868"/>
                      <a:gd name="connsiteX3" fmla="*/ 40546 w 40546"/>
                      <a:gd name="connsiteY3" fmla="*/ 3126 h 14868"/>
                      <a:gd name="connsiteX4" fmla="*/ 25094 w 40546"/>
                      <a:gd name="connsiteY4" fmla="*/ 14868 h 14868"/>
                      <a:gd name="connsiteX5" fmla="*/ 0 w 40546"/>
                      <a:gd name="connsiteY5" fmla="*/ 4914 h 14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0546" h="14868">
                        <a:moveTo>
                          <a:pt x="0" y="4914"/>
                        </a:moveTo>
                        <a:cubicBezTo>
                          <a:pt x="0" y="4914"/>
                          <a:pt x="4470" y="116"/>
                          <a:pt x="12755" y="1621"/>
                        </a:cubicBezTo>
                        <a:cubicBezTo>
                          <a:pt x="21041" y="3126"/>
                          <a:pt x="28402" y="6002"/>
                          <a:pt x="33573" y="1621"/>
                        </a:cubicBezTo>
                        <a:cubicBezTo>
                          <a:pt x="38728" y="-2760"/>
                          <a:pt x="40546" y="3126"/>
                          <a:pt x="40546" y="3126"/>
                        </a:cubicBezTo>
                        <a:lnTo>
                          <a:pt x="25094" y="14868"/>
                        </a:lnTo>
                        <a:lnTo>
                          <a:pt x="0" y="4914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6" name="Forme libre : forme 985">
                    <a:extLst>
                      <a:ext uri="{FF2B5EF4-FFF2-40B4-BE49-F238E27FC236}">
                        <a16:creationId xmlns:a16="http://schemas.microsoft.com/office/drawing/2014/main" id="{5F63E6B2-6240-005C-3F6B-DD2CE84F6FFE}"/>
                      </a:ext>
                    </a:extLst>
                  </p:cNvPr>
                  <p:cNvSpPr/>
                  <p:nvPr/>
                </p:nvSpPr>
                <p:spPr>
                  <a:xfrm>
                    <a:off x="494973" y="481370"/>
                    <a:ext cx="76368" cy="25095"/>
                  </a:xfrm>
                  <a:custGeom>
                    <a:avLst/>
                    <a:gdLst>
                      <a:gd name="connsiteX0" fmla="*/ 0 w 76368"/>
                      <a:gd name="connsiteY0" fmla="*/ 11222 h 25095"/>
                      <a:gd name="connsiteX1" fmla="*/ 12308 w 76368"/>
                      <a:gd name="connsiteY1" fmla="*/ 166 h 25095"/>
                      <a:gd name="connsiteX2" fmla="*/ 47922 w 76368"/>
                      <a:gd name="connsiteY2" fmla="*/ 11222 h 25095"/>
                      <a:gd name="connsiteX3" fmla="*/ 63792 w 76368"/>
                      <a:gd name="connsiteY3" fmla="*/ 5873 h 25095"/>
                      <a:gd name="connsiteX4" fmla="*/ 57549 w 76368"/>
                      <a:gd name="connsiteY4" fmla="*/ 13636 h 25095"/>
                      <a:gd name="connsiteX5" fmla="*/ 76369 w 76368"/>
                      <a:gd name="connsiteY5" fmla="*/ 10060 h 25095"/>
                      <a:gd name="connsiteX6" fmla="*/ 49651 w 76368"/>
                      <a:gd name="connsiteY6" fmla="*/ 25096 h 25095"/>
                      <a:gd name="connsiteX7" fmla="*/ 0 w 76368"/>
                      <a:gd name="connsiteY7" fmla="*/ 11222 h 250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76368" h="25095">
                        <a:moveTo>
                          <a:pt x="0" y="11222"/>
                        </a:moveTo>
                        <a:cubicBezTo>
                          <a:pt x="0" y="11222"/>
                          <a:pt x="3070" y="-1593"/>
                          <a:pt x="12308" y="166"/>
                        </a:cubicBezTo>
                        <a:cubicBezTo>
                          <a:pt x="21547" y="1924"/>
                          <a:pt x="42528" y="13324"/>
                          <a:pt x="47922" y="11222"/>
                        </a:cubicBezTo>
                        <a:cubicBezTo>
                          <a:pt x="53332" y="9121"/>
                          <a:pt x="60246" y="4085"/>
                          <a:pt x="63792" y="5873"/>
                        </a:cubicBezTo>
                        <a:lnTo>
                          <a:pt x="57549" y="13636"/>
                        </a:lnTo>
                        <a:cubicBezTo>
                          <a:pt x="57549" y="13636"/>
                          <a:pt x="73612" y="4368"/>
                          <a:pt x="76369" y="10060"/>
                        </a:cubicBezTo>
                        <a:lnTo>
                          <a:pt x="49651" y="25096"/>
                        </a:lnTo>
                        <a:cubicBezTo>
                          <a:pt x="49651" y="25096"/>
                          <a:pt x="10565" y="21176"/>
                          <a:pt x="0" y="11222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82" name="Forme libre : forme 981">
                  <a:extLst>
                    <a:ext uri="{FF2B5EF4-FFF2-40B4-BE49-F238E27FC236}">
                      <a16:creationId xmlns:a16="http://schemas.microsoft.com/office/drawing/2014/main" id="{1F0305B1-8D54-1713-1A5D-E656CB049AE5}"/>
                    </a:ext>
                  </a:extLst>
                </p:cNvPr>
                <p:cNvSpPr/>
                <p:nvPr/>
              </p:nvSpPr>
              <p:spPr>
                <a:xfrm>
                  <a:off x="311836" y="537297"/>
                  <a:ext cx="222565" cy="95969"/>
                </a:xfrm>
                <a:custGeom>
                  <a:avLst/>
                  <a:gdLst>
                    <a:gd name="connsiteX0" fmla="*/ 0 w 222565"/>
                    <a:gd name="connsiteY0" fmla="*/ 46045 h 95969"/>
                    <a:gd name="connsiteX1" fmla="*/ 151889 w 222565"/>
                    <a:gd name="connsiteY1" fmla="*/ 80526 h 95969"/>
                    <a:gd name="connsiteX2" fmla="*/ 166700 w 222565"/>
                    <a:gd name="connsiteY2" fmla="*/ 81644 h 95969"/>
                    <a:gd name="connsiteX3" fmla="*/ 189365 w 222565"/>
                    <a:gd name="connsiteY3" fmla="*/ 93625 h 95969"/>
                    <a:gd name="connsiteX4" fmla="*/ 216188 w 222565"/>
                    <a:gd name="connsiteY4" fmla="*/ 86114 h 95969"/>
                    <a:gd name="connsiteX5" fmla="*/ 222565 w 222565"/>
                    <a:gd name="connsiteY5" fmla="*/ 69067 h 95969"/>
                    <a:gd name="connsiteX6" fmla="*/ 178204 w 222565"/>
                    <a:gd name="connsiteY6" fmla="*/ 51111 h 95969"/>
                    <a:gd name="connsiteX7" fmla="*/ 181468 w 222565"/>
                    <a:gd name="connsiteY7" fmla="*/ 45672 h 95969"/>
                    <a:gd name="connsiteX8" fmla="*/ 154139 w 222565"/>
                    <a:gd name="connsiteY8" fmla="*/ 59367 h 95969"/>
                    <a:gd name="connsiteX9" fmla="*/ 43318 w 222565"/>
                    <a:gd name="connsiteY9" fmla="*/ 0 h 95969"/>
                    <a:gd name="connsiteX10" fmla="*/ 0 w 222565"/>
                    <a:gd name="connsiteY10" fmla="*/ 46075 h 95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22565" h="95969">
                      <a:moveTo>
                        <a:pt x="0" y="46045"/>
                      </a:moveTo>
                      <a:cubicBezTo>
                        <a:pt x="0" y="46045"/>
                        <a:pt x="73031" y="107200"/>
                        <a:pt x="151889" y="80526"/>
                      </a:cubicBezTo>
                      <a:cubicBezTo>
                        <a:pt x="156776" y="78872"/>
                        <a:pt x="162126" y="79230"/>
                        <a:pt x="166700" y="81644"/>
                      </a:cubicBezTo>
                      <a:lnTo>
                        <a:pt x="189365" y="93625"/>
                      </a:lnTo>
                      <a:cubicBezTo>
                        <a:pt x="198887" y="98646"/>
                        <a:pt x="210659" y="95353"/>
                        <a:pt x="216188" y="86114"/>
                      </a:cubicBezTo>
                      <a:cubicBezTo>
                        <a:pt x="219332" y="80839"/>
                        <a:pt x="222029" y="74834"/>
                        <a:pt x="222565" y="69067"/>
                      </a:cubicBezTo>
                      <a:lnTo>
                        <a:pt x="178204" y="51111"/>
                      </a:lnTo>
                      <a:lnTo>
                        <a:pt x="181468" y="45672"/>
                      </a:lnTo>
                      <a:cubicBezTo>
                        <a:pt x="181468" y="45672"/>
                        <a:pt x="159801" y="43840"/>
                        <a:pt x="154139" y="59367"/>
                      </a:cubicBezTo>
                      <a:cubicBezTo>
                        <a:pt x="154139" y="59367"/>
                        <a:pt x="112877" y="76533"/>
                        <a:pt x="43318" y="0"/>
                      </a:cubicBezTo>
                      <a:cubicBezTo>
                        <a:pt x="43318" y="0"/>
                        <a:pt x="11742" y="26852"/>
                        <a:pt x="0" y="46075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4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060" name="Graphique 4366">
            <a:extLst>
              <a:ext uri="{FF2B5EF4-FFF2-40B4-BE49-F238E27FC236}">
                <a16:creationId xmlns:a16="http://schemas.microsoft.com/office/drawing/2014/main" id="{938707DB-F838-B84B-AAB1-260CC2018BA6}"/>
              </a:ext>
            </a:extLst>
          </p:cNvPr>
          <p:cNvGrpSpPr/>
          <p:nvPr/>
        </p:nvGrpSpPr>
        <p:grpSpPr>
          <a:xfrm>
            <a:off x="8359396" y="2660607"/>
            <a:ext cx="952507" cy="785589"/>
            <a:chOff x="0" y="0"/>
            <a:chExt cx="1222323" cy="1177543"/>
          </a:xfrm>
        </p:grpSpPr>
        <p:grpSp>
          <p:nvGrpSpPr>
            <p:cNvPr id="1061" name="Graphique 4366">
              <a:extLst>
                <a:ext uri="{FF2B5EF4-FFF2-40B4-BE49-F238E27FC236}">
                  <a16:creationId xmlns:a16="http://schemas.microsoft.com/office/drawing/2014/main" id="{BCDFB3AA-AB79-9D2E-B8C9-FAAC2A82DD54}"/>
                </a:ext>
              </a:extLst>
            </p:cNvPr>
            <p:cNvGrpSpPr/>
            <p:nvPr/>
          </p:nvGrpSpPr>
          <p:grpSpPr>
            <a:xfrm>
              <a:off x="0" y="0"/>
              <a:ext cx="575893" cy="398860"/>
              <a:chOff x="0" y="0"/>
              <a:chExt cx="575893" cy="398860"/>
            </a:xfrm>
          </p:grpSpPr>
          <p:grpSp>
            <p:nvGrpSpPr>
              <p:cNvPr id="1159" name="Graphique 4366">
                <a:extLst>
                  <a:ext uri="{FF2B5EF4-FFF2-40B4-BE49-F238E27FC236}">
                    <a16:creationId xmlns:a16="http://schemas.microsoft.com/office/drawing/2014/main" id="{93184AA5-7CD3-8F26-CA80-51F3C458FF11}"/>
                  </a:ext>
                </a:extLst>
              </p:cNvPr>
              <p:cNvGrpSpPr/>
              <p:nvPr/>
            </p:nvGrpSpPr>
            <p:grpSpPr>
              <a:xfrm>
                <a:off x="0" y="15433"/>
                <a:ext cx="381859" cy="383427"/>
                <a:chOff x="0" y="15433"/>
                <a:chExt cx="381859" cy="383427"/>
              </a:xfrm>
            </p:grpSpPr>
            <p:grpSp>
              <p:nvGrpSpPr>
                <p:cNvPr id="1171" name="Graphique 4366">
                  <a:extLst>
                    <a:ext uri="{FF2B5EF4-FFF2-40B4-BE49-F238E27FC236}">
                      <a16:creationId xmlns:a16="http://schemas.microsoft.com/office/drawing/2014/main" id="{DCC01741-0E95-71A3-B1C7-291CD4CED2AB}"/>
                    </a:ext>
                  </a:extLst>
                </p:cNvPr>
                <p:cNvGrpSpPr/>
                <p:nvPr/>
              </p:nvGrpSpPr>
              <p:grpSpPr>
                <a:xfrm>
                  <a:off x="47843" y="225899"/>
                  <a:ext cx="334016" cy="172961"/>
                  <a:chOff x="47843" y="225899"/>
                  <a:chExt cx="334016" cy="172961"/>
                </a:xfrm>
                <a:solidFill>
                  <a:srgbClr val="B1ABE5"/>
                </a:solidFill>
              </p:grpSpPr>
              <p:sp>
                <p:nvSpPr>
                  <p:cNvPr id="1180" name="Forme libre : forme 1179">
                    <a:extLst>
                      <a:ext uri="{FF2B5EF4-FFF2-40B4-BE49-F238E27FC236}">
                        <a16:creationId xmlns:a16="http://schemas.microsoft.com/office/drawing/2014/main" id="{C2C65A11-9A92-BE28-4F0E-4EA8CD3612A7}"/>
                      </a:ext>
                    </a:extLst>
                  </p:cNvPr>
                  <p:cNvSpPr/>
                  <p:nvPr/>
                </p:nvSpPr>
                <p:spPr>
                  <a:xfrm>
                    <a:off x="72535" y="225899"/>
                    <a:ext cx="309324" cy="172961"/>
                  </a:xfrm>
                  <a:custGeom>
                    <a:avLst/>
                    <a:gdLst>
                      <a:gd name="connsiteX0" fmla="*/ 305638 w 309324"/>
                      <a:gd name="connsiteY0" fmla="*/ 133 h 172961"/>
                      <a:gd name="connsiteX1" fmla="*/ 309285 w 309324"/>
                      <a:gd name="connsiteY1" fmla="*/ 5418 h 172961"/>
                      <a:gd name="connsiteX2" fmla="*/ 306510 w 309324"/>
                      <a:gd name="connsiteY2" fmla="*/ 21550 h 172961"/>
                      <a:gd name="connsiteX3" fmla="*/ 300803 w 309324"/>
                      <a:gd name="connsiteY3" fmla="*/ 25223 h 172961"/>
                      <a:gd name="connsiteX4" fmla="*/ 300710 w 309324"/>
                      <a:gd name="connsiteY4" fmla="*/ 25197 h 172961"/>
                      <a:gd name="connsiteX5" fmla="*/ 297130 w 309324"/>
                      <a:gd name="connsiteY5" fmla="*/ 19515 h 172961"/>
                      <a:gd name="connsiteX6" fmla="*/ 299759 w 309324"/>
                      <a:gd name="connsiteY6" fmla="*/ 4189 h 172961"/>
                      <a:gd name="connsiteX7" fmla="*/ 305123 w 309324"/>
                      <a:gd name="connsiteY7" fmla="*/ 41 h 172961"/>
                      <a:gd name="connsiteX8" fmla="*/ 305625 w 309324"/>
                      <a:gd name="connsiteY8" fmla="*/ 133 h 172961"/>
                      <a:gd name="connsiteX9" fmla="*/ 295729 w 309324"/>
                      <a:gd name="connsiteY9" fmla="*/ 40747 h 172961"/>
                      <a:gd name="connsiteX10" fmla="*/ 296271 w 309324"/>
                      <a:gd name="connsiteY10" fmla="*/ 40906 h 172961"/>
                      <a:gd name="connsiteX11" fmla="*/ 299138 w 309324"/>
                      <a:gd name="connsiteY11" fmla="*/ 47063 h 172961"/>
                      <a:gd name="connsiteX12" fmla="*/ 292889 w 309324"/>
                      <a:gd name="connsiteY12" fmla="*/ 62177 h 172961"/>
                      <a:gd name="connsiteX13" fmla="*/ 286520 w 309324"/>
                      <a:gd name="connsiteY13" fmla="*/ 64516 h 172961"/>
                      <a:gd name="connsiteX14" fmla="*/ 284182 w 309324"/>
                      <a:gd name="connsiteY14" fmla="*/ 58148 h 172961"/>
                      <a:gd name="connsiteX15" fmla="*/ 290114 w 309324"/>
                      <a:gd name="connsiteY15" fmla="*/ 43786 h 172961"/>
                      <a:gd name="connsiteX16" fmla="*/ 295716 w 309324"/>
                      <a:gd name="connsiteY16" fmla="*/ 40761 h 172961"/>
                      <a:gd name="connsiteX17" fmla="*/ 277127 w 309324"/>
                      <a:gd name="connsiteY17" fmla="*/ 78177 h 172961"/>
                      <a:gd name="connsiteX18" fmla="*/ 278633 w 309324"/>
                      <a:gd name="connsiteY18" fmla="*/ 78825 h 172961"/>
                      <a:gd name="connsiteX19" fmla="*/ 280060 w 309324"/>
                      <a:gd name="connsiteY19" fmla="*/ 85457 h 172961"/>
                      <a:gd name="connsiteX20" fmla="*/ 270587 w 309324"/>
                      <a:gd name="connsiteY20" fmla="*/ 98801 h 172961"/>
                      <a:gd name="connsiteX21" fmla="*/ 263848 w 309324"/>
                      <a:gd name="connsiteY21" fmla="*/ 99647 h 172961"/>
                      <a:gd name="connsiteX22" fmla="*/ 263003 w 309324"/>
                      <a:gd name="connsiteY22" fmla="*/ 92909 h 172961"/>
                      <a:gd name="connsiteX23" fmla="*/ 272000 w 309324"/>
                      <a:gd name="connsiteY23" fmla="*/ 80238 h 172961"/>
                      <a:gd name="connsiteX24" fmla="*/ 277127 w 309324"/>
                      <a:gd name="connsiteY24" fmla="*/ 78177 h 172961"/>
                      <a:gd name="connsiteX25" fmla="*/ 250610 w 309324"/>
                      <a:gd name="connsiteY25" fmla="*/ 110507 h 172961"/>
                      <a:gd name="connsiteX26" fmla="*/ 252948 w 309324"/>
                      <a:gd name="connsiteY26" fmla="*/ 111829 h 172961"/>
                      <a:gd name="connsiteX27" fmla="*/ 252856 w 309324"/>
                      <a:gd name="connsiteY27" fmla="*/ 118620 h 172961"/>
                      <a:gd name="connsiteX28" fmla="*/ 240648 w 309324"/>
                      <a:gd name="connsiteY28" fmla="*/ 129520 h 172961"/>
                      <a:gd name="connsiteX29" fmla="*/ 233896 w 309324"/>
                      <a:gd name="connsiteY29" fmla="*/ 128846 h 172961"/>
                      <a:gd name="connsiteX30" fmla="*/ 234570 w 309324"/>
                      <a:gd name="connsiteY30" fmla="*/ 122094 h 172961"/>
                      <a:gd name="connsiteX31" fmla="*/ 246171 w 309324"/>
                      <a:gd name="connsiteY31" fmla="*/ 111749 h 172961"/>
                      <a:gd name="connsiteX32" fmla="*/ 250623 w 309324"/>
                      <a:gd name="connsiteY32" fmla="*/ 110521 h 172961"/>
                      <a:gd name="connsiteX33" fmla="*/ 217553 w 309324"/>
                      <a:gd name="connsiteY33" fmla="*/ 136112 h 172961"/>
                      <a:gd name="connsiteX34" fmla="*/ 220552 w 309324"/>
                      <a:gd name="connsiteY34" fmla="*/ 138279 h 172961"/>
                      <a:gd name="connsiteX35" fmla="*/ 218954 w 309324"/>
                      <a:gd name="connsiteY35" fmla="*/ 144872 h 172961"/>
                      <a:gd name="connsiteX36" fmla="*/ 204632 w 309324"/>
                      <a:gd name="connsiteY36" fmla="*/ 152786 h 172961"/>
                      <a:gd name="connsiteX37" fmla="*/ 198197 w 309324"/>
                      <a:gd name="connsiteY37" fmla="*/ 150633 h 172961"/>
                      <a:gd name="connsiteX38" fmla="*/ 200351 w 309324"/>
                      <a:gd name="connsiteY38" fmla="*/ 144198 h 172961"/>
                      <a:gd name="connsiteX39" fmla="*/ 213959 w 309324"/>
                      <a:gd name="connsiteY39" fmla="*/ 136681 h 172961"/>
                      <a:gd name="connsiteX40" fmla="*/ 217566 w 309324"/>
                      <a:gd name="connsiteY40" fmla="*/ 136112 h 172961"/>
                      <a:gd name="connsiteX41" fmla="*/ 179661 w 309324"/>
                      <a:gd name="connsiteY41" fmla="*/ 153764 h 172961"/>
                      <a:gd name="connsiteX42" fmla="*/ 183109 w 309324"/>
                      <a:gd name="connsiteY42" fmla="*/ 156908 h 172961"/>
                      <a:gd name="connsiteX43" fmla="*/ 180097 w 309324"/>
                      <a:gd name="connsiteY43" fmla="*/ 162986 h 172961"/>
                      <a:gd name="connsiteX44" fmla="*/ 164387 w 309324"/>
                      <a:gd name="connsiteY44" fmla="*/ 167544 h 172961"/>
                      <a:gd name="connsiteX45" fmla="*/ 158587 w 309324"/>
                      <a:gd name="connsiteY45" fmla="*/ 164016 h 172961"/>
                      <a:gd name="connsiteX46" fmla="*/ 162115 w 309324"/>
                      <a:gd name="connsiteY46" fmla="*/ 158216 h 172961"/>
                      <a:gd name="connsiteX47" fmla="*/ 177045 w 309324"/>
                      <a:gd name="connsiteY47" fmla="*/ 153896 h 172961"/>
                      <a:gd name="connsiteX48" fmla="*/ 179674 w 309324"/>
                      <a:gd name="connsiteY48" fmla="*/ 153777 h 172961"/>
                      <a:gd name="connsiteX49" fmla="*/ 5895 w 309324"/>
                      <a:gd name="connsiteY49" fmla="*/ 124473 h 172961"/>
                      <a:gd name="connsiteX50" fmla="*/ 7731 w 309324"/>
                      <a:gd name="connsiteY50" fmla="*/ 125345 h 172961"/>
                      <a:gd name="connsiteX51" fmla="*/ 20428 w 309324"/>
                      <a:gd name="connsiteY51" fmla="*/ 134316 h 172961"/>
                      <a:gd name="connsiteX52" fmla="*/ 21868 w 309324"/>
                      <a:gd name="connsiteY52" fmla="*/ 140948 h 172961"/>
                      <a:gd name="connsiteX53" fmla="*/ 15236 w 309324"/>
                      <a:gd name="connsiteY53" fmla="*/ 142388 h 172961"/>
                      <a:gd name="connsiteX54" fmla="*/ 1865 w 309324"/>
                      <a:gd name="connsiteY54" fmla="*/ 132942 h 172961"/>
                      <a:gd name="connsiteX55" fmla="*/ 1006 w 309324"/>
                      <a:gd name="connsiteY55" fmla="*/ 126203 h 172961"/>
                      <a:gd name="connsiteX56" fmla="*/ 5908 w 309324"/>
                      <a:gd name="connsiteY56" fmla="*/ 124473 h 172961"/>
                      <a:gd name="connsiteX57" fmla="*/ 138822 w 309324"/>
                      <a:gd name="connsiteY57" fmla="*/ 162576 h 172961"/>
                      <a:gd name="connsiteX58" fmla="*/ 142495 w 309324"/>
                      <a:gd name="connsiteY58" fmla="*/ 166765 h 172961"/>
                      <a:gd name="connsiteX59" fmla="*/ 138201 w 309324"/>
                      <a:gd name="connsiteY59" fmla="*/ 172023 h 172961"/>
                      <a:gd name="connsiteX60" fmla="*/ 121871 w 309324"/>
                      <a:gd name="connsiteY60" fmla="*/ 172961 h 172961"/>
                      <a:gd name="connsiteX61" fmla="*/ 117009 w 309324"/>
                      <a:gd name="connsiteY61" fmla="*/ 168231 h 172961"/>
                      <a:gd name="connsiteX62" fmla="*/ 121739 w 309324"/>
                      <a:gd name="connsiteY62" fmla="*/ 163369 h 172961"/>
                      <a:gd name="connsiteX63" fmla="*/ 137250 w 309324"/>
                      <a:gd name="connsiteY63" fmla="*/ 162484 h 172961"/>
                      <a:gd name="connsiteX64" fmla="*/ 138835 w 309324"/>
                      <a:gd name="connsiteY64" fmla="*/ 162590 h 172961"/>
                      <a:gd name="connsiteX65" fmla="*/ 41634 w 309324"/>
                      <a:gd name="connsiteY65" fmla="*/ 146167 h 172961"/>
                      <a:gd name="connsiteX66" fmla="*/ 42545 w 309324"/>
                      <a:gd name="connsiteY66" fmla="*/ 146484 h 172961"/>
                      <a:gd name="connsiteX67" fmla="*/ 56933 w 309324"/>
                      <a:gd name="connsiteY67" fmla="*/ 152403 h 172961"/>
                      <a:gd name="connsiteX68" fmla="*/ 59814 w 309324"/>
                      <a:gd name="connsiteY68" fmla="*/ 158547 h 172961"/>
                      <a:gd name="connsiteX69" fmla="*/ 53670 w 309324"/>
                      <a:gd name="connsiteY69" fmla="*/ 161427 h 172961"/>
                      <a:gd name="connsiteX70" fmla="*/ 38529 w 309324"/>
                      <a:gd name="connsiteY70" fmla="*/ 155204 h 172961"/>
                      <a:gd name="connsiteX71" fmla="*/ 36177 w 309324"/>
                      <a:gd name="connsiteY71" fmla="*/ 148836 h 172961"/>
                      <a:gd name="connsiteX72" fmla="*/ 41634 w 309324"/>
                      <a:gd name="connsiteY72" fmla="*/ 146180 h 172961"/>
                      <a:gd name="connsiteX73" fmla="*/ 97045 w 309324"/>
                      <a:gd name="connsiteY73" fmla="*/ 162048 h 172961"/>
                      <a:gd name="connsiteX74" fmla="*/ 100692 w 309324"/>
                      <a:gd name="connsiteY74" fmla="*/ 167319 h 172961"/>
                      <a:gd name="connsiteX75" fmla="*/ 95328 w 309324"/>
                      <a:gd name="connsiteY75" fmla="*/ 171481 h 172961"/>
                      <a:gd name="connsiteX76" fmla="*/ 79196 w 309324"/>
                      <a:gd name="connsiteY76" fmla="*/ 168746 h 172961"/>
                      <a:gd name="connsiteX77" fmla="*/ 79090 w 309324"/>
                      <a:gd name="connsiteY77" fmla="*/ 168720 h 172961"/>
                      <a:gd name="connsiteX78" fmla="*/ 75496 w 309324"/>
                      <a:gd name="connsiteY78" fmla="*/ 163052 h 172961"/>
                      <a:gd name="connsiteX79" fmla="*/ 81191 w 309324"/>
                      <a:gd name="connsiteY79" fmla="*/ 159366 h 172961"/>
                      <a:gd name="connsiteX80" fmla="*/ 96517 w 309324"/>
                      <a:gd name="connsiteY80" fmla="*/ 161969 h 172961"/>
                      <a:gd name="connsiteX81" fmla="*/ 97019 w 309324"/>
                      <a:gd name="connsiteY81" fmla="*/ 162061 h 1729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</a:cxnLst>
                    <a:rect l="l" t="t" r="r" b="b"/>
                    <a:pathLst>
                      <a:path w="309324" h="172961">
                        <a:moveTo>
                          <a:pt x="305638" y="133"/>
                        </a:moveTo>
                        <a:cubicBezTo>
                          <a:pt x="308003" y="688"/>
                          <a:pt x="309602" y="2947"/>
                          <a:pt x="309285" y="5418"/>
                        </a:cubicBezTo>
                        <a:cubicBezTo>
                          <a:pt x="308598" y="10795"/>
                          <a:pt x="307660" y="16226"/>
                          <a:pt x="306510" y="21550"/>
                        </a:cubicBezTo>
                        <a:cubicBezTo>
                          <a:pt x="305955" y="24140"/>
                          <a:pt x="303392" y="25791"/>
                          <a:pt x="300803" y="25223"/>
                        </a:cubicBezTo>
                        <a:cubicBezTo>
                          <a:pt x="300776" y="25223"/>
                          <a:pt x="300737" y="25210"/>
                          <a:pt x="300710" y="25197"/>
                        </a:cubicBezTo>
                        <a:cubicBezTo>
                          <a:pt x="298173" y="24602"/>
                          <a:pt x="296575" y="22079"/>
                          <a:pt x="297130" y="19515"/>
                        </a:cubicBezTo>
                        <a:cubicBezTo>
                          <a:pt x="298226" y="14455"/>
                          <a:pt x="299111" y="9303"/>
                          <a:pt x="299759" y="4189"/>
                        </a:cubicBezTo>
                        <a:cubicBezTo>
                          <a:pt x="300089" y="1560"/>
                          <a:pt x="302494" y="-303"/>
                          <a:pt x="305123" y="41"/>
                        </a:cubicBezTo>
                        <a:cubicBezTo>
                          <a:pt x="305295" y="67"/>
                          <a:pt x="305453" y="94"/>
                          <a:pt x="305625" y="133"/>
                        </a:cubicBezTo>
                        <a:close/>
                        <a:moveTo>
                          <a:pt x="295729" y="40747"/>
                        </a:moveTo>
                        <a:cubicBezTo>
                          <a:pt x="295914" y="40787"/>
                          <a:pt x="296099" y="40840"/>
                          <a:pt x="296271" y="40906"/>
                        </a:cubicBezTo>
                        <a:cubicBezTo>
                          <a:pt x="298755" y="41818"/>
                          <a:pt x="300050" y="44566"/>
                          <a:pt x="299138" y="47063"/>
                        </a:cubicBezTo>
                        <a:cubicBezTo>
                          <a:pt x="297275" y="52176"/>
                          <a:pt x="295174" y="57263"/>
                          <a:pt x="292889" y="62177"/>
                        </a:cubicBezTo>
                        <a:cubicBezTo>
                          <a:pt x="291779" y="64582"/>
                          <a:pt x="288938" y="65626"/>
                          <a:pt x="286520" y="64516"/>
                        </a:cubicBezTo>
                        <a:cubicBezTo>
                          <a:pt x="284116" y="63393"/>
                          <a:pt x="283072" y="60539"/>
                          <a:pt x="284182" y="58148"/>
                        </a:cubicBezTo>
                        <a:cubicBezTo>
                          <a:pt x="286349" y="53471"/>
                          <a:pt x="288344" y="48648"/>
                          <a:pt x="290114" y="43786"/>
                        </a:cubicBezTo>
                        <a:cubicBezTo>
                          <a:pt x="290960" y="41474"/>
                          <a:pt x="293391" y="40206"/>
                          <a:pt x="295716" y="40761"/>
                        </a:cubicBezTo>
                        <a:close/>
                        <a:moveTo>
                          <a:pt x="277127" y="78177"/>
                        </a:moveTo>
                        <a:cubicBezTo>
                          <a:pt x="277642" y="78296"/>
                          <a:pt x="278157" y="78508"/>
                          <a:pt x="278633" y="78825"/>
                        </a:cubicBezTo>
                        <a:cubicBezTo>
                          <a:pt x="280852" y="80265"/>
                          <a:pt x="281500" y="83238"/>
                          <a:pt x="280060" y="85457"/>
                        </a:cubicBezTo>
                        <a:cubicBezTo>
                          <a:pt x="277113" y="90015"/>
                          <a:pt x="273929" y="94507"/>
                          <a:pt x="270587" y="98801"/>
                        </a:cubicBezTo>
                        <a:cubicBezTo>
                          <a:pt x="268961" y="100889"/>
                          <a:pt x="265949" y="101272"/>
                          <a:pt x="263848" y="99647"/>
                        </a:cubicBezTo>
                        <a:cubicBezTo>
                          <a:pt x="261761" y="98022"/>
                          <a:pt x="261378" y="95010"/>
                          <a:pt x="263003" y="92909"/>
                        </a:cubicBezTo>
                        <a:cubicBezTo>
                          <a:pt x="266174" y="88826"/>
                          <a:pt x="269186" y="84572"/>
                          <a:pt x="272000" y="80238"/>
                        </a:cubicBezTo>
                        <a:cubicBezTo>
                          <a:pt x="273136" y="78481"/>
                          <a:pt x="275211" y="77715"/>
                          <a:pt x="277127" y="78177"/>
                        </a:cubicBezTo>
                        <a:close/>
                        <a:moveTo>
                          <a:pt x="250610" y="110507"/>
                        </a:moveTo>
                        <a:cubicBezTo>
                          <a:pt x="251469" y="110706"/>
                          <a:pt x="252288" y="111155"/>
                          <a:pt x="252948" y="111829"/>
                        </a:cubicBezTo>
                        <a:cubicBezTo>
                          <a:pt x="254798" y="113731"/>
                          <a:pt x="254758" y="116770"/>
                          <a:pt x="252856" y="118620"/>
                        </a:cubicBezTo>
                        <a:cubicBezTo>
                          <a:pt x="248958" y="122412"/>
                          <a:pt x="244849" y="126071"/>
                          <a:pt x="240648" y="129520"/>
                        </a:cubicBezTo>
                        <a:cubicBezTo>
                          <a:pt x="238600" y="131198"/>
                          <a:pt x="235574" y="130894"/>
                          <a:pt x="233896" y="128846"/>
                        </a:cubicBezTo>
                        <a:cubicBezTo>
                          <a:pt x="232219" y="126798"/>
                          <a:pt x="232522" y="123772"/>
                          <a:pt x="234570" y="122094"/>
                        </a:cubicBezTo>
                        <a:cubicBezTo>
                          <a:pt x="238560" y="118831"/>
                          <a:pt x="242471" y="115343"/>
                          <a:pt x="246171" y="111749"/>
                        </a:cubicBezTo>
                        <a:cubicBezTo>
                          <a:pt x="247386" y="110560"/>
                          <a:pt x="249077" y="110164"/>
                          <a:pt x="250623" y="110521"/>
                        </a:cubicBezTo>
                        <a:close/>
                        <a:moveTo>
                          <a:pt x="217553" y="136112"/>
                        </a:moveTo>
                        <a:cubicBezTo>
                          <a:pt x="218755" y="136403"/>
                          <a:pt x="219852" y="137143"/>
                          <a:pt x="220552" y="138279"/>
                        </a:cubicBezTo>
                        <a:cubicBezTo>
                          <a:pt x="221926" y="140539"/>
                          <a:pt x="221213" y="143498"/>
                          <a:pt x="218954" y="144872"/>
                        </a:cubicBezTo>
                        <a:cubicBezTo>
                          <a:pt x="214329" y="147699"/>
                          <a:pt x="209507" y="150355"/>
                          <a:pt x="204632" y="152786"/>
                        </a:cubicBezTo>
                        <a:cubicBezTo>
                          <a:pt x="202267" y="153975"/>
                          <a:pt x="199373" y="153011"/>
                          <a:pt x="198197" y="150633"/>
                        </a:cubicBezTo>
                        <a:cubicBezTo>
                          <a:pt x="197008" y="148268"/>
                          <a:pt x="197973" y="145374"/>
                          <a:pt x="200351" y="144198"/>
                        </a:cubicBezTo>
                        <a:cubicBezTo>
                          <a:pt x="204975" y="141886"/>
                          <a:pt x="209560" y="139363"/>
                          <a:pt x="213959" y="136681"/>
                        </a:cubicBezTo>
                        <a:cubicBezTo>
                          <a:pt x="215082" y="135994"/>
                          <a:pt x="216377" y="135822"/>
                          <a:pt x="217566" y="136112"/>
                        </a:cubicBezTo>
                        <a:close/>
                        <a:moveTo>
                          <a:pt x="179661" y="153764"/>
                        </a:moveTo>
                        <a:cubicBezTo>
                          <a:pt x="181220" y="154134"/>
                          <a:pt x="182567" y="155270"/>
                          <a:pt x="183109" y="156908"/>
                        </a:cubicBezTo>
                        <a:cubicBezTo>
                          <a:pt x="183955" y="159419"/>
                          <a:pt x="182607" y="162140"/>
                          <a:pt x="180097" y="162986"/>
                        </a:cubicBezTo>
                        <a:cubicBezTo>
                          <a:pt x="174944" y="164717"/>
                          <a:pt x="169659" y="166249"/>
                          <a:pt x="164387" y="167544"/>
                        </a:cubicBezTo>
                        <a:cubicBezTo>
                          <a:pt x="161811" y="168178"/>
                          <a:pt x="159222" y="166593"/>
                          <a:pt x="158587" y="164016"/>
                        </a:cubicBezTo>
                        <a:cubicBezTo>
                          <a:pt x="157953" y="161440"/>
                          <a:pt x="159539" y="158851"/>
                          <a:pt x="162115" y="158216"/>
                        </a:cubicBezTo>
                        <a:cubicBezTo>
                          <a:pt x="167136" y="156988"/>
                          <a:pt x="172156" y="155534"/>
                          <a:pt x="177045" y="153896"/>
                        </a:cubicBezTo>
                        <a:cubicBezTo>
                          <a:pt x="177930" y="153605"/>
                          <a:pt x="178828" y="153579"/>
                          <a:pt x="179674" y="153777"/>
                        </a:cubicBezTo>
                        <a:close/>
                        <a:moveTo>
                          <a:pt x="5895" y="124473"/>
                        </a:moveTo>
                        <a:cubicBezTo>
                          <a:pt x="6542" y="124631"/>
                          <a:pt x="7163" y="124909"/>
                          <a:pt x="7731" y="125345"/>
                        </a:cubicBezTo>
                        <a:cubicBezTo>
                          <a:pt x="11814" y="128502"/>
                          <a:pt x="16081" y="131515"/>
                          <a:pt x="20428" y="134316"/>
                        </a:cubicBezTo>
                        <a:cubicBezTo>
                          <a:pt x="22661" y="135756"/>
                          <a:pt x="23295" y="138715"/>
                          <a:pt x="21868" y="140948"/>
                        </a:cubicBezTo>
                        <a:cubicBezTo>
                          <a:pt x="20428" y="143181"/>
                          <a:pt x="17469" y="143815"/>
                          <a:pt x="15236" y="142388"/>
                        </a:cubicBezTo>
                        <a:cubicBezTo>
                          <a:pt x="10664" y="139442"/>
                          <a:pt x="6159" y="136258"/>
                          <a:pt x="1865" y="132942"/>
                        </a:cubicBezTo>
                        <a:cubicBezTo>
                          <a:pt x="-236" y="131316"/>
                          <a:pt x="-619" y="128304"/>
                          <a:pt x="1006" y="126203"/>
                        </a:cubicBezTo>
                        <a:cubicBezTo>
                          <a:pt x="2196" y="124671"/>
                          <a:pt x="4138" y="124050"/>
                          <a:pt x="5908" y="124473"/>
                        </a:cubicBezTo>
                        <a:close/>
                        <a:moveTo>
                          <a:pt x="138822" y="162576"/>
                        </a:moveTo>
                        <a:cubicBezTo>
                          <a:pt x="140764" y="163039"/>
                          <a:pt x="142284" y="164677"/>
                          <a:pt x="142495" y="166765"/>
                        </a:cubicBezTo>
                        <a:cubicBezTo>
                          <a:pt x="142759" y="169407"/>
                          <a:pt x="140844" y="171759"/>
                          <a:pt x="138201" y="172023"/>
                        </a:cubicBezTo>
                        <a:cubicBezTo>
                          <a:pt x="132797" y="172565"/>
                          <a:pt x="127301" y="172882"/>
                          <a:pt x="121871" y="172961"/>
                        </a:cubicBezTo>
                        <a:cubicBezTo>
                          <a:pt x="119215" y="172988"/>
                          <a:pt x="117035" y="170887"/>
                          <a:pt x="117009" y="168231"/>
                        </a:cubicBezTo>
                        <a:cubicBezTo>
                          <a:pt x="116969" y="165575"/>
                          <a:pt x="119083" y="163409"/>
                          <a:pt x="121739" y="163369"/>
                        </a:cubicBezTo>
                        <a:cubicBezTo>
                          <a:pt x="126891" y="163290"/>
                          <a:pt x="132110" y="162999"/>
                          <a:pt x="137250" y="162484"/>
                        </a:cubicBezTo>
                        <a:cubicBezTo>
                          <a:pt x="137791" y="162431"/>
                          <a:pt x="138333" y="162471"/>
                          <a:pt x="138835" y="162590"/>
                        </a:cubicBezTo>
                        <a:close/>
                        <a:moveTo>
                          <a:pt x="41634" y="146167"/>
                        </a:moveTo>
                        <a:cubicBezTo>
                          <a:pt x="41938" y="146246"/>
                          <a:pt x="42241" y="146339"/>
                          <a:pt x="42545" y="146484"/>
                        </a:cubicBezTo>
                        <a:cubicBezTo>
                          <a:pt x="47236" y="148651"/>
                          <a:pt x="52071" y="150633"/>
                          <a:pt x="56933" y="152403"/>
                        </a:cubicBezTo>
                        <a:cubicBezTo>
                          <a:pt x="59430" y="153301"/>
                          <a:pt x="60712" y="156063"/>
                          <a:pt x="59814" y="158547"/>
                        </a:cubicBezTo>
                        <a:cubicBezTo>
                          <a:pt x="58915" y="161044"/>
                          <a:pt x="56154" y="162339"/>
                          <a:pt x="53670" y="161427"/>
                        </a:cubicBezTo>
                        <a:cubicBezTo>
                          <a:pt x="48557" y="159577"/>
                          <a:pt x="43470" y="157476"/>
                          <a:pt x="38529" y="155204"/>
                        </a:cubicBezTo>
                        <a:cubicBezTo>
                          <a:pt x="36124" y="154094"/>
                          <a:pt x="35067" y="151240"/>
                          <a:pt x="36177" y="148836"/>
                        </a:cubicBezTo>
                        <a:cubicBezTo>
                          <a:pt x="37155" y="146735"/>
                          <a:pt x="39454" y="145665"/>
                          <a:pt x="41634" y="146180"/>
                        </a:cubicBezTo>
                        <a:close/>
                        <a:moveTo>
                          <a:pt x="97045" y="162048"/>
                        </a:moveTo>
                        <a:cubicBezTo>
                          <a:pt x="99397" y="162603"/>
                          <a:pt x="101009" y="164862"/>
                          <a:pt x="100692" y="167319"/>
                        </a:cubicBezTo>
                        <a:cubicBezTo>
                          <a:pt x="100362" y="169949"/>
                          <a:pt x="97957" y="171812"/>
                          <a:pt x="95328" y="171481"/>
                        </a:cubicBezTo>
                        <a:cubicBezTo>
                          <a:pt x="89950" y="170808"/>
                          <a:pt x="84520" y="169883"/>
                          <a:pt x="79196" y="168746"/>
                        </a:cubicBezTo>
                        <a:cubicBezTo>
                          <a:pt x="79156" y="168746"/>
                          <a:pt x="79130" y="168733"/>
                          <a:pt x="79090" y="168720"/>
                        </a:cubicBezTo>
                        <a:cubicBezTo>
                          <a:pt x="76553" y="168125"/>
                          <a:pt x="74955" y="165602"/>
                          <a:pt x="75496" y="163052"/>
                        </a:cubicBezTo>
                        <a:cubicBezTo>
                          <a:pt x="76051" y="160462"/>
                          <a:pt x="78601" y="158811"/>
                          <a:pt x="81191" y="159366"/>
                        </a:cubicBezTo>
                        <a:cubicBezTo>
                          <a:pt x="86238" y="160449"/>
                          <a:pt x="91404" y="161321"/>
                          <a:pt x="96517" y="161969"/>
                        </a:cubicBezTo>
                        <a:cubicBezTo>
                          <a:pt x="96689" y="161995"/>
                          <a:pt x="96860" y="162021"/>
                          <a:pt x="97019" y="162061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1" name="Forme libre : forme 1180">
                    <a:extLst>
                      <a:ext uri="{FF2B5EF4-FFF2-40B4-BE49-F238E27FC236}">
                        <a16:creationId xmlns:a16="http://schemas.microsoft.com/office/drawing/2014/main" id="{0FF2C7D3-032E-1B04-AEB7-C3EB7454AE25}"/>
                      </a:ext>
                    </a:extLst>
                  </p:cNvPr>
                  <p:cNvSpPr/>
                  <p:nvPr/>
                </p:nvSpPr>
                <p:spPr>
                  <a:xfrm>
                    <a:off x="47843" y="327315"/>
                    <a:ext cx="14851" cy="15208"/>
                  </a:xfrm>
                  <a:custGeom>
                    <a:avLst/>
                    <a:gdLst>
                      <a:gd name="connsiteX0" fmla="*/ 5906 w 14851"/>
                      <a:gd name="connsiteY0" fmla="*/ 120 h 15208"/>
                      <a:gd name="connsiteX1" fmla="*/ 8377 w 14851"/>
                      <a:gd name="connsiteY1" fmla="*/ 1587 h 15208"/>
                      <a:gd name="connsiteX2" fmla="*/ 13490 w 14851"/>
                      <a:gd name="connsiteY2" fmla="*/ 7057 h 15208"/>
                      <a:gd name="connsiteX3" fmla="*/ 13397 w 14851"/>
                      <a:gd name="connsiteY3" fmla="*/ 13848 h 15208"/>
                      <a:gd name="connsiteX4" fmla="*/ 6606 w 14851"/>
                      <a:gd name="connsiteY4" fmla="*/ 13755 h 15208"/>
                      <a:gd name="connsiteX5" fmla="*/ 1229 w 14851"/>
                      <a:gd name="connsiteY5" fmla="*/ 8008 h 15208"/>
                      <a:gd name="connsiteX6" fmla="*/ 1599 w 14851"/>
                      <a:gd name="connsiteY6" fmla="*/ 1230 h 15208"/>
                      <a:gd name="connsiteX7" fmla="*/ 5906 w 14851"/>
                      <a:gd name="connsiteY7" fmla="*/ 133 h 152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4851" h="15208">
                        <a:moveTo>
                          <a:pt x="5906" y="120"/>
                        </a:moveTo>
                        <a:cubicBezTo>
                          <a:pt x="6831" y="332"/>
                          <a:pt x="7690" y="820"/>
                          <a:pt x="8377" y="1587"/>
                        </a:cubicBezTo>
                        <a:cubicBezTo>
                          <a:pt x="10028" y="3423"/>
                          <a:pt x="11746" y="5260"/>
                          <a:pt x="13490" y="7057"/>
                        </a:cubicBezTo>
                        <a:cubicBezTo>
                          <a:pt x="15340" y="8959"/>
                          <a:pt x="15300" y="11998"/>
                          <a:pt x="13397" y="13848"/>
                        </a:cubicBezTo>
                        <a:cubicBezTo>
                          <a:pt x="11495" y="15697"/>
                          <a:pt x="8456" y="15658"/>
                          <a:pt x="6606" y="13755"/>
                        </a:cubicBezTo>
                        <a:cubicBezTo>
                          <a:pt x="4783" y="11879"/>
                          <a:pt x="2973" y="9950"/>
                          <a:pt x="1229" y="8008"/>
                        </a:cubicBezTo>
                        <a:cubicBezTo>
                          <a:pt x="-541" y="6039"/>
                          <a:pt x="-383" y="3000"/>
                          <a:pt x="1599" y="1230"/>
                        </a:cubicBezTo>
                        <a:cubicBezTo>
                          <a:pt x="2815" y="133"/>
                          <a:pt x="4440" y="-223"/>
                          <a:pt x="5906" y="13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172" name="Graphique 4366">
                  <a:extLst>
                    <a:ext uri="{FF2B5EF4-FFF2-40B4-BE49-F238E27FC236}">
                      <a16:creationId xmlns:a16="http://schemas.microsoft.com/office/drawing/2014/main" id="{9D3F0501-8CB9-8045-CBF7-81FEB9BA138E}"/>
                    </a:ext>
                  </a:extLst>
                </p:cNvPr>
                <p:cNvGrpSpPr/>
                <p:nvPr/>
              </p:nvGrpSpPr>
              <p:grpSpPr>
                <a:xfrm>
                  <a:off x="0" y="15433"/>
                  <a:ext cx="341074" cy="190730"/>
                  <a:chOff x="0" y="15433"/>
                  <a:chExt cx="341074" cy="190730"/>
                </a:xfrm>
                <a:solidFill>
                  <a:srgbClr val="B1ABE5"/>
                </a:solidFill>
              </p:grpSpPr>
              <p:sp>
                <p:nvSpPr>
                  <p:cNvPr id="1177" name="Forme libre : forme 1176">
                    <a:extLst>
                      <a:ext uri="{FF2B5EF4-FFF2-40B4-BE49-F238E27FC236}">
                        <a16:creationId xmlns:a16="http://schemas.microsoft.com/office/drawing/2014/main" id="{407899B6-2676-804A-F811-401D3EB2FF55}"/>
                      </a:ext>
                    </a:extLst>
                  </p:cNvPr>
                  <p:cNvSpPr/>
                  <p:nvPr/>
                </p:nvSpPr>
                <p:spPr>
                  <a:xfrm>
                    <a:off x="0" y="188894"/>
                    <a:ext cx="10018" cy="17269"/>
                  </a:xfrm>
                  <a:custGeom>
                    <a:avLst/>
                    <a:gdLst>
                      <a:gd name="connsiteX0" fmla="*/ 6331 w 10018"/>
                      <a:gd name="connsiteY0" fmla="*/ 131 h 17269"/>
                      <a:gd name="connsiteX1" fmla="*/ 10004 w 10018"/>
                      <a:gd name="connsiteY1" fmla="*/ 5151 h 17269"/>
                      <a:gd name="connsiteX2" fmla="*/ 9607 w 10018"/>
                      <a:gd name="connsiteY2" fmla="*/ 12616 h 17269"/>
                      <a:gd name="connsiteX3" fmla="*/ 4653 w 10018"/>
                      <a:gd name="connsiteY3" fmla="*/ 17267 h 17269"/>
                      <a:gd name="connsiteX4" fmla="*/ 2 w 10018"/>
                      <a:gd name="connsiteY4" fmla="*/ 12312 h 17269"/>
                      <a:gd name="connsiteX5" fmla="*/ 412 w 10018"/>
                      <a:gd name="connsiteY5" fmla="*/ 4451 h 17269"/>
                      <a:gd name="connsiteX6" fmla="*/ 5551 w 10018"/>
                      <a:gd name="connsiteY6" fmla="*/ 12 h 17269"/>
                      <a:gd name="connsiteX7" fmla="*/ 6304 w 10018"/>
                      <a:gd name="connsiteY7" fmla="*/ 131 h 172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018" h="17269">
                        <a:moveTo>
                          <a:pt x="6331" y="131"/>
                        </a:moveTo>
                        <a:cubicBezTo>
                          <a:pt x="8590" y="659"/>
                          <a:pt x="10189" y="2760"/>
                          <a:pt x="10004" y="5151"/>
                        </a:cubicBezTo>
                        <a:cubicBezTo>
                          <a:pt x="9819" y="7622"/>
                          <a:pt x="9687" y="10132"/>
                          <a:pt x="9607" y="12616"/>
                        </a:cubicBezTo>
                        <a:cubicBezTo>
                          <a:pt x="9528" y="15272"/>
                          <a:pt x="7309" y="17346"/>
                          <a:pt x="4653" y="17267"/>
                        </a:cubicBezTo>
                        <a:cubicBezTo>
                          <a:pt x="1997" y="17188"/>
                          <a:pt x="-77" y="14968"/>
                          <a:pt x="2" y="12312"/>
                        </a:cubicBezTo>
                        <a:cubicBezTo>
                          <a:pt x="81" y="9696"/>
                          <a:pt x="227" y="7041"/>
                          <a:pt x="412" y="4451"/>
                        </a:cubicBezTo>
                        <a:cubicBezTo>
                          <a:pt x="610" y="1809"/>
                          <a:pt x="2909" y="-173"/>
                          <a:pt x="5551" y="12"/>
                        </a:cubicBezTo>
                        <a:cubicBezTo>
                          <a:pt x="5816" y="25"/>
                          <a:pt x="6067" y="65"/>
                          <a:pt x="6304" y="131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8" name="Forme libre : forme 1177">
                    <a:extLst>
                      <a:ext uri="{FF2B5EF4-FFF2-40B4-BE49-F238E27FC236}">
                        <a16:creationId xmlns:a16="http://schemas.microsoft.com/office/drawing/2014/main" id="{499E4086-3A26-CA20-D111-66AFF19CE4CC}"/>
                      </a:ext>
                    </a:extLst>
                  </p:cNvPr>
                  <p:cNvSpPr/>
                  <p:nvPr/>
                </p:nvSpPr>
                <p:spPr>
                  <a:xfrm>
                    <a:off x="4015" y="15433"/>
                    <a:ext cx="313802" cy="157818"/>
                  </a:xfrm>
                  <a:custGeom>
                    <a:avLst/>
                    <a:gdLst>
                      <a:gd name="connsiteX0" fmla="*/ 231493 w 313802"/>
                      <a:gd name="connsiteY0" fmla="*/ 5138 h 157818"/>
                      <a:gd name="connsiteX1" fmla="*/ 237940 w 313802"/>
                      <a:gd name="connsiteY1" fmla="*/ 6776 h 157818"/>
                      <a:gd name="connsiteX2" fmla="*/ 241310 w 313802"/>
                      <a:gd name="connsiteY2" fmla="*/ 12668 h 157818"/>
                      <a:gd name="connsiteX3" fmla="*/ 235417 w 313802"/>
                      <a:gd name="connsiteY3" fmla="*/ 16038 h 157818"/>
                      <a:gd name="connsiteX4" fmla="*/ 220500 w 313802"/>
                      <a:gd name="connsiteY4" fmla="*/ 12629 h 157818"/>
                      <a:gd name="connsiteX5" fmla="*/ 216656 w 313802"/>
                      <a:gd name="connsiteY5" fmla="*/ 7040 h 157818"/>
                      <a:gd name="connsiteX6" fmla="*/ 222244 w 313802"/>
                      <a:gd name="connsiteY6" fmla="*/ 3195 h 157818"/>
                      <a:gd name="connsiteX7" fmla="*/ 231493 w 313802"/>
                      <a:gd name="connsiteY7" fmla="*/ 5138 h 157818"/>
                      <a:gd name="connsiteX8" fmla="*/ 261881 w 313802"/>
                      <a:gd name="connsiteY8" fmla="*/ 15073 h 157818"/>
                      <a:gd name="connsiteX9" fmla="*/ 262660 w 313802"/>
                      <a:gd name="connsiteY9" fmla="*/ 15324 h 157818"/>
                      <a:gd name="connsiteX10" fmla="*/ 277207 w 313802"/>
                      <a:gd name="connsiteY10" fmla="*/ 22234 h 157818"/>
                      <a:gd name="connsiteX11" fmla="*/ 279215 w 313802"/>
                      <a:gd name="connsiteY11" fmla="*/ 28721 h 157818"/>
                      <a:gd name="connsiteX12" fmla="*/ 272728 w 313802"/>
                      <a:gd name="connsiteY12" fmla="*/ 30729 h 157818"/>
                      <a:gd name="connsiteX13" fmla="*/ 258908 w 313802"/>
                      <a:gd name="connsiteY13" fmla="*/ 24176 h 157818"/>
                      <a:gd name="connsiteX14" fmla="*/ 256358 w 313802"/>
                      <a:gd name="connsiteY14" fmla="*/ 17887 h 157818"/>
                      <a:gd name="connsiteX15" fmla="*/ 261868 w 313802"/>
                      <a:gd name="connsiteY15" fmla="*/ 15086 h 157818"/>
                      <a:gd name="connsiteX16" fmla="*/ 197155 w 313802"/>
                      <a:gd name="connsiteY16" fmla="*/ 328 h 157818"/>
                      <a:gd name="connsiteX17" fmla="*/ 200841 w 313802"/>
                      <a:gd name="connsiteY17" fmla="*/ 5217 h 157818"/>
                      <a:gd name="connsiteX18" fmla="*/ 195820 w 313802"/>
                      <a:gd name="connsiteY18" fmla="*/ 9788 h 157818"/>
                      <a:gd name="connsiteX19" fmla="*/ 180534 w 313802"/>
                      <a:gd name="connsiteY19" fmla="*/ 9735 h 157818"/>
                      <a:gd name="connsiteX20" fmla="*/ 175553 w 313802"/>
                      <a:gd name="connsiteY20" fmla="*/ 5124 h 157818"/>
                      <a:gd name="connsiteX21" fmla="*/ 180164 w 313802"/>
                      <a:gd name="connsiteY21" fmla="*/ 143 h 157818"/>
                      <a:gd name="connsiteX22" fmla="*/ 196269 w 313802"/>
                      <a:gd name="connsiteY22" fmla="*/ 196 h 157818"/>
                      <a:gd name="connsiteX23" fmla="*/ 197155 w 313802"/>
                      <a:gd name="connsiteY23" fmla="*/ 315 h 157818"/>
                      <a:gd name="connsiteX24" fmla="*/ 297765 w 313802"/>
                      <a:gd name="connsiteY24" fmla="*/ 35208 h 157818"/>
                      <a:gd name="connsiteX25" fmla="*/ 299456 w 313802"/>
                      <a:gd name="connsiteY25" fmla="*/ 35988 h 157818"/>
                      <a:gd name="connsiteX26" fmla="*/ 312127 w 313802"/>
                      <a:gd name="connsiteY26" fmla="*/ 45923 h 157818"/>
                      <a:gd name="connsiteX27" fmla="*/ 312655 w 313802"/>
                      <a:gd name="connsiteY27" fmla="*/ 52688 h 157818"/>
                      <a:gd name="connsiteX28" fmla="*/ 305890 w 313802"/>
                      <a:gd name="connsiteY28" fmla="*/ 53216 h 157818"/>
                      <a:gd name="connsiteX29" fmla="*/ 293854 w 313802"/>
                      <a:gd name="connsiteY29" fmla="*/ 43783 h 157818"/>
                      <a:gd name="connsiteX30" fmla="*/ 292758 w 313802"/>
                      <a:gd name="connsiteY30" fmla="*/ 37084 h 157818"/>
                      <a:gd name="connsiteX31" fmla="*/ 297765 w 313802"/>
                      <a:gd name="connsiteY31" fmla="*/ 35208 h 157818"/>
                      <a:gd name="connsiteX32" fmla="*/ 156118 w 313802"/>
                      <a:gd name="connsiteY32" fmla="*/ 3010 h 157818"/>
                      <a:gd name="connsiteX33" fmla="*/ 159738 w 313802"/>
                      <a:gd name="connsiteY33" fmla="*/ 6842 h 157818"/>
                      <a:gd name="connsiteX34" fmla="*/ 155854 w 313802"/>
                      <a:gd name="connsiteY34" fmla="*/ 12404 h 157818"/>
                      <a:gd name="connsiteX35" fmla="*/ 140924 w 313802"/>
                      <a:gd name="connsiteY35" fmla="*/ 15720 h 157818"/>
                      <a:gd name="connsiteX36" fmla="*/ 135058 w 313802"/>
                      <a:gd name="connsiteY36" fmla="*/ 12312 h 157818"/>
                      <a:gd name="connsiteX37" fmla="*/ 138466 w 313802"/>
                      <a:gd name="connsiteY37" fmla="*/ 6446 h 157818"/>
                      <a:gd name="connsiteX38" fmla="*/ 154176 w 313802"/>
                      <a:gd name="connsiteY38" fmla="*/ 2958 h 157818"/>
                      <a:gd name="connsiteX39" fmla="*/ 156118 w 313802"/>
                      <a:gd name="connsiteY39" fmla="*/ 3010 h 157818"/>
                      <a:gd name="connsiteX40" fmla="*/ 116666 w 313802"/>
                      <a:gd name="connsiteY40" fmla="*/ 14624 h 157818"/>
                      <a:gd name="connsiteX41" fmla="*/ 119996 w 313802"/>
                      <a:gd name="connsiteY41" fmla="*/ 17438 h 157818"/>
                      <a:gd name="connsiteX42" fmla="*/ 117420 w 313802"/>
                      <a:gd name="connsiteY42" fmla="*/ 23714 h 157818"/>
                      <a:gd name="connsiteX43" fmla="*/ 103573 w 313802"/>
                      <a:gd name="connsiteY43" fmla="*/ 30201 h 157818"/>
                      <a:gd name="connsiteX44" fmla="*/ 97099 w 313802"/>
                      <a:gd name="connsiteY44" fmla="*/ 28166 h 157818"/>
                      <a:gd name="connsiteX45" fmla="*/ 99147 w 313802"/>
                      <a:gd name="connsiteY45" fmla="*/ 21692 h 157818"/>
                      <a:gd name="connsiteX46" fmla="*/ 113720 w 313802"/>
                      <a:gd name="connsiteY46" fmla="*/ 14862 h 157818"/>
                      <a:gd name="connsiteX47" fmla="*/ 116666 w 313802"/>
                      <a:gd name="connsiteY47" fmla="*/ 14611 h 157818"/>
                      <a:gd name="connsiteX48" fmla="*/ 80690 w 313802"/>
                      <a:gd name="connsiteY48" fmla="*/ 34561 h 157818"/>
                      <a:gd name="connsiteX49" fmla="*/ 83504 w 313802"/>
                      <a:gd name="connsiteY49" fmla="*/ 36463 h 157818"/>
                      <a:gd name="connsiteX50" fmla="*/ 82355 w 313802"/>
                      <a:gd name="connsiteY50" fmla="*/ 43149 h 157818"/>
                      <a:gd name="connsiteX51" fmla="*/ 70252 w 313802"/>
                      <a:gd name="connsiteY51" fmla="*/ 52503 h 157818"/>
                      <a:gd name="connsiteX52" fmla="*/ 63488 w 313802"/>
                      <a:gd name="connsiteY52" fmla="*/ 51922 h 157818"/>
                      <a:gd name="connsiteX53" fmla="*/ 64069 w 313802"/>
                      <a:gd name="connsiteY53" fmla="*/ 45157 h 157818"/>
                      <a:gd name="connsiteX54" fmla="*/ 76805 w 313802"/>
                      <a:gd name="connsiteY54" fmla="*/ 35314 h 157818"/>
                      <a:gd name="connsiteX55" fmla="*/ 80677 w 313802"/>
                      <a:gd name="connsiteY55" fmla="*/ 34561 h 157818"/>
                      <a:gd name="connsiteX56" fmla="*/ 49919 w 313802"/>
                      <a:gd name="connsiteY56" fmla="*/ 61870 h 157818"/>
                      <a:gd name="connsiteX57" fmla="*/ 52033 w 313802"/>
                      <a:gd name="connsiteY57" fmla="*/ 62980 h 157818"/>
                      <a:gd name="connsiteX58" fmla="*/ 52376 w 313802"/>
                      <a:gd name="connsiteY58" fmla="*/ 69758 h 157818"/>
                      <a:gd name="connsiteX59" fmla="*/ 42613 w 313802"/>
                      <a:gd name="connsiteY59" fmla="*/ 81530 h 157818"/>
                      <a:gd name="connsiteX60" fmla="*/ 35888 w 313802"/>
                      <a:gd name="connsiteY60" fmla="*/ 82455 h 157818"/>
                      <a:gd name="connsiteX61" fmla="*/ 34976 w 313802"/>
                      <a:gd name="connsiteY61" fmla="*/ 75730 h 157818"/>
                      <a:gd name="connsiteX62" fmla="*/ 45255 w 313802"/>
                      <a:gd name="connsiteY62" fmla="*/ 63324 h 157818"/>
                      <a:gd name="connsiteX63" fmla="*/ 49919 w 313802"/>
                      <a:gd name="connsiteY63" fmla="*/ 61870 h 157818"/>
                      <a:gd name="connsiteX64" fmla="*/ 25886 w 313802"/>
                      <a:gd name="connsiteY64" fmla="*/ 95284 h 157818"/>
                      <a:gd name="connsiteX65" fmla="*/ 27141 w 313802"/>
                      <a:gd name="connsiteY65" fmla="*/ 95773 h 157818"/>
                      <a:gd name="connsiteX66" fmla="*/ 28978 w 313802"/>
                      <a:gd name="connsiteY66" fmla="*/ 102313 h 157818"/>
                      <a:gd name="connsiteX67" fmla="*/ 22054 w 313802"/>
                      <a:gd name="connsiteY67" fmla="*/ 115948 h 157818"/>
                      <a:gd name="connsiteX68" fmla="*/ 15699 w 313802"/>
                      <a:gd name="connsiteY68" fmla="*/ 118326 h 157818"/>
                      <a:gd name="connsiteX69" fmla="*/ 13321 w 313802"/>
                      <a:gd name="connsiteY69" fmla="*/ 111971 h 157818"/>
                      <a:gd name="connsiteX70" fmla="*/ 20614 w 313802"/>
                      <a:gd name="connsiteY70" fmla="*/ 97622 h 157818"/>
                      <a:gd name="connsiteX71" fmla="*/ 25899 w 313802"/>
                      <a:gd name="connsiteY71" fmla="*/ 95297 h 157818"/>
                      <a:gd name="connsiteX72" fmla="*/ 9794 w 313802"/>
                      <a:gd name="connsiteY72" fmla="*/ 133137 h 157818"/>
                      <a:gd name="connsiteX73" fmla="*/ 10084 w 313802"/>
                      <a:gd name="connsiteY73" fmla="*/ 133216 h 157818"/>
                      <a:gd name="connsiteX74" fmla="*/ 13295 w 313802"/>
                      <a:gd name="connsiteY74" fmla="*/ 139201 h 157818"/>
                      <a:gd name="connsiteX75" fmla="*/ 10375 w 313802"/>
                      <a:gd name="connsiteY75" fmla="*/ 150074 h 157818"/>
                      <a:gd name="connsiteX76" fmla="*/ 9490 w 313802"/>
                      <a:gd name="connsiteY76" fmla="*/ 154025 h 157818"/>
                      <a:gd name="connsiteX77" fmla="*/ 3795 w 313802"/>
                      <a:gd name="connsiteY77" fmla="*/ 157711 h 157818"/>
                      <a:gd name="connsiteX78" fmla="*/ 109 w 313802"/>
                      <a:gd name="connsiteY78" fmla="*/ 152017 h 157818"/>
                      <a:gd name="connsiteX79" fmla="*/ 1047 w 313802"/>
                      <a:gd name="connsiteY79" fmla="*/ 147868 h 157818"/>
                      <a:gd name="connsiteX80" fmla="*/ 4126 w 313802"/>
                      <a:gd name="connsiteY80" fmla="*/ 136426 h 157818"/>
                      <a:gd name="connsiteX81" fmla="*/ 9820 w 313802"/>
                      <a:gd name="connsiteY81" fmla="*/ 133137 h 1578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</a:cxnLst>
                    <a:rect l="l" t="t" r="r" b="b"/>
                    <a:pathLst>
                      <a:path w="313802" h="157818">
                        <a:moveTo>
                          <a:pt x="231493" y="5138"/>
                        </a:moveTo>
                        <a:cubicBezTo>
                          <a:pt x="233647" y="5640"/>
                          <a:pt x="235787" y="6194"/>
                          <a:pt x="237940" y="6776"/>
                        </a:cubicBezTo>
                        <a:cubicBezTo>
                          <a:pt x="240504" y="7476"/>
                          <a:pt x="242010" y="10105"/>
                          <a:pt x="241310" y="12668"/>
                        </a:cubicBezTo>
                        <a:cubicBezTo>
                          <a:pt x="240609" y="15232"/>
                          <a:pt x="237967" y="16738"/>
                          <a:pt x="235417" y="16038"/>
                        </a:cubicBezTo>
                        <a:cubicBezTo>
                          <a:pt x="230462" y="14690"/>
                          <a:pt x="225455" y="13540"/>
                          <a:pt x="220500" y="12629"/>
                        </a:cubicBezTo>
                        <a:cubicBezTo>
                          <a:pt x="217898" y="12140"/>
                          <a:pt x="216167" y="9643"/>
                          <a:pt x="216656" y="7040"/>
                        </a:cubicBezTo>
                        <a:cubicBezTo>
                          <a:pt x="217131" y="4437"/>
                          <a:pt x="219642" y="2706"/>
                          <a:pt x="222244" y="3195"/>
                        </a:cubicBezTo>
                        <a:cubicBezTo>
                          <a:pt x="225310" y="3763"/>
                          <a:pt x="228428" y="4424"/>
                          <a:pt x="231493" y="5138"/>
                        </a:cubicBezTo>
                        <a:close/>
                        <a:moveTo>
                          <a:pt x="261881" y="15073"/>
                        </a:moveTo>
                        <a:cubicBezTo>
                          <a:pt x="262145" y="15139"/>
                          <a:pt x="262396" y="15218"/>
                          <a:pt x="262660" y="15324"/>
                        </a:cubicBezTo>
                        <a:cubicBezTo>
                          <a:pt x="267588" y="17412"/>
                          <a:pt x="272490" y="19737"/>
                          <a:pt x="277207" y="22234"/>
                        </a:cubicBezTo>
                        <a:cubicBezTo>
                          <a:pt x="279545" y="23463"/>
                          <a:pt x="280444" y="26369"/>
                          <a:pt x="279215" y="28721"/>
                        </a:cubicBezTo>
                        <a:cubicBezTo>
                          <a:pt x="277973" y="31060"/>
                          <a:pt x="275067" y="31971"/>
                          <a:pt x="272728" y="30729"/>
                        </a:cubicBezTo>
                        <a:cubicBezTo>
                          <a:pt x="268236" y="28364"/>
                          <a:pt x="263585" y="26158"/>
                          <a:pt x="258908" y="24176"/>
                        </a:cubicBezTo>
                        <a:cubicBezTo>
                          <a:pt x="256464" y="23146"/>
                          <a:pt x="255328" y="20318"/>
                          <a:pt x="256358" y="17887"/>
                        </a:cubicBezTo>
                        <a:cubicBezTo>
                          <a:pt x="257283" y="15707"/>
                          <a:pt x="259635" y="14558"/>
                          <a:pt x="261868" y="15086"/>
                        </a:cubicBezTo>
                        <a:close/>
                        <a:moveTo>
                          <a:pt x="197155" y="328"/>
                        </a:moveTo>
                        <a:cubicBezTo>
                          <a:pt x="199361" y="844"/>
                          <a:pt x="200947" y="2878"/>
                          <a:pt x="200841" y="5217"/>
                        </a:cubicBezTo>
                        <a:cubicBezTo>
                          <a:pt x="200722" y="7859"/>
                          <a:pt x="198476" y="9907"/>
                          <a:pt x="195820" y="9788"/>
                        </a:cubicBezTo>
                        <a:cubicBezTo>
                          <a:pt x="190760" y="9550"/>
                          <a:pt x="185607" y="9537"/>
                          <a:pt x="180534" y="9735"/>
                        </a:cubicBezTo>
                        <a:cubicBezTo>
                          <a:pt x="177891" y="9828"/>
                          <a:pt x="175659" y="7780"/>
                          <a:pt x="175553" y="5124"/>
                        </a:cubicBezTo>
                        <a:cubicBezTo>
                          <a:pt x="175447" y="2469"/>
                          <a:pt x="177508" y="249"/>
                          <a:pt x="180164" y="143"/>
                        </a:cubicBezTo>
                        <a:cubicBezTo>
                          <a:pt x="185515" y="-68"/>
                          <a:pt x="190932" y="-42"/>
                          <a:pt x="196269" y="196"/>
                        </a:cubicBezTo>
                        <a:cubicBezTo>
                          <a:pt x="196573" y="209"/>
                          <a:pt x="196877" y="249"/>
                          <a:pt x="197155" y="315"/>
                        </a:cubicBezTo>
                        <a:close/>
                        <a:moveTo>
                          <a:pt x="297765" y="35208"/>
                        </a:moveTo>
                        <a:cubicBezTo>
                          <a:pt x="298360" y="35354"/>
                          <a:pt x="298928" y="35605"/>
                          <a:pt x="299456" y="35988"/>
                        </a:cubicBezTo>
                        <a:cubicBezTo>
                          <a:pt x="303803" y="39106"/>
                          <a:pt x="308070" y="42449"/>
                          <a:pt x="312127" y="45923"/>
                        </a:cubicBezTo>
                        <a:cubicBezTo>
                          <a:pt x="314135" y="47641"/>
                          <a:pt x="314373" y="50680"/>
                          <a:pt x="312655" y="52688"/>
                        </a:cubicBezTo>
                        <a:cubicBezTo>
                          <a:pt x="310937" y="54709"/>
                          <a:pt x="307912" y="54947"/>
                          <a:pt x="305890" y="53216"/>
                        </a:cubicBezTo>
                        <a:cubicBezTo>
                          <a:pt x="302032" y="49913"/>
                          <a:pt x="297976" y="46742"/>
                          <a:pt x="293854" y="43783"/>
                        </a:cubicBezTo>
                        <a:cubicBezTo>
                          <a:pt x="291701" y="42237"/>
                          <a:pt x="291212" y="39238"/>
                          <a:pt x="292758" y="37084"/>
                        </a:cubicBezTo>
                        <a:cubicBezTo>
                          <a:pt x="293920" y="35459"/>
                          <a:pt x="295928" y="34772"/>
                          <a:pt x="297765" y="35208"/>
                        </a:cubicBezTo>
                        <a:close/>
                        <a:moveTo>
                          <a:pt x="156118" y="3010"/>
                        </a:moveTo>
                        <a:cubicBezTo>
                          <a:pt x="157928" y="3433"/>
                          <a:pt x="159394" y="4900"/>
                          <a:pt x="159738" y="6842"/>
                        </a:cubicBezTo>
                        <a:cubicBezTo>
                          <a:pt x="160200" y="9458"/>
                          <a:pt x="158470" y="11942"/>
                          <a:pt x="155854" y="12404"/>
                        </a:cubicBezTo>
                        <a:cubicBezTo>
                          <a:pt x="150859" y="13289"/>
                          <a:pt x="145839" y="14399"/>
                          <a:pt x="140924" y="15720"/>
                        </a:cubicBezTo>
                        <a:cubicBezTo>
                          <a:pt x="138361" y="16407"/>
                          <a:pt x="135732" y="14875"/>
                          <a:pt x="135058" y="12312"/>
                        </a:cubicBezTo>
                        <a:cubicBezTo>
                          <a:pt x="134371" y="9749"/>
                          <a:pt x="135903" y="7119"/>
                          <a:pt x="138466" y="6446"/>
                        </a:cubicBezTo>
                        <a:cubicBezTo>
                          <a:pt x="143646" y="5071"/>
                          <a:pt x="148930" y="3896"/>
                          <a:pt x="154176" y="2958"/>
                        </a:cubicBezTo>
                        <a:cubicBezTo>
                          <a:pt x="154836" y="2839"/>
                          <a:pt x="155497" y="2865"/>
                          <a:pt x="156118" y="3010"/>
                        </a:cubicBezTo>
                        <a:close/>
                        <a:moveTo>
                          <a:pt x="116666" y="14624"/>
                        </a:moveTo>
                        <a:cubicBezTo>
                          <a:pt x="118107" y="14967"/>
                          <a:pt x="119375" y="15971"/>
                          <a:pt x="119996" y="17438"/>
                        </a:cubicBezTo>
                        <a:cubicBezTo>
                          <a:pt x="121013" y="19882"/>
                          <a:pt x="119864" y="22696"/>
                          <a:pt x="117420" y="23714"/>
                        </a:cubicBezTo>
                        <a:cubicBezTo>
                          <a:pt x="112729" y="25682"/>
                          <a:pt x="108065" y="27862"/>
                          <a:pt x="103573" y="30201"/>
                        </a:cubicBezTo>
                        <a:cubicBezTo>
                          <a:pt x="101221" y="31430"/>
                          <a:pt x="98328" y="30518"/>
                          <a:pt x="97099" y="28166"/>
                        </a:cubicBezTo>
                        <a:cubicBezTo>
                          <a:pt x="95871" y="25814"/>
                          <a:pt x="96795" y="22921"/>
                          <a:pt x="99147" y="21692"/>
                        </a:cubicBezTo>
                        <a:cubicBezTo>
                          <a:pt x="103890" y="19222"/>
                          <a:pt x="108792" y="16923"/>
                          <a:pt x="113720" y="14862"/>
                        </a:cubicBezTo>
                        <a:cubicBezTo>
                          <a:pt x="114685" y="14452"/>
                          <a:pt x="115715" y="14386"/>
                          <a:pt x="116666" y="14611"/>
                        </a:cubicBezTo>
                        <a:close/>
                        <a:moveTo>
                          <a:pt x="80690" y="34561"/>
                        </a:moveTo>
                        <a:cubicBezTo>
                          <a:pt x="81786" y="34825"/>
                          <a:pt x="82804" y="35459"/>
                          <a:pt x="83504" y="36463"/>
                        </a:cubicBezTo>
                        <a:cubicBezTo>
                          <a:pt x="85037" y="38630"/>
                          <a:pt x="84521" y="41616"/>
                          <a:pt x="82355" y="43149"/>
                        </a:cubicBezTo>
                        <a:cubicBezTo>
                          <a:pt x="78206" y="46082"/>
                          <a:pt x="74123" y="49226"/>
                          <a:pt x="70252" y="52503"/>
                        </a:cubicBezTo>
                        <a:cubicBezTo>
                          <a:pt x="68231" y="54207"/>
                          <a:pt x="65205" y="53956"/>
                          <a:pt x="63488" y="51922"/>
                        </a:cubicBezTo>
                        <a:cubicBezTo>
                          <a:pt x="61783" y="49887"/>
                          <a:pt x="62048" y="46861"/>
                          <a:pt x="64069" y="45157"/>
                        </a:cubicBezTo>
                        <a:cubicBezTo>
                          <a:pt x="68152" y="41722"/>
                          <a:pt x="72445" y="38406"/>
                          <a:pt x="76805" y="35314"/>
                        </a:cubicBezTo>
                        <a:cubicBezTo>
                          <a:pt x="77981" y="34482"/>
                          <a:pt x="79395" y="34257"/>
                          <a:pt x="80677" y="34561"/>
                        </a:cubicBezTo>
                        <a:close/>
                        <a:moveTo>
                          <a:pt x="49919" y="61870"/>
                        </a:moveTo>
                        <a:cubicBezTo>
                          <a:pt x="50685" y="62055"/>
                          <a:pt x="51412" y="62412"/>
                          <a:pt x="52033" y="62980"/>
                        </a:cubicBezTo>
                        <a:cubicBezTo>
                          <a:pt x="54001" y="64751"/>
                          <a:pt x="54160" y="67789"/>
                          <a:pt x="52376" y="69758"/>
                        </a:cubicBezTo>
                        <a:cubicBezTo>
                          <a:pt x="48968" y="73537"/>
                          <a:pt x="45678" y="77487"/>
                          <a:pt x="42613" y="81530"/>
                        </a:cubicBezTo>
                        <a:cubicBezTo>
                          <a:pt x="41014" y="83644"/>
                          <a:pt x="38001" y="84054"/>
                          <a:pt x="35888" y="82455"/>
                        </a:cubicBezTo>
                        <a:cubicBezTo>
                          <a:pt x="33774" y="80856"/>
                          <a:pt x="33364" y="77844"/>
                          <a:pt x="34976" y="75730"/>
                        </a:cubicBezTo>
                        <a:cubicBezTo>
                          <a:pt x="38213" y="71476"/>
                          <a:pt x="41674" y="67301"/>
                          <a:pt x="45255" y="63324"/>
                        </a:cubicBezTo>
                        <a:cubicBezTo>
                          <a:pt x="46470" y="61976"/>
                          <a:pt x="48281" y="61487"/>
                          <a:pt x="49919" y="61870"/>
                        </a:cubicBezTo>
                        <a:close/>
                        <a:moveTo>
                          <a:pt x="25886" y="95284"/>
                        </a:moveTo>
                        <a:cubicBezTo>
                          <a:pt x="26309" y="95390"/>
                          <a:pt x="26732" y="95548"/>
                          <a:pt x="27141" y="95773"/>
                        </a:cubicBezTo>
                        <a:cubicBezTo>
                          <a:pt x="29453" y="97067"/>
                          <a:pt x="30272" y="100001"/>
                          <a:pt x="28978" y="102313"/>
                        </a:cubicBezTo>
                        <a:cubicBezTo>
                          <a:pt x="26494" y="106739"/>
                          <a:pt x="24168" y="111323"/>
                          <a:pt x="22054" y="115948"/>
                        </a:cubicBezTo>
                        <a:cubicBezTo>
                          <a:pt x="20958" y="118365"/>
                          <a:pt x="18104" y="119422"/>
                          <a:pt x="15699" y="118326"/>
                        </a:cubicBezTo>
                        <a:cubicBezTo>
                          <a:pt x="13282" y="117229"/>
                          <a:pt x="12225" y="114375"/>
                          <a:pt x="13321" y="111971"/>
                        </a:cubicBezTo>
                        <a:cubicBezTo>
                          <a:pt x="15541" y="107095"/>
                          <a:pt x="17998" y="102273"/>
                          <a:pt x="20614" y="97622"/>
                        </a:cubicBezTo>
                        <a:cubicBezTo>
                          <a:pt x="21685" y="95720"/>
                          <a:pt x="23865" y="94821"/>
                          <a:pt x="25899" y="95297"/>
                        </a:cubicBezTo>
                        <a:close/>
                        <a:moveTo>
                          <a:pt x="9794" y="133137"/>
                        </a:moveTo>
                        <a:cubicBezTo>
                          <a:pt x="9886" y="133163"/>
                          <a:pt x="9979" y="133189"/>
                          <a:pt x="10084" y="133216"/>
                        </a:cubicBezTo>
                        <a:cubicBezTo>
                          <a:pt x="12621" y="133982"/>
                          <a:pt x="14061" y="136664"/>
                          <a:pt x="13295" y="139201"/>
                        </a:cubicBezTo>
                        <a:cubicBezTo>
                          <a:pt x="12211" y="142781"/>
                          <a:pt x="11234" y="146441"/>
                          <a:pt x="10375" y="150074"/>
                        </a:cubicBezTo>
                        <a:cubicBezTo>
                          <a:pt x="10058" y="151396"/>
                          <a:pt x="9767" y="152704"/>
                          <a:pt x="9490" y="154025"/>
                        </a:cubicBezTo>
                        <a:cubicBezTo>
                          <a:pt x="8935" y="156615"/>
                          <a:pt x="6385" y="158266"/>
                          <a:pt x="3795" y="157711"/>
                        </a:cubicBezTo>
                        <a:cubicBezTo>
                          <a:pt x="1166" y="157209"/>
                          <a:pt x="-446" y="154606"/>
                          <a:pt x="109" y="152017"/>
                        </a:cubicBezTo>
                        <a:cubicBezTo>
                          <a:pt x="400" y="150629"/>
                          <a:pt x="717" y="149255"/>
                          <a:pt x="1047" y="147868"/>
                        </a:cubicBezTo>
                        <a:cubicBezTo>
                          <a:pt x="1946" y="144050"/>
                          <a:pt x="2989" y="140192"/>
                          <a:pt x="4126" y="136426"/>
                        </a:cubicBezTo>
                        <a:cubicBezTo>
                          <a:pt x="4865" y="133982"/>
                          <a:pt x="7363" y="132555"/>
                          <a:pt x="9820" y="133137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9" name="Forme libre : forme 1178">
                    <a:extLst>
                      <a:ext uri="{FF2B5EF4-FFF2-40B4-BE49-F238E27FC236}">
                        <a16:creationId xmlns:a16="http://schemas.microsoft.com/office/drawing/2014/main" id="{489313FE-DEB7-47C3-0966-07EF97F9D437}"/>
                      </a:ext>
                    </a:extLst>
                  </p:cNvPr>
                  <p:cNvSpPr/>
                  <p:nvPr/>
                </p:nvSpPr>
                <p:spPr>
                  <a:xfrm>
                    <a:off x="326504" y="78140"/>
                    <a:ext cx="14570" cy="15441"/>
                  </a:xfrm>
                  <a:custGeom>
                    <a:avLst/>
                    <a:gdLst>
                      <a:gd name="connsiteX0" fmla="*/ 5902 w 14570"/>
                      <a:gd name="connsiteY0" fmla="*/ 141 h 15441"/>
                      <a:gd name="connsiteX1" fmla="*/ 8386 w 14570"/>
                      <a:gd name="connsiteY1" fmla="*/ 1621 h 15441"/>
                      <a:gd name="connsiteX2" fmla="*/ 13486 w 14570"/>
                      <a:gd name="connsiteY2" fmla="*/ 7606 h 15441"/>
                      <a:gd name="connsiteX3" fmla="*/ 12812 w 14570"/>
                      <a:gd name="connsiteY3" fmla="*/ 14357 h 15441"/>
                      <a:gd name="connsiteX4" fmla="*/ 6061 w 14570"/>
                      <a:gd name="connsiteY4" fmla="*/ 13684 h 15441"/>
                      <a:gd name="connsiteX5" fmla="*/ 1212 w 14570"/>
                      <a:gd name="connsiteY5" fmla="*/ 7989 h 15441"/>
                      <a:gd name="connsiteX6" fmla="*/ 1608 w 14570"/>
                      <a:gd name="connsiteY6" fmla="*/ 1211 h 15441"/>
                      <a:gd name="connsiteX7" fmla="*/ 5902 w 14570"/>
                      <a:gd name="connsiteY7" fmla="*/ 128 h 154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4570" h="15441">
                        <a:moveTo>
                          <a:pt x="5902" y="141"/>
                        </a:moveTo>
                        <a:cubicBezTo>
                          <a:pt x="6827" y="366"/>
                          <a:pt x="7699" y="855"/>
                          <a:pt x="8386" y="1621"/>
                        </a:cubicBezTo>
                        <a:cubicBezTo>
                          <a:pt x="10117" y="3563"/>
                          <a:pt x="11835" y="5585"/>
                          <a:pt x="13486" y="7606"/>
                        </a:cubicBezTo>
                        <a:cubicBezTo>
                          <a:pt x="15164" y="9654"/>
                          <a:pt x="14860" y="12680"/>
                          <a:pt x="12812" y="14357"/>
                        </a:cubicBezTo>
                        <a:cubicBezTo>
                          <a:pt x="10764" y="16035"/>
                          <a:pt x="7739" y="15732"/>
                          <a:pt x="6061" y="13684"/>
                        </a:cubicBezTo>
                        <a:cubicBezTo>
                          <a:pt x="4489" y="11755"/>
                          <a:pt x="2850" y="9839"/>
                          <a:pt x="1212" y="7989"/>
                        </a:cubicBezTo>
                        <a:cubicBezTo>
                          <a:pt x="-545" y="6007"/>
                          <a:pt x="-373" y="2982"/>
                          <a:pt x="1608" y="1211"/>
                        </a:cubicBezTo>
                        <a:cubicBezTo>
                          <a:pt x="2824" y="128"/>
                          <a:pt x="4436" y="-216"/>
                          <a:pt x="5902" y="128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173" name="Graphique 4366">
                  <a:extLst>
                    <a:ext uri="{FF2B5EF4-FFF2-40B4-BE49-F238E27FC236}">
                      <a16:creationId xmlns:a16="http://schemas.microsoft.com/office/drawing/2014/main" id="{CA68AB8C-207F-87C5-9381-FAAC352A1ABB}"/>
                    </a:ext>
                  </a:extLst>
                </p:cNvPr>
                <p:cNvGrpSpPr/>
                <p:nvPr/>
              </p:nvGrpSpPr>
              <p:grpSpPr>
                <a:xfrm>
                  <a:off x="49820" y="67191"/>
                  <a:ext cx="282724" cy="282724"/>
                  <a:chOff x="49820" y="67191"/>
                  <a:chExt cx="282724" cy="282724"/>
                </a:xfrm>
              </p:grpSpPr>
              <p:sp>
                <p:nvSpPr>
                  <p:cNvPr id="1174" name="Forme libre : forme 1173">
                    <a:extLst>
                      <a:ext uri="{FF2B5EF4-FFF2-40B4-BE49-F238E27FC236}">
                        <a16:creationId xmlns:a16="http://schemas.microsoft.com/office/drawing/2014/main" id="{524DB898-2EAE-97AE-AE71-71FD81931177}"/>
                      </a:ext>
                    </a:extLst>
                  </p:cNvPr>
                  <p:cNvSpPr/>
                  <p:nvPr/>
                </p:nvSpPr>
                <p:spPr>
                  <a:xfrm>
                    <a:off x="49820" y="67191"/>
                    <a:ext cx="282724" cy="282724"/>
                  </a:xfrm>
                  <a:custGeom>
                    <a:avLst/>
                    <a:gdLst>
                      <a:gd name="connsiteX0" fmla="*/ 263495 w 282724"/>
                      <a:gd name="connsiteY0" fmla="*/ 63780 h 282724"/>
                      <a:gd name="connsiteX1" fmla="*/ 261209 w 282724"/>
                      <a:gd name="connsiteY1" fmla="*/ 62539 h 282724"/>
                      <a:gd name="connsiteX2" fmla="*/ 234111 w 282724"/>
                      <a:gd name="connsiteY2" fmla="*/ 65815 h 282724"/>
                      <a:gd name="connsiteX3" fmla="*/ 205295 w 282724"/>
                      <a:gd name="connsiteY3" fmla="*/ 40236 h 282724"/>
                      <a:gd name="connsiteX4" fmla="*/ 205322 w 282724"/>
                      <a:gd name="connsiteY4" fmla="*/ 12953 h 282724"/>
                      <a:gd name="connsiteX5" fmla="*/ 203816 w 282724"/>
                      <a:gd name="connsiteY5" fmla="*/ 10826 h 282724"/>
                      <a:gd name="connsiteX6" fmla="*/ 172873 w 282724"/>
                      <a:gd name="connsiteY6" fmla="*/ 124 h 282724"/>
                      <a:gd name="connsiteX7" fmla="*/ 170376 w 282724"/>
                      <a:gd name="connsiteY7" fmla="*/ 864 h 282724"/>
                      <a:gd name="connsiteX8" fmla="*/ 153544 w 282724"/>
                      <a:gd name="connsiteY8" fmla="*/ 22334 h 282724"/>
                      <a:gd name="connsiteX9" fmla="*/ 115083 w 282724"/>
                      <a:gd name="connsiteY9" fmla="*/ 24659 h 282724"/>
                      <a:gd name="connsiteX10" fmla="*/ 95793 w 282724"/>
                      <a:gd name="connsiteY10" fmla="*/ 5343 h 282724"/>
                      <a:gd name="connsiteX11" fmla="*/ 93230 w 282724"/>
                      <a:gd name="connsiteY11" fmla="*/ 4907 h 282724"/>
                      <a:gd name="connsiteX12" fmla="*/ 63780 w 282724"/>
                      <a:gd name="connsiteY12" fmla="*/ 19229 h 282724"/>
                      <a:gd name="connsiteX13" fmla="*/ 62539 w 282724"/>
                      <a:gd name="connsiteY13" fmla="*/ 21515 h 282724"/>
                      <a:gd name="connsiteX14" fmla="*/ 65815 w 282724"/>
                      <a:gd name="connsiteY14" fmla="*/ 48613 h 282724"/>
                      <a:gd name="connsiteX15" fmla="*/ 40236 w 282724"/>
                      <a:gd name="connsiteY15" fmla="*/ 77429 h 282724"/>
                      <a:gd name="connsiteX16" fmla="*/ 12953 w 282724"/>
                      <a:gd name="connsiteY16" fmla="*/ 77402 h 282724"/>
                      <a:gd name="connsiteX17" fmla="*/ 10826 w 282724"/>
                      <a:gd name="connsiteY17" fmla="*/ 78908 h 282724"/>
                      <a:gd name="connsiteX18" fmla="*/ 124 w 282724"/>
                      <a:gd name="connsiteY18" fmla="*/ 109851 h 282724"/>
                      <a:gd name="connsiteX19" fmla="*/ 864 w 282724"/>
                      <a:gd name="connsiteY19" fmla="*/ 112348 h 282724"/>
                      <a:gd name="connsiteX20" fmla="*/ 22334 w 282724"/>
                      <a:gd name="connsiteY20" fmla="*/ 129180 h 282724"/>
                      <a:gd name="connsiteX21" fmla="*/ 24659 w 282724"/>
                      <a:gd name="connsiteY21" fmla="*/ 167641 h 282724"/>
                      <a:gd name="connsiteX22" fmla="*/ 5343 w 282724"/>
                      <a:gd name="connsiteY22" fmla="*/ 186931 h 282724"/>
                      <a:gd name="connsiteX23" fmla="*/ 4907 w 282724"/>
                      <a:gd name="connsiteY23" fmla="*/ 189494 h 282724"/>
                      <a:gd name="connsiteX24" fmla="*/ 19229 w 282724"/>
                      <a:gd name="connsiteY24" fmla="*/ 218944 h 282724"/>
                      <a:gd name="connsiteX25" fmla="*/ 21515 w 282724"/>
                      <a:gd name="connsiteY25" fmla="*/ 220186 h 282724"/>
                      <a:gd name="connsiteX26" fmla="*/ 48613 w 282724"/>
                      <a:gd name="connsiteY26" fmla="*/ 216909 h 282724"/>
                      <a:gd name="connsiteX27" fmla="*/ 77429 w 282724"/>
                      <a:gd name="connsiteY27" fmla="*/ 242488 h 282724"/>
                      <a:gd name="connsiteX28" fmla="*/ 77402 w 282724"/>
                      <a:gd name="connsiteY28" fmla="*/ 269771 h 282724"/>
                      <a:gd name="connsiteX29" fmla="*/ 78908 w 282724"/>
                      <a:gd name="connsiteY29" fmla="*/ 271898 h 282724"/>
                      <a:gd name="connsiteX30" fmla="*/ 109851 w 282724"/>
                      <a:gd name="connsiteY30" fmla="*/ 282600 h 282724"/>
                      <a:gd name="connsiteX31" fmla="*/ 112348 w 282724"/>
                      <a:gd name="connsiteY31" fmla="*/ 281860 h 282724"/>
                      <a:gd name="connsiteX32" fmla="*/ 129180 w 282724"/>
                      <a:gd name="connsiteY32" fmla="*/ 260390 h 282724"/>
                      <a:gd name="connsiteX33" fmla="*/ 167641 w 282724"/>
                      <a:gd name="connsiteY33" fmla="*/ 258065 h 282724"/>
                      <a:gd name="connsiteX34" fmla="*/ 186931 w 282724"/>
                      <a:gd name="connsiteY34" fmla="*/ 277381 h 282724"/>
                      <a:gd name="connsiteX35" fmla="*/ 189494 w 282724"/>
                      <a:gd name="connsiteY35" fmla="*/ 277817 h 282724"/>
                      <a:gd name="connsiteX36" fmla="*/ 218944 w 282724"/>
                      <a:gd name="connsiteY36" fmla="*/ 263495 h 282724"/>
                      <a:gd name="connsiteX37" fmla="*/ 220186 w 282724"/>
                      <a:gd name="connsiteY37" fmla="*/ 261209 h 282724"/>
                      <a:gd name="connsiteX38" fmla="*/ 216909 w 282724"/>
                      <a:gd name="connsiteY38" fmla="*/ 234111 h 282724"/>
                      <a:gd name="connsiteX39" fmla="*/ 242488 w 282724"/>
                      <a:gd name="connsiteY39" fmla="*/ 205296 h 282724"/>
                      <a:gd name="connsiteX40" fmla="*/ 269771 w 282724"/>
                      <a:gd name="connsiteY40" fmla="*/ 205322 h 282724"/>
                      <a:gd name="connsiteX41" fmla="*/ 271898 w 282724"/>
                      <a:gd name="connsiteY41" fmla="*/ 203816 h 282724"/>
                      <a:gd name="connsiteX42" fmla="*/ 282600 w 282724"/>
                      <a:gd name="connsiteY42" fmla="*/ 172873 h 282724"/>
                      <a:gd name="connsiteX43" fmla="*/ 281860 w 282724"/>
                      <a:gd name="connsiteY43" fmla="*/ 170376 h 282724"/>
                      <a:gd name="connsiteX44" fmla="*/ 260390 w 282724"/>
                      <a:gd name="connsiteY44" fmla="*/ 153544 h 282724"/>
                      <a:gd name="connsiteX45" fmla="*/ 258065 w 282724"/>
                      <a:gd name="connsiteY45" fmla="*/ 115083 h 282724"/>
                      <a:gd name="connsiteX46" fmla="*/ 277381 w 282724"/>
                      <a:gd name="connsiteY46" fmla="*/ 95793 h 282724"/>
                      <a:gd name="connsiteX47" fmla="*/ 277817 w 282724"/>
                      <a:gd name="connsiteY47" fmla="*/ 93230 h 282724"/>
                      <a:gd name="connsiteX48" fmla="*/ 263495 w 282724"/>
                      <a:gd name="connsiteY48" fmla="*/ 63780 h 282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282724" h="282724">
                        <a:moveTo>
                          <a:pt x="263495" y="63780"/>
                        </a:moveTo>
                        <a:cubicBezTo>
                          <a:pt x="263072" y="62922"/>
                          <a:pt x="262160" y="62420"/>
                          <a:pt x="261209" y="62539"/>
                        </a:cubicBezTo>
                        <a:lnTo>
                          <a:pt x="234111" y="65815"/>
                        </a:lnTo>
                        <a:cubicBezTo>
                          <a:pt x="226065" y="55919"/>
                          <a:pt x="216394" y="47239"/>
                          <a:pt x="205295" y="40236"/>
                        </a:cubicBezTo>
                        <a:lnTo>
                          <a:pt x="205322" y="12953"/>
                        </a:lnTo>
                        <a:cubicBezTo>
                          <a:pt x="205322" y="12002"/>
                          <a:pt x="204714" y="11143"/>
                          <a:pt x="203816" y="10826"/>
                        </a:cubicBezTo>
                        <a:lnTo>
                          <a:pt x="172873" y="124"/>
                        </a:lnTo>
                        <a:cubicBezTo>
                          <a:pt x="171975" y="-193"/>
                          <a:pt x="170970" y="111"/>
                          <a:pt x="170376" y="864"/>
                        </a:cubicBezTo>
                        <a:lnTo>
                          <a:pt x="153544" y="22334"/>
                        </a:lnTo>
                        <a:cubicBezTo>
                          <a:pt x="140490" y="20986"/>
                          <a:pt x="127516" y="21845"/>
                          <a:pt x="115083" y="24659"/>
                        </a:cubicBezTo>
                        <a:lnTo>
                          <a:pt x="95793" y="5343"/>
                        </a:lnTo>
                        <a:cubicBezTo>
                          <a:pt x="95120" y="4669"/>
                          <a:pt x="94089" y="4498"/>
                          <a:pt x="93230" y="4907"/>
                        </a:cubicBezTo>
                        <a:lnTo>
                          <a:pt x="63780" y="19229"/>
                        </a:lnTo>
                        <a:cubicBezTo>
                          <a:pt x="62922" y="19652"/>
                          <a:pt x="62420" y="20564"/>
                          <a:pt x="62539" y="21515"/>
                        </a:cubicBezTo>
                        <a:lnTo>
                          <a:pt x="65815" y="48613"/>
                        </a:lnTo>
                        <a:cubicBezTo>
                          <a:pt x="55919" y="56659"/>
                          <a:pt x="47239" y="66330"/>
                          <a:pt x="40236" y="77429"/>
                        </a:cubicBezTo>
                        <a:lnTo>
                          <a:pt x="12953" y="77402"/>
                        </a:lnTo>
                        <a:cubicBezTo>
                          <a:pt x="12002" y="77402"/>
                          <a:pt x="11143" y="78010"/>
                          <a:pt x="10826" y="78908"/>
                        </a:cubicBezTo>
                        <a:lnTo>
                          <a:pt x="124" y="109851"/>
                        </a:lnTo>
                        <a:cubicBezTo>
                          <a:pt x="-193" y="110750"/>
                          <a:pt x="111" y="111754"/>
                          <a:pt x="864" y="112348"/>
                        </a:cubicBezTo>
                        <a:lnTo>
                          <a:pt x="22334" y="129180"/>
                        </a:lnTo>
                        <a:cubicBezTo>
                          <a:pt x="20986" y="142234"/>
                          <a:pt x="21845" y="155208"/>
                          <a:pt x="24659" y="167641"/>
                        </a:cubicBezTo>
                        <a:lnTo>
                          <a:pt x="5343" y="186931"/>
                        </a:lnTo>
                        <a:cubicBezTo>
                          <a:pt x="4669" y="187604"/>
                          <a:pt x="4498" y="188635"/>
                          <a:pt x="4907" y="189494"/>
                        </a:cubicBezTo>
                        <a:lnTo>
                          <a:pt x="19229" y="218944"/>
                        </a:lnTo>
                        <a:cubicBezTo>
                          <a:pt x="19652" y="219802"/>
                          <a:pt x="20564" y="220304"/>
                          <a:pt x="21515" y="220186"/>
                        </a:cubicBezTo>
                        <a:lnTo>
                          <a:pt x="48613" y="216909"/>
                        </a:lnTo>
                        <a:cubicBezTo>
                          <a:pt x="56659" y="226805"/>
                          <a:pt x="66330" y="235485"/>
                          <a:pt x="77429" y="242488"/>
                        </a:cubicBezTo>
                        <a:lnTo>
                          <a:pt x="77402" y="269771"/>
                        </a:lnTo>
                        <a:cubicBezTo>
                          <a:pt x="77402" y="270722"/>
                          <a:pt x="78010" y="271581"/>
                          <a:pt x="78908" y="271898"/>
                        </a:cubicBezTo>
                        <a:lnTo>
                          <a:pt x="109851" y="282600"/>
                        </a:lnTo>
                        <a:cubicBezTo>
                          <a:pt x="110750" y="282917"/>
                          <a:pt x="111754" y="282613"/>
                          <a:pt x="112348" y="281860"/>
                        </a:cubicBezTo>
                        <a:lnTo>
                          <a:pt x="129180" y="260390"/>
                        </a:lnTo>
                        <a:cubicBezTo>
                          <a:pt x="142234" y="261738"/>
                          <a:pt x="155208" y="260879"/>
                          <a:pt x="167641" y="258065"/>
                        </a:cubicBezTo>
                        <a:lnTo>
                          <a:pt x="186931" y="277381"/>
                        </a:lnTo>
                        <a:cubicBezTo>
                          <a:pt x="187604" y="278055"/>
                          <a:pt x="188635" y="278226"/>
                          <a:pt x="189494" y="277817"/>
                        </a:cubicBezTo>
                        <a:lnTo>
                          <a:pt x="218944" y="263495"/>
                        </a:lnTo>
                        <a:cubicBezTo>
                          <a:pt x="219802" y="263072"/>
                          <a:pt x="220304" y="262160"/>
                          <a:pt x="220186" y="261209"/>
                        </a:cubicBezTo>
                        <a:lnTo>
                          <a:pt x="216909" y="234111"/>
                        </a:lnTo>
                        <a:cubicBezTo>
                          <a:pt x="226805" y="226065"/>
                          <a:pt x="235485" y="216394"/>
                          <a:pt x="242488" y="205296"/>
                        </a:cubicBezTo>
                        <a:lnTo>
                          <a:pt x="269771" y="205322"/>
                        </a:lnTo>
                        <a:cubicBezTo>
                          <a:pt x="270722" y="205322"/>
                          <a:pt x="271581" y="204714"/>
                          <a:pt x="271898" y="203816"/>
                        </a:cubicBezTo>
                        <a:lnTo>
                          <a:pt x="282600" y="172873"/>
                        </a:lnTo>
                        <a:cubicBezTo>
                          <a:pt x="282917" y="171975"/>
                          <a:pt x="282613" y="170970"/>
                          <a:pt x="281860" y="170376"/>
                        </a:cubicBezTo>
                        <a:lnTo>
                          <a:pt x="260390" y="153544"/>
                        </a:lnTo>
                        <a:cubicBezTo>
                          <a:pt x="261738" y="140490"/>
                          <a:pt x="260879" y="127516"/>
                          <a:pt x="258065" y="115083"/>
                        </a:cubicBezTo>
                        <a:lnTo>
                          <a:pt x="277381" y="95793"/>
                        </a:lnTo>
                        <a:cubicBezTo>
                          <a:pt x="278055" y="95120"/>
                          <a:pt x="278226" y="94089"/>
                          <a:pt x="277817" y="93230"/>
                        </a:cubicBezTo>
                        <a:lnTo>
                          <a:pt x="263495" y="63780"/>
                        </a:lnTo>
                        <a:close/>
                      </a:path>
                    </a:pathLst>
                  </a:custGeom>
                  <a:solidFill>
                    <a:srgbClr val="B1ABE5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5" name="Forme libre : forme 1174">
                    <a:extLst>
                      <a:ext uri="{FF2B5EF4-FFF2-40B4-BE49-F238E27FC236}">
                        <a16:creationId xmlns:a16="http://schemas.microsoft.com/office/drawing/2014/main" id="{5EF3205A-E9BE-ABD8-230B-7A2CAC8CEFCD}"/>
                      </a:ext>
                    </a:extLst>
                  </p:cNvPr>
                  <p:cNvSpPr/>
                  <p:nvPr/>
                </p:nvSpPr>
                <p:spPr>
                  <a:xfrm>
                    <a:off x="158256" y="175664"/>
                    <a:ext cx="65840" cy="65817"/>
                  </a:xfrm>
                  <a:custGeom>
                    <a:avLst/>
                    <a:gdLst>
                      <a:gd name="connsiteX0" fmla="*/ 40510 w 65840"/>
                      <a:gd name="connsiteY0" fmla="*/ 876 h 65817"/>
                      <a:gd name="connsiteX1" fmla="*/ 65718 w 65840"/>
                      <a:gd name="connsiteY1" fmla="*/ 35716 h 65817"/>
                      <a:gd name="connsiteX2" fmla="*/ 30112 w 65840"/>
                      <a:gd name="connsiteY2" fmla="*/ 65695 h 65817"/>
                      <a:gd name="connsiteX3" fmla="*/ 7743 w 65840"/>
                      <a:gd name="connsiteY3" fmla="*/ 54108 h 65817"/>
                      <a:gd name="connsiteX4" fmla="*/ 120 w 65840"/>
                      <a:gd name="connsiteY4" fmla="*/ 30101 h 65817"/>
                      <a:gd name="connsiteX5" fmla="*/ 35727 w 65840"/>
                      <a:gd name="connsiteY5" fmla="*/ 123 h 65817"/>
                      <a:gd name="connsiteX6" fmla="*/ 40496 w 65840"/>
                      <a:gd name="connsiteY6" fmla="*/ 889 h 65817"/>
                      <a:gd name="connsiteX7" fmla="*/ 27073 w 65840"/>
                      <a:gd name="connsiteY7" fmla="*/ 57464 h 65817"/>
                      <a:gd name="connsiteX8" fmla="*/ 30772 w 65840"/>
                      <a:gd name="connsiteY8" fmla="*/ 58058 h 65817"/>
                      <a:gd name="connsiteX9" fmla="*/ 58068 w 65840"/>
                      <a:gd name="connsiteY9" fmla="*/ 35069 h 65817"/>
                      <a:gd name="connsiteX10" fmla="*/ 35079 w 65840"/>
                      <a:gd name="connsiteY10" fmla="*/ 7773 h 65817"/>
                      <a:gd name="connsiteX11" fmla="*/ 7783 w 65840"/>
                      <a:gd name="connsiteY11" fmla="*/ 30762 h 65817"/>
                      <a:gd name="connsiteX12" fmla="*/ 13623 w 65840"/>
                      <a:gd name="connsiteY12" fmla="*/ 49180 h 65817"/>
                      <a:gd name="connsiteX13" fmla="*/ 27073 w 65840"/>
                      <a:gd name="connsiteY13" fmla="*/ 57477 h 658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65840" h="65817">
                        <a:moveTo>
                          <a:pt x="40510" y="876"/>
                        </a:moveTo>
                        <a:cubicBezTo>
                          <a:pt x="56126" y="4562"/>
                          <a:pt x="67132" y="19267"/>
                          <a:pt x="65718" y="35716"/>
                        </a:cubicBezTo>
                        <a:cubicBezTo>
                          <a:pt x="64172" y="53804"/>
                          <a:pt x="48199" y="67254"/>
                          <a:pt x="30112" y="65695"/>
                        </a:cubicBezTo>
                        <a:cubicBezTo>
                          <a:pt x="21352" y="64942"/>
                          <a:pt x="13411" y="60833"/>
                          <a:pt x="7743" y="54108"/>
                        </a:cubicBezTo>
                        <a:cubicBezTo>
                          <a:pt x="2075" y="47383"/>
                          <a:pt x="-620" y="38861"/>
                          <a:pt x="120" y="30101"/>
                        </a:cubicBezTo>
                        <a:cubicBezTo>
                          <a:pt x="1666" y="12014"/>
                          <a:pt x="17639" y="-1436"/>
                          <a:pt x="35727" y="123"/>
                        </a:cubicBezTo>
                        <a:cubicBezTo>
                          <a:pt x="37352" y="268"/>
                          <a:pt x="38951" y="519"/>
                          <a:pt x="40496" y="889"/>
                        </a:cubicBezTo>
                        <a:close/>
                        <a:moveTo>
                          <a:pt x="27073" y="57464"/>
                        </a:moveTo>
                        <a:cubicBezTo>
                          <a:pt x="28275" y="57754"/>
                          <a:pt x="29517" y="57952"/>
                          <a:pt x="30772" y="58058"/>
                        </a:cubicBezTo>
                        <a:cubicBezTo>
                          <a:pt x="44632" y="59247"/>
                          <a:pt x="56879" y="48929"/>
                          <a:pt x="58068" y="35069"/>
                        </a:cubicBezTo>
                        <a:cubicBezTo>
                          <a:pt x="59258" y="21209"/>
                          <a:pt x="48952" y="8949"/>
                          <a:pt x="35079" y="7773"/>
                        </a:cubicBezTo>
                        <a:cubicBezTo>
                          <a:pt x="21220" y="6584"/>
                          <a:pt x="8972" y="16902"/>
                          <a:pt x="7783" y="30762"/>
                        </a:cubicBezTo>
                        <a:cubicBezTo>
                          <a:pt x="7202" y="37474"/>
                          <a:pt x="9276" y="44014"/>
                          <a:pt x="13623" y="49180"/>
                        </a:cubicBezTo>
                        <a:cubicBezTo>
                          <a:pt x="17151" y="53368"/>
                          <a:pt x="21841" y="56235"/>
                          <a:pt x="27073" y="574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6" name="Forme libre : forme 1175">
                    <a:extLst>
                      <a:ext uri="{FF2B5EF4-FFF2-40B4-BE49-F238E27FC236}">
                        <a16:creationId xmlns:a16="http://schemas.microsoft.com/office/drawing/2014/main" id="{9CE49942-F575-88C3-68FE-8209480B2E0E}"/>
                      </a:ext>
                    </a:extLst>
                  </p:cNvPr>
                  <p:cNvSpPr/>
                  <p:nvPr/>
                </p:nvSpPr>
                <p:spPr>
                  <a:xfrm>
                    <a:off x="109612" y="127948"/>
                    <a:ext cx="161927" cy="161904"/>
                  </a:xfrm>
                  <a:custGeom>
                    <a:avLst/>
                    <a:gdLst>
                      <a:gd name="connsiteX0" fmla="*/ 99432 w 161927"/>
                      <a:gd name="connsiteY0" fmla="*/ 2164 h 161904"/>
                      <a:gd name="connsiteX1" fmla="*/ 107425 w 161927"/>
                      <a:gd name="connsiteY1" fmla="*/ 4476 h 161904"/>
                      <a:gd name="connsiteX2" fmla="*/ 107425 w 161927"/>
                      <a:gd name="connsiteY2" fmla="*/ 4476 h 161904"/>
                      <a:gd name="connsiteX3" fmla="*/ 109909 w 161927"/>
                      <a:gd name="connsiteY3" fmla="*/ 5375 h 161904"/>
                      <a:gd name="connsiteX4" fmla="*/ 121615 w 161927"/>
                      <a:gd name="connsiteY4" fmla="*/ 10950 h 161904"/>
                      <a:gd name="connsiteX5" fmla="*/ 121774 w 161927"/>
                      <a:gd name="connsiteY5" fmla="*/ 11043 h 161904"/>
                      <a:gd name="connsiteX6" fmla="*/ 122210 w 161927"/>
                      <a:gd name="connsiteY6" fmla="*/ 11294 h 161904"/>
                      <a:gd name="connsiteX7" fmla="*/ 123042 w 161927"/>
                      <a:gd name="connsiteY7" fmla="*/ 11796 h 161904"/>
                      <a:gd name="connsiteX8" fmla="*/ 123914 w 161927"/>
                      <a:gd name="connsiteY8" fmla="*/ 13870 h 161904"/>
                      <a:gd name="connsiteX9" fmla="*/ 123689 w 161927"/>
                      <a:gd name="connsiteY9" fmla="*/ 14425 h 161904"/>
                      <a:gd name="connsiteX10" fmla="*/ 121047 w 161927"/>
                      <a:gd name="connsiteY10" fmla="*/ 15073 h 161904"/>
                      <a:gd name="connsiteX11" fmla="*/ 106183 w 161927"/>
                      <a:gd name="connsiteY11" fmla="*/ 8110 h 161904"/>
                      <a:gd name="connsiteX12" fmla="*/ 33015 w 161927"/>
                      <a:gd name="connsiteY12" fmla="*/ 20661 h 161904"/>
                      <a:gd name="connsiteX13" fmla="*/ 8136 w 161927"/>
                      <a:gd name="connsiteY13" fmla="*/ 55792 h 161904"/>
                      <a:gd name="connsiteX14" fmla="*/ 5930 w 161927"/>
                      <a:gd name="connsiteY14" fmla="*/ 63416 h 161904"/>
                      <a:gd name="connsiteX15" fmla="*/ 11677 w 161927"/>
                      <a:gd name="connsiteY15" fmla="*/ 114692 h 161904"/>
                      <a:gd name="connsiteX16" fmla="*/ 55819 w 161927"/>
                      <a:gd name="connsiteY16" fmla="*/ 153840 h 161904"/>
                      <a:gd name="connsiteX17" fmla="*/ 153866 w 161927"/>
                      <a:gd name="connsiteY17" fmla="*/ 106157 h 161904"/>
                      <a:gd name="connsiteX18" fmla="*/ 156046 w 161927"/>
                      <a:gd name="connsiteY18" fmla="*/ 98639 h 161904"/>
                      <a:gd name="connsiteX19" fmla="*/ 156469 w 161927"/>
                      <a:gd name="connsiteY19" fmla="*/ 65173 h 161904"/>
                      <a:gd name="connsiteX20" fmla="*/ 156469 w 161927"/>
                      <a:gd name="connsiteY20" fmla="*/ 64341 h 161904"/>
                      <a:gd name="connsiteX21" fmla="*/ 157935 w 161927"/>
                      <a:gd name="connsiteY21" fmla="*/ 62900 h 161904"/>
                      <a:gd name="connsiteX22" fmla="*/ 160208 w 161927"/>
                      <a:gd name="connsiteY22" fmla="*/ 64380 h 161904"/>
                      <a:gd name="connsiteX23" fmla="*/ 159759 w 161927"/>
                      <a:gd name="connsiteY23" fmla="*/ 99511 h 161904"/>
                      <a:gd name="connsiteX24" fmla="*/ 157473 w 161927"/>
                      <a:gd name="connsiteY24" fmla="*/ 107412 h 161904"/>
                      <a:gd name="connsiteX25" fmla="*/ 54537 w 161927"/>
                      <a:gd name="connsiteY25" fmla="*/ 157460 h 161904"/>
                      <a:gd name="connsiteX26" fmla="*/ 8189 w 161927"/>
                      <a:gd name="connsiteY26" fmla="*/ 116357 h 161904"/>
                      <a:gd name="connsiteX27" fmla="*/ 2164 w 161927"/>
                      <a:gd name="connsiteY27" fmla="*/ 62531 h 161904"/>
                      <a:gd name="connsiteX28" fmla="*/ 4490 w 161927"/>
                      <a:gd name="connsiteY28" fmla="*/ 54537 h 161904"/>
                      <a:gd name="connsiteX29" fmla="*/ 45593 w 161927"/>
                      <a:gd name="connsiteY29" fmla="*/ 8189 h 161904"/>
                      <a:gd name="connsiteX30" fmla="*/ 99432 w 161927"/>
                      <a:gd name="connsiteY30" fmla="*/ 2164 h 1619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161927" h="161904">
                        <a:moveTo>
                          <a:pt x="99432" y="2164"/>
                        </a:moveTo>
                        <a:cubicBezTo>
                          <a:pt x="102114" y="2799"/>
                          <a:pt x="104783" y="3565"/>
                          <a:pt x="107425" y="4476"/>
                        </a:cubicBezTo>
                        <a:lnTo>
                          <a:pt x="107425" y="4476"/>
                        </a:lnTo>
                        <a:cubicBezTo>
                          <a:pt x="108258" y="4767"/>
                          <a:pt x="109077" y="5058"/>
                          <a:pt x="109909" y="5375"/>
                        </a:cubicBezTo>
                        <a:cubicBezTo>
                          <a:pt x="113965" y="6921"/>
                          <a:pt x="117876" y="8784"/>
                          <a:pt x="121615" y="10950"/>
                        </a:cubicBezTo>
                        <a:cubicBezTo>
                          <a:pt x="121668" y="10977"/>
                          <a:pt x="121721" y="11003"/>
                          <a:pt x="121774" y="11043"/>
                        </a:cubicBezTo>
                        <a:cubicBezTo>
                          <a:pt x="121919" y="11122"/>
                          <a:pt x="122064" y="11215"/>
                          <a:pt x="122210" y="11294"/>
                        </a:cubicBezTo>
                        <a:cubicBezTo>
                          <a:pt x="122487" y="11452"/>
                          <a:pt x="122765" y="11624"/>
                          <a:pt x="123042" y="11796"/>
                        </a:cubicBezTo>
                        <a:cubicBezTo>
                          <a:pt x="123769" y="12232"/>
                          <a:pt x="124099" y="13091"/>
                          <a:pt x="123914" y="13870"/>
                        </a:cubicBezTo>
                        <a:cubicBezTo>
                          <a:pt x="123874" y="14055"/>
                          <a:pt x="123795" y="14253"/>
                          <a:pt x="123689" y="14425"/>
                        </a:cubicBezTo>
                        <a:cubicBezTo>
                          <a:pt x="123135" y="15337"/>
                          <a:pt x="121959" y="15614"/>
                          <a:pt x="121047" y="15073"/>
                        </a:cubicBezTo>
                        <a:cubicBezTo>
                          <a:pt x="116383" y="12245"/>
                          <a:pt x="111376" y="9893"/>
                          <a:pt x="106183" y="8110"/>
                        </a:cubicBezTo>
                        <a:cubicBezTo>
                          <a:pt x="80367" y="-822"/>
                          <a:pt x="52978" y="4820"/>
                          <a:pt x="33015" y="20661"/>
                        </a:cubicBezTo>
                        <a:cubicBezTo>
                          <a:pt x="21903" y="29461"/>
                          <a:pt x="13104" y="41431"/>
                          <a:pt x="8136" y="55792"/>
                        </a:cubicBezTo>
                        <a:cubicBezTo>
                          <a:pt x="7264" y="58316"/>
                          <a:pt x="6524" y="60853"/>
                          <a:pt x="5930" y="63416"/>
                        </a:cubicBezTo>
                        <a:cubicBezTo>
                          <a:pt x="1874" y="80631"/>
                          <a:pt x="3829" y="98573"/>
                          <a:pt x="11677" y="114692"/>
                        </a:cubicBezTo>
                        <a:cubicBezTo>
                          <a:pt x="20688" y="133215"/>
                          <a:pt x="36357" y="147115"/>
                          <a:pt x="55819" y="153840"/>
                        </a:cubicBezTo>
                        <a:cubicBezTo>
                          <a:pt x="96010" y="167725"/>
                          <a:pt x="139980" y="146335"/>
                          <a:pt x="153866" y="106157"/>
                        </a:cubicBezTo>
                        <a:cubicBezTo>
                          <a:pt x="154725" y="103686"/>
                          <a:pt x="155451" y="101163"/>
                          <a:pt x="156046" y="98639"/>
                        </a:cubicBezTo>
                        <a:cubicBezTo>
                          <a:pt x="158636" y="87660"/>
                          <a:pt x="158794" y="76232"/>
                          <a:pt x="156469" y="65173"/>
                        </a:cubicBezTo>
                        <a:cubicBezTo>
                          <a:pt x="156403" y="64882"/>
                          <a:pt x="156416" y="64605"/>
                          <a:pt x="156469" y="64341"/>
                        </a:cubicBezTo>
                        <a:cubicBezTo>
                          <a:pt x="156640" y="63640"/>
                          <a:pt x="157195" y="63059"/>
                          <a:pt x="157935" y="62900"/>
                        </a:cubicBezTo>
                        <a:cubicBezTo>
                          <a:pt x="158979" y="62689"/>
                          <a:pt x="159996" y="63350"/>
                          <a:pt x="160208" y="64380"/>
                        </a:cubicBezTo>
                        <a:cubicBezTo>
                          <a:pt x="162652" y="75981"/>
                          <a:pt x="162480" y="87977"/>
                          <a:pt x="159759" y="99511"/>
                        </a:cubicBezTo>
                        <a:cubicBezTo>
                          <a:pt x="159138" y="102167"/>
                          <a:pt x="158371" y="104809"/>
                          <a:pt x="157473" y="107412"/>
                        </a:cubicBezTo>
                        <a:cubicBezTo>
                          <a:pt x="142900" y="149585"/>
                          <a:pt x="96710" y="172033"/>
                          <a:pt x="54537" y="157460"/>
                        </a:cubicBezTo>
                        <a:cubicBezTo>
                          <a:pt x="34111" y="150391"/>
                          <a:pt x="17649" y="135805"/>
                          <a:pt x="8189" y="116357"/>
                        </a:cubicBezTo>
                        <a:cubicBezTo>
                          <a:pt x="-42" y="99432"/>
                          <a:pt x="-2103" y="80605"/>
                          <a:pt x="2164" y="62531"/>
                        </a:cubicBezTo>
                        <a:cubicBezTo>
                          <a:pt x="2799" y="59848"/>
                          <a:pt x="3578" y="57180"/>
                          <a:pt x="4490" y="54537"/>
                        </a:cubicBezTo>
                        <a:cubicBezTo>
                          <a:pt x="11558" y="34111"/>
                          <a:pt x="26144" y="17649"/>
                          <a:pt x="45593" y="8189"/>
                        </a:cubicBezTo>
                        <a:cubicBezTo>
                          <a:pt x="62517" y="-42"/>
                          <a:pt x="81358" y="-2103"/>
                          <a:pt x="99432" y="216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160" name="Graphique 4366">
                <a:extLst>
                  <a:ext uri="{FF2B5EF4-FFF2-40B4-BE49-F238E27FC236}">
                    <a16:creationId xmlns:a16="http://schemas.microsoft.com/office/drawing/2014/main" id="{95BDA305-0A90-FAD0-9D39-40EE235476C4}"/>
                  </a:ext>
                </a:extLst>
              </p:cNvPr>
              <p:cNvGrpSpPr/>
              <p:nvPr/>
            </p:nvGrpSpPr>
            <p:grpSpPr>
              <a:xfrm>
                <a:off x="348954" y="0"/>
                <a:ext cx="226939" cy="255959"/>
                <a:chOff x="348954" y="0"/>
                <a:chExt cx="226939" cy="255959"/>
              </a:xfrm>
            </p:grpSpPr>
            <p:grpSp>
              <p:nvGrpSpPr>
                <p:cNvPr id="1161" name="Graphique 4366">
                  <a:extLst>
                    <a:ext uri="{FF2B5EF4-FFF2-40B4-BE49-F238E27FC236}">
                      <a16:creationId xmlns:a16="http://schemas.microsoft.com/office/drawing/2014/main" id="{3EBA6A87-FDD0-9E1A-E539-14C66CB310FF}"/>
                    </a:ext>
                  </a:extLst>
                </p:cNvPr>
                <p:cNvGrpSpPr/>
                <p:nvPr/>
              </p:nvGrpSpPr>
              <p:grpSpPr>
                <a:xfrm>
                  <a:off x="395250" y="118337"/>
                  <a:ext cx="180643" cy="137622"/>
                  <a:chOff x="395250" y="118337"/>
                  <a:chExt cx="180643" cy="137622"/>
                </a:xfrm>
                <a:solidFill>
                  <a:srgbClr val="B1ABE5"/>
                </a:solidFill>
              </p:grpSpPr>
              <p:sp>
                <p:nvSpPr>
                  <p:cNvPr id="1169" name="Forme libre : forme 1168">
                    <a:extLst>
                      <a:ext uri="{FF2B5EF4-FFF2-40B4-BE49-F238E27FC236}">
                        <a16:creationId xmlns:a16="http://schemas.microsoft.com/office/drawing/2014/main" id="{1AABF1F5-F0CA-2660-1A96-9BBD12C1950F}"/>
                      </a:ext>
                    </a:extLst>
                  </p:cNvPr>
                  <p:cNvSpPr/>
                  <p:nvPr/>
                </p:nvSpPr>
                <p:spPr>
                  <a:xfrm>
                    <a:off x="569783" y="118337"/>
                    <a:ext cx="6110" cy="13334"/>
                  </a:xfrm>
                  <a:custGeom>
                    <a:avLst/>
                    <a:gdLst>
                      <a:gd name="connsiteX0" fmla="*/ 3651 w 6110"/>
                      <a:gd name="connsiteY0" fmla="*/ 83 h 13334"/>
                      <a:gd name="connsiteX1" fmla="*/ 5924 w 6110"/>
                      <a:gd name="connsiteY1" fmla="*/ 2804 h 13334"/>
                      <a:gd name="connsiteX2" fmla="*/ 6109 w 6110"/>
                      <a:gd name="connsiteY2" fmla="*/ 10388 h 13334"/>
                      <a:gd name="connsiteX3" fmla="*/ 3123 w 6110"/>
                      <a:gd name="connsiteY3" fmla="*/ 13334 h 13334"/>
                      <a:gd name="connsiteX4" fmla="*/ 177 w 6110"/>
                      <a:gd name="connsiteY4" fmla="*/ 10348 h 13334"/>
                      <a:gd name="connsiteX5" fmla="*/ 5 w 6110"/>
                      <a:gd name="connsiteY5" fmla="*/ 3121 h 13334"/>
                      <a:gd name="connsiteX6" fmla="*/ 2806 w 6110"/>
                      <a:gd name="connsiteY6" fmla="*/ 3 h 13334"/>
                      <a:gd name="connsiteX7" fmla="*/ 3651 w 6110"/>
                      <a:gd name="connsiteY7" fmla="*/ 83 h 133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110" h="13334">
                        <a:moveTo>
                          <a:pt x="3651" y="83"/>
                        </a:moveTo>
                        <a:cubicBezTo>
                          <a:pt x="4893" y="373"/>
                          <a:pt x="5858" y="1457"/>
                          <a:pt x="5924" y="2804"/>
                        </a:cubicBezTo>
                        <a:cubicBezTo>
                          <a:pt x="6056" y="5315"/>
                          <a:pt x="6122" y="7865"/>
                          <a:pt x="6109" y="10388"/>
                        </a:cubicBezTo>
                        <a:cubicBezTo>
                          <a:pt x="6109" y="12026"/>
                          <a:pt x="4761" y="13348"/>
                          <a:pt x="3123" y="13334"/>
                        </a:cubicBezTo>
                        <a:cubicBezTo>
                          <a:pt x="1485" y="13334"/>
                          <a:pt x="163" y="11987"/>
                          <a:pt x="177" y="10348"/>
                        </a:cubicBezTo>
                        <a:cubicBezTo>
                          <a:pt x="190" y="7944"/>
                          <a:pt x="137" y="5513"/>
                          <a:pt x="5" y="3121"/>
                        </a:cubicBezTo>
                        <a:cubicBezTo>
                          <a:pt x="-88" y="1483"/>
                          <a:pt x="1167" y="96"/>
                          <a:pt x="2806" y="3"/>
                        </a:cubicBezTo>
                        <a:cubicBezTo>
                          <a:pt x="3096" y="-10"/>
                          <a:pt x="3374" y="17"/>
                          <a:pt x="3651" y="8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0" name="Forme libre : forme 1169">
                    <a:extLst>
                      <a:ext uri="{FF2B5EF4-FFF2-40B4-BE49-F238E27FC236}">
                        <a16:creationId xmlns:a16="http://schemas.microsoft.com/office/drawing/2014/main" id="{910602FE-71E8-5FB6-E03D-BCB087F07724}"/>
                      </a:ext>
                    </a:extLst>
                  </p:cNvPr>
                  <p:cNvSpPr/>
                  <p:nvPr/>
                </p:nvSpPr>
                <p:spPr>
                  <a:xfrm>
                    <a:off x="395250" y="141132"/>
                    <a:ext cx="179596" cy="114827"/>
                  </a:xfrm>
                  <a:custGeom>
                    <a:avLst/>
                    <a:gdLst>
                      <a:gd name="connsiteX0" fmla="*/ 177312 w 179596"/>
                      <a:gd name="connsiteY0" fmla="*/ 78 h 114827"/>
                      <a:gd name="connsiteX1" fmla="*/ 179572 w 179596"/>
                      <a:gd name="connsiteY1" fmla="*/ 3342 h 114827"/>
                      <a:gd name="connsiteX2" fmla="*/ 177220 w 179596"/>
                      <a:gd name="connsiteY2" fmla="*/ 16171 h 114827"/>
                      <a:gd name="connsiteX3" fmla="*/ 176559 w 179596"/>
                      <a:gd name="connsiteY3" fmla="*/ 18839 h 114827"/>
                      <a:gd name="connsiteX4" fmla="*/ 172952 w 179596"/>
                      <a:gd name="connsiteY4" fmla="*/ 20967 h 114827"/>
                      <a:gd name="connsiteX5" fmla="*/ 170825 w 179596"/>
                      <a:gd name="connsiteY5" fmla="*/ 17360 h 114827"/>
                      <a:gd name="connsiteX6" fmla="*/ 171459 w 179596"/>
                      <a:gd name="connsiteY6" fmla="*/ 14810 h 114827"/>
                      <a:gd name="connsiteX7" fmla="*/ 173705 w 179596"/>
                      <a:gd name="connsiteY7" fmla="*/ 2575 h 114827"/>
                      <a:gd name="connsiteX8" fmla="*/ 177035 w 179596"/>
                      <a:gd name="connsiteY8" fmla="*/ 25 h 114827"/>
                      <a:gd name="connsiteX9" fmla="*/ 177339 w 179596"/>
                      <a:gd name="connsiteY9" fmla="*/ 78 h 114827"/>
                      <a:gd name="connsiteX10" fmla="*/ 169610 w 179596"/>
                      <a:gd name="connsiteY10" fmla="*/ 29871 h 114827"/>
                      <a:gd name="connsiteX11" fmla="*/ 170019 w 179596"/>
                      <a:gd name="connsiteY11" fmla="*/ 30004 h 114827"/>
                      <a:gd name="connsiteX12" fmla="*/ 171697 w 179596"/>
                      <a:gd name="connsiteY12" fmla="*/ 33848 h 114827"/>
                      <a:gd name="connsiteX13" fmla="*/ 165038 w 179596"/>
                      <a:gd name="connsiteY13" fmla="*/ 48144 h 114827"/>
                      <a:gd name="connsiteX14" fmla="*/ 161022 w 179596"/>
                      <a:gd name="connsiteY14" fmla="*/ 49333 h 114827"/>
                      <a:gd name="connsiteX15" fmla="*/ 159833 w 179596"/>
                      <a:gd name="connsiteY15" fmla="*/ 45316 h 114827"/>
                      <a:gd name="connsiteX16" fmla="*/ 166188 w 179596"/>
                      <a:gd name="connsiteY16" fmla="*/ 31682 h 114827"/>
                      <a:gd name="connsiteX17" fmla="*/ 169623 w 179596"/>
                      <a:gd name="connsiteY17" fmla="*/ 29885 h 114827"/>
                      <a:gd name="connsiteX18" fmla="*/ 154905 w 179596"/>
                      <a:gd name="connsiteY18" fmla="*/ 56903 h 114827"/>
                      <a:gd name="connsiteX19" fmla="*/ 155948 w 179596"/>
                      <a:gd name="connsiteY19" fmla="*/ 57379 h 114827"/>
                      <a:gd name="connsiteX20" fmla="*/ 156622 w 179596"/>
                      <a:gd name="connsiteY20" fmla="*/ 61515 h 114827"/>
                      <a:gd name="connsiteX21" fmla="*/ 146647 w 179596"/>
                      <a:gd name="connsiteY21" fmla="*/ 73749 h 114827"/>
                      <a:gd name="connsiteX22" fmla="*/ 142459 w 179596"/>
                      <a:gd name="connsiteY22" fmla="*/ 73907 h 114827"/>
                      <a:gd name="connsiteX23" fmla="*/ 142300 w 179596"/>
                      <a:gd name="connsiteY23" fmla="*/ 69719 h 114827"/>
                      <a:gd name="connsiteX24" fmla="*/ 151813 w 179596"/>
                      <a:gd name="connsiteY24" fmla="*/ 58053 h 114827"/>
                      <a:gd name="connsiteX25" fmla="*/ 154905 w 179596"/>
                      <a:gd name="connsiteY25" fmla="*/ 56903 h 114827"/>
                      <a:gd name="connsiteX26" fmla="*/ 134003 w 179596"/>
                      <a:gd name="connsiteY26" fmla="*/ 79496 h 114827"/>
                      <a:gd name="connsiteX27" fmla="*/ 135588 w 179596"/>
                      <a:gd name="connsiteY27" fmla="*/ 80474 h 114827"/>
                      <a:gd name="connsiteX28" fmla="*/ 135232 w 179596"/>
                      <a:gd name="connsiteY28" fmla="*/ 84649 h 114827"/>
                      <a:gd name="connsiteX29" fmla="*/ 122561 w 179596"/>
                      <a:gd name="connsiteY29" fmla="*/ 94069 h 114827"/>
                      <a:gd name="connsiteX30" fmla="*/ 118466 w 179596"/>
                      <a:gd name="connsiteY30" fmla="*/ 93197 h 114827"/>
                      <a:gd name="connsiteX31" fmla="*/ 119338 w 179596"/>
                      <a:gd name="connsiteY31" fmla="*/ 89101 h 114827"/>
                      <a:gd name="connsiteX32" fmla="*/ 131413 w 179596"/>
                      <a:gd name="connsiteY32" fmla="*/ 80130 h 114827"/>
                      <a:gd name="connsiteX33" fmla="*/ 134003 w 179596"/>
                      <a:gd name="connsiteY33" fmla="*/ 79509 h 114827"/>
                      <a:gd name="connsiteX34" fmla="*/ 108226 w 179596"/>
                      <a:gd name="connsiteY34" fmla="*/ 96302 h 114827"/>
                      <a:gd name="connsiteX35" fmla="*/ 110208 w 179596"/>
                      <a:gd name="connsiteY35" fmla="*/ 97887 h 114827"/>
                      <a:gd name="connsiteX36" fmla="*/ 108847 w 179596"/>
                      <a:gd name="connsiteY36" fmla="*/ 101851 h 114827"/>
                      <a:gd name="connsiteX37" fmla="*/ 94287 w 179596"/>
                      <a:gd name="connsiteY37" fmla="*/ 107902 h 114827"/>
                      <a:gd name="connsiteX38" fmla="*/ 90522 w 179596"/>
                      <a:gd name="connsiteY38" fmla="*/ 106066 h 114827"/>
                      <a:gd name="connsiteX39" fmla="*/ 92358 w 179596"/>
                      <a:gd name="connsiteY39" fmla="*/ 102300 h 114827"/>
                      <a:gd name="connsiteX40" fmla="*/ 106258 w 179596"/>
                      <a:gd name="connsiteY40" fmla="*/ 96527 h 114827"/>
                      <a:gd name="connsiteX41" fmla="*/ 108239 w 179596"/>
                      <a:gd name="connsiteY41" fmla="*/ 96302 h 114827"/>
                      <a:gd name="connsiteX42" fmla="*/ 79146 w 179596"/>
                      <a:gd name="connsiteY42" fmla="*/ 106343 h 114827"/>
                      <a:gd name="connsiteX43" fmla="*/ 81366 w 179596"/>
                      <a:gd name="connsiteY43" fmla="*/ 108616 h 114827"/>
                      <a:gd name="connsiteX44" fmla="*/ 79080 w 179596"/>
                      <a:gd name="connsiteY44" fmla="*/ 112130 h 114827"/>
                      <a:gd name="connsiteX45" fmla="*/ 63477 w 179596"/>
                      <a:gd name="connsiteY45" fmla="*/ 114442 h 114827"/>
                      <a:gd name="connsiteX46" fmla="*/ 60266 w 179596"/>
                      <a:gd name="connsiteY46" fmla="*/ 111734 h 114827"/>
                      <a:gd name="connsiteX47" fmla="*/ 62961 w 179596"/>
                      <a:gd name="connsiteY47" fmla="*/ 108523 h 114827"/>
                      <a:gd name="connsiteX48" fmla="*/ 77838 w 179596"/>
                      <a:gd name="connsiteY48" fmla="*/ 106317 h 114827"/>
                      <a:gd name="connsiteX49" fmla="*/ 79133 w 179596"/>
                      <a:gd name="connsiteY49" fmla="*/ 106330 h 114827"/>
                      <a:gd name="connsiteX50" fmla="*/ 48507 w 179596"/>
                      <a:gd name="connsiteY50" fmla="*/ 108972 h 114827"/>
                      <a:gd name="connsiteX51" fmla="*/ 50780 w 179596"/>
                      <a:gd name="connsiteY51" fmla="*/ 111972 h 114827"/>
                      <a:gd name="connsiteX52" fmla="*/ 47701 w 179596"/>
                      <a:gd name="connsiteY52" fmla="*/ 114825 h 114827"/>
                      <a:gd name="connsiteX53" fmla="*/ 32005 w 179596"/>
                      <a:gd name="connsiteY53" fmla="*/ 113240 h 114827"/>
                      <a:gd name="connsiteX54" fmla="*/ 29561 w 179596"/>
                      <a:gd name="connsiteY54" fmla="*/ 109831 h 114827"/>
                      <a:gd name="connsiteX55" fmla="*/ 32970 w 179596"/>
                      <a:gd name="connsiteY55" fmla="*/ 107387 h 114827"/>
                      <a:gd name="connsiteX56" fmla="*/ 47939 w 179596"/>
                      <a:gd name="connsiteY56" fmla="*/ 108893 h 114827"/>
                      <a:gd name="connsiteX57" fmla="*/ 48507 w 179596"/>
                      <a:gd name="connsiteY57" fmla="*/ 108972 h 114827"/>
                      <a:gd name="connsiteX58" fmla="*/ 3639 w 179596"/>
                      <a:gd name="connsiteY58" fmla="*/ 98759 h 114827"/>
                      <a:gd name="connsiteX59" fmla="*/ 4141 w 179596"/>
                      <a:gd name="connsiteY59" fmla="*/ 98918 h 114827"/>
                      <a:gd name="connsiteX60" fmla="*/ 16415 w 179596"/>
                      <a:gd name="connsiteY60" fmla="*/ 103450 h 114827"/>
                      <a:gd name="connsiteX61" fmla="*/ 18291 w 179596"/>
                      <a:gd name="connsiteY61" fmla="*/ 104018 h 114827"/>
                      <a:gd name="connsiteX62" fmla="*/ 20313 w 179596"/>
                      <a:gd name="connsiteY62" fmla="*/ 107691 h 114827"/>
                      <a:gd name="connsiteX63" fmla="*/ 16640 w 179596"/>
                      <a:gd name="connsiteY63" fmla="*/ 109712 h 114827"/>
                      <a:gd name="connsiteX64" fmla="*/ 14645 w 179596"/>
                      <a:gd name="connsiteY64" fmla="*/ 109105 h 114827"/>
                      <a:gd name="connsiteX65" fmla="*/ 1789 w 179596"/>
                      <a:gd name="connsiteY65" fmla="*/ 104348 h 114827"/>
                      <a:gd name="connsiteX66" fmla="*/ 243 w 179596"/>
                      <a:gd name="connsiteY66" fmla="*/ 100451 h 114827"/>
                      <a:gd name="connsiteX67" fmla="*/ 3639 w 179596"/>
                      <a:gd name="connsiteY67" fmla="*/ 98746 h 1148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</a:cxnLst>
                    <a:rect l="l" t="t" r="r" b="b"/>
                    <a:pathLst>
                      <a:path w="179596" h="114827">
                        <a:moveTo>
                          <a:pt x="177312" y="78"/>
                        </a:moveTo>
                        <a:cubicBezTo>
                          <a:pt x="178779" y="422"/>
                          <a:pt x="179770" y="1822"/>
                          <a:pt x="179572" y="3342"/>
                        </a:cubicBezTo>
                        <a:cubicBezTo>
                          <a:pt x="179003" y="7635"/>
                          <a:pt x="178224" y="11956"/>
                          <a:pt x="177220" y="16171"/>
                        </a:cubicBezTo>
                        <a:cubicBezTo>
                          <a:pt x="177008" y="17056"/>
                          <a:pt x="176784" y="17941"/>
                          <a:pt x="176559" y="18839"/>
                        </a:cubicBezTo>
                        <a:cubicBezTo>
                          <a:pt x="176150" y="20425"/>
                          <a:pt x="174459" y="21297"/>
                          <a:pt x="172952" y="20967"/>
                        </a:cubicBezTo>
                        <a:cubicBezTo>
                          <a:pt x="171367" y="20557"/>
                          <a:pt x="170416" y="18945"/>
                          <a:pt x="170825" y="17360"/>
                        </a:cubicBezTo>
                        <a:cubicBezTo>
                          <a:pt x="171050" y="16514"/>
                          <a:pt x="171261" y="15655"/>
                          <a:pt x="171459" y="14810"/>
                        </a:cubicBezTo>
                        <a:cubicBezTo>
                          <a:pt x="172411" y="10793"/>
                          <a:pt x="173164" y="6671"/>
                          <a:pt x="173705" y="2575"/>
                        </a:cubicBezTo>
                        <a:cubicBezTo>
                          <a:pt x="173917" y="950"/>
                          <a:pt x="175410" y="-186"/>
                          <a:pt x="177035" y="25"/>
                        </a:cubicBezTo>
                        <a:cubicBezTo>
                          <a:pt x="177141" y="39"/>
                          <a:pt x="177233" y="52"/>
                          <a:pt x="177339" y="78"/>
                        </a:cubicBezTo>
                        <a:close/>
                        <a:moveTo>
                          <a:pt x="169610" y="29871"/>
                        </a:moveTo>
                        <a:cubicBezTo>
                          <a:pt x="169742" y="29898"/>
                          <a:pt x="169887" y="29951"/>
                          <a:pt x="170019" y="30004"/>
                        </a:cubicBezTo>
                        <a:cubicBezTo>
                          <a:pt x="171539" y="30598"/>
                          <a:pt x="172292" y="32329"/>
                          <a:pt x="171697" y="33848"/>
                        </a:cubicBezTo>
                        <a:cubicBezTo>
                          <a:pt x="169781" y="38737"/>
                          <a:pt x="167535" y="43546"/>
                          <a:pt x="165038" y="48144"/>
                        </a:cubicBezTo>
                        <a:cubicBezTo>
                          <a:pt x="164259" y="49584"/>
                          <a:pt x="162449" y="50112"/>
                          <a:pt x="161022" y="49333"/>
                        </a:cubicBezTo>
                        <a:cubicBezTo>
                          <a:pt x="159582" y="48553"/>
                          <a:pt x="159053" y="46757"/>
                          <a:pt x="159833" y="45316"/>
                        </a:cubicBezTo>
                        <a:cubicBezTo>
                          <a:pt x="162224" y="40930"/>
                          <a:pt x="164351" y="36332"/>
                          <a:pt x="166188" y="31682"/>
                        </a:cubicBezTo>
                        <a:cubicBezTo>
                          <a:pt x="166729" y="30294"/>
                          <a:pt x="168209" y="29554"/>
                          <a:pt x="169623" y="29885"/>
                        </a:cubicBezTo>
                        <a:close/>
                        <a:moveTo>
                          <a:pt x="154905" y="56903"/>
                        </a:moveTo>
                        <a:cubicBezTo>
                          <a:pt x="155275" y="56996"/>
                          <a:pt x="155631" y="57155"/>
                          <a:pt x="155948" y="57379"/>
                        </a:cubicBezTo>
                        <a:cubicBezTo>
                          <a:pt x="157283" y="58330"/>
                          <a:pt x="157587" y="60180"/>
                          <a:pt x="156622" y="61515"/>
                        </a:cubicBezTo>
                        <a:cubicBezTo>
                          <a:pt x="153570" y="65769"/>
                          <a:pt x="150201" y="69891"/>
                          <a:pt x="146647" y="73749"/>
                        </a:cubicBezTo>
                        <a:cubicBezTo>
                          <a:pt x="145537" y="74951"/>
                          <a:pt x="143661" y="75031"/>
                          <a:pt x="142459" y="73907"/>
                        </a:cubicBezTo>
                        <a:cubicBezTo>
                          <a:pt x="141256" y="72798"/>
                          <a:pt x="141190" y="70922"/>
                          <a:pt x="142300" y="69719"/>
                        </a:cubicBezTo>
                        <a:cubicBezTo>
                          <a:pt x="145696" y="66046"/>
                          <a:pt x="148906" y="62122"/>
                          <a:pt x="151813" y="58053"/>
                        </a:cubicBezTo>
                        <a:cubicBezTo>
                          <a:pt x="152540" y="57049"/>
                          <a:pt x="153768" y="56626"/>
                          <a:pt x="154905" y="56903"/>
                        </a:cubicBezTo>
                        <a:close/>
                        <a:moveTo>
                          <a:pt x="134003" y="79496"/>
                        </a:moveTo>
                        <a:cubicBezTo>
                          <a:pt x="134598" y="79642"/>
                          <a:pt x="135152" y="79959"/>
                          <a:pt x="135588" y="80474"/>
                        </a:cubicBezTo>
                        <a:cubicBezTo>
                          <a:pt x="136645" y="81729"/>
                          <a:pt x="136487" y="83592"/>
                          <a:pt x="135232" y="84649"/>
                        </a:cubicBezTo>
                        <a:cubicBezTo>
                          <a:pt x="131215" y="88031"/>
                          <a:pt x="126961" y="91202"/>
                          <a:pt x="122561" y="94069"/>
                        </a:cubicBezTo>
                        <a:cubicBezTo>
                          <a:pt x="121187" y="94968"/>
                          <a:pt x="119351" y="94571"/>
                          <a:pt x="118466" y="93197"/>
                        </a:cubicBezTo>
                        <a:cubicBezTo>
                          <a:pt x="117567" y="91823"/>
                          <a:pt x="117963" y="89987"/>
                          <a:pt x="119338" y="89101"/>
                        </a:cubicBezTo>
                        <a:cubicBezTo>
                          <a:pt x="123526" y="86380"/>
                          <a:pt x="127582" y="83354"/>
                          <a:pt x="131413" y="80130"/>
                        </a:cubicBezTo>
                        <a:cubicBezTo>
                          <a:pt x="132167" y="79496"/>
                          <a:pt x="133131" y="79298"/>
                          <a:pt x="134003" y="79509"/>
                        </a:cubicBezTo>
                        <a:close/>
                        <a:moveTo>
                          <a:pt x="108226" y="96302"/>
                        </a:moveTo>
                        <a:cubicBezTo>
                          <a:pt x="109059" y="96500"/>
                          <a:pt x="109798" y="97055"/>
                          <a:pt x="110208" y="97887"/>
                        </a:cubicBezTo>
                        <a:cubicBezTo>
                          <a:pt x="110921" y="99354"/>
                          <a:pt x="110314" y="101138"/>
                          <a:pt x="108847" y="101851"/>
                        </a:cubicBezTo>
                        <a:cubicBezTo>
                          <a:pt x="104130" y="104150"/>
                          <a:pt x="99229" y="106198"/>
                          <a:pt x="94287" y="107902"/>
                        </a:cubicBezTo>
                        <a:cubicBezTo>
                          <a:pt x="92742" y="108444"/>
                          <a:pt x="91050" y="107612"/>
                          <a:pt x="90522" y="106066"/>
                        </a:cubicBezTo>
                        <a:cubicBezTo>
                          <a:pt x="89993" y="104520"/>
                          <a:pt x="90813" y="102829"/>
                          <a:pt x="92358" y="102300"/>
                        </a:cubicBezTo>
                        <a:cubicBezTo>
                          <a:pt x="97088" y="100662"/>
                          <a:pt x="101752" y="98720"/>
                          <a:pt x="106258" y="96527"/>
                        </a:cubicBezTo>
                        <a:cubicBezTo>
                          <a:pt x="106892" y="96210"/>
                          <a:pt x="107592" y="96157"/>
                          <a:pt x="108239" y="96302"/>
                        </a:cubicBezTo>
                        <a:close/>
                        <a:moveTo>
                          <a:pt x="79146" y="106343"/>
                        </a:moveTo>
                        <a:cubicBezTo>
                          <a:pt x="80230" y="106594"/>
                          <a:pt x="81115" y="107453"/>
                          <a:pt x="81366" y="108616"/>
                        </a:cubicBezTo>
                        <a:cubicBezTo>
                          <a:pt x="81709" y="110214"/>
                          <a:pt x="80679" y="111787"/>
                          <a:pt x="79080" y="112130"/>
                        </a:cubicBezTo>
                        <a:cubicBezTo>
                          <a:pt x="73954" y="113227"/>
                          <a:pt x="68696" y="114006"/>
                          <a:pt x="63477" y="114442"/>
                        </a:cubicBezTo>
                        <a:cubicBezTo>
                          <a:pt x="61838" y="114574"/>
                          <a:pt x="60411" y="113372"/>
                          <a:pt x="60266" y="111734"/>
                        </a:cubicBezTo>
                        <a:cubicBezTo>
                          <a:pt x="60121" y="110109"/>
                          <a:pt x="61336" y="108669"/>
                          <a:pt x="62961" y="108523"/>
                        </a:cubicBezTo>
                        <a:cubicBezTo>
                          <a:pt x="67942" y="108100"/>
                          <a:pt x="72937" y="107361"/>
                          <a:pt x="77838" y="106317"/>
                        </a:cubicBezTo>
                        <a:cubicBezTo>
                          <a:pt x="78287" y="106224"/>
                          <a:pt x="78724" y="106238"/>
                          <a:pt x="79133" y="106330"/>
                        </a:cubicBezTo>
                        <a:close/>
                        <a:moveTo>
                          <a:pt x="48507" y="108972"/>
                        </a:moveTo>
                        <a:cubicBezTo>
                          <a:pt x="49855" y="109290"/>
                          <a:pt x="50846" y="110531"/>
                          <a:pt x="50780" y="111972"/>
                        </a:cubicBezTo>
                        <a:cubicBezTo>
                          <a:pt x="50714" y="113610"/>
                          <a:pt x="49340" y="114878"/>
                          <a:pt x="47701" y="114825"/>
                        </a:cubicBezTo>
                        <a:cubicBezTo>
                          <a:pt x="42469" y="114627"/>
                          <a:pt x="37198" y="114086"/>
                          <a:pt x="32005" y="113240"/>
                        </a:cubicBezTo>
                        <a:cubicBezTo>
                          <a:pt x="30394" y="112949"/>
                          <a:pt x="29297" y="111443"/>
                          <a:pt x="29561" y="109831"/>
                        </a:cubicBezTo>
                        <a:cubicBezTo>
                          <a:pt x="29825" y="108219"/>
                          <a:pt x="31345" y="107123"/>
                          <a:pt x="32970" y="107387"/>
                        </a:cubicBezTo>
                        <a:cubicBezTo>
                          <a:pt x="37924" y="108193"/>
                          <a:pt x="42958" y="108708"/>
                          <a:pt x="47939" y="108893"/>
                        </a:cubicBezTo>
                        <a:cubicBezTo>
                          <a:pt x="48137" y="108893"/>
                          <a:pt x="48322" y="108933"/>
                          <a:pt x="48507" y="108972"/>
                        </a:cubicBezTo>
                        <a:close/>
                        <a:moveTo>
                          <a:pt x="3639" y="98759"/>
                        </a:moveTo>
                        <a:cubicBezTo>
                          <a:pt x="3811" y="98799"/>
                          <a:pt x="3969" y="98852"/>
                          <a:pt x="4141" y="98918"/>
                        </a:cubicBezTo>
                        <a:cubicBezTo>
                          <a:pt x="8105" y="100636"/>
                          <a:pt x="12240" y="102155"/>
                          <a:pt x="16415" y="103450"/>
                        </a:cubicBezTo>
                        <a:cubicBezTo>
                          <a:pt x="17049" y="103648"/>
                          <a:pt x="17670" y="103833"/>
                          <a:pt x="18291" y="104018"/>
                        </a:cubicBezTo>
                        <a:cubicBezTo>
                          <a:pt x="19863" y="104480"/>
                          <a:pt x="20762" y="106119"/>
                          <a:pt x="20313" y="107691"/>
                        </a:cubicBezTo>
                        <a:cubicBezTo>
                          <a:pt x="19850" y="109263"/>
                          <a:pt x="18186" y="110214"/>
                          <a:pt x="16640" y="109712"/>
                        </a:cubicBezTo>
                        <a:cubicBezTo>
                          <a:pt x="15979" y="109514"/>
                          <a:pt x="15319" y="109316"/>
                          <a:pt x="14645" y="109105"/>
                        </a:cubicBezTo>
                        <a:cubicBezTo>
                          <a:pt x="10272" y="107744"/>
                          <a:pt x="5951" y="106145"/>
                          <a:pt x="1789" y="104348"/>
                        </a:cubicBezTo>
                        <a:cubicBezTo>
                          <a:pt x="283" y="103701"/>
                          <a:pt x="-404" y="101957"/>
                          <a:pt x="243" y="100451"/>
                        </a:cubicBezTo>
                        <a:cubicBezTo>
                          <a:pt x="825" y="99116"/>
                          <a:pt x="2265" y="98416"/>
                          <a:pt x="3639" y="98746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162" name="Graphique 4366">
                  <a:extLst>
                    <a:ext uri="{FF2B5EF4-FFF2-40B4-BE49-F238E27FC236}">
                      <a16:creationId xmlns:a16="http://schemas.microsoft.com/office/drawing/2014/main" id="{BC589B47-C3BF-A450-E432-5D1CF8AEAC73}"/>
                    </a:ext>
                  </a:extLst>
                </p:cNvPr>
                <p:cNvGrpSpPr/>
                <p:nvPr/>
              </p:nvGrpSpPr>
              <p:grpSpPr>
                <a:xfrm>
                  <a:off x="348954" y="0"/>
                  <a:ext cx="198642" cy="51756"/>
                  <a:chOff x="348954" y="0"/>
                  <a:chExt cx="198642" cy="51756"/>
                </a:xfrm>
                <a:solidFill>
                  <a:srgbClr val="B1ABE5"/>
                </a:solidFill>
              </p:grpSpPr>
              <p:sp>
                <p:nvSpPr>
                  <p:cNvPr id="1167" name="Forme libre : forme 1166">
                    <a:extLst>
                      <a:ext uri="{FF2B5EF4-FFF2-40B4-BE49-F238E27FC236}">
                        <a16:creationId xmlns:a16="http://schemas.microsoft.com/office/drawing/2014/main" id="{2150B5AC-44E0-7FCF-B90F-019789FCB826}"/>
                      </a:ext>
                    </a:extLst>
                  </p:cNvPr>
                  <p:cNvSpPr/>
                  <p:nvPr/>
                </p:nvSpPr>
                <p:spPr>
                  <a:xfrm>
                    <a:off x="348954" y="0"/>
                    <a:ext cx="182761" cy="50669"/>
                  </a:xfrm>
                  <a:custGeom>
                    <a:avLst/>
                    <a:gdLst>
                      <a:gd name="connsiteX0" fmla="*/ 126619 w 182761"/>
                      <a:gd name="connsiteY0" fmla="*/ 3026 h 50669"/>
                      <a:gd name="connsiteX1" fmla="*/ 128825 w 182761"/>
                      <a:gd name="connsiteY1" fmla="*/ 6553 h 50669"/>
                      <a:gd name="connsiteX2" fmla="*/ 125284 w 182761"/>
                      <a:gd name="connsiteY2" fmla="*/ 8799 h 50669"/>
                      <a:gd name="connsiteX3" fmla="*/ 110672 w 182761"/>
                      <a:gd name="connsiteY3" fmla="*/ 6461 h 50669"/>
                      <a:gd name="connsiteX4" fmla="*/ 108016 w 182761"/>
                      <a:gd name="connsiteY4" fmla="*/ 3224 h 50669"/>
                      <a:gd name="connsiteX5" fmla="*/ 111253 w 182761"/>
                      <a:gd name="connsiteY5" fmla="*/ 568 h 50669"/>
                      <a:gd name="connsiteX6" fmla="*/ 126579 w 182761"/>
                      <a:gd name="connsiteY6" fmla="*/ 3012 h 50669"/>
                      <a:gd name="connsiteX7" fmla="*/ 126619 w 182761"/>
                      <a:gd name="connsiteY7" fmla="*/ 3012 h 50669"/>
                      <a:gd name="connsiteX8" fmla="*/ 141192 w 182761"/>
                      <a:gd name="connsiteY8" fmla="*/ 7201 h 50669"/>
                      <a:gd name="connsiteX9" fmla="*/ 141496 w 182761"/>
                      <a:gd name="connsiteY9" fmla="*/ 7293 h 50669"/>
                      <a:gd name="connsiteX10" fmla="*/ 155804 w 182761"/>
                      <a:gd name="connsiteY10" fmla="*/ 13318 h 50669"/>
                      <a:gd name="connsiteX11" fmla="*/ 157152 w 182761"/>
                      <a:gd name="connsiteY11" fmla="*/ 17281 h 50669"/>
                      <a:gd name="connsiteX12" fmla="*/ 153188 w 182761"/>
                      <a:gd name="connsiteY12" fmla="*/ 18629 h 50669"/>
                      <a:gd name="connsiteX13" fmla="*/ 139540 w 182761"/>
                      <a:gd name="connsiteY13" fmla="*/ 12882 h 50669"/>
                      <a:gd name="connsiteX14" fmla="*/ 137730 w 182761"/>
                      <a:gd name="connsiteY14" fmla="*/ 9103 h 50669"/>
                      <a:gd name="connsiteX15" fmla="*/ 141205 w 182761"/>
                      <a:gd name="connsiteY15" fmla="*/ 7201 h 50669"/>
                      <a:gd name="connsiteX16" fmla="*/ 96495 w 182761"/>
                      <a:gd name="connsiteY16" fmla="*/ 79 h 50669"/>
                      <a:gd name="connsiteX17" fmla="*/ 98781 w 182761"/>
                      <a:gd name="connsiteY17" fmla="*/ 2893 h 50669"/>
                      <a:gd name="connsiteX18" fmla="*/ 95887 w 182761"/>
                      <a:gd name="connsiteY18" fmla="*/ 5932 h 50669"/>
                      <a:gd name="connsiteX19" fmla="*/ 81143 w 182761"/>
                      <a:gd name="connsiteY19" fmla="*/ 7201 h 50669"/>
                      <a:gd name="connsiteX20" fmla="*/ 77773 w 182761"/>
                      <a:gd name="connsiteY20" fmla="*/ 4704 h 50669"/>
                      <a:gd name="connsiteX21" fmla="*/ 80271 w 182761"/>
                      <a:gd name="connsiteY21" fmla="*/ 1334 h 50669"/>
                      <a:gd name="connsiteX22" fmla="*/ 95729 w 182761"/>
                      <a:gd name="connsiteY22" fmla="*/ 0 h 50669"/>
                      <a:gd name="connsiteX23" fmla="*/ 96482 w 182761"/>
                      <a:gd name="connsiteY23" fmla="*/ 79 h 50669"/>
                      <a:gd name="connsiteX24" fmla="*/ 168329 w 182761"/>
                      <a:gd name="connsiteY24" fmla="*/ 20637 h 50669"/>
                      <a:gd name="connsiteX25" fmla="*/ 169281 w 182761"/>
                      <a:gd name="connsiteY25" fmla="*/ 21047 h 50669"/>
                      <a:gd name="connsiteX26" fmla="*/ 181713 w 182761"/>
                      <a:gd name="connsiteY26" fmla="*/ 30361 h 50669"/>
                      <a:gd name="connsiteX27" fmla="*/ 182057 w 182761"/>
                      <a:gd name="connsiteY27" fmla="*/ 34536 h 50669"/>
                      <a:gd name="connsiteX28" fmla="*/ 177882 w 182761"/>
                      <a:gd name="connsiteY28" fmla="*/ 34880 h 50669"/>
                      <a:gd name="connsiteX29" fmla="*/ 166030 w 182761"/>
                      <a:gd name="connsiteY29" fmla="*/ 26001 h 50669"/>
                      <a:gd name="connsiteX30" fmla="*/ 165185 w 182761"/>
                      <a:gd name="connsiteY30" fmla="*/ 21892 h 50669"/>
                      <a:gd name="connsiteX31" fmla="*/ 168343 w 182761"/>
                      <a:gd name="connsiteY31" fmla="*/ 20637 h 50669"/>
                      <a:gd name="connsiteX32" fmla="*/ 66556 w 182761"/>
                      <a:gd name="connsiteY32" fmla="*/ 4505 h 50669"/>
                      <a:gd name="connsiteX33" fmla="*/ 68736 w 182761"/>
                      <a:gd name="connsiteY33" fmla="*/ 6606 h 50669"/>
                      <a:gd name="connsiteX34" fmla="*/ 66662 w 182761"/>
                      <a:gd name="connsiteY34" fmla="*/ 10253 h 50669"/>
                      <a:gd name="connsiteX35" fmla="*/ 52657 w 182761"/>
                      <a:gd name="connsiteY35" fmla="*/ 15035 h 50669"/>
                      <a:gd name="connsiteX36" fmla="*/ 48786 w 182761"/>
                      <a:gd name="connsiteY36" fmla="*/ 13424 h 50669"/>
                      <a:gd name="connsiteX37" fmla="*/ 50398 w 182761"/>
                      <a:gd name="connsiteY37" fmla="*/ 9552 h 50669"/>
                      <a:gd name="connsiteX38" fmla="*/ 65090 w 182761"/>
                      <a:gd name="connsiteY38" fmla="*/ 4545 h 50669"/>
                      <a:gd name="connsiteX39" fmla="*/ 66556 w 182761"/>
                      <a:gd name="connsiteY39" fmla="*/ 4519 h 50669"/>
                      <a:gd name="connsiteX40" fmla="*/ 38547 w 182761"/>
                      <a:gd name="connsiteY40" fmla="*/ 15973 h 50669"/>
                      <a:gd name="connsiteX41" fmla="*/ 40449 w 182761"/>
                      <a:gd name="connsiteY41" fmla="*/ 17414 h 50669"/>
                      <a:gd name="connsiteX42" fmla="*/ 39313 w 182761"/>
                      <a:gd name="connsiteY42" fmla="*/ 21443 h 50669"/>
                      <a:gd name="connsiteX43" fmla="*/ 26841 w 182761"/>
                      <a:gd name="connsiteY43" fmla="*/ 29437 h 50669"/>
                      <a:gd name="connsiteX44" fmla="*/ 22705 w 182761"/>
                      <a:gd name="connsiteY44" fmla="*/ 28789 h 50669"/>
                      <a:gd name="connsiteX45" fmla="*/ 23353 w 182761"/>
                      <a:gd name="connsiteY45" fmla="*/ 24654 h 50669"/>
                      <a:gd name="connsiteX46" fmla="*/ 36420 w 182761"/>
                      <a:gd name="connsiteY46" fmla="*/ 16277 h 50669"/>
                      <a:gd name="connsiteX47" fmla="*/ 38547 w 182761"/>
                      <a:gd name="connsiteY47" fmla="*/ 15973 h 50669"/>
                      <a:gd name="connsiteX48" fmla="*/ 14091 w 182761"/>
                      <a:gd name="connsiteY48" fmla="*/ 33823 h 50669"/>
                      <a:gd name="connsiteX49" fmla="*/ 15571 w 182761"/>
                      <a:gd name="connsiteY49" fmla="*/ 34682 h 50669"/>
                      <a:gd name="connsiteX50" fmla="*/ 15425 w 182761"/>
                      <a:gd name="connsiteY50" fmla="*/ 38870 h 50669"/>
                      <a:gd name="connsiteX51" fmla="*/ 5239 w 182761"/>
                      <a:gd name="connsiteY51" fmla="*/ 49612 h 50669"/>
                      <a:gd name="connsiteX52" fmla="*/ 1064 w 182761"/>
                      <a:gd name="connsiteY52" fmla="*/ 49981 h 50669"/>
                      <a:gd name="connsiteX53" fmla="*/ 694 w 182761"/>
                      <a:gd name="connsiteY53" fmla="*/ 45806 h 50669"/>
                      <a:gd name="connsiteX54" fmla="*/ 11369 w 182761"/>
                      <a:gd name="connsiteY54" fmla="*/ 34536 h 50669"/>
                      <a:gd name="connsiteX55" fmla="*/ 14078 w 182761"/>
                      <a:gd name="connsiteY55" fmla="*/ 33823 h 506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</a:cxnLst>
                    <a:rect l="l" t="t" r="r" b="b"/>
                    <a:pathLst>
                      <a:path w="182761" h="50669">
                        <a:moveTo>
                          <a:pt x="126619" y="3026"/>
                        </a:moveTo>
                        <a:cubicBezTo>
                          <a:pt x="128191" y="3396"/>
                          <a:pt x="129182" y="4968"/>
                          <a:pt x="128825" y="6553"/>
                        </a:cubicBezTo>
                        <a:cubicBezTo>
                          <a:pt x="128468" y="8152"/>
                          <a:pt x="126883" y="9156"/>
                          <a:pt x="125284" y="8799"/>
                        </a:cubicBezTo>
                        <a:cubicBezTo>
                          <a:pt x="120475" y="7729"/>
                          <a:pt x="115560" y="6950"/>
                          <a:pt x="110672" y="6461"/>
                        </a:cubicBezTo>
                        <a:cubicBezTo>
                          <a:pt x="109060" y="6289"/>
                          <a:pt x="107844" y="4849"/>
                          <a:pt x="108016" y="3224"/>
                        </a:cubicBezTo>
                        <a:cubicBezTo>
                          <a:pt x="108175" y="1599"/>
                          <a:pt x="109628" y="410"/>
                          <a:pt x="111253" y="568"/>
                        </a:cubicBezTo>
                        <a:cubicBezTo>
                          <a:pt x="116379" y="1070"/>
                          <a:pt x="121532" y="1889"/>
                          <a:pt x="126579" y="3012"/>
                        </a:cubicBezTo>
                        <a:cubicBezTo>
                          <a:pt x="126579" y="3012"/>
                          <a:pt x="126605" y="3012"/>
                          <a:pt x="126619" y="3012"/>
                        </a:cubicBezTo>
                        <a:close/>
                        <a:moveTo>
                          <a:pt x="141192" y="7201"/>
                        </a:moveTo>
                        <a:cubicBezTo>
                          <a:pt x="141297" y="7227"/>
                          <a:pt x="141403" y="7253"/>
                          <a:pt x="141496" y="7293"/>
                        </a:cubicBezTo>
                        <a:cubicBezTo>
                          <a:pt x="146358" y="9011"/>
                          <a:pt x="151180" y="11032"/>
                          <a:pt x="155804" y="13318"/>
                        </a:cubicBezTo>
                        <a:cubicBezTo>
                          <a:pt x="157271" y="14044"/>
                          <a:pt x="157879" y="15815"/>
                          <a:pt x="157152" y="17281"/>
                        </a:cubicBezTo>
                        <a:cubicBezTo>
                          <a:pt x="156425" y="18748"/>
                          <a:pt x="154642" y="19343"/>
                          <a:pt x="153188" y="18629"/>
                        </a:cubicBezTo>
                        <a:cubicBezTo>
                          <a:pt x="148775" y="16449"/>
                          <a:pt x="144191" y="14520"/>
                          <a:pt x="139540" y="12882"/>
                        </a:cubicBezTo>
                        <a:cubicBezTo>
                          <a:pt x="137994" y="12340"/>
                          <a:pt x="137188" y="10649"/>
                          <a:pt x="137730" y="9103"/>
                        </a:cubicBezTo>
                        <a:cubicBezTo>
                          <a:pt x="138245" y="7663"/>
                          <a:pt x="139752" y="6857"/>
                          <a:pt x="141205" y="7201"/>
                        </a:cubicBezTo>
                        <a:close/>
                        <a:moveTo>
                          <a:pt x="96495" y="79"/>
                        </a:moveTo>
                        <a:cubicBezTo>
                          <a:pt x="97777" y="383"/>
                          <a:pt x="98741" y="1519"/>
                          <a:pt x="98781" y="2893"/>
                        </a:cubicBezTo>
                        <a:cubicBezTo>
                          <a:pt x="98820" y="4532"/>
                          <a:pt x="97526" y="5893"/>
                          <a:pt x="95887" y="5932"/>
                        </a:cubicBezTo>
                        <a:cubicBezTo>
                          <a:pt x="90959" y="6064"/>
                          <a:pt x="85991" y="6487"/>
                          <a:pt x="81143" y="7201"/>
                        </a:cubicBezTo>
                        <a:cubicBezTo>
                          <a:pt x="79517" y="7438"/>
                          <a:pt x="78011" y="6315"/>
                          <a:pt x="77773" y="4704"/>
                        </a:cubicBezTo>
                        <a:cubicBezTo>
                          <a:pt x="77536" y="3092"/>
                          <a:pt x="78659" y="1572"/>
                          <a:pt x="80271" y="1334"/>
                        </a:cubicBezTo>
                        <a:cubicBezTo>
                          <a:pt x="85370" y="581"/>
                          <a:pt x="90563" y="132"/>
                          <a:pt x="95729" y="0"/>
                        </a:cubicBezTo>
                        <a:cubicBezTo>
                          <a:pt x="95993" y="0"/>
                          <a:pt x="96244" y="26"/>
                          <a:pt x="96482" y="79"/>
                        </a:cubicBezTo>
                        <a:close/>
                        <a:moveTo>
                          <a:pt x="168329" y="20637"/>
                        </a:moveTo>
                        <a:cubicBezTo>
                          <a:pt x="168660" y="20717"/>
                          <a:pt x="168977" y="20849"/>
                          <a:pt x="169281" y="21047"/>
                        </a:cubicBezTo>
                        <a:cubicBezTo>
                          <a:pt x="173601" y="23888"/>
                          <a:pt x="177776" y="27019"/>
                          <a:pt x="181713" y="30361"/>
                        </a:cubicBezTo>
                        <a:cubicBezTo>
                          <a:pt x="182968" y="31418"/>
                          <a:pt x="183114" y="33295"/>
                          <a:pt x="182057" y="34536"/>
                        </a:cubicBezTo>
                        <a:cubicBezTo>
                          <a:pt x="181000" y="35778"/>
                          <a:pt x="179124" y="35937"/>
                          <a:pt x="177882" y="34880"/>
                        </a:cubicBezTo>
                        <a:cubicBezTo>
                          <a:pt x="174129" y="31696"/>
                          <a:pt x="170139" y="28710"/>
                          <a:pt x="166030" y="26001"/>
                        </a:cubicBezTo>
                        <a:cubicBezTo>
                          <a:pt x="164670" y="25103"/>
                          <a:pt x="164286" y="23267"/>
                          <a:pt x="165185" y="21892"/>
                        </a:cubicBezTo>
                        <a:cubicBezTo>
                          <a:pt x="165885" y="20822"/>
                          <a:pt x="167167" y="20360"/>
                          <a:pt x="168343" y="20637"/>
                        </a:cubicBezTo>
                        <a:close/>
                        <a:moveTo>
                          <a:pt x="66556" y="4505"/>
                        </a:moveTo>
                        <a:cubicBezTo>
                          <a:pt x="67574" y="4743"/>
                          <a:pt x="68446" y="5523"/>
                          <a:pt x="68736" y="6606"/>
                        </a:cubicBezTo>
                        <a:cubicBezTo>
                          <a:pt x="69172" y="8192"/>
                          <a:pt x="68248" y="9817"/>
                          <a:pt x="66662" y="10253"/>
                        </a:cubicBezTo>
                        <a:cubicBezTo>
                          <a:pt x="61919" y="11547"/>
                          <a:pt x="57202" y="13159"/>
                          <a:pt x="52657" y="15035"/>
                        </a:cubicBezTo>
                        <a:cubicBezTo>
                          <a:pt x="51138" y="15656"/>
                          <a:pt x="49407" y="14930"/>
                          <a:pt x="48786" y="13424"/>
                        </a:cubicBezTo>
                        <a:cubicBezTo>
                          <a:pt x="48165" y="11904"/>
                          <a:pt x="48892" y="10173"/>
                          <a:pt x="50398" y="9552"/>
                        </a:cubicBezTo>
                        <a:cubicBezTo>
                          <a:pt x="55168" y="7597"/>
                          <a:pt x="60109" y="5906"/>
                          <a:pt x="65090" y="4545"/>
                        </a:cubicBezTo>
                        <a:cubicBezTo>
                          <a:pt x="65592" y="4413"/>
                          <a:pt x="66081" y="4413"/>
                          <a:pt x="66556" y="4519"/>
                        </a:cubicBezTo>
                        <a:close/>
                        <a:moveTo>
                          <a:pt x="38547" y="15973"/>
                        </a:moveTo>
                        <a:cubicBezTo>
                          <a:pt x="39326" y="16158"/>
                          <a:pt x="40026" y="16660"/>
                          <a:pt x="40449" y="17414"/>
                        </a:cubicBezTo>
                        <a:cubicBezTo>
                          <a:pt x="41242" y="18840"/>
                          <a:pt x="40740" y="20651"/>
                          <a:pt x="39313" y="21443"/>
                        </a:cubicBezTo>
                        <a:cubicBezTo>
                          <a:pt x="35006" y="23848"/>
                          <a:pt x="30818" y="26543"/>
                          <a:pt x="26841" y="29437"/>
                        </a:cubicBezTo>
                        <a:cubicBezTo>
                          <a:pt x="25520" y="30401"/>
                          <a:pt x="23657" y="30110"/>
                          <a:pt x="22705" y="28789"/>
                        </a:cubicBezTo>
                        <a:cubicBezTo>
                          <a:pt x="21741" y="27468"/>
                          <a:pt x="22032" y="25618"/>
                          <a:pt x="23353" y="24654"/>
                        </a:cubicBezTo>
                        <a:cubicBezTo>
                          <a:pt x="27515" y="21615"/>
                          <a:pt x="31914" y="18801"/>
                          <a:pt x="36420" y="16277"/>
                        </a:cubicBezTo>
                        <a:cubicBezTo>
                          <a:pt x="37093" y="15907"/>
                          <a:pt x="37846" y="15815"/>
                          <a:pt x="38547" y="15973"/>
                        </a:cubicBezTo>
                        <a:close/>
                        <a:moveTo>
                          <a:pt x="14091" y="33823"/>
                        </a:moveTo>
                        <a:cubicBezTo>
                          <a:pt x="14646" y="33955"/>
                          <a:pt x="15161" y="34233"/>
                          <a:pt x="15571" y="34682"/>
                        </a:cubicBezTo>
                        <a:cubicBezTo>
                          <a:pt x="16694" y="35871"/>
                          <a:pt x="16628" y="37747"/>
                          <a:pt x="15425" y="38870"/>
                        </a:cubicBezTo>
                        <a:cubicBezTo>
                          <a:pt x="11819" y="42239"/>
                          <a:pt x="8397" y="45846"/>
                          <a:pt x="5239" y="49612"/>
                        </a:cubicBezTo>
                        <a:cubicBezTo>
                          <a:pt x="4182" y="50867"/>
                          <a:pt x="2319" y="51025"/>
                          <a:pt x="1064" y="49981"/>
                        </a:cubicBezTo>
                        <a:cubicBezTo>
                          <a:pt x="-191" y="48924"/>
                          <a:pt x="-363" y="47062"/>
                          <a:pt x="694" y="45806"/>
                        </a:cubicBezTo>
                        <a:cubicBezTo>
                          <a:pt x="3997" y="41856"/>
                          <a:pt x="7591" y="38064"/>
                          <a:pt x="11369" y="34536"/>
                        </a:cubicBezTo>
                        <a:cubicBezTo>
                          <a:pt x="12122" y="33836"/>
                          <a:pt x="13140" y="33598"/>
                          <a:pt x="14078" y="3382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8" name="Forme libre : forme 1167">
                    <a:extLst>
                      <a:ext uri="{FF2B5EF4-FFF2-40B4-BE49-F238E27FC236}">
                        <a16:creationId xmlns:a16="http://schemas.microsoft.com/office/drawing/2014/main" id="{110D2F9C-3A83-35DB-6190-B2EB3A1858E7}"/>
                      </a:ext>
                    </a:extLst>
                  </p:cNvPr>
                  <p:cNvSpPr/>
                  <p:nvPr/>
                </p:nvSpPr>
                <p:spPr>
                  <a:xfrm>
                    <a:off x="536806" y="40241"/>
                    <a:ext cx="10790" cy="11515"/>
                  </a:xfrm>
                  <a:custGeom>
                    <a:avLst/>
                    <a:gdLst>
                      <a:gd name="connsiteX0" fmla="*/ 3664 w 10790"/>
                      <a:gd name="connsiteY0" fmla="*/ 82 h 11515"/>
                      <a:gd name="connsiteX1" fmla="*/ 5157 w 10790"/>
                      <a:gd name="connsiteY1" fmla="*/ 954 h 11515"/>
                      <a:gd name="connsiteX2" fmla="*/ 10125 w 10790"/>
                      <a:gd name="connsiteY2" fmla="*/ 6675 h 11515"/>
                      <a:gd name="connsiteX3" fmla="*/ 9702 w 10790"/>
                      <a:gd name="connsiteY3" fmla="*/ 10850 h 11515"/>
                      <a:gd name="connsiteX4" fmla="*/ 5527 w 10790"/>
                      <a:gd name="connsiteY4" fmla="*/ 10427 h 11515"/>
                      <a:gd name="connsiteX5" fmla="*/ 784 w 10790"/>
                      <a:gd name="connsiteY5" fmla="*/ 4970 h 11515"/>
                      <a:gd name="connsiteX6" fmla="*/ 955 w 10790"/>
                      <a:gd name="connsiteY6" fmla="*/ 782 h 11515"/>
                      <a:gd name="connsiteX7" fmla="*/ 3651 w 10790"/>
                      <a:gd name="connsiteY7" fmla="*/ 82 h 115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790" h="11515">
                        <a:moveTo>
                          <a:pt x="3664" y="82"/>
                        </a:moveTo>
                        <a:cubicBezTo>
                          <a:pt x="4219" y="214"/>
                          <a:pt x="4747" y="505"/>
                          <a:pt x="5157" y="954"/>
                        </a:cubicBezTo>
                        <a:cubicBezTo>
                          <a:pt x="6874" y="2817"/>
                          <a:pt x="8539" y="4746"/>
                          <a:pt x="10125" y="6675"/>
                        </a:cubicBezTo>
                        <a:cubicBezTo>
                          <a:pt x="11155" y="7943"/>
                          <a:pt x="10970" y="9806"/>
                          <a:pt x="9702" y="10850"/>
                        </a:cubicBezTo>
                        <a:cubicBezTo>
                          <a:pt x="8434" y="11880"/>
                          <a:pt x="6571" y="11695"/>
                          <a:pt x="5527" y="10427"/>
                        </a:cubicBezTo>
                        <a:cubicBezTo>
                          <a:pt x="4021" y="8591"/>
                          <a:pt x="2422" y="6754"/>
                          <a:pt x="784" y="4970"/>
                        </a:cubicBezTo>
                        <a:cubicBezTo>
                          <a:pt x="-326" y="3768"/>
                          <a:pt x="-247" y="1892"/>
                          <a:pt x="955" y="782"/>
                        </a:cubicBezTo>
                        <a:cubicBezTo>
                          <a:pt x="1709" y="95"/>
                          <a:pt x="2726" y="-143"/>
                          <a:pt x="3651" y="82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163" name="Graphique 4366">
                  <a:extLst>
                    <a:ext uri="{FF2B5EF4-FFF2-40B4-BE49-F238E27FC236}">
                      <a16:creationId xmlns:a16="http://schemas.microsoft.com/office/drawing/2014/main" id="{A067EF70-52E4-3187-D21F-93CF2EC0BED5}"/>
                    </a:ext>
                  </a:extLst>
                </p:cNvPr>
                <p:cNvGrpSpPr/>
                <p:nvPr/>
              </p:nvGrpSpPr>
              <p:grpSpPr>
                <a:xfrm>
                  <a:off x="352975" y="34362"/>
                  <a:ext cx="189136" cy="189136"/>
                  <a:chOff x="352975" y="34362"/>
                  <a:chExt cx="189136" cy="189136"/>
                </a:xfrm>
              </p:grpSpPr>
              <p:sp>
                <p:nvSpPr>
                  <p:cNvPr id="1164" name="Forme libre : forme 1163">
                    <a:extLst>
                      <a:ext uri="{FF2B5EF4-FFF2-40B4-BE49-F238E27FC236}">
                        <a16:creationId xmlns:a16="http://schemas.microsoft.com/office/drawing/2014/main" id="{0ED7FD8D-1B62-8114-C3D1-DEBFA941F353}"/>
                      </a:ext>
                    </a:extLst>
                  </p:cNvPr>
                  <p:cNvSpPr/>
                  <p:nvPr/>
                </p:nvSpPr>
                <p:spPr>
                  <a:xfrm>
                    <a:off x="352975" y="34362"/>
                    <a:ext cx="189136" cy="189136"/>
                  </a:xfrm>
                  <a:custGeom>
                    <a:avLst/>
                    <a:gdLst>
                      <a:gd name="connsiteX0" fmla="*/ 176305 w 189136"/>
                      <a:gd name="connsiteY0" fmla="*/ 42664 h 189136"/>
                      <a:gd name="connsiteX1" fmla="*/ 174772 w 189136"/>
                      <a:gd name="connsiteY1" fmla="*/ 41832 h 189136"/>
                      <a:gd name="connsiteX2" fmla="*/ 156632 w 189136"/>
                      <a:gd name="connsiteY2" fmla="*/ 44025 h 189136"/>
                      <a:gd name="connsiteX3" fmla="*/ 137356 w 189136"/>
                      <a:gd name="connsiteY3" fmla="*/ 26916 h 189136"/>
                      <a:gd name="connsiteX4" fmla="*/ 137356 w 189136"/>
                      <a:gd name="connsiteY4" fmla="*/ 8656 h 189136"/>
                      <a:gd name="connsiteX5" fmla="*/ 136365 w 189136"/>
                      <a:gd name="connsiteY5" fmla="*/ 7243 h 189136"/>
                      <a:gd name="connsiteX6" fmla="*/ 115661 w 189136"/>
                      <a:gd name="connsiteY6" fmla="*/ 82 h 189136"/>
                      <a:gd name="connsiteX7" fmla="*/ 113983 w 189136"/>
                      <a:gd name="connsiteY7" fmla="*/ 571 h 189136"/>
                      <a:gd name="connsiteX8" fmla="*/ 102727 w 189136"/>
                      <a:gd name="connsiteY8" fmla="*/ 14932 h 189136"/>
                      <a:gd name="connsiteX9" fmla="*/ 76989 w 189136"/>
                      <a:gd name="connsiteY9" fmla="*/ 16478 h 189136"/>
                      <a:gd name="connsiteX10" fmla="*/ 64081 w 189136"/>
                      <a:gd name="connsiteY10" fmla="*/ 3556 h 189136"/>
                      <a:gd name="connsiteX11" fmla="*/ 62364 w 189136"/>
                      <a:gd name="connsiteY11" fmla="*/ 3266 h 189136"/>
                      <a:gd name="connsiteX12" fmla="*/ 42664 w 189136"/>
                      <a:gd name="connsiteY12" fmla="*/ 12845 h 189136"/>
                      <a:gd name="connsiteX13" fmla="*/ 41832 w 189136"/>
                      <a:gd name="connsiteY13" fmla="*/ 14377 h 189136"/>
                      <a:gd name="connsiteX14" fmla="*/ 44025 w 189136"/>
                      <a:gd name="connsiteY14" fmla="*/ 32517 h 189136"/>
                      <a:gd name="connsiteX15" fmla="*/ 26916 w 189136"/>
                      <a:gd name="connsiteY15" fmla="*/ 51794 h 189136"/>
                      <a:gd name="connsiteX16" fmla="*/ 8656 w 189136"/>
                      <a:gd name="connsiteY16" fmla="*/ 51794 h 189136"/>
                      <a:gd name="connsiteX17" fmla="*/ 7243 w 189136"/>
                      <a:gd name="connsiteY17" fmla="*/ 52785 h 189136"/>
                      <a:gd name="connsiteX18" fmla="*/ 82 w 189136"/>
                      <a:gd name="connsiteY18" fmla="*/ 73488 h 189136"/>
                      <a:gd name="connsiteX19" fmla="*/ 571 w 189136"/>
                      <a:gd name="connsiteY19" fmla="*/ 75153 h 189136"/>
                      <a:gd name="connsiteX20" fmla="*/ 14932 w 189136"/>
                      <a:gd name="connsiteY20" fmla="*/ 86410 h 189136"/>
                      <a:gd name="connsiteX21" fmla="*/ 16478 w 189136"/>
                      <a:gd name="connsiteY21" fmla="*/ 112147 h 189136"/>
                      <a:gd name="connsiteX22" fmla="*/ 3556 w 189136"/>
                      <a:gd name="connsiteY22" fmla="*/ 125055 h 189136"/>
                      <a:gd name="connsiteX23" fmla="*/ 3266 w 189136"/>
                      <a:gd name="connsiteY23" fmla="*/ 126773 h 189136"/>
                      <a:gd name="connsiteX24" fmla="*/ 12845 w 189136"/>
                      <a:gd name="connsiteY24" fmla="*/ 146472 h 189136"/>
                      <a:gd name="connsiteX25" fmla="*/ 14377 w 189136"/>
                      <a:gd name="connsiteY25" fmla="*/ 147304 h 189136"/>
                      <a:gd name="connsiteX26" fmla="*/ 32517 w 189136"/>
                      <a:gd name="connsiteY26" fmla="*/ 145111 h 189136"/>
                      <a:gd name="connsiteX27" fmla="*/ 51794 w 189136"/>
                      <a:gd name="connsiteY27" fmla="*/ 162221 h 189136"/>
                      <a:gd name="connsiteX28" fmla="*/ 51794 w 189136"/>
                      <a:gd name="connsiteY28" fmla="*/ 180480 h 189136"/>
                      <a:gd name="connsiteX29" fmla="*/ 52785 w 189136"/>
                      <a:gd name="connsiteY29" fmla="*/ 181894 h 189136"/>
                      <a:gd name="connsiteX30" fmla="*/ 73488 w 189136"/>
                      <a:gd name="connsiteY30" fmla="*/ 189055 h 189136"/>
                      <a:gd name="connsiteX31" fmla="*/ 75153 w 189136"/>
                      <a:gd name="connsiteY31" fmla="*/ 188566 h 189136"/>
                      <a:gd name="connsiteX32" fmla="*/ 86410 w 189136"/>
                      <a:gd name="connsiteY32" fmla="*/ 174204 h 189136"/>
                      <a:gd name="connsiteX33" fmla="*/ 112147 w 189136"/>
                      <a:gd name="connsiteY33" fmla="*/ 172658 h 189136"/>
                      <a:gd name="connsiteX34" fmla="*/ 125055 w 189136"/>
                      <a:gd name="connsiteY34" fmla="*/ 185580 h 189136"/>
                      <a:gd name="connsiteX35" fmla="*/ 126773 w 189136"/>
                      <a:gd name="connsiteY35" fmla="*/ 185871 h 189136"/>
                      <a:gd name="connsiteX36" fmla="*/ 146472 w 189136"/>
                      <a:gd name="connsiteY36" fmla="*/ 176292 h 189136"/>
                      <a:gd name="connsiteX37" fmla="*/ 147304 w 189136"/>
                      <a:gd name="connsiteY37" fmla="*/ 174759 h 189136"/>
                      <a:gd name="connsiteX38" fmla="*/ 145111 w 189136"/>
                      <a:gd name="connsiteY38" fmla="*/ 156619 h 189136"/>
                      <a:gd name="connsiteX39" fmla="*/ 162221 w 189136"/>
                      <a:gd name="connsiteY39" fmla="*/ 137342 h 189136"/>
                      <a:gd name="connsiteX40" fmla="*/ 180480 w 189136"/>
                      <a:gd name="connsiteY40" fmla="*/ 137342 h 189136"/>
                      <a:gd name="connsiteX41" fmla="*/ 181894 w 189136"/>
                      <a:gd name="connsiteY41" fmla="*/ 136352 h 189136"/>
                      <a:gd name="connsiteX42" fmla="*/ 189055 w 189136"/>
                      <a:gd name="connsiteY42" fmla="*/ 115648 h 189136"/>
                      <a:gd name="connsiteX43" fmla="*/ 188566 w 189136"/>
                      <a:gd name="connsiteY43" fmla="*/ 113970 h 189136"/>
                      <a:gd name="connsiteX44" fmla="*/ 174204 w 189136"/>
                      <a:gd name="connsiteY44" fmla="*/ 102713 h 189136"/>
                      <a:gd name="connsiteX45" fmla="*/ 172658 w 189136"/>
                      <a:gd name="connsiteY45" fmla="*/ 76976 h 189136"/>
                      <a:gd name="connsiteX46" fmla="*/ 185580 w 189136"/>
                      <a:gd name="connsiteY46" fmla="*/ 64068 h 189136"/>
                      <a:gd name="connsiteX47" fmla="*/ 185871 w 189136"/>
                      <a:gd name="connsiteY47" fmla="*/ 62350 h 189136"/>
                      <a:gd name="connsiteX48" fmla="*/ 176292 w 189136"/>
                      <a:gd name="connsiteY48" fmla="*/ 42651 h 1891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189136" h="189136">
                        <a:moveTo>
                          <a:pt x="176305" y="42664"/>
                        </a:moveTo>
                        <a:cubicBezTo>
                          <a:pt x="176028" y="42083"/>
                          <a:pt x="175407" y="41753"/>
                          <a:pt x="174772" y="41832"/>
                        </a:cubicBezTo>
                        <a:lnTo>
                          <a:pt x="156632" y="44025"/>
                        </a:lnTo>
                        <a:cubicBezTo>
                          <a:pt x="151255" y="37406"/>
                          <a:pt x="144781" y="31593"/>
                          <a:pt x="137356" y="26916"/>
                        </a:cubicBezTo>
                        <a:lnTo>
                          <a:pt x="137356" y="8656"/>
                        </a:lnTo>
                        <a:cubicBezTo>
                          <a:pt x="137369" y="8022"/>
                          <a:pt x="136959" y="7441"/>
                          <a:pt x="136365" y="7243"/>
                        </a:cubicBezTo>
                        <a:lnTo>
                          <a:pt x="115661" y="82"/>
                        </a:lnTo>
                        <a:cubicBezTo>
                          <a:pt x="115054" y="-130"/>
                          <a:pt x="114380" y="82"/>
                          <a:pt x="113983" y="571"/>
                        </a:cubicBezTo>
                        <a:lnTo>
                          <a:pt x="102727" y="14932"/>
                        </a:lnTo>
                        <a:cubicBezTo>
                          <a:pt x="93993" y="14034"/>
                          <a:pt x="85313" y="14602"/>
                          <a:pt x="76989" y="16478"/>
                        </a:cubicBezTo>
                        <a:lnTo>
                          <a:pt x="64081" y="3556"/>
                        </a:lnTo>
                        <a:cubicBezTo>
                          <a:pt x="63632" y="3107"/>
                          <a:pt x="62945" y="2988"/>
                          <a:pt x="62364" y="3266"/>
                        </a:cubicBezTo>
                        <a:lnTo>
                          <a:pt x="42664" y="12845"/>
                        </a:lnTo>
                        <a:cubicBezTo>
                          <a:pt x="42083" y="13122"/>
                          <a:pt x="41753" y="13743"/>
                          <a:pt x="41832" y="14377"/>
                        </a:cubicBezTo>
                        <a:lnTo>
                          <a:pt x="44025" y="32517"/>
                        </a:lnTo>
                        <a:cubicBezTo>
                          <a:pt x="37406" y="37895"/>
                          <a:pt x="31593" y="44369"/>
                          <a:pt x="26916" y="51794"/>
                        </a:cubicBezTo>
                        <a:lnTo>
                          <a:pt x="8656" y="51794"/>
                        </a:lnTo>
                        <a:cubicBezTo>
                          <a:pt x="8022" y="51781"/>
                          <a:pt x="7441" y="52190"/>
                          <a:pt x="7243" y="52785"/>
                        </a:cubicBezTo>
                        <a:lnTo>
                          <a:pt x="82" y="73488"/>
                        </a:lnTo>
                        <a:cubicBezTo>
                          <a:pt x="-130" y="74096"/>
                          <a:pt x="82" y="74770"/>
                          <a:pt x="571" y="75153"/>
                        </a:cubicBezTo>
                        <a:lnTo>
                          <a:pt x="14932" y="86410"/>
                        </a:lnTo>
                        <a:cubicBezTo>
                          <a:pt x="14034" y="95143"/>
                          <a:pt x="14602" y="103823"/>
                          <a:pt x="16478" y="112147"/>
                        </a:cubicBezTo>
                        <a:lnTo>
                          <a:pt x="3556" y="125055"/>
                        </a:lnTo>
                        <a:cubicBezTo>
                          <a:pt x="3107" y="125504"/>
                          <a:pt x="2988" y="126191"/>
                          <a:pt x="3266" y="126773"/>
                        </a:cubicBezTo>
                        <a:lnTo>
                          <a:pt x="12845" y="146472"/>
                        </a:lnTo>
                        <a:cubicBezTo>
                          <a:pt x="13122" y="147053"/>
                          <a:pt x="13743" y="147384"/>
                          <a:pt x="14377" y="147304"/>
                        </a:cubicBezTo>
                        <a:lnTo>
                          <a:pt x="32517" y="145111"/>
                        </a:lnTo>
                        <a:cubicBezTo>
                          <a:pt x="37895" y="151730"/>
                          <a:pt x="44369" y="157544"/>
                          <a:pt x="51794" y="162221"/>
                        </a:cubicBezTo>
                        <a:lnTo>
                          <a:pt x="51794" y="180480"/>
                        </a:lnTo>
                        <a:cubicBezTo>
                          <a:pt x="51781" y="181114"/>
                          <a:pt x="52190" y="181696"/>
                          <a:pt x="52785" y="181894"/>
                        </a:cubicBezTo>
                        <a:lnTo>
                          <a:pt x="73488" y="189055"/>
                        </a:lnTo>
                        <a:cubicBezTo>
                          <a:pt x="74096" y="189266"/>
                          <a:pt x="74770" y="189055"/>
                          <a:pt x="75153" y="188566"/>
                        </a:cubicBezTo>
                        <a:lnTo>
                          <a:pt x="86410" y="174204"/>
                        </a:lnTo>
                        <a:cubicBezTo>
                          <a:pt x="95143" y="175103"/>
                          <a:pt x="103823" y="174535"/>
                          <a:pt x="112147" y="172658"/>
                        </a:cubicBezTo>
                        <a:lnTo>
                          <a:pt x="125055" y="185580"/>
                        </a:lnTo>
                        <a:cubicBezTo>
                          <a:pt x="125504" y="186029"/>
                          <a:pt x="126191" y="186148"/>
                          <a:pt x="126773" y="185871"/>
                        </a:cubicBezTo>
                        <a:lnTo>
                          <a:pt x="146472" y="176292"/>
                        </a:lnTo>
                        <a:cubicBezTo>
                          <a:pt x="147053" y="176014"/>
                          <a:pt x="147384" y="175393"/>
                          <a:pt x="147304" y="174759"/>
                        </a:cubicBezTo>
                        <a:lnTo>
                          <a:pt x="145111" y="156619"/>
                        </a:lnTo>
                        <a:cubicBezTo>
                          <a:pt x="151730" y="151242"/>
                          <a:pt x="157544" y="144768"/>
                          <a:pt x="162221" y="137342"/>
                        </a:cubicBezTo>
                        <a:lnTo>
                          <a:pt x="180480" y="137342"/>
                        </a:lnTo>
                        <a:cubicBezTo>
                          <a:pt x="181114" y="137356"/>
                          <a:pt x="181696" y="136946"/>
                          <a:pt x="181894" y="136352"/>
                        </a:cubicBezTo>
                        <a:lnTo>
                          <a:pt x="189055" y="115648"/>
                        </a:lnTo>
                        <a:cubicBezTo>
                          <a:pt x="189266" y="115040"/>
                          <a:pt x="189055" y="114367"/>
                          <a:pt x="188566" y="113970"/>
                        </a:cubicBezTo>
                        <a:lnTo>
                          <a:pt x="174204" y="102713"/>
                        </a:lnTo>
                        <a:cubicBezTo>
                          <a:pt x="175103" y="93980"/>
                          <a:pt x="174535" y="85300"/>
                          <a:pt x="172658" y="76976"/>
                        </a:cubicBezTo>
                        <a:lnTo>
                          <a:pt x="185580" y="64068"/>
                        </a:lnTo>
                        <a:cubicBezTo>
                          <a:pt x="186029" y="63619"/>
                          <a:pt x="186148" y="62932"/>
                          <a:pt x="185871" y="62350"/>
                        </a:cubicBezTo>
                        <a:lnTo>
                          <a:pt x="176292" y="42651"/>
                        </a:lnTo>
                        <a:close/>
                      </a:path>
                    </a:pathLst>
                  </a:custGeom>
                  <a:solidFill>
                    <a:srgbClr val="B1ABE5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5" name="Forme libre : forme 1164">
                    <a:extLst>
                      <a:ext uri="{FF2B5EF4-FFF2-40B4-BE49-F238E27FC236}">
                        <a16:creationId xmlns:a16="http://schemas.microsoft.com/office/drawing/2014/main" id="{7AA7A1E9-AD41-84E1-7C25-904A50746484}"/>
                      </a:ext>
                    </a:extLst>
                  </p:cNvPr>
                  <p:cNvSpPr/>
                  <p:nvPr/>
                </p:nvSpPr>
                <p:spPr>
                  <a:xfrm>
                    <a:off x="425125" y="106523"/>
                    <a:ext cx="44847" cy="44849"/>
                  </a:xfrm>
                  <a:custGeom>
                    <a:avLst/>
                    <a:gdLst>
                      <a:gd name="connsiteX0" fmla="*/ 27617 w 44847"/>
                      <a:gd name="connsiteY0" fmla="*/ 613 h 44849"/>
                      <a:gd name="connsiteX1" fmla="*/ 39574 w 44847"/>
                      <a:gd name="connsiteY1" fmla="*/ 7986 h 44849"/>
                      <a:gd name="connsiteX2" fmla="*/ 44766 w 44847"/>
                      <a:gd name="connsiteY2" fmla="*/ 24342 h 44849"/>
                      <a:gd name="connsiteX3" fmla="*/ 20509 w 44847"/>
                      <a:gd name="connsiteY3" fmla="*/ 44768 h 44849"/>
                      <a:gd name="connsiteX4" fmla="*/ 83 w 44847"/>
                      <a:gd name="connsiteY4" fmla="*/ 20511 h 44849"/>
                      <a:gd name="connsiteX5" fmla="*/ 7984 w 44847"/>
                      <a:gd name="connsiteY5" fmla="*/ 5277 h 44849"/>
                      <a:gd name="connsiteX6" fmla="*/ 24340 w 44847"/>
                      <a:gd name="connsiteY6" fmla="*/ 85 h 44849"/>
                      <a:gd name="connsiteX7" fmla="*/ 27617 w 44847"/>
                      <a:gd name="connsiteY7" fmla="*/ 613 h 44849"/>
                      <a:gd name="connsiteX8" fmla="*/ 18620 w 44847"/>
                      <a:gd name="connsiteY8" fmla="*/ 38479 h 44849"/>
                      <a:gd name="connsiteX9" fmla="*/ 21011 w 44847"/>
                      <a:gd name="connsiteY9" fmla="*/ 38862 h 44849"/>
                      <a:gd name="connsiteX10" fmla="*/ 38847 w 44847"/>
                      <a:gd name="connsiteY10" fmla="*/ 23840 h 44849"/>
                      <a:gd name="connsiteX11" fmla="*/ 35029 w 44847"/>
                      <a:gd name="connsiteY11" fmla="*/ 11804 h 44849"/>
                      <a:gd name="connsiteX12" fmla="*/ 23825 w 44847"/>
                      <a:gd name="connsiteY12" fmla="*/ 5990 h 44849"/>
                      <a:gd name="connsiteX13" fmla="*/ 23825 w 44847"/>
                      <a:gd name="connsiteY13" fmla="*/ 5990 h 44849"/>
                      <a:gd name="connsiteX14" fmla="*/ 11789 w 44847"/>
                      <a:gd name="connsiteY14" fmla="*/ 9809 h 44849"/>
                      <a:gd name="connsiteX15" fmla="*/ 5976 w 44847"/>
                      <a:gd name="connsiteY15" fmla="*/ 21013 h 44849"/>
                      <a:gd name="connsiteX16" fmla="*/ 18606 w 44847"/>
                      <a:gd name="connsiteY16" fmla="*/ 38466 h 448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47" h="44849">
                        <a:moveTo>
                          <a:pt x="27617" y="613"/>
                        </a:moveTo>
                        <a:cubicBezTo>
                          <a:pt x="32268" y="1710"/>
                          <a:pt x="36430" y="4260"/>
                          <a:pt x="39574" y="7986"/>
                        </a:cubicBezTo>
                        <a:cubicBezTo>
                          <a:pt x="43432" y="12570"/>
                          <a:pt x="45268" y="18370"/>
                          <a:pt x="44766" y="24342"/>
                        </a:cubicBezTo>
                        <a:cubicBezTo>
                          <a:pt x="43709" y="36656"/>
                          <a:pt x="32836" y="45812"/>
                          <a:pt x="20509" y="44768"/>
                        </a:cubicBezTo>
                        <a:cubicBezTo>
                          <a:pt x="8182" y="43685"/>
                          <a:pt x="-974" y="32824"/>
                          <a:pt x="83" y="20511"/>
                        </a:cubicBezTo>
                        <a:cubicBezTo>
                          <a:pt x="598" y="14539"/>
                          <a:pt x="3399" y="9135"/>
                          <a:pt x="7984" y="5277"/>
                        </a:cubicBezTo>
                        <a:cubicBezTo>
                          <a:pt x="12568" y="1419"/>
                          <a:pt x="18369" y="-431"/>
                          <a:pt x="24340" y="85"/>
                        </a:cubicBezTo>
                        <a:cubicBezTo>
                          <a:pt x="25450" y="177"/>
                          <a:pt x="26547" y="362"/>
                          <a:pt x="27617" y="613"/>
                        </a:cubicBezTo>
                        <a:close/>
                        <a:moveTo>
                          <a:pt x="18620" y="38479"/>
                        </a:moveTo>
                        <a:cubicBezTo>
                          <a:pt x="19399" y="38664"/>
                          <a:pt x="20192" y="38796"/>
                          <a:pt x="21011" y="38862"/>
                        </a:cubicBezTo>
                        <a:cubicBezTo>
                          <a:pt x="30075" y="39642"/>
                          <a:pt x="38068" y="32904"/>
                          <a:pt x="38847" y="23840"/>
                        </a:cubicBezTo>
                        <a:cubicBezTo>
                          <a:pt x="39217" y="19454"/>
                          <a:pt x="37870" y="15173"/>
                          <a:pt x="35029" y="11804"/>
                        </a:cubicBezTo>
                        <a:cubicBezTo>
                          <a:pt x="32188" y="8435"/>
                          <a:pt x="28212" y="6374"/>
                          <a:pt x="23825" y="5990"/>
                        </a:cubicBezTo>
                        <a:lnTo>
                          <a:pt x="23825" y="5990"/>
                        </a:lnTo>
                        <a:cubicBezTo>
                          <a:pt x="19439" y="5621"/>
                          <a:pt x="15158" y="6968"/>
                          <a:pt x="11789" y="9809"/>
                        </a:cubicBezTo>
                        <a:cubicBezTo>
                          <a:pt x="8420" y="12649"/>
                          <a:pt x="6359" y="16626"/>
                          <a:pt x="5976" y="21013"/>
                        </a:cubicBezTo>
                        <a:cubicBezTo>
                          <a:pt x="5275" y="29257"/>
                          <a:pt x="10785" y="36616"/>
                          <a:pt x="18606" y="3846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6" name="Forme libre : forme 1165">
                    <a:extLst>
                      <a:ext uri="{FF2B5EF4-FFF2-40B4-BE49-F238E27FC236}">
                        <a16:creationId xmlns:a16="http://schemas.microsoft.com/office/drawing/2014/main" id="{DA3B4171-CBC2-37CA-1470-91386D9FA947}"/>
                      </a:ext>
                    </a:extLst>
                  </p:cNvPr>
                  <p:cNvSpPr/>
                  <p:nvPr/>
                </p:nvSpPr>
                <p:spPr>
                  <a:xfrm>
                    <a:off x="391252" y="73359"/>
                    <a:ext cx="111718" cy="111704"/>
                  </a:xfrm>
                  <a:custGeom>
                    <a:avLst/>
                    <a:gdLst>
                      <a:gd name="connsiteX0" fmla="*/ 68677 w 111718"/>
                      <a:gd name="connsiteY0" fmla="*/ 1474 h 111704"/>
                      <a:gd name="connsiteX1" fmla="*/ 74134 w 111718"/>
                      <a:gd name="connsiteY1" fmla="*/ 3059 h 111704"/>
                      <a:gd name="connsiteX2" fmla="*/ 84452 w 111718"/>
                      <a:gd name="connsiteY2" fmla="*/ 7842 h 111704"/>
                      <a:gd name="connsiteX3" fmla="*/ 84888 w 111718"/>
                      <a:gd name="connsiteY3" fmla="*/ 8106 h 111704"/>
                      <a:gd name="connsiteX4" fmla="*/ 86236 w 111718"/>
                      <a:gd name="connsiteY4" fmla="*/ 11317 h 111704"/>
                      <a:gd name="connsiteX5" fmla="*/ 85879 w 111718"/>
                      <a:gd name="connsiteY5" fmla="*/ 12176 h 111704"/>
                      <a:gd name="connsiteX6" fmla="*/ 81810 w 111718"/>
                      <a:gd name="connsiteY6" fmla="*/ 13167 h 111704"/>
                      <a:gd name="connsiteX7" fmla="*/ 72191 w 111718"/>
                      <a:gd name="connsiteY7" fmla="*/ 8661 h 111704"/>
                      <a:gd name="connsiteX8" fmla="*/ 72191 w 111718"/>
                      <a:gd name="connsiteY8" fmla="*/ 8661 h 111704"/>
                      <a:gd name="connsiteX9" fmla="*/ 71636 w 111718"/>
                      <a:gd name="connsiteY9" fmla="*/ 8476 h 111704"/>
                      <a:gd name="connsiteX10" fmla="*/ 47260 w 111718"/>
                      <a:gd name="connsiteY10" fmla="*/ 6653 h 111704"/>
                      <a:gd name="connsiteX11" fmla="*/ 34458 w 111718"/>
                      <a:gd name="connsiteY11" fmla="*/ 10749 h 111704"/>
                      <a:gd name="connsiteX12" fmla="*/ 34352 w 111718"/>
                      <a:gd name="connsiteY12" fmla="*/ 10802 h 111704"/>
                      <a:gd name="connsiteX13" fmla="*/ 34048 w 111718"/>
                      <a:gd name="connsiteY13" fmla="*/ 10947 h 111704"/>
                      <a:gd name="connsiteX14" fmla="*/ 8707 w 111718"/>
                      <a:gd name="connsiteY14" fmla="*/ 39525 h 111704"/>
                      <a:gd name="connsiteX15" fmla="*/ 7280 w 111718"/>
                      <a:gd name="connsiteY15" fmla="*/ 44453 h 111704"/>
                      <a:gd name="connsiteX16" fmla="*/ 10993 w 111718"/>
                      <a:gd name="connsiteY16" fmla="*/ 77655 h 111704"/>
                      <a:gd name="connsiteX17" fmla="*/ 39571 w 111718"/>
                      <a:gd name="connsiteY17" fmla="*/ 102996 h 111704"/>
                      <a:gd name="connsiteX18" fmla="*/ 77701 w 111718"/>
                      <a:gd name="connsiteY18" fmla="*/ 100710 h 111704"/>
                      <a:gd name="connsiteX19" fmla="*/ 103042 w 111718"/>
                      <a:gd name="connsiteY19" fmla="*/ 72132 h 111704"/>
                      <a:gd name="connsiteX20" fmla="*/ 104455 w 111718"/>
                      <a:gd name="connsiteY20" fmla="*/ 67270 h 111704"/>
                      <a:gd name="connsiteX21" fmla="*/ 104733 w 111718"/>
                      <a:gd name="connsiteY21" fmla="*/ 45616 h 111704"/>
                      <a:gd name="connsiteX22" fmla="*/ 104746 w 111718"/>
                      <a:gd name="connsiteY22" fmla="*/ 44321 h 111704"/>
                      <a:gd name="connsiteX23" fmla="*/ 107019 w 111718"/>
                      <a:gd name="connsiteY23" fmla="*/ 42101 h 111704"/>
                      <a:gd name="connsiteX24" fmla="*/ 110533 w 111718"/>
                      <a:gd name="connsiteY24" fmla="*/ 44400 h 111704"/>
                      <a:gd name="connsiteX25" fmla="*/ 110229 w 111718"/>
                      <a:gd name="connsiteY25" fmla="*/ 68631 h 111704"/>
                      <a:gd name="connsiteX26" fmla="*/ 108644 w 111718"/>
                      <a:gd name="connsiteY26" fmla="*/ 74075 h 111704"/>
                      <a:gd name="connsiteX27" fmla="*/ 80290 w 111718"/>
                      <a:gd name="connsiteY27" fmla="*/ 106048 h 111704"/>
                      <a:gd name="connsiteX28" fmla="*/ 37628 w 111718"/>
                      <a:gd name="connsiteY28" fmla="*/ 108611 h 111704"/>
                      <a:gd name="connsiteX29" fmla="*/ 5655 w 111718"/>
                      <a:gd name="connsiteY29" fmla="*/ 80258 h 111704"/>
                      <a:gd name="connsiteX30" fmla="*/ 1493 w 111718"/>
                      <a:gd name="connsiteY30" fmla="*/ 43119 h 111704"/>
                      <a:gd name="connsiteX31" fmla="*/ 3092 w 111718"/>
                      <a:gd name="connsiteY31" fmla="*/ 37596 h 111704"/>
                      <a:gd name="connsiteX32" fmla="*/ 68650 w 111718"/>
                      <a:gd name="connsiteY32" fmla="*/ 1487 h 1117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111718" h="111704">
                        <a:moveTo>
                          <a:pt x="68677" y="1474"/>
                        </a:moveTo>
                        <a:cubicBezTo>
                          <a:pt x="70500" y="1910"/>
                          <a:pt x="72323" y="2438"/>
                          <a:pt x="74134" y="3059"/>
                        </a:cubicBezTo>
                        <a:cubicBezTo>
                          <a:pt x="77727" y="4301"/>
                          <a:pt x="81202" y="5913"/>
                          <a:pt x="84452" y="7842"/>
                        </a:cubicBezTo>
                        <a:cubicBezTo>
                          <a:pt x="84598" y="7935"/>
                          <a:pt x="84743" y="8014"/>
                          <a:pt x="84888" y="8106"/>
                        </a:cubicBezTo>
                        <a:cubicBezTo>
                          <a:pt x="86011" y="8793"/>
                          <a:pt x="86526" y="10101"/>
                          <a:pt x="86236" y="11317"/>
                        </a:cubicBezTo>
                        <a:cubicBezTo>
                          <a:pt x="86170" y="11608"/>
                          <a:pt x="86051" y="11898"/>
                          <a:pt x="85879" y="12176"/>
                        </a:cubicBezTo>
                        <a:cubicBezTo>
                          <a:pt x="85034" y="13576"/>
                          <a:pt x="83210" y="14012"/>
                          <a:pt x="81810" y="13167"/>
                        </a:cubicBezTo>
                        <a:cubicBezTo>
                          <a:pt x="78784" y="11330"/>
                          <a:pt x="75547" y="9811"/>
                          <a:pt x="72191" y="8661"/>
                        </a:cubicBezTo>
                        <a:lnTo>
                          <a:pt x="72191" y="8661"/>
                        </a:lnTo>
                        <a:cubicBezTo>
                          <a:pt x="72006" y="8595"/>
                          <a:pt x="71821" y="8529"/>
                          <a:pt x="71636" y="8476"/>
                        </a:cubicBezTo>
                        <a:cubicBezTo>
                          <a:pt x="63670" y="5807"/>
                          <a:pt x="55333" y="5226"/>
                          <a:pt x="47260" y="6653"/>
                        </a:cubicBezTo>
                        <a:cubicBezTo>
                          <a:pt x="42887" y="7433"/>
                          <a:pt x="38580" y="8793"/>
                          <a:pt x="34458" y="10749"/>
                        </a:cubicBezTo>
                        <a:cubicBezTo>
                          <a:pt x="34418" y="10762"/>
                          <a:pt x="34391" y="10775"/>
                          <a:pt x="34352" y="10802"/>
                        </a:cubicBezTo>
                        <a:cubicBezTo>
                          <a:pt x="34246" y="10855"/>
                          <a:pt x="34154" y="10894"/>
                          <a:pt x="34048" y="10947"/>
                        </a:cubicBezTo>
                        <a:cubicBezTo>
                          <a:pt x="22065" y="16774"/>
                          <a:pt x="13054" y="26920"/>
                          <a:pt x="8707" y="39525"/>
                        </a:cubicBezTo>
                        <a:cubicBezTo>
                          <a:pt x="8139" y="41150"/>
                          <a:pt x="7663" y="42801"/>
                          <a:pt x="7280" y="44453"/>
                        </a:cubicBezTo>
                        <a:cubicBezTo>
                          <a:pt x="4651" y="55604"/>
                          <a:pt x="5919" y="67217"/>
                          <a:pt x="10993" y="77655"/>
                        </a:cubicBezTo>
                        <a:cubicBezTo>
                          <a:pt x="16819" y="89638"/>
                          <a:pt x="26966" y="98636"/>
                          <a:pt x="39571" y="102996"/>
                        </a:cubicBezTo>
                        <a:cubicBezTo>
                          <a:pt x="52162" y="107343"/>
                          <a:pt x="65704" y="106537"/>
                          <a:pt x="77701" y="100710"/>
                        </a:cubicBezTo>
                        <a:cubicBezTo>
                          <a:pt x="89684" y="94884"/>
                          <a:pt x="98695" y="84737"/>
                          <a:pt x="103042" y="72132"/>
                        </a:cubicBezTo>
                        <a:cubicBezTo>
                          <a:pt x="103597" y="70534"/>
                          <a:pt x="104072" y="68909"/>
                          <a:pt x="104455" y="67270"/>
                        </a:cubicBezTo>
                        <a:cubicBezTo>
                          <a:pt x="106133" y="60162"/>
                          <a:pt x="106239" y="52763"/>
                          <a:pt x="104733" y="45616"/>
                        </a:cubicBezTo>
                        <a:cubicBezTo>
                          <a:pt x="104640" y="45180"/>
                          <a:pt x="104654" y="44730"/>
                          <a:pt x="104746" y="44321"/>
                        </a:cubicBezTo>
                        <a:cubicBezTo>
                          <a:pt x="104997" y="43237"/>
                          <a:pt x="105856" y="42339"/>
                          <a:pt x="107019" y="42101"/>
                        </a:cubicBezTo>
                        <a:cubicBezTo>
                          <a:pt x="108617" y="41771"/>
                          <a:pt x="110189" y="42788"/>
                          <a:pt x="110533" y="44400"/>
                        </a:cubicBezTo>
                        <a:cubicBezTo>
                          <a:pt x="112211" y="52407"/>
                          <a:pt x="112105" y="60677"/>
                          <a:pt x="110229" y="68631"/>
                        </a:cubicBezTo>
                        <a:cubicBezTo>
                          <a:pt x="109793" y="70468"/>
                          <a:pt x="109265" y="72291"/>
                          <a:pt x="108644" y="74075"/>
                        </a:cubicBezTo>
                        <a:cubicBezTo>
                          <a:pt x="103768" y="88172"/>
                          <a:pt x="93701" y="99521"/>
                          <a:pt x="80290" y="106048"/>
                        </a:cubicBezTo>
                        <a:cubicBezTo>
                          <a:pt x="66880" y="112575"/>
                          <a:pt x="51739" y="113486"/>
                          <a:pt x="37628" y="108611"/>
                        </a:cubicBezTo>
                        <a:cubicBezTo>
                          <a:pt x="23531" y="103736"/>
                          <a:pt x="12182" y="93668"/>
                          <a:pt x="5655" y="80258"/>
                        </a:cubicBezTo>
                        <a:cubicBezTo>
                          <a:pt x="-26" y="68578"/>
                          <a:pt x="-1453" y="55591"/>
                          <a:pt x="1493" y="43119"/>
                        </a:cubicBezTo>
                        <a:cubicBezTo>
                          <a:pt x="1929" y="41269"/>
                          <a:pt x="2458" y="39419"/>
                          <a:pt x="3092" y="37596"/>
                        </a:cubicBezTo>
                        <a:cubicBezTo>
                          <a:pt x="12525" y="10300"/>
                          <a:pt x="41130" y="-5013"/>
                          <a:pt x="68650" y="148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1062" name="Graphique 4366">
              <a:extLst>
                <a:ext uri="{FF2B5EF4-FFF2-40B4-BE49-F238E27FC236}">
                  <a16:creationId xmlns:a16="http://schemas.microsoft.com/office/drawing/2014/main" id="{11D7250B-802D-8AC2-3524-A60788D6F4AF}"/>
                </a:ext>
              </a:extLst>
            </p:cNvPr>
            <p:cNvGrpSpPr/>
            <p:nvPr/>
          </p:nvGrpSpPr>
          <p:grpSpPr>
            <a:xfrm>
              <a:off x="38162" y="131827"/>
              <a:ext cx="1182798" cy="918983"/>
              <a:chOff x="38162" y="131827"/>
              <a:chExt cx="1182798" cy="918983"/>
            </a:xfrm>
          </p:grpSpPr>
          <p:sp>
            <p:nvSpPr>
              <p:cNvPr id="1106" name="Forme libre : forme 1105">
                <a:extLst>
                  <a:ext uri="{FF2B5EF4-FFF2-40B4-BE49-F238E27FC236}">
                    <a16:creationId xmlns:a16="http://schemas.microsoft.com/office/drawing/2014/main" id="{82BB61F4-F28A-966F-2EAC-CE1E7DBB9A17}"/>
                  </a:ext>
                </a:extLst>
              </p:cNvPr>
              <p:cNvSpPr/>
              <p:nvPr/>
            </p:nvSpPr>
            <p:spPr>
              <a:xfrm>
                <a:off x="38162" y="203816"/>
                <a:ext cx="200490" cy="806447"/>
              </a:xfrm>
              <a:custGeom>
                <a:avLst/>
                <a:gdLst>
                  <a:gd name="connsiteX0" fmla="*/ 340 w 200490"/>
                  <a:gd name="connsiteY0" fmla="*/ 734125 h 806447"/>
                  <a:gd name="connsiteX1" fmla="*/ 70298 w 200490"/>
                  <a:gd name="connsiteY1" fmla="*/ 63623 h 806447"/>
                  <a:gd name="connsiteX2" fmla="*/ 179615 w 200490"/>
                  <a:gd name="connsiteY2" fmla="*/ 1645 h 806447"/>
                  <a:gd name="connsiteX3" fmla="*/ 200491 w 200490"/>
                  <a:gd name="connsiteY3" fmla="*/ 806448 h 806447"/>
                  <a:gd name="connsiteX4" fmla="*/ 64604 w 200490"/>
                  <a:gd name="connsiteY4" fmla="*/ 806448 h 806447"/>
                  <a:gd name="connsiteX5" fmla="*/ 16684 w 200490"/>
                  <a:gd name="connsiteY5" fmla="*/ 784767 h 806447"/>
                  <a:gd name="connsiteX6" fmla="*/ 327 w 200490"/>
                  <a:gd name="connsiteY6" fmla="*/ 734112 h 806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0490" h="806447">
                    <a:moveTo>
                      <a:pt x="340" y="734125"/>
                    </a:moveTo>
                    <a:cubicBezTo>
                      <a:pt x="17622" y="559817"/>
                      <a:pt x="60865" y="126909"/>
                      <a:pt x="70298" y="63623"/>
                    </a:cubicBezTo>
                    <a:cubicBezTo>
                      <a:pt x="82163" y="-15901"/>
                      <a:pt x="179615" y="1645"/>
                      <a:pt x="179615" y="1645"/>
                    </a:cubicBezTo>
                    <a:lnTo>
                      <a:pt x="200491" y="806448"/>
                    </a:lnTo>
                    <a:lnTo>
                      <a:pt x="64604" y="806448"/>
                    </a:lnTo>
                    <a:cubicBezTo>
                      <a:pt x="46345" y="806448"/>
                      <a:pt x="28931" y="798573"/>
                      <a:pt x="16684" y="784767"/>
                    </a:cubicBezTo>
                    <a:cubicBezTo>
                      <a:pt x="4449" y="770960"/>
                      <a:pt x="-1509" y="752609"/>
                      <a:pt x="327" y="734112"/>
                    </a:cubicBezTo>
                    <a:close/>
                  </a:path>
                </a:pathLst>
              </a:custGeom>
              <a:solidFill>
                <a:srgbClr val="332989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Forme libre : forme 1106">
                <a:extLst>
                  <a:ext uri="{FF2B5EF4-FFF2-40B4-BE49-F238E27FC236}">
                    <a16:creationId xmlns:a16="http://schemas.microsoft.com/office/drawing/2014/main" id="{67DBCCA4-565D-44F0-4342-E498CB23E97D}"/>
                  </a:ext>
                </a:extLst>
              </p:cNvPr>
              <p:cNvSpPr/>
              <p:nvPr/>
            </p:nvSpPr>
            <p:spPr>
              <a:xfrm>
                <a:off x="133814" y="204356"/>
                <a:ext cx="1079249" cy="846454"/>
              </a:xfrm>
              <a:custGeom>
                <a:avLst/>
                <a:gdLst>
                  <a:gd name="connsiteX0" fmla="*/ 1004029 w 1079249"/>
                  <a:gd name="connsiteY0" fmla="*/ 826216 h 846454"/>
                  <a:gd name="connsiteX1" fmla="*/ 1079232 w 1079249"/>
                  <a:gd name="connsiteY1" fmla="*/ 747749 h 846454"/>
                  <a:gd name="connsiteX2" fmla="*/ 1065373 w 1079249"/>
                  <a:gd name="connsiteY2" fmla="*/ 94383 h 846454"/>
                  <a:gd name="connsiteX3" fmla="*/ 999695 w 1079249"/>
                  <a:gd name="connsiteY3" fmla="*/ 28151 h 846454"/>
                  <a:gd name="connsiteX4" fmla="*/ 51409 w 1079249"/>
                  <a:gd name="connsiteY4" fmla="*/ 22 h 846454"/>
                  <a:gd name="connsiteX5" fmla="*/ 0 w 1079249"/>
                  <a:gd name="connsiteY5" fmla="*/ 50083 h 846454"/>
                  <a:gd name="connsiteX6" fmla="*/ 2273 w 1079249"/>
                  <a:gd name="connsiteY6" fmla="*/ 799210 h 846454"/>
                  <a:gd name="connsiteX7" fmla="*/ 50669 w 1079249"/>
                  <a:gd name="connsiteY7" fmla="*/ 846444 h 846454"/>
                  <a:gd name="connsiteX8" fmla="*/ 1004029 w 1079249"/>
                  <a:gd name="connsiteY8" fmla="*/ 826216 h 846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79249" h="846454">
                    <a:moveTo>
                      <a:pt x="1004029" y="826216"/>
                    </a:moveTo>
                    <a:cubicBezTo>
                      <a:pt x="1046466" y="825317"/>
                      <a:pt x="1080131" y="790186"/>
                      <a:pt x="1079232" y="747749"/>
                    </a:cubicBezTo>
                    <a:lnTo>
                      <a:pt x="1065373" y="94383"/>
                    </a:lnTo>
                    <a:cubicBezTo>
                      <a:pt x="1064606" y="58341"/>
                      <a:pt x="1035725" y="29221"/>
                      <a:pt x="999695" y="28151"/>
                    </a:cubicBezTo>
                    <a:lnTo>
                      <a:pt x="51409" y="22"/>
                    </a:lnTo>
                    <a:cubicBezTo>
                      <a:pt x="23201" y="-810"/>
                      <a:pt x="-79" y="21862"/>
                      <a:pt x="0" y="50083"/>
                    </a:cubicBezTo>
                    <a:lnTo>
                      <a:pt x="2273" y="799210"/>
                    </a:lnTo>
                    <a:cubicBezTo>
                      <a:pt x="2352" y="825714"/>
                      <a:pt x="24165" y="847012"/>
                      <a:pt x="50669" y="846444"/>
                    </a:cubicBezTo>
                    <a:lnTo>
                      <a:pt x="1004029" y="826216"/>
                    </a:lnTo>
                    <a:close/>
                  </a:path>
                </a:pathLst>
              </a:custGeom>
              <a:solidFill>
                <a:srgbClr val="332989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1108" name="Graphique 4366">
                <a:extLst>
                  <a:ext uri="{FF2B5EF4-FFF2-40B4-BE49-F238E27FC236}">
                    <a16:creationId xmlns:a16="http://schemas.microsoft.com/office/drawing/2014/main" id="{5795B8A7-912C-18A2-0601-8884BD998AD1}"/>
                  </a:ext>
                </a:extLst>
              </p:cNvPr>
              <p:cNvGrpSpPr/>
              <p:nvPr/>
            </p:nvGrpSpPr>
            <p:grpSpPr>
              <a:xfrm>
                <a:off x="170538" y="248639"/>
                <a:ext cx="1050422" cy="742390"/>
                <a:chOff x="170538" y="248639"/>
                <a:chExt cx="1050422" cy="742390"/>
              </a:xfrm>
            </p:grpSpPr>
            <p:sp>
              <p:nvSpPr>
                <p:cNvPr id="1157" name="Forme libre : forme 1156">
                  <a:extLst>
                    <a:ext uri="{FF2B5EF4-FFF2-40B4-BE49-F238E27FC236}">
                      <a16:creationId xmlns:a16="http://schemas.microsoft.com/office/drawing/2014/main" id="{1A3E4FA8-CED3-8886-EDD4-13F954E9277B}"/>
                    </a:ext>
                  </a:extLst>
                </p:cNvPr>
                <p:cNvSpPr/>
                <p:nvPr/>
              </p:nvSpPr>
              <p:spPr>
                <a:xfrm>
                  <a:off x="170538" y="248639"/>
                  <a:ext cx="1050422" cy="742390"/>
                </a:xfrm>
                <a:custGeom>
                  <a:avLst/>
                  <a:gdLst>
                    <a:gd name="connsiteX0" fmla="*/ 1028425 w 1050422"/>
                    <a:gd name="connsiteY0" fmla="*/ 727076 h 742390"/>
                    <a:gd name="connsiteX1" fmla="*/ 1050146 w 1050422"/>
                    <a:gd name="connsiteY1" fmla="*/ 701286 h 742390"/>
                    <a:gd name="connsiteX2" fmla="*/ 1006321 w 1050422"/>
                    <a:gd name="connsiteY2" fmla="*/ 52214 h 742390"/>
                    <a:gd name="connsiteX3" fmla="*/ 986384 w 1050422"/>
                    <a:gd name="connsiteY3" fmla="*/ 30401 h 742390"/>
                    <a:gd name="connsiteX4" fmla="*/ 33830 w 1050422"/>
                    <a:gd name="connsiteY4" fmla="*/ 13 h 742390"/>
                    <a:gd name="connsiteX5" fmla="*/ 9334 w 1050422"/>
                    <a:gd name="connsiteY5" fmla="*/ 22856 h 742390"/>
                    <a:gd name="connsiteX6" fmla="*/ 9942 w 1050422"/>
                    <a:gd name="connsiteY6" fmla="*/ 725953 h 742390"/>
                    <a:gd name="connsiteX7" fmla="*/ 28915 w 1050422"/>
                    <a:gd name="connsiteY7" fmla="*/ 742389 h 742390"/>
                    <a:gd name="connsiteX8" fmla="*/ 1028438 w 1050422"/>
                    <a:gd name="connsiteY8" fmla="*/ 727063 h 7423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0422" h="742390">
                      <a:moveTo>
                        <a:pt x="1028425" y="727076"/>
                      </a:moveTo>
                      <a:cubicBezTo>
                        <a:pt x="1042007" y="726864"/>
                        <a:pt x="1052259" y="714709"/>
                        <a:pt x="1050146" y="701286"/>
                      </a:cubicBezTo>
                      <a:cubicBezTo>
                        <a:pt x="1036154" y="612315"/>
                        <a:pt x="992224" y="306296"/>
                        <a:pt x="1006321" y="52214"/>
                      </a:cubicBezTo>
                      <a:cubicBezTo>
                        <a:pt x="1006968" y="40627"/>
                        <a:pt x="997984" y="30770"/>
                        <a:pt x="986384" y="30401"/>
                      </a:cubicBezTo>
                      <a:lnTo>
                        <a:pt x="33830" y="13"/>
                      </a:lnTo>
                      <a:cubicBezTo>
                        <a:pt x="20763" y="-410"/>
                        <a:pt x="9823" y="9790"/>
                        <a:pt x="9334" y="22856"/>
                      </a:cubicBezTo>
                      <a:cubicBezTo>
                        <a:pt x="5278" y="129676"/>
                        <a:pt x="-9810" y="569574"/>
                        <a:pt x="9942" y="725953"/>
                      </a:cubicBezTo>
                      <a:cubicBezTo>
                        <a:pt x="11144" y="735465"/>
                        <a:pt x="19323" y="742534"/>
                        <a:pt x="28915" y="742389"/>
                      </a:cubicBezTo>
                      <a:lnTo>
                        <a:pt x="1028438" y="727063"/>
                      </a:lnTo>
                      <a:close/>
                    </a:path>
                  </a:pathLst>
                </a:custGeom>
                <a:solidFill>
                  <a:srgbClr val="4438B7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8" name="Forme libre : forme 1157">
                  <a:extLst>
                    <a:ext uri="{FF2B5EF4-FFF2-40B4-BE49-F238E27FC236}">
                      <a16:creationId xmlns:a16="http://schemas.microsoft.com/office/drawing/2014/main" id="{8F4F6B9E-C976-B2AF-A3EA-F80995040C78}"/>
                    </a:ext>
                  </a:extLst>
                </p:cNvPr>
                <p:cNvSpPr/>
                <p:nvPr/>
              </p:nvSpPr>
              <p:spPr>
                <a:xfrm>
                  <a:off x="185175" y="266027"/>
                  <a:ext cx="1010883" cy="714432"/>
                </a:xfrm>
                <a:custGeom>
                  <a:avLst/>
                  <a:gdLst>
                    <a:gd name="connsiteX0" fmla="*/ 989715 w 1010883"/>
                    <a:gd name="connsiteY0" fmla="*/ 699686 h 714432"/>
                    <a:gd name="connsiteX1" fmla="*/ 1010617 w 1010883"/>
                    <a:gd name="connsiteY1" fmla="*/ 674874 h 714432"/>
                    <a:gd name="connsiteX2" fmla="*/ 968431 w 1010883"/>
                    <a:gd name="connsiteY2" fmla="*/ 50244 h 714432"/>
                    <a:gd name="connsiteX3" fmla="*/ 949247 w 1010883"/>
                    <a:gd name="connsiteY3" fmla="*/ 29250 h 714432"/>
                    <a:gd name="connsiteX4" fmla="*/ 32563 w 1010883"/>
                    <a:gd name="connsiteY4" fmla="*/ 12 h 714432"/>
                    <a:gd name="connsiteX5" fmla="*/ 8980 w 1010883"/>
                    <a:gd name="connsiteY5" fmla="*/ 21997 h 714432"/>
                    <a:gd name="connsiteX6" fmla="*/ 9561 w 1010883"/>
                    <a:gd name="connsiteY6" fmla="*/ 698616 h 714432"/>
                    <a:gd name="connsiteX7" fmla="*/ 27820 w 1010883"/>
                    <a:gd name="connsiteY7" fmla="*/ 714431 h 714432"/>
                    <a:gd name="connsiteX8" fmla="*/ 989702 w 1010883"/>
                    <a:gd name="connsiteY8" fmla="*/ 699686 h 714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10883" h="714432">
                      <a:moveTo>
                        <a:pt x="989715" y="699686"/>
                      </a:moveTo>
                      <a:cubicBezTo>
                        <a:pt x="1002782" y="699488"/>
                        <a:pt x="1012651" y="687782"/>
                        <a:pt x="1010617" y="674874"/>
                      </a:cubicBezTo>
                      <a:cubicBezTo>
                        <a:pt x="997154" y="589259"/>
                        <a:pt x="954875" y="294761"/>
                        <a:pt x="968431" y="50244"/>
                      </a:cubicBezTo>
                      <a:cubicBezTo>
                        <a:pt x="969051" y="39093"/>
                        <a:pt x="960411" y="29607"/>
                        <a:pt x="949247" y="29250"/>
                      </a:cubicBezTo>
                      <a:lnTo>
                        <a:pt x="32563" y="12"/>
                      </a:lnTo>
                      <a:cubicBezTo>
                        <a:pt x="19999" y="-385"/>
                        <a:pt x="9455" y="9432"/>
                        <a:pt x="8980" y="21997"/>
                      </a:cubicBezTo>
                      <a:cubicBezTo>
                        <a:pt x="5082" y="124800"/>
                        <a:pt x="-9438" y="548130"/>
                        <a:pt x="9561" y="698616"/>
                      </a:cubicBezTo>
                      <a:cubicBezTo>
                        <a:pt x="10710" y="707772"/>
                        <a:pt x="18598" y="714576"/>
                        <a:pt x="27820" y="714431"/>
                      </a:cubicBezTo>
                      <a:lnTo>
                        <a:pt x="989702" y="699686"/>
                      </a:lnTo>
                      <a:close/>
                    </a:path>
                  </a:pathLst>
                </a:custGeom>
                <a:solidFill>
                  <a:srgbClr val="B1ABE5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09" name="Forme libre : forme 1108">
                <a:extLst>
                  <a:ext uri="{FF2B5EF4-FFF2-40B4-BE49-F238E27FC236}">
                    <a16:creationId xmlns:a16="http://schemas.microsoft.com/office/drawing/2014/main" id="{07EEF4CB-14DA-7E0E-EEA0-D741C47D2993}"/>
                  </a:ext>
                </a:extLst>
              </p:cNvPr>
              <p:cNvSpPr/>
              <p:nvPr/>
            </p:nvSpPr>
            <p:spPr>
              <a:xfrm>
                <a:off x="507594" y="429957"/>
                <a:ext cx="105282" cy="105503"/>
              </a:xfrm>
              <a:custGeom>
                <a:avLst/>
                <a:gdLst>
                  <a:gd name="connsiteX0" fmla="*/ 103878 w 105282"/>
                  <a:gd name="connsiteY0" fmla="*/ 20669 h 105503"/>
                  <a:gd name="connsiteX1" fmla="*/ 105278 w 105282"/>
                  <a:gd name="connsiteY1" fmla="*/ 86690 h 105503"/>
                  <a:gd name="connsiteX2" fmla="*/ 87336 w 105282"/>
                  <a:gd name="connsiteY2" fmla="*/ 105121 h 105503"/>
                  <a:gd name="connsiteX3" fmla="*/ 19624 w 105282"/>
                  <a:gd name="connsiteY3" fmla="*/ 105504 h 105503"/>
                  <a:gd name="connsiteX4" fmla="*/ 1471 w 105282"/>
                  <a:gd name="connsiteY4" fmla="*/ 87839 h 105503"/>
                  <a:gd name="connsiteX5" fmla="*/ 4 w 105282"/>
                  <a:gd name="connsiteY5" fmla="*/ 18436 h 105503"/>
                  <a:gd name="connsiteX6" fmla="*/ 18845 w 105282"/>
                  <a:gd name="connsiteY6" fmla="*/ 18 h 105503"/>
                  <a:gd name="connsiteX7" fmla="*/ 86636 w 105282"/>
                  <a:gd name="connsiteY7" fmla="*/ 3017 h 105503"/>
                  <a:gd name="connsiteX8" fmla="*/ 103878 w 105282"/>
                  <a:gd name="connsiteY8" fmla="*/ 20669 h 105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282" h="105503">
                    <a:moveTo>
                      <a:pt x="103878" y="20669"/>
                    </a:moveTo>
                    <a:lnTo>
                      <a:pt x="105278" y="86690"/>
                    </a:lnTo>
                    <a:cubicBezTo>
                      <a:pt x="105490" y="96771"/>
                      <a:pt x="97417" y="105068"/>
                      <a:pt x="87336" y="105121"/>
                    </a:cubicBezTo>
                    <a:lnTo>
                      <a:pt x="19624" y="105504"/>
                    </a:lnTo>
                    <a:cubicBezTo>
                      <a:pt x="9768" y="105557"/>
                      <a:pt x="1682" y="97695"/>
                      <a:pt x="1471" y="87839"/>
                    </a:cubicBezTo>
                    <a:lnTo>
                      <a:pt x="4" y="18436"/>
                    </a:lnTo>
                    <a:cubicBezTo>
                      <a:pt x="-220" y="7998"/>
                      <a:pt x="8420" y="-444"/>
                      <a:pt x="18845" y="18"/>
                    </a:cubicBezTo>
                    <a:lnTo>
                      <a:pt x="86636" y="3017"/>
                    </a:lnTo>
                    <a:cubicBezTo>
                      <a:pt x="96136" y="3440"/>
                      <a:pt x="103680" y="11156"/>
                      <a:pt x="103878" y="20669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Forme libre : forme 1109">
                <a:extLst>
                  <a:ext uri="{FF2B5EF4-FFF2-40B4-BE49-F238E27FC236}">
                    <a16:creationId xmlns:a16="http://schemas.microsoft.com/office/drawing/2014/main" id="{F7D15E38-195B-42B4-B5E0-D8004623D826}"/>
                  </a:ext>
                </a:extLst>
              </p:cNvPr>
              <p:cNvSpPr/>
              <p:nvPr/>
            </p:nvSpPr>
            <p:spPr>
              <a:xfrm>
                <a:off x="761095" y="439779"/>
                <a:ext cx="105071" cy="95126"/>
              </a:xfrm>
              <a:custGeom>
                <a:avLst/>
                <a:gdLst>
                  <a:gd name="connsiteX0" fmla="*/ 87125 w 105071"/>
                  <a:gd name="connsiteY0" fmla="*/ 94743 h 95126"/>
                  <a:gd name="connsiteX1" fmla="*/ 19413 w 105071"/>
                  <a:gd name="connsiteY1" fmla="*/ 95127 h 95126"/>
                  <a:gd name="connsiteX2" fmla="*/ 1259 w 105071"/>
                  <a:gd name="connsiteY2" fmla="*/ 77462 h 95126"/>
                  <a:gd name="connsiteX3" fmla="*/ 4 w 105071"/>
                  <a:gd name="connsiteY3" fmla="*/ 18430 h 95126"/>
                  <a:gd name="connsiteX4" fmla="*/ 18700 w 105071"/>
                  <a:gd name="connsiteY4" fmla="*/ 13 h 95126"/>
                  <a:gd name="connsiteX5" fmla="*/ 86478 w 105071"/>
                  <a:gd name="connsiteY5" fmla="*/ 2444 h 95126"/>
                  <a:gd name="connsiteX6" fmla="*/ 103878 w 105071"/>
                  <a:gd name="connsiteY6" fmla="*/ 20095 h 95126"/>
                  <a:gd name="connsiteX7" fmla="*/ 105067 w 105071"/>
                  <a:gd name="connsiteY7" fmla="*/ 76313 h 95126"/>
                  <a:gd name="connsiteX8" fmla="*/ 87125 w 105071"/>
                  <a:gd name="connsiteY8" fmla="*/ 94743 h 95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071" h="95126">
                    <a:moveTo>
                      <a:pt x="87125" y="94743"/>
                    </a:moveTo>
                    <a:lnTo>
                      <a:pt x="19413" y="95127"/>
                    </a:lnTo>
                    <a:cubicBezTo>
                      <a:pt x="9557" y="95179"/>
                      <a:pt x="1471" y="87318"/>
                      <a:pt x="1259" y="77462"/>
                    </a:cubicBezTo>
                    <a:lnTo>
                      <a:pt x="4" y="18430"/>
                    </a:lnTo>
                    <a:cubicBezTo>
                      <a:pt x="-220" y="8059"/>
                      <a:pt x="8328" y="-371"/>
                      <a:pt x="18700" y="13"/>
                    </a:cubicBezTo>
                    <a:lnTo>
                      <a:pt x="86478" y="2444"/>
                    </a:lnTo>
                    <a:cubicBezTo>
                      <a:pt x="96043" y="2787"/>
                      <a:pt x="103680" y="10529"/>
                      <a:pt x="103878" y="20095"/>
                    </a:cubicBezTo>
                    <a:lnTo>
                      <a:pt x="105067" y="76313"/>
                    </a:lnTo>
                    <a:cubicBezTo>
                      <a:pt x="105278" y="86393"/>
                      <a:pt x="97206" y="94691"/>
                      <a:pt x="87125" y="94743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Forme libre : forme 1110">
                <a:extLst>
                  <a:ext uri="{FF2B5EF4-FFF2-40B4-BE49-F238E27FC236}">
                    <a16:creationId xmlns:a16="http://schemas.microsoft.com/office/drawing/2014/main" id="{A046A1E1-E535-063C-8B16-C4E61AB2C58F}"/>
                  </a:ext>
                </a:extLst>
              </p:cNvPr>
              <p:cNvSpPr/>
              <p:nvPr/>
            </p:nvSpPr>
            <p:spPr>
              <a:xfrm>
                <a:off x="769379" y="827976"/>
                <a:ext cx="105098" cy="102439"/>
              </a:xfrm>
              <a:custGeom>
                <a:avLst/>
                <a:gdLst>
                  <a:gd name="connsiteX0" fmla="*/ 19519 w 105098"/>
                  <a:gd name="connsiteY0" fmla="*/ 622 h 102439"/>
                  <a:gd name="connsiteX1" fmla="*/ 83928 w 105098"/>
                  <a:gd name="connsiteY1" fmla="*/ 1 h 102439"/>
                  <a:gd name="connsiteX2" fmla="*/ 103812 w 105098"/>
                  <a:gd name="connsiteY2" fmla="*/ 19277 h 102439"/>
                  <a:gd name="connsiteX3" fmla="*/ 105094 w 105098"/>
                  <a:gd name="connsiteY3" fmla="*/ 79604 h 102439"/>
                  <a:gd name="connsiteX4" fmla="*/ 86227 w 105098"/>
                  <a:gd name="connsiteY4" fmla="*/ 99700 h 102439"/>
                  <a:gd name="connsiteX5" fmla="*/ 21858 w 105098"/>
                  <a:gd name="connsiteY5" fmla="*/ 102421 h 102439"/>
                  <a:gd name="connsiteX6" fmla="*/ 1326 w 105098"/>
                  <a:gd name="connsiteY6" fmla="*/ 83158 h 102439"/>
                  <a:gd name="connsiteX7" fmla="*/ 5 w 105098"/>
                  <a:gd name="connsiteY7" fmla="*/ 20731 h 102439"/>
                  <a:gd name="connsiteX8" fmla="*/ 19506 w 105098"/>
                  <a:gd name="connsiteY8" fmla="*/ 609 h 10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098" h="102439">
                    <a:moveTo>
                      <a:pt x="19519" y="622"/>
                    </a:moveTo>
                    <a:lnTo>
                      <a:pt x="83928" y="1"/>
                    </a:lnTo>
                    <a:cubicBezTo>
                      <a:pt x="94722" y="-105"/>
                      <a:pt x="103588" y="8496"/>
                      <a:pt x="103812" y="19277"/>
                    </a:cubicBezTo>
                    <a:lnTo>
                      <a:pt x="105094" y="79604"/>
                    </a:lnTo>
                    <a:cubicBezTo>
                      <a:pt x="105319" y="90319"/>
                      <a:pt x="96942" y="99250"/>
                      <a:pt x="86227" y="99700"/>
                    </a:cubicBezTo>
                    <a:lnTo>
                      <a:pt x="21858" y="102421"/>
                    </a:lnTo>
                    <a:cubicBezTo>
                      <a:pt x="10825" y="102884"/>
                      <a:pt x="1564" y="94203"/>
                      <a:pt x="1326" y="83158"/>
                    </a:cubicBezTo>
                    <a:lnTo>
                      <a:pt x="5" y="20731"/>
                    </a:lnTo>
                    <a:cubicBezTo>
                      <a:pt x="-233" y="9765"/>
                      <a:pt x="8540" y="728"/>
                      <a:pt x="19506" y="609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Forme libre : forme 1111">
                <a:extLst>
                  <a:ext uri="{FF2B5EF4-FFF2-40B4-BE49-F238E27FC236}">
                    <a16:creationId xmlns:a16="http://schemas.microsoft.com/office/drawing/2014/main" id="{5D9AABE4-8FF6-F1A5-470D-10D0D8700015}"/>
                  </a:ext>
                </a:extLst>
              </p:cNvPr>
              <p:cNvSpPr/>
              <p:nvPr/>
            </p:nvSpPr>
            <p:spPr>
              <a:xfrm>
                <a:off x="896004" y="826747"/>
                <a:ext cx="105018" cy="98317"/>
              </a:xfrm>
              <a:custGeom>
                <a:avLst/>
                <a:gdLst>
                  <a:gd name="connsiteX0" fmla="*/ 1259 w 105018"/>
                  <a:gd name="connsiteY0" fmla="*/ 79379 h 98317"/>
                  <a:gd name="connsiteX1" fmla="*/ 4 w 105018"/>
                  <a:gd name="connsiteY1" fmla="*/ 20400 h 98317"/>
                  <a:gd name="connsiteX2" fmla="*/ 19175 w 105018"/>
                  <a:gd name="connsiteY2" fmla="*/ 635 h 98317"/>
                  <a:gd name="connsiteX3" fmla="*/ 84271 w 105018"/>
                  <a:gd name="connsiteY3" fmla="*/ 1 h 98317"/>
                  <a:gd name="connsiteX4" fmla="*/ 103812 w 105018"/>
                  <a:gd name="connsiteY4" fmla="*/ 18947 h 98317"/>
                  <a:gd name="connsiteX5" fmla="*/ 105014 w 105018"/>
                  <a:gd name="connsiteY5" fmla="*/ 75799 h 98317"/>
                  <a:gd name="connsiteX6" fmla="*/ 86478 w 105018"/>
                  <a:gd name="connsiteY6" fmla="*/ 95551 h 98317"/>
                  <a:gd name="connsiteX7" fmla="*/ 21434 w 105018"/>
                  <a:gd name="connsiteY7" fmla="*/ 98299 h 98317"/>
                  <a:gd name="connsiteX8" fmla="*/ 1259 w 105018"/>
                  <a:gd name="connsiteY8" fmla="*/ 79366 h 98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018" h="98317">
                    <a:moveTo>
                      <a:pt x="1259" y="79379"/>
                    </a:moveTo>
                    <a:lnTo>
                      <a:pt x="4" y="20400"/>
                    </a:lnTo>
                    <a:cubicBezTo>
                      <a:pt x="-220" y="9619"/>
                      <a:pt x="8394" y="741"/>
                      <a:pt x="19175" y="635"/>
                    </a:cubicBezTo>
                    <a:lnTo>
                      <a:pt x="84271" y="1"/>
                    </a:lnTo>
                    <a:cubicBezTo>
                      <a:pt x="94881" y="-105"/>
                      <a:pt x="103587" y="8351"/>
                      <a:pt x="103812" y="18947"/>
                    </a:cubicBezTo>
                    <a:lnTo>
                      <a:pt x="105014" y="75799"/>
                    </a:lnTo>
                    <a:cubicBezTo>
                      <a:pt x="105239" y="86329"/>
                      <a:pt x="96995" y="95102"/>
                      <a:pt x="86478" y="95551"/>
                    </a:cubicBezTo>
                    <a:lnTo>
                      <a:pt x="21434" y="98299"/>
                    </a:lnTo>
                    <a:cubicBezTo>
                      <a:pt x="10587" y="98762"/>
                      <a:pt x="1484" y="90213"/>
                      <a:pt x="1259" y="79366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Forme libre : forme 1112">
                <a:extLst>
                  <a:ext uri="{FF2B5EF4-FFF2-40B4-BE49-F238E27FC236}">
                    <a16:creationId xmlns:a16="http://schemas.microsoft.com/office/drawing/2014/main" id="{0A5509BC-0F0C-81D3-25DD-092E7BF214FF}"/>
                  </a:ext>
                </a:extLst>
              </p:cNvPr>
              <p:cNvSpPr/>
              <p:nvPr/>
            </p:nvSpPr>
            <p:spPr>
              <a:xfrm>
                <a:off x="890573" y="570155"/>
                <a:ext cx="104808" cy="90091"/>
              </a:xfrm>
              <a:custGeom>
                <a:avLst/>
                <a:gdLst>
                  <a:gd name="connsiteX0" fmla="*/ 1035 w 104808"/>
                  <a:gd name="connsiteY0" fmla="*/ 69694 h 90091"/>
                  <a:gd name="connsiteX1" fmla="*/ 5 w 104808"/>
                  <a:gd name="connsiteY1" fmla="*/ 21272 h 90091"/>
                  <a:gd name="connsiteX2" fmla="*/ 20867 w 104808"/>
                  <a:gd name="connsiteY2" fmla="*/ 0 h 90091"/>
                  <a:gd name="connsiteX3" fmla="*/ 83030 w 104808"/>
                  <a:gd name="connsiteY3" fmla="*/ 106 h 90091"/>
                  <a:gd name="connsiteX4" fmla="*/ 103826 w 104808"/>
                  <a:gd name="connsiteY4" fmla="*/ 20505 h 90091"/>
                  <a:gd name="connsiteX5" fmla="*/ 104803 w 104808"/>
                  <a:gd name="connsiteY5" fmla="*/ 66774 h 90091"/>
                  <a:gd name="connsiteX6" fmla="*/ 84655 w 104808"/>
                  <a:gd name="connsiteY6" fmla="*/ 88046 h 90091"/>
                  <a:gd name="connsiteX7" fmla="*/ 22545 w 104808"/>
                  <a:gd name="connsiteY7" fmla="*/ 90080 h 90091"/>
                  <a:gd name="connsiteX8" fmla="*/ 1035 w 104808"/>
                  <a:gd name="connsiteY8" fmla="*/ 69694 h 90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808" h="90091">
                    <a:moveTo>
                      <a:pt x="1035" y="69694"/>
                    </a:moveTo>
                    <a:lnTo>
                      <a:pt x="5" y="21272"/>
                    </a:lnTo>
                    <a:cubicBezTo>
                      <a:pt x="-246" y="9579"/>
                      <a:pt x="9174" y="-26"/>
                      <a:pt x="20867" y="0"/>
                    </a:cubicBezTo>
                    <a:lnTo>
                      <a:pt x="83030" y="106"/>
                    </a:lnTo>
                    <a:cubicBezTo>
                      <a:pt x="94353" y="132"/>
                      <a:pt x="103588" y="9182"/>
                      <a:pt x="103826" y="20505"/>
                    </a:cubicBezTo>
                    <a:lnTo>
                      <a:pt x="104803" y="66774"/>
                    </a:lnTo>
                    <a:cubicBezTo>
                      <a:pt x="105041" y="78189"/>
                      <a:pt x="96057" y="87662"/>
                      <a:pt x="84655" y="88046"/>
                    </a:cubicBezTo>
                    <a:lnTo>
                      <a:pt x="22545" y="90080"/>
                    </a:lnTo>
                    <a:cubicBezTo>
                      <a:pt x="10945" y="90463"/>
                      <a:pt x="1273" y="81294"/>
                      <a:pt x="1035" y="69694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Forme libre : forme 1113">
                <a:extLst>
                  <a:ext uri="{FF2B5EF4-FFF2-40B4-BE49-F238E27FC236}">
                    <a16:creationId xmlns:a16="http://schemas.microsoft.com/office/drawing/2014/main" id="{94482B77-81FA-829A-6939-E8E27EC35913}"/>
                  </a:ext>
                </a:extLst>
              </p:cNvPr>
              <p:cNvSpPr/>
              <p:nvPr/>
            </p:nvSpPr>
            <p:spPr>
              <a:xfrm>
                <a:off x="893018" y="684640"/>
                <a:ext cx="105388" cy="114851"/>
              </a:xfrm>
              <a:custGeom>
                <a:avLst/>
                <a:gdLst>
                  <a:gd name="connsiteX0" fmla="*/ 1577 w 105388"/>
                  <a:gd name="connsiteY0" fmla="*/ 95905 h 114851"/>
                  <a:gd name="connsiteX1" fmla="*/ 4 w 105388"/>
                  <a:gd name="connsiteY1" fmla="*/ 21851 h 114851"/>
                  <a:gd name="connsiteX2" fmla="*/ 18726 w 105388"/>
                  <a:gd name="connsiteY2" fmla="*/ 2086 h 114851"/>
                  <a:gd name="connsiteX3" fmla="*/ 82289 w 105388"/>
                  <a:gd name="connsiteY3" fmla="*/ 12 h 114851"/>
                  <a:gd name="connsiteX4" fmla="*/ 103799 w 105388"/>
                  <a:gd name="connsiteY4" fmla="*/ 20398 h 114851"/>
                  <a:gd name="connsiteX5" fmla="*/ 105384 w 105388"/>
                  <a:gd name="connsiteY5" fmla="*/ 95086 h 114851"/>
                  <a:gd name="connsiteX6" fmla="*/ 86029 w 105388"/>
                  <a:gd name="connsiteY6" fmla="*/ 114851 h 114851"/>
                  <a:gd name="connsiteX7" fmla="*/ 20919 w 105388"/>
                  <a:gd name="connsiteY7" fmla="*/ 114851 h 114851"/>
                  <a:gd name="connsiteX8" fmla="*/ 1563 w 105388"/>
                  <a:gd name="connsiteY8" fmla="*/ 95905 h 114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388" h="114851">
                    <a:moveTo>
                      <a:pt x="1577" y="95905"/>
                    </a:moveTo>
                    <a:lnTo>
                      <a:pt x="4" y="21851"/>
                    </a:lnTo>
                    <a:cubicBezTo>
                      <a:pt x="-220" y="11242"/>
                      <a:pt x="8130" y="2443"/>
                      <a:pt x="18726" y="2086"/>
                    </a:cubicBezTo>
                    <a:lnTo>
                      <a:pt x="82289" y="12"/>
                    </a:lnTo>
                    <a:cubicBezTo>
                      <a:pt x="93890" y="-372"/>
                      <a:pt x="103561" y="8798"/>
                      <a:pt x="103799" y="20398"/>
                    </a:cubicBezTo>
                    <a:lnTo>
                      <a:pt x="105384" y="95086"/>
                    </a:lnTo>
                    <a:cubicBezTo>
                      <a:pt x="105609" y="105933"/>
                      <a:pt x="96876" y="114851"/>
                      <a:pt x="86029" y="114851"/>
                    </a:cubicBezTo>
                    <a:lnTo>
                      <a:pt x="20919" y="114851"/>
                    </a:lnTo>
                    <a:cubicBezTo>
                      <a:pt x="10389" y="114851"/>
                      <a:pt x="1788" y="106435"/>
                      <a:pt x="1563" y="95905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Forme libre : forme 1114">
                <a:extLst>
                  <a:ext uri="{FF2B5EF4-FFF2-40B4-BE49-F238E27FC236}">
                    <a16:creationId xmlns:a16="http://schemas.microsoft.com/office/drawing/2014/main" id="{99BEC545-8D90-86F1-186F-2B54872EFCA3}"/>
                  </a:ext>
                </a:extLst>
              </p:cNvPr>
              <p:cNvSpPr/>
              <p:nvPr/>
            </p:nvSpPr>
            <p:spPr>
              <a:xfrm>
                <a:off x="634351" y="435221"/>
                <a:ext cx="105190" cy="100397"/>
              </a:xfrm>
              <a:custGeom>
                <a:avLst/>
                <a:gdLst>
                  <a:gd name="connsiteX0" fmla="*/ 87231 w 105190"/>
                  <a:gd name="connsiteY0" fmla="*/ 100014 h 100397"/>
                  <a:gd name="connsiteX1" fmla="*/ 19519 w 105190"/>
                  <a:gd name="connsiteY1" fmla="*/ 100397 h 100397"/>
                  <a:gd name="connsiteX2" fmla="*/ 1365 w 105190"/>
                  <a:gd name="connsiteY2" fmla="*/ 82733 h 100397"/>
                  <a:gd name="connsiteX3" fmla="*/ 4 w 105190"/>
                  <a:gd name="connsiteY3" fmla="*/ 18429 h 100397"/>
                  <a:gd name="connsiteX4" fmla="*/ 18699 w 105190"/>
                  <a:gd name="connsiteY4" fmla="*/ 12 h 100397"/>
                  <a:gd name="connsiteX5" fmla="*/ 86478 w 105190"/>
                  <a:gd name="connsiteY5" fmla="*/ 2443 h 100397"/>
                  <a:gd name="connsiteX6" fmla="*/ 103878 w 105190"/>
                  <a:gd name="connsiteY6" fmla="*/ 20094 h 100397"/>
                  <a:gd name="connsiteX7" fmla="*/ 105186 w 105190"/>
                  <a:gd name="connsiteY7" fmla="*/ 81583 h 100397"/>
                  <a:gd name="connsiteX8" fmla="*/ 87244 w 105190"/>
                  <a:gd name="connsiteY8" fmla="*/ 100014 h 100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190" h="100397">
                    <a:moveTo>
                      <a:pt x="87231" y="100014"/>
                    </a:moveTo>
                    <a:lnTo>
                      <a:pt x="19519" y="100397"/>
                    </a:lnTo>
                    <a:cubicBezTo>
                      <a:pt x="9662" y="100450"/>
                      <a:pt x="1577" y="92589"/>
                      <a:pt x="1365" y="82733"/>
                    </a:cubicBezTo>
                    <a:lnTo>
                      <a:pt x="4" y="18429"/>
                    </a:lnTo>
                    <a:cubicBezTo>
                      <a:pt x="-220" y="8058"/>
                      <a:pt x="8328" y="-358"/>
                      <a:pt x="18699" y="12"/>
                    </a:cubicBezTo>
                    <a:lnTo>
                      <a:pt x="86478" y="2443"/>
                    </a:lnTo>
                    <a:cubicBezTo>
                      <a:pt x="96043" y="2786"/>
                      <a:pt x="103680" y="10529"/>
                      <a:pt x="103878" y="20094"/>
                    </a:cubicBezTo>
                    <a:lnTo>
                      <a:pt x="105186" y="81583"/>
                    </a:lnTo>
                    <a:cubicBezTo>
                      <a:pt x="105397" y="91664"/>
                      <a:pt x="97325" y="99961"/>
                      <a:pt x="87244" y="100014"/>
                    </a:cubicBezTo>
                    <a:close/>
                  </a:path>
                </a:pathLst>
              </a:custGeom>
              <a:solidFill>
                <a:srgbClr val="FFD040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Forme libre : forme 1115">
                <a:extLst>
                  <a:ext uri="{FF2B5EF4-FFF2-40B4-BE49-F238E27FC236}">
                    <a16:creationId xmlns:a16="http://schemas.microsoft.com/office/drawing/2014/main" id="{B02FA619-791B-1A32-53A8-E551B6DBFDC3}"/>
                  </a:ext>
                </a:extLst>
              </p:cNvPr>
              <p:cNvSpPr/>
              <p:nvPr/>
            </p:nvSpPr>
            <p:spPr>
              <a:xfrm>
                <a:off x="766459" y="688737"/>
                <a:ext cx="105296" cy="110767"/>
              </a:xfrm>
              <a:custGeom>
                <a:avLst/>
                <a:gdLst>
                  <a:gd name="connsiteX0" fmla="*/ 1471 w 105296"/>
                  <a:gd name="connsiteY0" fmla="*/ 91491 h 110767"/>
                  <a:gd name="connsiteX1" fmla="*/ 4 w 105296"/>
                  <a:gd name="connsiteY1" fmla="*/ 22233 h 110767"/>
                  <a:gd name="connsiteX2" fmla="*/ 19056 w 105296"/>
                  <a:gd name="connsiteY2" fmla="*/ 2125 h 110767"/>
                  <a:gd name="connsiteX3" fmla="*/ 83439 w 105296"/>
                  <a:gd name="connsiteY3" fmla="*/ 11 h 110767"/>
                  <a:gd name="connsiteX4" fmla="*/ 103772 w 105296"/>
                  <a:gd name="connsiteY4" fmla="*/ 19287 h 110767"/>
                  <a:gd name="connsiteX5" fmla="*/ 105292 w 105296"/>
                  <a:gd name="connsiteY5" fmla="*/ 90646 h 110767"/>
                  <a:gd name="connsiteX6" fmla="*/ 85606 w 105296"/>
                  <a:gd name="connsiteY6" fmla="*/ 110768 h 110767"/>
                  <a:gd name="connsiteX7" fmla="*/ 21183 w 105296"/>
                  <a:gd name="connsiteY7" fmla="*/ 110768 h 110767"/>
                  <a:gd name="connsiteX8" fmla="*/ 1484 w 105296"/>
                  <a:gd name="connsiteY8" fmla="*/ 91491 h 110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296" h="110767">
                    <a:moveTo>
                      <a:pt x="1471" y="91491"/>
                    </a:moveTo>
                    <a:lnTo>
                      <a:pt x="4" y="22233"/>
                    </a:lnTo>
                    <a:cubicBezTo>
                      <a:pt x="-220" y="11452"/>
                      <a:pt x="8275" y="2481"/>
                      <a:pt x="19056" y="2125"/>
                    </a:cubicBezTo>
                    <a:lnTo>
                      <a:pt x="83439" y="11"/>
                    </a:lnTo>
                    <a:cubicBezTo>
                      <a:pt x="94405" y="-346"/>
                      <a:pt x="103548" y="8321"/>
                      <a:pt x="103772" y="19287"/>
                    </a:cubicBezTo>
                    <a:lnTo>
                      <a:pt x="105292" y="90646"/>
                    </a:lnTo>
                    <a:cubicBezTo>
                      <a:pt x="105530" y="101691"/>
                      <a:pt x="96638" y="110755"/>
                      <a:pt x="85606" y="110768"/>
                    </a:cubicBezTo>
                    <a:lnTo>
                      <a:pt x="21183" y="110768"/>
                    </a:lnTo>
                    <a:cubicBezTo>
                      <a:pt x="10468" y="110768"/>
                      <a:pt x="1709" y="102206"/>
                      <a:pt x="1484" y="91491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Forme libre : forme 1116">
                <a:extLst>
                  <a:ext uri="{FF2B5EF4-FFF2-40B4-BE49-F238E27FC236}">
                    <a16:creationId xmlns:a16="http://schemas.microsoft.com/office/drawing/2014/main" id="{1EDAB554-5306-696B-583E-AE01ECF04355}"/>
                  </a:ext>
                </a:extLst>
              </p:cNvPr>
              <p:cNvSpPr/>
              <p:nvPr/>
            </p:nvSpPr>
            <p:spPr>
              <a:xfrm>
                <a:off x="637127" y="569693"/>
                <a:ext cx="105254" cy="99033"/>
              </a:xfrm>
              <a:custGeom>
                <a:avLst/>
                <a:gdLst>
                  <a:gd name="connsiteX0" fmla="*/ 14973 w 105254"/>
                  <a:gd name="connsiteY0" fmla="*/ 0 h 99033"/>
                  <a:gd name="connsiteX1" fmla="*/ 88921 w 105254"/>
                  <a:gd name="connsiteY1" fmla="*/ 132 h 99033"/>
                  <a:gd name="connsiteX2" fmla="*/ 103837 w 105254"/>
                  <a:gd name="connsiteY2" fmla="*/ 14758 h 99033"/>
                  <a:gd name="connsiteX3" fmla="*/ 105251 w 105254"/>
                  <a:gd name="connsiteY3" fmla="*/ 81360 h 99033"/>
                  <a:gd name="connsiteX4" fmla="*/ 90797 w 105254"/>
                  <a:gd name="connsiteY4" fmla="*/ 96607 h 99033"/>
                  <a:gd name="connsiteX5" fmla="*/ 16902 w 105254"/>
                  <a:gd name="connsiteY5" fmla="*/ 99025 h 99033"/>
                  <a:gd name="connsiteX6" fmla="*/ 1470 w 105254"/>
                  <a:gd name="connsiteY6" fmla="*/ 84412 h 99033"/>
                  <a:gd name="connsiteX7" fmla="*/ 3 w 105254"/>
                  <a:gd name="connsiteY7" fmla="*/ 15260 h 99033"/>
                  <a:gd name="connsiteX8" fmla="*/ 14973 w 105254"/>
                  <a:gd name="connsiteY8" fmla="*/ 0 h 99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254" h="99033">
                    <a:moveTo>
                      <a:pt x="14973" y="0"/>
                    </a:moveTo>
                    <a:lnTo>
                      <a:pt x="88921" y="132"/>
                    </a:lnTo>
                    <a:cubicBezTo>
                      <a:pt x="97033" y="145"/>
                      <a:pt x="103665" y="6646"/>
                      <a:pt x="103837" y="14758"/>
                    </a:cubicBezTo>
                    <a:lnTo>
                      <a:pt x="105251" y="81360"/>
                    </a:lnTo>
                    <a:cubicBezTo>
                      <a:pt x="105423" y="89539"/>
                      <a:pt x="98988" y="96343"/>
                      <a:pt x="90797" y="96607"/>
                    </a:cubicBezTo>
                    <a:lnTo>
                      <a:pt x="16902" y="99025"/>
                    </a:lnTo>
                    <a:cubicBezTo>
                      <a:pt x="8591" y="99302"/>
                      <a:pt x="1655" y="92723"/>
                      <a:pt x="1470" y="84412"/>
                    </a:cubicBezTo>
                    <a:lnTo>
                      <a:pt x="3" y="15260"/>
                    </a:lnTo>
                    <a:cubicBezTo>
                      <a:pt x="-169" y="6870"/>
                      <a:pt x="6583" y="-13"/>
                      <a:pt x="14973" y="0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Forme libre : forme 1117">
                <a:extLst>
                  <a:ext uri="{FF2B5EF4-FFF2-40B4-BE49-F238E27FC236}">
                    <a16:creationId xmlns:a16="http://schemas.microsoft.com/office/drawing/2014/main" id="{A5A4AEEF-CF11-3A2D-CECD-5456E5401AD4}"/>
                  </a:ext>
                </a:extLst>
              </p:cNvPr>
              <p:cNvSpPr/>
              <p:nvPr/>
            </p:nvSpPr>
            <p:spPr>
              <a:xfrm>
                <a:off x="510567" y="569481"/>
                <a:ext cx="105164" cy="103263"/>
              </a:xfrm>
              <a:custGeom>
                <a:avLst/>
                <a:gdLst>
                  <a:gd name="connsiteX0" fmla="*/ 103812 w 105164"/>
                  <a:gd name="connsiteY0" fmla="*/ 18484 h 103263"/>
                  <a:gd name="connsiteX1" fmla="*/ 105160 w 105164"/>
                  <a:gd name="connsiteY1" fmla="*/ 81915 h 103263"/>
                  <a:gd name="connsiteX2" fmla="*/ 87006 w 105164"/>
                  <a:gd name="connsiteY2" fmla="*/ 101086 h 103263"/>
                  <a:gd name="connsiteX3" fmla="*/ 20787 w 105164"/>
                  <a:gd name="connsiteY3" fmla="*/ 103253 h 103263"/>
                  <a:gd name="connsiteX4" fmla="*/ 1405 w 105164"/>
                  <a:gd name="connsiteY4" fmla="*/ 84888 h 103263"/>
                  <a:gd name="connsiteX5" fmla="*/ 4 w 105164"/>
                  <a:gd name="connsiteY5" fmla="*/ 19171 h 103263"/>
                  <a:gd name="connsiteX6" fmla="*/ 18818 w 105164"/>
                  <a:gd name="connsiteY6" fmla="*/ 0 h 103263"/>
                  <a:gd name="connsiteX7" fmla="*/ 85090 w 105164"/>
                  <a:gd name="connsiteY7" fmla="*/ 119 h 103263"/>
                  <a:gd name="connsiteX8" fmla="*/ 103825 w 105164"/>
                  <a:gd name="connsiteY8" fmla="*/ 18497 h 103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164" h="103263">
                    <a:moveTo>
                      <a:pt x="103812" y="18484"/>
                    </a:moveTo>
                    <a:lnTo>
                      <a:pt x="105160" y="81915"/>
                    </a:lnTo>
                    <a:cubicBezTo>
                      <a:pt x="105384" y="92194"/>
                      <a:pt x="97285" y="100742"/>
                      <a:pt x="87006" y="101086"/>
                    </a:cubicBezTo>
                    <a:lnTo>
                      <a:pt x="20787" y="103253"/>
                    </a:lnTo>
                    <a:cubicBezTo>
                      <a:pt x="10336" y="103596"/>
                      <a:pt x="1616" y="95339"/>
                      <a:pt x="1405" y="84888"/>
                    </a:cubicBezTo>
                    <a:lnTo>
                      <a:pt x="4" y="19171"/>
                    </a:lnTo>
                    <a:cubicBezTo>
                      <a:pt x="-220" y="8628"/>
                      <a:pt x="8275" y="-26"/>
                      <a:pt x="18818" y="0"/>
                    </a:cubicBezTo>
                    <a:lnTo>
                      <a:pt x="85090" y="119"/>
                    </a:lnTo>
                    <a:cubicBezTo>
                      <a:pt x="95290" y="132"/>
                      <a:pt x="103614" y="8297"/>
                      <a:pt x="103825" y="18497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Forme libre : forme 1118">
                <a:extLst>
                  <a:ext uri="{FF2B5EF4-FFF2-40B4-BE49-F238E27FC236}">
                    <a16:creationId xmlns:a16="http://schemas.microsoft.com/office/drawing/2014/main" id="{1D9D35F3-2B43-AEC1-90C3-33A2787604B6}"/>
                  </a:ext>
                </a:extLst>
              </p:cNvPr>
              <p:cNvSpPr/>
              <p:nvPr/>
            </p:nvSpPr>
            <p:spPr>
              <a:xfrm>
                <a:off x="763792" y="569918"/>
                <a:ext cx="105161" cy="94660"/>
              </a:xfrm>
              <a:custGeom>
                <a:avLst/>
                <a:gdLst>
                  <a:gd name="connsiteX0" fmla="*/ 90704 w 105161"/>
                  <a:gd name="connsiteY0" fmla="*/ 92234 h 94660"/>
                  <a:gd name="connsiteX1" fmla="*/ 16809 w 105161"/>
                  <a:gd name="connsiteY1" fmla="*/ 94652 h 94660"/>
                  <a:gd name="connsiteX2" fmla="*/ 1377 w 105161"/>
                  <a:gd name="connsiteY2" fmla="*/ 80039 h 94660"/>
                  <a:gd name="connsiteX3" fmla="*/ 3 w 105161"/>
                  <a:gd name="connsiteY3" fmla="*/ 15260 h 94660"/>
                  <a:gd name="connsiteX4" fmla="*/ 14972 w 105161"/>
                  <a:gd name="connsiteY4" fmla="*/ 0 h 94660"/>
                  <a:gd name="connsiteX5" fmla="*/ 88921 w 105161"/>
                  <a:gd name="connsiteY5" fmla="*/ 132 h 94660"/>
                  <a:gd name="connsiteX6" fmla="*/ 103837 w 105161"/>
                  <a:gd name="connsiteY6" fmla="*/ 14758 h 94660"/>
                  <a:gd name="connsiteX7" fmla="*/ 105158 w 105161"/>
                  <a:gd name="connsiteY7" fmla="*/ 76987 h 94660"/>
                  <a:gd name="connsiteX8" fmla="*/ 90704 w 105161"/>
                  <a:gd name="connsiteY8" fmla="*/ 92234 h 94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161" h="94660">
                    <a:moveTo>
                      <a:pt x="90704" y="92234"/>
                    </a:moveTo>
                    <a:lnTo>
                      <a:pt x="16809" y="94652"/>
                    </a:lnTo>
                    <a:cubicBezTo>
                      <a:pt x="8499" y="94929"/>
                      <a:pt x="1562" y="88350"/>
                      <a:pt x="1377" y="80039"/>
                    </a:cubicBezTo>
                    <a:lnTo>
                      <a:pt x="3" y="15260"/>
                    </a:lnTo>
                    <a:cubicBezTo>
                      <a:pt x="-169" y="6870"/>
                      <a:pt x="6583" y="-13"/>
                      <a:pt x="14972" y="0"/>
                    </a:cubicBezTo>
                    <a:lnTo>
                      <a:pt x="88921" y="132"/>
                    </a:lnTo>
                    <a:cubicBezTo>
                      <a:pt x="97033" y="145"/>
                      <a:pt x="103665" y="6646"/>
                      <a:pt x="103837" y="14758"/>
                    </a:cubicBezTo>
                    <a:lnTo>
                      <a:pt x="105158" y="76987"/>
                    </a:lnTo>
                    <a:cubicBezTo>
                      <a:pt x="105330" y="85165"/>
                      <a:pt x="98896" y="91970"/>
                      <a:pt x="90704" y="92234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Forme libre : forme 1119">
                <a:extLst>
                  <a:ext uri="{FF2B5EF4-FFF2-40B4-BE49-F238E27FC236}">
                    <a16:creationId xmlns:a16="http://schemas.microsoft.com/office/drawing/2014/main" id="{24558C66-FDD1-4183-2A94-BA62CDADA2DF}"/>
                  </a:ext>
                </a:extLst>
              </p:cNvPr>
              <p:cNvSpPr/>
              <p:nvPr/>
            </p:nvSpPr>
            <p:spPr>
              <a:xfrm>
                <a:off x="639900" y="692885"/>
                <a:ext cx="105203" cy="106645"/>
              </a:xfrm>
              <a:custGeom>
                <a:avLst/>
                <a:gdLst>
                  <a:gd name="connsiteX0" fmla="*/ 19056 w 105203"/>
                  <a:gd name="connsiteY0" fmla="*/ 2125 h 106645"/>
                  <a:gd name="connsiteX1" fmla="*/ 83439 w 105203"/>
                  <a:gd name="connsiteY1" fmla="*/ 11 h 106645"/>
                  <a:gd name="connsiteX2" fmla="*/ 103772 w 105203"/>
                  <a:gd name="connsiteY2" fmla="*/ 19287 h 106645"/>
                  <a:gd name="connsiteX3" fmla="*/ 105199 w 105203"/>
                  <a:gd name="connsiteY3" fmla="*/ 86524 h 106645"/>
                  <a:gd name="connsiteX4" fmla="*/ 85513 w 105203"/>
                  <a:gd name="connsiteY4" fmla="*/ 106646 h 106645"/>
                  <a:gd name="connsiteX5" fmla="*/ 21091 w 105203"/>
                  <a:gd name="connsiteY5" fmla="*/ 106646 h 106645"/>
                  <a:gd name="connsiteX6" fmla="*/ 1392 w 105203"/>
                  <a:gd name="connsiteY6" fmla="*/ 87369 h 106645"/>
                  <a:gd name="connsiteX7" fmla="*/ 4 w 105203"/>
                  <a:gd name="connsiteY7" fmla="*/ 22233 h 106645"/>
                  <a:gd name="connsiteX8" fmla="*/ 19056 w 105203"/>
                  <a:gd name="connsiteY8" fmla="*/ 2125 h 106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203" h="106645">
                    <a:moveTo>
                      <a:pt x="19056" y="2125"/>
                    </a:moveTo>
                    <a:lnTo>
                      <a:pt x="83439" y="11"/>
                    </a:lnTo>
                    <a:cubicBezTo>
                      <a:pt x="94405" y="-346"/>
                      <a:pt x="103548" y="8321"/>
                      <a:pt x="103772" y="19287"/>
                    </a:cubicBezTo>
                    <a:lnTo>
                      <a:pt x="105199" y="86524"/>
                    </a:lnTo>
                    <a:cubicBezTo>
                      <a:pt x="105437" y="97569"/>
                      <a:pt x="96545" y="106646"/>
                      <a:pt x="85513" y="106646"/>
                    </a:cubicBezTo>
                    <a:lnTo>
                      <a:pt x="21091" y="106646"/>
                    </a:lnTo>
                    <a:cubicBezTo>
                      <a:pt x="10376" y="106646"/>
                      <a:pt x="1616" y="98084"/>
                      <a:pt x="1392" y="87369"/>
                    </a:cubicBezTo>
                    <a:lnTo>
                      <a:pt x="4" y="22233"/>
                    </a:lnTo>
                    <a:cubicBezTo>
                      <a:pt x="-220" y="11439"/>
                      <a:pt x="8275" y="2481"/>
                      <a:pt x="19056" y="2125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Forme libre : forme 1120">
                <a:extLst>
                  <a:ext uri="{FF2B5EF4-FFF2-40B4-BE49-F238E27FC236}">
                    <a16:creationId xmlns:a16="http://schemas.microsoft.com/office/drawing/2014/main" id="{35830A4D-58EE-F0BD-E649-D888EC68648D}"/>
                  </a:ext>
                </a:extLst>
              </p:cNvPr>
              <p:cNvSpPr/>
              <p:nvPr/>
            </p:nvSpPr>
            <p:spPr>
              <a:xfrm>
                <a:off x="513276" y="696956"/>
                <a:ext cx="105216" cy="102575"/>
              </a:xfrm>
              <a:custGeom>
                <a:avLst/>
                <a:gdLst>
                  <a:gd name="connsiteX0" fmla="*/ 16876 w 105216"/>
                  <a:gd name="connsiteY0" fmla="*/ 2269 h 102575"/>
                  <a:gd name="connsiteX1" fmla="*/ 85764 w 105216"/>
                  <a:gd name="connsiteY1" fmla="*/ 9 h 102575"/>
                  <a:gd name="connsiteX2" fmla="*/ 103772 w 105216"/>
                  <a:gd name="connsiteY2" fmla="*/ 17080 h 102575"/>
                  <a:gd name="connsiteX3" fmla="*/ 105212 w 105216"/>
                  <a:gd name="connsiteY3" fmla="*/ 84765 h 102575"/>
                  <a:gd name="connsiteX4" fmla="*/ 87772 w 105216"/>
                  <a:gd name="connsiteY4" fmla="*/ 102575 h 102575"/>
                  <a:gd name="connsiteX5" fmla="*/ 18831 w 105216"/>
                  <a:gd name="connsiteY5" fmla="*/ 102575 h 102575"/>
                  <a:gd name="connsiteX6" fmla="*/ 1391 w 105216"/>
                  <a:gd name="connsiteY6" fmla="*/ 85505 h 102575"/>
                  <a:gd name="connsiteX7" fmla="*/ 4 w 105216"/>
                  <a:gd name="connsiteY7" fmla="*/ 20065 h 102575"/>
                  <a:gd name="connsiteX8" fmla="*/ 16876 w 105216"/>
                  <a:gd name="connsiteY8" fmla="*/ 2255 h 102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216" h="102575">
                    <a:moveTo>
                      <a:pt x="16876" y="2269"/>
                    </a:moveTo>
                    <a:lnTo>
                      <a:pt x="85764" y="9"/>
                    </a:lnTo>
                    <a:cubicBezTo>
                      <a:pt x="95475" y="-308"/>
                      <a:pt x="103574" y="7369"/>
                      <a:pt x="103772" y="17080"/>
                    </a:cubicBezTo>
                    <a:lnTo>
                      <a:pt x="105212" y="84765"/>
                    </a:lnTo>
                    <a:cubicBezTo>
                      <a:pt x="105423" y="94542"/>
                      <a:pt x="97549" y="102575"/>
                      <a:pt x="87772" y="102575"/>
                    </a:cubicBezTo>
                    <a:lnTo>
                      <a:pt x="18831" y="102575"/>
                    </a:lnTo>
                    <a:cubicBezTo>
                      <a:pt x="9345" y="102575"/>
                      <a:pt x="1589" y="94991"/>
                      <a:pt x="1391" y="85505"/>
                    </a:cubicBezTo>
                    <a:lnTo>
                      <a:pt x="4" y="20065"/>
                    </a:lnTo>
                    <a:cubicBezTo>
                      <a:pt x="-194" y="10513"/>
                      <a:pt x="7323" y="2573"/>
                      <a:pt x="16876" y="2255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Forme libre : forme 1121">
                <a:extLst>
                  <a:ext uri="{FF2B5EF4-FFF2-40B4-BE49-F238E27FC236}">
                    <a16:creationId xmlns:a16="http://schemas.microsoft.com/office/drawing/2014/main" id="{35F11EBF-58D8-FBD7-8F24-2C5CDCBC65F0}"/>
                  </a:ext>
                </a:extLst>
              </p:cNvPr>
              <p:cNvSpPr/>
              <p:nvPr/>
            </p:nvSpPr>
            <p:spPr>
              <a:xfrm>
                <a:off x="887931" y="443621"/>
                <a:ext cx="104664" cy="89659"/>
              </a:xfrm>
              <a:custGeom>
                <a:avLst/>
                <a:gdLst>
                  <a:gd name="connsiteX0" fmla="*/ 77468 w 104664"/>
                  <a:gd name="connsiteY0" fmla="*/ 89368 h 89659"/>
                  <a:gd name="connsiteX1" fmla="*/ 26073 w 104664"/>
                  <a:gd name="connsiteY1" fmla="*/ 89659 h 89659"/>
                  <a:gd name="connsiteX2" fmla="*/ 904 w 104664"/>
                  <a:gd name="connsiteY2" fmla="*/ 65164 h 89659"/>
                  <a:gd name="connsiteX3" fmla="*/ 5 w 104664"/>
                  <a:gd name="connsiteY3" fmla="*/ 22766 h 89659"/>
                  <a:gd name="connsiteX4" fmla="*/ 23100 w 104664"/>
                  <a:gd name="connsiteY4" fmla="*/ 15 h 89659"/>
                  <a:gd name="connsiteX5" fmla="*/ 80295 w 104664"/>
                  <a:gd name="connsiteY5" fmla="*/ 2063 h 89659"/>
                  <a:gd name="connsiteX6" fmla="*/ 103905 w 104664"/>
                  <a:gd name="connsiteY6" fmla="*/ 26030 h 89659"/>
                  <a:gd name="connsiteX7" fmla="*/ 104659 w 104664"/>
                  <a:gd name="connsiteY7" fmla="*/ 61438 h 89659"/>
                  <a:gd name="connsiteX8" fmla="*/ 77468 w 104664"/>
                  <a:gd name="connsiteY8" fmla="*/ 89382 h 89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664" h="89659">
                    <a:moveTo>
                      <a:pt x="77468" y="89368"/>
                    </a:moveTo>
                    <a:lnTo>
                      <a:pt x="26073" y="89659"/>
                    </a:lnTo>
                    <a:cubicBezTo>
                      <a:pt x="12398" y="89738"/>
                      <a:pt x="1194" y="78825"/>
                      <a:pt x="904" y="65164"/>
                    </a:cubicBezTo>
                    <a:lnTo>
                      <a:pt x="5" y="22766"/>
                    </a:lnTo>
                    <a:cubicBezTo>
                      <a:pt x="-272" y="9950"/>
                      <a:pt x="10298" y="-448"/>
                      <a:pt x="23100" y="15"/>
                    </a:cubicBezTo>
                    <a:lnTo>
                      <a:pt x="80295" y="2063"/>
                    </a:lnTo>
                    <a:cubicBezTo>
                      <a:pt x="93270" y="2525"/>
                      <a:pt x="103628" y="13042"/>
                      <a:pt x="103905" y="26030"/>
                    </a:cubicBezTo>
                    <a:lnTo>
                      <a:pt x="104659" y="61438"/>
                    </a:lnTo>
                    <a:cubicBezTo>
                      <a:pt x="104976" y="76711"/>
                      <a:pt x="92741" y="89289"/>
                      <a:pt x="77468" y="89382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Forme libre : forme 1122">
                <a:extLst>
                  <a:ext uri="{FF2B5EF4-FFF2-40B4-BE49-F238E27FC236}">
                    <a16:creationId xmlns:a16="http://schemas.microsoft.com/office/drawing/2014/main" id="{2BB06D72-4241-E731-FBFA-6EBF79FC50AB}"/>
                  </a:ext>
                </a:extLst>
              </p:cNvPr>
              <p:cNvSpPr/>
              <p:nvPr/>
            </p:nvSpPr>
            <p:spPr>
              <a:xfrm>
                <a:off x="1022668" y="825914"/>
                <a:ext cx="75134" cy="93799"/>
              </a:xfrm>
              <a:custGeom>
                <a:avLst/>
                <a:gdLst>
                  <a:gd name="connsiteX0" fmla="*/ 5 w 75134"/>
                  <a:gd name="connsiteY0" fmla="*/ 21485 h 93799"/>
                  <a:gd name="connsiteX1" fmla="*/ 20629 w 75134"/>
                  <a:gd name="connsiteY1" fmla="*/ 213 h 93799"/>
                  <a:gd name="connsiteX2" fmla="*/ 43024 w 75134"/>
                  <a:gd name="connsiteY2" fmla="*/ 2 h 93799"/>
                  <a:gd name="connsiteX3" fmla="*/ 74257 w 75134"/>
                  <a:gd name="connsiteY3" fmla="*/ 25250 h 93799"/>
                  <a:gd name="connsiteX4" fmla="*/ 75129 w 75134"/>
                  <a:gd name="connsiteY4" fmla="*/ 66234 h 93799"/>
                  <a:gd name="connsiteX5" fmla="*/ 45362 w 75134"/>
                  <a:gd name="connsiteY5" fmla="*/ 92764 h 93799"/>
                  <a:gd name="connsiteX6" fmla="*/ 21329 w 75134"/>
                  <a:gd name="connsiteY6" fmla="*/ 93782 h 93799"/>
                  <a:gd name="connsiteX7" fmla="*/ 1154 w 75134"/>
                  <a:gd name="connsiteY7" fmla="*/ 74849 h 93799"/>
                  <a:gd name="connsiteX8" fmla="*/ 18 w 75134"/>
                  <a:gd name="connsiteY8" fmla="*/ 21485 h 93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134" h="93799">
                    <a:moveTo>
                      <a:pt x="5" y="21485"/>
                    </a:moveTo>
                    <a:cubicBezTo>
                      <a:pt x="-246" y="9885"/>
                      <a:pt x="9029" y="319"/>
                      <a:pt x="20629" y="213"/>
                    </a:cubicBezTo>
                    <a:lnTo>
                      <a:pt x="43024" y="2"/>
                    </a:lnTo>
                    <a:cubicBezTo>
                      <a:pt x="60041" y="-170"/>
                      <a:pt x="73953" y="11087"/>
                      <a:pt x="74257" y="25250"/>
                    </a:cubicBezTo>
                    <a:lnTo>
                      <a:pt x="75129" y="66234"/>
                    </a:lnTo>
                    <a:cubicBezTo>
                      <a:pt x="75433" y="80279"/>
                      <a:pt x="62221" y="92051"/>
                      <a:pt x="45362" y="92764"/>
                    </a:cubicBezTo>
                    <a:lnTo>
                      <a:pt x="21329" y="93782"/>
                    </a:lnTo>
                    <a:cubicBezTo>
                      <a:pt x="10482" y="94244"/>
                      <a:pt x="1379" y="85696"/>
                      <a:pt x="1154" y="74849"/>
                    </a:cubicBezTo>
                    <a:lnTo>
                      <a:pt x="18" y="21485"/>
                    </a:ln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Forme libre : forme 1123">
                <a:extLst>
                  <a:ext uri="{FF2B5EF4-FFF2-40B4-BE49-F238E27FC236}">
                    <a16:creationId xmlns:a16="http://schemas.microsoft.com/office/drawing/2014/main" id="{7032FFC7-7F3A-CE49-5450-5CB23ED0A54D}"/>
                  </a:ext>
                </a:extLst>
              </p:cNvPr>
              <p:cNvSpPr/>
              <p:nvPr/>
            </p:nvSpPr>
            <p:spPr>
              <a:xfrm>
                <a:off x="271744" y="832891"/>
                <a:ext cx="96563" cy="118111"/>
              </a:xfrm>
              <a:custGeom>
                <a:avLst/>
                <a:gdLst>
                  <a:gd name="connsiteX0" fmla="*/ 31001 w 96563"/>
                  <a:gd name="connsiteY0" fmla="*/ 424 h 118111"/>
                  <a:gd name="connsiteX1" fmla="*/ 75036 w 96563"/>
                  <a:gd name="connsiteY1" fmla="*/ 1 h 118111"/>
                  <a:gd name="connsiteX2" fmla="*/ 94934 w 96563"/>
                  <a:gd name="connsiteY2" fmla="*/ 19304 h 118111"/>
                  <a:gd name="connsiteX3" fmla="*/ 96559 w 96563"/>
                  <a:gd name="connsiteY3" fmla="*/ 96106 h 118111"/>
                  <a:gd name="connsiteX4" fmla="*/ 77679 w 96563"/>
                  <a:gd name="connsiteY4" fmla="*/ 116228 h 118111"/>
                  <a:gd name="connsiteX5" fmla="*/ 33854 w 96563"/>
                  <a:gd name="connsiteY5" fmla="*/ 118078 h 118111"/>
                  <a:gd name="connsiteX6" fmla="*/ 1405 w 96563"/>
                  <a:gd name="connsiteY6" fmla="*/ 92869 h 118111"/>
                  <a:gd name="connsiteX7" fmla="*/ 5 w 96563"/>
                  <a:gd name="connsiteY7" fmla="*/ 27007 h 118111"/>
                  <a:gd name="connsiteX8" fmla="*/ 31001 w 96563"/>
                  <a:gd name="connsiteY8" fmla="*/ 437 h 118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563" h="118111">
                    <a:moveTo>
                      <a:pt x="31001" y="424"/>
                    </a:moveTo>
                    <a:lnTo>
                      <a:pt x="75036" y="1"/>
                    </a:lnTo>
                    <a:cubicBezTo>
                      <a:pt x="85831" y="-105"/>
                      <a:pt x="94709" y="8496"/>
                      <a:pt x="94934" y="19304"/>
                    </a:cubicBezTo>
                    <a:lnTo>
                      <a:pt x="96559" y="96106"/>
                    </a:lnTo>
                    <a:cubicBezTo>
                      <a:pt x="96784" y="106834"/>
                      <a:pt x="88394" y="115766"/>
                      <a:pt x="77679" y="116228"/>
                    </a:cubicBezTo>
                    <a:lnTo>
                      <a:pt x="33854" y="118078"/>
                    </a:lnTo>
                    <a:cubicBezTo>
                      <a:pt x="16375" y="118818"/>
                      <a:pt x="1709" y="107429"/>
                      <a:pt x="1405" y="92869"/>
                    </a:cubicBezTo>
                    <a:lnTo>
                      <a:pt x="5" y="27007"/>
                    </a:lnTo>
                    <a:cubicBezTo>
                      <a:pt x="-299" y="12566"/>
                      <a:pt x="13640" y="609"/>
                      <a:pt x="31001" y="437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Forme libre : forme 1124">
                <a:extLst>
                  <a:ext uri="{FF2B5EF4-FFF2-40B4-BE49-F238E27FC236}">
                    <a16:creationId xmlns:a16="http://schemas.microsoft.com/office/drawing/2014/main" id="{B785427D-B578-29BC-AFA4-07C424ADF94F}"/>
                  </a:ext>
                </a:extLst>
              </p:cNvPr>
              <p:cNvSpPr/>
              <p:nvPr/>
            </p:nvSpPr>
            <p:spPr>
              <a:xfrm>
                <a:off x="1019616" y="681791"/>
                <a:ext cx="75648" cy="117687"/>
              </a:xfrm>
              <a:custGeom>
                <a:avLst/>
                <a:gdLst>
                  <a:gd name="connsiteX0" fmla="*/ 44292 w 75648"/>
                  <a:gd name="connsiteY0" fmla="*/ 117688 h 117687"/>
                  <a:gd name="connsiteX1" fmla="*/ 22439 w 75648"/>
                  <a:gd name="connsiteY1" fmla="*/ 117688 h 117687"/>
                  <a:gd name="connsiteX2" fmla="*/ 1603 w 75648"/>
                  <a:gd name="connsiteY2" fmla="*/ 97301 h 117687"/>
                  <a:gd name="connsiteX3" fmla="*/ 5 w 75648"/>
                  <a:gd name="connsiteY3" fmla="*/ 22019 h 117687"/>
                  <a:gd name="connsiteX4" fmla="*/ 20153 w 75648"/>
                  <a:gd name="connsiteY4" fmla="*/ 747 h 117687"/>
                  <a:gd name="connsiteX5" fmla="*/ 42151 w 75648"/>
                  <a:gd name="connsiteY5" fmla="*/ 20 h 117687"/>
                  <a:gd name="connsiteX6" fmla="*/ 74244 w 75648"/>
                  <a:gd name="connsiteY6" fmla="*/ 25242 h 117687"/>
                  <a:gd name="connsiteX7" fmla="*/ 75644 w 75648"/>
                  <a:gd name="connsiteY7" fmla="*/ 91105 h 117687"/>
                  <a:gd name="connsiteX8" fmla="*/ 44292 w 75648"/>
                  <a:gd name="connsiteY8" fmla="*/ 117674 h 117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648" h="117687">
                    <a:moveTo>
                      <a:pt x="44292" y="117688"/>
                    </a:moveTo>
                    <a:lnTo>
                      <a:pt x="22439" y="117688"/>
                    </a:lnTo>
                    <a:cubicBezTo>
                      <a:pt x="11103" y="117688"/>
                      <a:pt x="1841" y="108624"/>
                      <a:pt x="1603" y="97301"/>
                    </a:cubicBezTo>
                    <a:lnTo>
                      <a:pt x="5" y="22019"/>
                    </a:lnTo>
                    <a:cubicBezTo>
                      <a:pt x="-233" y="10603"/>
                      <a:pt x="8751" y="1130"/>
                      <a:pt x="20153" y="747"/>
                    </a:cubicBezTo>
                    <a:lnTo>
                      <a:pt x="42151" y="20"/>
                    </a:lnTo>
                    <a:cubicBezTo>
                      <a:pt x="59499" y="-548"/>
                      <a:pt x="73940" y="10802"/>
                      <a:pt x="74244" y="25242"/>
                    </a:cubicBezTo>
                    <a:lnTo>
                      <a:pt x="75644" y="91105"/>
                    </a:lnTo>
                    <a:cubicBezTo>
                      <a:pt x="75948" y="105665"/>
                      <a:pt x="61784" y="117674"/>
                      <a:pt x="44292" y="117674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Forme libre : forme 1125">
                <a:extLst>
                  <a:ext uri="{FF2B5EF4-FFF2-40B4-BE49-F238E27FC236}">
                    <a16:creationId xmlns:a16="http://schemas.microsoft.com/office/drawing/2014/main" id="{62B52BA3-CA96-7698-308D-154D471542FA}"/>
                  </a:ext>
                </a:extLst>
              </p:cNvPr>
              <p:cNvSpPr/>
              <p:nvPr/>
            </p:nvSpPr>
            <p:spPr>
              <a:xfrm>
                <a:off x="1017147" y="570380"/>
                <a:ext cx="75079" cy="85887"/>
              </a:xfrm>
              <a:custGeom>
                <a:avLst/>
                <a:gdLst>
                  <a:gd name="connsiteX0" fmla="*/ 44925 w 75079"/>
                  <a:gd name="connsiteY0" fmla="*/ 84980 h 85887"/>
                  <a:gd name="connsiteX1" fmla="*/ 17417 w 75079"/>
                  <a:gd name="connsiteY1" fmla="*/ 85879 h 85887"/>
                  <a:gd name="connsiteX2" fmla="*/ 1153 w 75079"/>
                  <a:gd name="connsiteY2" fmla="*/ 70460 h 85887"/>
                  <a:gd name="connsiteX3" fmla="*/ 4 w 75079"/>
                  <a:gd name="connsiteY3" fmla="*/ 16092 h 85887"/>
                  <a:gd name="connsiteX4" fmla="*/ 15792 w 75079"/>
                  <a:gd name="connsiteY4" fmla="*/ 0 h 85887"/>
                  <a:gd name="connsiteX5" fmla="*/ 43577 w 75079"/>
                  <a:gd name="connsiteY5" fmla="*/ 53 h 85887"/>
                  <a:gd name="connsiteX6" fmla="*/ 74375 w 75079"/>
                  <a:gd name="connsiteY6" fmla="*/ 25301 h 85887"/>
                  <a:gd name="connsiteX7" fmla="*/ 75075 w 75079"/>
                  <a:gd name="connsiteY7" fmla="*/ 58437 h 85887"/>
                  <a:gd name="connsiteX8" fmla="*/ 44938 w 75079"/>
                  <a:gd name="connsiteY8" fmla="*/ 84980 h 85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079" h="85887">
                    <a:moveTo>
                      <a:pt x="44925" y="84980"/>
                    </a:moveTo>
                    <a:lnTo>
                      <a:pt x="17417" y="85879"/>
                    </a:lnTo>
                    <a:cubicBezTo>
                      <a:pt x="8644" y="86169"/>
                      <a:pt x="1338" y="79233"/>
                      <a:pt x="1153" y="70460"/>
                    </a:cubicBezTo>
                    <a:lnTo>
                      <a:pt x="4" y="16092"/>
                    </a:lnTo>
                    <a:cubicBezTo>
                      <a:pt x="-181" y="7254"/>
                      <a:pt x="6940" y="-13"/>
                      <a:pt x="15792" y="0"/>
                    </a:cubicBezTo>
                    <a:lnTo>
                      <a:pt x="43577" y="53"/>
                    </a:lnTo>
                    <a:cubicBezTo>
                      <a:pt x="60423" y="79"/>
                      <a:pt x="74084" y="11270"/>
                      <a:pt x="74375" y="25301"/>
                    </a:cubicBezTo>
                    <a:lnTo>
                      <a:pt x="75075" y="58437"/>
                    </a:lnTo>
                    <a:cubicBezTo>
                      <a:pt x="75379" y="72601"/>
                      <a:pt x="61955" y="84425"/>
                      <a:pt x="44938" y="84980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Forme libre : forme 1126">
                <a:extLst>
                  <a:ext uri="{FF2B5EF4-FFF2-40B4-BE49-F238E27FC236}">
                    <a16:creationId xmlns:a16="http://schemas.microsoft.com/office/drawing/2014/main" id="{D76BD0CF-58D0-8241-FF3A-F73EAE88BCD1}"/>
                  </a:ext>
                </a:extLst>
              </p:cNvPr>
              <p:cNvSpPr/>
              <p:nvPr/>
            </p:nvSpPr>
            <p:spPr>
              <a:xfrm>
                <a:off x="263024" y="421481"/>
                <a:ext cx="96563" cy="115274"/>
              </a:xfrm>
              <a:custGeom>
                <a:avLst/>
                <a:gdLst>
                  <a:gd name="connsiteX0" fmla="*/ 32692 w 96563"/>
                  <a:gd name="connsiteY0" fmla="*/ 38 h 115274"/>
                  <a:gd name="connsiteX1" fmla="*/ 76847 w 96563"/>
                  <a:gd name="connsiteY1" fmla="*/ 1623 h 115274"/>
                  <a:gd name="connsiteX2" fmla="*/ 94947 w 96563"/>
                  <a:gd name="connsiteY2" fmla="*/ 19988 h 115274"/>
                  <a:gd name="connsiteX3" fmla="*/ 96559 w 96563"/>
                  <a:gd name="connsiteY3" fmla="*/ 95852 h 115274"/>
                  <a:gd name="connsiteX4" fmla="*/ 77890 w 96563"/>
                  <a:gd name="connsiteY4" fmla="*/ 115023 h 115274"/>
                  <a:gd name="connsiteX5" fmla="*/ 32427 w 96563"/>
                  <a:gd name="connsiteY5" fmla="*/ 115274 h 115274"/>
                  <a:gd name="connsiteX6" fmla="*/ 1353 w 96563"/>
                  <a:gd name="connsiteY6" fmla="*/ 90026 h 115274"/>
                  <a:gd name="connsiteX7" fmla="*/ 5 w 96563"/>
                  <a:gd name="connsiteY7" fmla="*/ 26568 h 115274"/>
                  <a:gd name="connsiteX8" fmla="*/ 32692 w 96563"/>
                  <a:gd name="connsiteY8" fmla="*/ 25 h 115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563" h="115274">
                    <a:moveTo>
                      <a:pt x="32692" y="38"/>
                    </a:moveTo>
                    <a:lnTo>
                      <a:pt x="76847" y="1623"/>
                    </a:lnTo>
                    <a:cubicBezTo>
                      <a:pt x="86795" y="1980"/>
                      <a:pt x="94736" y="10039"/>
                      <a:pt x="94947" y="19988"/>
                    </a:cubicBezTo>
                    <a:lnTo>
                      <a:pt x="96559" y="95852"/>
                    </a:lnTo>
                    <a:cubicBezTo>
                      <a:pt x="96784" y="106329"/>
                      <a:pt x="88381" y="114970"/>
                      <a:pt x="77890" y="115023"/>
                    </a:cubicBezTo>
                    <a:lnTo>
                      <a:pt x="32427" y="115274"/>
                    </a:lnTo>
                    <a:cubicBezTo>
                      <a:pt x="15476" y="115366"/>
                      <a:pt x="1643" y="104136"/>
                      <a:pt x="1353" y="90026"/>
                    </a:cubicBezTo>
                    <a:lnTo>
                      <a:pt x="5" y="26568"/>
                    </a:lnTo>
                    <a:cubicBezTo>
                      <a:pt x="-312" y="11559"/>
                      <a:pt x="14697" y="-623"/>
                      <a:pt x="32692" y="25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Forme libre : forme 1127">
                <a:extLst>
                  <a:ext uri="{FF2B5EF4-FFF2-40B4-BE49-F238E27FC236}">
                    <a16:creationId xmlns:a16="http://schemas.microsoft.com/office/drawing/2014/main" id="{18AAFD9D-0182-447A-CB8B-8A5EE0ED6F35}"/>
                  </a:ext>
                </a:extLst>
              </p:cNvPr>
              <p:cNvSpPr/>
              <p:nvPr/>
            </p:nvSpPr>
            <p:spPr>
              <a:xfrm>
                <a:off x="642728" y="829204"/>
                <a:ext cx="105190" cy="106561"/>
              </a:xfrm>
              <a:custGeom>
                <a:avLst/>
                <a:gdLst>
                  <a:gd name="connsiteX0" fmla="*/ 19532 w 105190"/>
                  <a:gd name="connsiteY0" fmla="*/ 622 h 106561"/>
                  <a:gd name="connsiteX1" fmla="*/ 83941 w 105190"/>
                  <a:gd name="connsiteY1" fmla="*/ 1 h 106561"/>
                  <a:gd name="connsiteX2" fmla="*/ 103826 w 105190"/>
                  <a:gd name="connsiteY2" fmla="*/ 19277 h 106561"/>
                  <a:gd name="connsiteX3" fmla="*/ 105186 w 105190"/>
                  <a:gd name="connsiteY3" fmla="*/ 83726 h 106561"/>
                  <a:gd name="connsiteX4" fmla="*/ 86319 w 105190"/>
                  <a:gd name="connsiteY4" fmla="*/ 103822 h 106561"/>
                  <a:gd name="connsiteX5" fmla="*/ 21950 w 105190"/>
                  <a:gd name="connsiteY5" fmla="*/ 106544 h 106561"/>
                  <a:gd name="connsiteX6" fmla="*/ 1418 w 105190"/>
                  <a:gd name="connsiteY6" fmla="*/ 87280 h 106561"/>
                  <a:gd name="connsiteX7" fmla="*/ 5 w 105190"/>
                  <a:gd name="connsiteY7" fmla="*/ 20731 h 106561"/>
                  <a:gd name="connsiteX8" fmla="*/ 19506 w 105190"/>
                  <a:gd name="connsiteY8" fmla="*/ 609 h 106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190" h="106561">
                    <a:moveTo>
                      <a:pt x="19532" y="622"/>
                    </a:moveTo>
                    <a:lnTo>
                      <a:pt x="83941" y="1"/>
                    </a:lnTo>
                    <a:cubicBezTo>
                      <a:pt x="94736" y="-105"/>
                      <a:pt x="103601" y="8496"/>
                      <a:pt x="103826" y="19277"/>
                    </a:cubicBezTo>
                    <a:lnTo>
                      <a:pt x="105186" y="83726"/>
                    </a:lnTo>
                    <a:cubicBezTo>
                      <a:pt x="105411" y="94441"/>
                      <a:pt x="97035" y="103373"/>
                      <a:pt x="86319" y="103822"/>
                    </a:cubicBezTo>
                    <a:lnTo>
                      <a:pt x="21950" y="106544"/>
                    </a:lnTo>
                    <a:cubicBezTo>
                      <a:pt x="10918" y="107006"/>
                      <a:pt x="1656" y="98326"/>
                      <a:pt x="1418" y="87280"/>
                    </a:cubicBezTo>
                    <a:lnTo>
                      <a:pt x="5" y="20731"/>
                    </a:lnTo>
                    <a:cubicBezTo>
                      <a:pt x="-233" y="9765"/>
                      <a:pt x="8540" y="728"/>
                      <a:pt x="19506" y="609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Forme libre : forme 1128">
                <a:extLst>
                  <a:ext uri="{FF2B5EF4-FFF2-40B4-BE49-F238E27FC236}">
                    <a16:creationId xmlns:a16="http://schemas.microsoft.com/office/drawing/2014/main" id="{6A6CEFA4-B3FD-5B0A-79AA-652941FE2453}"/>
                  </a:ext>
                </a:extLst>
              </p:cNvPr>
              <p:cNvSpPr/>
              <p:nvPr/>
            </p:nvSpPr>
            <p:spPr>
              <a:xfrm>
                <a:off x="266142" y="569046"/>
                <a:ext cx="96444" cy="111279"/>
              </a:xfrm>
              <a:custGeom>
                <a:avLst/>
                <a:gdLst>
                  <a:gd name="connsiteX0" fmla="*/ 31423 w 96444"/>
                  <a:gd name="connsiteY0" fmla="*/ 0 h 111279"/>
                  <a:gd name="connsiteX1" fmla="*/ 76173 w 96444"/>
                  <a:gd name="connsiteY1" fmla="*/ 79 h 111279"/>
                  <a:gd name="connsiteX2" fmla="*/ 94907 w 96444"/>
                  <a:gd name="connsiteY2" fmla="*/ 18457 h 111279"/>
                  <a:gd name="connsiteX3" fmla="*/ 96440 w 96444"/>
                  <a:gd name="connsiteY3" fmla="*/ 90622 h 111279"/>
                  <a:gd name="connsiteX4" fmla="*/ 78287 w 96444"/>
                  <a:gd name="connsiteY4" fmla="*/ 109793 h 111279"/>
                  <a:gd name="connsiteX5" fmla="*/ 33352 w 96444"/>
                  <a:gd name="connsiteY5" fmla="*/ 111259 h 111279"/>
                  <a:gd name="connsiteX6" fmla="*/ 1260 w 96444"/>
                  <a:gd name="connsiteY6" fmla="*/ 86037 h 111279"/>
                  <a:gd name="connsiteX7" fmla="*/ 5 w 96444"/>
                  <a:gd name="connsiteY7" fmla="*/ 26570 h 111279"/>
                  <a:gd name="connsiteX8" fmla="*/ 31423 w 96444"/>
                  <a:gd name="connsiteY8" fmla="*/ 0 h 111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444" h="111279">
                    <a:moveTo>
                      <a:pt x="31423" y="0"/>
                    </a:moveTo>
                    <a:lnTo>
                      <a:pt x="76173" y="79"/>
                    </a:lnTo>
                    <a:cubicBezTo>
                      <a:pt x="86372" y="92"/>
                      <a:pt x="94696" y="8258"/>
                      <a:pt x="94907" y="18457"/>
                    </a:cubicBezTo>
                    <a:lnTo>
                      <a:pt x="96440" y="90622"/>
                    </a:lnTo>
                    <a:cubicBezTo>
                      <a:pt x="96665" y="100901"/>
                      <a:pt x="88566" y="109449"/>
                      <a:pt x="78287" y="109793"/>
                    </a:cubicBezTo>
                    <a:lnTo>
                      <a:pt x="33352" y="111259"/>
                    </a:lnTo>
                    <a:cubicBezTo>
                      <a:pt x="16005" y="111827"/>
                      <a:pt x="1564" y="100478"/>
                      <a:pt x="1260" y="86037"/>
                    </a:cubicBezTo>
                    <a:lnTo>
                      <a:pt x="5" y="26570"/>
                    </a:lnTo>
                    <a:cubicBezTo>
                      <a:pt x="-299" y="11983"/>
                      <a:pt x="13904" y="-26"/>
                      <a:pt x="31423" y="0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Forme libre : forme 1129">
                <a:extLst>
                  <a:ext uri="{FF2B5EF4-FFF2-40B4-BE49-F238E27FC236}">
                    <a16:creationId xmlns:a16="http://schemas.microsoft.com/office/drawing/2014/main" id="{32378474-C162-8505-DFCF-72D01405C458}"/>
                  </a:ext>
                </a:extLst>
              </p:cNvPr>
              <p:cNvSpPr/>
              <p:nvPr/>
            </p:nvSpPr>
            <p:spPr>
              <a:xfrm>
                <a:off x="269075" y="705240"/>
                <a:ext cx="96114" cy="94317"/>
              </a:xfrm>
              <a:custGeom>
                <a:avLst/>
                <a:gdLst>
                  <a:gd name="connsiteX0" fmla="*/ 30129 w 96114"/>
                  <a:gd name="connsiteY0" fmla="*/ 1542 h 94317"/>
                  <a:gd name="connsiteX1" fmla="*/ 76847 w 96114"/>
                  <a:gd name="connsiteY1" fmla="*/ 9 h 94317"/>
                  <a:gd name="connsiteX2" fmla="*/ 94855 w 96114"/>
                  <a:gd name="connsiteY2" fmla="*/ 17080 h 94317"/>
                  <a:gd name="connsiteX3" fmla="*/ 96110 w 96114"/>
                  <a:gd name="connsiteY3" fmla="*/ 76508 h 94317"/>
                  <a:gd name="connsiteX4" fmla="*/ 78670 w 96114"/>
                  <a:gd name="connsiteY4" fmla="*/ 94318 h 94317"/>
                  <a:gd name="connsiteX5" fmla="*/ 31741 w 96114"/>
                  <a:gd name="connsiteY5" fmla="*/ 94318 h 94317"/>
                  <a:gd name="connsiteX6" fmla="*/ 877 w 96114"/>
                  <a:gd name="connsiteY6" fmla="*/ 69069 h 94317"/>
                  <a:gd name="connsiteX7" fmla="*/ 5 w 96114"/>
                  <a:gd name="connsiteY7" fmla="*/ 28085 h 94317"/>
                  <a:gd name="connsiteX8" fmla="*/ 30129 w 96114"/>
                  <a:gd name="connsiteY8" fmla="*/ 1542 h 94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114" h="94317">
                    <a:moveTo>
                      <a:pt x="30129" y="1542"/>
                    </a:moveTo>
                    <a:lnTo>
                      <a:pt x="76847" y="9"/>
                    </a:lnTo>
                    <a:cubicBezTo>
                      <a:pt x="86558" y="-308"/>
                      <a:pt x="94657" y="7369"/>
                      <a:pt x="94855" y="17080"/>
                    </a:cubicBezTo>
                    <a:lnTo>
                      <a:pt x="96110" y="76508"/>
                    </a:lnTo>
                    <a:cubicBezTo>
                      <a:pt x="96321" y="86285"/>
                      <a:pt x="88447" y="94318"/>
                      <a:pt x="78670" y="94318"/>
                    </a:cubicBezTo>
                    <a:lnTo>
                      <a:pt x="31741" y="94318"/>
                    </a:lnTo>
                    <a:cubicBezTo>
                      <a:pt x="14869" y="94318"/>
                      <a:pt x="1168" y="83127"/>
                      <a:pt x="877" y="69069"/>
                    </a:cubicBezTo>
                    <a:lnTo>
                      <a:pt x="5" y="28085"/>
                    </a:lnTo>
                    <a:cubicBezTo>
                      <a:pt x="-299" y="13922"/>
                      <a:pt x="13125" y="2097"/>
                      <a:pt x="30129" y="1542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Forme libre : forme 1130">
                <a:extLst>
                  <a:ext uri="{FF2B5EF4-FFF2-40B4-BE49-F238E27FC236}">
                    <a16:creationId xmlns:a16="http://schemas.microsoft.com/office/drawing/2014/main" id="{6C309F94-64DF-A2D7-2A4E-F33659E74858}"/>
                  </a:ext>
                </a:extLst>
              </p:cNvPr>
              <p:cNvSpPr/>
              <p:nvPr/>
            </p:nvSpPr>
            <p:spPr>
              <a:xfrm>
                <a:off x="386717" y="701091"/>
                <a:ext cx="105123" cy="98452"/>
              </a:xfrm>
              <a:custGeom>
                <a:avLst/>
                <a:gdLst>
                  <a:gd name="connsiteX0" fmla="*/ 103772 w 105123"/>
                  <a:gd name="connsiteY0" fmla="*/ 17080 h 98452"/>
                  <a:gd name="connsiteX1" fmla="*/ 105119 w 105123"/>
                  <a:gd name="connsiteY1" fmla="*/ 80643 h 98452"/>
                  <a:gd name="connsiteX2" fmla="*/ 87679 w 105123"/>
                  <a:gd name="connsiteY2" fmla="*/ 98453 h 98452"/>
                  <a:gd name="connsiteX3" fmla="*/ 18739 w 105123"/>
                  <a:gd name="connsiteY3" fmla="*/ 98453 h 98452"/>
                  <a:gd name="connsiteX4" fmla="*/ 1299 w 105123"/>
                  <a:gd name="connsiteY4" fmla="*/ 81383 h 98452"/>
                  <a:gd name="connsiteX5" fmla="*/ 4 w 105123"/>
                  <a:gd name="connsiteY5" fmla="*/ 20079 h 98452"/>
                  <a:gd name="connsiteX6" fmla="*/ 16876 w 105123"/>
                  <a:gd name="connsiteY6" fmla="*/ 2269 h 98452"/>
                  <a:gd name="connsiteX7" fmla="*/ 85764 w 105123"/>
                  <a:gd name="connsiteY7" fmla="*/ 9 h 98452"/>
                  <a:gd name="connsiteX8" fmla="*/ 103772 w 105123"/>
                  <a:gd name="connsiteY8" fmla="*/ 17080 h 98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123" h="98452">
                    <a:moveTo>
                      <a:pt x="103772" y="17080"/>
                    </a:moveTo>
                    <a:lnTo>
                      <a:pt x="105119" y="80643"/>
                    </a:lnTo>
                    <a:cubicBezTo>
                      <a:pt x="105331" y="90420"/>
                      <a:pt x="97456" y="98453"/>
                      <a:pt x="87679" y="98453"/>
                    </a:cubicBezTo>
                    <a:lnTo>
                      <a:pt x="18739" y="98453"/>
                    </a:lnTo>
                    <a:cubicBezTo>
                      <a:pt x="9252" y="98453"/>
                      <a:pt x="1497" y="90869"/>
                      <a:pt x="1299" y="81383"/>
                    </a:cubicBezTo>
                    <a:lnTo>
                      <a:pt x="4" y="20079"/>
                    </a:lnTo>
                    <a:cubicBezTo>
                      <a:pt x="-194" y="10526"/>
                      <a:pt x="7323" y="2586"/>
                      <a:pt x="16876" y="2269"/>
                    </a:cubicBezTo>
                    <a:lnTo>
                      <a:pt x="85764" y="9"/>
                    </a:lnTo>
                    <a:cubicBezTo>
                      <a:pt x="95475" y="-308"/>
                      <a:pt x="103574" y="7369"/>
                      <a:pt x="103772" y="17080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Forme libre : forme 1131">
                <a:extLst>
                  <a:ext uri="{FF2B5EF4-FFF2-40B4-BE49-F238E27FC236}">
                    <a16:creationId xmlns:a16="http://schemas.microsoft.com/office/drawing/2014/main" id="{A8E7A8EC-2344-F45F-4BD5-9B3125712919}"/>
                  </a:ext>
                </a:extLst>
              </p:cNvPr>
              <p:cNvSpPr/>
              <p:nvPr/>
            </p:nvSpPr>
            <p:spPr>
              <a:xfrm>
                <a:off x="389491" y="831662"/>
                <a:ext cx="105362" cy="114831"/>
              </a:xfrm>
              <a:custGeom>
                <a:avLst/>
                <a:gdLst>
                  <a:gd name="connsiteX0" fmla="*/ 19532 w 105362"/>
                  <a:gd name="connsiteY0" fmla="*/ 622 h 114831"/>
                  <a:gd name="connsiteX1" fmla="*/ 83915 w 105362"/>
                  <a:gd name="connsiteY1" fmla="*/ 1 h 114831"/>
                  <a:gd name="connsiteX2" fmla="*/ 103812 w 105362"/>
                  <a:gd name="connsiteY2" fmla="*/ 19291 h 114831"/>
                  <a:gd name="connsiteX3" fmla="*/ 105358 w 105362"/>
                  <a:gd name="connsiteY3" fmla="*/ 91971 h 114831"/>
                  <a:gd name="connsiteX4" fmla="*/ 86478 w 105362"/>
                  <a:gd name="connsiteY4" fmla="*/ 112093 h 114831"/>
                  <a:gd name="connsiteX5" fmla="*/ 22135 w 105362"/>
                  <a:gd name="connsiteY5" fmla="*/ 114814 h 114831"/>
                  <a:gd name="connsiteX6" fmla="*/ 1590 w 105362"/>
                  <a:gd name="connsiteY6" fmla="*/ 95538 h 114831"/>
                  <a:gd name="connsiteX7" fmla="*/ 5 w 105362"/>
                  <a:gd name="connsiteY7" fmla="*/ 20770 h 114831"/>
                  <a:gd name="connsiteX8" fmla="*/ 19519 w 105362"/>
                  <a:gd name="connsiteY8" fmla="*/ 635 h 11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362" h="114831">
                    <a:moveTo>
                      <a:pt x="19532" y="622"/>
                    </a:moveTo>
                    <a:lnTo>
                      <a:pt x="83915" y="1"/>
                    </a:lnTo>
                    <a:cubicBezTo>
                      <a:pt x="94709" y="-105"/>
                      <a:pt x="103588" y="8496"/>
                      <a:pt x="103812" y="19291"/>
                    </a:cubicBezTo>
                    <a:lnTo>
                      <a:pt x="105358" y="91971"/>
                    </a:lnTo>
                    <a:cubicBezTo>
                      <a:pt x="105583" y="102699"/>
                      <a:pt x="97193" y="111630"/>
                      <a:pt x="86478" y="112093"/>
                    </a:cubicBezTo>
                    <a:lnTo>
                      <a:pt x="22135" y="114814"/>
                    </a:lnTo>
                    <a:cubicBezTo>
                      <a:pt x="11090" y="115277"/>
                      <a:pt x="1828" y="106583"/>
                      <a:pt x="1590" y="95538"/>
                    </a:cubicBezTo>
                    <a:lnTo>
                      <a:pt x="5" y="20770"/>
                    </a:lnTo>
                    <a:cubicBezTo>
                      <a:pt x="-233" y="9791"/>
                      <a:pt x="8553" y="741"/>
                      <a:pt x="19519" y="635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Forme libre : forme 1132">
                <a:extLst>
                  <a:ext uri="{FF2B5EF4-FFF2-40B4-BE49-F238E27FC236}">
                    <a16:creationId xmlns:a16="http://schemas.microsoft.com/office/drawing/2014/main" id="{FB0F538A-DC4A-2A77-D7B4-5DF53C579AA2}"/>
                  </a:ext>
                </a:extLst>
              </p:cNvPr>
              <p:cNvSpPr/>
              <p:nvPr/>
            </p:nvSpPr>
            <p:spPr>
              <a:xfrm>
                <a:off x="1014544" y="447933"/>
                <a:ext cx="75066" cy="84687"/>
              </a:xfrm>
              <a:custGeom>
                <a:avLst/>
                <a:gdLst>
                  <a:gd name="connsiteX0" fmla="*/ 43908 w 75066"/>
                  <a:gd name="connsiteY0" fmla="*/ 84529 h 84687"/>
                  <a:gd name="connsiteX1" fmla="*/ 16968 w 75066"/>
                  <a:gd name="connsiteY1" fmla="*/ 84687 h 84687"/>
                  <a:gd name="connsiteX2" fmla="*/ 1127 w 75066"/>
                  <a:gd name="connsiteY2" fmla="*/ 69269 h 84687"/>
                  <a:gd name="connsiteX3" fmla="*/ 4 w 75066"/>
                  <a:gd name="connsiteY3" fmla="*/ 16090 h 84687"/>
                  <a:gd name="connsiteX4" fmla="*/ 16321 w 75066"/>
                  <a:gd name="connsiteY4" fmla="*/ 11 h 84687"/>
                  <a:gd name="connsiteX5" fmla="*/ 44859 w 75066"/>
                  <a:gd name="connsiteY5" fmla="*/ 1041 h 84687"/>
                  <a:gd name="connsiteX6" fmla="*/ 74388 w 75066"/>
                  <a:gd name="connsiteY6" fmla="*/ 26263 h 84687"/>
                  <a:gd name="connsiteX7" fmla="*/ 75062 w 75066"/>
                  <a:gd name="connsiteY7" fmla="*/ 57985 h 84687"/>
                  <a:gd name="connsiteX8" fmla="*/ 43921 w 75066"/>
                  <a:gd name="connsiteY8" fmla="*/ 84555 h 84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066" h="84687">
                    <a:moveTo>
                      <a:pt x="43908" y="84529"/>
                    </a:moveTo>
                    <a:lnTo>
                      <a:pt x="16968" y="84687"/>
                    </a:lnTo>
                    <a:cubicBezTo>
                      <a:pt x="8367" y="84740"/>
                      <a:pt x="1312" y="77870"/>
                      <a:pt x="1127" y="69269"/>
                    </a:cubicBezTo>
                    <a:lnTo>
                      <a:pt x="4" y="16090"/>
                    </a:lnTo>
                    <a:cubicBezTo>
                      <a:pt x="-194" y="7040"/>
                      <a:pt x="7271" y="-320"/>
                      <a:pt x="16321" y="11"/>
                    </a:cubicBezTo>
                    <a:lnTo>
                      <a:pt x="44859" y="1041"/>
                    </a:lnTo>
                    <a:cubicBezTo>
                      <a:pt x="61189" y="1623"/>
                      <a:pt x="74097" y="12655"/>
                      <a:pt x="74388" y="26263"/>
                    </a:cubicBezTo>
                    <a:lnTo>
                      <a:pt x="75062" y="57985"/>
                    </a:lnTo>
                    <a:cubicBezTo>
                      <a:pt x="75366" y="72479"/>
                      <a:pt x="61334" y="84449"/>
                      <a:pt x="43921" y="84555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Forme libre : forme 1133">
                <a:extLst>
                  <a:ext uri="{FF2B5EF4-FFF2-40B4-BE49-F238E27FC236}">
                    <a16:creationId xmlns:a16="http://schemas.microsoft.com/office/drawing/2014/main" id="{DF1A299E-666D-EBF1-7A46-039C6C418F6F}"/>
                  </a:ext>
                </a:extLst>
              </p:cNvPr>
              <p:cNvSpPr/>
              <p:nvPr/>
            </p:nvSpPr>
            <p:spPr>
              <a:xfrm>
                <a:off x="516129" y="830446"/>
                <a:ext cx="105256" cy="110696"/>
              </a:xfrm>
              <a:custGeom>
                <a:avLst/>
                <a:gdLst>
                  <a:gd name="connsiteX0" fmla="*/ 19519 w 105256"/>
                  <a:gd name="connsiteY0" fmla="*/ 609 h 110696"/>
                  <a:gd name="connsiteX1" fmla="*/ 82818 w 105256"/>
                  <a:gd name="connsiteY1" fmla="*/ 1 h 110696"/>
                  <a:gd name="connsiteX2" fmla="*/ 103826 w 105256"/>
                  <a:gd name="connsiteY2" fmla="*/ 20374 h 110696"/>
                  <a:gd name="connsiteX3" fmla="*/ 105252 w 105256"/>
                  <a:gd name="connsiteY3" fmla="*/ 87835 h 110696"/>
                  <a:gd name="connsiteX4" fmla="*/ 86372 w 105256"/>
                  <a:gd name="connsiteY4" fmla="*/ 107957 h 110696"/>
                  <a:gd name="connsiteX5" fmla="*/ 22043 w 105256"/>
                  <a:gd name="connsiteY5" fmla="*/ 110679 h 110696"/>
                  <a:gd name="connsiteX6" fmla="*/ 1498 w 105256"/>
                  <a:gd name="connsiteY6" fmla="*/ 91402 h 110696"/>
                  <a:gd name="connsiteX7" fmla="*/ 5 w 105256"/>
                  <a:gd name="connsiteY7" fmla="*/ 20757 h 110696"/>
                  <a:gd name="connsiteX8" fmla="*/ 19519 w 105256"/>
                  <a:gd name="connsiteY8" fmla="*/ 622 h 110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256" h="110696">
                    <a:moveTo>
                      <a:pt x="19519" y="609"/>
                    </a:moveTo>
                    <a:lnTo>
                      <a:pt x="82818" y="1"/>
                    </a:lnTo>
                    <a:cubicBezTo>
                      <a:pt x="94220" y="-105"/>
                      <a:pt x="103588" y="8972"/>
                      <a:pt x="103826" y="20374"/>
                    </a:cubicBezTo>
                    <a:lnTo>
                      <a:pt x="105252" y="87835"/>
                    </a:lnTo>
                    <a:cubicBezTo>
                      <a:pt x="105477" y="98563"/>
                      <a:pt x="97087" y="107495"/>
                      <a:pt x="86372" y="107957"/>
                    </a:cubicBezTo>
                    <a:lnTo>
                      <a:pt x="22043" y="110679"/>
                    </a:lnTo>
                    <a:cubicBezTo>
                      <a:pt x="10997" y="111141"/>
                      <a:pt x="1736" y="102448"/>
                      <a:pt x="1498" y="91402"/>
                    </a:cubicBezTo>
                    <a:lnTo>
                      <a:pt x="5" y="20757"/>
                    </a:lnTo>
                    <a:cubicBezTo>
                      <a:pt x="-233" y="9778"/>
                      <a:pt x="8553" y="728"/>
                      <a:pt x="19519" y="622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35" name="Forme libre : forme 1134">
                <a:extLst>
                  <a:ext uri="{FF2B5EF4-FFF2-40B4-BE49-F238E27FC236}">
                    <a16:creationId xmlns:a16="http://schemas.microsoft.com/office/drawing/2014/main" id="{97E9B530-E573-DDD5-2C83-08E7BE2F2812}"/>
                  </a:ext>
                </a:extLst>
              </p:cNvPr>
              <p:cNvSpPr/>
              <p:nvPr/>
            </p:nvSpPr>
            <p:spPr>
              <a:xfrm>
                <a:off x="380837" y="425258"/>
                <a:ext cx="105375" cy="110902"/>
              </a:xfrm>
              <a:custGeom>
                <a:avLst/>
                <a:gdLst>
                  <a:gd name="connsiteX0" fmla="*/ 103878 w 105375"/>
                  <a:gd name="connsiteY0" fmla="*/ 20769 h 110902"/>
                  <a:gd name="connsiteX1" fmla="*/ 105371 w 105375"/>
                  <a:gd name="connsiteY1" fmla="*/ 91362 h 110902"/>
                  <a:gd name="connsiteX2" fmla="*/ 86702 w 105375"/>
                  <a:gd name="connsiteY2" fmla="*/ 110532 h 110902"/>
                  <a:gd name="connsiteX3" fmla="*/ 20443 w 105375"/>
                  <a:gd name="connsiteY3" fmla="*/ 110902 h 110902"/>
                  <a:gd name="connsiteX4" fmla="*/ 1563 w 105375"/>
                  <a:gd name="connsiteY4" fmla="*/ 92524 h 110902"/>
                  <a:gd name="connsiteX5" fmla="*/ 4 w 105375"/>
                  <a:gd name="connsiteY5" fmla="*/ 19171 h 110902"/>
                  <a:gd name="connsiteX6" fmla="*/ 19452 w 105375"/>
                  <a:gd name="connsiteY6" fmla="*/ 13 h 110902"/>
                  <a:gd name="connsiteX7" fmla="*/ 85777 w 105375"/>
                  <a:gd name="connsiteY7" fmla="*/ 2391 h 110902"/>
                  <a:gd name="connsiteX8" fmla="*/ 103878 w 105375"/>
                  <a:gd name="connsiteY8" fmla="*/ 20756 h 110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375" h="110902">
                    <a:moveTo>
                      <a:pt x="103878" y="20769"/>
                    </a:moveTo>
                    <a:lnTo>
                      <a:pt x="105371" y="91362"/>
                    </a:lnTo>
                    <a:cubicBezTo>
                      <a:pt x="105595" y="101839"/>
                      <a:pt x="97193" y="110479"/>
                      <a:pt x="86702" y="110532"/>
                    </a:cubicBezTo>
                    <a:lnTo>
                      <a:pt x="20443" y="110902"/>
                    </a:lnTo>
                    <a:cubicBezTo>
                      <a:pt x="10191" y="110955"/>
                      <a:pt x="1775" y="102777"/>
                      <a:pt x="1563" y="92524"/>
                    </a:cubicBezTo>
                    <a:lnTo>
                      <a:pt x="4" y="19171"/>
                    </a:lnTo>
                    <a:cubicBezTo>
                      <a:pt x="-220" y="8376"/>
                      <a:pt x="8671" y="-383"/>
                      <a:pt x="19452" y="13"/>
                    </a:cubicBezTo>
                    <a:lnTo>
                      <a:pt x="85777" y="2391"/>
                    </a:lnTo>
                    <a:cubicBezTo>
                      <a:pt x="95726" y="2748"/>
                      <a:pt x="103666" y="10807"/>
                      <a:pt x="103878" y="20756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Forme libre : forme 1135">
                <a:extLst>
                  <a:ext uri="{FF2B5EF4-FFF2-40B4-BE49-F238E27FC236}">
                    <a16:creationId xmlns:a16="http://schemas.microsoft.com/office/drawing/2014/main" id="{4BDA60B0-13AA-E8A5-8479-B49C3DA44855}"/>
                  </a:ext>
                </a:extLst>
              </p:cNvPr>
              <p:cNvSpPr/>
              <p:nvPr/>
            </p:nvSpPr>
            <p:spPr>
              <a:xfrm>
                <a:off x="383916" y="569257"/>
                <a:ext cx="105256" cy="107636"/>
              </a:xfrm>
              <a:custGeom>
                <a:avLst/>
                <a:gdLst>
                  <a:gd name="connsiteX0" fmla="*/ 103812 w 105256"/>
                  <a:gd name="connsiteY0" fmla="*/ 18484 h 107636"/>
                  <a:gd name="connsiteX1" fmla="*/ 105252 w 105256"/>
                  <a:gd name="connsiteY1" fmla="*/ 86288 h 107636"/>
                  <a:gd name="connsiteX2" fmla="*/ 87099 w 105256"/>
                  <a:gd name="connsiteY2" fmla="*/ 105459 h 107636"/>
                  <a:gd name="connsiteX3" fmla="*/ 20879 w 105256"/>
                  <a:gd name="connsiteY3" fmla="*/ 107626 h 107636"/>
                  <a:gd name="connsiteX4" fmla="*/ 1497 w 105256"/>
                  <a:gd name="connsiteY4" fmla="*/ 89261 h 107636"/>
                  <a:gd name="connsiteX5" fmla="*/ 4 w 105256"/>
                  <a:gd name="connsiteY5" fmla="*/ 19171 h 107636"/>
                  <a:gd name="connsiteX6" fmla="*/ 18805 w 105256"/>
                  <a:gd name="connsiteY6" fmla="*/ 0 h 107636"/>
                  <a:gd name="connsiteX7" fmla="*/ 85077 w 105256"/>
                  <a:gd name="connsiteY7" fmla="*/ 119 h 107636"/>
                  <a:gd name="connsiteX8" fmla="*/ 103812 w 105256"/>
                  <a:gd name="connsiteY8" fmla="*/ 18497 h 107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256" h="107636">
                    <a:moveTo>
                      <a:pt x="103812" y="18484"/>
                    </a:moveTo>
                    <a:lnTo>
                      <a:pt x="105252" y="86288"/>
                    </a:lnTo>
                    <a:cubicBezTo>
                      <a:pt x="105477" y="96567"/>
                      <a:pt x="97378" y="105116"/>
                      <a:pt x="87099" y="105459"/>
                    </a:cubicBezTo>
                    <a:lnTo>
                      <a:pt x="20879" y="107626"/>
                    </a:lnTo>
                    <a:cubicBezTo>
                      <a:pt x="10429" y="107970"/>
                      <a:pt x="1709" y="99712"/>
                      <a:pt x="1497" y="89261"/>
                    </a:cubicBezTo>
                    <a:lnTo>
                      <a:pt x="4" y="19171"/>
                    </a:lnTo>
                    <a:cubicBezTo>
                      <a:pt x="-220" y="8628"/>
                      <a:pt x="8275" y="-26"/>
                      <a:pt x="18805" y="0"/>
                    </a:cubicBezTo>
                    <a:lnTo>
                      <a:pt x="85077" y="119"/>
                    </a:lnTo>
                    <a:cubicBezTo>
                      <a:pt x="95277" y="132"/>
                      <a:pt x="103601" y="8297"/>
                      <a:pt x="103812" y="18497"/>
                    </a:cubicBezTo>
                    <a:close/>
                  </a:path>
                </a:pathLst>
              </a:custGeom>
              <a:solidFill>
                <a:srgbClr val="FFFFFF">
                  <a:alpha val="72000"/>
                </a:srgbClr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Forme libre : forme 1136">
                <a:extLst>
                  <a:ext uri="{FF2B5EF4-FFF2-40B4-BE49-F238E27FC236}">
                    <a16:creationId xmlns:a16="http://schemas.microsoft.com/office/drawing/2014/main" id="{7953C0DD-B01C-69A3-E62D-B5E77A42EC8D}"/>
                  </a:ext>
                </a:extLst>
              </p:cNvPr>
              <p:cNvSpPr/>
              <p:nvPr/>
            </p:nvSpPr>
            <p:spPr>
              <a:xfrm>
                <a:off x="1031958" y="374591"/>
                <a:ext cx="33974" cy="52255"/>
              </a:xfrm>
              <a:custGeom>
                <a:avLst/>
                <a:gdLst>
                  <a:gd name="connsiteX0" fmla="*/ 33840 w 33974"/>
                  <a:gd name="connsiteY0" fmla="*/ 17174 h 52255"/>
                  <a:gd name="connsiteX1" fmla="*/ 30788 w 33974"/>
                  <a:gd name="connsiteY1" fmla="*/ 39529 h 52255"/>
                  <a:gd name="connsiteX2" fmla="*/ 16545 w 33974"/>
                  <a:gd name="connsiteY2" fmla="*/ 52226 h 52255"/>
                  <a:gd name="connsiteX3" fmla="*/ 15488 w 33974"/>
                  <a:gd name="connsiteY3" fmla="*/ 52253 h 52255"/>
                  <a:gd name="connsiteX4" fmla="*/ 492 w 33974"/>
                  <a:gd name="connsiteY4" fmla="*/ 37878 h 52255"/>
                  <a:gd name="connsiteX5" fmla="*/ 3 w 33974"/>
                  <a:gd name="connsiteY5" fmla="*/ 14994 h 52255"/>
                  <a:gd name="connsiteX6" fmla="*/ 16294 w 33974"/>
                  <a:gd name="connsiteY6" fmla="*/ 91 h 52255"/>
                  <a:gd name="connsiteX7" fmla="*/ 20892 w 33974"/>
                  <a:gd name="connsiteY7" fmla="*/ 593 h 52255"/>
                  <a:gd name="connsiteX8" fmla="*/ 33840 w 33974"/>
                  <a:gd name="connsiteY8" fmla="*/ 17174 h 52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974" h="52255">
                    <a:moveTo>
                      <a:pt x="33840" y="17174"/>
                    </a:moveTo>
                    <a:lnTo>
                      <a:pt x="30788" y="39529"/>
                    </a:lnTo>
                    <a:cubicBezTo>
                      <a:pt x="29810" y="46690"/>
                      <a:pt x="23772" y="52068"/>
                      <a:pt x="16545" y="52226"/>
                    </a:cubicBezTo>
                    <a:lnTo>
                      <a:pt x="15488" y="52253"/>
                    </a:lnTo>
                    <a:cubicBezTo>
                      <a:pt x="7376" y="52424"/>
                      <a:pt x="664" y="45990"/>
                      <a:pt x="492" y="37878"/>
                    </a:cubicBezTo>
                    <a:lnTo>
                      <a:pt x="3" y="14994"/>
                    </a:lnTo>
                    <a:cubicBezTo>
                      <a:pt x="-182" y="6129"/>
                      <a:pt x="7468" y="-887"/>
                      <a:pt x="16294" y="91"/>
                    </a:cubicBezTo>
                    <a:lnTo>
                      <a:pt x="20892" y="593"/>
                    </a:lnTo>
                    <a:cubicBezTo>
                      <a:pt x="29096" y="1492"/>
                      <a:pt x="34949" y="8996"/>
                      <a:pt x="33840" y="171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Forme libre : forme 1137">
                <a:extLst>
                  <a:ext uri="{FF2B5EF4-FFF2-40B4-BE49-F238E27FC236}">
                    <a16:creationId xmlns:a16="http://schemas.microsoft.com/office/drawing/2014/main" id="{6611E1CF-1F1B-EBEE-839B-4DEDE5A5A189}"/>
                  </a:ext>
                </a:extLst>
              </p:cNvPr>
              <p:cNvSpPr/>
              <p:nvPr/>
            </p:nvSpPr>
            <p:spPr>
              <a:xfrm>
                <a:off x="928190" y="368830"/>
                <a:ext cx="33974" cy="52255"/>
              </a:xfrm>
              <a:custGeom>
                <a:avLst/>
                <a:gdLst>
                  <a:gd name="connsiteX0" fmla="*/ 33840 w 33974"/>
                  <a:gd name="connsiteY0" fmla="*/ 17174 h 52255"/>
                  <a:gd name="connsiteX1" fmla="*/ 30788 w 33974"/>
                  <a:gd name="connsiteY1" fmla="*/ 39529 h 52255"/>
                  <a:gd name="connsiteX2" fmla="*/ 16545 w 33974"/>
                  <a:gd name="connsiteY2" fmla="*/ 52226 h 52255"/>
                  <a:gd name="connsiteX3" fmla="*/ 15488 w 33974"/>
                  <a:gd name="connsiteY3" fmla="*/ 52253 h 52255"/>
                  <a:gd name="connsiteX4" fmla="*/ 492 w 33974"/>
                  <a:gd name="connsiteY4" fmla="*/ 37878 h 52255"/>
                  <a:gd name="connsiteX5" fmla="*/ 3 w 33974"/>
                  <a:gd name="connsiteY5" fmla="*/ 14994 h 52255"/>
                  <a:gd name="connsiteX6" fmla="*/ 16294 w 33974"/>
                  <a:gd name="connsiteY6" fmla="*/ 91 h 52255"/>
                  <a:gd name="connsiteX7" fmla="*/ 20892 w 33974"/>
                  <a:gd name="connsiteY7" fmla="*/ 593 h 52255"/>
                  <a:gd name="connsiteX8" fmla="*/ 33840 w 33974"/>
                  <a:gd name="connsiteY8" fmla="*/ 17174 h 52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974" h="52255">
                    <a:moveTo>
                      <a:pt x="33840" y="17174"/>
                    </a:moveTo>
                    <a:lnTo>
                      <a:pt x="30788" y="39529"/>
                    </a:lnTo>
                    <a:cubicBezTo>
                      <a:pt x="29810" y="46690"/>
                      <a:pt x="23772" y="52068"/>
                      <a:pt x="16545" y="52226"/>
                    </a:cubicBezTo>
                    <a:lnTo>
                      <a:pt x="15488" y="52253"/>
                    </a:lnTo>
                    <a:cubicBezTo>
                      <a:pt x="7376" y="52424"/>
                      <a:pt x="664" y="45990"/>
                      <a:pt x="492" y="37878"/>
                    </a:cubicBezTo>
                    <a:lnTo>
                      <a:pt x="3" y="14994"/>
                    </a:lnTo>
                    <a:cubicBezTo>
                      <a:pt x="-182" y="6129"/>
                      <a:pt x="7468" y="-887"/>
                      <a:pt x="16294" y="91"/>
                    </a:cubicBezTo>
                    <a:lnTo>
                      <a:pt x="20892" y="593"/>
                    </a:lnTo>
                    <a:cubicBezTo>
                      <a:pt x="29096" y="1492"/>
                      <a:pt x="34949" y="8996"/>
                      <a:pt x="33840" y="171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Forme libre : forme 1138">
                <a:extLst>
                  <a:ext uri="{FF2B5EF4-FFF2-40B4-BE49-F238E27FC236}">
                    <a16:creationId xmlns:a16="http://schemas.microsoft.com/office/drawing/2014/main" id="{2DC2FE4F-C0D1-73FD-22F1-6A9740D35526}"/>
                  </a:ext>
                </a:extLst>
              </p:cNvPr>
              <p:cNvSpPr/>
              <p:nvPr/>
            </p:nvSpPr>
            <p:spPr>
              <a:xfrm>
                <a:off x="800521" y="370588"/>
                <a:ext cx="33974" cy="52255"/>
              </a:xfrm>
              <a:custGeom>
                <a:avLst/>
                <a:gdLst>
                  <a:gd name="connsiteX0" fmla="*/ 33840 w 33974"/>
                  <a:gd name="connsiteY0" fmla="*/ 17174 h 52255"/>
                  <a:gd name="connsiteX1" fmla="*/ 30788 w 33974"/>
                  <a:gd name="connsiteY1" fmla="*/ 39529 h 52255"/>
                  <a:gd name="connsiteX2" fmla="*/ 16545 w 33974"/>
                  <a:gd name="connsiteY2" fmla="*/ 52226 h 52255"/>
                  <a:gd name="connsiteX3" fmla="*/ 15488 w 33974"/>
                  <a:gd name="connsiteY3" fmla="*/ 52253 h 52255"/>
                  <a:gd name="connsiteX4" fmla="*/ 492 w 33974"/>
                  <a:gd name="connsiteY4" fmla="*/ 37878 h 52255"/>
                  <a:gd name="connsiteX5" fmla="*/ 3 w 33974"/>
                  <a:gd name="connsiteY5" fmla="*/ 14994 h 52255"/>
                  <a:gd name="connsiteX6" fmla="*/ 16294 w 33974"/>
                  <a:gd name="connsiteY6" fmla="*/ 91 h 52255"/>
                  <a:gd name="connsiteX7" fmla="*/ 20892 w 33974"/>
                  <a:gd name="connsiteY7" fmla="*/ 593 h 52255"/>
                  <a:gd name="connsiteX8" fmla="*/ 33840 w 33974"/>
                  <a:gd name="connsiteY8" fmla="*/ 17174 h 52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974" h="52255">
                    <a:moveTo>
                      <a:pt x="33840" y="17174"/>
                    </a:moveTo>
                    <a:lnTo>
                      <a:pt x="30788" y="39529"/>
                    </a:lnTo>
                    <a:cubicBezTo>
                      <a:pt x="29810" y="46690"/>
                      <a:pt x="23772" y="52068"/>
                      <a:pt x="16545" y="52226"/>
                    </a:cubicBezTo>
                    <a:lnTo>
                      <a:pt x="15488" y="52253"/>
                    </a:lnTo>
                    <a:cubicBezTo>
                      <a:pt x="7376" y="52424"/>
                      <a:pt x="664" y="45990"/>
                      <a:pt x="492" y="37878"/>
                    </a:cubicBezTo>
                    <a:lnTo>
                      <a:pt x="3" y="14994"/>
                    </a:lnTo>
                    <a:cubicBezTo>
                      <a:pt x="-182" y="6129"/>
                      <a:pt x="7468" y="-887"/>
                      <a:pt x="16294" y="91"/>
                    </a:cubicBezTo>
                    <a:lnTo>
                      <a:pt x="20892" y="593"/>
                    </a:lnTo>
                    <a:cubicBezTo>
                      <a:pt x="29096" y="1492"/>
                      <a:pt x="34949" y="8996"/>
                      <a:pt x="33840" y="171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0" name="Forme libre : forme 1139">
                <a:extLst>
                  <a:ext uri="{FF2B5EF4-FFF2-40B4-BE49-F238E27FC236}">
                    <a16:creationId xmlns:a16="http://schemas.microsoft.com/office/drawing/2014/main" id="{912BE383-AA8C-88D5-E517-1543B6E6A894}"/>
                  </a:ext>
                </a:extLst>
              </p:cNvPr>
              <p:cNvSpPr/>
              <p:nvPr/>
            </p:nvSpPr>
            <p:spPr>
              <a:xfrm>
                <a:off x="676142" y="365012"/>
                <a:ext cx="33974" cy="52255"/>
              </a:xfrm>
              <a:custGeom>
                <a:avLst/>
                <a:gdLst>
                  <a:gd name="connsiteX0" fmla="*/ 33840 w 33974"/>
                  <a:gd name="connsiteY0" fmla="*/ 17174 h 52255"/>
                  <a:gd name="connsiteX1" fmla="*/ 30788 w 33974"/>
                  <a:gd name="connsiteY1" fmla="*/ 39529 h 52255"/>
                  <a:gd name="connsiteX2" fmla="*/ 16545 w 33974"/>
                  <a:gd name="connsiteY2" fmla="*/ 52226 h 52255"/>
                  <a:gd name="connsiteX3" fmla="*/ 15488 w 33974"/>
                  <a:gd name="connsiteY3" fmla="*/ 52253 h 52255"/>
                  <a:gd name="connsiteX4" fmla="*/ 492 w 33974"/>
                  <a:gd name="connsiteY4" fmla="*/ 37878 h 52255"/>
                  <a:gd name="connsiteX5" fmla="*/ 3 w 33974"/>
                  <a:gd name="connsiteY5" fmla="*/ 14994 h 52255"/>
                  <a:gd name="connsiteX6" fmla="*/ 16294 w 33974"/>
                  <a:gd name="connsiteY6" fmla="*/ 91 h 52255"/>
                  <a:gd name="connsiteX7" fmla="*/ 20892 w 33974"/>
                  <a:gd name="connsiteY7" fmla="*/ 593 h 52255"/>
                  <a:gd name="connsiteX8" fmla="*/ 33840 w 33974"/>
                  <a:gd name="connsiteY8" fmla="*/ 17174 h 52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974" h="52255">
                    <a:moveTo>
                      <a:pt x="33840" y="17174"/>
                    </a:moveTo>
                    <a:lnTo>
                      <a:pt x="30788" y="39529"/>
                    </a:lnTo>
                    <a:cubicBezTo>
                      <a:pt x="29810" y="46690"/>
                      <a:pt x="23772" y="52068"/>
                      <a:pt x="16545" y="52226"/>
                    </a:cubicBezTo>
                    <a:lnTo>
                      <a:pt x="15488" y="52253"/>
                    </a:lnTo>
                    <a:cubicBezTo>
                      <a:pt x="7376" y="52424"/>
                      <a:pt x="664" y="45990"/>
                      <a:pt x="492" y="37878"/>
                    </a:cubicBezTo>
                    <a:lnTo>
                      <a:pt x="3" y="14994"/>
                    </a:lnTo>
                    <a:cubicBezTo>
                      <a:pt x="-182" y="6129"/>
                      <a:pt x="7468" y="-887"/>
                      <a:pt x="16294" y="91"/>
                    </a:cubicBezTo>
                    <a:lnTo>
                      <a:pt x="20892" y="593"/>
                    </a:lnTo>
                    <a:cubicBezTo>
                      <a:pt x="29096" y="1492"/>
                      <a:pt x="34949" y="8996"/>
                      <a:pt x="33840" y="171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1" name="Forme libre : forme 1140">
                <a:extLst>
                  <a:ext uri="{FF2B5EF4-FFF2-40B4-BE49-F238E27FC236}">
                    <a16:creationId xmlns:a16="http://schemas.microsoft.com/office/drawing/2014/main" id="{63B038CB-D621-C7AE-B274-DFD4D276D22F}"/>
                  </a:ext>
                </a:extLst>
              </p:cNvPr>
              <p:cNvSpPr/>
              <p:nvPr/>
            </p:nvSpPr>
            <p:spPr>
              <a:xfrm>
                <a:off x="548381" y="348774"/>
                <a:ext cx="33974" cy="52255"/>
              </a:xfrm>
              <a:custGeom>
                <a:avLst/>
                <a:gdLst>
                  <a:gd name="connsiteX0" fmla="*/ 33840 w 33974"/>
                  <a:gd name="connsiteY0" fmla="*/ 17174 h 52255"/>
                  <a:gd name="connsiteX1" fmla="*/ 30788 w 33974"/>
                  <a:gd name="connsiteY1" fmla="*/ 39529 h 52255"/>
                  <a:gd name="connsiteX2" fmla="*/ 16545 w 33974"/>
                  <a:gd name="connsiteY2" fmla="*/ 52226 h 52255"/>
                  <a:gd name="connsiteX3" fmla="*/ 15488 w 33974"/>
                  <a:gd name="connsiteY3" fmla="*/ 52253 h 52255"/>
                  <a:gd name="connsiteX4" fmla="*/ 492 w 33974"/>
                  <a:gd name="connsiteY4" fmla="*/ 37878 h 52255"/>
                  <a:gd name="connsiteX5" fmla="*/ 3 w 33974"/>
                  <a:gd name="connsiteY5" fmla="*/ 14994 h 52255"/>
                  <a:gd name="connsiteX6" fmla="*/ 16294 w 33974"/>
                  <a:gd name="connsiteY6" fmla="*/ 91 h 52255"/>
                  <a:gd name="connsiteX7" fmla="*/ 20892 w 33974"/>
                  <a:gd name="connsiteY7" fmla="*/ 593 h 52255"/>
                  <a:gd name="connsiteX8" fmla="*/ 33840 w 33974"/>
                  <a:gd name="connsiteY8" fmla="*/ 17174 h 52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974" h="52255">
                    <a:moveTo>
                      <a:pt x="33840" y="17174"/>
                    </a:moveTo>
                    <a:lnTo>
                      <a:pt x="30788" y="39529"/>
                    </a:lnTo>
                    <a:cubicBezTo>
                      <a:pt x="29810" y="46690"/>
                      <a:pt x="23772" y="52068"/>
                      <a:pt x="16545" y="52226"/>
                    </a:cubicBezTo>
                    <a:lnTo>
                      <a:pt x="15488" y="52253"/>
                    </a:lnTo>
                    <a:cubicBezTo>
                      <a:pt x="7376" y="52424"/>
                      <a:pt x="664" y="45990"/>
                      <a:pt x="492" y="37878"/>
                    </a:cubicBezTo>
                    <a:lnTo>
                      <a:pt x="3" y="14994"/>
                    </a:lnTo>
                    <a:cubicBezTo>
                      <a:pt x="-182" y="6129"/>
                      <a:pt x="7468" y="-887"/>
                      <a:pt x="16294" y="91"/>
                    </a:cubicBezTo>
                    <a:lnTo>
                      <a:pt x="20892" y="593"/>
                    </a:lnTo>
                    <a:cubicBezTo>
                      <a:pt x="29096" y="1492"/>
                      <a:pt x="34949" y="8996"/>
                      <a:pt x="33840" y="171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Forme libre : forme 1141">
                <a:extLst>
                  <a:ext uri="{FF2B5EF4-FFF2-40B4-BE49-F238E27FC236}">
                    <a16:creationId xmlns:a16="http://schemas.microsoft.com/office/drawing/2014/main" id="{1F645E8A-4AEA-A6BD-46FB-F7E13736C20E}"/>
                  </a:ext>
                </a:extLst>
              </p:cNvPr>
              <p:cNvSpPr/>
              <p:nvPr/>
            </p:nvSpPr>
            <p:spPr>
              <a:xfrm>
                <a:off x="413036" y="351641"/>
                <a:ext cx="33974" cy="52255"/>
              </a:xfrm>
              <a:custGeom>
                <a:avLst/>
                <a:gdLst>
                  <a:gd name="connsiteX0" fmla="*/ 33840 w 33974"/>
                  <a:gd name="connsiteY0" fmla="*/ 17174 h 52255"/>
                  <a:gd name="connsiteX1" fmla="*/ 30788 w 33974"/>
                  <a:gd name="connsiteY1" fmla="*/ 39529 h 52255"/>
                  <a:gd name="connsiteX2" fmla="*/ 16545 w 33974"/>
                  <a:gd name="connsiteY2" fmla="*/ 52226 h 52255"/>
                  <a:gd name="connsiteX3" fmla="*/ 15488 w 33974"/>
                  <a:gd name="connsiteY3" fmla="*/ 52253 h 52255"/>
                  <a:gd name="connsiteX4" fmla="*/ 492 w 33974"/>
                  <a:gd name="connsiteY4" fmla="*/ 37878 h 52255"/>
                  <a:gd name="connsiteX5" fmla="*/ 3 w 33974"/>
                  <a:gd name="connsiteY5" fmla="*/ 14994 h 52255"/>
                  <a:gd name="connsiteX6" fmla="*/ 16294 w 33974"/>
                  <a:gd name="connsiteY6" fmla="*/ 91 h 52255"/>
                  <a:gd name="connsiteX7" fmla="*/ 20892 w 33974"/>
                  <a:gd name="connsiteY7" fmla="*/ 593 h 52255"/>
                  <a:gd name="connsiteX8" fmla="*/ 33840 w 33974"/>
                  <a:gd name="connsiteY8" fmla="*/ 17174 h 52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974" h="52255">
                    <a:moveTo>
                      <a:pt x="33840" y="17174"/>
                    </a:moveTo>
                    <a:lnTo>
                      <a:pt x="30788" y="39529"/>
                    </a:lnTo>
                    <a:cubicBezTo>
                      <a:pt x="29810" y="46690"/>
                      <a:pt x="23772" y="52068"/>
                      <a:pt x="16545" y="52226"/>
                    </a:cubicBezTo>
                    <a:lnTo>
                      <a:pt x="15488" y="52253"/>
                    </a:lnTo>
                    <a:cubicBezTo>
                      <a:pt x="7376" y="52424"/>
                      <a:pt x="664" y="45990"/>
                      <a:pt x="492" y="37878"/>
                    </a:cubicBezTo>
                    <a:lnTo>
                      <a:pt x="3" y="14994"/>
                    </a:lnTo>
                    <a:cubicBezTo>
                      <a:pt x="-182" y="6129"/>
                      <a:pt x="7468" y="-887"/>
                      <a:pt x="16294" y="91"/>
                    </a:cubicBezTo>
                    <a:lnTo>
                      <a:pt x="20892" y="593"/>
                    </a:lnTo>
                    <a:cubicBezTo>
                      <a:pt x="29096" y="1492"/>
                      <a:pt x="34949" y="8996"/>
                      <a:pt x="33840" y="171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Forme libre : forme 1142">
                <a:extLst>
                  <a:ext uri="{FF2B5EF4-FFF2-40B4-BE49-F238E27FC236}">
                    <a16:creationId xmlns:a16="http://schemas.microsoft.com/office/drawing/2014/main" id="{AA527185-2692-1589-F7C0-1ECE07764577}"/>
                  </a:ext>
                </a:extLst>
              </p:cNvPr>
              <p:cNvSpPr/>
              <p:nvPr/>
            </p:nvSpPr>
            <p:spPr>
              <a:xfrm>
                <a:off x="298791" y="349250"/>
                <a:ext cx="33974" cy="52255"/>
              </a:xfrm>
              <a:custGeom>
                <a:avLst/>
                <a:gdLst>
                  <a:gd name="connsiteX0" fmla="*/ 33840 w 33974"/>
                  <a:gd name="connsiteY0" fmla="*/ 17174 h 52255"/>
                  <a:gd name="connsiteX1" fmla="*/ 30788 w 33974"/>
                  <a:gd name="connsiteY1" fmla="*/ 39529 h 52255"/>
                  <a:gd name="connsiteX2" fmla="*/ 16545 w 33974"/>
                  <a:gd name="connsiteY2" fmla="*/ 52226 h 52255"/>
                  <a:gd name="connsiteX3" fmla="*/ 15488 w 33974"/>
                  <a:gd name="connsiteY3" fmla="*/ 52253 h 52255"/>
                  <a:gd name="connsiteX4" fmla="*/ 492 w 33974"/>
                  <a:gd name="connsiteY4" fmla="*/ 37878 h 52255"/>
                  <a:gd name="connsiteX5" fmla="*/ 3 w 33974"/>
                  <a:gd name="connsiteY5" fmla="*/ 14994 h 52255"/>
                  <a:gd name="connsiteX6" fmla="*/ 16294 w 33974"/>
                  <a:gd name="connsiteY6" fmla="*/ 91 h 52255"/>
                  <a:gd name="connsiteX7" fmla="*/ 20892 w 33974"/>
                  <a:gd name="connsiteY7" fmla="*/ 593 h 52255"/>
                  <a:gd name="connsiteX8" fmla="*/ 33840 w 33974"/>
                  <a:gd name="connsiteY8" fmla="*/ 17174 h 52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974" h="52255">
                    <a:moveTo>
                      <a:pt x="33840" y="17174"/>
                    </a:moveTo>
                    <a:lnTo>
                      <a:pt x="30788" y="39529"/>
                    </a:lnTo>
                    <a:cubicBezTo>
                      <a:pt x="29810" y="46690"/>
                      <a:pt x="23772" y="52068"/>
                      <a:pt x="16545" y="52226"/>
                    </a:cubicBezTo>
                    <a:lnTo>
                      <a:pt x="15488" y="52253"/>
                    </a:lnTo>
                    <a:cubicBezTo>
                      <a:pt x="7376" y="52424"/>
                      <a:pt x="664" y="45990"/>
                      <a:pt x="492" y="37878"/>
                    </a:cubicBezTo>
                    <a:lnTo>
                      <a:pt x="3" y="14994"/>
                    </a:lnTo>
                    <a:cubicBezTo>
                      <a:pt x="-182" y="6129"/>
                      <a:pt x="7468" y="-887"/>
                      <a:pt x="16294" y="91"/>
                    </a:cubicBezTo>
                    <a:lnTo>
                      <a:pt x="20892" y="593"/>
                    </a:lnTo>
                    <a:cubicBezTo>
                      <a:pt x="29096" y="1492"/>
                      <a:pt x="34949" y="8996"/>
                      <a:pt x="33840" y="171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1144" name="Graphique 4366">
                <a:extLst>
                  <a:ext uri="{FF2B5EF4-FFF2-40B4-BE49-F238E27FC236}">
                    <a16:creationId xmlns:a16="http://schemas.microsoft.com/office/drawing/2014/main" id="{324A3224-9915-01CB-048E-199AE063372A}"/>
                  </a:ext>
                </a:extLst>
              </p:cNvPr>
              <p:cNvGrpSpPr/>
              <p:nvPr/>
            </p:nvGrpSpPr>
            <p:grpSpPr>
              <a:xfrm>
                <a:off x="432677" y="613520"/>
                <a:ext cx="273314" cy="264757"/>
                <a:chOff x="432677" y="613520"/>
                <a:chExt cx="273314" cy="264757"/>
              </a:xfrm>
              <a:solidFill>
                <a:srgbClr val="332989"/>
              </a:solidFill>
            </p:grpSpPr>
            <p:sp>
              <p:nvSpPr>
                <p:cNvPr id="1155" name="Forme libre : forme 1154">
                  <a:extLst>
                    <a:ext uri="{FF2B5EF4-FFF2-40B4-BE49-F238E27FC236}">
                      <a16:creationId xmlns:a16="http://schemas.microsoft.com/office/drawing/2014/main" id="{53B12D0B-6EBB-7353-CF70-EE61E000E2F7}"/>
                    </a:ext>
                  </a:extLst>
                </p:cNvPr>
                <p:cNvSpPr/>
                <p:nvPr/>
              </p:nvSpPr>
              <p:spPr>
                <a:xfrm>
                  <a:off x="515265" y="613520"/>
                  <a:ext cx="93959" cy="173828"/>
                </a:xfrm>
                <a:custGeom>
                  <a:avLst/>
                  <a:gdLst>
                    <a:gd name="connsiteX0" fmla="*/ 49 w 93959"/>
                    <a:gd name="connsiteY0" fmla="*/ 5322 h 173828"/>
                    <a:gd name="connsiteX1" fmla="*/ 9099 w 93959"/>
                    <a:gd name="connsiteY1" fmla="*/ 1346 h 173828"/>
                    <a:gd name="connsiteX2" fmla="*/ 29036 w 93959"/>
                    <a:gd name="connsiteY2" fmla="*/ 34442 h 173828"/>
                    <a:gd name="connsiteX3" fmla="*/ 45974 w 93959"/>
                    <a:gd name="connsiteY3" fmla="*/ 76787 h 173828"/>
                    <a:gd name="connsiteX4" fmla="*/ 59517 w 93959"/>
                    <a:gd name="connsiteY4" fmla="*/ 122844 h 173828"/>
                    <a:gd name="connsiteX5" fmla="*/ 84858 w 93959"/>
                    <a:gd name="connsiteY5" fmla="*/ 68833 h 173828"/>
                    <a:gd name="connsiteX6" fmla="*/ 93763 w 93959"/>
                    <a:gd name="connsiteY6" fmla="*/ 72361 h 173828"/>
                    <a:gd name="connsiteX7" fmla="*/ 65581 w 93959"/>
                    <a:gd name="connsiteY7" fmla="*/ 166603 h 173828"/>
                    <a:gd name="connsiteX8" fmla="*/ 46173 w 93959"/>
                    <a:gd name="connsiteY8" fmla="*/ 164396 h 173828"/>
                    <a:gd name="connsiteX9" fmla="*/ 25892 w 93959"/>
                    <a:gd name="connsiteY9" fmla="*/ 79139 h 173828"/>
                    <a:gd name="connsiteX10" fmla="*/ 10222 w 93959"/>
                    <a:gd name="connsiteY10" fmla="*/ 40057 h 173828"/>
                    <a:gd name="connsiteX11" fmla="*/ 62 w 93959"/>
                    <a:gd name="connsiteY11" fmla="*/ 5309 h 17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93959" h="173828">
                      <a:moveTo>
                        <a:pt x="49" y="5322"/>
                      </a:moveTo>
                      <a:cubicBezTo>
                        <a:pt x="327" y="487"/>
                        <a:pt x="5374" y="-1574"/>
                        <a:pt x="9099" y="1346"/>
                      </a:cubicBezTo>
                      <a:cubicBezTo>
                        <a:pt x="19603" y="9616"/>
                        <a:pt x="23871" y="22458"/>
                        <a:pt x="29036" y="34442"/>
                      </a:cubicBezTo>
                      <a:cubicBezTo>
                        <a:pt x="35061" y="48407"/>
                        <a:pt x="40848" y="62478"/>
                        <a:pt x="45974" y="76787"/>
                      </a:cubicBezTo>
                      <a:cubicBezTo>
                        <a:pt x="51391" y="91875"/>
                        <a:pt x="56002" y="107241"/>
                        <a:pt x="59517" y="122844"/>
                      </a:cubicBezTo>
                      <a:cubicBezTo>
                        <a:pt x="66480" y="104215"/>
                        <a:pt x="74579" y="86062"/>
                        <a:pt x="84858" y="68833"/>
                      </a:cubicBezTo>
                      <a:cubicBezTo>
                        <a:pt x="87579" y="64262"/>
                        <a:pt x="95282" y="66931"/>
                        <a:pt x="93763" y="72361"/>
                      </a:cubicBezTo>
                      <a:cubicBezTo>
                        <a:pt x="84884" y="103938"/>
                        <a:pt x="73958" y="134867"/>
                        <a:pt x="65581" y="166603"/>
                      </a:cubicBezTo>
                      <a:cubicBezTo>
                        <a:pt x="62635" y="177793"/>
                        <a:pt x="47322" y="175151"/>
                        <a:pt x="46173" y="164396"/>
                      </a:cubicBezTo>
                      <a:cubicBezTo>
                        <a:pt x="43055" y="135013"/>
                        <a:pt x="35960" y="106897"/>
                        <a:pt x="25892" y="79139"/>
                      </a:cubicBezTo>
                      <a:cubicBezTo>
                        <a:pt x="21096" y="65940"/>
                        <a:pt x="15758" y="52952"/>
                        <a:pt x="10222" y="40057"/>
                      </a:cubicBezTo>
                      <a:cubicBezTo>
                        <a:pt x="5321" y="28642"/>
                        <a:pt x="-678" y="17993"/>
                        <a:pt x="62" y="5309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6" name="Forme libre : forme 1155">
                  <a:extLst>
                    <a:ext uri="{FF2B5EF4-FFF2-40B4-BE49-F238E27FC236}">
                      <a16:creationId xmlns:a16="http://schemas.microsoft.com/office/drawing/2014/main" id="{5D78E1A2-4CEF-E4D7-8A91-CDCD11F96925}"/>
                    </a:ext>
                  </a:extLst>
                </p:cNvPr>
                <p:cNvSpPr/>
                <p:nvPr/>
              </p:nvSpPr>
              <p:spPr>
                <a:xfrm>
                  <a:off x="432677" y="623888"/>
                  <a:ext cx="273314" cy="254389"/>
                </a:xfrm>
                <a:custGeom>
                  <a:avLst/>
                  <a:gdLst>
                    <a:gd name="connsiteX0" fmla="*/ 68210 w 273314"/>
                    <a:gd name="connsiteY0" fmla="*/ 18366 h 254389"/>
                    <a:gd name="connsiteX1" fmla="*/ 72293 w 273314"/>
                    <a:gd name="connsiteY1" fmla="*/ 32028 h 254389"/>
                    <a:gd name="connsiteX2" fmla="*/ 49660 w 273314"/>
                    <a:gd name="connsiteY2" fmla="*/ 166725 h 254389"/>
                    <a:gd name="connsiteX3" fmla="*/ 116011 w 273314"/>
                    <a:gd name="connsiteY3" fmla="*/ 213747 h 254389"/>
                    <a:gd name="connsiteX4" fmla="*/ 193342 w 273314"/>
                    <a:gd name="connsiteY4" fmla="*/ 233962 h 254389"/>
                    <a:gd name="connsiteX5" fmla="*/ 246468 w 273314"/>
                    <a:gd name="connsiteY5" fmla="*/ 113124 h 254389"/>
                    <a:gd name="connsiteX6" fmla="*/ 141260 w 273314"/>
                    <a:gd name="connsiteY6" fmla="*/ 10413 h 254389"/>
                    <a:gd name="connsiteX7" fmla="*/ 143810 w 273314"/>
                    <a:gd name="connsiteY7" fmla="*/ 332 h 254389"/>
                    <a:gd name="connsiteX8" fmla="*/ 250616 w 273314"/>
                    <a:gd name="connsiteY8" fmla="*/ 89765 h 254389"/>
                    <a:gd name="connsiteX9" fmla="*/ 256958 w 273314"/>
                    <a:gd name="connsiteY9" fmla="*/ 220314 h 254389"/>
                    <a:gd name="connsiteX10" fmla="*/ 129276 w 273314"/>
                    <a:gd name="connsiteY10" fmla="*/ 244188 h 254389"/>
                    <a:gd name="connsiteX11" fmla="*/ 6615 w 273314"/>
                    <a:gd name="connsiteY11" fmla="*/ 143155 h 254389"/>
                    <a:gd name="connsiteX12" fmla="*/ 68223 w 273314"/>
                    <a:gd name="connsiteY12" fmla="*/ 18353 h 254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73314" h="254389">
                      <a:moveTo>
                        <a:pt x="68210" y="18366"/>
                      </a:moveTo>
                      <a:cubicBezTo>
                        <a:pt x="77340" y="16662"/>
                        <a:pt x="80669" y="28341"/>
                        <a:pt x="72293" y="32028"/>
                      </a:cubicBezTo>
                      <a:cubicBezTo>
                        <a:pt x="16868" y="56417"/>
                        <a:pt x="9627" y="125120"/>
                        <a:pt x="49660" y="166725"/>
                      </a:cubicBezTo>
                      <a:cubicBezTo>
                        <a:pt x="68184" y="185962"/>
                        <a:pt x="92745" y="200905"/>
                        <a:pt x="116011" y="213747"/>
                      </a:cubicBezTo>
                      <a:cubicBezTo>
                        <a:pt x="139608" y="226774"/>
                        <a:pt x="165953" y="236723"/>
                        <a:pt x="193342" y="233962"/>
                      </a:cubicBezTo>
                      <a:cubicBezTo>
                        <a:pt x="256813" y="227580"/>
                        <a:pt x="265441" y="162986"/>
                        <a:pt x="246468" y="113124"/>
                      </a:cubicBezTo>
                      <a:cubicBezTo>
                        <a:pt x="228222" y="65177"/>
                        <a:pt x="189127" y="28156"/>
                        <a:pt x="141260" y="10413"/>
                      </a:cubicBezTo>
                      <a:cubicBezTo>
                        <a:pt x="135077" y="8127"/>
                        <a:pt x="137468" y="-1941"/>
                        <a:pt x="143810" y="332"/>
                      </a:cubicBezTo>
                      <a:cubicBezTo>
                        <a:pt x="188718" y="16437"/>
                        <a:pt x="226940" y="48199"/>
                        <a:pt x="250616" y="89765"/>
                      </a:cubicBezTo>
                      <a:cubicBezTo>
                        <a:pt x="272390" y="128000"/>
                        <a:pt x="285457" y="181932"/>
                        <a:pt x="256958" y="220314"/>
                      </a:cubicBezTo>
                      <a:cubicBezTo>
                        <a:pt x="227456" y="260029"/>
                        <a:pt x="171463" y="260743"/>
                        <a:pt x="129276" y="244188"/>
                      </a:cubicBezTo>
                      <a:cubicBezTo>
                        <a:pt x="82875" y="225982"/>
                        <a:pt x="25086" y="192185"/>
                        <a:pt x="6615" y="143155"/>
                      </a:cubicBezTo>
                      <a:cubicBezTo>
                        <a:pt x="-12741" y="91786"/>
                        <a:pt x="11147" y="29028"/>
                        <a:pt x="68223" y="18353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45" name="Forme libre : forme 1144">
                <a:extLst>
                  <a:ext uri="{FF2B5EF4-FFF2-40B4-BE49-F238E27FC236}">
                    <a16:creationId xmlns:a16="http://schemas.microsoft.com/office/drawing/2014/main" id="{BE2E242B-6D8C-2FC1-019E-59388DA710C2}"/>
                  </a:ext>
                </a:extLst>
              </p:cNvPr>
              <p:cNvSpPr/>
              <p:nvPr/>
            </p:nvSpPr>
            <p:spPr>
              <a:xfrm>
                <a:off x="131423" y="571239"/>
                <a:ext cx="7715" cy="426632"/>
              </a:xfrm>
              <a:custGeom>
                <a:avLst/>
                <a:gdLst>
                  <a:gd name="connsiteX0" fmla="*/ 2391 w 7715"/>
                  <a:gd name="connsiteY0" fmla="*/ 426633 h 426632"/>
                  <a:gd name="connsiteX1" fmla="*/ 4796 w 7715"/>
                  <a:gd name="connsiteY1" fmla="*/ 424241 h 426632"/>
                  <a:gd name="connsiteX2" fmla="*/ 7716 w 7715"/>
                  <a:gd name="connsiteY2" fmla="*/ 2418 h 426632"/>
                  <a:gd name="connsiteX3" fmla="*/ 5324 w 7715"/>
                  <a:gd name="connsiteY3" fmla="*/ 0 h 426632"/>
                  <a:gd name="connsiteX4" fmla="*/ 5324 w 7715"/>
                  <a:gd name="connsiteY4" fmla="*/ 0 h 426632"/>
                  <a:gd name="connsiteX5" fmla="*/ 2920 w 7715"/>
                  <a:gd name="connsiteY5" fmla="*/ 2391 h 426632"/>
                  <a:gd name="connsiteX6" fmla="*/ 0 w 7715"/>
                  <a:gd name="connsiteY6" fmla="*/ 424215 h 426632"/>
                  <a:gd name="connsiteX7" fmla="*/ 2391 w 7715"/>
                  <a:gd name="connsiteY7" fmla="*/ 426633 h 426632"/>
                  <a:gd name="connsiteX8" fmla="*/ 2405 w 7715"/>
                  <a:gd name="connsiteY8" fmla="*/ 426633 h 426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715" h="426632">
                    <a:moveTo>
                      <a:pt x="2391" y="426633"/>
                    </a:moveTo>
                    <a:cubicBezTo>
                      <a:pt x="3713" y="426633"/>
                      <a:pt x="4783" y="425562"/>
                      <a:pt x="4796" y="424241"/>
                    </a:cubicBezTo>
                    <a:lnTo>
                      <a:pt x="7716" y="2418"/>
                    </a:lnTo>
                    <a:cubicBezTo>
                      <a:pt x="7716" y="1083"/>
                      <a:pt x="6659" y="0"/>
                      <a:pt x="5324" y="0"/>
                    </a:cubicBezTo>
                    <a:lnTo>
                      <a:pt x="5324" y="0"/>
                    </a:lnTo>
                    <a:cubicBezTo>
                      <a:pt x="4003" y="0"/>
                      <a:pt x="2920" y="1070"/>
                      <a:pt x="2920" y="2391"/>
                    </a:cubicBezTo>
                    <a:lnTo>
                      <a:pt x="0" y="424215"/>
                    </a:lnTo>
                    <a:cubicBezTo>
                      <a:pt x="0" y="425549"/>
                      <a:pt x="1057" y="426633"/>
                      <a:pt x="2391" y="426633"/>
                    </a:cubicBezTo>
                    <a:lnTo>
                      <a:pt x="2405" y="426633"/>
                    </a:lnTo>
                    <a:close/>
                  </a:path>
                </a:pathLst>
              </a:custGeom>
              <a:solidFill>
                <a:srgbClr val="FFFFFF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Forme libre : forme 1145">
                <a:extLst>
                  <a:ext uri="{FF2B5EF4-FFF2-40B4-BE49-F238E27FC236}">
                    <a16:creationId xmlns:a16="http://schemas.microsoft.com/office/drawing/2014/main" id="{3DBB85B6-14DA-A65A-098A-1288ABAD5126}"/>
                  </a:ext>
                </a:extLst>
              </p:cNvPr>
              <p:cNvSpPr/>
              <p:nvPr/>
            </p:nvSpPr>
            <p:spPr>
              <a:xfrm rot="-1689002">
                <a:off x="1014545" y="304196"/>
                <a:ext cx="51395" cy="51395"/>
              </a:xfrm>
              <a:custGeom>
                <a:avLst/>
                <a:gdLst>
                  <a:gd name="connsiteX0" fmla="*/ 51395 w 51395"/>
                  <a:gd name="connsiteY0" fmla="*/ 25698 h 51395"/>
                  <a:gd name="connsiteX1" fmla="*/ 25698 w 51395"/>
                  <a:gd name="connsiteY1" fmla="*/ 51395 h 51395"/>
                  <a:gd name="connsiteX2" fmla="*/ 0 w 51395"/>
                  <a:gd name="connsiteY2" fmla="*/ 25698 h 51395"/>
                  <a:gd name="connsiteX3" fmla="*/ 25698 w 51395"/>
                  <a:gd name="connsiteY3" fmla="*/ 0 h 51395"/>
                  <a:gd name="connsiteX4" fmla="*/ 51395 w 51395"/>
                  <a:gd name="connsiteY4" fmla="*/ 25698 h 5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395" h="51395">
                    <a:moveTo>
                      <a:pt x="51395" y="25698"/>
                    </a:moveTo>
                    <a:cubicBezTo>
                      <a:pt x="51395" y="39890"/>
                      <a:pt x="39890" y="51395"/>
                      <a:pt x="25698" y="51395"/>
                    </a:cubicBezTo>
                    <a:cubicBezTo>
                      <a:pt x="11505" y="51395"/>
                      <a:pt x="0" y="39890"/>
                      <a:pt x="0" y="25698"/>
                    </a:cubicBezTo>
                    <a:cubicBezTo>
                      <a:pt x="0" y="11505"/>
                      <a:pt x="11505" y="0"/>
                      <a:pt x="25698" y="0"/>
                    </a:cubicBezTo>
                    <a:cubicBezTo>
                      <a:pt x="39890" y="0"/>
                      <a:pt x="51395" y="11505"/>
                      <a:pt x="51395" y="25698"/>
                    </a:cubicBezTo>
                    <a:close/>
                  </a:path>
                </a:pathLst>
              </a:custGeom>
              <a:solidFill>
                <a:srgbClr val="4438B7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Forme libre : forme 1146">
                <a:extLst>
                  <a:ext uri="{FF2B5EF4-FFF2-40B4-BE49-F238E27FC236}">
                    <a16:creationId xmlns:a16="http://schemas.microsoft.com/office/drawing/2014/main" id="{BE175033-64BA-BB93-D21C-617AC3017B4E}"/>
                  </a:ext>
                </a:extLst>
              </p:cNvPr>
              <p:cNvSpPr/>
              <p:nvPr/>
            </p:nvSpPr>
            <p:spPr>
              <a:xfrm rot="-3253199">
                <a:off x="803947" y="302092"/>
                <a:ext cx="51395" cy="51395"/>
              </a:xfrm>
              <a:custGeom>
                <a:avLst/>
                <a:gdLst>
                  <a:gd name="connsiteX0" fmla="*/ 51395 w 51395"/>
                  <a:gd name="connsiteY0" fmla="*/ 25698 h 51395"/>
                  <a:gd name="connsiteX1" fmla="*/ 25698 w 51395"/>
                  <a:gd name="connsiteY1" fmla="*/ 51395 h 51395"/>
                  <a:gd name="connsiteX2" fmla="*/ 0 w 51395"/>
                  <a:gd name="connsiteY2" fmla="*/ 25698 h 51395"/>
                  <a:gd name="connsiteX3" fmla="*/ 25698 w 51395"/>
                  <a:gd name="connsiteY3" fmla="*/ 0 h 51395"/>
                  <a:gd name="connsiteX4" fmla="*/ 51395 w 51395"/>
                  <a:gd name="connsiteY4" fmla="*/ 25698 h 5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395" h="51395">
                    <a:moveTo>
                      <a:pt x="51395" y="25698"/>
                    </a:moveTo>
                    <a:cubicBezTo>
                      <a:pt x="51395" y="39890"/>
                      <a:pt x="39890" y="51395"/>
                      <a:pt x="25698" y="51395"/>
                    </a:cubicBezTo>
                    <a:cubicBezTo>
                      <a:pt x="11505" y="51395"/>
                      <a:pt x="0" y="39890"/>
                      <a:pt x="0" y="25698"/>
                    </a:cubicBezTo>
                    <a:cubicBezTo>
                      <a:pt x="0" y="11505"/>
                      <a:pt x="11505" y="0"/>
                      <a:pt x="25698" y="0"/>
                    </a:cubicBezTo>
                    <a:cubicBezTo>
                      <a:pt x="39890" y="0"/>
                      <a:pt x="51395" y="11505"/>
                      <a:pt x="51395" y="25698"/>
                    </a:cubicBezTo>
                    <a:close/>
                  </a:path>
                </a:pathLst>
              </a:custGeom>
              <a:solidFill>
                <a:srgbClr val="4438B7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Forme libre : forme 1147">
                <a:extLst>
                  <a:ext uri="{FF2B5EF4-FFF2-40B4-BE49-F238E27FC236}">
                    <a16:creationId xmlns:a16="http://schemas.microsoft.com/office/drawing/2014/main" id="{E6D19DBA-8B7F-7EAC-1964-CA3B3097A4D0}"/>
                  </a:ext>
                </a:extLst>
              </p:cNvPr>
              <p:cNvSpPr/>
              <p:nvPr/>
            </p:nvSpPr>
            <p:spPr>
              <a:xfrm rot="-339000">
                <a:off x="591369" y="295262"/>
                <a:ext cx="51395" cy="51395"/>
              </a:xfrm>
              <a:custGeom>
                <a:avLst/>
                <a:gdLst>
                  <a:gd name="connsiteX0" fmla="*/ 51395 w 51395"/>
                  <a:gd name="connsiteY0" fmla="*/ 25698 h 51395"/>
                  <a:gd name="connsiteX1" fmla="*/ 25698 w 51395"/>
                  <a:gd name="connsiteY1" fmla="*/ 51395 h 51395"/>
                  <a:gd name="connsiteX2" fmla="*/ 0 w 51395"/>
                  <a:gd name="connsiteY2" fmla="*/ 25698 h 51395"/>
                  <a:gd name="connsiteX3" fmla="*/ 25698 w 51395"/>
                  <a:gd name="connsiteY3" fmla="*/ 0 h 51395"/>
                  <a:gd name="connsiteX4" fmla="*/ 51395 w 51395"/>
                  <a:gd name="connsiteY4" fmla="*/ 25698 h 5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395" h="51395">
                    <a:moveTo>
                      <a:pt x="51395" y="25698"/>
                    </a:moveTo>
                    <a:cubicBezTo>
                      <a:pt x="51395" y="39890"/>
                      <a:pt x="39890" y="51395"/>
                      <a:pt x="25698" y="51395"/>
                    </a:cubicBezTo>
                    <a:cubicBezTo>
                      <a:pt x="11505" y="51395"/>
                      <a:pt x="0" y="39890"/>
                      <a:pt x="0" y="25698"/>
                    </a:cubicBezTo>
                    <a:cubicBezTo>
                      <a:pt x="0" y="11505"/>
                      <a:pt x="11505" y="0"/>
                      <a:pt x="25698" y="0"/>
                    </a:cubicBezTo>
                    <a:cubicBezTo>
                      <a:pt x="39890" y="0"/>
                      <a:pt x="51395" y="11505"/>
                      <a:pt x="51395" y="25698"/>
                    </a:cubicBezTo>
                    <a:close/>
                  </a:path>
                </a:pathLst>
              </a:custGeom>
              <a:solidFill>
                <a:srgbClr val="4438B7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Forme libre : forme 1148">
                <a:extLst>
                  <a:ext uri="{FF2B5EF4-FFF2-40B4-BE49-F238E27FC236}">
                    <a16:creationId xmlns:a16="http://schemas.microsoft.com/office/drawing/2014/main" id="{C058A84D-E964-8E3B-B0F6-A22E8A65CD01}"/>
                  </a:ext>
                </a:extLst>
              </p:cNvPr>
              <p:cNvSpPr/>
              <p:nvPr/>
            </p:nvSpPr>
            <p:spPr>
              <a:xfrm rot="-1105800">
                <a:off x="380807" y="285365"/>
                <a:ext cx="51395" cy="51395"/>
              </a:xfrm>
              <a:custGeom>
                <a:avLst/>
                <a:gdLst>
                  <a:gd name="connsiteX0" fmla="*/ 51395 w 51395"/>
                  <a:gd name="connsiteY0" fmla="*/ 25698 h 51395"/>
                  <a:gd name="connsiteX1" fmla="*/ 25698 w 51395"/>
                  <a:gd name="connsiteY1" fmla="*/ 51395 h 51395"/>
                  <a:gd name="connsiteX2" fmla="*/ 0 w 51395"/>
                  <a:gd name="connsiteY2" fmla="*/ 25698 h 51395"/>
                  <a:gd name="connsiteX3" fmla="*/ 25698 w 51395"/>
                  <a:gd name="connsiteY3" fmla="*/ 0 h 51395"/>
                  <a:gd name="connsiteX4" fmla="*/ 51395 w 51395"/>
                  <a:gd name="connsiteY4" fmla="*/ 25698 h 5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395" h="51395">
                    <a:moveTo>
                      <a:pt x="51395" y="25698"/>
                    </a:moveTo>
                    <a:cubicBezTo>
                      <a:pt x="51395" y="39890"/>
                      <a:pt x="39890" y="51395"/>
                      <a:pt x="25698" y="51395"/>
                    </a:cubicBezTo>
                    <a:cubicBezTo>
                      <a:pt x="11505" y="51395"/>
                      <a:pt x="0" y="39890"/>
                      <a:pt x="0" y="25698"/>
                    </a:cubicBezTo>
                    <a:cubicBezTo>
                      <a:pt x="0" y="11505"/>
                      <a:pt x="11505" y="0"/>
                      <a:pt x="25698" y="0"/>
                    </a:cubicBezTo>
                    <a:cubicBezTo>
                      <a:pt x="39890" y="0"/>
                      <a:pt x="51395" y="11505"/>
                      <a:pt x="51395" y="25698"/>
                    </a:cubicBezTo>
                    <a:close/>
                  </a:path>
                </a:pathLst>
              </a:custGeom>
              <a:solidFill>
                <a:srgbClr val="4438B7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1150" name="Graphique 4366">
                <a:extLst>
                  <a:ext uri="{FF2B5EF4-FFF2-40B4-BE49-F238E27FC236}">
                    <a16:creationId xmlns:a16="http://schemas.microsoft.com/office/drawing/2014/main" id="{E3C8B8C9-52BF-7E35-FBFC-F380338B148B}"/>
                  </a:ext>
                </a:extLst>
              </p:cNvPr>
              <p:cNvGrpSpPr/>
              <p:nvPr/>
            </p:nvGrpSpPr>
            <p:grpSpPr>
              <a:xfrm>
                <a:off x="319736" y="131827"/>
                <a:ext cx="736676" cy="208490"/>
                <a:chOff x="319736" y="131827"/>
                <a:chExt cx="736676" cy="208490"/>
              </a:xfrm>
              <a:solidFill>
                <a:srgbClr val="E3E1F6"/>
              </a:solidFill>
            </p:grpSpPr>
            <p:sp>
              <p:nvSpPr>
                <p:cNvPr id="1151" name="Forme libre : forme 1150">
                  <a:extLst>
                    <a:ext uri="{FF2B5EF4-FFF2-40B4-BE49-F238E27FC236}">
                      <a16:creationId xmlns:a16="http://schemas.microsoft.com/office/drawing/2014/main" id="{4CB1B267-D01F-7241-B2B2-3005C2F3D0A4}"/>
                    </a:ext>
                  </a:extLst>
                </p:cNvPr>
                <p:cNvSpPr/>
                <p:nvPr/>
              </p:nvSpPr>
              <p:spPr>
                <a:xfrm>
                  <a:off x="319736" y="131827"/>
                  <a:ext cx="104926" cy="189768"/>
                </a:xfrm>
                <a:custGeom>
                  <a:avLst/>
                  <a:gdLst>
                    <a:gd name="connsiteX0" fmla="*/ 67223 w 104926"/>
                    <a:gd name="connsiteY0" fmla="*/ 1099 h 189768"/>
                    <a:gd name="connsiteX1" fmla="*/ 102909 w 104926"/>
                    <a:gd name="connsiteY1" fmla="*/ 170518 h 189768"/>
                    <a:gd name="connsiteX2" fmla="*/ 82140 w 104926"/>
                    <a:gd name="connsiteY2" fmla="*/ 189769 h 189768"/>
                    <a:gd name="connsiteX3" fmla="*/ 74212 w 104926"/>
                    <a:gd name="connsiteY3" fmla="*/ 186214 h 189768"/>
                    <a:gd name="connsiteX4" fmla="*/ 71544 w 104926"/>
                    <a:gd name="connsiteY4" fmla="*/ 177944 h 189768"/>
                    <a:gd name="connsiteX5" fmla="*/ 51395 w 104926"/>
                    <a:gd name="connsiteY5" fmla="*/ 37102 h 189768"/>
                    <a:gd name="connsiteX6" fmla="*/ 24707 w 104926"/>
                    <a:gd name="connsiteY6" fmla="*/ 77307 h 189768"/>
                    <a:gd name="connsiteX7" fmla="*/ 0 w 104926"/>
                    <a:gd name="connsiteY7" fmla="*/ 77307 h 189768"/>
                    <a:gd name="connsiteX8" fmla="*/ 67223 w 104926"/>
                    <a:gd name="connsiteY8" fmla="*/ 1099 h 189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4926" h="189768">
                      <a:moveTo>
                        <a:pt x="67223" y="1099"/>
                      </a:moveTo>
                      <a:cubicBezTo>
                        <a:pt x="110480" y="10533"/>
                        <a:pt x="106397" y="124329"/>
                        <a:pt x="102909" y="170518"/>
                      </a:cubicBezTo>
                      <a:cubicBezTo>
                        <a:pt x="102090" y="181392"/>
                        <a:pt x="93040" y="189769"/>
                        <a:pt x="82140" y="189769"/>
                      </a:cubicBezTo>
                      <a:cubicBezTo>
                        <a:pt x="79114" y="189769"/>
                        <a:pt x="76234" y="188461"/>
                        <a:pt x="74212" y="186214"/>
                      </a:cubicBezTo>
                      <a:cubicBezTo>
                        <a:pt x="72191" y="183968"/>
                        <a:pt x="71227" y="180943"/>
                        <a:pt x="71544" y="177944"/>
                      </a:cubicBezTo>
                      <a:cubicBezTo>
                        <a:pt x="75283" y="143024"/>
                        <a:pt x="83223" y="42480"/>
                        <a:pt x="51395" y="37102"/>
                      </a:cubicBezTo>
                      <a:cubicBezTo>
                        <a:pt x="51395" y="37102"/>
                        <a:pt x="28551" y="33060"/>
                        <a:pt x="24707" y="77307"/>
                      </a:cubicBezTo>
                      <a:lnTo>
                        <a:pt x="0" y="77307"/>
                      </a:lnTo>
                      <a:cubicBezTo>
                        <a:pt x="0" y="77307"/>
                        <a:pt x="12855" y="-10765"/>
                        <a:pt x="67223" y="1099"/>
                      </a:cubicBezTo>
                      <a:close/>
                    </a:path>
                  </a:pathLst>
                </a:custGeom>
                <a:solidFill>
                  <a:srgbClr val="E3E1F6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2" name="Forme libre : forme 1151">
                  <a:extLst>
                    <a:ext uri="{FF2B5EF4-FFF2-40B4-BE49-F238E27FC236}">
                      <a16:creationId xmlns:a16="http://schemas.microsoft.com/office/drawing/2014/main" id="{C23FD529-6B02-6BEF-2D99-49A9FB9F40E6}"/>
                    </a:ext>
                  </a:extLst>
                </p:cNvPr>
                <p:cNvSpPr/>
                <p:nvPr/>
              </p:nvSpPr>
              <p:spPr>
                <a:xfrm>
                  <a:off x="530324" y="137679"/>
                  <a:ext cx="104926" cy="189835"/>
                </a:xfrm>
                <a:custGeom>
                  <a:avLst/>
                  <a:gdLst>
                    <a:gd name="connsiteX0" fmla="*/ 67223 w 104926"/>
                    <a:gd name="connsiteY0" fmla="*/ 1100 h 189835"/>
                    <a:gd name="connsiteX1" fmla="*/ 102909 w 104926"/>
                    <a:gd name="connsiteY1" fmla="*/ 170559 h 189835"/>
                    <a:gd name="connsiteX2" fmla="*/ 82140 w 104926"/>
                    <a:gd name="connsiteY2" fmla="*/ 189836 h 189835"/>
                    <a:gd name="connsiteX3" fmla="*/ 74212 w 104926"/>
                    <a:gd name="connsiteY3" fmla="*/ 186295 h 189835"/>
                    <a:gd name="connsiteX4" fmla="*/ 71544 w 104926"/>
                    <a:gd name="connsiteY4" fmla="*/ 178024 h 189835"/>
                    <a:gd name="connsiteX5" fmla="*/ 51395 w 104926"/>
                    <a:gd name="connsiteY5" fmla="*/ 37103 h 189835"/>
                    <a:gd name="connsiteX6" fmla="*/ 24707 w 104926"/>
                    <a:gd name="connsiteY6" fmla="*/ 77229 h 189835"/>
                    <a:gd name="connsiteX7" fmla="*/ 0 w 104926"/>
                    <a:gd name="connsiteY7" fmla="*/ 77229 h 189835"/>
                    <a:gd name="connsiteX8" fmla="*/ 67223 w 104926"/>
                    <a:gd name="connsiteY8" fmla="*/ 1100 h 1898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4926" h="189835">
                      <a:moveTo>
                        <a:pt x="67223" y="1100"/>
                      </a:moveTo>
                      <a:cubicBezTo>
                        <a:pt x="110480" y="10534"/>
                        <a:pt x="106397" y="124369"/>
                        <a:pt x="102909" y="170559"/>
                      </a:cubicBezTo>
                      <a:cubicBezTo>
                        <a:pt x="102090" y="181433"/>
                        <a:pt x="93040" y="189836"/>
                        <a:pt x="82140" y="189836"/>
                      </a:cubicBezTo>
                      <a:cubicBezTo>
                        <a:pt x="79114" y="189836"/>
                        <a:pt x="76234" y="188541"/>
                        <a:pt x="74212" y="186295"/>
                      </a:cubicBezTo>
                      <a:cubicBezTo>
                        <a:pt x="72191" y="184049"/>
                        <a:pt x="71227" y="181036"/>
                        <a:pt x="71544" y="178024"/>
                      </a:cubicBezTo>
                      <a:cubicBezTo>
                        <a:pt x="75283" y="143104"/>
                        <a:pt x="83223" y="42481"/>
                        <a:pt x="51395" y="37103"/>
                      </a:cubicBezTo>
                      <a:cubicBezTo>
                        <a:pt x="51395" y="37103"/>
                        <a:pt x="28551" y="33946"/>
                        <a:pt x="24707" y="77229"/>
                      </a:cubicBezTo>
                      <a:lnTo>
                        <a:pt x="0" y="77229"/>
                      </a:lnTo>
                      <a:cubicBezTo>
                        <a:pt x="0" y="77229"/>
                        <a:pt x="12855" y="-10764"/>
                        <a:pt x="67223" y="1100"/>
                      </a:cubicBezTo>
                      <a:close/>
                    </a:path>
                  </a:pathLst>
                </a:custGeom>
                <a:solidFill>
                  <a:srgbClr val="E3E1F6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3" name="Forme libre : forme 1152">
                  <a:extLst>
                    <a:ext uri="{FF2B5EF4-FFF2-40B4-BE49-F238E27FC236}">
                      <a16:creationId xmlns:a16="http://schemas.microsoft.com/office/drawing/2014/main" id="{62310D32-85E2-3DB9-9AE3-DFB0212DD2AD}"/>
                    </a:ext>
                  </a:extLst>
                </p:cNvPr>
                <p:cNvSpPr/>
                <p:nvPr/>
              </p:nvSpPr>
              <p:spPr>
                <a:xfrm>
                  <a:off x="740912" y="143545"/>
                  <a:ext cx="104926" cy="189888"/>
                </a:xfrm>
                <a:custGeom>
                  <a:avLst/>
                  <a:gdLst>
                    <a:gd name="connsiteX0" fmla="*/ 67223 w 104926"/>
                    <a:gd name="connsiteY0" fmla="*/ 1114 h 189888"/>
                    <a:gd name="connsiteX1" fmla="*/ 102909 w 104926"/>
                    <a:gd name="connsiteY1" fmla="*/ 170599 h 189888"/>
                    <a:gd name="connsiteX2" fmla="*/ 82140 w 104926"/>
                    <a:gd name="connsiteY2" fmla="*/ 189889 h 189888"/>
                    <a:gd name="connsiteX3" fmla="*/ 74212 w 104926"/>
                    <a:gd name="connsiteY3" fmla="*/ 186348 h 189888"/>
                    <a:gd name="connsiteX4" fmla="*/ 71544 w 104926"/>
                    <a:gd name="connsiteY4" fmla="*/ 178077 h 189888"/>
                    <a:gd name="connsiteX5" fmla="*/ 51395 w 104926"/>
                    <a:gd name="connsiteY5" fmla="*/ 37104 h 189888"/>
                    <a:gd name="connsiteX6" fmla="*/ 24720 w 104926"/>
                    <a:gd name="connsiteY6" fmla="*/ 78035 h 189888"/>
                    <a:gd name="connsiteX7" fmla="*/ 0 w 104926"/>
                    <a:gd name="connsiteY7" fmla="*/ 77176 h 189888"/>
                    <a:gd name="connsiteX8" fmla="*/ 67223 w 104926"/>
                    <a:gd name="connsiteY8" fmla="*/ 1101 h 189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4926" h="189888">
                      <a:moveTo>
                        <a:pt x="67223" y="1114"/>
                      </a:moveTo>
                      <a:cubicBezTo>
                        <a:pt x="110480" y="10548"/>
                        <a:pt x="106397" y="124410"/>
                        <a:pt x="102909" y="170599"/>
                      </a:cubicBezTo>
                      <a:cubicBezTo>
                        <a:pt x="102090" y="181473"/>
                        <a:pt x="93040" y="189889"/>
                        <a:pt x="82140" y="189889"/>
                      </a:cubicBezTo>
                      <a:cubicBezTo>
                        <a:pt x="79114" y="189889"/>
                        <a:pt x="76234" y="188607"/>
                        <a:pt x="74212" y="186348"/>
                      </a:cubicBezTo>
                      <a:cubicBezTo>
                        <a:pt x="72191" y="184102"/>
                        <a:pt x="71227" y="181090"/>
                        <a:pt x="71544" y="178077"/>
                      </a:cubicBezTo>
                      <a:cubicBezTo>
                        <a:pt x="75283" y="143158"/>
                        <a:pt x="83223" y="42481"/>
                        <a:pt x="51395" y="37104"/>
                      </a:cubicBezTo>
                      <a:cubicBezTo>
                        <a:pt x="51395" y="37104"/>
                        <a:pt x="28565" y="34528"/>
                        <a:pt x="24720" y="78035"/>
                      </a:cubicBezTo>
                      <a:lnTo>
                        <a:pt x="0" y="77176"/>
                      </a:lnTo>
                      <a:cubicBezTo>
                        <a:pt x="0" y="77176"/>
                        <a:pt x="12855" y="-10764"/>
                        <a:pt x="67223" y="1101"/>
                      </a:cubicBezTo>
                      <a:close/>
                    </a:path>
                  </a:pathLst>
                </a:custGeom>
                <a:solidFill>
                  <a:srgbClr val="E3E1F6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4" name="Forme libre : forme 1153">
                  <a:extLst>
                    <a:ext uri="{FF2B5EF4-FFF2-40B4-BE49-F238E27FC236}">
                      <a16:creationId xmlns:a16="http://schemas.microsoft.com/office/drawing/2014/main" id="{40C56993-4C81-C06C-A2D4-205B94EB06DA}"/>
                    </a:ext>
                  </a:extLst>
                </p:cNvPr>
                <p:cNvSpPr/>
                <p:nvPr/>
              </p:nvSpPr>
              <p:spPr>
                <a:xfrm>
                  <a:off x="951486" y="150348"/>
                  <a:ext cx="104926" cy="189969"/>
                </a:xfrm>
                <a:custGeom>
                  <a:avLst/>
                  <a:gdLst>
                    <a:gd name="connsiteX0" fmla="*/ 67223 w 104926"/>
                    <a:gd name="connsiteY0" fmla="*/ 1102 h 189969"/>
                    <a:gd name="connsiteX1" fmla="*/ 102909 w 104926"/>
                    <a:gd name="connsiteY1" fmla="*/ 170654 h 189969"/>
                    <a:gd name="connsiteX2" fmla="*/ 82140 w 104926"/>
                    <a:gd name="connsiteY2" fmla="*/ 189970 h 189969"/>
                    <a:gd name="connsiteX3" fmla="*/ 74212 w 104926"/>
                    <a:gd name="connsiteY3" fmla="*/ 186442 h 189969"/>
                    <a:gd name="connsiteX4" fmla="*/ 71544 w 104926"/>
                    <a:gd name="connsiteY4" fmla="*/ 178185 h 189969"/>
                    <a:gd name="connsiteX5" fmla="*/ 51395 w 104926"/>
                    <a:gd name="connsiteY5" fmla="*/ 37092 h 189969"/>
                    <a:gd name="connsiteX6" fmla="*/ 24707 w 104926"/>
                    <a:gd name="connsiteY6" fmla="*/ 77046 h 189969"/>
                    <a:gd name="connsiteX7" fmla="*/ 0 w 104926"/>
                    <a:gd name="connsiteY7" fmla="*/ 77046 h 189969"/>
                    <a:gd name="connsiteX8" fmla="*/ 67223 w 104926"/>
                    <a:gd name="connsiteY8" fmla="*/ 1102 h 189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4926" h="189969">
                      <a:moveTo>
                        <a:pt x="67223" y="1102"/>
                      </a:moveTo>
                      <a:cubicBezTo>
                        <a:pt x="110480" y="10536"/>
                        <a:pt x="106397" y="124451"/>
                        <a:pt x="102909" y="170654"/>
                      </a:cubicBezTo>
                      <a:cubicBezTo>
                        <a:pt x="102090" y="181527"/>
                        <a:pt x="93040" y="189970"/>
                        <a:pt x="82140" y="189970"/>
                      </a:cubicBezTo>
                      <a:cubicBezTo>
                        <a:pt x="79114" y="189970"/>
                        <a:pt x="76234" y="188701"/>
                        <a:pt x="74212" y="186442"/>
                      </a:cubicBezTo>
                      <a:cubicBezTo>
                        <a:pt x="72191" y="184196"/>
                        <a:pt x="71227" y="181197"/>
                        <a:pt x="71544" y="178185"/>
                      </a:cubicBezTo>
                      <a:cubicBezTo>
                        <a:pt x="75283" y="143265"/>
                        <a:pt x="83223" y="42470"/>
                        <a:pt x="51395" y="37092"/>
                      </a:cubicBezTo>
                      <a:cubicBezTo>
                        <a:pt x="51395" y="37092"/>
                        <a:pt x="28551" y="33763"/>
                        <a:pt x="24707" y="77046"/>
                      </a:cubicBezTo>
                      <a:lnTo>
                        <a:pt x="0" y="77046"/>
                      </a:lnTo>
                      <a:cubicBezTo>
                        <a:pt x="0" y="77046"/>
                        <a:pt x="12855" y="-10762"/>
                        <a:pt x="67223" y="1102"/>
                      </a:cubicBezTo>
                      <a:close/>
                    </a:path>
                  </a:pathLst>
                </a:custGeom>
                <a:solidFill>
                  <a:srgbClr val="E3E1F6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63" name="Graphique 4366">
              <a:extLst>
                <a:ext uri="{FF2B5EF4-FFF2-40B4-BE49-F238E27FC236}">
                  <a16:creationId xmlns:a16="http://schemas.microsoft.com/office/drawing/2014/main" id="{FFE3F241-2852-02DC-9F7A-BD4BE10160B9}"/>
                </a:ext>
              </a:extLst>
            </p:cNvPr>
            <p:cNvGrpSpPr/>
            <p:nvPr/>
          </p:nvGrpSpPr>
          <p:grpSpPr>
            <a:xfrm>
              <a:off x="31631" y="442111"/>
              <a:ext cx="278733" cy="735432"/>
              <a:chOff x="31631" y="442111"/>
              <a:chExt cx="278733" cy="735432"/>
            </a:xfrm>
          </p:grpSpPr>
          <p:grpSp>
            <p:nvGrpSpPr>
              <p:cNvPr id="1085" name="Graphique 4366">
                <a:extLst>
                  <a:ext uri="{FF2B5EF4-FFF2-40B4-BE49-F238E27FC236}">
                    <a16:creationId xmlns:a16="http://schemas.microsoft.com/office/drawing/2014/main" id="{1F08BB90-5F2D-6EB1-398E-064B0C59072A}"/>
                  </a:ext>
                </a:extLst>
              </p:cNvPr>
              <p:cNvGrpSpPr/>
              <p:nvPr/>
            </p:nvGrpSpPr>
            <p:grpSpPr>
              <a:xfrm>
                <a:off x="31631" y="442111"/>
                <a:ext cx="278733" cy="735432"/>
                <a:chOff x="31631" y="442111"/>
                <a:chExt cx="278733" cy="735432"/>
              </a:xfrm>
            </p:grpSpPr>
            <p:sp>
              <p:nvSpPr>
                <p:cNvPr id="1092" name="Forme libre : forme 1091">
                  <a:extLst>
                    <a:ext uri="{FF2B5EF4-FFF2-40B4-BE49-F238E27FC236}">
                      <a16:creationId xmlns:a16="http://schemas.microsoft.com/office/drawing/2014/main" id="{6FC11FB3-F996-B50B-D8D5-36F6132869ED}"/>
                    </a:ext>
                  </a:extLst>
                </p:cNvPr>
                <p:cNvSpPr/>
                <p:nvPr/>
              </p:nvSpPr>
              <p:spPr>
                <a:xfrm>
                  <a:off x="171456" y="499394"/>
                  <a:ext cx="138908" cy="155352"/>
                </a:xfrm>
                <a:custGeom>
                  <a:avLst/>
                  <a:gdLst>
                    <a:gd name="connsiteX0" fmla="*/ 0 w 138908"/>
                    <a:gd name="connsiteY0" fmla="*/ 70946 h 155352"/>
                    <a:gd name="connsiteX1" fmla="*/ 23689 w 138908"/>
                    <a:gd name="connsiteY1" fmla="*/ 146071 h 155352"/>
                    <a:gd name="connsiteX2" fmla="*/ 86236 w 138908"/>
                    <a:gd name="connsiteY2" fmla="*/ 146995 h 155352"/>
                    <a:gd name="connsiteX3" fmla="*/ 102843 w 138908"/>
                    <a:gd name="connsiteY3" fmla="*/ 135118 h 155352"/>
                    <a:gd name="connsiteX4" fmla="*/ 117165 w 138908"/>
                    <a:gd name="connsiteY4" fmla="*/ 41919 h 155352"/>
                    <a:gd name="connsiteX5" fmla="*/ 135213 w 138908"/>
                    <a:gd name="connsiteY5" fmla="*/ 1253 h 155352"/>
                    <a:gd name="connsiteX6" fmla="*/ 130853 w 138908"/>
                    <a:gd name="connsiteY6" fmla="*/ 1728 h 155352"/>
                    <a:gd name="connsiteX7" fmla="*/ 112884 w 138908"/>
                    <a:gd name="connsiteY7" fmla="*/ 27333 h 155352"/>
                    <a:gd name="connsiteX8" fmla="*/ 111339 w 138908"/>
                    <a:gd name="connsiteY8" fmla="*/ 28034 h 155352"/>
                    <a:gd name="connsiteX9" fmla="*/ 111999 w 138908"/>
                    <a:gd name="connsiteY9" fmla="*/ 23092 h 155352"/>
                    <a:gd name="connsiteX10" fmla="*/ 109304 w 138908"/>
                    <a:gd name="connsiteY10" fmla="*/ 11030 h 155352"/>
                    <a:gd name="connsiteX11" fmla="*/ 104244 w 138908"/>
                    <a:gd name="connsiteY11" fmla="*/ 21031 h 155352"/>
                    <a:gd name="connsiteX12" fmla="*/ 101033 w 138908"/>
                    <a:gd name="connsiteY12" fmla="*/ 37850 h 155352"/>
                    <a:gd name="connsiteX13" fmla="*/ 81664 w 138908"/>
                    <a:gd name="connsiteY13" fmla="*/ 112129 h 155352"/>
                    <a:gd name="connsiteX14" fmla="*/ 70896 w 138908"/>
                    <a:gd name="connsiteY14" fmla="*/ 116304 h 155352"/>
                    <a:gd name="connsiteX15" fmla="*/ 13 w 138908"/>
                    <a:gd name="connsiteY15" fmla="*/ 70960 h 155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38908" h="155352">
                      <a:moveTo>
                        <a:pt x="0" y="70946"/>
                      </a:moveTo>
                      <a:lnTo>
                        <a:pt x="23689" y="146071"/>
                      </a:lnTo>
                      <a:cubicBezTo>
                        <a:pt x="23689" y="146071"/>
                        <a:pt x="51184" y="166325"/>
                        <a:pt x="86236" y="146995"/>
                      </a:cubicBezTo>
                      <a:cubicBezTo>
                        <a:pt x="91626" y="144049"/>
                        <a:pt x="97188" y="140165"/>
                        <a:pt x="102843" y="135118"/>
                      </a:cubicBezTo>
                      <a:cubicBezTo>
                        <a:pt x="145386" y="97146"/>
                        <a:pt x="117165" y="41919"/>
                        <a:pt x="117165" y="41919"/>
                      </a:cubicBezTo>
                      <a:cubicBezTo>
                        <a:pt x="117165" y="41919"/>
                        <a:pt x="149640" y="28826"/>
                        <a:pt x="135213" y="1253"/>
                      </a:cubicBezTo>
                      <a:cubicBezTo>
                        <a:pt x="134222" y="-624"/>
                        <a:pt x="131447" y="-333"/>
                        <a:pt x="130853" y="1728"/>
                      </a:cubicBezTo>
                      <a:cubicBezTo>
                        <a:pt x="128752" y="9325"/>
                        <a:pt x="123626" y="22617"/>
                        <a:pt x="112884" y="27333"/>
                      </a:cubicBezTo>
                      <a:cubicBezTo>
                        <a:pt x="112329" y="27558"/>
                        <a:pt x="111814" y="27809"/>
                        <a:pt x="111339" y="28034"/>
                      </a:cubicBezTo>
                      <a:cubicBezTo>
                        <a:pt x="110863" y="26593"/>
                        <a:pt x="110863" y="24902"/>
                        <a:pt x="111999" y="23092"/>
                      </a:cubicBezTo>
                      <a:cubicBezTo>
                        <a:pt x="115355" y="18006"/>
                        <a:pt x="109304" y="11030"/>
                        <a:pt x="109304" y="11030"/>
                      </a:cubicBezTo>
                      <a:cubicBezTo>
                        <a:pt x="109304" y="11030"/>
                        <a:pt x="108894" y="17186"/>
                        <a:pt x="104244" y="21031"/>
                      </a:cubicBezTo>
                      <a:cubicBezTo>
                        <a:pt x="100227" y="24387"/>
                        <a:pt x="98298" y="31773"/>
                        <a:pt x="101033" y="37850"/>
                      </a:cubicBezTo>
                      <a:cubicBezTo>
                        <a:pt x="106860" y="60430"/>
                        <a:pt x="115566" y="90276"/>
                        <a:pt x="81664" y="112129"/>
                      </a:cubicBezTo>
                      <a:cubicBezTo>
                        <a:pt x="78203" y="114348"/>
                        <a:pt x="74582" y="115709"/>
                        <a:pt x="70896" y="116304"/>
                      </a:cubicBezTo>
                      <a:cubicBezTo>
                        <a:pt x="38500" y="121721"/>
                        <a:pt x="13" y="70960"/>
                        <a:pt x="13" y="70960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3" name="Forme libre : forme 1092">
                  <a:extLst>
                    <a:ext uri="{FF2B5EF4-FFF2-40B4-BE49-F238E27FC236}">
                      <a16:creationId xmlns:a16="http://schemas.microsoft.com/office/drawing/2014/main" id="{E88B4AF9-BD69-D3A5-239D-E1A027672BF3}"/>
                    </a:ext>
                  </a:extLst>
                </p:cNvPr>
                <p:cNvSpPr/>
                <p:nvPr/>
              </p:nvSpPr>
              <p:spPr>
                <a:xfrm>
                  <a:off x="171456" y="570340"/>
                  <a:ext cx="86235" cy="84406"/>
                </a:xfrm>
                <a:custGeom>
                  <a:avLst/>
                  <a:gdLst>
                    <a:gd name="connsiteX0" fmla="*/ 0 w 86235"/>
                    <a:gd name="connsiteY0" fmla="*/ 0 h 84406"/>
                    <a:gd name="connsiteX1" fmla="*/ 23689 w 86235"/>
                    <a:gd name="connsiteY1" fmla="*/ 75124 h 84406"/>
                    <a:gd name="connsiteX2" fmla="*/ 86236 w 86235"/>
                    <a:gd name="connsiteY2" fmla="*/ 76049 h 84406"/>
                    <a:gd name="connsiteX3" fmla="*/ 70883 w 86235"/>
                    <a:gd name="connsiteY3" fmla="*/ 45357 h 84406"/>
                    <a:gd name="connsiteX4" fmla="*/ 0 w 86235"/>
                    <a:gd name="connsiteY4" fmla="*/ 13 h 84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235" h="84406">
                      <a:moveTo>
                        <a:pt x="0" y="0"/>
                      </a:moveTo>
                      <a:lnTo>
                        <a:pt x="23689" y="75124"/>
                      </a:lnTo>
                      <a:cubicBezTo>
                        <a:pt x="23689" y="75124"/>
                        <a:pt x="51184" y="95378"/>
                        <a:pt x="86236" y="76049"/>
                      </a:cubicBezTo>
                      <a:lnTo>
                        <a:pt x="70883" y="45357"/>
                      </a:lnTo>
                      <a:cubicBezTo>
                        <a:pt x="38487" y="50774"/>
                        <a:pt x="0" y="13"/>
                        <a:pt x="0" y="13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4" name="Forme libre : forme 1093">
                  <a:extLst>
                    <a:ext uri="{FF2B5EF4-FFF2-40B4-BE49-F238E27FC236}">
                      <a16:creationId xmlns:a16="http://schemas.microsoft.com/office/drawing/2014/main" id="{6381867D-8D33-F474-A08F-1D41D399E07B}"/>
                    </a:ext>
                  </a:extLst>
                </p:cNvPr>
                <p:cNvSpPr/>
                <p:nvPr/>
              </p:nvSpPr>
              <p:spPr>
                <a:xfrm>
                  <a:off x="31631" y="442111"/>
                  <a:ext cx="155301" cy="192184"/>
                </a:xfrm>
                <a:custGeom>
                  <a:avLst/>
                  <a:gdLst>
                    <a:gd name="connsiteX0" fmla="*/ 132730 w 155301"/>
                    <a:gd name="connsiteY0" fmla="*/ 36101 h 192184"/>
                    <a:gd name="connsiteX1" fmla="*/ 95961 w 155301"/>
                    <a:gd name="connsiteY1" fmla="*/ 2238 h 192184"/>
                    <a:gd name="connsiteX2" fmla="*/ 70673 w 155301"/>
                    <a:gd name="connsiteY2" fmla="*/ 21964 h 192184"/>
                    <a:gd name="connsiteX3" fmla="*/ 59601 w 155301"/>
                    <a:gd name="connsiteY3" fmla="*/ 57716 h 192184"/>
                    <a:gd name="connsiteX4" fmla="*/ 3661 w 155301"/>
                    <a:gd name="connsiteY4" fmla="*/ 89570 h 192184"/>
                    <a:gd name="connsiteX5" fmla="*/ 20031 w 155301"/>
                    <a:gd name="connsiteY5" fmla="*/ 146290 h 192184"/>
                    <a:gd name="connsiteX6" fmla="*/ 12236 w 155301"/>
                    <a:gd name="connsiteY6" fmla="*/ 172595 h 192184"/>
                    <a:gd name="connsiteX7" fmla="*/ 80859 w 155301"/>
                    <a:gd name="connsiteY7" fmla="*/ 179835 h 192184"/>
                    <a:gd name="connsiteX8" fmla="*/ 143009 w 155301"/>
                    <a:gd name="connsiteY8" fmla="*/ 141428 h 192184"/>
                    <a:gd name="connsiteX9" fmla="*/ 140169 w 155301"/>
                    <a:gd name="connsiteY9" fmla="*/ 84603 h 192184"/>
                    <a:gd name="connsiteX10" fmla="*/ 132743 w 155301"/>
                    <a:gd name="connsiteY10" fmla="*/ 36114 h 1921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5301" h="192184">
                      <a:moveTo>
                        <a:pt x="132730" y="36101"/>
                      </a:moveTo>
                      <a:cubicBezTo>
                        <a:pt x="132730" y="36101"/>
                        <a:pt x="146140" y="-10617"/>
                        <a:pt x="95961" y="2238"/>
                      </a:cubicBezTo>
                      <a:cubicBezTo>
                        <a:pt x="95961" y="2238"/>
                        <a:pt x="71373" y="-1184"/>
                        <a:pt x="70673" y="21964"/>
                      </a:cubicBezTo>
                      <a:cubicBezTo>
                        <a:pt x="70673" y="21964"/>
                        <a:pt x="60050" y="37977"/>
                        <a:pt x="59601" y="57716"/>
                      </a:cubicBezTo>
                      <a:cubicBezTo>
                        <a:pt x="59601" y="57716"/>
                        <a:pt x="11284" y="70201"/>
                        <a:pt x="3661" y="89570"/>
                      </a:cubicBezTo>
                      <a:cubicBezTo>
                        <a:pt x="-4147" y="109388"/>
                        <a:pt x="186" y="140860"/>
                        <a:pt x="20031" y="146290"/>
                      </a:cubicBezTo>
                      <a:cubicBezTo>
                        <a:pt x="20031" y="146290"/>
                        <a:pt x="4256" y="154680"/>
                        <a:pt x="12236" y="172595"/>
                      </a:cubicBezTo>
                      <a:cubicBezTo>
                        <a:pt x="20216" y="190511"/>
                        <a:pt x="58782" y="202362"/>
                        <a:pt x="80859" y="179835"/>
                      </a:cubicBezTo>
                      <a:cubicBezTo>
                        <a:pt x="80859" y="179835"/>
                        <a:pt x="145374" y="186825"/>
                        <a:pt x="143009" y="141428"/>
                      </a:cubicBezTo>
                      <a:cubicBezTo>
                        <a:pt x="143009" y="141428"/>
                        <a:pt x="172472" y="121411"/>
                        <a:pt x="140169" y="84603"/>
                      </a:cubicBezTo>
                      <a:cubicBezTo>
                        <a:pt x="107865" y="47807"/>
                        <a:pt x="132743" y="36114"/>
                        <a:pt x="132743" y="36114"/>
                      </a:cubicBezTo>
                      <a:close/>
                    </a:path>
                  </a:pathLst>
                </a:custGeom>
                <a:solidFill>
                  <a:srgbClr val="E9552B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5" name="Forme libre : forme 1094">
                  <a:extLst>
                    <a:ext uri="{FF2B5EF4-FFF2-40B4-BE49-F238E27FC236}">
                      <a16:creationId xmlns:a16="http://schemas.microsoft.com/office/drawing/2014/main" id="{CB82A2A1-52C0-5FAE-71A1-020E16469E7B}"/>
                    </a:ext>
                  </a:extLst>
                </p:cNvPr>
                <p:cNvSpPr/>
                <p:nvPr/>
              </p:nvSpPr>
              <p:spPr>
                <a:xfrm>
                  <a:off x="94904" y="559374"/>
                  <a:ext cx="112784" cy="199881"/>
                </a:xfrm>
                <a:custGeom>
                  <a:avLst/>
                  <a:gdLst>
                    <a:gd name="connsiteX0" fmla="*/ 73381 w 112784"/>
                    <a:gd name="connsiteY0" fmla="*/ 2709 h 199881"/>
                    <a:gd name="connsiteX1" fmla="*/ 5616 w 112784"/>
                    <a:gd name="connsiteY1" fmla="*/ 19977 h 199881"/>
                    <a:gd name="connsiteX2" fmla="*/ 608 w 112784"/>
                    <a:gd name="connsiteY2" fmla="*/ 37311 h 199881"/>
                    <a:gd name="connsiteX3" fmla="*/ 10610 w 112784"/>
                    <a:gd name="connsiteY3" fmla="*/ 182658 h 199881"/>
                    <a:gd name="connsiteX4" fmla="*/ 74927 w 112784"/>
                    <a:gd name="connsiteY4" fmla="*/ 189237 h 199881"/>
                    <a:gd name="connsiteX5" fmla="*/ 109701 w 112784"/>
                    <a:gd name="connsiteY5" fmla="*/ 94810 h 199881"/>
                    <a:gd name="connsiteX6" fmla="*/ 79049 w 112784"/>
                    <a:gd name="connsiteY6" fmla="*/ 6897 h 199881"/>
                    <a:gd name="connsiteX7" fmla="*/ 73381 w 112784"/>
                    <a:gd name="connsiteY7" fmla="*/ 2722 h 199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784" h="199881">
                      <a:moveTo>
                        <a:pt x="73381" y="2709"/>
                      </a:moveTo>
                      <a:cubicBezTo>
                        <a:pt x="63234" y="-330"/>
                        <a:pt x="33705" y="-5945"/>
                        <a:pt x="5616" y="19977"/>
                      </a:cubicBezTo>
                      <a:cubicBezTo>
                        <a:pt x="846" y="24377"/>
                        <a:pt x="-1096" y="31049"/>
                        <a:pt x="608" y="37311"/>
                      </a:cubicBezTo>
                      <a:cubicBezTo>
                        <a:pt x="8152" y="65083"/>
                        <a:pt x="28063" y="147144"/>
                        <a:pt x="10610" y="182658"/>
                      </a:cubicBezTo>
                      <a:cubicBezTo>
                        <a:pt x="10610" y="182658"/>
                        <a:pt x="41368" y="216560"/>
                        <a:pt x="74927" y="189237"/>
                      </a:cubicBezTo>
                      <a:cubicBezTo>
                        <a:pt x="74927" y="189237"/>
                        <a:pt x="89988" y="123626"/>
                        <a:pt x="109701" y="94810"/>
                      </a:cubicBezTo>
                      <a:cubicBezTo>
                        <a:pt x="123309" y="74926"/>
                        <a:pt x="87993" y="20136"/>
                        <a:pt x="79049" y="6897"/>
                      </a:cubicBezTo>
                      <a:cubicBezTo>
                        <a:pt x="77701" y="4889"/>
                        <a:pt x="75706" y="3409"/>
                        <a:pt x="73381" y="2722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6" name="Forme libre : forme 1095">
                  <a:extLst>
                    <a:ext uri="{FF2B5EF4-FFF2-40B4-BE49-F238E27FC236}">
                      <a16:creationId xmlns:a16="http://schemas.microsoft.com/office/drawing/2014/main" id="{47C20BB6-B31D-022C-AD8C-F466744A932C}"/>
                    </a:ext>
                  </a:extLst>
                </p:cNvPr>
                <p:cNvSpPr/>
                <p:nvPr/>
              </p:nvSpPr>
              <p:spPr>
                <a:xfrm>
                  <a:off x="124157" y="506896"/>
                  <a:ext cx="36201" cy="63366"/>
                </a:xfrm>
                <a:custGeom>
                  <a:avLst/>
                  <a:gdLst>
                    <a:gd name="connsiteX0" fmla="*/ 16132 w 36201"/>
                    <a:gd name="connsiteY0" fmla="*/ 0 h 63366"/>
                    <a:gd name="connsiteX1" fmla="*/ 0 w 36201"/>
                    <a:gd name="connsiteY1" fmla="*/ 61146 h 63366"/>
                    <a:gd name="connsiteX2" fmla="*/ 32198 w 36201"/>
                    <a:gd name="connsiteY2" fmla="*/ 55967 h 63366"/>
                    <a:gd name="connsiteX3" fmla="*/ 36201 w 36201"/>
                    <a:gd name="connsiteY3" fmla="*/ 5998 h 63366"/>
                    <a:gd name="connsiteX4" fmla="*/ 16119 w 36201"/>
                    <a:gd name="connsiteY4" fmla="*/ 0 h 63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201" h="63366">
                      <a:moveTo>
                        <a:pt x="16132" y="0"/>
                      </a:moveTo>
                      <a:cubicBezTo>
                        <a:pt x="16132" y="0"/>
                        <a:pt x="1136" y="42424"/>
                        <a:pt x="0" y="61146"/>
                      </a:cubicBezTo>
                      <a:cubicBezTo>
                        <a:pt x="0" y="61146"/>
                        <a:pt x="16581" y="68690"/>
                        <a:pt x="32198" y="55967"/>
                      </a:cubicBezTo>
                      <a:cubicBezTo>
                        <a:pt x="32198" y="55967"/>
                        <a:pt x="33836" y="13582"/>
                        <a:pt x="36201" y="5998"/>
                      </a:cubicBezTo>
                      <a:lnTo>
                        <a:pt x="16119" y="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7" name="Forme libre : forme 1096">
                  <a:extLst>
                    <a:ext uri="{FF2B5EF4-FFF2-40B4-BE49-F238E27FC236}">
                      <a16:creationId xmlns:a16="http://schemas.microsoft.com/office/drawing/2014/main" id="{8AE326D3-7CE6-4929-DA72-2E252B5F6F84}"/>
                    </a:ext>
                  </a:extLst>
                </p:cNvPr>
                <p:cNvSpPr/>
                <p:nvPr/>
              </p:nvSpPr>
              <p:spPr>
                <a:xfrm>
                  <a:off x="125346" y="464824"/>
                  <a:ext cx="63530" cy="74742"/>
                </a:xfrm>
                <a:custGeom>
                  <a:avLst/>
                  <a:gdLst>
                    <a:gd name="connsiteX0" fmla="*/ 38988 w 63530"/>
                    <a:gd name="connsiteY0" fmla="*/ 163 h 74742"/>
                    <a:gd name="connsiteX1" fmla="*/ 56428 w 63530"/>
                    <a:gd name="connsiteY1" fmla="*/ 70623 h 74742"/>
                    <a:gd name="connsiteX2" fmla="*/ 4518 w 63530"/>
                    <a:gd name="connsiteY2" fmla="*/ 48771 h 74742"/>
                    <a:gd name="connsiteX3" fmla="*/ 3989 w 63530"/>
                    <a:gd name="connsiteY3" fmla="*/ 8526 h 74742"/>
                    <a:gd name="connsiteX4" fmla="*/ 38988 w 63530"/>
                    <a:gd name="connsiteY4" fmla="*/ 163 h 747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530" h="74742">
                      <a:moveTo>
                        <a:pt x="38988" y="163"/>
                      </a:moveTo>
                      <a:cubicBezTo>
                        <a:pt x="38988" y="163"/>
                        <a:pt x="79497" y="54135"/>
                        <a:pt x="56428" y="70623"/>
                      </a:cubicBezTo>
                      <a:cubicBezTo>
                        <a:pt x="33360" y="87112"/>
                        <a:pt x="4518" y="48771"/>
                        <a:pt x="4518" y="48771"/>
                      </a:cubicBezTo>
                      <a:cubicBezTo>
                        <a:pt x="4518" y="48771"/>
                        <a:pt x="-5285" y="18938"/>
                        <a:pt x="3989" y="8526"/>
                      </a:cubicBezTo>
                      <a:cubicBezTo>
                        <a:pt x="13264" y="-1885"/>
                        <a:pt x="38988" y="163"/>
                        <a:pt x="38988" y="163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8" name="Forme libre : forme 1097">
                  <a:extLst>
                    <a:ext uri="{FF2B5EF4-FFF2-40B4-BE49-F238E27FC236}">
                      <a16:creationId xmlns:a16="http://schemas.microsoft.com/office/drawing/2014/main" id="{4809C03B-2FBC-2C88-A7FC-9555782F7E21}"/>
                    </a:ext>
                  </a:extLst>
                </p:cNvPr>
                <p:cNvSpPr/>
                <p:nvPr/>
              </p:nvSpPr>
              <p:spPr>
                <a:xfrm>
                  <a:off x="114128" y="451727"/>
                  <a:ext cx="52771" cy="62422"/>
                </a:xfrm>
                <a:custGeom>
                  <a:avLst/>
                  <a:gdLst>
                    <a:gd name="connsiteX0" fmla="*/ 31749 w 52771"/>
                    <a:gd name="connsiteY0" fmla="*/ 563 h 62422"/>
                    <a:gd name="connsiteX1" fmla="*/ 52585 w 52771"/>
                    <a:gd name="connsiteY1" fmla="*/ 12507 h 62422"/>
                    <a:gd name="connsiteX2" fmla="*/ 19541 w 52771"/>
                    <a:gd name="connsiteY2" fmla="*/ 29379 h 62422"/>
                    <a:gd name="connsiteX3" fmla="*/ 13979 w 52771"/>
                    <a:gd name="connsiteY3" fmla="*/ 62422 h 62422"/>
                    <a:gd name="connsiteX4" fmla="*/ 1520 w 52771"/>
                    <a:gd name="connsiteY4" fmla="*/ 13868 h 62422"/>
                    <a:gd name="connsiteX5" fmla="*/ 31749 w 52771"/>
                    <a:gd name="connsiteY5" fmla="*/ 563 h 62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771" h="62422">
                      <a:moveTo>
                        <a:pt x="31749" y="563"/>
                      </a:moveTo>
                      <a:cubicBezTo>
                        <a:pt x="31749" y="563"/>
                        <a:pt x="49863" y="4408"/>
                        <a:pt x="52585" y="12507"/>
                      </a:cubicBezTo>
                      <a:cubicBezTo>
                        <a:pt x="55307" y="20606"/>
                        <a:pt x="27403" y="28824"/>
                        <a:pt x="19541" y="29379"/>
                      </a:cubicBezTo>
                      <a:lnTo>
                        <a:pt x="13979" y="62422"/>
                      </a:lnTo>
                      <a:cubicBezTo>
                        <a:pt x="13979" y="62422"/>
                        <a:pt x="-5482" y="31915"/>
                        <a:pt x="1520" y="13868"/>
                      </a:cubicBezTo>
                      <a:cubicBezTo>
                        <a:pt x="8523" y="-4180"/>
                        <a:pt x="31749" y="563"/>
                        <a:pt x="31749" y="563"/>
                      </a:cubicBezTo>
                      <a:close/>
                    </a:path>
                  </a:pathLst>
                </a:custGeom>
                <a:solidFill>
                  <a:srgbClr val="E9552B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9" name="Forme libre : forme 1098">
                  <a:extLst>
                    <a:ext uri="{FF2B5EF4-FFF2-40B4-BE49-F238E27FC236}">
                      <a16:creationId xmlns:a16="http://schemas.microsoft.com/office/drawing/2014/main" id="{1C591CB7-6485-3E5A-667E-A14D09E5212C}"/>
                    </a:ext>
                  </a:extLst>
                </p:cNvPr>
                <p:cNvSpPr/>
                <p:nvPr/>
              </p:nvSpPr>
              <p:spPr>
                <a:xfrm>
                  <a:off x="114858" y="499673"/>
                  <a:ext cx="22524" cy="19993"/>
                </a:xfrm>
                <a:custGeom>
                  <a:avLst/>
                  <a:gdLst>
                    <a:gd name="connsiteX0" fmla="*/ 22524 w 22524"/>
                    <a:gd name="connsiteY0" fmla="*/ 9693 h 19993"/>
                    <a:gd name="connsiteX1" fmla="*/ 1041 w 22524"/>
                    <a:gd name="connsiteY1" fmla="*/ 4038 h 19993"/>
                    <a:gd name="connsiteX2" fmla="*/ 21983 w 22524"/>
                    <a:gd name="connsiteY2" fmla="*/ 18070 h 19993"/>
                    <a:gd name="connsiteX3" fmla="*/ 22524 w 22524"/>
                    <a:gd name="connsiteY3" fmla="*/ 9680 h 19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524" h="19993">
                      <a:moveTo>
                        <a:pt x="22524" y="9693"/>
                      </a:moveTo>
                      <a:cubicBezTo>
                        <a:pt x="22524" y="9693"/>
                        <a:pt x="6841" y="-7628"/>
                        <a:pt x="1041" y="4038"/>
                      </a:cubicBezTo>
                      <a:cubicBezTo>
                        <a:pt x="-4759" y="15705"/>
                        <a:pt x="15258" y="23896"/>
                        <a:pt x="21983" y="18070"/>
                      </a:cubicBezTo>
                      <a:lnTo>
                        <a:pt x="22524" y="968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0" name="Forme libre : forme 1099">
                  <a:extLst>
                    <a:ext uri="{FF2B5EF4-FFF2-40B4-BE49-F238E27FC236}">
                      <a16:creationId xmlns:a16="http://schemas.microsoft.com/office/drawing/2014/main" id="{0A6DB677-E2F0-333E-AA58-E20B822E27F3}"/>
                    </a:ext>
                  </a:extLst>
                </p:cNvPr>
                <p:cNvSpPr/>
                <p:nvPr/>
              </p:nvSpPr>
              <p:spPr>
                <a:xfrm>
                  <a:off x="88220" y="886374"/>
                  <a:ext cx="129250" cy="281286"/>
                </a:xfrm>
                <a:custGeom>
                  <a:avLst/>
                  <a:gdLst>
                    <a:gd name="connsiteX0" fmla="*/ 120772 w 129250"/>
                    <a:gd name="connsiteY0" fmla="*/ 0 h 281286"/>
                    <a:gd name="connsiteX1" fmla="*/ 128739 w 129250"/>
                    <a:gd name="connsiteY1" fmla="*/ 39214 h 281286"/>
                    <a:gd name="connsiteX2" fmla="*/ 126506 w 129250"/>
                    <a:gd name="connsiteY2" fmla="*/ 54104 h 281286"/>
                    <a:gd name="connsiteX3" fmla="*/ 27930 w 129250"/>
                    <a:gd name="connsiteY3" fmla="*/ 220008 h 281286"/>
                    <a:gd name="connsiteX4" fmla="*/ 25341 w 129250"/>
                    <a:gd name="connsiteY4" fmla="*/ 226469 h 281286"/>
                    <a:gd name="connsiteX5" fmla="*/ 21747 w 129250"/>
                    <a:gd name="connsiteY5" fmla="*/ 270690 h 281286"/>
                    <a:gd name="connsiteX6" fmla="*/ 26847 w 129250"/>
                    <a:gd name="connsiteY6" fmla="*/ 281286 h 281286"/>
                    <a:gd name="connsiteX7" fmla="*/ 4796 w 129250"/>
                    <a:gd name="connsiteY7" fmla="*/ 276279 h 281286"/>
                    <a:gd name="connsiteX8" fmla="*/ 0 w 129250"/>
                    <a:gd name="connsiteY8" fmla="*/ 217049 h 281286"/>
                    <a:gd name="connsiteX9" fmla="*/ 6249 w 129250"/>
                    <a:gd name="connsiteY9" fmla="*/ 213244 h 281286"/>
                    <a:gd name="connsiteX10" fmla="*/ 18246 w 129250"/>
                    <a:gd name="connsiteY10" fmla="*/ 199199 h 281286"/>
                    <a:gd name="connsiteX11" fmla="*/ 55002 w 129250"/>
                    <a:gd name="connsiteY11" fmla="*/ 95576 h 281286"/>
                    <a:gd name="connsiteX12" fmla="*/ 95392 w 129250"/>
                    <a:gd name="connsiteY12" fmla="*/ 40257 h 281286"/>
                    <a:gd name="connsiteX13" fmla="*/ 89433 w 129250"/>
                    <a:gd name="connsiteY13" fmla="*/ 26173 h 281286"/>
                    <a:gd name="connsiteX14" fmla="*/ 120798 w 129250"/>
                    <a:gd name="connsiteY14" fmla="*/ 13 h 281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29250" h="281286">
                      <a:moveTo>
                        <a:pt x="120772" y="0"/>
                      </a:moveTo>
                      <a:cubicBezTo>
                        <a:pt x="120653" y="2973"/>
                        <a:pt x="125885" y="26609"/>
                        <a:pt x="128739" y="39214"/>
                      </a:cubicBezTo>
                      <a:cubicBezTo>
                        <a:pt x="129888" y="44287"/>
                        <a:pt x="129082" y="49585"/>
                        <a:pt x="126506" y="54104"/>
                      </a:cubicBezTo>
                      <a:lnTo>
                        <a:pt x="27930" y="220008"/>
                      </a:lnTo>
                      <a:cubicBezTo>
                        <a:pt x="26741" y="222016"/>
                        <a:pt x="25869" y="224183"/>
                        <a:pt x="25341" y="226469"/>
                      </a:cubicBezTo>
                      <a:cubicBezTo>
                        <a:pt x="23531" y="234251"/>
                        <a:pt x="19792" y="253329"/>
                        <a:pt x="21747" y="270690"/>
                      </a:cubicBezTo>
                      <a:lnTo>
                        <a:pt x="26847" y="281286"/>
                      </a:lnTo>
                      <a:lnTo>
                        <a:pt x="4796" y="276279"/>
                      </a:lnTo>
                      <a:lnTo>
                        <a:pt x="0" y="217049"/>
                      </a:lnTo>
                      <a:lnTo>
                        <a:pt x="6249" y="213244"/>
                      </a:lnTo>
                      <a:cubicBezTo>
                        <a:pt x="11640" y="209954"/>
                        <a:pt x="15841" y="205039"/>
                        <a:pt x="18246" y="199199"/>
                      </a:cubicBezTo>
                      <a:cubicBezTo>
                        <a:pt x="27164" y="177544"/>
                        <a:pt x="49294" y="122437"/>
                        <a:pt x="55002" y="95576"/>
                      </a:cubicBezTo>
                      <a:cubicBezTo>
                        <a:pt x="61489" y="65056"/>
                        <a:pt x="95392" y="40257"/>
                        <a:pt x="95392" y="40257"/>
                      </a:cubicBezTo>
                      <a:lnTo>
                        <a:pt x="89433" y="26173"/>
                      </a:lnTo>
                      <a:lnTo>
                        <a:pt x="120798" y="13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1" name="Forme libre : forme 1100">
                  <a:extLst>
                    <a:ext uri="{FF2B5EF4-FFF2-40B4-BE49-F238E27FC236}">
                      <a16:creationId xmlns:a16="http://schemas.microsoft.com/office/drawing/2014/main" id="{EBF82BA4-8A3D-5E5B-7AAF-168CD7EC92D8}"/>
                    </a:ext>
                  </a:extLst>
                </p:cNvPr>
                <p:cNvSpPr/>
                <p:nvPr/>
              </p:nvSpPr>
              <p:spPr>
                <a:xfrm>
                  <a:off x="68494" y="1098886"/>
                  <a:ext cx="53198" cy="74849"/>
                </a:xfrm>
                <a:custGeom>
                  <a:avLst/>
                  <a:gdLst>
                    <a:gd name="connsiteX0" fmla="*/ 0 w 53198"/>
                    <a:gd name="connsiteY0" fmla="*/ 43367 h 74849"/>
                    <a:gd name="connsiteX1" fmla="*/ 13305 w 53198"/>
                    <a:gd name="connsiteY1" fmla="*/ 17141 h 74849"/>
                    <a:gd name="connsiteX2" fmla="*/ 25949 w 53198"/>
                    <a:gd name="connsiteY2" fmla="*/ 719 h 74849"/>
                    <a:gd name="connsiteX3" fmla="*/ 28221 w 53198"/>
                    <a:gd name="connsiteY3" fmla="*/ 50370 h 74849"/>
                    <a:gd name="connsiteX4" fmla="*/ 43996 w 53198"/>
                    <a:gd name="connsiteY4" fmla="*/ 63872 h 74849"/>
                    <a:gd name="connsiteX5" fmla="*/ 52095 w 53198"/>
                    <a:gd name="connsiteY5" fmla="*/ 67955 h 74849"/>
                    <a:gd name="connsiteX6" fmla="*/ 49427 w 53198"/>
                    <a:gd name="connsiteY6" fmla="*/ 74640 h 74849"/>
                    <a:gd name="connsiteX7" fmla="*/ 25803 w 53198"/>
                    <a:gd name="connsiteY7" fmla="*/ 73306 h 74849"/>
                    <a:gd name="connsiteX8" fmla="*/ 19977 w 53198"/>
                    <a:gd name="connsiteY8" fmla="*/ 66634 h 74849"/>
                    <a:gd name="connsiteX9" fmla="*/ 17532 w 53198"/>
                    <a:gd name="connsiteY9" fmla="*/ 25544 h 74849"/>
                    <a:gd name="connsiteX10" fmla="*/ 2510 w 53198"/>
                    <a:gd name="connsiteY10" fmla="*/ 44517 h 74849"/>
                    <a:gd name="connsiteX11" fmla="*/ 0 w 53198"/>
                    <a:gd name="connsiteY11" fmla="*/ 43380 h 748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3198" h="74849">
                      <a:moveTo>
                        <a:pt x="0" y="43367"/>
                      </a:moveTo>
                      <a:cubicBezTo>
                        <a:pt x="0" y="43367"/>
                        <a:pt x="11904" y="24487"/>
                        <a:pt x="13305" y="17141"/>
                      </a:cubicBezTo>
                      <a:cubicBezTo>
                        <a:pt x="14705" y="9795"/>
                        <a:pt x="18603" y="-3192"/>
                        <a:pt x="25949" y="719"/>
                      </a:cubicBezTo>
                      <a:cubicBezTo>
                        <a:pt x="25949" y="719"/>
                        <a:pt x="29410" y="36418"/>
                        <a:pt x="28221" y="50370"/>
                      </a:cubicBezTo>
                      <a:cubicBezTo>
                        <a:pt x="27032" y="64322"/>
                        <a:pt x="43996" y="63872"/>
                        <a:pt x="43996" y="63872"/>
                      </a:cubicBezTo>
                      <a:cubicBezTo>
                        <a:pt x="43996" y="63872"/>
                        <a:pt x="48673" y="64533"/>
                        <a:pt x="52095" y="67955"/>
                      </a:cubicBezTo>
                      <a:cubicBezTo>
                        <a:pt x="54460" y="70320"/>
                        <a:pt x="52769" y="74416"/>
                        <a:pt x="49427" y="74640"/>
                      </a:cubicBezTo>
                      <a:cubicBezTo>
                        <a:pt x="43877" y="74997"/>
                        <a:pt x="35052" y="75090"/>
                        <a:pt x="25803" y="73306"/>
                      </a:cubicBezTo>
                      <a:cubicBezTo>
                        <a:pt x="22566" y="72685"/>
                        <a:pt x="20175" y="69924"/>
                        <a:pt x="19977" y="66634"/>
                      </a:cubicBezTo>
                      <a:lnTo>
                        <a:pt x="17532" y="25544"/>
                      </a:lnTo>
                      <a:lnTo>
                        <a:pt x="2510" y="44517"/>
                      </a:lnTo>
                      <a:lnTo>
                        <a:pt x="0" y="43380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2" name="Forme libre : forme 1101">
                  <a:extLst>
                    <a:ext uri="{FF2B5EF4-FFF2-40B4-BE49-F238E27FC236}">
                      <a16:creationId xmlns:a16="http://schemas.microsoft.com/office/drawing/2014/main" id="{DDCDF12A-620E-AA76-5B60-9037DBD068D8}"/>
                    </a:ext>
                  </a:extLst>
                </p:cNvPr>
                <p:cNvSpPr/>
                <p:nvPr/>
              </p:nvSpPr>
              <p:spPr>
                <a:xfrm>
                  <a:off x="101135" y="908788"/>
                  <a:ext cx="69475" cy="262043"/>
                </a:xfrm>
                <a:custGeom>
                  <a:avLst/>
                  <a:gdLst>
                    <a:gd name="connsiteX0" fmla="*/ 48970 w 69475"/>
                    <a:gd name="connsiteY0" fmla="*/ 4011 h 262043"/>
                    <a:gd name="connsiteX1" fmla="*/ 45020 w 69475"/>
                    <a:gd name="connsiteY1" fmla="*/ 173496 h 262043"/>
                    <a:gd name="connsiteX2" fmla="*/ 69475 w 69475"/>
                    <a:gd name="connsiteY2" fmla="*/ 255239 h 262043"/>
                    <a:gd name="connsiteX3" fmla="*/ 60280 w 69475"/>
                    <a:gd name="connsiteY3" fmla="*/ 262044 h 262043"/>
                    <a:gd name="connsiteX4" fmla="*/ 37568 w 69475"/>
                    <a:gd name="connsiteY4" fmla="*/ 233479 h 262043"/>
                    <a:gd name="connsiteX5" fmla="*/ 21145 w 69475"/>
                    <a:gd name="connsiteY5" fmla="*/ 208508 h 262043"/>
                    <a:gd name="connsiteX6" fmla="*/ 25334 w 69475"/>
                    <a:gd name="connsiteY6" fmla="*/ 199933 h 262043"/>
                    <a:gd name="connsiteX7" fmla="*/ 26866 w 69475"/>
                    <a:gd name="connsiteY7" fmla="*/ 187844 h 262043"/>
                    <a:gd name="connsiteX8" fmla="*/ 2926 w 69475"/>
                    <a:gd name="connsiteY8" fmla="*/ 76413 h 262043"/>
                    <a:gd name="connsiteX9" fmla="*/ 14738 w 69475"/>
                    <a:gd name="connsiteY9" fmla="*/ 11885 h 262043"/>
                    <a:gd name="connsiteX10" fmla="*/ 48983 w 69475"/>
                    <a:gd name="connsiteY10" fmla="*/ 3998 h 262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9475" h="262043">
                      <a:moveTo>
                        <a:pt x="48970" y="4011"/>
                      </a:moveTo>
                      <a:cubicBezTo>
                        <a:pt x="48970" y="4011"/>
                        <a:pt x="45495" y="152409"/>
                        <a:pt x="45020" y="173496"/>
                      </a:cubicBezTo>
                      <a:cubicBezTo>
                        <a:pt x="44544" y="194569"/>
                        <a:pt x="48349" y="241287"/>
                        <a:pt x="69475" y="255239"/>
                      </a:cubicBezTo>
                      <a:lnTo>
                        <a:pt x="60280" y="262044"/>
                      </a:lnTo>
                      <a:cubicBezTo>
                        <a:pt x="60280" y="262044"/>
                        <a:pt x="48785" y="252280"/>
                        <a:pt x="37568" y="233479"/>
                      </a:cubicBezTo>
                      <a:cubicBezTo>
                        <a:pt x="24964" y="212366"/>
                        <a:pt x="21145" y="208508"/>
                        <a:pt x="21145" y="208508"/>
                      </a:cubicBezTo>
                      <a:lnTo>
                        <a:pt x="25334" y="199933"/>
                      </a:lnTo>
                      <a:cubicBezTo>
                        <a:pt x="27170" y="196181"/>
                        <a:pt x="27699" y="191940"/>
                        <a:pt x="26866" y="187844"/>
                      </a:cubicBezTo>
                      <a:cubicBezTo>
                        <a:pt x="22308" y="165740"/>
                        <a:pt x="7074" y="92241"/>
                        <a:pt x="2926" y="76413"/>
                      </a:cubicBezTo>
                      <a:cubicBezTo>
                        <a:pt x="-1976" y="57731"/>
                        <a:pt x="-2333" y="32774"/>
                        <a:pt x="14738" y="11885"/>
                      </a:cubicBezTo>
                      <a:cubicBezTo>
                        <a:pt x="31808" y="-9003"/>
                        <a:pt x="48983" y="3998"/>
                        <a:pt x="48983" y="3998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3" name="Forme libre : forme 1102">
                  <a:extLst>
                    <a:ext uri="{FF2B5EF4-FFF2-40B4-BE49-F238E27FC236}">
                      <a16:creationId xmlns:a16="http://schemas.microsoft.com/office/drawing/2014/main" id="{FC0DC07A-C356-DE63-EDB9-792B57D0879D}"/>
                    </a:ext>
                  </a:extLst>
                </p:cNvPr>
                <p:cNvSpPr/>
                <p:nvPr/>
              </p:nvSpPr>
              <p:spPr>
                <a:xfrm>
                  <a:off x="117389" y="1113755"/>
                  <a:ext cx="63580" cy="63788"/>
                </a:xfrm>
                <a:custGeom>
                  <a:avLst/>
                  <a:gdLst>
                    <a:gd name="connsiteX0" fmla="*/ 13202 w 63580"/>
                    <a:gd name="connsiteY0" fmla="*/ 63762 h 63788"/>
                    <a:gd name="connsiteX1" fmla="*/ 11894 w 63580"/>
                    <a:gd name="connsiteY1" fmla="*/ 62652 h 63788"/>
                    <a:gd name="connsiteX2" fmla="*/ 5869 w 63580"/>
                    <a:gd name="connsiteY2" fmla="*/ 32740 h 63788"/>
                    <a:gd name="connsiteX3" fmla="*/ 5869 w 63580"/>
                    <a:gd name="connsiteY3" fmla="*/ 0 h 63788"/>
                    <a:gd name="connsiteX4" fmla="*/ 40577 w 63580"/>
                    <a:gd name="connsiteY4" fmla="*/ 48277 h 63788"/>
                    <a:gd name="connsiteX5" fmla="*/ 53221 w 63580"/>
                    <a:gd name="connsiteY5" fmla="*/ 50285 h 63788"/>
                    <a:gd name="connsiteX6" fmla="*/ 62773 w 63580"/>
                    <a:gd name="connsiteY6" fmla="*/ 57142 h 63788"/>
                    <a:gd name="connsiteX7" fmla="*/ 59735 w 63580"/>
                    <a:gd name="connsiteY7" fmla="*/ 63339 h 63788"/>
                    <a:gd name="connsiteX8" fmla="*/ 40128 w 63580"/>
                    <a:gd name="connsiteY8" fmla="*/ 63524 h 63788"/>
                    <a:gd name="connsiteX9" fmla="*/ 27193 w 63580"/>
                    <a:gd name="connsiteY9" fmla="*/ 54830 h 63788"/>
                    <a:gd name="connsiteX10" fmla="*/ 10903 w 63580"/>
                    <a:gd name="connsiteY10" fmla="*/ 27957 h 63788"/>
                    <a:gd name="connsiteX11" fmla="*/ 14496 w 63580"/>
                    <a:gd name="connsiteY11" fmla="*/ 62348 h 63788"/>
                    <a:gd name="connsiteX12" fmla="*/ 13215 w 63580"/>
                    <a:gd name="connsiteY12" fmla="*/ 63788 h 637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3580" h="63788">
                      <a:moveTo>
                        <a:pt x="13202" y="63762"/>
                      </a:moveTo>
                      <a:cubicBezTo>
                        <a:pt x="12541" y="63762"/>
                        <a:pt x="11986" y="63299"/>
                        <a:pt x="11894" y="62652"/>
                      </a:cubicBezTo>
                      <a:cubicBezTo>
                        <a:pt x="11193" y="57711"/>
                        <a:pt x="8260" y="37866"/>
                        <a:pt x="5869" y="32740"/>
                      </a:cubicBezTo>
                      <a:cubicBezTo>
                        <a:pt x="3121" y="26860"/>
                        <a:pt x="-5837" y="2101"/>
                        <a:pt x="5869" y="0"/>
                      </a:cubicBezTo>
                      <a:cubicBezTo>
                        <a:pt x="5869" y="0"/>
                        <a:pt x="34988" y="42543"/>
                        <a:pt x="40577" y="48277"/>
                      </a:cubicBezTo>
                      <a:cubicBezTo>
                        <a:pt x="46166" y="54011"/>
                        <a:pt x="53221" y="50285"/>
                        <a:pt x="53221" y="50285"/>
                      </a:cubicBezTo>
                      <a:cubicBezTo>
                        <a:pt x="53221" y="50285"/>
                        <a:pt x="58664" y="51897"/>
                        <a:pt x="62773" y="57142"/>
                      </a:cubicBezTo>
                      <a:cubicBezTo>
                        <a:pt x="64729" y="59640"/>
                        <a:pt x="62906" y="63313"/>
                        <a:pt x="59735" y="63339"/>
                      </a:cubicBezTo>
                      <a:lnTo>
                        <a:pt x="40128" y="63524"/>
                      </a:lnTo>
                      <a:cubicBezTo>
                        <a:pt x="34433" y="63577"/>
                        <a:pt x="29307" y="60115"/>
                        <a:pt x="27193" y="54830"/>
                      </a:cubicBezTo>
                      <a:cubicBezTo>
                        <a:pt x="23745" y="46203"/>
                        <a:pt x="17813" y="33559"/>
                        <a:pt x="10903" y="27957"/>
                      </a:cubicBezTo>
                      <a:lnTo>
                        <a:pt x="14496" y="62348"/>
                      </a:lnTo>
                      <a:cubicBezTo>
                        <a:pt x="14576" y="63114"/>
                        <a:pt x="13981" y="63788"/>
                        <a:pt x="13215" y="63788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4" name="Forme libre : forme 1103">
                  <a:extLst>
                    <a:ext uri="{FF2B5EF4-FFF2-40B4-BE49-F238E27FC236}">
                      <a16:creationId xmlns:a16="http://schemas.microsoft.com/office/drawing/2014/main" id="{7B2213A6-F968-6A76-56D2-E26584FCD39F}"/>
                    </a:ext>
                  </a:extLst>
                </p:cNvPr>
                <p:cNvSpPr/>
                <p:nvPr/>
              </p:nvSpPr>
              <p:spPr>
                <a:xfrm>
                  <a:off x="72010" y="722888"/>
                  <a:ext cx="147120" cy="213730"/>
                </a:xfrm>
                <a:custGeom>
                  <a:avLst/>
                  <a:gdLst>
                    <a:gd name="connsiteX0" fmla="*/ 102459 w 147120"/>
                    <a:gd name="connsiteY0" fmla="*/ 9711 h 213730"/>
                    <a:gd name="connsiteX1" fmla="*/ 104824 w 147120"/>
                    <a:gd name="connsiteY1" fmla="*/ 46996 h 213730"/>
                    <a:gd name="connsiteX2" fmla="*/ 146944 w 147120"/>
                    <a:gd name="connsiteY2" fmla="*/ 194060 h 213730"/>
                    <a:gd name="connsiteX3" fmla="*/ 144090 w 147120"/>
                    <a:gd name="connsiteY3" fmla="*/ 199596 h 213730"/>
                    <a:gd name="connsiteX4" fmla="*/ 33544 w 147120"/>
                    <a:gd name="connsiteY4" fmla="*/ 213006 h 213730"/>
                    <a:gd name="connsiteX5" fmla="*/ 27691 w 147120"/>
                    <a:gd name="connsiteY5" fmla="*/ 208012 h 213730"/>
                    <a:gd name="connsiteX6" fmla="*/ 8640 w 147120"/>
                    <a:gd name="connsiteY6" fmla="*/ 122291 h 213730"/>
                    <a:gd name="connsiteX7" fmla="*/ 36517 w 147120"/>
                    <a:gd name="connsiteY7" fmla="*/ 0 h 213730"/>
                    <a:gd name="connsiteX8" fmla="*/ 102446 w 147120"/>
                    <a:gd name="connsiteY8" fmla="*/ 9711 h 213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120" h="213730">
                      <a:moveTo>
                        <a:pt x="102459" y="9711"/>
                      </a:moveTo>
                      <a:cubicBezTo>
                        <a:pt x="102459" y="9711"/>
                        <a:pt x="98046" y="23795"/>
                        <a:pt x="104824" y="46996"/>
                      </a:cubicBezTo>
                      <a:lnTo>
                        <a:pt x="146944" y="194060"/>
                      </a:lnTo>
                      <a:cubicBezTo>
                        <a:pt x="147605" y="196372"/>
                        <a:pt x="146363" y="198790"/>
                        <a:pt x="144090" y="199596"/>
                      </a:cubicBezTo>
                      <a:cubicBezTo>
                        <a:pt x="131499" y="204114"/>
                        <a:pt x="90079" y="216890"/>
                        <a:pt x="33544" y="213006"/>
                      </a:cubicBezTo>
                      <a:cubicBezTo>
                        <a:pt x="30704" y="212808"/>
                        <a:pt x="28312" y="210799"/>
                        <a:pt x="27691" y="208012"/>
                      </a:cubicBezTo>
                      <a:cubicBezTo>
                        <a:pt x="23966" y="191245"/>
                        <a:pt x="11256" y="134037"/>
                        <a:pt x="8640" y="122291"/>
                      </a:cubicBezTo>
                      <a:cubicBezTo>
                        <a:pt x="-1336" y="77502"/>
                        <a:pt x="-12460" y="29199"/>
                        <a:pt x="36517" y="0"/>
                      </a:cubicBezTo>
                      <a:cubicBezTo>
                        <a:pt x="59083" y="9671"/>
                        <a:pt x="80144" y="15366"/>
                        <a:pt x="102446" y="9711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5" name="Forme libre : forme 1104">
                  <a:extLst>
                    <a:ext uri="{FF2B5EF4-FFF2-40B4-BE49-F238E27FC236}">
                      <a16:creationId xmlns:a16="http://schemas.microsoft.com/office/drawing/2014/main" id="{8D81D790-614D-8BF0-25FD-7D75BDC5AAFF}"/>
                    </a:ext>
                  </a:extLst>
                </p:cNvPr>
                <p:cNvSpPr/>
                <p:nvPr/>
              </p:nvSpPr>
              <p:spPr>
                <a:xfrm>
                  <a:off x="37928" y="578919"/>
                  <a:ext cx="82364" cy="96827"/>
                </a:xfrm>
                <a:custGeom>
                  <a:avLst/>
                  <a:gdLst>
                    <a:gd name="connsiteX0" fmla="*/ 390 w 82364"/>
                    <a:gd name="connsiteY0" fmla="*/ 96814 h 96827"/>
                    <a:gd name="connsiteX1" fmla="*/ 72 w 82364"/>
                    <a:gd name="connsiteY1" fmla="*/ 96801 h 96827"/>
                    <a:gd name="connsiteX2" fmla="*/ 33552 w 82364"/>
                    <a:gd name="connsiteY2" fmla="*/ 92481 h 96827"/>
                    <a:gd name="connsiteX3" fmla="*/ 60954 w 82364"/>
                    <a:gd name="connsiteY3" fmla="*/ 55500 h 96827"/>
                    <a:gd name="connsiteX4" fmla="*/ 61601 w 82364"/>
                    <a:gd name="connsiteY4" fmla="*/ 54853 h 96827"/>
                    <a:gd name="connsiteX5" fmla="*/ 62130 w 82364"/>
                    <a:gd name="connsiteY5" fmla="*/ 54364 h 96827"/>
                    <a:gd name="connsiteX6" fmla="*/ 70282 w 82364"/>
                    <a:gd name="connsiteY6" fmla="*/ 47243 h 96827"/>
                    <a:gd name="connsiteX7" fmla="*/ 77628 w 82364"/>
                    <a:gd name="connsiteY7" fmla="*/ 37201 h 96827"/>
                    <a:gd name="connsiteX8" fmla="*/ 60201 w 82364"/>
                    <a:gd name="connsiteY8" fmla="*/ 3524 h 96827"/>
                    <a:gd name="connsiteX9" fmla="*/ 2385 w 82364"/>
                    <a:gd name="connsiteY9" fmla="*/ 87143 h 96827"/>
                    <a:gd name="connsiteX10" fmla="*/ 1856 w 82364"/>
                    <a:gd name="connsiteY10" fmla="*/ 88887 h 96827"/>
                    <a:gd name="connsiteX11" fmla="*/ 6 w 82364"/>
                    <a:gd name="connsiteY11" fmla="*/ 95335 h 96827"/>
                    <a:gd name="connsiteX12" fmla="*/ 99 w 82364"/>
                    <a:gd name="connsiteY12" fmla="*/ 95850 h 96827"/>
                    <a:gd name="connsiteX13" fmla="*/ 416 w 82364"/>
                    <a:gd name="connsiteY13" fmla="*/ 96828 h 96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2364" h="96827">
                      <a:moveTo>
                        <a:pt x="390" y="96814"/>
                      </a:moveTo>
                      <a:cubicBezTo>
                        <a:pt x="390" y="96814"/>
                        <a:pt x="72" y="96841"/>
                        <a:pt x="72" y="96801"/>
                      </a:cubicBezTo>
                      <a:cubicBezTo>
                        <a:pt x="5384" y="92639"/>
                        <a:pt x="33552" y="92481"/>
                        <a:pt x="33552" y="92481"/>
                      </a:cubicBezTo>
                      <a:cubicBezTo>
                        <a:pt x="33552" y="92481"/>
                        <a:pt x="54018" y="62846"/>
                        <a:pt x="60954" y="55500"/>
                      </a:cubicBezTo>
                      <a:cubicBezTo>
                        <a:pt x="61179" y="55276"/>
                        <a:pt x="61403" y="55051"/>
                        <a:pt x="61601" y="54853"/>
                      </a:cubicBezTo>
                      <a:cubicBezTo>
                        <a:pt x="61747" y="54694"/>
                        <a:pt x="61905" y="54549"/>
                        <a:pt x="62130" y="54364"/>
                      </a:cubicBezTo>
                      <a:cubicBezTo>
                        <a:pt x="64667" y="52012"/>
                        <a:pt x="67362" y="49660"/>
                        <a:pt x="70282" y="47243"/>
                      </a:cubicBezTo>
                      <a:cubicBezTo>
                        <a:pt x="73505" y="44547"/>
                        <a:pt x="76082" y="41099"/>
                        <a:pt x="77628" y="37201"/>
                      </a:cubicBezTo>
                      <a:cubicBezTo>
                        <a:pt x="88462" y="9918"/>
                        <a:pt x="79900" y="-7931"/>
                        <a:pt x="60201" y="3524"/>
                      </a:cubicBezTo>
                      <a:cubicBezTo>
                        <a:pt x="60201" y="3524"/>
                        <a:pt x="18556" y="38113"/>
                        <a:pt x="2385" y="87143"/>
                      </a:cubicBezTo>
                      <a:cubicBezTo>
                        <a:pt x="2200" y="87751"/>
                        <a:pt x="2041" y="88319"/>
                        <a:pt x="1856" y="88887"/>
                      </a:cubicBezTo>
                      <a:cubicBezTo>
                        <a:pt x="1209" y="91160"/>
                        <a:pt x="575" y="93326"/>
                        <a:pt x="6" y="95335"/>
                      </a:cubicBezTo>
                      <a:cubicBezTo>
                        <a:pt x="-33" y="95480"/>
                        <a:pt x="125" y="95705"/>
                        <a:pt x="99" y="95850"/>
                      </a:cubicBezTo>
                      <a:cubicBezTo>
                        <a:pt x="-20" y="96193"/>
                        <a:pt x="535" y="96484"/>
                        <a:pt x="416" y="96828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86" name="Forme libre : forme 1085">
                <a:extLst>
                  <a:ext uri="{FF2B5EF4-FFF2-40B4-BE49-F238E27FC236}">
                    <a16:creationId xmlns:a16="http://schemas.microsoft.com/office/drawing/2014/main" id="{4C36E0AF-811E-C925-9462-846BB05248B3}"/>
                  </a:ext>
                </a:extLst>
              </p:cNvPr>
              <p:cNvSpPr/>
              <p:nvPr/>
            </p:nvSpPr>
            <p:spPr>
              <a:xfrm>
                <a:off x="36279" y="668825"/>
                <a:ext cx="111434" cy="62055"/>
              </a:xfrm>
              <a:custGeom>
                <a:avLst/>
                <a:gdLst>
                  <a:gd name="connsiteX0" fmla="*/ 105027 w 111434"/>
                  <a:gd name="connsiteY0" fmla="*/ 24718 h 62055"/>
                  <a:gd name="connsiteX1" fmla="*/ 40301 w 111434"/>
                  <a:gd name="connsiteY1" fmla="*/ 28708 h 62055"/>
                  <a:gd name="connsiteX2" fmla="*/ 35201 w 111434"/>
                  <a:gd name="connsiteY2" fmla="*/ 2562 h 62055"/>
                  <a:gd name="connsiteX3" fmla="*/ 1629 w 111434"/>
                  <a:gd name="connsiteY3" fmla="*/ 5402 h 62055"/>
                  <a:gd name="connsiteX4" fmla="*/ 5037 w 111434"/>
                  <a:gd name="connsiteY4" fmla="*/ 39529 h 62055"/>
                  <a:gd name="connsiteX5" fmla="*/ 111435 w 111434"/>
                  <a:gd name="connsiteY5" fmla="*/ 36636 h 62055"/>
                  <a:gd name="connsiteX6" fmla="*/ 105027 w 111434"/>
                  <a:gd name="connsiteY6" fmla="*/ 24705 h 62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434" h="62055">
                    <a:moveTo>
                      <a:pt x="105027" y="24718"/>
                    </a:moveTo>
                    <a:cubicBezTo>
                      <a:pt x="105027" y="24718"/>
                      <a:pt x="56631" y="52067"/>
                      <a:pt x="40301" y="28708"/>
                    </a:cubicBezTo>
                    <a:cubicBezTo>
                      <a:pt x="36905" y="23859"/>
                      <a:pt x="34368" y="7159"/>
                      <a:pt x="35201" y="2562"/>
                    </a:cubicBezTo>
                    <a:cubicBezTo>
                      <a:pt x="20694" y="-4758"/>
                      <a:pt x="9781" y="5997"/>
                      <a:pt x="1629" y="5402"/>
                    </a:cubicBezTo>
                    <a:cubicBezTo>
                      <a:pt x="-512" y="16593"/>
                      <a:pt x="-1542" y="27493"/>
                      <a:pt x="5037" y="39529"/>
                    </a:cubicBezTo>
                    <a:cubicBezTo>
                      <a:pt x="33642" y="91849"/>
                      <a:pt x="111435" y="36636"/>
                      <a:pt x="111435" y="36636"/>
                    </a:cubicBezTo>
                    <a:lnTo>
                      <a:pt x="105027" y="24705"/>
                    </a:lnTo>
                    <a:close/>
                  </a:path>
                </a:pathLst>
              </a:custGeom>
              <a:solidFill>
                <a:srgbClr val="F4A392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1087" name="Graphique 4366">
                <a:extLst>
                  <a:ext uri="{FF2B5EF4-FFF2-40B4-BE49-F238E27FC236}">
                    <a16:creationId xmlns:a16="http://schemas.microsoft.com/office/drawing/2014/main" id="{7842C92A-0A0D-1934-DBD1-AA995323DA9D}"/>
                  </a:ext>
                </a:extLst>
              </p:cNvPr>
              <p:cNvGrpSpPr/>
              <p:nvPr/>
            </p:nvGrpSpPr>
            <p:grpSpPr>
              <a:xfrm>
                <a:off x="135388" y="619285"/>
                <a:ext cx="121013" cy="112890"/>
                <a:chOff x="135388" y="619285"/>
                <a:chExt cx="121013" cy="112890"/>
              </a:xfrm>
            </p:grpSpPr>
            <p:sp>
              <p:nvSpPr>
                <p:cNvPr id="1088" name="Forme libre : forme 1087">
                  <a:extLst>
                    <a:ext uri="{FF2B5EF4-FFF2-40B4-BE49-F238E27FC236}">
                      <a16:creationId xmlns:a16="http://schemas.microsoft.com/office/drawing/2014/main" id="{E0773785-723F-7F6E-873D-9D7E8ACA1E2E}"/>
                    </a:ext>
                  </a:extLst>
                </p:cNvPr>
                <p:cNvSpPr/>
                <p:nvPr/>
              </p:nvSpPr>
              <p:spPr>
                <a:xfrm>
                  <a:off x="135388" y="628246"/>
                  <a:ext cx="121013" cy="103929"/>
                </a:xfrm>
                <a:custGeom>
                  <a:avLst/>
                  <a:gdLst>
                    <a:gd name="connsiteX0" fmla="*/ 105 w 121013"/>
                    <a:gd name="connsiteY0" fmla="*/ 99900 h 103929"/>
                    <a:gd name="connsiteX1" fmla="*/ 26516 w 121013"/>
                    <a:gd name="connsiteY1" fmla="*/ 7666 h 103929"/>
                    <a:gd name="connsiteX2" fmla="*/ 28788 w 121013"/>
                    <a:gd name="connsiteY2" fmla="*/ 5724 h 103929"/>
                    <a:gd name="connsiteX3" fmla="*/ 63457 w 121013"/>
                    <a:gd name="connsiteY3" fmla="*/ 2249 h 103929"/>
                    <a:gd name="connsiteX4" fmla="*/ 118525 w 121013"/>
                    <a:gd name="connsiteY4" fmla="*/ 426 h 103929"/>
                    <a:gd name="connsiteX5" fmla="*/ 120731 w 121013"/>
                    <a:gd name="connsiteY5" fmla="*/ 4310 h 103929"/>
                    <a:gd name="connsiteX6" fmla="*/ 66139 w 121013"/>
                    <a:gd name="connsiteY6" fmla="*/ 102859 h 103929"/>
                    <a:gd name="connsiteX7" fmla="*/ 63959 w 121013"/>
                    <a:gd name="connsiteY7" fmla="*/ 103929 h 103929"/>
                    <a:gd name="connsiteX8" fmla="*/ 2681 w 121013"/>
                    <a:gd name="connsiteY8" fmla="*/ 103361 h 103929"/>
                    <a:gd name="connsiteX9" fmla="*/ 105 w 121013"/>
                    <a:gd name="connsiteY9" fmla="*/ 99926 h 103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1013" h="103929">
                      <a:moveTo>
                        <a:pt x="105" y="99900"/>
                      </a:moveTo>
                      <a:lnTo>
                        <a:pt x="26516" y="7666"/>
                      </a:lnTo>
                      <a:cubicBezTo>
                        <a:pt x="26820" y="6622"/>
                        <a:pt x="27705" y="5856"/>
                        <a:pt x="28788" y="5724"/>
                      </a:cubicBezTo>
                      <a:cubicBezTo>
                        <a:pt x="33571" y="5169"/>
                        <a:pt x="47444" y="3596"/>
                        <a:pt x="63457" y="2249"/>
                      </a:cubicBezTo>
                      <a:cubicBezTo>
                        <a:pt x="82747" y="610"/>
                        <a:pt x="105141" y="-711"/>
                        <a:pt x="118525" y="426"/>
                      </a:cubicBezTo>
                      <a:cubicBezTo>
                        <a:pt x="120428" y="584"/>
                        <a:pt x="121577" y="2592"/>
                        <a:pt x="120731" y="4310"/>
                      </a:cubicBezTo>
                      <a:cubicBezTo>
                        <a:pt x="113121" y="19702"/>
                        <a:pt x="81822" y="82341"/>
                        <a:pt x="66139" y="102859"/>
                      </a:cubicBezTo>
                      <a:cubicBezTo>
                        <a:pt x="65624" y="103533"/>
                        <a:pt x="64818" y="103929"/>
                        <a:pt x="63959" y="103929"/>
                      </a:cubicBezTo>
                      <a:lnTo>
                        <a:pt x="2681" y="103361"/>
                      </a:lnTo>
                      <a:cubicBezTo>
                        <a:pt x="898" y="103348"/>
                        <a:pt x="-384" y="101630"/>
                        <a:pt x="105" y="99926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" name="Forme libre : forme 1088">
                  <a:extLst>
                    <a:ext uri="{FF2B5EF4-FFF2-40B4-BE49-F238E27FC236}">
                      <a16:creationId xmlns:a16="http://schemas.microsoft.com/office/drawing/2014/main" id="{27A31824-F534-76D0-FD3A-CB1E9641883C}"/>
                    </a:ext>
                  </a:extLst>
                </p:cNvPr>
                <p:cNvSpPr/>
                <p:nvPr/>
              </p:nvSpPr>
              <p:spPr>
                <a:xfrm>
                  <a:off x="199242" y="619285"/>
                  <a:ext cx="23082" cy="10959"/>
                </a:xfrm>
                <a:custGeom>
                  <a:avLst/>
                  <a:gdLst>
                    <a:gd name="connsiteX0" fmla="*/ 2337 w 23082"/>
                    <a:gd name="connsiteY0" fmla="*/ 3204 h 10959"/>
                    <a:gd name="connsiteX1" fmla="*/ 21482 w 23082"/>
                    <a:gd name="connsiteY1" fmla="*/ 20 h 10959"/>
                    <a:gd name="connsiteX2" fmla="*/ 23014 w 23082"/>
                    <a:gd name="connsiteY2" fmla="*/ 1803 h 10959"/>
                    <a:gd name="connsiteX3" fmla="*/ 21112 w 23082"/>
                    <a:gd name="connsiteY3" fmla="*/ 7551 h 10959"/>
                    <a:gd name="connsiteX4" fmla="*/ 19989 w 23082"/>
                    <a:gd name="connsiteY4" fmla="*/ 8489 h 10959"/>
                    <a:gd name="connsiteX5" fmla="*/ 1558 w 23082"/>
                    <a:gd name="connsiteY5" fmla="*/ 10946 h 10959"/>
                    <a:gd name="connsiteX6" fmla="*/ 38 w 23082"/>
                    <a:gd name="connsiteY6" fmla="*/ 9268 h 10959"/>
                    <a:gd name="connsiteX7" fmla="*/ 1214 w 23082"/>
                    <a:gd name="connsiteY7" fmla="*/ 4248 h 10959"/>
                    <a:gd name="connsiteX8" fmla="*/ 2324 w 23082"/>
                    <a:gd name="connsiteY8" fmla="*/ 3204 h 109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3082" h="10959">
                      <a:moveTo>
                        <a:pt x="2337" y="3204"/>
                      </a:moveTo>
                      <a:lnTo>
                        <a:pt x="21482" y="20"/>
                      </a:lnTo>
                      <a:cubicBezTo>
                        <a:pt x="22499" y="-152"/>
                        <a:pt x="23331" y="826"/>
                        <a:pt x="23014" y="1803"/>
                      </a:cubicBezTo>
                      <a:lnTo>
                        <a:pt x="21112" y="7551"/>
                      </a:lnTo>
                      <a:cubicBezTo>
                        <a:pt x="20953" y="8053"/>
                        <a:pt x="20517" y="8409"/>
                        <a:pt x="19989" y="8489"/>
                      </a:cubicBezTo>
                      <a:lnTo>
                        <a:pt x="1558" y="10946"/>
                      </a:lnTo>
                      <a:cubicBezTo>
                        <a:pt x="607" y="11078"/>
                        <a:pt x="-186" y="10206"/>
                        <a:pt x="38" y="9268"/>
                      </a:cubicBezTo>
                      <a:lnTo>
                        <a:pt x="1214" y="4248"/>
                      </a:lnTo>
                      <a:cubicBezTo>
                        <a:pt x="1346" y="3706"/>
                        <a:pt x="1782" y="3296"/>
                        <a:pt x="2324" y="3204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0" name="Forme libre : forme 1089">
                  <a:extLst>
                    <a:ext uri="{FF2B5EF4-FFF2-40B4-BE49-F238E27FC236}">
                      <a16:creationId xmlns:a16="http://schemas.microsoft.com/office/drawing/2014/main" id="{5D9D2DD1-712F-735E-DB4D-471FB1357D55}"/>
                    </a:ext>
                  </a:extLst>
                </p:cNvPr>
                <p:cNvSpPr/>
                <p:nvPr/>
              </p:nvSpPr>
              <p:spPr>
                <a:xfrm>
                  <a:off x="187182" y="625015"/>
                  <a:ext cx="44059" cy="15946"/>
                </a:xfrm>
                <a:custGeom>
                  <a:avLst/>
                  <a:gdLst>
                    <a:gd name="connsiteX0" fmla="*/ 49 w 44059"/>
                    <a:gd name="connsiteY0" fmla="*/ 13685 h 15946"/>
                    <a:gd name="connsiteX1" fmla="*/ 1622 w 44059"/>
                    <a:gd name="connsiteY1" fmla="*/ 5467 h 15946"/>
                    <a:gd name="connsiteX2" fmla="*/ 3300 w 44059"/>
                    <a:gd name="connsiteY2" fmla="*/ 3934 h 15946"/>
                    <a:gd name="connsiteX3" fmla="*/ 41972 w 44059"/>
                    <a:gd name="connsiteY3" fmla="*/ 10 h 15946"/>
                    <a:gd name="connsiteX4" fmla="*/ 44006 w 44059"/>
                    <a:gd name="connsiteY4" fmla="*/ 2349 h 15946"/>
                    <a:gd name="connsiteX5" fmla="*/ 41549 w 44059"/>
                    <a:gd name="connsiteY5" fmla="*/ 12588 h 15946"/>
                    <a:gd name="connsiteX6" fmla="*/ 39792 w 44059"/>
                    <a:gd name="connsiteY6" fmla="*/ 14041 h 15946"/>
                    <a:gd name="connsiteX7" fmla="*/ 1992 w 44059"/>
                    <a:gd name="connsiteY7" fmla="*/ 15944 h 15946"/>
                    <a:gd name="connsiteX8" fmla="*/ 36 w 44059"/>
                    <a:gd name="connsiteY8" fmla="*/ 13685 h 159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059" h="15946">
                      <a:moveTo>
                        <a:pt x="49" y="13685"/>
                      </a:moveTo>
                      <a:lnTo>
                        <a:pt x="1622" y="5467"/>
                      </a:lnTo>
                      <a:cubicBezTo>
                        <a:pt x="1780" y="4647"/>
                        <a:pt x="2454" y="4013"/>
                        <a:pt x="3300" y="3934"/>
                      </a:cubicBezTo>
                      <a:lnTo>
                        <a:pt x="41972" y="10"/>
                      </a:lnTo>
                      <a:cubicBezTo>
                        <a:pt x="43280" y="-122"/>
                        <a:pt x="44310" y="1067"/>
                        <a:pt x="44006" y="2349"/>
                      </a:cubicBezTo>
                      <a:lnTo>
                        <a:pt x="41549" y="12588"/>
                      </a:lnTo>
                      <a:cubicBezTo>
                        <a:pt x="41351" y="13407"/>
                        <a:pt x="40637" y="14002"/>
                        <a:pt x="39792" y="14041"/>
                      </a:cubicBezTo>
                      <a:lnTo>
                        <a:pt x="1992" y="15944"/>
                      </a:lnTo>
                      <a:cubicBezTo>
                        <a:pt x="763" y="16010"/>
                        <a:pt x="-202" y="14900"/>
                        <a:pt x="36" y="13685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" name="Forme libre : forme 1090">
                  <a:extLst>
                    <a:ext uri="{FF2B5EF4-FFF2-40B4-BE49-F238E27FC236}">
                      <a16:creationId xmlns:a16="http://schemas.microsoft.com/office/drawing/2014/main" id="{52258E8B-488C-6E3D-4823-F209C270F632}"/>
                    </a:ext>
                  </a:extLst>
                </p:cNvPr>
                <p:cNvSpPr/>
                <p:nvPr/>
              </p:nvSpPr>
              <p:spPr>
                <a:xfrm>
                  <a:off x="139329" y="674407"/>
                  <a:ext cx="35178" cy="31622"/>
                </a:xfrm>
                <a:custGeom>
                  <a:avLst/>
                  <a:gdLst>
                    <a:gd name="connsiteX0" fmla="*/ 2545 w 35178"/>
                    <a:gd name="connsiteY0" fmla="*/ 31450 h 31622"/>
                    <a:gd name="connsiteX1" fmla="*/ 351 w 35178"/>
                    <a:gd name="connsiteY1" fmla="*/ 10958 h 31622"/>
                    <a:gd name="connsiteX2" fmla="*/ 14290 w 35178"/>
                    <a:gd name="connsiteY2" fmla="*/ 217 h 31622"/>
                    <a:gd name="connsiteX3" fmla="*/ 35179 w 35178"/>
                    <a:gd name="connsiteY3" fmla="*/ 5792 h 31622"/>
                    <a:gd name="connsiteX4" fmla="*/ 27317 w 35178"/>
                    <a:gd name="connsiteY4" fmla="*/ 10522 h 31622"/>
                    <a:gd name="connsiteX5" fmla="*/ 31836 w 35178"/>
                    <a:gd name="connsiteY5" fmla="*/ 14023 h 31622"/>
                    <a:gd name="connsiteX6" fmla="*/ 25032 w 35178"/>
                    <a:gd name="connsiteY6" fmla="*/ 16626 h 31622"/>
                    <a:gd name="connsiteX7" fmla="*/ 29233 w 35178"/>
                    <a:gd name="connsiteY7" fmla="*/ 21264 h 31622"/>
                    <a:gd name="connsiteX8" fmla="*/ 22059 w 35178"/>
                    <a:gd name="connsiteY8" fmla="*/ 22915 h 31622"/>
                    <a:gd name="connsiteX9" fmla="*/ 2518 w 35178"/>
                    <a:gd name="connsiteY9" fmla="*/ 31450 h 31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5178" h="31622">
                      <a:moveTo>
                        <a:pt x="2545" y="31450"/>
                      </a:moveTo>
                      <a:cubicBezTo>
                        <a:pt x="2545" y="31450"/>
                        <a:pt x="-1128" y="16322"/>
                        <a:pt x="351" y="10958"/>
                      </a:cubicBezTo>
                      <a:cubicBezTo>
                        <a:pt x="1831" y="5594"/>
                        <a:pt x="4711" y="-1316"/>
                        <a:pt x="14290" y="217"/>
                      </a:cubicBezTo>
                      <a:cubicBezTo>
                        <a:pt x="23869" y="1749"/>
                        <a:pt x="35179" y="5792"/>
                        <a:pt x="35179" y="5792"/>
                      </a:cubicBezTo>
                      <a:cubicBezTo>
                        <a:pt x="35179" y="5792"/>
                        <a:pt x="34610" y="12782"/>
                        <a:pt x="27317" y="10522"/>
                      </a:cubicBezTo>
                      <a:lnTo>
                        <a:pt x="31836" y="14023"/>
                      </a:lnTo>
                      <a:cubicBezTo>
                        <a:pt x="31836" y="14023"/>
                        <a:pt x="31188" y="19625"/>
                        <a:pt x="25032" y="16626"/>
                      </a:cubicBezTo>
                      <a:lnTo>
                        <a:pt x="29233" y="21264"/>
                      </a:lnTo>
                      <a:cubicBezTo>
                        <a:pt x="29233" y="21264"/>
                        <a:pt x="26591" y="25862"/>
                        <a:pt x="22059" y="22915"/>
                      </a:cubicBezTo>
                      <a:cubicBezTo>
                        <a:pt x="17527" y="19969"/>
                        <a:pt x="15360" y="33274"/>
                        <a:pt x="2518" y="31450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64" name="Graphique 4366">
              <a:extLst>
                <a:ext uri="{FF2B5EF4-FFF2-40B4-BE49-F238E27FC236}">
                  <a16:creationId xmlns:a16="http://schemas.microsoft.com/office/drawing/2014/main" id="{752F8050-A019-21F1-E7BD-2EF5011E9673}"/>
                </a:ext>
              </a:extLst>
            </p:cNvPr>
            <p:cNvGrpSpPr/>
            <p:nvPr/>
          </p:nvGrpSpPr>
          <p:grpSpPr>
            <a:xfrm>
              <a:off x="773828" y="461787"/>
              <a:ext cx="448495" cy="715013"/>
              <a:chOff x="773828" y="461787"/>
              <a:chExt cx="448495" cy="715013"/>
            </a:xfrm>
          </p:grpSpPr>
          <p:sp>
            <p:nvSpPr>
              <p:cNvPr id="1065" name="Forme libre : forme 1064">
                <a:extLst>
                  <a:ext uri="{FF2B5EF4-FFF2-40B4-BE49-F238E27FC236}">
                    <a16:creationId xmlns:a16="http://schemas.microsoft.com/office/drawing/2014/main" id="{5A67DE3A-7DAF-F69D-FB47-D3F665F46E82}"/>
                  </a:ext>
                </a:extLst>
              </p:cNvPr>
              <p:cNvSpPr/>
              <p:nvPr/>
            </p:nvSpPr>
            <p:spPr>
              <a:xfrm>
                <a:off x="1000817" y="1146032"/>
                <a:ext cx="79540" cy="7699"/>
              </a:xfrm>
              <a:custGeom>
                <a:avLst/>
                <a:gdLst>
                  <a:gd name="connsiteX0" fmla="*/ 2237 w 79540"/>
                  <a:gd name="connsiteY0" fmla="*/ 0 h 7699"/>
                  <a:gd name="connsiteX1" fmla="*/ 58163 w 79540"/>
                  <a:gd name="connsiteY1" fmla="*/ 3911 h 7699"/>
                  <a:gd name="connsiteX2" fmla="*/ 79541 w 79540"/>
                  <a:gd name="connsiteY2" fmla="*/ 1823 h 7699"/>
                  <a:gd name="connsiteX3" fmla="*/ 79501 w 79540"/>
                  <a:gd name="connsiteY3" fmla="*/ 2999 h 7699"/>
                  <a:gd name="connsiteX4" fmla="*/ 75841 w 79540"/>
                  <a:gd name="connsiteY4" fmla="*/ 6646 h 7699"/>
                  <a:gd name="connsiteX5" fmla="*/ 2620 w 79540"/>
                  <a:gd name="connsiteY5" fmla="*/ 6725 h 7699"/>
                  <a:gd name="connsiteX6" fmla="*/ 387 w 79540"/>
                  <a:gd name="connsiteY6" fmla="*/ 2603 h 7699"/>
                  <a:gd name="connsiteX7" fmla="*/ 2250 w 79540"/>
                  <a:gd name="connsiteY7" fmla="*/ 13 h 7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540" h="7699">
                    <a:moveTo>
                      <a:pt x="2237" y="0"/>
                    </a:moveTo>
                    <a:cubicBezTo>
                      <a:pt x="15858" y="1176"/>
                      <a:pt x="39508" y="3092"/>
                      <a:pt x="58163" y="3911"/>
                    </a:cubicBezTo>
                    <a:cubicBezTo>
                      <a:pt x="69367" y="4400"/>
                      <a:pt x="75828" y="3303"/>
                      <a:pt x="79541" y="1823"/>
                    </a:cubicBezTo>
                    <a:cubicBezTo>
                      <a:pt x="79541" y="2246"/>
                      <a:pt x="79527" y="2642"/>
                      <a:pt x="79501" y="2999"/>
                    </a:cubicBezTo>
                    <a:cubicBezTo>
                      <a:pt x="79409" y="4955"/>
                      <a:pt x="77823" y="6527"/>
                      <a:pt x="75841" y="6646"/>
                    </a:cubicBezTo>
                    <a:cubicBezTo>
                      <a:pt x="40618" y="8614"/>
                      <a:pt x="12595" y="7333"/>
                      <a:pt x="2620" y="6725"/>
                    </a:cubicBezTo>
                    <a:cubicBezTo>
                      <a:pt x="559" y="6593"/>
                      <a:pt x="-670" y="4360"/>
                      <a:pt x="387" y="2603"/>
                    </a:cubicBezTo>
                    <a:cubicBezTo>
                      <a:pt x="915" y="1718"/>
                      <a:pt x="1550" y="859"/>
                      <a:pt x="2250" y="13"/>
                    </a:cubicBezTo>
                    <a:close/>
                  </a:path>
                </a:pathLst>
              </a:custGeom>
              <a:solidFill>
                <a:srgbClr val="4438B7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Forme libre : forme 1065">
                <a:extLst>
                  <a:ext uri="{FF2B5EF4-FFF2-40B4-BE49-F238E27FC236}">
                    <a16:creationId xmlns:a16="http://schemas.microsoft.com/office/drawing/2014/main" id="{6E9CB9A8-46D1-C25A-4422-2B871D1E72EE}"/>
                  </a:ext>
                </a:extLst>
              </p:cNvPr>
              <p:cNvSpPr/>
              <p:nvPr/>
            </p:nvSpPr>
            <p:spPr>
              <a:xfrm>
                <a:off x="1003053" y="1118511"/>
                <a:ext cx="77308" cy="31541"/>
              </a:xfrm>
              <a:custGeom>
                <a:avLst/>
                <a:gdLst>
                  <a:gd name="connsiteX0" fmla="*/ 55927 w 77308"/>
                  <a:gd name="connsiteY0" fmla="*/ 31432 h 31541"/>
                  <a:gd name="connsiteX1" fmla="*/ 0 w 77308"/>
                  <a:gd name="connsiteY1" fmla="*/ 27521 h 31541"/>
                  <a:gd name="connsiteX2" fmla="*/ 55927 w 77308"/>
                  <a:gd name="connsiteY2" fmla="*/ 0 h 31541"/>
                  <a:gd name="connsiteX3" fmla="*/ 67937 w 77308"/>
                  <a:gd name="connsiteY3" fmla="*/ 0 h 31541"/>
                  <a:gd name="connsiteX4" fmla="*/ 77304 w 77308"/>
                  <a:gd name="connsiteY4" fmla="*/ 29331 h 31541"/>
                  <a:gd name="connsiteX5" fmla="*/ 55927 w 77308"/>
                  <a:gd name="connsiteY5" fmla="*/ 31418 h 3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7308" h="31541">
                    <a:moveTo>
                      <a:pt x="55927" y="31432"/>
                    </a:moveTo>
                    <a:cubicBezTo>
                      <a:pt x="37285" y="30612"/>
                      <a:pt x="13635" y="28697"/>
                      <a:pt x="0" y="27521"/>
                    </a:cubicBezTo>
                    <a:cubicBezTo>
                      <a:pt x="13397" y="11085"/>
                      <a:pt x="55927" y="0"/>
                      <a:pt x="55927" y="0"/>
                    </a:cubicBezTo>
                    <a:lnTo>
                      <a:pt x="67937" y="0"/>
                    </a:lnTo>
                    <a:cubicBezTo>
                      <a:pt x="76194" y="11904"/>
                      <a:pt x="77397" y="23240"/>
                      <a:pt x="77304" y="29331"/>
                    </a:cubicBezTo>
                    <a:cubicBezTo>
                      <a:pt x="73592" y="30824"/>
                      <a:pt x="67131" y="31920"/>
                      <a:pt x="55927" y="31418"/>
                    </a:cubicBezTo>
                    <a:close/>
                  </a:path>
                </a:pathLst>
              </a:custGeom>
              <a:solidFill>
                <a:srgbClr val="332989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Forme libre : forme 1066">
                <a:extLst>
                  <a:ext uri="{FF2B5EF4-FFF2-40B4-BE49-F238E27FC236}">
                    <a16:creationId xmlns:a16="http://schemas.microsoft.com/office/drawing/2014/main" id="{80F3E5AE-A21C-EA15-8611-C253477EFC2C}"/>
                  </a:ext>
                </a:extLst>
              </p:cNvPr>
              <p:cNvSpPr/>
              <p:nvPr/>
            </p:nvSpPr>
            <p:spPr>
              <a:xfrm>
                <a:off x="1050604" y="1098904"/>
                <a:ext cx="22407" cy="27244"/>
              </a:xfrm>
              <a:custGeom>
                <a:avLst/>
                <a:gdLst>
                  <a:gd name="connsiteX0" fmla="*/ 22408 w 22407"/>
                  <a:gd name="connsiteY0" fmla="*/ 13 h 27244"/>
                  <a:gd name="connsiteX1" fmla="*/ 21285 w 22407"/>
                  <a:gd name="connsiteY1" fmla="*/ 22249 h 27244"/>
                  <a:gd name="connsiteX2" fmla="*/ 16951 w 22407"/>
                  <a:gd name="connsiteY2" fmla="*/ 27032 h 27244"/>
                  <a:gd name="connsiteX3" fmla="*/ 7927 w 22407"/>
                  <a:gd name="connsiteY3" fmla="*/ 26279 h 27244"/>
                  <a:gd name="connsiteX4" fmla="*/ 3884 w 22407"/>
                  <a:gd name="connsiteY4" fmla="*/ 21655 h 27244"/>
                  <a:gd name="connsiteX5" fmla="*/ 0 w 22407"/>
                  <a:gd name="connsiteY5" fmla="*/ 0 h 27244"/>
                  <a:gd name="connsiteX6" fmla="*/ 22408 w 22407"/>
                  <a:gd name="connsiteY6" fmla="*/ 0 h 27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407" h="27244">
                    <a:moveTo>
                      <a:pt x="22408" y="13"/>
                    </a:moveTo>
                    <a:lnTo>
                      <a:pt x="21285" y="22249"/>
                    </a:lnTo>
                    <a:cubicBezTo>
                      <a:pt x="21166" y="24654"/>
                      <a:pt x="19356" y="26675"/>
                      <a:pt x="16951" y="27032"/>
                    </a:cubicBezTo>
                    <a:cubicBezTo>
                      <a:pt x="14547" y="27376"/>
                      <a:pt x="11336" y="27415"/>
                      <a:pt x="7927" y="26279"/>
                    </a:cubicBezTo>
                    <a:cubicBezTo>
                      <a:pt x="5827" y="25579"/>
                      <a:pt x="4268" y="23808"/>
                      <a:pt x="3884" y="21655"/>
                    </a:cubicBezTo>
                    <a:lnTo>
                      <a:pt x="0" y="0"/>
                    </a:lnTo>
                    <a:lnTo>
                      <a:pt x="22408" y="0"/>
                    </a:lnTo>
                    <a:close/>
                  </a:path>
                </a:pathLst>
              </a:custGeom>
              <a:solidFill>
                <a:srgbClr val="F4A392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1068" name="Graphique 4366">
                <a:extLst>
                  <a:ext uri="{FF2B5EF4-FFF2-40B4-BE49-F238E27FC236}">
                    <a16:creationId xmlns:a16="http://schemas.microsoft.com/office/drawing/2014/main" id="{C8AD404C-AD34-C1C4-B7E6-C0589B610EED}"/>
                  </a:ext>
                </a:extLst>
              </p:cNvPr>
              <p:cNvGrpSpPr/>
              <p:nvPr/>
            </p:nvGrpSpPr>
            <p:grpSpPr>
              <a:xfrm>
                <a:off x="1177370" y="1105759"/>
                <a:ext cx="44953" cy="71041"/>
                <a:chOff x="1177370" y="1105759"/>
                <a:chExt cx="44953" cy="71041"/>
              </a:xfrm>
            </p:grpSpPr>
            <p:sp>
              <p:nvSpPr>
                <p:cNvPr id="1083" name="Forme libre : forme 1082">
                  <a:extLst>
                    <a:ext uri="{FF2B5EF4-FFF2-40B4-BE49-F238E27FC236}">
                      <a16:creationId xmlns:a16="http://schemas.microsoft.com/office/drawing/2014/main" id="{8C4C8217-0FC1-4FFE-89B9-F60805BADD30}"/>
                    </a:ext>
                  </a:extLst>
                </p:cNvPr>
                <p:cNvSpPr/>
                <p:nvPr/>
              </p:nvSpPr>
              <p:spPr>
                <a:xfrm>
                  <a:off x="1191828" y="1162415"/>
                  <a:ext cx="30495" cy="14385"/>
                </a:xfrm>
                <a:custGeom>
                  <a:avLst/>
                  <a:gdLst>
                    <a:gd name="connsiteX0" fmla="*/ 20571 w 30495"/>
                    <a:gd name="connsiteY0" fmla="*/ 9275 h 14385"/>
                    <a:gd name="connsiteX1" fmla="*/ 30269 w 30495"/>
                    <a:gd name="connsiteY1" fmla="*/ 0 h 14385"/>
                    <a:gd name="connsiteX2" fmla="*/ 30295 w 30495"/>
                    <a:gd name="connsiteY2" fmla="*/ 119 h 14385"/>
                    <a:gd name="connsiteX3" fmla="*/ 25116 w 30495"/>
                    <a:gd name="connsiteY3" fmla="*/ 11442 h 14385"/>
                    <a:gd name="connsiteX4" fmla="*/ 10781 w 30495"/>
                    <a:gd name="connsiteY4" fmla="*/ 14335 h 14385"/>
                    <a:gd name="connsiteX5" fmla="*/ 40 w 30495"/>
                    <a:gd name="connsiteY5" fmla="*/ 7927 h 14385"/>
                    <a:gd name="connsiteX6" fmla="*/ 0 w 30495"/>
                    <a:gd name="connsiteY6" fmla="*/ 7874 h 14385"/>
                    <a:gd name="connsiteX7" fmla="*/ 20558 w 30495"/>
                    <a:gd name="connsiteY7" fmla="*/ 9275 h 14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0495" h="14385">
                      <a:moveTo>
                        <a:pt x="20571" y="9275"/>
                      </a:moveTo>
                      <a:cubicBezTo>
                        <a:pt x="26477" y="8205"/>
                        <a:pt x="29159" y="4241"/>
                        <a:pt x="30269" y="0"/>
                      </a:cubicBezTo>
                      <a:cubicBezTo>
                        <a:pt x="30269" y="40"/>
                        <a:pt x="30282" y="79"/>
                        <a:pt x="30295" y="119"/>
                      </a:cubicBezTo>
                      <a:cubicBezTo>
                        <a:pt x="31167" y="4598"/>
                        <a:pt x="29146" y="9235"/>
                        <a:pt x="25116" y="11442"/>
                      </a:cubicBezTo>
                      <a:cubicBezTo>
                        <a:pt x="20241" y="14111"/>
                        <a:pt x="14916" y="14560"/>
                        <a:pt x="10781" y="14335"/>
                      </a:cubicBezTo>
                      <a:cubicBezTo>
                        <a:pt x="6342" y="14097"/>
                        <a:pt x="2273" y="11732"/>
                        <a:pt x="40" y="7927"/>
                      </a:cubicBezTo>
                      <a:lnTo>
                        <a:pt x="0" y="7874"/>
                      </a:lnTo>
                      <a:cubicBezTo>
                        <a:pt x="4452" y="10715"/>
                        <a:pt x="10702" y="11059"/>
                        <a:pt x="20558" y="9275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" name="Forme libre : forme 1083">
                  <a:extLst>
                    <a:ext uri="{FF2B5EF4-FFF2-40B4-BE49-F238E27FC236}">
                      <a16:creationId xmlns:a16="http://schemas.microsoft.com/office/drawing/2014/main" id="{85C3145D-D4B2-9D92-DDF8-B999E6C7EBDB}"/>
                    </a:ext>
                  </a:extLst>
                </p:cNvPr>
                <p:cNvSpPr/>
                <p:nvPr/>
              </p:nvSpPr>
              <p:spPr>
                <a:xfrm>
                  <a:off x="1177370" y="1105759"/>
                  <a:ext cx="44739" cy="67021"/>
                </a:xfrm>
                <a:custGeom>
                  <a:avLst/>
                  <a:gdLst>
                    <a:gd name="connsiteX0" fmla="*/ 7164 w 44739"/>
                    <a:gd name="connsiteY0" fmla="*/ 3 h 67021"/>
                    <a:gd name="connsiteX1" fmla="*/ 17074 w 44739"/>
                    <a:gd name="connsiteY1" fmla="*/ 3 h 67021"/>
                    <a:gd name="connsiteX2" fmla="*/ 44740 w 44739"/>
                    <a:gd name="connsiteY2" fmla="*/ 56656 h 67021"/>
                    <a:gd name="connsiteX3" fmla="*/ 35042 w 44739"/>
                    <a:gd name="connsiteY3" fmla="*/ 65931 h 67021"/>
                    <a:gd name="connsiteX4" fmla="*/ 14484 w 44739"/>
                    <a:gd name="connsiteY4" fmla="*/ 64531 h 67021"/>
                    <a:gd name="connsiteX5" fmla="*/ 347 w 44739"/>
                    <a:gd name="connsiteY5" fmla="*/ 18513 h 67021"/>
                    <a:gd name="connsiteX6" fmla="*/ 7178 w 44739"/>
                    <a:gd name="connsiteY6" fmla="*/ 3 h 67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4739" h="67021">
                      <a:moveTo>
                        <a:pt x="7164" y="3"/>
                      </a:moveTo>
                      <a:lnTo>
                        <a:pt x="17074" y="3"/>
                      </a:lnTo>
                      <a:cubicBezTo>
                        <a:pt x="32162" y="-394"/>
                        <a:pt x="41635" y="40723"/>
                        <a:pt x="44740" y="56656"/>
                      </a:cubicBezTo>
                      <a:cubicBezTo>
                        <a:pt x="43617" y="60898"/>
                        <a:pt x="40948" y="64861"/>
                        <a:pt x="35042" y="65931"/>
                      </a:cubicBezTo>
                      <a:cubicBezTo>
                        <a:pt x="25186" y="67702"/>
                        <a:pt x="18936" y="67371"/>
                        <a:pt x="14484" y="64531"/>
                      </a:cubicBezTo>
                      <a:cubicBezTo>
                        <a:pt x="6332" y="50671"/>
                        <a:pt x="2289" y="30364"/>
                        <a:pt x="347" y="18513"/>
                      </a:cubicBezTo>
                      <a:cubicBezTo>
                        <a:pt x="-1859" y="5037"/>
                        <a:pt x="7178" y="3"/>
                        <a:pt x="7178" y="3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9" name="Forme libre : forme 1068">
                <a:extLst>
                  <a:ext uri="{FF2B5EF4-FFF2-40B4-BE49-F238E27FC236}">
                    <a16:creationId xmlns:a16="http://schemas.microsoft.com/office/drawing/2014/main" id="{12B9A26A-A8B7-58DC-BEF8-86C85F4553A7}"/>
                  </a:ext>
                </a:extLst>
              </p:cNvPr>
              <p:cNvSpPr/>
              <p:nvPr/>
            </p:nvSpPr>
            <p:spPr>
              <a:xfrm>
                <a:off x="1172076" y="1085124"/>
                <a:ext cx="26774" cy="31448"/>
              </a:xfrm>
              <a:custGeom>
                <a:avLst/>
                <a:gdLst>
                  <a:gd name="connsiteX0" fmla="*/ 21100 w 26774"/>
                  <a:gd name="connsiteY0" fmla="*/ 0 h 31448"/>
                  <a:gd name="connsiteX1" fmla="*/ 26596 w 26774"/>
                  <a:gd name="connsiteY1" fmla="*/ 21879 h 31448"/>
                  <a:gd name="connsiteX2" fmla="*/ 23504 w 26774"/>
                  <a:gd name="connsiteY2" fmla="*/ 28604 h 31448"/>
                  <a:gd name="connsiteX3" fmla="*/ 12116 w 26774"/>
                  <a:gd name="connsiteY3" fmla="*/ 31366 h 31448"/>
                  <a:gd name="connsiteX4" fmla="*/ 8073 w 26774"/>
                  <a:gd name="connsiteY4" fmla="*/ 28063 h 31448"/>
                  <a:gd name="connsiteX5" fmla="*/ 0 w 26774"/>
                  <a:gd name="connsiteY5" fmla="*/ 5047 h 31448"/>
                  <a:gd name="connsiteX6" fmla="*/ 21100 w 26774"/>
                  <a:gd name="connsiteY6" fmla="*/ 13 h 31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74" h="31448">
                    <a:moveTo>
                      <a:pt x="21100" y="0"/>
                    </a:moveTo>
                    <a:lnTo>
                      <a:pt x="26596" y="21879"/>
                    </a:lnTo>
                    <a:cubicBezTo>
                      <a:pt x="27270" y="24561"/>
                      <a:pt x="25988" y="27336"/>
                      <a:pt x="23504" y="28604"/>
                    </a:cubicBezTo>
                    <a:cubicBezTo>
                      <a:pt x="20426" y="30190"/>
                      <a:pt x="16092" y="31841"/>
                      <a:pt x="12116" y="31366"/>
                    </a:cubicBezTo>
                    <a:cubicBezTo>
                      <a:pt x="10239" y="31141"/>
                      <a:pt x="8694" y="29820"/>
                      <a:pt x="8073" y="28063"/>
                    </a:cubicBezTo>
                    <a:lnTo>
                      <a:pt x="0" y="5047"/>
                    </a:lnTo>
                    <a:lnTo>
                      <a:pt x="21100" y="13"/>
                    </a:lnTo>
                    <a:close/>
                  </a:path>
                </a:pathLst>
              </a:custGeom>
              <a:solidFill>
                <a:srgbClr val="F4A392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Forme libre : forme 1069">
                <a:extLst>
                  <a:ext uri="{FF2B5EF4-FFF2-40B4-BE49-F238E27FC236}">
                    <a16:creationId xmlns:a16="http://schemas.microsoft.com/office/drawing/2014/main" id="{B432422A-F8DB-A0F5-50CE-D221E3832877}"/>
                  </a:ext>
                </a:extLst>
              </p:cNvPr>
              <p:cNvSpPr/>
              <p:nvPr/>
            </p:nvSpPr>
            <p:spPr>
              <a:xfrm>
                <a:off x="999697" y="790824"/>
                <a:ext cx="197758" cy="318102"/>
              </a:xfrm>
              <a:custGeom>
                <a:avLst/>
                <a:gdLst>
                  <a:gd name="connsiteX0" fmla="*/ 0 w 197758"/>
                  <a:gd name="connsiteY0" fmla="*/ 6196 h 318102"/>
                  <a:gd name="connsiteX1" fmla="*/ 48343 w 197758"/>
                  <a:gd name="connsiteY1" fmla="*/ 315109 h 318102"/>
                  <a:gd name="connsiteX2" fmla="*/ 76710 w 197758"/>
                  <a:gd name="connsiteY2" fmla="*/ 315902 h 318102"/>
                  <a:gd name="connsiteX3" fmla="*/ 61846 w 197758"/>
                  <a:gd name="connsiteY3" fmla="*/ 88706 h 318102"/>
                  <a:gd name="connsiteX4" fmla="*/ 172365 w 197758"/>
                  <a:gd name="connsiteY4" fmla="*/ 308635 h 318102"/>
                  <a:gd name="connsiteX5" fmla="*/ 197759 w 197758"/>
                  <a:gd name="connsiteY5" fmla="*/ 299413 h 318102"/>
                  <a:gd name="connsiteX6" fmla="*/ 83355 w 197758"/>
                  <a:gd name="connsiteY6" fmla="*/ 0 h 318102"/>
                  <a:gd name="connsiteX7" fmla="*/ 0 w 197758"/>
                  <a:gd name="connsiteY7" fmla="*/ 6210 h 318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7758" h="318102">
                    <a:moveTo>
                      <a:pt x="0" y="6196"/>
                    </a:moveTo>
                    <a:cubicBezTo>
                      <a:pt x="0" y="6196"/>
                      <a:pt x="49149" y="313418"/>
                      <a:pt x="48343" y="315109"/>
                    </a:cubicBezTo>
                    <a:cubicBezTo>
                      <a:pt x="48343" y="315109"/>
                      <a:pt x="61912" y="321279"/>
                      <a:pt x="76710" y="315902"/>
                    </a:cubicBezTo>
                    <a:cubicBezTo>
                      <a:pt x="76710" y="315902"/>
                      <a:pt x="72270" y="151675"/>
                      <a:pt x="61846" y="88706"/>
                    </a:cubicBezTo>
                    <a:cubicBezTo>
                      <a:pt x="61846" y="88706"/>
                      <a:pt x="145730" y="235493"/>
                      <a:pt x="172365" y="308635"/>
                    </a:cubicBezTo>
                    <a:cubicBezTo>
                      <a:pt x="172365" y="308635"/>
                      <a:pt x="186264" y="306984"/>
                      <a:pt x="197759" y="299413"/>
                    </a:cubicBezTo>
                    <a:cubicBezTo>
                      <a:pt x="197759" y="299413"/>
                      <a:pt x="107441" y="35197"/>
                      <a:pt x="83355" y="0"/>
                    </a:cubicBezTo>
                    <a:lnTo>
                      <a:pt x="0" y="6210"/>
                    </a:lnTo>
                    <a:close/>
                  </a:path>
                </a:pathLst>
              </a:custGeom>
              <a:solidFill>
                <a:srgbClr val="776ED2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Forme libre : forme 1070">
                <a:extLst>
                  <a:ext uri="{FF2B5EF4-FFF2-40B4-BE49-F238E27FC236}">
                    <a16:creationId xmlns:a16="http://schemas.microsoft.com/office/drawing/2014/main" id="{BE773923-EB11-9268-129F-A5E6A3B67D9C}"/>
                  </a:ext>
                </a:extLst>
              </p:cNvPr>
              <p:cNvSpPr/>
              <p:nvPr/>
            </p:nvSpPr>
            <p:spPr>
              <a:xfrm>
                <a:off x="773828" y="496194"/>
                <a:ext cx="121784" cy="131870"/>
              </a:xfrm>
              <a:custGeom>
                <a:avLst/>
                <a:gdLst>
                  <a:gd name="connsiteX0" fmla="*/ 339 w 121784"/>
                  <a:gd name="connsiteY0" fmla="*/ 0 h 131870"/>
                  <a:gd name="connsiteX1" fmla="*/ 53676 w 121784"/>
                  <a:gd name="connsiteY1" fmla="*/ 16634 h 131870"/>
                  <a:gd name="connsiteX2" fmla="*/ 62700 w 121784"/>
                  <a:gd name="connsiteY2" fmla="*/ 25711 h 131870"/>
                  <a:gd name="connsiteX3" fmla="*/ 121785 w 121784"/>
                  <a:gd name="connsiteY3" fmla="*/ 87874 h 131870"/>
                  <a:gd name="connsiteX4" fmla="*/ 105098 w 121784"/>
                  <a:gd name="connsiteY4" fmla="*/ 131870 h 131870"/>
                  <a:gd name="connsiteX5" fmla="*/ 57204 w 121784"/>
                  <a:gd name="connsiteY5" fmla="*/ 47233 h 131870"/>
                  <a:gd name="connsiteX6" fmla="*/ 42287 w 121784"/>
                  <a:gd name="connsiteY6" fmla="*/ 46824 h 131870"/>
                  <a:gd name="connsiteX7" fmla="*/ 29075 w 121784"/>
                  <a:gd name="connsiteY7" fmla="*/ 39319 h 131870"/>
                  <a:gd name="connsiteX8" fmla="*/ 21399 w 121784"/>
                  <a:gd name="connsiteY8" fmla="*/ 29001 h 131870"/>
                  <a:gd name="connsiteX9" fmla="*/ 20804 w 121784"/>
                  <a:gd name="connsiteY9" fmla="*/ 13027 h 131870"/>
                  <a:gd name="connsiteX10" fmla="*/ 3761 w 121784"/>
                  <a:gd name="connsiteY10" fmla="*/ 7742 h 131870"/>
                  <a:gd name="connsiteX11" fmla="*/ 352 w 121784"/>
                  <a:gd name="connsiteY11" fmla="*/ 0 h 131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1784" h="131870">
                    <a:moveTo>
                      <a:pt x="339" y="0"/>
                    </a:moveTo>
                    <a:cubicBezTo>
                      <a:pt x="339" y="0"/>
                      <a:pt x="33501" y="7320"/>
                      <a:pt x="53676" y="16634"/>
                    </a:cubicBezTo>
                    <a:cubicBezTo>
                      <a:pt x="57679" y="18484"/>
                      <a:pt x="60877" y="21721"/>
                      <a:pt x="62700" y="25711"/>
                    </a:cubicBezTo>
                    <a:cubicBezTo>
                      <a:pt x="68738" y="38923"/>
                      <a:pt x="86786" y="72059"/>
                      <a:pt x="121785" y="87874"/>
                    </a:cubicBezTo>
                    <a:cubicBezTo>
                      <a:pt x="116738" y="94559"/>
                      <a:pt x="108625" y="108485"/>
                      <a:pt x="105098" y="131870"/>
                    </a:cubicBezTo>
                    <a:cubicBezTo>
                      <a:pt x="84077" y="116227"/>
                      <a:pt x="65924" y="90093"/>
                      <a:pt x="57204" y="47233"/>
                    </a:cubicBezTo>
                    <a:cubicBezTo>
                      <a:pt x="57204" y="47233"/>
                      <a:pt x="50571" y="50840"/>
                      <a:pt x="42287" y="46824"/>
                    </a:cubicBezTo>
                    <a:cubicBezTo>
                      <a:pt x="37914" y="44697"/>
                      <a:pt x="32867" y="41684"/>
                      <a:pt x="29075" y="39319"/>
                    </a:cubicBezTo>
                    <a:cubicBezTo>
                      <a:pt x="25296" y="36954"/>
                      <a:pt x="22482" y="33295"/>
                      <a:pt x="21399" y="29001"/>
                    </a:cubicBezTo>
                    <a:cubicBezTo>
                      <a:pt x="19959" y="23346"/>
                      <a:pt x="20804" y="18365"/>
                      <a:pt x="20804" y="13027"/>
                    </a:cubicBezTo>
                    <a:lnTo>
                      <a:pt x="3761" y="7742"/>
                    </a:lnTo>
                    <a:cubicBezTo>
                      <a:pt x="3761" y="7742"/>
                      <a:pt x="-1366" y="5813"/>
                      <a:pt x="352" y="0"/>
                    </a:cubicBezTo>
                    <a:close/>
                  </a:path>
                </a:pathLst>
              </a:custGeom>
              <a:solidFill>
                <a:srgbClr val="F4A392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Forme libre : forme 1071">
                <a:extLst>
                  <a:ext uri="{FF2B5EF4-FFF2-40B4-BE49-F238E27FC236}">
                    <a16:creationId xmlns:a16="http://schemas.microsoft.com/office/drawing/2014/main" id="{FF284F27-FB76-69A2-7763-0652138843D3}"/>
                  </a:ext>
                </a:extLst>
              </p:cNvPr>
              <p:cNvSpPr/>
              <p:nvPr/>
            </p:nvSpPr>
            <p:spPr>
              <a:xfrm>
                <a:off x="878872" y="581805"/>
                <a:ext cx="288121" cy="223756"/>
              </a:xfrm>
              <a:custGeom>
                <a:avLst/>
                <a:gdLst>
                  <a:gd name="connsiteX0" fmla="*/ 40 w 288121"/>
                  <a:gd name="connsiteY0" fmla="*/ 46259 h 223756"/>
                  <a:gd name="connsiteX1" fmla="*/ 16727 w 288121"/>
                  <a:gd name="connsiteY1" fmla="*/ 2263 h 223756"/>
                  <a:gd name="connsiteX2" fmla="*/ 102777 w 288121"/>
                  <a:gd name="connsiteY2" fmla="*/ 2752 h 223756"/>
                  <a:gd name="connsiteX3" fmla="*/ 113069 w 288121"/>
                  <a:gd name="connsiteY3" fmla="*/ 717 h 223756"/>
                  <a:gd name="connsiteX4" fmla="*/ 247714 w 288121"/>
                  <a:gd name="connsiteY4" fmla="*/ 14814 h 223756"/>
                  <a:gd name="connsiteX5" fmla="*/ 272222 w 288121"/>
                  <a:gd name="connsiteY5" fmla="*/ 37130 h 223756"/>
                  <a:gd name="connsiteX6" fmla="*/ 245693 w 288121"/>
                  <a:gd name="connsiteY6" fmla="*/ 180825 h 223756"/>
                  <a:gd name="connsiteX7" fmla="*/ 230353 w 288121"/>
                  <a:gd name="connsiteY7" fmla="*/ 151784 h 223756"/>
                  <a:gd name="connsiteX8" fmla="*/ 225452 w 288121"/>
                  <a:gd name="connsiteY8" fmla="*/ 80214 h 223756"/>
                  <a:gd name="connsiteX9" fmla="*/ 204695 w 288121"/>
                  <a:gd name="connsiteY9" fmla="*/ 191275 h 223756"/>
                  <a:gd name="connsiteX10" fmla="*/ 208580 w 288121"/>
                  <a:gd name="connsiteY10" fmla="*/ 213485 h 223756"/>
                  <a:gd name="connsiteX11" fmla="*/ 208910 w 288121"/>
                  <a:gd name="connsiteY11" fmla="*/ 214251 h 223756"/>
                  <a:gd name="connsiteX12" fmla="*/ 207060 w 288121"/>
                  <a:gd name="connsiteY12" fmla="*/ 217845 h 223756"/>
                  <a:gd name="connsiteX13" fmla="*/ 122926 w 288121"/>
                  <a:gd name="connsiteY13" fmla="*/ 222786 h 223756"/>
                  <a:gd name="connsiteX14" fmla="*/ 118830 w 288121"/>
                  <a:gd name="connsiteY14" fmla="*/ 219285 h 223756"/>
                  <a:gd name="connsiteX15" fmla="*/ 105644 w 288121"/>
                  <a:gd name="connsiteY15" fmla="*/ 64320 h 223756"/>
                  <a:gd name="connsiteX16" fmla="*/ 0 w 288121"/>
                  <a:gd name="connsiteY16" fmla="*/ 46259 h 22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88121" h="223756">
                    <a:moveTo>
                      <a:pt x="40" y="46259"/>
                    </a:moveTo>
                    <a:cubicBezTo>
                      <a:pt x="3581" y="22861"/>
                      <a:pt x="11693" y="8948"/>
                      <a:pt x="16727" y="2263"/>
                    </a:cubicBezTo>
                    <a:cubicBezTo>
                      <a:pt x="38474" y="12093"/>
                      <a:pt x="66761" y="15224"/>
                      <a:pt x="102777" y="2752"/>
                    </a:cubicBezTo>
                    <a:cubicBezTo>
                      <a:pt x="106093" y="1602"/>
                      <a:pt x="109555" y="928"/>
                      <a:pt x="113069" y="717"/>
                    </a:cubicBezTo>
                    <a:cubicBezTo>
                      <a:pt x="132240" y="-406"/>
                      <a:pt x="195434" y="-2454"/>
                      <a:pt x="247714" y="14814"/>
                    </a:cubicBezTo>
                    <a:cubicBezTo>
                      <a:pt x="258720" y="18448"/>
                      <a:pt x="267625" y="26586"/>
                      <a:pt x="272222" y="37130"/>
                    </a:cubicBezTo>
                    <a:cubicBezTo>
                      <a:pt x="286373" y="69592"/>
                      <a:pt x="309269" y="143514"/>
                      <a:pt x="245693" y="180825"/>
                    </a:cubicBezTo>
                    <a:cubicBezTo>
                      <a:pt x="240804" y="168696"/>
                      <a:pt x="235176" y="158959"/>
                      <a:pt x="230353" y="151784"/>
                    </a:cubicBezTo>
                    <a:cubicBezTo>
                      <a:pt x="240593" y="134516"/>
                      <a:pt x="243618" y="110933"/>
                      <a:pt x="225452" y="80214"/>
                    </a:cubicBezTo>
                    <a:cubicBezTo>
                      <a:pt x="212200" y="115980"/>
                      <a:pt x="205990" y="168181"/>
                      <a:pt x="204695" y="191275"/>
                    </a:cubicBezTo>
                    <a:cubicBezTo>
                      <a:pt x="204273" y="198886"/>
                      <a:pt x="205607" y="206469"/>
                      <a:pt x="208580" y="213485"/>
                    </a:cubicBezTo>
                    <a:lnTo>
                      <a:pt x="208910" y="214251"/>
                    </a:lnTo>
                    <a:cubicBezTo>
                      <a:pt x="209544" y="215757"/>
                      <a:pt x="208672" y="217475"/>
                      <a:pt x="207060" y="217845"/>
                    </a:cubicBezTo>
                    <a:cubicBezTo>
                      <a:pt x="171269" y="225878"/>
                      <a:pt x="134050" y="223698"/>
                      <a:pt x="122926" y="222786"/>
                    </a:cubicBezTo>
                    <a:cubicBezTo>
                      <a:pt x="120944" y="222628"/>
                      <a:pt x="119292" y="221201"/>
                      <a:pt x="118830" y="219285"/>
                    </a:cubicBezTo>
                    <a:cubicBezTo>
                      <a:pt x="101429" y="145958"/>
                      <a:pt x="101390" y="95937"/>
                      <a:pt x="105644" y="64320"/>
                    </a:cubicBezTo>
                    <a:cubicBezTo>
                      <a:pt x="89367" y="67954"/>
                      <a:pt x="39584" y="75722"/>
                      <a:pt x="0" y="46259"/>
                    </a:cubicBezTo>
                    <a:close/>
                  </a:path>
                </a:pathLst>
              </a:custGeom>
              <a:solidFill>
                <a:srgbClr val="FFD040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Forme libre : forme 1072">
                <a:extLst>
                  <a:ext uri="{FF2B5EF4-FFF2-40B4-BE49-F238E27FC236}">
                    <a16:creationId xmlns:a16="http://schemas.microsoft.com/office/drawing/2014/main" id="{D3552A54-078B-E9A1-2240-A7F3AED0C306}"/>
                  </a:ext>
                </a:extLst>
              </p:cNvPr>
              <p:cNvSpPr/>
              <p:nvPr/>
            </p:nvSpPr>
            <p:spPr>
              <a:xfrm>
                <a:off x="1037173" y="539781"/>
                <a:ext cx="42579" cy="58325"/>
              </a:xfrm>
              <a:custGeom>
                <a:avLst/>
                <a:gdLst>
                  <a:gd name="connsiteX0" fmla="*/ 35627 w 42579"/>
                  <a:gd name="connsiteY0" fmla="*/ 13 h 58325"/>
                  <a:gd name="connsiteX1" fmla="*/ 42431 w 42579"/>
                  <a:gd name="connsiteY1" fmla="*/ 49612 h 58325"/>
                  <a:gd name="connsiteX2" fmla="*/ 40608 w 42579"/>
                  <a:gd name="connsiteY2" fmla="*/ 54038 h 58325"/>
                  <a:gd name="connsiteX3" fmla="*/ 4473 w 42579"/>
                  <a:gd name="connsiteY3" fmla="*/ 53469 h 58325"/>
                  <a:gd name="connsiteX4" fmla="*/ 7 w 42579"/>
                  <a:gd name="connsiteY4" fmla="*/ 45886 h 58325"/>
                  <a:gd name="connsiteX5" fmla="*/ 1566 w 42579"/>
                  <a:gd name="connsiteY5" fmla="*/ 8892 h 58325"/>
                  <a:gd name="connsiteX6" fmla="*/ 35627 w 42579"/>
                  <a:gd name="connsiteY6" fmla="*/ 0 h 58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579" h="58325">
                    <a:moveTo>
                      <a:pt x="35627" y="13"/>
                    </a:moveTo>
                    <a:cubicBezTo>
                      <a:pt x="35627" y="13"/>
                      <a:pt x="39247" y="38289"/>
                      <a:pt x="42431" y="49612"/>
                    </a:cubicBezTo>
                    <a:cubicBezTo>
                      <a:pt x="42920" y="51329"/>
                      <a:pt x="42167" y="53139"/>
                      <a:pt x="40608" y="54038"/>
                    </a:cubicBezTo>
                    <a:cubicBezTo>
                      <a:pt x="35204" y="57129"/>
                      <a:pt x="22217" y="62176"/>
                      <a:pt x="4473" y="53469"/>
                    </a:cubicBezTo>
                    <a:cubicBezTo>
                      <a:pt x="1593" y="52056"/>
                      <a:pt x="-125" y="49057"/>
                      <a:pt x="7" y="45886"/>
                    </a:cubicBezTo>
                    <a:lnTo>
                      <a:pt x="1566" y="8892"/>
                    </a:lnTo>
                    <a:lnTo>
                      <a:pt x="35627" y="0"/>
                    </a:lnTo>
                    <a:close/>
                  </a:path>
                </a:pathLst>
              </a:custGeom>
              <a:solidFill>
                <a:srgbClr val="F4A392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1074" name="Graphique 4366">
                <a:extLst>
                  <a:ext uri="{FF2B5EF4-FFF2-40B4-BE49-F238E27FC236}">
                    <a16:creationId xmlns:a16="http://schemas.microsoft.com/office/drawing/2014/main" id="{C91027BC-C619-AA54-0DA3-CD6DA83B6E3E}"/>
                  </a:ext>
                </a:extLst>
              </p:cNvPr>
              <p:cNvGrpSpPr/>
              <p:nvPr/>
            </p:nvGrpSpPr>
            <p:grpSpPr>
              <a:xfrm>
                <a:off x="1022962" y="461787"/>
                <a:ext cx="82207" cy="95992"/>
                <a:chOff x="1022962" y="461787"/>
                <a:chExt cx="82207" cy="95992"/>
              </a:xfrm>
            </p:grpSpPr>
            <p:sp>
              <p:nvSpPr>
                <p:cNvPr id="1080" name="Forme libre : forme 1079">
                  <a:extLst>
                    <a:ext uri="{FF2B5EF4-FFF2-40B4-BE49-F238E27FC236}">
                      <a16:creationId xmlns:a16="http://schemas.microsoft.com/office/drawing/2014/main" id="{F15441E6-0D0E-F50F-F728-5F1A014672A2}"/>
                    </a:ext>
                  </a:extLst>
                </p:cNvPr>
                <p:cNvSpPr/>
                <p:nvPr/>
              </p:nvSpPr>
              <p:spPr>
                <a:xfrm>
                  <a:off x="1024873" y="490817"/>
                  <a:ext cx="59535" cy="66962"/>
                </a:xfrm>
                <a:custGeom>
                  <a:avLst/>
                  <a:gdLst>
                    <a:gd name="connsiteX0" fmla="*/ 13087 w 59535"/>
                    <a:gd name="connsiteY0" fmla="*/ 13 h 66962"/>
                    <a:gd name="connsiteX1" fmla="*/ 733 w 59535"/>
                    <a:gd name="connsiteY1" fmla="*/ 40574 h 66962"/>
                    <a:gd name="connsiteX2" fmla="*/ 13087 w 59535"/>
                    <a:gd name="connsiteY2" fmla="*/ 66404 h 66962"/>
                    <a:gd name="connsiteX3" fmla="*/ 50200 w 59535"/>
                    <a:gd name="connsiteY3" fmla="*/ 47260 h 66962"/>
                    <a:gd name="connsiteX4" fmla="*/ 59157 w 59535"/>
                    <a:gd name="connsiteY4" fmla="*/ 17057 h 66962"/>
                    <a:gd name="connsiteX5" fmla="*/ 13087 w 59535"/>
                    <a:gd name="connsiteY5" fmla="*/ 0 h 66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535" h="66962">
                      <a:moveTo>
                        <a:pt x="13087" y="13"/>
                      </a:moveTo>
                      <a:cubicBezTo>
                        <a:pt x="13087" y="13"/>
                        <a:pt x="1513" y="26609"/>
                        <a:pt x="733" y="40574"/>
                      </a:cubicBezTo>
                      <a:cubicBezTo>
                        <a:pt x="-46" y="54540"/>
                        <a:pt x="-3058" y="63590"/>
                        <a:pt x="13087" y="66404"/>
                      </a:cubicBezTo>
                      <a:cubicBezTo>
                        <a:pt x="29232" y="69218"/>
                        <a:pt x="42827" y="61172"/>
                        <a:pt x="50200" y="47260"/>
                      </a:cubicBezTo>
                      <a:cubicBezTo>
                        <a:pt x="50200" y="47260"/>
                        <a:pt x="61747" y="25830"/>
                        <a:pt x="59157" y="17057"/>
                      </a:cubicBezTo>
                      <a:cubicBezTo>
                        <a:pt x="56568" y="8284"/>
                        <a:pt x="13087" y="0"/>
                        <a:pt x="13087" y="0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1" name="Forme libre : forme 1080">
                  <a:extLst>
                    <a:ext uri="{FF2B5EF4-FFF2-40B4-BE49-F238E27FC236}">
                      <a16:creationId xmlns:a16="http://schemas.microsoft.com/office/drawing/2014/main" id="{13D2DECF-E9B7-7429-2241-709A874EA3D6}"/>
                    </a:ext>
                  </a:extLst>
                </p:cNvPr>
                <p:cNvSpPr/>
                <p:nvPr/>
              </p:nvSpPr>
              <p:spPr>
                <a:xfrm>
                  <a:off x="1022962" y="461787"/>
                  <a:ext cx="82207" cy="81292"/>
                </a:xfrm>
                <a:custGeom>
                  <a:avLst/>
                  <a:gdLst>
                    <a:gd name="connsiteX0" fmla="*/ 46601 w 82207"/>
                    <a:gd name="connsiteY0" fmla="*/ 66301 h 81292"/>
                    <a:gd name="connsiteX1" fmla="*/ 45676 w 82207"/>
                    <a:gd name="connsiteY1" fmla="*/ 65891 h 81292"/>
                    <a:gd name="connsiteX2" fmla="*/ 44593 w 82207"/>
                    <a:gd name="connsiteY2" fmla="*/ 62852 h 81292"/>
                    <a:gd name="connsiteX3" fmla="*/ 45571 w 82207"/>
                    <a:gd name="connsiteY3" fmla="*/ 46020 h 81292"/>
                    <a:gd name="connsiteX4" fmla="*/ 2605 w 82207"/>
                    <a:gd name="connsiteY4" fmla="*/ 26638 h 81292"/>
                    <a:gd name="connsiteX5" fmla="*/ 9990 w 82207"/>
                    <a:gd name="connsiteY5" fmla="*/ 108 h 81292"/>
                    <a:gd name="connsiteX6" fmla="*/ 11444 w 82207"/>
                    <a:gd name="connsiteY6" fmla="*/ 584 h 81292"/>
                    <a:gd name="connsiteX7" fmla="*/ 12118 w 82207"/>
                    <a:gd name="connsiteY7" fmla="*/ 1852 h 81292"/>
                    <a:gd name="connsiteX8" fmla="*/ 14139 w 82207"/>
                    <a:gd name="connsiteY8" fmla="*/ 1641 h 81292"/>
                    <a:gd name="connsiteX9" fmla="*/ 16121 w 82207"/>
                    <a:gd name="connsiteY9" fmla="*/ 1363 h 81292"/>
                    <a:gd name="connsiteX10" fmla="*/ 37313 w 82207"/>
                    <a:gd name="connsiteY10" fmla="*/ 12091 h 81292"/>
                    <a:gd name="connsiteX11" fmla="*/ 70727 w 82207"/>
                    <a:gd name="connsiteY11" fmla="*/ 37591 h 81292"/>
                    <a:gd name="connsiteX12" fmla="*/ 72418 w 82207"/>
                    <a:gd name="connsiteY12" fmla="*/ 38502 h 81292"/>
                    <a:gd name="connsiteX13" fmla="*/ 79380 w 82207"/>
                    <a:gd name="connsiteY13" fmla="*/ 39837 h 81292"/>
                    <a:gd name="connsiteX14" fmla="*/ 70621 w 82207"/>
                    <a:gd name="connsiteY14" fmla="*/ 66182 h 81292"/>
                    <a:gd name="connsiteX15" fmla="*/ 70674 w 82207"/>
                    <a:gd name="connsiteY15" fmla="*/ 67939 h 81292"/>
                    <a:gd name="connsiteX16" fmla="*/ 67688 w 82207"/>
                    <a:gd name="connsiteY16" fmla="*/ 77214 h 81292"/>
                    <a:gd name="connsiteX17" fmla="*/ 50023 w 82207"/>
                    <a:gd name="connsiteY17" fmla="*/ 81059 h 81292"/>
                    <a:gd name="connsiteX18" fmla="*/ 49138 w 82207"/>
                    <a:gd name="connsiteY18" fmla="*/ 79737 h 81292"/>
                    <a:gd name="connsiteX19" fmla="*/ 51807 w 82207"/>
                    <a:gd name="connsiteY19" fmla="*/ 67648 h 81292"/>
                    <a:gd name="connsiteX20" fmla="*/ 50737 w 82207"/>
                    <a:gd name="connsiteY20" fmla="*/ 66314 h 81292"/>
                    <a:gd name="connsiteX21" fmla="*/ 46588 w 82207"/>
                    <a:gd name="connsiteY21" fmla="*/ 66314 h 81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2207" h="81292">
                      <a:moveTo>
                        <a:pt x="46601" y="66301"/>
                      </a:moveTo>
                      <a:lnTo>
                        <a:pt x="45676" y="65891"/>
                      </a:lnTo>
                      <a:cubicBezTo>
                        <a:pt x="44500" y="65376"/>
                        <a:pt x="44012" y="63989"/>
                        <a:pt x="44593" y="62852"/>
                      </a:cubicBezTo>
                      <a:cubicBezTo>
                        <a:pt x="46865" y="58453"/>
                        <a:pt x="51305" y="48372"/>
                        <a:pt x="45571" y="46020"/>
                      </a:cubicBezTo>
                      <a:cubicBezTo>
                        <a:pt x="38185" y="42995"/>
                        <a:pt x="8920" y="37023"/>
                        <a:pt x="2605" y="26638"/>
                      </a:cubicBezTo>
                      <a:cubicBezTo>
                        <a:pt x="-3460" y="16663"/>
                        <a:pt x="1918" y="3768"/>
                        <a:pt x="9990" y="108"/>
                      </a:cubicBezTo>
                      <a:cubicBezTo>
                        <a:pt x="10532" y="-143"/>
                        <a:pt x="11166" y="55"/>
                        <a:pt x="11444" y="584"/>
                      </a:cubicBezTo>
                      <a:lnTo>
                        <a:pt x="12118" y="1852"/>
                      </a:lnTo>
                      <a:cubicBezTo>
                        <a:pt x="12580" y="2724"/>
                        <a:pt x="13862" y="2592"/>
                        <a:pt x="14139" y="1641"/>
                      </a:cubicBezTo>
                      <a:cubicBezTo>
                        <a:pt x="14403" y="729"/>
                        <a:pt x="15619" y="557"/>
                        <a:pt x="16121" y="1363"/>
                      </a:cubicBezTo>
                      <a:cubicBezTo>
                        <a:pt x="18063" y="4468"/>
                        <a:pt x="23308" y="9502"/>
                        <a:pt x="37313" y="12091"/>
                      </a:cubicBezTo>
                      <a:cubicBezTo>
                        <a:pt x="57224" y="15764"/>
                        <a:pt x="70396" y="23824"/>
                        <a:pt x="70727" y="37591"/>
                      </a:cubicBezTo>
                      <a:cubicBezTo>
                        <a:pt x="70753" y="38463"/>
                        <a:pt x="71678" y="38952"/>
                        <a:pt x="72418" y="38502"/>
                      </a:cubicBezTo>
                      <a:cubicBezTo>
                        <a:pt x="73884" y="37604"/>
                        <a:pt x="76236" y="37181"/>
                        <a:pt x="79380" y="39837"/>
                      </a:cubicBezTo>
                      <a:cubicBezTo>
                        <a:pt x="84850" y="44435"/>
                        <a:pt x="82617" y="56365"/>
                        <a:pt x="70621" y="66182"/>
                      </a:cubicBezTo>
                      <a:cubicBezTo>
                        <a:pt x="70053" y="66644"/>
                        <a:pt x="70053" y="67543"/>
                        <a:pt x="70674" y="67939"/>
                      </a:cubicBezTo>
                      <a:cubicBezTo>
                        <a:pt x="72854" y="69353"/>
                        <a:pt x="76091" y="72722"/>
                        <a:pt x="67688" y="77214"/>
                      </a:cubicBezTo>
                      <a:cubicBezTo>
                        <a:pt x="59007" y="81851"/>
                        <a:pt x="52520" y="81481"/>
                        <a:pt x="50023" y="81059"/>
                      </a:cubicBezTo>
                      <a:cubicBezTo>
                        <a:pt x="49402" y="80953"/>
                        <a:pt x="49006" y="80358"/>
                        <a:pt x="49138" y="79737"/>
                      </a:cubicBezTo>
                      <a:lnTo>
                        <a:pt x="51807" y="67648"/>
                      </a:lnTo>
                      <a:cubicBezTo>
                        <a:pt x="51952" y="66961"/>
                        <a:pt x="51437" y="66314"/>
                        <a:pt x="50737" y="66314"/>
                      </a:cubicBezTo>
                      <a:lnTo>
                        <a:pt x="46588" y="66314"/>
                      </a:lnTo>
                      <a:close/>
                    </a:path>
                  </a:pathLst>
                </a:custGeom>
                <a:solidFill>
                  <a:srgbClr val="82471F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" name="Forme libre : forme 1081">
                  <a:extLst>
                    <a:ext uri="{FF2B5EF4-FFF2-40B4-BE49-F238E27FC236}">
                      <a16:creationId xmlns:a16="http://schemas.microsoft.com/office/drawing/2014/main" id="{3D2A1B14-268A-D84F-736E-C255A788CF63}"/>
                    </a:ext>
                  </a:extLst>
                </p:cNvPr>
                <p:cNvSpPr/>
                <p:nvPr/>
              </p:nvSpPr>
              <p:spPr>
                <a:xfrm>
                  <a:off x="1069061" y="517572"/>
                  <a:ext cx="14550" cy="20517"/>
                </a:xfrm>
                <a:custGeom>
                  <a:avLst/>
                  <a:gdLst>
                    <a:gd name="connsiteX0" fmla="*/ 0 w 14550"/>
                    <a:gd name="connsiteY0" fmla="*/ 13066 h 20517"/>
                    <a:gd name="connsiteX1" fmla="*/ 12036 w 14550"/>
                    <a:gd name="connsiteY1" fmla="*/ 844 h 20517"/>
                    <a:gd name="connsiteX2" fmla="*/ 1955 w 14550"/>
                    <a:gd name="connsiteY2" fmla="*/ 20517 h 20517"/>
                    <a:gd name="connsiteX3" fmla="*/ 0 w 14550"/>
                    <a:gd name="connsiteY3" fmla="*/ 13066 h 205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550" h="20517">
                      <a:moveTo>
                        <a:pt x="0" y="13066"/>
                      </a:moveTo>
                      <a:cubicBezTo>
                        <a:pt x="0" y="13066"/>
                        <a:pt x="4413" y="-3925"/>
                        <a:pt x="12036" y="844"/>
                      </a:cubicBezTo>
                      <a:cubicBezTo>
                        <a:pt x="19660" y="5614"/>
                        <a:pt x="8086" y="19883"/>
                        <a:pt x="1955" y="20517"/>
                      </a:cubicBezTo>
                      <a:lnTo>
                        <a:pt x="0" y="13066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5" name="Forme libre : forme 1074">
                <a:extLst>
                  <a:ext uri="{FF2B5EF4-FFF2-40B4-BE49-F238E27FC236}">
                    <a16:creationId xmlns:a16="http://schemas.microsoft.com/office/drawing/2014/main" id="{363CA7D0-0442-7079-0278-E5C236EF6360}"/>
                  </a:ext>
                </a:extLst>
              </p:cNvPr>
              <p:cNvSpPr/>
              <p:nvPr/>
            </p:nvSpPr>
            <p:spPr>
              <a:xfrm>
                <a:off x="1018432" y="733603"/>
                <a:ext cx="106146" cy="48052"/>
              </a:xfrm>
              <a:custGeom>
                <a:avLst/>
                <a:gdLst>
                  <a:gd name="connsiteX0" fmla="*/ 51184 w 106146"/>
                  <a:gd name="connsiteY0" fmla="*/ 47418 h 48052"/>
                  <a:gd name="connsiteX1" fmla="*/ 0 w 106146"/>
                  <a:gd name="connsiteY1" fmla="*/ 48052 h 48052"/>
                  <a:gd name="connsiteX2" fmla="*/ 17916 w 106146"/>
                  <a:gd name="connsiteY2" fmla="*/ 31194 h 48052"/>
                  <a:gd name="connsiteX3" fmla="*/ 34299 w 106146"/>
                  <a:gd name="connsiteY3" fmla="*/ 29661 h 48052"/>
                  <a:gd name="connsiteX4" fmla="*/ 43402 w 106146"/>
                  <a:gd name="connsiteY4" fmla="*/ 37773 h 48052"/>
                  <a:gd name="connsiteX5" fmla="*/ 90807 w 106146"/>
                  <a:gd name="connsiteY5" fmla="*/ 0 h 48052"/>
                  <a:gd name="connsiteX6" fmla="*/ 106146 w 106146"/>
                  <a:gd name="connsiteY6" fmla="*/ 29040 h 48052"/>
                  <a:gd name="connsiteX7" fmla="*/ 51184 w 106146"/>
                  <a:gd name="connsiteY7" fmla="*/ 47432 h 4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146" h="48052">
                    <a:moveTo>
                      <a:pt x="51184" y="47418"/>
                    </a:moveTo>
                    <a:lnTo>
                      <a:pt x="0" y="48052"/>
                    </a:lnTo>
                    <a:lnTo>
                      <a:pt x="17916" y="31194"/>
                    </a:lnTo>
                    <a:cubicBezTo>
                      <a:pt x="22368" y="27006"/>
                      <a:pt x="29159" y="26319"/>
                      <a:pt x="34299" y="29661"/>
                    </a:cubicBezTo>
                    <a:cubicBezTo>
                      <a:pt x="37311" y="31617"/>
                      <a:pt x="40574" y="34259"/>
                      <a:pt x="43402" y="37773"/>
                    </a:cubicBezTo>
                    <a:cubicBezTo>
                      <a:pt x="43402" y="37773"/>
                      <a:pt x="75336" y="26107"/>
                      <a:pt x="90807" y="0"/>
                    </a:cubicBezTo>
                    <a:cubicBezTo>
                      <a:pt x="95629" y="7161"/>
                      <a:pt x="101271" y="16912"/>
                      <a:pt x="106146" y="29040"/>
                    </a:cubicBezTo>
                    <a:cubicBezTo>
                      <a:pt x="92273" y="37192"/>
                      <a:pt x="74278" y="43587"/>
                      <a:pt x="51184" y="47432"/>
                    </a:cubicBezTo>
                    <a:close/>
                  </a:path>
                </a:pathLst>
              </a:custGeom>
              <a:solidFill>
                <a:srgbClr val="F4A392"/>
              </a:solidFill>
              <a:ln w="13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1076" name="Graphique 4366">
                <a:extLst>
                  <a:ext uri="{FF2B5EF4-FFF2-40B4-BE49-F238E27FC236}">
                    <a16:creationId xmlns:a16="http://schemas.microsoft.com/office/drawing/2014/main" id="{8A6DE1B1-13E7-2314-73AB-4F668428958B}"/>
                  </a:ext>
                </a:extLst>
              </p:cNvPr>
              <p:cNvGrpSpPr/>
              <p:nvPr/>
            </p:nvGrpSpPr>
            <p:grpSpPr>
              <a:xfrm>
                <a:off x="808432" y="670898"/>
                <a:ext cx="261196" cy="116715"/>
                <a:chOff x="808432" y="670898"/>
                <a:chExt cx="261196" cy="116715"/>
              </a:xfrm>
            </p:grpSpPr>
            <p:sp>
              <p:nvSpPr>
                <p:cNvPr id="1077" name="Forme libre : forme 1076">
                  <a:extLst>
                    <a:ext uri="{FF2B5EF4-FFF2-40B4-BE49-F238E27FC236}">
                      <a16:creationId xmlns:a16="http://schemas.microsoft.com/office/drawing/2014/main" id="{D9C42CB3-B3A4-AAA5-73C2-6DE9C4457BC1}"/>
                    </a:ext>
                  </a:extLst>
                </p:cNvPr>
                <p:cNvSpPr/>
                <p:nvPr/>
              </p:nvSpPr>
              <p:spPr>
                <a:xfrm>
                  <a:off x="928061" y="775960"/>
                  <a:ext cx="141567" cy="11653"/>
                </a:xfrm>
                <a:custGeom>
                  <a:avLst/>
                  <a:gdLst>
                    <a:gd name="connsiteX0" fmla="*/ 136045 w 141567"/>
                    <a:gd name="connsiteY0" fmla="*/ 11654 h 11653"/>
                    <a:gd name="connsiteX1" fmla="*/ 135741 w 141567"/>
                    <a:gd name="connsiteY1" fmla="*/ 11654 h 11653"/>
                    <a:gd name="connsiteX2" fmla="*/ 5813 w 141567"/>
                    <a:gd name="connsiteY2" fmla="*/ 11509 h 11653"/>
                    <a:gd name="connsiteX3" fmla="*/ 0 w 141567"/>
                    <a:gd name="connsiteY3" fmla="*/ 5748 h 11653"/>
                    <a:gd name="connsiteX4" fmla="*/ 5827 w 141567"/>
                    <a:gd name="connsiteY4" fmla="*/ 1 h 11653"/>
                    <a:gd name="connsiteX5" fmla="*/ 135755 w 141567"/>
                    <a:gd name="connsiteY5" fmla="*/ 146 h 11653"/>
                    <a:gd name="connsiteX6" fmla="*/ 141568 w 141567"/>
                    <a:gd name="connsiteY6" fmla="*/ 5907 h 11653"/>
                    <a:gd name="connsiteX7" fmla="*/ 136045 w 141567"/>
                    <a:gd name="connsiteY7" fmla="*/ 11654 h 11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1567" h="11653">
                      <a:moveTo>
                        <a:pt x="136045" y="11654"/>
                      </a:moveTo>
                      <a:cubicBezTo>
                        <a:pt x="135940" y="11654"/>
                        <a:pt x="135847" y="11654"/>
                        <a:pt x="135741" y="11654"/>
                      </a:cubicBezTo>
                      <a:lnTo>
                        <a:pt x="5813" y="11509"/>
                      </a:lnTo>
                      <a:cubicBezTo>
                        <a:pt x="2603" y="11509"/>
                        <a:pt x="0" y="8932"/>
                        <a:pt x="0" y="5748"/>
                      </a:cubicBezTo>
                      <a:cubicBezTo>
                        <a:pt x="0" y="2564"/>
                        <a:pt x="2616" y="-52"/>
                        <a:pt x="5827" y="1"/>
                      </a:cubicBezTo>
                      <a:lnTo>
                        <a:pt x="135755" y="146"/>
                      </a:lnTo>
                      <a:cubicBezTo>
                        <a:pt x="138965" y="146"/>
                        <a:pt x="141568" y="2722"/>
                        <a:pt x="141568" y="5907"/>
                      </a:cubicBezTo>
                      <a:cubicBezTo>
                        <a:pt x="141568" y="8985"/>
                        <a:pt x="139124" y="11495"/>
                        <a:pt x="136045" y="11654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8" name="Forme libre : forme 1077">
                  <a:extLst>
                    <a:ext uri="{FF2B5EF4-FFF2-40B4-BE49-F238E27FC236}">
                      <a16:creationId xmlns:a16="http://schemas.microsoft.com/office/drawing/2014/main" id="{FA5AB1D3-6B34-68B2-920B-17CEA780FD99}"/>
                    </a:ext>
                  </a:extLst>
                </p:cNvPr>
                <p:cNvSpPr/>
                <p:nvPr/>
              </p:nvSpPr>
              <p:spPr>
                <a:xfrm>
                  <a:off x="808432" y="670898"/>
                  <a:ext cx="185531" cy="116649"/>
                </a:xfrm>
                <a:custGeom>
                  <a:avLst/>
                  <a:gdLst>
                    <a:gd name="connsiteX0" fmla="*/ 8648 w 185531"/>
                    <a:gd name="connsiteY0" fmla="*/ 0 h 116649"/>
                    <a:gd name="connsiteX1" fmla="*/ 116855 w 185531"/>
                    <a:gd name="connsiteY1" fmla="*/ 0 h 116649"/>
                    <a:gd name="connsiteX2" fmla="*/ 135510 w 185531"/>
                    <a:gd name="connsiteY2" fmla="*/ 11706 h 116649"/>
                    <a:gd name="connsiteX3" fmla="*/ 185531 w 185531"/>
                    <a:gd name="connsiteY3" fmla="*/ 116650 h 116649"/>
                    <a:gd name="connsiteX4" fmla="*/ 51059 w 185531"/>
                    <a:gd name="connsiteY4" fmla="*/ 116650 h 116649"/>
                    <a:gd name="connsiteX5" fmla="*/ 39405 w 185531"/>
                    <a:gd name="connsiteY5" fmla="*/ 108802 h 116649"/>
                    <a:gd name="connsiteX6" fmla="*/ 615 w 185531"/>
                    <a:gd name="connsiteY6" fmla="*/ 11693 h 116649"/>
                    <a:gd name="connsiteX7" fmla="*/ 8648 w 185531"/>
                    <a:gd name="connsiteY7" fmla="*/ 0 h 1166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531" h="116649">
                      <a:moveTo>
                        <a:pt x="8648" y="0"/>
                      </a:moveTo>
                      <a:lnTo>
                        <a:pt x="116855" y="0"/>
                      </a:lnTo>
                      <a:cubicBezTo>
                        <a:pt x="124835" y="0"/>
                        <a:pt x="132102" y="4558"/>
                        <a:pt x="135510" y="11706"/>
                      </a:cubicBezTo>
                      <a:lnTo>
                        <a:pt x="185531" y="116650"/>
                      </a:lnTo>
                      <a:lnTo>
                        <a:pt x="51059" y="116650"/>
                      </a:lnTo>
                      <a:cubicBezTo>
                        <a:pt x="45919" y="116650"/>
                        <a:pt x="41295" y="113545"/>
                        <a:pt x="39405" y="108802"/>
                      </a:cubicBezTo>
                      <a:lnTo>
                        <a:pt x="615" y="11693"/>
                      </a:lnTo>
                      <a:cubicBezTo>
                        <a:pt x="-1631" y="6078"/>
                        <a:pt x="2557" y="0"/>
                        <a:pt x="8648" y="0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9" name="Forme libre : forme 1078">
                  <a:extLst>
                    <a:ext uri="{FF2B5EF4-FFF2-40B4-BE49-F238E27FC236}">
                      <a16:creationId xmlns:a16="http://schemas.microsoft.com/office/drawing/2014/main" id="{95A568C3-1800-4A53-2572-1C604E1EB550}"/>
                    </a:ext>
                  </a:extLst>
                </p:cNvPr>
                <p:cNvSpPr/>
                <p:nvPr/>
              </p:nvSpPr>
              <p:spPr>
                <a:xfrm rot="-1094400">
                  <a:off x="876660" y="713610"/>
                  <a:ext cx="17043" cy="27454"/>
                </a:xfrm>
                <a:custGeom>
                  <a:avLst/>
                  <a:gdLst>
                    <a:gd name="connsiteX0" fmla="*/ 17044 w 17043"/>
                    <a:gd name="connsiteY0" fmla="*/ 13727 h 27454"/>
                    <a:gd name="connsiteX1" fmla="*/ 8522 w 17043"/>
                    <a:gd name="connsiteY1" fmla="*/ 27455 h 27454"/>
                    <a:gd name="connsiteX2" fmla="*/ 0 w 17043"/>
                    <a:gd name="connsiteY2" fmla="*/ 13727 h 27454"/>
                    <a:gd name="connsiteX3" fmla="*/ 8522 w 17043"/>
                    <a:gd name="connsiteY3" fmla="*/ 0 h 27454"/>
                    <a:gd name="connsiteX4" fmla="*/ 17044 w 17043"/>
                    <a:gd name="connsiteY4" fmla="*/ 13727 h 27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043" h="27454">
                      <a:moveTo>
                        <a:pt x="17044" y="13727"/>
                      </a:moveTo>
                      <a:cubicBezTo>
                        <a:pt x="17044" y="21309"/>
                        <a:pt x="13228" y="27455"/>
                        <a:pt x="8522" y="27455"/>
                      </a:cubicBezTo>
                      <a:cubicBezTo>
                        <a:pt x="3815" y="27455"/>
                        <a:pt x="0" y="21309"/>
                        <a:pt x="0" y="13727"/>
                      </a:cubicBezTo>
                      <a:cubicBezTo>
                        <a:pt x="0" y="6146"/>
                        <a:pt x="3815" y="0"/>
                        <a:pt x="8522" y="0"/>
                      </a:cubicBezTo>
                      <a:cubicBezTo>
                        <a:pt x="13228" y="0"/>
                        <a:pt x="17044" y="6146"/>
                        <a:pt x="17044" y="13727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182" name="Graphique 1982">
            <a:extLst>
              <a:ext uri="{FF2B5EF4-FFF2-40B4-BE49-F238E27FC236}">
                <a16:creationId xmlns:a16="http://schemas.microsoft.com/office/drawing/2014/main" id="{A0282A88-CA77-D46A-CA18-E2CB438A18DC}"/>
              </a:ext>
            </a:extLst>
          </p:cNvPr>
          <p:cNvGrpSpPr/>
          <p:nvPr/>
        </p:nvGrpSpPr>
        <p:grpSpPr>
          <a:xfrm>
            <a:off x="10174380" y="1960674"/>
            <a:ext cx="1029707" cy="721385"/>
            <a:chOff x="0" y="0"/>
            <a:chExt cx="1895835" cy="1177107"/>
          </a:xfrm>
        </p:grpSpPr>
        <p:grpSp>
          <p:nvGrpSpPr>
            <p:cNvPr id="1183" name="Graphique 1982">
              <a:extLst>
                <a:ext uri="{FF2B5EF4-FFF2-40B4-BE49-F238E27FC236}">
                  <a16:creationId xmlns:a16="http://schemas.microsoft.com/office/drawing/2014/main" id="{C198F53A-A9A3-E026-6A24-B2E71D223454}"/>
                </a:ext>
              </a:extLst>
            </p:cNvPr>
            <p:cNvGrpSpPr/>
            <p:nvPr/>
          </p:nvGrpSpPr>
          <p:grpSpPr>
            <a:xfrm>
              <a:off x="1564246" y="580500"/>
              <a:ext cx="331589" cy="331334"/>
              <a:chOff x="1564246" y="580500"/>
              <a:chExt cx="331589" cy="331334"/>
            </a:xfrm>
          </p:grpSpPr>
          <p:grpSp>
            <p:nvGrpSpPr>
              <p:cNvPr id="1367" name="Graphique 1982">
                <a:extLst>
                  <a:ext uri="{FF2B5EF4-FFF2-40B4-BE49-F238E27FC236}">
                    <a16:creationId xmlns:a16="http://schemas.microsoft.com/office/drawing/2014/main" id="{5E8077AF-A5C0-6D29-1BCD-C880F11CDFF1}"/>
                  </a:ext>
                </a:extLst>
              </p:cNvPr>
              <p:cNvGrpSpPr/>
              <p:nvPr/>
            </p:nvGrpSpPr>
            <p:grpSpPr>
              <a:xfrm>
                <a:off x="1597456" y="580500"/>
                <a:ext cx="298379" cy="161901"/>
                <a:chOff x="1597456" y="580500"/>
                <a:chExt cx="298379" cy="161901"/>
              </a:xfrm>
              <a:solidFill>
                <a:srgbClr val="B1ABE5"/>
              </a:solidFill>
            </p:grpSpPr>
            <p:sp>
              <p:nvSpPr>
                <p:cNvPr id="1376" name="Forme libre : forme 1375">
                  <a:extLst>
                    <a:ext uri="{FF2B5EF4-FFF2-40B4-BE49-F238E27FC236}">
                      <a16:creationId xmlns:a16="http://schemas.microsoft.com/office/drawing/2014/main" id="{8ACE7E93-4F90-9011-3A56-47F0F3461C30}"/>
                    </a:ext>
                  </a:extLst>
                </p:cNvPr>
                <p:cNvSpPr/>
                <p:nvPr/>
              </p:nvSpPr>
              <p:spPr>
                <a:xfrm>
                  <a:off x="1597456" y="640450"/>
                  <a:ext cx="6980" cy="8040"/>
                </a:xfrm>
                <a:custGeom>
                  <a:avLst/>
                  <a:gdLst>
                    <a:gd name="connsiteX0" fmla="*/ 1556 w 6980"/>
                    <a:gd name="connsiteY0" fmla="*/ 8041 h 8040"/>
                    <a:gd name="connsiteX1" fmla="*/ 618 w 6980"/>
                    <a:gd name="connsiteY1" fmla="*/ 7724 h 8040"/>
                    <a:gd name="connsiteX2" fmla="*/ 314 w 6980"/>
                    <a:gd name="connsiteY2" fmla="*/ 5530 h 8040"/>
                    <a:gd name="connsiteX3" fmla="*/ 4211 w 6980"/>
                    <a:gd name="connsiteY3" fmla="*/ 576 h 8040"/>
                    <a:gd name="connsiteX4" fmla="*/ 6404 w 6980"/>
                    <a:gd name="connsiteY4" fmla="*/ 351 h 8040"/>
                    <a:gd name="connsiteX5" fmla="*/ 6629 w 6980"/>
                    <a:gd name="connsiteY5" fmla="*/ 2544 h 8040"/>
                    <a:gd name="connsiteX6" fmla="*/ 2798 w 6980"/>
                    <a:gd name="connsiteY6" fmla="*/ 7407 h 8040"/>
                    <a:gd name="connsiteX7" fmla="*/ 1542 w 6980"/>
                    <a:gd name="connsiteY7" fmla="*/ 8027 h 80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980" h="8040">
                      <a:moveTo>
                        <a:pt x="1556" y="8041"/>
                      </a:moveTo>
                      <a:cubicBezTo>
                        <a:pt x="1225" y="8041"/>
                        <a:pt x="895" y="7935"/>
                        <a:pt x="618" y="7724"/>
                      </a:cubicBezTo>
                      <a:cubicBezTo>
                        <a:pt x="-69" y="7208"/>
                        <a:pt x="-202" y="6217"/>
                        <a:pt x="314" y="5530"/>
                      </a:cubicBezTo>
                      <a:cubicBezTo>
                        <a:pt x="1582" y="3852"/>
                        <a:pt x="2890" y="2188"/>
                        <a:pt x="4211" y="576"/>
                      </a:cubicBezTo>
                      <a:cubicBezTo>
                        <a:pt x="4753" y="-98"/>
                        <a:pt x="5744" y="-190"/>
                        <a:pt x="6404" y="351"/>
                      </a:cubicBezTo>
                      <a:cubicBezTo>
                        <a:pt x="7078" y="893"/>
                        <a:pt x="7171" y="1884"/>
                        <a:pt x="6629" y="2544"/>
                      </a:cubicBezTo>
                      <a:cubicBezTo>
                        <a:pt x="5334" y="4130"/>
                        <a:pt x="4040" y="5768"/>
                        <a:pt x="2798" y="7407"/>
                      </a:cubicBezTo>
                      <a:cubicBezTo>
                        <a:pt x="2494" y="7816"/>
                        <a:pt x="2018" y="8027"/>
                        <a:pt x="1542" y="8027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7" name="Forme libre : forme 1376">
                  <a:extLst>
                    <a:ext uri="{FF2B5EF4-FFF2-40B4-BE49-F238E27FC236}">
                      <a16:creationId xmlns:a16="http://schemas.microsoft.com/office/drawing/2014/main" id="{3AF8F0D2-2383-5007-9849-DA71C2A540BC}"/>
                    </a:ext>
                  </a:extLst>
                </p:cNvPr>
                <p:cNvSpPr/>
                <p:nvPr/>
              </p:nvSpPr>
              <p:spPr>
                <a:xfrm>
                  <a:off x="1615521" y="580500"/>
                  <a:ext cx="277240" cy="134909"/>
                </a:xfrm>
                <a:custGeom>
                  <a:avLst/>
                  <a:gdLst>
                    <a:gd name="connsiteX0" fmla="*/ 275663 w 277240"/>
                    <a:gd name="connsiteY0" fmla="*/ 134909 h 134909"/>
                    <a:gd name="connsiteX1" fmla="*/ 274131 w 277240"/>
                    <a:gd name="connsiteY1" fmla="*/ 133654 h 134909"/>
                    <a:gd name="connsiteX2" fmla="*/ 271158 w 277240"/>
                    <a:gd name="connsiteY2" fmla="*/ 121274 h 134909"/>
                    <a:gd name="connsiteX3" fmla="*/ 272241 w 277240"/>
                    <a:gd name="connsiteY3" fmla="*/ 119345 h 134909"/>
                    <a:gd name="connsiteX4" fmla="*/ 274170 w 277240"/>
                    <a:gd name="connsiteY4" fmla="*/ 120429 h 134909"/>
                    <a:gd name="connsiteX5" fmla="*/ 277209 w 277240"/>
                    <a:gd name="connsiteY5" fmla="*/ 133046 h 134909"/>
                    <a:gd name="connsiteX6" fmla="*/ 275980 w 277240"/>
                    <a:gd name="connsiteY6" fmla="*/ 134883 h 134909"/>
                    <a:gd name="connsiteX7" fmla="*/ 275677 w 277240"/>
                    <a:gd name="connsiteY7" fmla="*/ 134909 h 134909"/>
                    <a:gd name="connsiteX8" fmla="*/ 265701 w 277240"/>
                    <a:gd name="connsiteY8" fmla="*/ 102738 h 134909"/>
                    <a:gd name="connsiteX9" fmla="*/ 264261 w 277240"/>
                    <a:gd name="connsiteY9" fmla="*/ 101786 h 134909"/>
                    <a:gd name="connsiteX10" fmla="*/ 258805 w 277240"/>
                    <a:gd name="connsiteY10" fmla="*/ 90279 h 134909"/>
                    <a:gd name="connsiteX11" fmla="*/ 259465 w 277240"/>
                    <a:gd name="connsiteY11" fmla="*/ 88165 h 134909"/>
                    <a:gd name="connsiteX12" fmla="*/ 261579 w 277240"/>
                    <a:gd name="connsiteY12" fmla="*/ 88825 h 134909"/>
                    <a:gd name="connsiteX13" fmla="*/ 267141 w 277240"/>
                    <a:gd name="connsiteY13" fmla="*/ 100544 h 134909"/>
                    <a:gd name="connsiteX14" fmla="*/ 266322 w 277240"/>
                    <a:gd name="connsiteY14" fmla="*/ 102592 h 134909"/>
                    <a:gd name="connsiteX15" fmla="*/ 265715 w 277240"/>
                    <a:gd name="connsiteY15" fmla="*/ 102711 h 134909"/>
                    <a:gd name="connsiteX16" fmla="*/ 249384 w 277240"/>
                    <a:gd name="connsiteY16" fmla="*/ 73275 h 134909"/>
                    <a:gd name="connsiteX17" fmla="*/ 248103 w 277240"/>
                    <a:gd name="connsiteY17" fmla="*/ 72601 h 134909"/>
                    <a:gd name="connsiteX18" fmla="*/ 240440 w 277240"/>
                    <a:gd name="connsiteY18" fmla="*/ 62441 h 134909"/>
                    <a:gd name="connsiteX19" fmla="*/ 240664 w 277240"/>
                    <a:gd name="connsiteY19" fmla="*/ 60247 h 134909"/>
                    <a:gd name="connsiteX20" fmla="*/ 242857 w 277240"/>
                    <a:gd name="connsiteY20" fmla="*/ 60472 h 134909"/>
                    <a:gd name="connsiteX21" fmla="*/ 250666 w 277240"/>
                    <a:gd name="connsiteY21" fmla="*/ 70830 h 134909"/>
                    <a:gd name="connsiteX22" fmla="*/ 250269 w 277240"/>
                    <a:gd name="connsiteY22" fmla="*/ 73010 h 134909"/>
                    <a:gd name="connsiteX23" fmla="*/ 249384 w 277240"/>
                    <a:gd name="connsiteY23" fmla="*/ 73288 h 134909"/>
                    <a:gd name="connsiteX24" fmla="*/ 1565 w 277240"/>
                    <a:gd name="connsiteY24" fmla="*/ 47815 h 134909"/>
                    <a:gd name="connsiteX25" fmla="*/ 428 w 277240"/>
                    <a:gd name="connsiteY25" fmla="*/ 47326 h 134909"/>
                    <a:gd name="connsiteX26" fmla="*/ 494 w 277240"/>
                    <a:gd name="connsiteY26" fmla="*/ 45120 h 134909"/>
                    <a:gd name="connsiteX27" fmla="*/ 10258 w 277240"/>
                    <a:gd name="connsiteY27" fmla="*/ 36585 h 134909"/>
                    <a:gd name="connsiteX28" fmla="*/ 12451 w 277240"/>
                    <a:gd name="connsiteY28" fmla="*/ 36822 h 134909"/>
                    <a:gd name="connsiteX29" fmla="*/ 12214 w 277240"/>
                    <a:gd name="connsiteY29" fmla="*/ 39016 h 134909"/>
                    <a:gd name="connsiteX30" fmla="*/ 2635 w 277240"/>
                    <a:gd name="connsiteY30" fmla="*/ 47392 h 134909"/>
                    <a:gd name="connsiteX31" fmla="*/ 1565 w 277240"/>
                    <a:gd name="connsiteY31" fmla="*/ 47815 h 134909"/>
                    <a:gd name="connsiteX32" fmla="*/ 227439 w 277240"/>
                    <a:gd name="connsiteY32" fmla="*/ 47722 h 134909"/>
                    <a:gd name="connsiteX33" fmla="*/ 226369 w 277240"/>
                    <a:gd name="connsiteY33" fmla="*/ 47300 h 134909"/>
                    <a:gd name="connsiteX34" fmla="*/ 216803 w 277240"/>
                    <a:gd name="connsiteY34" fmla="*/ 38923 h 134909"/>
                    <a:gd name="connsiteX35" fmla="*/ 216565 w 277240"/>
                    <a:gd name="connsiteY35" fmla="*/ 36730 h 134909"/>
                    <a:gd name="connsiteX36" fmla="*/ 218759 w 277240"/>
                    <a:gd name="connsiteY36" fmla="*/ 36492 h 134909"/>
                    <a:gd name="connsiteX37" fmla="*/ 228509 w 277240"/>
                    <a:gd name="connsiteY37" fmla="*/ 45027 h 134909"/>
                    <a:gd name="connsiteX38" fmla="*/ 228575 w 277240"/>
                    <a:gd name="connsiteY38" fmla="*/ 47234 h 134909"/>
                    <a:gd name="connsiteX39" fmla="*/ 227439 w 277240"/>
                    <a:gd name="connsiteY39" fmla="*/ 47722 h 134909"/>
                    <a:gd name="connsiteX40" fmla="*/ 28280 w 277240"/>
                    <a:gd name="connsiteY40" fmla="*/ 27296 h 134909"/>
                    <a:gd name="connsiteX41" fmla="*/ 26945 w 277240"/>
                    <a:gd name="connsiteY41" fmla="*/ 26557 h 134909"/>
                    <a:gd name="connsiteX42" fmla="*/ 27460 w 277240"/>
                    <a:gd name="connsiteY42" fmla="*/ 24403 h 134909"/>
                    <a:gd name="connsiteX43" fmla="*/ 38757 w 277240"/>
                    <a:gd name="connsiteY43" fmla="*/ 18022 h 134909"/>
                    <a:gd name="connsiteX44" fmla="*/ 40857 w 277240"/>
                    <a:gd name="connsiteY44" fmla="*/ 18695 h 134909"/>
                    <a:gd name="connsiteX45" fmla="*/ 40184 w 277240"/>
                    <a:gd name="connsiteY45" fmla="*/ 20796 h 134909"/>
                    <a:gd name="connsiteX46" fmla="*/ 29099 w 277240"/>
                    <a:gd name="connsiteY46" fmla="*/ 27059 h 134909"/>
                    <a:gd name="connsiteX47" fmla="*/ 28280 w 277240"/>
                    <a:gd name="connsiteY47" fmla="*/ 27296 h 134909"/>
                    <a:gd name="connsiteX48" fmla="*/ 200737 w 277240"/>
                    <a:gd name="connsiteY48" fmla="*/ 27217 h 134909"/>
                    <a:gd name="connsiteX49" fmla="*/ 199918 w 277240"/>
                    <a:gd name="connsiteY49" fmla="*/ 26979 h 134909"/>
                    <a:gd name="connsiteX50" fmla="*/ 188833 w 277240"/>
                    <a:gd name="connsiteY50" fmla="*/ 20743 h 134909"/>
                    <a:gd name="connsiteX51" fmla="*/ 188159 w 277240"/>
                    <a:gd name="connsiteY51" fmla="*/ 18642 h 134909"/>
                    <a:gd name="connsiteX52" fmla="*/ 190260 w 277240"/>
                    <a:gd name="connsiteY52" fmla="*/ 17969 h 134909"/>
                    <a:gd name="connsiteX53" fmla="*/ 201556 w 277240"/>
                    <a:gd name="connsiteY53" fmla="*/ 24324 h 134909"/>
                    <a:gd name="connsiteX54" fmla="*/ 202072 w 277240"/>
                    <a:gd name="connsiteY54" fmla="*/ 26477 h 134909"/>
                    <a:gd name="connsiteX55" fmla="*/ 200737 w 277240"/>
                    <a:gd name="connsiteY55" fmla="*/ 27217 h 134909"/>
                    <a:gd name="connsiteX56" fmla="*/ 58601 w 277240"/>
                    <a:gd name="connsiteY56" fmla="*/ 12605 h 134909"/>
                    <a:gd name="connsiteX57" fmla="*/ 57135 w 277240"/>
                    <a:gd name="connsiteY57" fmla="*/ 11574 h 134909"/>
                    <a:gd name="connsiteX58" fmla="*/ 58073 w 277240"/>
                    <a:gd name="connsiteY58" fmla="*/ 9566 h 134909"/>
                    <a:gd name="connsiteX59" fmla="*/ 70439 w 277240"/>
                    <a:gd name="connsiteY59" fmla="*/ 5615 h 134909"/>
                    <a:gd name="connsiteX60" fmla="*/ 72368 w 277240"/>
                    <a:gd name="connsiteY60" fmla="*/ 6712 h 134909"/>
                    <a:gd name="connsiteX61" fmla="*/ 71272 w 277240"/>
                    <a:gd name="connsiteY61" fmla="*/ 8641 h 134909"/>
                    <a:gd name="connsiteX62" fmla="*/ 59143 w 277240"/>
                    <a:gd name="connsiteY62" fmla="*/ 12512 h 134909"/>
                    <a:gd name="connsiteX63" fmla="*/ 58615 w 277240"/>
                    <a:gd name="connsiteY63" fmla="*/ 12605 h 134909"/>
                    <a:gd name="connsiteX64" fmla="*/ 170402 w 277240"/>
                    <a:gd name="connsiteY64" fmla="*/ 12605 h 134909"/>
                    <a:gd name="connsiteX65" fmla="*/ 169874 w 277240"/>
                    <a:gd name="connsiteY65" fmla="*/ 12512 h 134909"/>
                    <a:gd name="connsiteX66" fmla="*/ 157745 w 277240"/>
                    <a:gd name="connsiteY66" fmla="*/ 8667 h 134909"/>
                    <a:gd name="connsiteX67" fmla="*/ 156648 w 277240"/>
                    <a:gd name="connsiteY67" fmla="*/ 6752 h 134909"/>
                    <a:gd name="connsiteX68" fmla="*/ 158564 w 277240"/>
                    <a:gd name="connsiteY68" fmla="*/ 5655 h 134909"/>
                    <a:gd name="connsiteX69" fmla="*/ 170931 w 277240"/>
                    <a:gd name="connsiteY69" fmla="*/ 9579 h 134909"/>
                    <a:gd name="connsiteX70" fmla="*/ 171869 w 277240"/>
                    <a:gd name="connsiteY70" fmla="*/ 11574 h 134909"/>
                    <a:gd name="connsiteX71" fmla="*/ 170402 w 277240"/>
                    <a:gd name="connsiteY71" fmla="*/ 12605 h 134909"/>
                    <a:gd name="connsiteX72" fmla="*/ 137729 w 277240"/>
                    <a:gd name="connsiteY72" fmla="*/ 4466 h 134909"/>
                    <a:gd name="connsiteX73" fmla="*/ 137504 w 277240"/>
                    <a:gd name="connsiteY73" fmla="*/ 4453 h 134909"/>
                    <a:gd name="connsiteX74" fmla="*/ 124847 w 277240"/>
                    <a:gd name="connsiteY74" fmla="*/ 3145 h 134909"/>
                    <a:gd name="connsiteX75" fmla="*/ 123380 w 277240"/>
                    <a:gd name="connsiteY75" fmla="*/ 1480 h 134909"/>
                    <a:gd name="connsiteX76" fmla="*/ 125045 w 277240"/>
                    <a:gd name="connsiteY76" fmla="*/ 27 h 134909"/>
                    <a:gd name="connsiteX77" fmla="*/ 137953 w 277240"/>
                    <a:gd name="connsiteY77" fmla="*/ 1361 h 134909"/>
                    <a:gd name="connsiteX78" fmla="*/ 139275 w 277240"/>
                    <a:gd name="connsiteY78" fmla="*/ 3131 h 134909"/>
                    <a:gd name="connsiteX79" fmla="*/ 137729 w 277240"/>
                    <a:gd name="connsiteY79" fmla="*/ 4479 h 134909"/>
                    <a:gd name="connsiteX80" fmla="*/ 91288 w 277240"/>
                    <a:gd name="connsiteY80" fmla="*/ 4439 h 134909"/>
                    <a:gd name="connsiteX81" fmla="*/ 89742 w 277240"/>
                    <a:gd name="connsiteY81" fmla="*/ 3092 h 134909"/>
                    <a:gd name="connsiteX82" fmla="*/ 91063 w 277240"/>
                    <a:gd name="connsiteY82" fmla="*/ 1321 h 134909"/>
                    <a:gd name="connsiteX83" fmla="*/ 103972 w 277240"/>
                    <a:gd name="connsiteY83" fmla="*/ 0 h 134909"/>
                    <a:gd name="connsiteX84" fmla="*/ 105636 w 277240"/>
                    <a:gd name="connsiteY84" fmla="*/ 1467 h 134909"/>
                    <a:gd name="connsiteX85" fmla="*/ 104170 w 277240"/>
                    <a:gd name="connsiteY85" fmla="*/ 3118 h 134909"/>
                    <a:gd name="connsiteX86" fmla="*/ 91513 w 277240"/>
                    <a:gd name="connsiteY86" fmla="*/ 4413 h 134909"/>
                    <a:gd name="connsiteX87" fmla="*/ 91288 w 277240"/>
                    <a:gd name="connsiteY87" fmla="*/ 4426 h 134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</a:cxnLst>
                  <a:rect l="l" t="t" r="r" b="b"/>
                  <a:pathLst>
                    <a:path w="277240" h="134909">
                      <a:moveTo>
                        <a:pt x="275663" y="134909"/>
                      </a:moveTo>
                      <a:cubicBezTo>
                        <a:pt x="274937" y="134909"/>
                        <a:pt x="274276" y="134394"/>
                        <a:pt x="274131" y="133654"/>
                      </a:cubicBezTo>
                      <a:cubicBezTo>
                        <a:pt x="273298" y="129505"/>
                        <a:pt x="272307" y="125344"/>
                        <a:pt x="271158" y="121274"/>
                      </a:cubicBezTo>
                      <a:cubicBezTo>
                        <a:pt x="270920" y="120442"/>
                        <a:pt x="271409" y="119583"/>
                        <a:pt x="272241" y="119345"/>
                      </a:cubicBezTo>
                      <a:cubicBezTo>
                        <a:pt x="273074" y="119094"/>
                        <a:pt x="273932" y="119596"/>
                        <a:pt x="274170" y="120429"/>
                      </a:cubicBezTo>
                      <a:cubicBezTo>
                        <a:pt x="275346" y="124577"/>
                        <a:pt x="276363" y="128818"/>
                        <a:pt x="277209" y="133046"/>
                      </a:cubicBezTo>
                      <a:cubicBezTo>
                        <a:pt x="277381" y="133892"/>
                        <a:pt x="276826" y="134711"/>
                        <a:pt x="275980" y="134883"/>
                      </a:cubicBezTo>
                      <a:cubicBezTo>
                        <a:pt x="275875" y="134909"/>
                        <a:pt x="275769" y="134909"/>
                        <a:pt x="275677" y="134909"/>
                      </a:cubicBezTo>
                      <a:close/>
                      <a:moveTo>
                        <a:pt x="265701" y="102738"/>
                      </a:moveTo>
                      <a:cubicBezTo>
                        <a:pt x="265094" y="102738"/>
                        <a:pt x="264512" y="102381"/>
                        <a:pt x="264261" y="101786"/>
                      </a:cubicBezTo>
                      <a:cubicBezTo>
                        <a:pt x="262610" y="97915"/>
                        <a:pt x="260773" y="94044"/>
                        <a:pt x="258805" y="90279"/>
                      </a:cubicBezTo>
                      <a:cubicBezTo>
                        <a:pt x="258408" y="89512"/>
                        <a:pt x="258699" y="88574"/>
                        <a:pt x="259465" y="88165"/>
                      </a:cubicBezTo>
                      <a:cubicBezTo>
                        <a:pt x="260231" y="87755"/>
                        <a:pt x="261169" y="88059"/>
                        <a:pt x="261579" y="88825"/>
                      </a:cubicBezTo>
                      <a:cubicBezTo>
                        <a:pt x="263574" y="92657"/>
                        <a:pt x="265450" y="96594"/>
                        <a:pt x="267141" y="100544"/>
                      </a:cubicBezTo>
                      <a:cubicBezTo>
                        <a:pt x="267485" y="101337"/>
                        <a:pt x="267115" y="102262"/>
                        <a:pt x="266322" y="102592"/>
                      </a:cubicBezTo>
                      <a:cubicBezTo>
                        <a:pt x="266124" y="102672"/>
                        <a:pt x="265913" y="102711"/>
                        <a:pt x="265715" y="102711"/>
                      </a:cubicBezTo>
                      <a:close/>
                      <a:moveTo>
                        <a:pt x="249384" y="73275"/>
                      </a:moveTo>
                      <a:cubicBezTo>
                        <a:pt x="248896" y="73275"/>
                        <a:pt x="248407" y="73037"/>
                        <a:pt x="248103" y="72601"/>
                      </a:cubicBezTo>
                      <a:cubicBezTo>
                        <a:pt x="245685" y="69126"/>
                        <a:pt x="243109" y="65704"/>
                        <a:pt x="240440" y="62441"/>
                      </a:cubicBezTo>
                      <a:cubicBezTo>
                        <a:pt x="239898" y="61767"/>
                        <a:pt x="239991" y="60789"/>
                        <a:pt x="240664" y="60247"/>
                      </a:cubicBezTo>
                      <a:cubicBezTo>
                        <a:pt x="241338" y="59706"/>
                        <a:pt x="242316" y="59798"/>
                        <a:pt x="242857" y="60472"/>
                      </a:cubicBezTo>
                      <a:cubicBezTo>
                        <a:pt x="245579" y="63802"/>
                        <a:pt x="248208" y="67290"/>
                        <a:pt x="250666" y="70830"/>
                      </a:cubicBezTo>
                      <a:cubicBezTo>
                        <a:pt x="251155" y="71544"/>
                        <a:pt x="250983" y="72508"/>
                        <a:pt x="250269" y="73010"/>
                      </a:cubicBezTo>
                      <a:cubicBezTo>
                        <a:pt x="249992" y="73195"/>
                        <a:pt x="249688" y="73288"/>
                        <a:pt x="249384" y="73288"/>
                      </a:cubicBezTo>
                      <a:close/>
                      <a:moveTo>
                        <a:pt x="1565" y="47815"/>
                      </a:moveTo>
                      <a:cubicBezTo>
                        <a:pt x="1155" y="47815"/>
                        <a:pt x="732" y="47656"/>
                        <a:pt x="428" y="47326"/>
                      </a:cubicBezTo>
                      <a:cubicBezTo>
                        <a:pt x="-166" y="46705"/>
                        <a:pt x="-140" y="45714"/>
                        <a:pt x="494" y="45120"/>
                      </a:cubicBezTo>
                      <a:cubicBezTo>
                        <a:pt x="3626" y="42160"/>
                        <a:pt x="6902" y="39293"/>
                        <a:pt x="10258" y="36585"/>
                      </a:cubicBezTo>
                      <a:cubicBezTo>
                        <a:pt x="10932" y="36043"/>
                        <a:pt x="11910" y="36149"/>
                        <a:pt x="12451" y="36822"/>
                      </a:cubicBezTo>
                      <a:cubicBezTo>
                        <a:pt x="12993" y="37496"/>
                        <a:pt x="12887" y="38474"/>
                        <a:pt x="12214" y="39016"/>
                      </a:cubicBezTo>
                      <a:cubicBezTo>
                        <a:pt x="8924" y="41671"/>
                        <a:pt x="5700" y="44485"/>
                        <a:pt x="2635" y="47392"/>
                      </a:cubicBezTo>
                      <a:cubicBezTo>
                        <a:pt x="2331" y="47683"/>
                        <a:pt x="1948" y="47815"/>
                        <a:pt x="1565" y="47815"/>
                      </a:cubicBezTo>
                      <a:close/>
                      <a:moveTo>
                        <a:pt x="227439" y="47722"/>
                      </a:moveTo>
                      <a:cubicBezTo>
                        <a:pt x="227056" y="47722"/>
                        <a:pt x="226659" y="47577"/>
                        <a:pt x="226369" y="47300"/>
                      </a:cubicBezTo>
                      <a:cubicBezTo>
                        <a:pt x="223304" y="44393"/>
                        <a:pt x="220080" y="41579"/>
                        <a:pt x="216803" y="38923"/>
                      </a:cubicBezTo>
                      <a:cubicBezTo>
                        <a:pt x="216129" y="38381"/>
                        <a:pt x="216024" y="37390"/>
                        <a:pt x="216565" y="36730"/>
                      </a:cubicBezTo>
                      <a:cubicBezTo>
                        <a:pt x="217107" y="36056"/>
                        <a:pt x="218098" y="35950"/>
                        <a:pt x="218759" y="36492"/>
                      </a:cubicBezTo>
                      <a:cubicBezTo>
                        <a:pt x="222115" y="39201"/>
                        <a:pt x="225391" y="42068"/>
                        <a:pt x="228509" y="45027"/>
                      </a:cubicBezTo>
                      <a:cubicBezTo>
                        <a:pt x="229130" y="45622"/>
                        <a:pt x="229157" y="46613"/>
                        <a:pt x="228575" y="47234"/>
                      </a:cubicBezTo>
                      <a:cubicBezTo>
                        <a:pt x="228271" y="47564"/>
                        <a:pt x="227849" y="47722"/>
                        <a:pt x="227439" y="47722"/>
                      </a:cubicBezTo>
                      <a:close/>
                      <a:moveTo>
                        <a:pt x="28280" y="27296"/>
                      </a:moveTo>
                      <a:cubicBezTo>
                        <a:pt x="27751" y="27296"/>
                        <a:pt x="27249" y="27032"/>
                        <a:pt x="26945" y="26557"/>
                      </a:cubicBezTo>
                      <a:cubicBezTo>
                        <a:pt x="26496" y="25817"/>
                        <a:pt x="26720" y="24865"/>
                        <a:pt x="27460" y="24403"/>
                      </a:cubicBezTo>
                      <a:cubicBezTo>
                        <a:pt x="31133" y="22131"/>
                        <a:pt x="34938" y="19990"/>
                        <a:pt x="38757" y="18022"/>
                      </a:cubicBezTo>
                      <a:cubicBezTo>
                        <a:pt x="39523" y="17625"/>
                        <a:pt x="40461" y="17929"/>
                        <a:pt x="40857" y="18695"/>
                      </a:cubicBezTo>
                      <a:cubicBezTo>
                        <a:pt x="41254" y="19462"/>
                        <a:pt x="40950" y="20400"/>
                        <a:pt x="40184" y="20796"/>
                      </a:cubicBezTo>
                      <a:cubicBezTo>
                        <a:pt x="36431" y="22725"/>
                        <a:pt x="32706" y="24839"/>
                        <a:pt x="29099" y="27059"/>
                      </a:cubicBezTo>
                      <a:cubicBezTo>
                        <a:pt x="28848" y="27217"/>
                        <a:pt x="28557" y="27296"/>
                        <a:pt x="28280" y="27296"/>
                      </a:cubicBezTo>
                      <a:close/>
                      <a:moveTo>
                        <a:pt x="200737" y="27217"/>
                      </a:moveTo>
                      <a:cubicBezTo>
                        <a:pt x="200460" y="27217"/>
                        <a:pt x="200169" y="27138"/>
                        <a:pt x="199918" y="26979"/>
                      </a:cubicBezTo>
                      <a:cubicBezTo>
                        <a:pt x="196338" y="24773"/>
                        <a:pt x="192599" y="22672"/>
                        <a:pt x="188833" y="20743"/>
                      </a:cubicBezTo>
                      <a:cubicBezTo>
                        <a:pt x="188067" y="20347"/>
                        <a:pt x="187763" y="19409"/>
                        <a:pt x="188159" y="18642"/>
                      </a:cubicBezTo>
                      <a:cubicBezTo>
                        <a:pt x="188556" y="17876"/>
                        <a:pt x="189494" y="17572"/>
                        <a:pt x="190260" y="17969"/>
                      </a:cubicBezTo>
                      <a:cubicBezTo>
                        <a:pt x="194105" y="19937"/>
                        <a:pt x="197910" y="22078"/>
                        <a:pt x="201556" y="24324"/>
                      </a:cubicBezTo>
                      <a:cubicBezTo>
                        <a:pt x="202296" y="24773"/>
                        <a:pt x="202521" y="25737"/>
                        <a:pt x="202072" y="26477"/>
                      </a:cubicBezTo>
                      <a:cubicBezTo>
                        <a:pt x="201781" y="26953"/>
                        <a:pt x="201266" y="27217"/>
                        <a:pt x="200737" y="27217"/>
                      </a:cubicBezTo>
                      <a:close/>
                      <a:moveTo>
                        <a:pt x="58601" y="12605"/>
                      </a:moveTo>
                      <a:cubicBezTo>
                        <a:pt x="57967" y="12605"/>
                        <a:pt x="57359" y="12208"/>
                        <a:pt x="57135" y="11574"/>
                      </a:cubicBezTo>
                      <a:cubicBezTo>
                        <a:pt x="56844" y="10768"/>
                        <a:pt x="57254" y="9870"/>
                        <a:pt x="58073" y="9566"/>
                      </a:cubicBezTo>
                      <a:cubicBezTo>
                        <a:pt x="62129" y="8099"/>
                        <a:pt x="66278" y="6765"/>
                        <a:pt x="70439" y="5615"/>
                      </a:cubicBezTo>
                      <a:cubicBezTo>
                        <a:pt x="71272" y="5391"/>
                        <a:pt x="72131" y="5866"/>
                        <a:pt x="72368" y="6712"/>
                      </a:cubicBezTo>
                      <a:cubicBezTo>
                        <a:pt x="72593" y="7544"/>
                        <a:pt x="72104" y="8403"/>
                        <a:pt x="71272" y="8641"/>
                      </a:cubicBezTo>
                      <a:cubicBezTo>
                        <a:pt x="67202" y="9764"/>
                        <a:pt x="63120" y="11072"/>
                        <a:pt x="59143" y="12512"/>
                      </a:cubicBezTo>
                      <a:cubicBezTo>
                        <a:pt x="58971" y="12578"/>
                        <a:pt x="58786" y="12605"/>
                        <a:pt x="58615" y="12605"/>
                      </a:cubicBezTo>
                      <a:close/>
                      <a:moveTo>
                        <a:pt x="170402" y="12605"/>
                      </a:moveTo>
                      <a:cubicBezTo>
                        <a:pt x="170231" y="12605"/>
                        <a:pt x="170046" y="12578"/>
                        <a:pt x="169874" y="12512"/>
                      </a:cubicBezTo>
                      <a:cubicBezTo>
                        <a:pt x="165897" y="11085"/>
                        <a:pt x="161814" y="9790"/>
                        <a:pt x="157745" y="8667"/>
                      </a:cubicBezTo>
                      <a:cubicBezTo>
                        <a:pt x="156913" y="8443"/>
                        <a:pt x="156424" y="7584"/>
                        <a:pt x="156648" y="6752"/>
                      </a:cubicBezTo>
                      <a:cubicBezTo>
                        <a:pt x="156873" y="5919"/>
                        <a:pt x="157732" y="5430"/>
                        <a:pt x="158564" y="5655"/>
                      </a:cubicBezTo>
                      <a:cubicBezTo>
                        <a:pt x="162713" y="6791"/>
                        <a:pt x="166875" y="8112"/>
                        <a:pt x="170931" y="9579"/>
                      </a:cubicBezTo>
                      <a:cubicBezTo>
                        <a:pt x="171737" y="9870"/>
                        <a:pt x="172159" y="10768"/>
                        <a:pt x="171869" y="11574"/>
                      </a:cubicBezTo>
                      <a:cubicBezTo>
                        <a:pt x="171644" y="12208"/>
                        <a:pt x="171036" y="12605"/>
                        <a:pt x="170402" y="12605"/>
                      </a:cubicBezTo>
                      <a:close/>
                      <a:moveTo>
                        <a:pt x="137729" y="4466"/>
                      </a:moveTo>
                      <a:cubicBezTo>
                        <a:pt x="137649" y="4466"/>
                        <a:pt x="137583" y="4466"/>
                        <a:pt x="137504" y="4453"/>
                      </a:cubicBezTo>
                      <a:cubicBezTo>
                        <a:pt x="133329" y="3858"/>
                        <a:pt x="129062" y="3409"/>
                        <a:pt x="124847" y="3145"/>
                      </a:cubicBezTo>
                      <a:cubicBezTo>
                        <a:pt x="123988" y="3092"/>
                        <a:pt x="123327" y="2352"/>
                        <a:pt x="123380" y="1480"/>
                      </a:cubicBezTo>
                      <a:cubicBezTo>
                        <a:pt x="123433" y="621"/>
                        <a:pt x="124186" y="-13"/>
                        <a:pt x="125045" y="27"/>
                      </a:cubicBezTo>
                      <a:cubicBezTo>
                        <a:pt x="129352" y="304"/>
                        <a:pt x="133699" y="753"/>
                        <a:pt x="137953" y="1361"/>
                      </a:cubicBezTo>
                      <a:cubicBezTo>
                        <a:pt x="138812" y="1480"/>
                        <a:pt x="139407" y="2273"/>
                        <a:pt x="139275" y="3131"/>
                      </a:cubicBezTo>
                      <a:cubicBezTo>
                        <a:pt x="139169" y="3911"/>
                        <a:pt x="138495" y="4479"/>
                        <a:pt x="137729" y="4479"/>
                      </a:cubicBezTo>
                      <a:close/>
                      <a:moveTo>
                        <a:pt x="91288" y="4439"/>
                      </a:moveTo>
                      <a:cubicBezTo>
                        <a:pt x="90522" y="4439"/>
                        <a:pt x="89848" y="3871"/>
                        <a:pt x="89742" y="3092"/>
                      </a:cubicBezTo>
                      <a:cubicBezTo>
                        <a:pt x="89623" y="2233"/>
                        <a:pt x="90218" y="1440"/>
                        <a:pt x="91063" y="1321"/>
                      </a:cubicBezTo>
                      <a:cubicBezTo>
                        <a:pt x="95331" y="714"/>
                        <a:pt x="99678" y="264"/>
                        <a:pt x="103972" y="0"/>
                      </a:cubicBezTo>
                      <a:cubicBezTo>
                        <a:pt x="104844" y="-13"/>
                        <a:pt x="105570" y="608"/>
                        <a:pt x="105636" y="1467"/>
                      </a:cubicBezTo>
                      <a:cubicBezTo>
                        <a:pt x="105689" y="2326"/>
                        <a:pt x="105042" y="3065"/>
                        <a:pt x="104170" y="3118"/>
                      </a:cubicBezTo>
                      <a:cubicBezTo>
                        <a:pt x="99955" y="3383"/>
                        <a:pt x="95688" y="3818"/>
                        <a:pt x="91513" y="4413"/>
                      </a:cubicBezTo>
                      <a:cubicBezTo>
                        <a:pt x="91433" y="4413"/>
                        <a:pt x="91367" y="4426"/>
                        <a:pt x="91288" y="4426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8" name="Forme libre : forme 1377">
                  <a:extLst>
                    <a:ext uri="{FF2B5EF4-FFF2-40B4-BE49-F238E27FC236}">
                      <a16:creationId xmlns:a16="http://schemas.microsoft.com/office/drawing/2014/main" id="{1A17EFE4-ECD5-6351-DED7-0AC1AAB22722}"/>
                    </a:ext>
                  </a:extLst>
                </p:cNvPr>
                <p:cNvSpPr/>
                <p:nvPr/>
              </p:nvSpPr>
              <p:spPr>
                <a:xfrm>
                  <a:off x="1892395" y="733034"/>
                  <a:ext cx="3440" cy="9367"/>
                </a:xfrm>
                <a:custGeom>
                  <a:avLst/>
                  <a:gdLst>
                    <a:gd name="connsiteX0" fmla="*/ 1867 w 3440"/>
                    <a:gd name="connsiteY0" fmla="*/ 9368 h 9367"/>
                    <a:gd name="connsiteX1" fmla="*/ 309 w 3440"/>
                    <a:gd name="connsiteY1" fmla="*/ 7848 h 9367"/>
                    <a:gd name="connsiteX2" fmla="*/ 5 w 3440"/>
                    <a:gd name="connsiteY2" fmla="*/ 1665 h 9367"/>
                    <a:gd name="connsiteX3" fmla="*/ 1458 w 3440"/>
                    <a:gd name="connsiteY3" fmla="*/ 0 h 9367"/>
                    <a:gd name="connsiteX4" fmla="*/ 3123 w 3440"/>
                    <a:gd name="connsiteY4" fmla="*/ 1454 h 9367"/>
                    <a:gd name="connsiteX5" fmla="*/ 3440 w 3440"/>
                    <a:gd name="connsiteY5" fmla="*/ 7756 h 9367"/>
                    <a:gd name="connsiteX6" fmla="*/ 1920 w 3440"/>
                    <a:gd name="connsiteY6" fmla="*/ 9368 h 9367"/>
                    <a:gd name="connsiteX7" fmla="*/ 1867 w 3440"/>
                    <a:gd name="connsiteY7" fmla="*/ 9368 h 9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40" h="9367">
                      <a:moveTo>
                        <a:pt x="1867" y="9368"/>
                      </a:moveTo>
                      <a:cubicBezTo>
                        <a:pt x="1022" y="9368"/>
                        <a:pt x="335" y="8694"/>
                        <a:pt x="309" y="7848"/>
                      </a:cubicBezTo>
                      <a:cubicBezTo>
                        <a:pt x="242" y="5800"/>
                        <a:pt x="137" y="3713"/>
                        <a:pt x="5" y="1665"/>
                      </a:cubicBezTo>
                      <a:cubicBezTo>
                        <a:pt x="-61" y="806"/>
                        <a:pt x="599" y="53"/>
                        <a:pt x="1458" y="0"/>
                      </a:cubicBezTo>
                      <a:cubicBezTo>
                        <a:pt x="2317" y="-13"/>
                        <a:pt x="3070" y="595"/>
                        <a:pt x="3123" y="1454"/>
                      </a:cubicBezTo>
                      <a:cubicBezTo>
                        <a:pt x="3268" y="3541"/>
                        <a:pt x="3374" y="5668"/>
                        <a:pt x="3440" y="7756"/>
                      </a:cubicBezTo>
                      <a:cubicBezTo>
                        <a:pt x="3466" y="8614"/>
                        <a:pt x="2792" y="9341"/>
                        <a:pt x="1920" y="9368"/>
                      </a:cubicBezTo>
                      <a:lnTo>
                        <a:pt x="1867" y="9368"/>
                      </a:ln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68" name="Graphique 1982">
                <a:extLst>
                  <a:ext uri="{FF2B5EF4-FFF2-40B4-BE49-F238E27FC236}">
                    <a16:creationId xmlns:a16="http://schemas.microsoft.com/office/drawing/2014/main" id="{79145A9E-E30E-02AC-24AF-8B11C4696FA8}"/>
                  </a:ext>
                </a:extLst>
              </p:cNvPr>
              <p:cNvGrpSpPr/>
              <p:nvPr/>
            </p:nvGrpSpPr>
            <p:grpSpPr>
              <a:xfrm>
                <a:off x="1564246" y="741966"/>
                <a:ext cx="289634" cy="169868"/>
                <a:chOff x="1564246" y="741966"/>
                <a:chExt cx="289634" cy="169868"/>
              </a:xfrm>
              <a:solidFill>
                <a:srgbClr val="B1ABE5"/>
              </a:solidFill>
            </p:grpSpPr>
            <p:sp>
              <p:nvSpPr>
                <p:cNvPr id="1373" name="Forme libre : forme 1372">
                  <a:extLst>
                    <a:ext uri="{FF2B5EF4-FFF2-40B4-BE49-F238E27FC236}">
                      <a16:creationId xmlns:a16="http://schemas.microsoft.com/office/drawing/2014/main" id="{B5C49B74-559F-5525-C3EC-060A756A21C2}"/>
                    </a:ext>
                  </a:extLst>
                </p:cNvPr>
                <p:cNvSpPr/>
                <p:nvPr/>
              </p:nvSpPr>
              <p:spPr>
                <a:xfrm>
                  <a:off x="1846476" y="854245"/>
                  <a:ext cx="7404" cy="7686"/>
                </a:xfrm>
                <a:custGeom>
                  <a:avLst/>
                  <a:gdLst>
                    <a:gd name="connsiteX0" fmla="*/ 1558 w 7404"/>
                    <a:gd name="connsiteY0" fmla="*/ 7674 h 7686"/>
                    <a:gd name="connsiteX1" fmla="*/ 474 w 7404"/>
                    <a:gd name="connsiteY1" fmla="*/ 7238 h 7686"/>
                    <a:gd name="connsiteX2" fmla="*/ 448 w 7404"/>
                    <a:gd name="connsiteY2" fmla="*/ 5031 h 7686"/>
                    <a:gd name="connsiteX3" fmla="*/ 4676 w 7404"/>
                    <a:gd name="connsiteY3" fmla="*/ 513 h 7686"/>
                    <a:gd name="connsiteX4" fmla="*/ 6882 w 7404"/>
                    <a:gd name="connsiteY4" fmla="*/ 394 h 7686"/>
                    <a:gd name="connsiteX5" fmla="*/ 7001 w 7404"/>
                    <a:gd name="connsiteY5" fmla="*/ 2600 h 7686"/>
                    <a:gd name="connsiteX6" fmla="*/ 2694 w 7404"/>
                    <a:gd name="connsiteY6" fmla="*/ 7211 h 7686"/>
                    <a:gd name="connsiteX7" fmla="*/ 1571 w 7404"/>
                    <a:gd name="connsiteY7" fmla="*/ 7687 h 76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404" h="7686">
                      <a:moveTo>
                        <a:pt x="1558" y="7674"/>
                      </a:moveTo>
                      <a:cubicBezTo>
                        <a:pt x="1161" y="7674"/>
                        <a:pt x="778" y="7528"/>
                        <a:pt x="474" y="7238"/>
                      </a:cubicBezTo>
                      <a:cubicBezTo>
                        <a:pt x="-147" y="6630"/>
                        <a:pt x="-160" y="5639"/>
                        <a:pt x="448" y="5031"/>
                      </a:cubicBezTo>
                      <a:cubicBezTo>
                        <a:pt x="1888" y="3551"/>
                        <a:pt x="3315" y="2019"/>
                        <a:pt x="4676" y="513"/>
                      </a:cubicBezTo>
                      <a:cubicBezTo>
                        <a:pt x="5257" y="-122"/>
                        <a:pt x="6248" y="-174"/>
                        <a:pt x="6882" y="394"/>
                      </a:cubicBezTo>
                      <a:cubicBezTo>
                        <a:pt x="7529" y="975"/>
                        <a:pt x="7582" y="1966"/>
                        <a:pt x="7001" y="2600"/>
                      </a:cubicBezTo>
                      <a:cubicBezTo>
                        <a:pt x="5614" y="4146"/>
                        <a:pt x="4160" y="5692"/>
                        <a:pt x="2694" y="7211"/>
                      </a:cubicBezTo>
                      <a:cubicBezTo>
                        <a:pt x="2390" y="7528"/>
                        <a:pt x="1980" y="7687"/>
                        <a:pt x="1571" y="7687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4" name="Forme libre : forme 1373">
                  <a:extLst>
                    <a:ext uri="{FF2B5EF4-FFF2-40B4-BE49-F238E27FC236}">
                      <a16:creationId xmlns:a16="http://schemas.microsoft.com/office/drawing/2014/main" id="{2DE5FD2C-C0DE-2B37-A0F7-57CD541C6A92}"/>
                    </a:ext>
                  </a:extLst>
                </p:cNvPr>
                <p:cNvSpPr/>
                <p:nvPr/>
              </p:nvSpPr>
              <p:spPr>
                <a:xfrm>
                  <a:off x="1566029" y="768729"/>
                  <a:ext cx="268353" cy="143105"/>
                </a:xfrm>
                <a:custGeom>
                  <a:avLst/>
                  <a:gdLst>
                    <a:gd name="connsiteX0" fmla="*/ 164205 w 268353"/>
                    <a:gd name="connsiteY0" fmla="*/ 143106 h 143105"/>
                    <a:gd name="connsiteX1" fmla="*/ 162792 w 268353"/>
                    <a:gd name="connsiteY1" fmla="*/ 143106 h 143105"/>
                    <a:gd name="connsiteX2" fmla="*/ 161246 w 268353"/>
                    <a:gd name="connsiteY2" fmla="*/ 141520 h 143105"/>
                    <a:gd name="connsiteX3" fmla="*/ 162805 w 268353"/>
                    <a:gd name="connsiteY3" fmla="*/ 139974 h 143105"/>
                    <a:gd name="connsiteX4" fmla="*/ 164205 w 268353"/>
                    <a:gd name="connsiteY4" fmla="*/ 139974 h 143105"/>
                    <a:gd name="connsiteX5" fmla="*/ 175343 w 268353"/>
                    <a:gd name="connsiteY5" fmla="*/ 139604 h 143105"/>
                    <a:gd name="connsiteX6" fmla="*/ 177008 w 268353"/>
                    <a:gd name="connsiteY6" fmla="*/ 141058 h 143105"/>
                    <a:gd name="connsiteX7" fmla="*/ 175555 w 268353"/>
                    <a:gd name="connsiteY7" fmla="*/ 142723 h 143105"/>
                    <a:gd name="connsiteX8" fmla="*/ 164205 w 268353"/>
                    <a:gd name="connsiteY8" fmla="*/ 143106 h 143105"/>
                    <a:gd name="connsiteX9" fmla="*/ 142326 w 268353"/>
                    <a:gd name="connsiteY9" fmla="*/ 141639 h 143105"/>
                    <a:gd name="connsiteX10" fmla="*/ 142115 w 268353"/>
                    <a:gd name="connsiteY10" fmla="*/ 141626 h 143105"/>
                    <a:gd name="connsiteX11" fmla="*/ 129537 w 268353"/>
                    <a:gd name="connsiteY11" fmla="*/ 139446 h 143105"/>
                    <a:gd name="connsiteX12" fmla="*/ 128334 w 268353"/>
                    <a:gd name="connsiteY12" fmla="*/ 137596 h 143105"/>
                    <a:gd name="connsiteX13" fmla="*/ 130184 w 268353"/>
                    <a:gd name="connsiteY13" fmla="*/ 136394 h 143105"/>
                    <a:gd name="connsiteX14" fmla="*/ 142524 w 268353"/>
                    <a:gd name="connsiteY14" fmla="*/ 138534 h 143105"/>
                    <a:gd name="connsiteX15" fmla="*/ 143872 w 268353"/>
                    <a:gd name="connsiteY15" fmla="*/ 140292 h 143105"/>
                    <a:gd name="connsiteX16" fmla="*/ 142326 w 268353"/>
                    <a:gd name="connsiteY16" fmla="*/ 141652 h 143105"/>
                    <a:gd name="connsiteX17" fmla="*/ 195809 w 268353"/>
                    <a:gd name="connsiteY17" fmla="*/ 140027 h 143105"/>
                    <a:gd name="connsiteX18" fmla="*/ 194276 w 268353"/>
                    <a:gd name="connsiteY18" fmla="*/ 138772 h 143105"/>
                    <a:gd name="connsiteX19" fmla="*/ 195505 w 268353"/>
                    <a:gd name="connsiteY19" fmla="*/ 136936 h 143105"/>
                    <a:gd name="connsiteX20" fmla="*/ 207687 w 268353"/>
                    <a:gd name="connsiteY20" fmla="*/ 134042 h 143105"/>
                    <a:gd name="connsiteX21" fmla="*/ 209615 w 268353"/>
                    <a:gd name="connsiteY21" fmla="*/ 135126 h 143105"/>
                    <a:gd name="connsiteX22" fmla="*/ 208532 w 268353"/>
                    <a:gd name="connsiteY22" fmla="*/ 137055 h 143105"/>
                    <a:gd name="connsiteX23" fmla="*/ 196113 w 268353"/>
                    <a:gd name="connsiteY23" fmla="*/ 140001 h 143105"/>
                    <a:gd name="connsiteX24" fmla="*/ 195809 w 268353"/>
                    <a:gd name="connsiteY24" fmla="*/ 140027 h 143105"/>
                    <a:gd name="connsiteX25" fmla="*/ 110075 w 268353"/>
                    <a:gd name="connsiteY25" fmla="*/ 133963 h 143105"/>
                    <a:gd name="connsiteX26" fmla="*/ 109560 w 268353"/>
                    <a:gd name="connsiteY26" fmla="*/ 133870 h 143105"/>
                    <a:gd name="connsiteX27" fmla="*/ 97669 w 268353"/>
                    <a:gd name="connsiteY27" fmla="*/ 129220 h 143105"/>
                    <a:gd name="connsiteX28" fmla="*/ 96863 w 268353"/>
                    <a:gd name="connsiteY28" fmla="*/ 127159 h 143105"/>
                    <a:gd name="connsiteX29" fmla="*/ 98924 w 268353"/>
                    <a:gd name="connsiteY29" fmla="*/ 126353 h 143105"/>
                    <a:gd name="connsiteX30" fmla="*/ 110591 w 268353"/>
                    <a:gd name="connsiteY30" fmla="*/ 130911 h 143105"/>
                    <a:gd name="connsiteX31" fmla="*/ 111555 w 268353"/>
                    <a:gd name="connsiteY31" fmla="*/ 132906 h 143105"/>
                    <a:gd name="connsiteX32" fmla="*/ 110075 w 268353"/>
                    <a:gd name="connsiteY32" fmla="*/ 133950 h 143105"/>
                    <a:gd name="connsiteX33" fmla="*/ 227505 w 268353"/>
                    <a:gd name="connsiteY33" fmla="*/ 130343 h 143105"/>
                    <a:gd name="connsiteX34" fmla="*/ 226065 w 268353"/>
                    <a:gd name="connsiteY34" fmla="*/ 129378 h 143105"/>
                    <a:gd name="connsiteX35" fmla="*/ 226897 w 268353"/>
                    <a:gd name="connsiteY35" fmla="*/ 127330 h 143105"/>
                    <a:gd name="connsiteX36" fmla="*/ 238246 w 268353"/>
                    <a:gd name="connsiteY36" fmla="*/ 122032 h 143105"/>
                    <a:gd name="connsiteX37" fmla="*/ 240347 w 268353"/>
                    <a:gd name="connsiteY37" fmla="*/ 122706 h 143105"/>
                    <a:gd name="connsiteX38" fmla="*/ 239673 w 268353"/>
                    <a:gd name="connsiteY38" fmla="*/ 124807 h 143105"/>
                    <a:gd name="connsiteX39" fmla="*/ 228099 w 268353"/>
                    <a:gd name="connsiteY39" fmla="*/ 130197 h 143105"/>
                    <a:gd name="connsiteX40" fmla="*/ 227491 w 268353"/>
                    <a:gd name="connsiteY40" fmla="*/ 130316 h 143105"/>
                    <a:gd name="connsiteX41" fmla="*/ 80018 w 268353"/>
                    <a:gd name="connsiteY41" fmla="*/ 119984 h 143105"/>
                    <a:gd name="connsiteX42" fmla="*/ 79225 w 268353"/>
                    <a:gd name="connsiteY42" fmla="*/ 119760 h 143105"/>
                    <a:gd name="connsiteX43" fmla="*/ 68510 w 268353"/>
                    <a:gd name="connsiteY43" fmla="*/ 112823 h 143105"/>
                    <a:gd name="connsiteX44" fmla="*/ 68127 w 268353"/>
                    <a:gd name="connsiteY44" fmla="*/ 110644 h 143105"/>
                    <a:gd name="connsiteX45" fmla="*/ 70307 w 268353"/>
                    <a:gd name="connsiteY45" fmla="*/ 110260 h 143105"/>
                    <a:gd name="connsiteX46" fmla="*/ 80811 w 268353"/>
                    <a:gd name="connsiteY46" fmla="*/ 117065 h 143105"/>
                    <a:gd name="connsiteX47" fmla="*/ 81352 w 268353"/>
                    <a:gd name="connsiteY47" fmla="*/ 119205 h 143105"/>
                    <a:gd name="connsiteX48" fmla="*/ 80005 w 268353"/>
                    <a:gd name="connsiteY48" fmla="*/ 119971 h 143105"/>
                    <a:gd name="connsiteX49" fmla="*/ 256624 w 268353"/>
                    <a:gd name="connsiteY49" fmla="*/ 114488 h 143105"/>
                    <a:gd name="connsiteX50" fmla="*/ 255330 w 268353"/>
                    <a:gd name="connsiteY50" fmla="*/ 113801 h 143105"/>
                    <a:gd name="connsiteX51" fmla="*/ 255739 w 268353"/>
                    <a:gd name="connsiteY51" fmla="*/ 111634 h 143105"/>
                    <a:gd name="connsiteX52" fmla="*/ 265820 w 268353"/>
                    <a:gd name="connsiteY52" fmla="*/ 104196 h 143105"/>
                    <a:gd name="connsiteX53" fmla="*/ 268013 w 268353"/>
                    <a:gd name="connsiteY53" fmla="*/ 104447 h 143105"/>
                    <a:gd name="connsiteX54" fmla="*/ 267762 w 268353"/>
                    <a:gd name="connsiteY54" fmla="*/ 106640 h 143105"/>
                    <a:gd name="connsiteX55" fmla="*/ 257496 w 268353"/>
                    <a:gd name="connsiteY55" fmla="*/ 114224 h 143105"/>
                    <a:gd name="connsiteX56" fmla="*/ 256611 w 268353"/>
                    <a:gd name="connsiteY56" fmla="*/ 114501 h 143105"/>
                    <a:gd name="connsiteX57" fmla="*/ 53395 w 268353"/>
                    <a:gd name="connsiteY57" fmla="*/ 100259 h 143105"/>
                    <a:gd name="connsiteX58" fmla="*/ 52338 w 268353"/>
                    <a:gd name="connsiteY58" fmla="*/ 99849 h 143105"/>
                    <a:gd name="connsiteX59" fmla="*/ 43249 w 268353"/>
                    <a:gd name="connsiteY59" fmla="*/ 90891 h 143105"/>
                    <a:gd name="connsiteX60" fmla="*/ 43315 w 268353"/>
                    <a:gd name="connsiteY60" fmla="*/ 88685 h 143105"/>
                    <a:gd name="connsiteX61" fmla="*/ 45521 w 268353"/>
                    <a:gd name="connsiteY61" fmla="*/ 88751 h 143105"/>
                    <a:gd name="connsiteX62" fmla="*/ 54439 w 268353"/>
                    <a:gd name="connsiteY62" fmla="*/ 97537 h 143105"/>
                    <a:gd name="connsiteX63" fmla="*/ 54545 w 268353"/>
                    <a:gd name="connsiteY63" fmla="*/ 99744 h 143105"/>
                    <a:gd name="connsiteX64" fmla="*/ 53395 w 268353"/>
                    <a:gd name="connsiteY64" fmla="*/ 100259 h 143105"/>
                    <a:gd name="connsiteX65" fmla="*/ 31305 w 268353"/>
                    <a:gd name="connsiteY65" fmla="*/ 75565 h 143105"/>
                    <a:gd name="connsiteX66" fmla="*/ 30036 w 268353"/>
                    <a:gd name="connsiteY66" fmla="*/ 74918 h 143105"/>
                    <a:gd name="connsiteX67" fmla="*/ 24355 w 268353"/>
                    <a:gd name="connsiteY67" fmla="*/ 66607 h 143105"/>
                    <a:gd name="connsiteX68" fmla="*/ 22915 w 268353"/>
                    <a:gd name="connsiteY68" fmla="*/ 64322 h 143105"/>
                    <a:gd name="connsiteX69" fmla="*/ 23430 w 268353"/>
                    <a:gd name="connsiteY69" fmla="*/ 62168 h 143105"/>
                    <a:gd name="connsiteX70" fmla="*/ 25584 w 268353"/>
                    <a:gd name="connsiteY70" fmla="*/ 62670 h 143105"/>
                    <a:gd name="connsiteX71" fmla="*/ 26998 w 268353"/>
                    <a:gd name="connsiteY71" fmla="*/ 64916 h 143105"/>
                    <a:gd name="connsiteX72" fmla="*/ 32573 w 268353"/>
                    <a:gd name="connsiteY72" fmla="*/ 73081 h 143105"/>
                    <a:gd name="connsiteX73" fmla="*/ 32230 w 268353"/>
                    <a:gd name="connsiteY73" fmla="*/ 75261 h 143105"/>
                    <a:gd name="connsiteX74" fmla="*/ 31305 w 268353"/>
                    <a:gd name="connsiteY74" fmla="*/ 75565 h 143105"/>
                    <a:gd name="connsiteX75" fmla="*/ 14565 w 268353"/>
                    <a:gd name="connsiteY75" fmla="*/ 46948 h 143105"/>
                    <a:gd name="connsiteX76" fmla="*/ 13138 w 268353"/>
                    <a:gd name="connsiteY76" fmla="*/ 46036 h 143105"/>
                    <a:gd name="connsiteX77" fmla="*/ 8276 w 268353"/>
                    <a:gd name="connsiteY77" fmla="*/ 34225 h 143105"/>
                    <a:gd name="connsiteX78" fmla="*/ 9201 w 268353"/>
                    <a:gd name="connsiteY78" fmla="*/ 32216 h 143105"/>
                    <a:gd name="connsiteX79" fmla="*/ 11209 w 268353"/>
                    <a:gd name="connsiteY79" fmla="*/ 33141 h 143105"/>
                    <a:gd name="connsiteX80" fmla="*/ 15979 w 268353"/>
                    <a:gd name="connsiteY80" fmla="*/ 44728 h 143105"/>
                    <a:gd name="connsiteX81" fmla="*/ 15212 w 268353"/>
                    <a:gd name="connsiteY81" fmla="*/ 46803 h 143105"/>
                    <a:gd name="connsiteX82" fmla="*/ 14565 w 268353"/>
                    <a:gd name="connsiteY82" fmla="*/ 46948 h 143105"/>
                    <a:gd name="connsiteX83" fmla="*/ 3903 w 268353"/>
                    <a:gd name="connsiteY83" fmla="*/ 15556 h 143105"/>
                    <a:gd name="connsiteX84" fmla="*/ 2383 w 268353"/>
                    <a:gd name="connsiteY84" fmla="*/ 14340 h 143105"/>
                    <a:gd name="connsiteX85" fmla="*/ 18 w 268353"/>
                    <a:gd name="connsiteY85" fmla="*/ 1789 h 143105"/>
                    <a:gd name="connsiteX86" fmla="*/ 1340 w 268353"/>
                    <a:gd name="connsiteY86" fmla="*/ 18 h 143105"/>
                    <a:gd name="connsiteX87" fmla="*/ 3110 w 268353"/>
                    <a:gd name="connsiteY87" fmla="*/ 1340 h 143105"/>
                    <a:gd name="connsiteX88" fmla="*/ 5435 w 268353"/>
                    <a:gd name="connsiteY88" fmla="*/ 13653 h 143105"/>
                    <a:gd name="connsiteX89" fmla="*/ 4260 w 268353"/>
                    <a:gd name="connsiteY89" fmla="*/ 15529 h 143105"/>
                    <a:gd name="connsiteX90" fmla="*/ 3903 w 268353"/>
                    <a:gd name="connsiteY90" fmla="*/ 15569 h 143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</a:cxnLst>
                  <a:rect l="l" t="t" r="r" b="b"/>
                  <a:pathLst>
                    <a:path w="268353" h="143105">
                      <a:moveTo>
                        <a:pt x="164205" y="143106"/>
                      </a:moveTo>
                      <a:lnTo>
                        <a:pt x="162792" y="143106"/>
                      </a:lnTo>
                      <a:cubicBezTo>
                        <a:pt x="161933" y="143092"/>
                        <a:pt x="161233" y="142379"/>
                        <a:pt x="161246" y="141520"/>
                      </a:cubicBezTo>
                      <a:cubicBezTo>
                        <a:pt x="161246" y="140661"/>
                        <a:pt x="161959" y="139974"/>
                        <a:pt x="162805" y="139974"/>
                      </a:cubicBezTo>
                      <a:lnTo>
                        <a:pt x="164205" y="139974"/>
                      </a:lnTo>
                      <a:cubicBezTo>
                        <a:pt x="167892" y="139974"/>
                        <a:pt x="171644" y="139856"/>
                        <a:pt x="175343" y="139604"/>
                      </a:cubicBezTo>
                      <a:cubicBezTo>
                        <a:pt x="176215" y="139591"/>
                        <a:pt x="176955" y="140199"/>
                        <a:pt x="177008" y="141058"/>
                      </a:cubicBezTo>
                      <a:cubicBezTo>
                        <a:pt x="177061" y="141917"/>
                        <a:pt x="176413" y="142670"/>
                        <a:pt x="175555" y="142723"/>
                      </a:cubicBezTo>
                      <a:cubicBezTo>
                        <a:pt x="171789" y="142974"/>
                        <a:pt x="167971" y="143106"/>
                        <a:pt x="164205" y="143106"/>
                      </a:cubicBezTo>
                      <a:close/>
                      <a:moveTo>
                        <a:pt x="142326" y="141639"/>
                      </a:moveTo>
                      <a:cubicBezTo>
                        <a:pt x="142260" y="141639"/>
                        <a:pt x="142181" y="141639"/>
                        <a:pt x="142115" y="141626"/>
                      </a:cubicBezTo>
                      <a:cubicBezTo>
                        <a:pt x="137913" y="141058"/>
                        <a:pt x="133685" y="140331"/>
                        <a:pt x="129537" y="139446"/>
                      </a:cubicBezTo>
                      <a:cubicBezTo>
                        <a:pt x="128691" y="139261"/>
                        <a:pt x="128150" y="138442"/>
                        <a:pt x="128334" y="137596"/>
                      </a:cubicBezTo>
                      <a:cubicBezTo>
                        <a:pt x="128519" y="136751"/>
                        <a:pt x="129339" y="136222"/>
                        <a:pt x="130184" y="136394"/>
                      </a:cubicBezTo>
                      <a:cubicBezTo>
                        <a:pt x="134254" y="137266"/>
                        <a:pt x="138402" y="137979"/>
                        <a:pt x="142524" y="138534"/>
                      </a:cubicBezTo>
                      <a:cubicBezTo>
                        <a:pt x="143383" y="138653"/>
                        <a:pt x="143978" y="139433"/>
                        <a:pt x="143872" y="140292"/>
                      </a:cubicBezTo>
                      <a:cubicBezTo>
                        <a:pt x="143766" y="141071"/>
                        <a:pt x="143092" y="141652"/>
                        <a:pt x="142326" y="141652"/>
                      </a:cubicBezTo>
                      <a:close/>
                      <a:moveTo>
                        <a:pt x="195809" y="140027"/>
                      </a:moveTo>
                      <a:cubicBezTo>
                        <a:pt x="195082" y="140027"/>
                        <a:pt x="194422" y="139512"/>
                        <a:pt x="194276" y="138772"/>
                      </a:cubicBezTo>
                      <a:cubicBezTo>
                        <a:pt x="194104" y="137927"/>
                        <a:pt x="194659" y="137107"/>
                        <a:pt x="195505" y="136936"/>
                      </a:cubicBezTo>
                      <a:cubicBezTo>
                        <a:pt x="199587" y="136130"/>
                        <a:pt x="203683" y="135152"/>
                        <a:pt x="207687" y="134042"/>
                      </a:cubicBezTo>
                      <a:cubicBezTo>
                        <a:pt x="208519" y="133804"/>
                        <a:pt x="209378" y="134293"/>
                        <a:pt x="209615" y="135126"/>
                      </a:cubicBezTo>
                      <a:cubicBezTo>
                        <a:pt x="209853" y="135958"/>
                        <a:pt x="209364" y="136817"/>
                        <a:pt x="208532" y="137055"/>
                      </a:cubicBezTo>
                      <a:cubicBezTo>
                        <a:pt x="204450" y="138191"/>
                        <a:pt x="200275" y="139182"/>
                        <a:pt x="196113" y="140001"/>
                      </a:cubicBezTo>
                      <a:cubicBezTo>
                        <a:pt x="196007" y="140014"/>
                        <a:pt x="195914" y="140027"/>
                        <a:pt x="195809" y="140027"/>
                      </a:cubicBezTo>
                      <a:close/>
                      <a:moveTo>
                        <a:pt x="110075" y="133963"/>
                      </a:moveTo>
                      <a:cubicBezTo>
                        <a:pt x="109904" y="133963"/>
                        <a:pt x="109732" y="133936"/>
                        <a:pt x="109560" y="133870"/>
                      </a:cubicBezTo>
                      <a:cubicBezTo>
                        <a:pt x="105544" y="132483"/>
                        <a:pt x="101554" y="130911"/>
                        <a:pt x="97669" y="129220"/>
                      </a:cubicBezTo>
                      <a:cubicBezTo>
                        <a:pt x="96876" y="128876"/>
                        <a:pt x="96520" y="127951"/>
                        <a:pt x="96863" y="127159"/>
                      </a:cubicBezTo>
                      <a:cubicBezTo>
                        <a:pt x="97207" y="126366"/>
                        <a:pt x="98132" y="126009"/>
                        <a:pt x="98924" y="126353"/>
                      </a:cubicBezTo>
                      <a:cubicBezTo>
                        <a:pt x="102730" y="128004"/>
                        <a:pt x="106653" y="129550"/>
                        <a:pt x="110591" y="130911"/>
                      </a:cubicBezTo>
                      <a:cubicBezTo>
                        <a:pt x="111410" y="131188"/>
                        <a:pt x="111833" y="132087"/>
                        <a:pt x="111555" y="132906"/>
                      </a:cubicBezTo>
                      <a:cubicBezTo>
                        <a:pt x="111330" y="133553"/>
                        <a:pt x="110723" y="133950"/>
                        <a:pt x="110075" y="133950"/>
                      </a:cubicBezTo>
                      <a:close/>
                      <a:moveTo>
                        <a:pt x="227505" y="130343"/>
                      </a:moveTo>
                      <a:cubicBezTo>
                        <a:pt x="226897" y="130343"/>
                        <a:pt x="226316" y="129986"/>
                        <a:pt x="226065" y="129378"/>
                      </a:cubicBezTo>
                      <a:cubicBezTo>
                        <a:pt x="225734" y="128586"/>
                        <a:pt x="226104" y="127661"/>
                        <a:pt x="226897" y="127330"/>
                      </a:cubicBezTo>
                      <a:cubicBezTo>
                        <a:pt x="230715" y="125732"/>
                        <a:pt x="234533" y="123948"/>
                        <a:pt x="238246" y="122032"/>
                      </a:cubicBezTo>
                      <a:cubicBezTo>
                        <a:pt x="239012" y="121636"/>
                        <a:pt x="239964" y="121940"/>
                        <a:pt x="240347" y="122706"/>
                      </a:cubicBezTo>
                      <a:cubicBezTo>
                        <a:pt x="240743" y="123472"/>
                        <a:pt x="240439" y="124411"/>
                        <a:pt x="239673" y="124807"/>
                      </a:cubicBezTo>
                      <a:cubicBezTo>
                        <a:pt x="235881" y="126749"/>
                        <a:pt x="231997" y="128572"/>
                        <a:pt x="228099" y="130197"/>
                      </a:cubicBezTo>
                      <a:cubicBezTo>
                        <a:pt x="227901" y="130277"/>
                        <a:pt x="227690" y="130316"/>
                        <a:pt x="227491" y="130316"/>
                      </a:cubicBezTo>
                      <a:close/>
                      <a:moveTo>
                        <a:pt x="80018" y="119984"/>
                      </a:moveTo>
                      <a:cubicBezTo>
                        <a:pt x="79740" y="119984"/>
                        <a:pt x="79476" y="119918"/>
                        <a:pt x="79225" y="119760"/>
                      </a:cubicBezTo>
                      <a:cubicBezTo>
                        <a:pt x="75592" y="117593"/>
                        <a:pt x="71985" y="115268"/>
                        <a:pt x="68510" y="112823"/>
                      </a:cubicBezTo>
                      <a:cubicBezTo>
                        <a:pt x="67810" y="112321"/>
                        <a:pt x="67638" y="111357"/>
                        <a:pt x="68127" y="110644"/>
                      </a:cubicBezTo>
                      <a:cubicBezTo>
                        <a:pt x="68629" y="109930"/>
                        <a:pt x="69593" y="109771"/>
                        <a:pt x="70307" y="110260"/>
                      </a:cubicBezTo>
                      <a:cubicBezTo>
                        <a:pt x="73702" y="112652"/>
                        <a:pt x="77243" y="114937"/>
                        <a:pt x="80811" y="117065"/>
                      </a:cubicBezTo>
                      <a:cubicBezTo>
                        <a:pt x="81550" y="117501"/>
                        <a:pt x="81801" y="118465"/>
                        <a:pt x="81352" y="119205"/>
                      </a:cubicBezTo>
                      <a:cubicBezTo>
                        <a:pt x="81062" y="119694"/>
                        <a:pt x="80546" y="119971"/>
                        <a:pt x="80005" y="119971"/>
                      </a:cubicBezTo>
                      <a:close/>
                      <a:moveTo>
                        <a:pt x="256624" y="114488"/>
                      </a:moveTo>
                      <a:cubicBezTo>
                        <a:pt x="256122" y="114488"/>
                        <a:pt x="255633" y="114250"/>
                        <a:pt x="255330" y="113801"/>
                      </a:cubicBezTo>
                      <a:cubicBezTo>
                        <a:pt x="254840" y="113088"/>
                        <a:pt x="255025" y="112110"/>
                        <a:pt x="255739" y="111634"/>
                      </a:cubicBezTo>
                      <a:cubicBezTo>
                        <a:pt x="259174" y="109296"/>
                        <a:pt x="262570" y="106786"/>
                        <a:pt x="265820" y="104196"/>
                      </a:cubicBezTo>
                      <a:cubicBezTo>
                        <a:pt x="266494" y="103654"/>
                        <a:pt x="267471" y="103773"/>
                        <a:pt x="268013" y="104447"/>
                      </a:cubicBezTo>
                      <a:cubicBezTo>
                        <a:pt x="268555" y="105121"/>
                        <a:pt x="268436" y="106099"/>
                        <a:pt x="267762" y="106640"/>
                      </a:cubicBezTo>
                      <a:cubicBezTo>
                        <a:pt x="264459" y="109283"/>
                        <a:pt x="260997" y="111833"/>
                        <a:pt x="257496" y="114224"/>
                      </a:cubicBezTo>
                      <a:cubicBezTo>
                        <a:pt x="257232" y="114409"/>
                        <a:pt x="256915" y="114501"/>
                        <a:pt x="256611" y="114501"/>
                      </a:cubicBezTo>
                      <a:close/>
                      <a:moveTo>
                        <a:pt x="53395" y="100259"/>
                      </a:moveTo>
                      <a:cubicBezTo>
                        <a:pt x="53025" y="100259"/>
                        <a:pt x="52642" y="100127"/>
                        <a:pt x="52338" y="99849"/>
                      </a:cubicBezTo>
                      <a:cubicBezTo>
                        <a:pt x="49220" y="96995"/>
                        <a:pt x="46155" y="93983"/>
                        <a:pt x="43249" y="90891"/>
                      </a:cubicBezTo>
                      <a:cubicBezTo>
                        <a:pt x="42654" y="90257"/>
                        <a:pt x="42694" y="89279"/>
                        <a:pt x="43315" y="88685"/>
                      </a:cubicBezTo>
                      <a:cubicBezTo>
                        <a:pt x="43949" y="88090"/>
                        <a:pt x="44927" y="88117"/>
                        <a:pt x="45521" y="88751"/>
                      </a:cubicBezTo>
                      <a:cubicBezTo>
                        <a:pt x="48375" y="91790"/>
                        <a:pt x="51374" y="94749"/>
                        <a:pt x="54439" y="97537"/>
                      </a:cubicBezTo>
                      <a:cubicBezTo>
                        <a:pt x="55073" y="98118"/>
                        <a:pt x="55126" y="99109"/>
                        <a:pt x="54545" y="99744"/>
                      </a:cubicBezTo>
                      <a:cubicBezTo>
                        <a:pt x="54241" y="100087"/>
                        <a:pt x="53818" y="100259"/>
                        <a:pt x="53395" y="100259"/>
                      </a:cubicBezTo>
                      <a:close/>
                      <a:moveTo>
                        <a:pt x="31305" y="75565"/>
                      </a:moveTo>
                      <a:cubicBezTo>
                        <a:pt x="30816" y="75565"/>
                        <a:pt x="30340" y="75341"/>
                        <a:pt x="30036" y="74918"/>
                      </a:cubicBezTo>
                      <a:cubicBezTo>
                        <a:pt x="28081" y="72223"/>
                        <a:pt x="26165" y="69422"/>
                        <a:pt x="24355" y="66607"/>
                      </a:cubicBezTo>
                      <a:cubicBezTo>
                        <a:pt x="23866" y="65841"/>
                        <a:pt x="23391" y="65088"/>
                        <a:pt x="22915" y="64322"/>
                      </a:cubicBezTo>
                      <a:cubicBezTo>
                        <a:pt x="22466" y="63582"/>
                        <a:pt x="22690" y="62617"/>
                        <a:pt x="23430" y="62168"/>
                      </a:cubicBezTo>
                      <a:cubicBezTo>
                        <a:pt x="24170" y="61719"/>
                        <a:pt x="25121" y="61944"/>
                        <a:pt x="25584" y="62670"/>
                      </a:cubicBezTo>
                      <a:cubicBezTo>
                        <a:pt x="26046" y="63423"/>
                        <a:pt x="26522" y="64163"/>
                        <a:pt x="26998" y="64916"/>
                      </a:cubicBezTo>
                      <a:cubicBezTo>
                        <a:pt x="28768" y="67691"/>
                        <a:pt x="30644" y="70426"/>
                        <a:pt x="32573" y="73081"/>
                      </a:cubicBezTo>
                      <a:cubicBezTo>
                        <a:pt x="33075" y="73782"/>
                        <a:pt x="32930" y="74759"/>
                        <a:pt x="32230" y="75261"/>
                      </a:cubicBezTo>
                      <a:cubicBezTo>
                        <a:pt x="31952" y="75460"/>
                        <a:pt x="31635" y="75565"/>
                        <a:pt x="31305" y="75565"/>
                      </a:cubicBezTo>
                      <a:close/>
                      <a:moveTo>
                        <a:pt x="14565" y="46948"/>
                      </a:moveTo>
                      <a:cubicBezTo>
                        <a:pt x="13970" y="46948"/>
                        <a:pt x="13402" y="46604"/>
                        <a:pt x="13138" y="46036"/>
                      </a:cubicBezTo>
                      <a:cubicBezTo>
                        <a:pt x="11381" y="42178"/>
                        <a:pt x="9743" y="38215"/>
                        <a:pt x="8276" y="34225"/>
                      </a:cubicBezTo>
                      <a:cubicBezTo>
                        <a:pt x="7985" y="33419"/>
                        <a:pt x="8395" y="32520"/>
                        <a:pt x="9201" y="32216"/>
                      </a:cubicBezTo>
                      <a:cubicBezTo>
                        <a:pt x="10007" y="31912"/>
                        <a:pt x="10905" y="32335"/>
                        <a:pt x="11209" y="33141"/>
                      </a:cubicBezTo>
                      <a:cubicBezTo>
                        <a:pt x="12636" y="37052"/>
                        <a:pt x="14248" y="40950"/>
                        <a:pt x="15979" y="44728"/>
                      </a:cubicBezTo>
                      <a:cubicBezTo>
                        <a:pt x="16335" y="45508"/>
                        <a:pt x="15979" y="46446"/>
                        <a:pt x="15212" y="46803"/>
                      </a:cubicBezTo>
                      <a:cubicBezTo>
                        <a:pt x="15001" y="46895"/>
                        <a:pt x="14776" y="46948"/>
                        <a:pt x="14565" y="46948"/>
                      </a:cubicBezTo>
                      <a:close/>
                      <a:moveTo>
                        <a:pt x="3903" y="15556"/>
                      </a:moveTo>
                      <a:cubicBezTo>
                        <a:pt x="3189" y="15556"/>
                        <a:pt x="2542" y="15067"/>
                        <a:pt x="2383" y="14340"/>
                      </a:cubicBezTo>
                      <a:cubicBezTo>
                        <a:pt x="1432" y="10218"/>
                        <a:pt x="639" y="5990"/>
                        <a:pt x="18" y="1789"/>
                      </a:cubicBezTo>
                      <a:cubicBezTo>
                        <a:pt x="-114" y="930"/>
                        <a:pt x="481" y="137"/>
                        <a:pt x="1340" y="18"/>
                      </a:cubicBezTo>
                      <a:cubicBezTo>
                        <a:pt x="2185" y="-114"/>
                        <a:pt x="2991" y="481"/>
                        <a:pt x="3110" y="1340"/>
                      </a:cubicBezTo>
                      <a:cubicBezTo>
                        <a:pt x="3718" y="5462"/>
                        <a:pt x="4511" y="9597"/>
                        <a:pt x="5435" y="13653"/>
                      </a:cubicBezTo>
                      <a:cubicBezTo>
                        <a:pt x="5634" y="14499"/>
                        <a:pt x="5105" y="15331"/>
                        <a:pt x="4260" y="15529"/>
                      </a:cubicBezTo>
                      <a:cubicBezTo>
                        <a:pt x="4141" y="15556"/>
                        <a:pt x="4022" y="15569"/>
                        <a:pt x="3903" y="15569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5" name="Forme libre : forme 1374">
                  <a:extLst>
                    <a:ext uri="{FF2B5EF4-FFF2-40B4-BE49-F238E27FC236}">
                      <a16:creationId xmlns:a16="http://schemas.microsoft.com/office/drawing/2014/main" id="{9CFD4CB0-089D-49AA-C648-69EF00E0DD57}"/>
                    </a:ext>
                  </a:extLst>
                </p:cNvPr>
                <p:cNvSpPr/>
                <p:nvPr/>
              </p:nvSpPr>
              <p:spPr>
                <a:xfrm>
                  <a:off x="1564246" y="741966"/>
                  <a:ext cx="3148" cy="9380"/>
                </a:xfrm>
                <a:custGeom>
                  <a:avLst/>
                  <a:gdLst>
                    <a:gd name="connsiteX0" fmla="*/ 1603 w 3148"/>
                    <a:gd name="connsiteY0" fmla="*/ 9381 h 9380"/>
                    <a:gd name="connsiteX1" fmla="*/ 44 w 3148"/>
                    <a:gd name="connsiteY1" fmla="*/ 7848 h 9380"/>
                    <a:gd name="connsiteX2" fmla="*/ 17 w 3148"/>
                    <a:gd name="connsiteY2" fmla="*/ 1533 h 9380"/>
                    <a:gd name="connsiteX3" fmla="*/ 1603 w 3148"/>
                    <a:gd name="connsiteY3" fmla="*/ 0 h 9380"/>
                    <a:gd name="connsiteX4" fmla="*/ 3135 w 3148"/>
                    <a:gd name="connsiteY4" fmla="*/ 1585 h 9380"/>
                    <a:gd name="connsiteX5" fmla="*/ 3149 w 3148"/>
                    <a:gd name="connsiteY5" fmla="*/ 7782 h 9380"/>
                    <a:gd name="connsiteX6" fmla="*/ 1616 w 3148"/>
                    <a:gd name="connsiteY6" fmla="*/ 9381 h 9380"/>
                    <a:gd name="connsiteX7" fmla="*/ 1576 w 3148"/>
                    <a:gd name="connsiteY7" fmla="*/ 9381 h 9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48" h="9380">
                      <a:moveTo>
                        <a:pt x="1603" y="9381"/>
                      </a:moveTo>
                      <a:cubicBezTo>
                        <a:pt x="757" y="9381"/>
                        <a:pt x="57" y="8707"/>
                        <a:pt x="44" y="7848"/>
                      </a:cubicBezTo>
                      <a:cubicBezTo>
                        <a:pt x="-9" y="5760"/>
                        <a:pt x="-9" y="3646"/>
                        <a:pt x="17" y="1533"/>
                      </a:cubicBezTo>
                      <a:cubicBezTo>
                        <a:pt x="31" y="674"/>
                        <a:pt x="744" y="13"/>
                        <a:pt x="1603" y="0"/>
                      </a:cubicBezTo>
                      <a:cubicBezTo>
                        <a:pt x="2462" y="13"/>
                        <a:pt x="3162" y="727"/>
                        <a:pt x="3135" y="1585"/>
                      </a:cubicBezTo>
                      <a:cubicBezTo>
                        <a:pt x="3109" y="3646"/>
                        <a:pt x="3109" y="5734"/>
                        <a:pt x="3149" y="7782"/>
                      </a:cubicBezTo>
                      <a:cubicBezTo>
                        <a:pt x="3162" y="8641"/>
                        <a:pt x="2488" y="9354"/>
                        <a:pt x="1616" y="9381"/>
                      </a:cubicBezTo>
                      <a:lnTo>
                        <a:pt x="1576" y="9381"/>
                      </a:ln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69" name="Graphique 1982">
                <a:extLst>
                  <a:ext uri="{FF2B5EF4-FFF2-40B4-BE49-F238E27FC236}">
                    <a16:creationId xmlns:a16="http://schemas.microsoft.com/office/drawing/2014/main" id="{BCBB7D7E-E50A-CF25-657A-4B1EBDB9E2F9}"/>
                  </a:ext>
                </a:extLst>
              </p:cNvPr>
              <p:cNvGrpSpPr/>
              <p:nvPr/>
            </p:nvGrpSpPr>
            <p:grpSpPr>
              <a:xfrm>
                <a:off x="1605093" y="619177"/>
                <a:ext cx="252197" cy="252210"/>
                <a:chOff x="1605093" y="619177"/>
                <a:chExt cx="252197" cy="252210"/>
              </a:xfrm>
            </p:grpSpPr>
            <p:sp>
              <p:nvSpPr>
                <p:cNvPr id="1370" name="Forme libre : forme 1369">
                  <a:extLst>
                    <a:ext uri="{FF2B5EF4-FFF2-40B4-BE49-F238E27FC236}">
                      <a16:creationId xmlns:a16="http://schemas.microsoft.com/office/drawing/2014/main" id="{8AC8C272-7B6E-DC2A-DA8D-9A108EEDA370}"/>
                    </a:ext>
                  </a:extLst>
                </p:cNvPr>
                <p:cNvSpPr/>
                <p:nvPr/>
              </p:nvSpPr>
              <p:spPr>
                <a:xfrm>
                  <a:off x="1605093" y="619177"/>
                  <a:ext cx="252197" cy="252210"/>
                </a:xfrm>
                <a:custGeom>
                  <a:avLst/>
                  <a:gdLst>
                    <a:gd name="connsiteX0" fmla="*/ 62 w 252197"/>
                    <a:gd name="connsiteY0" fmla="*/ 109035 h 252210"/>
                    <a:gd name="connsiteX1" fmla="*/ 894 w 252197"/>
                    <a:gd name="connsiteY1" fmla="*/ 111163 h 252210"/>
                    <a:gd name="connsiteX2" fmla="*/ 20963 w 252197"/>
                    <a:gd name="connsiteY2" fmla="*/ 124322 h 252210"/>
                    <a:gd name="connsiteX3" fmla="*/ 25825 w 252197"/>
                    <a:gd name="connsiteY3" fmla="*/ 157828 h 252210"/>
                    <a:gd name="connsiteX4" fmla="*/ 10354 w 252197"/>
                    <a:gd name="connsiteY4" fmla="*/ 176140 h 252210"/>
                    <a:gd name="connsiteX5" fmla="*/ 10169 w 252197"/>
                    <a:gd name="connsiteY5" fmla="*/ 178425 h 252210"/>
                    <a:gd name="connsiteX6" fmla="*/ 24901 w 252197"/>
                    <a:gd name="connsiteY6" fmla="*/ 203145 h 252210"/>
                    <a:gd name="connsiteX7" fmla="*/ 27001 w 252197"/>
                    <a:gd name="connsiteY7" fmla="*/ 204070 h 252210"/>
                    <a:gd name="connsiteX8" fmla="*/ 50479 w 252197"/>
                    <a:gd name="connsiteY8" fmla="*/ 199182 h 252210"/>
                    <a:gd name="connsiteX9" fmla="*/ 77630 w 252197"/>
                    <a:gd name="connsiteY9" fmla="*/ 219423 h 252210"/>
                    <a:gd name="connsiteX10" fmla="*/ 79638 w 252197"/>
                    <a:gd name="connsiteY10" fmla="*/ 243337 h 252210"/>
                    <a:gd name="connsiteX11" fmla="*/ 81118 w 252197"/>
                    <a:gd name="connsiteY11" fmla="*/ 245081 h 252210"/>
                    <a:gd name="connsiteX12" fmla="*/ 109022 w 252197"/>
                    <a:gd name="connsiteY12" fmla="*/ 252149 h 252210"/>
                    <a:gd name="connsiteX13" fmla="*/ 111149 w 252197"/>
                    <a:gd name="connsiteY13" fmla="*/ 251317 h 252210"/>
                    <a:gd name="connsiteX14" fmla="*/ 124309 w 252197"/>
                    <a:gd name="connsiteY14" fmla="*/ 231248 h 252210"/>
                    <a:gd name="connsiteX15" fmla="*/ 157814 w 252197"/>
                    <a:gd name="connsiteY15" fmla="*/ 226385 h 252210"/>
                    <a:gd name="connsiteX16" fmla="*/ 176127 w 252197"/>
                    <a:gd name="connsiteY16" fmla="*/ 241857 h 252210"/>
                    <a:gd name="connsiteX17" fmla="*/ 178412 w 252197"/>
                    <a:gd name="connsiteY17" fmla="*/ 242042 h 252210"/>
                    <a:gd name="connsiteX18" fmla="*/ 203132 w 252197"/>
                    <a:gd name="connsiteY18" fmla="*/ 227310 h 252210"/>
                    <a:gd name="connsiteX19" fmla="*/ 204057 w 252197"/>
                    <a:gd name="connsiteY19" fmla="*/ 225210 h 252210"/>
                    <a:gd name="connsiteX20" fmla="*/ 199168 w 252197"/>
                    <a:gd name="connsiteY20" fmla="*/ 201732 h 252210"/>
                    <a:gd name="connsiteX21" fmla="*/ 219409 w 252197"/>
                    <a:gd name="connsiteY21" fmla="*/ 174581 h 252210"/>
                    <a:gd name="connsiteX22" fmla="*/ 243323 w 252197"/>
                    <a:gd name="connsiteY22" fmla="*/ 172573 h 252210"/>
                    <a:gd name="connsiteX23" fmla="*/ 245067 w 252197"/>
                    <a:gd name="connsiteY23" fmla="*/ 171093 h 252210"/>
                    <a:gd name="connsiteX24" fmla="*/ 252136 w 252197"/>
                    <a:gd name="connsiteY24" fmla="*/ 143189 h 252210"/>
                    <a:gd name="connsiteX25" fmla="*/ 251303 w 252197"/>
                    <a:gd name="connsiteY25" fmla="*/ 141062 h 252210"/>
                    <a:gd name="connsiteX26" fmla="*/ 231234 w 252197"/>
                    <a:gd name="connsiteY26" fmla="*/ 127902 h 252210"/>
                    <a:gd name="connsiteX27" fmla="*/ 226372 w 252197"/>
                    <a:gd name="connsiteY27" fmla="*/ 94396 h 252210"/>
                    <a:gd name="connsiteX28" fmla="*/ 241844 w 252197"/>
                    <a:gd name="connsiteY28" fmla="*/ 76084 h 252210"/>
                    <a:gd name="connsiteX29" fmla="*/ 242029 w 252197"/>
                    <a:gd name="connsiteY29" fmla="*/ 73799 h 252210"/>
                    <a:gd name="connsiteX30" fmla="*/ 227297 w 252197"/>
                    <a:gd name="connsiteY30" fmla="*/ 49066 h 252210"/>
                    <a:gd name="connsiteX31" fmla="*/ 225196 w 252197"/>
                    <a:gd name="connsiteY31" fmla="*/ 48141 h 252210"/>
                    <a:gd name="connsiteX32" fmla="*/ 201718 w 252197"/>
                    <a:gd name="connsiteY32" fmla="*/ 53029 h 252210"/>
                    <a:gd name="connsiteX33" fmla="*/ 174567 w 252197"/>
                    <a:gd name="connsiteY33" fmla="*/ 32788 h 252210"/>
                    <a:gd name="connsiteX34" fmla="*/ 172559 w 252197"/>
                    <a:gd name="connsiteY34" fmla="*/ 8874 h 252210"/>
                    <a:gd name="connsiteX35" fmla="*/ 171079 w 252197"/>
                    <a:gd name="connsiteY35" fmla="*/ 7130 h 252210"/>
                    <a:gd name="connsiteX36" fmla="*/ 143175 w 252197"/>
                    <a:gd name="connsiteY36" fmla="*/ 62 h 252210"/>
                    <a:gd name="connsiteX37" fmla="*/ 141048 w 252197"/>
                    <a:gd name="connsiteY37" fmla="*/ 894 h 252210"/>
                    <a:gd name="connsiteX38" fmla="*/ 127889 w 252197"/>
                    <a:gd name="connsiteY38" fmla="*/ 20963 h 252210"/>
                    <a:gd name="connsiteX39" fmla="*/ 94383 w 252197"/>
                    <a:gd name="connsiteY39" fmla="*/ 25825 h 252210"/>
                    <a:gd name="connsiteX40" fmla="*/ 76071 w 252197"/>
                    <a:gd name="connsiteY40" fmla="*/ 10354 h 252210"/>
                    <a:gd name="connsiteX41" fmla="*/ 73785 w 252197"/>
                    <a:gd name="connsiteY41" fmla="*/ 10169 h 252210"/>
                    <a:gd name="connsiteX42" fmla="*/ 49066 w 252197"/>
                    <a:gd name="connsiteY42" fmla="*/ 24901 h 252210"/>
                    <a:gd name="connsiteX43" fmla="*/ 48141 w 252197"/>
                    <a:gd name="connsiteY43" fmla="*/ 27001 h 252210"/>
                    <a:gd name="connsiteX44" fmla="*/ 53029 w 252197"/>
                    <a:gd name="connsiteY44" fmla="*/ 50479 h 252210"/>
                    <a:gd name="connsiteX45" fmla="*/ 32788 w 252197"/>
                    <a:gd name="connsiteY45" fmla="*/ 77630 h 252210"/>
                    <a:gd name="connsiteX46" fmla="*/ 8874 w 252197"/>
                    <a:gd name="connsiteY46" fmla="*/ 79638 h 252210"/>
                    <a:gd name="connsiteX47" fmla="*/ 7130 w 252197"/>
                    <a:gd name="connsiteY47" fmla="*/ 81118 h 252210"/>
                    <a:gd name="connsiteX48" fmla="*/ 62 w 252197"/>
                    <a:gd name="connsiteY48" fmla="*/ 109022 h 252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252197" h="252210">
                      <a:moveTo>
                        <a:pt x="62" y="109035"/>
                      </a:moveTo>
                      <a:cubicBezTo>
                        <a:pt x="-150" y="109855"/>
                        <a:pt x="194" y="110713"/>
                        <a:pt x="894" y="111163"/>
                      </a:cubicBezTo>
                      <a:lnTo>
                        <a:pt x="20963" y="124322"/>
                      </a:lnTo>
                      <a:cubicBezTo>
                        <a:pt x="20765" y="135526"/>
                        <a:pt x="22337" y="146835"/>
                        <a:pt x="25825" y="157828"/>
                      </a:cubicBezTo>
                      <a:lnTo>
                        <a:pt x="10354" y="176140"/>
                      </a:lnTo>
                      <a:cubicBezTo>
                        <a:pt x="9812" y="176787"/>
                        <a:pt x="9733" y="177699"/>
                        <a:pt x="10169" y="178425"/>
                      </a:cubicBezTo>
                      <a:lnTo>
                        <a:pt x="24901" y="203145"/>
                      </a:lnTo>
                      <a:cubicBezTo>
                        <a:pt x="25337" y="203872"/>
                        <a:pt x="26169" y="204242"/>
                        <a:pt x="27001" y="204070"/>
                      </a:cubicBezTo>
                      <a:lnTo>
                        <a:pt x="50479" y="199182"/>
                      </a:lnTo>
                      <a:cubicBezTo>
                        <a:pt x="58486" y="207479"/>
                        <a:pt x="67681" y="214257"/>
                        <a:pt x="77630" y="219423"/>
                      </a:cubicBezTo>
                      <a:lnTo>
                        <a:pt x="79638" y="243337"/>
                      </a:lnTo>
                      <a:cubicBezTo>
                        <a:pt x="79704" y="244169"/>
                        <a:pt x="80299" y="244869"/>
                        <a:pt x="81118" y="245081"/>
                      </a:cubicBezTo>
                      <a:lnTo>
                        <a:pt x="109022" y="252149"/>
                      </a:lnTo>
                      <a:cubicBezTo>
                        <a:pt x="109841" y="252360"/>
                        <a:pt x="110700" y="252017"/>
                        <a:pt x="111149" y="251317"/>
                      </a:cubicBezTo>
                      <a:lnTo>
                        <a:pt x="124309" y="231248"/>
                      </a:lnTo>
                      <a:cubicBezTo>
                        <a:pt x="135512" y="231446"/>
                        <a:pt x="146822" y="229873"/>
                        <a:pt x="157814" y="226385"/>
                      </a:cubicBezTo>
                      <a:lnTo>
                        <a:pt x="176127" y="241857"/>
                      </a:lnTo>
                      <a:cubicBezTo>
                        <a:pt x="176774" y="242399"/>
                        <a:pt x="177686" y="242478"/>
                        <a:pt x="178412" y="242042"/>
                      </a:cubicBezTo>
                      <a:lnTo>
                        <a:pt x="203132" y="227310"/>
                      </a:lnTo>
                      <a:cubicBezTo>
                        <a:pt x="203859" y="226874"/>
                        <a:pt x="204229" y="226042"/>
                        <a:pt x="204057" y="225210"/>
                      </a:cubicBezTo>
                      <a:lnTo>
                        <a:pt x="199168" y="201732"/>
                      </a:lnTo>
                      <a:cubicBezTo>
                        <a:pt x="207466" y="193725"/>
                        <a:pt x="214244" y="184529"/>
                        <a:pt x="219409" y="174581"/>
                      </a:cubicBezTo>
                      <a:lnTo>
                        <a:pt x="243323" y="172573"/>
                      </a:lnTo>
                      <a:cubicBezTo>
                        <a:pt x="244156" y="172506"/>
                        <a:pt x="244856" y="171912"/>
                        <a:pt x="245067" y="171093"/>
                      </a:cubicBezTo>
                      <a:lnTo>
                        <a:pt x="252136" y="143189"/>
                      </a:lnTo>
                      <a:cubicBezTo>
                        <a:pt x="252347" y="142370"/>
                        <a:pt x="252004" y="141511"/>
                        <a:pt x="251303" y="141062"/>
                      </a:cubicBezTo>
                      <a:lnTo>
                        <a:pt x="231234" y="127902"/>
                      </a:lnTo>
                      <a:cubicBezTo>
                        <a:pt x="231432" y="116698"/>
                        <a:pt x="229860" y="105389"/>
                        <a:pt x="226372" y="94396"/>
                      </a:cubicBezTo>
                      <a:lnTo>
                        <a:pt x="241844" y="76084"/>
                      </a:lnTo>
                      <a:cubicBezTo>
                        <a:pt x="242385" y="75437"/>
                        <a:pt x="242465" y="74525"/>
                        <a:pt x="242029" y="73799"/>
                      </a:cubicBezTo>
                      <a:lnTo>
                        <a:pt x="227297" y="49066"/>
                      </a:lnTo>
                      <a:cubicBezTo>
                        <a:pt x="226861" y="48339"/>
                        <a:pt x="226029" y="47969"/>
                        <a:pt x="225196" y="48141"/>
                      </a:cubicBezTo>
                      <a:lnTo>
                        <a:pt x="201718" y="53029"/>
                      </a:lnTo>
                      <a:cubicBezTo>
                        <a:pt x="193712" y="44732"/>
                        <a:pt x="184516" y="37954"/>
                        <a:pt x="174567" y="32788"/>
                      </a:cubicBezTo>
                      <a:lnTo>
                        <a:pt x="172559" y="8874"/>
                      </a:lnTo>
                      <a:cubicBezTo>
                        <a:pt x="172493" y="8042"/>
                        <a:pt x="171899" y="7329"/>
                        <a:pt x="171079" y="7130"/>
                      </a:cubicBezTo>
                      <a:lnTo>
                        <a:pt x="143175" y="62"/>
                      </a:lnTo>
                      <a:cubicBezTo>
                        <a:pt x="142356" y="-150"/>
                        <a:pt x="141498" y="194"/>
                        <a:pt x="141048" y="894"/>
                      </a:cubicBezTo>
                      <a:lnTo>
                        <a:pt x="127889" y="20963"/>
                      </a:lnTo>
                      <a:cubicBezTo>
                        <a:pt x="116685" y="20765"/>
                        <a:pt x="105376" y="22337"/>
                        <a:pt x="94383" y="25825"/>
                      </a:cubicBezTo>
                      <a:lnTo>
                        <a:pt x="76071" y="10354"/>
                      </a:lnTo>
                      <a:cubicBezTo>
                        <a:pt x="75424" y="9812"/>
                        <a:pt x="74512" y="9733"/>
                        <a:pt x="73785" y="10169"/>
                      </a:cubicBezTo>
                      <a:lnTo>
                        <a:pt x="49066" y="24901"/>
                      </a:lnTo>
                      <a:cubicBezTo>
                        <a:pt x="48339" y="25337"/>
                        <a:pt x="47969" y="26169"/>
                        <a:pt x="48141" y="27001"/>
                      </a:cubicBezTo>
                      <a:lnTo>
                        <a:pt x="53029" y="50479"/>
                      </a:lnTo>
                      <a:cubicBezTo>
                        <a:pt x="44732" y="58486"/>
                        <a:pt x="37954" y="67681"/>
                        <a:pt x="32788" y="77630"/>
                      </a:cubicBezTo>
                      <a:lnTo>
                        <a:pt x="8874" y="79638"/>
                      </a:lnTo>
                      <a:cubicBezTo>
                        <a:pt x="8042" y="79704"/>
                        <a:pt x="7342" y="80299"/>
                        <a:pt x="7130" y="81118"/>
                      </a:cubicBezTo>
                      <a:lnTo>
                        <a:pt x="62" y="109022"/>
                      </a:ln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1" name="Forme libre : forme 1370">
                  <a:extLst>
                    <a:ext uri="{FF2B5EF4-FFF2-40B4-BE49-F238E27FC236}">
                      <a16:creationId xmlns:a16="http://schemas.microsoft.com/office/drawing/2014/main" id="{B753301C-B64C-C538-2BD5-B59E7623B304}"/>
                    </a:ext>
                  </a:extLst>
                </p:cNvPr>
                <p:cNvSpPr/>
                <p:nvPr/>
              </p:nvSpPr>
              <p:spPr>
                <a:xfrm>
                  <a:off x="1703281" y="717416"/>
                  <a:ext cx="55795" cy="55796"/>
                </a:xfrm>
                <a:custGeom>
                  <a:avLst/>
                  <a:gdLst>
                    <a:gd name="connsiteX0" fmla="*/ 27904 w 55795"/>
                    <a:gd name="connsiteY0" fmla="*/ 55796 h 55796"/>
                    <a:gd name="connsiteX1" fmla="*/ 27878 w 55795"/>
                    <a:gd name="connsiteY1" fmla="*/ 55796 h 55796"/>
                    <a:gd name="connsiteX2" fmla="*/ 8152 w 55795"/>
                    <a:gd name="connsiteY2" fmla="*/ 47605 h 55796"/>
                    <a:gd name="connsiteX3" fmla="*/ 0 w 55795"/>
                    <a:gd name="connsiteY3" fmla="*/ 27866 h 55796"/>
                    <a:gd name="connsiteX4" fmla="*/ 8192 w 55795"/>
                    <a:gd name="connsiteY4" fmla="*/ 8140 h 55796"/>
                    <a:gd name="connsiteX5" fmla="*/ 47643 w 55795"/>
                    <a:gd name="connsiteY5" fmla="*/ 8180 h 55796"/>
                    <a:gd name="connsiteX6" fmla="*/ 55795 w 55795"/>
                    <a:gd name="connsiteY6" fmla="*/ 27919 h 55796"/>
                    <a:gd name="connsiteX7" fmla="*/ 47603 w 55795"/>
                    <a:gd name="connsiteY7" fmla="*/ 47645 h 55796"/>
                    <a:gd name="connsiteX8" fmla="*/ 27891 w 55795"/>
                    <a:gd name="connsiteY8" fmla="*/ 55796 h 55796"/>
                    <a:gd name="connsiteX9" fmla="*/ 27904 w 55795"/>
                    <a:gd name="connsiteY9" fmla="*/ 4692 h 55796"/>
                    <a:gd name="connsiteX10" fmla="*/ 11508 w 55795"/>
                    <a:gd name="connsiteY10" fmla="*/ 11470 h 55796"/>
                    <a:gd name="connsiteX11" fmla="*/ 4690 w 55795"/>
                    <a:gd name="connsiteY11" fmla="*/ 27879 h 55796"/>
                    <a:gd name="connsiteX12" fmla="*/ 11468 w 55795"/>
                    <a:gd name="connsiteY12" fmla="*/ 44302 h 55796"/>
                    <a:gd name="connsiteX13" fmla="*/ 27878 w 55795"/>
                    <a:gd name="connsiteY13" fmla="*/ 51119 h 55796"/>
                    <a:gd name="connsiteX14" fmla="*/ 27904 w 55795"/>
                    <a:gd name="connsiteY14" fmla="*/ 51119 h 55796"/>
                    <a:gd name="connsiteX15" fmla="*/ 44300 w 55795"/>
                    <a:gd name="connsiteY15" fmla="*/ 44342 h 55796"/>
                    <a:gd name="connsiteX16" fmla="*/ 51118 w 55795"/>
                    <a:gd name="connsiteY16" fmla="*/ 27932 h 55796"/>
                    <a:gd name="connsiteX17" fmla="*/ 44340 w 55795"/>
                    <a:gd name="connsiteY17" fmla="*/ 11509 h 55796"/>
                    <a:gd name="connsiteX18" fmla="*/ 27930 w 55795"/>
                    <a:gd name="connsiteY18" fmla="*/ 4692 h 55796"/>
                    <a:gd name="connsiteX19" fmla="*/ 27904 w 55795"/>
                    <a:gd name="connsiteY19" fmla="*/ 4692 h 557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55795" h="55796">
                      <a:moveTo>
                        <a:pt x="27904" y="55796"/>
                      </a:moveTo>
                      <a:lnTo>
                        <a:pt x="27878" y="55796"/>
                      </a:lnTo>
                      <a:cubicBezTo>
                        <a:pt x="20426" y="55796"/>
                        <a:pt x="13424" y="52877"/>
                        <a:pt x="8152" y="47605"/>
                      </a:cubicBezTo>
                      <a:cubicBezTo>
                        <a:pt x="2894" y="42333"/>
                        <a:pt x="-13" y="35318"/>
                        <a:pt x="0" y="27866"/>
                      </a:cubicBezTo>
                      <a:cubicBezTo>
                        <a:pt x="0" y="20414"/>
                        <a:pt x="2920" y="13412"/>
                        <a:pt x="8192" y="8140"/>
                      </a:cubicBezTo>
                      <a:cubicBezTo>
                        <a:pt x="19078" y="-2733"/>
                        <a:pt x="36783" y="-2707"/>
                        <a:pt x="47643" y="8180"/>
                      </a:cubicBezTo>
                      <a:cubicBezTo>
                        <a:pt x="52901" y="13452"/>
                        <a:pt x="55808" y="20467"/>
                        <a:pt x="55795" y="27919"/>
                      </a:cubicBezTo>
                      <a:cubicBezTo>
                        <a:pt x="55795" y="35371"/>
                        <a:pt x="52875" y="42373"/>
                        <a:pt x="47603" y="47645"/>
                      </a:cubicBezTo>
                      <a:cubicBezTo>
                        <a:pt x="42332" y="52903"/>
                        <a:pt x="35342" y="55796"/>
                        <a:pt x="27891" y="55796"/>
                      </a:cubicBezTo>
                      <a:close/>
                      <a:moveTo>
                        <a:pt x="27904" y="4692"/>
                      </a:moveTo>
                      <a:cubicBezTo>
                        <a:pt x="21708" y="4692"/>
                        <a:pt x="15894" y="7097"/>
                        <a:pt x="11508" y="11470"/>
                      </a:cubicBezTo>
                      <a:cubicBezTo>
                        <a:pt x="7121" y="15856"/>
                        <a:pt x="4704" y="21670"/>
                        <a:pt x="4690" y="27879"/>
                      </a:cubicBezTo>
                      <a:cubicBezTo>
                        <a:pt x="4690" y="34076"/>
                        <a:pt x="7095" y="39915"/>
                        <a:pt x="11468" y="44302"/>
                      </a:cubicBezTo>
                      <a:cubicBezTo>
                        <a:pt x="15855" y="48688"/>
                        <a:pt x="21668" y="51106"/>
                        <a:pt x="27878" y="51119"/>
                      </a:cubicBezTo>
                      <a:lnTo>
                        <a:pt x="27904" y="51119"/>
                      </a:lnTo>
                      <a:cubicBezTo>
                        <a:pt x="34101" y="51119"/>
                        <a:pt x="39914" y="48715"/>
                        <a:pt x="44300" y="44342"/>
                      </a:cubicBezTo>
                      <a:cubicBezTo>
                        <a:pt x="48687" y="39968"/>
                        <a:pt x="51105" y="34142"/>
                        <a:pt x="51118" y="27932"/>
                      </a:cubicBezTo>
                      <a:cubicBezTo>
                        <a:pt x="51118" y="21736"/>
                        <a:pt x="48713" y="15896"/>
                        <a:pt x="44340" y="11509"/>
                      </a:cubicBezTo>
                      <a:cubicBezTo>
                        <a:pt x="39954" y="7123"/>
                        <a:pt x="34140" y="4705"/>
                        <a:pt x="27930" y="4692"/>
                      </a:cubicBezTo>
                      <a:lnTo>
                        <a:pt x="27904" y="4692"/>
                      </a:ln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2" name="Forme libre : forme 1371">
                  <a:extLst>
                    <a:ext uri="{FF2B5EF4-FFF2-40B4-BE49-F238E27FC236}">
                      <a16:creationId xmlns:a16="http://schemas.microsoft.com/office/drawing/2014/main" id="{F53E1FD5-BD5E-4860-AB33-249D81352C15}"/>
                    </a:ext>
                  </a:extLst>
                </p:cNvPr>
                <p:cNvSpPr/>
                <p:nvPr/>
              </p:nvSpPr>
              <p:spPr>
                <a:xfrm>
                  <a:off x="1663711" y="673620"/>
                  <a:ext cx="139889" cy="143562"/>
                </a:xfrm>
                <a:custGeom>
                  <a:avLst/>
                  <a:gdLst>
                    <a:gd name="connsiteX0" fmla="*/ 68188 w 139889"/>
                    <a:gd name="connsiteY0" fmla="*/ 143563 h 143562"/>
                    <a:gd name="connsiteX1" fmla="*/ 6395 w 139889"/>
                    <a:gd name="connsiteY1" fmla="*/ 108524 h 143562"/>
                    <a:gd name="connsiteX2" fmla="*/ 0 w 139889"/>
                    <a:gd name="connsiteY2" fmla="*/ 94638 h 143562"/>
                    <a:gd name="connsiteX3" fmla="*/ 4439 w 139889"/>
                    <a:gd name="connsiteY3" fmla="*/ 93145 h 143562"/>
                    <a:gd name="connsiteX4" fmla="*/ 10411 w 139889"/>
                    <a:gd name="connsiteY4" fmla="*/ 106119 h 143562"/>
                    <a:gd name="connsiteX5" fmla="*/ 80964 w 139889"/>
                    <a:gd name="connsiteY5" fmla="*/ 137630 h 143562"/>
                    <a:gd name="connsiteX6" fmla="*/ 81109 w 139889"/>
                    <a:gd name="connsiteY6" fmla="*/ 137604 h 143562"/>
                    <a:gd name="connsiteX7" fmla="*/ 81268 w 139889"/>
                    <a:gd name="connsiteY7" fmla="*/ 137577 h 143562"/>
                    <a:gd name="connsiteX8" fmla="*/ 102394 w 139889"/>
                    <a:gd name="connsiteY8" fmla="*/ 129439 h 143562"/>
                    <a:gd name="connsiteX9" fmla="*/ 133099 w 139889"/>
                    <a:gd name="connsiteY9" fmla="*/ 88270 h 143562"/>
                    <a:gd name="connsiteX10" fmla="*/ 135186 w 139889"/>
                    <a:gd name="connsiteY10" fmla="*/ 71649 h 143562"/>
                    <a:gd name="connsiteX11" fmla="*/ 125713 w 139889"/>
                    <a:gd name="connsiteY11" fmla="*/ 37443 h 143562"/>
                    <a:gd name="connsiteX12" fmla="*/ 33731 w 139889"/>
                    <a:gd name="connsiteY12" fmla="*/ 14123 h 143562"/>
                    <a:gd name="connsiteX13" fmla="*/ 8998 w 139889"/>
                    <a:gd name="connsiteY13" fmla="*/ 39927 h 143562"/>
                    <a:gd name="connsiteX14" fmla="*/ 4862 w 139889"/>
                    <a:gd name="connsiteY14" fmla="*/ 37707 h 143562"/>
                    <a:gd name="connsiteX15" fmla="*/ 31326 w 139889"/>
                    <a:gd name="connsiteY15" fmla="*/ 10094 h 143562"/>
                    <a:gd name="connsiteX16" fmla="*/ 129743 w 139889"/>
                    <a:gd name="connsiteY16" fmla="*/ 35038 h 143562"/>
                    <a:gd name="connsiteX17" fmla="*/ 139890 w 139889"/>
                    <a:gd name="connsiteY17" fmla="*/ 71636 h 143562"/>
                    <a:gd name="connsiteX18" fmla="*/ 137657 w 139889"/>
                    <a:gd name="connsiteY18" fmla="*/ 89406 h 143562"/>
                    <a:gd name="connsiteX19" fmla="*/ 104799 w 139889"/>
                    <a:gd name="connsiteY19" fmla="*/ 133442 h 143562"/>
                    <a:gd name="connsiteX20" fmla="*/ 68188 w 139889"/>
                    <a:gd name="connsiteY20" fmla="*/ 143536 h 143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39889" h="143562">
                      <a:moveTo>
                        <a:pt x="68188" y="143563"/>
                      </a:moveTo>
                      <a:cubicBezTo>
                        <a:pt x="43706" y="143563"/>
                        <a:pt x="19805" y="131051"/>
                        <a:pt x="6395" y="108524"/>
                      </a:cubicBezTo>
                      <a:cubicBezTo>
                        <a:pt x="3779" y="104124"/>
                        <a:pt x="1625" y="99447"/>
                        <a:pt x="0" y="94638"/>
                      </a:cubicBezTo>
                      <a:lnTo>
                        <a:pt x="4439" y="93145"/>
                      </a:lnTo>
                      <a:cubicBezTo>
                        <a:pt x="5959" y="97637"/>
                        <a:pt x="7967" y="102010"/>
                        <a:pt x="10411" y="106119"/>
                      </a:cubicBezTo>
                      <a:cubicBezTo>
                        <a:pt x="25288" y="131090"/>
                        <a:pt x="53945" y="142902"/>
                        <a:pt x="80964" y="137630"/>
                      </a:cubicBezTo>
                      <a:cubicBezTo>
                        <a:pt x="81017" y="137630"/>
                        <a:pt x="81070" y="137617"/>
                        <a:pt x="81109" y="137604"/>
                      </a:cubicBezTo>
                      <a:cubicBezTo>
                        <a:pt x="81162" y="137604"/>
                        <a:pt x="81215" y="137577"/>
                        <a:pt x="81268" y="137577"/>
                      </a:cubicBezTo>
                      <a:cubicBezTo>
                        <a:pt x="88534" y="136124"/>
                        <a:pt x="95682" y="133442"/>
                        <a:pt x="102394" y="129439"/>
                      </a:cubicBezTo>
                      <a:cubicBezTo>
                        <a:pt x="117786" y="120270"/>
                        <a:pt x="128699" y="105644"/>
                        <a:pt x="133099" y="88270"/>
                      </a:cubicBezTo>
                      <a:cubicBezTo>
                        <a:pt x="134499" y="82760"/>
                        <a:pt x="135186" y="77185"/>
                        <a:pt x="135186" y="71649"/>
                      </a:cubicBezTo>
                      <a:cubicBezTo>
                        <a:pt x="135186" y="59718"/>
                        <a:pt x="131976" y="47960"/>
                        <a:pt x="125713" y="37443"/>
                      </a:cubicBezTo>
                      <a:cubicBezTo>
                        <a:pt x="106780" y="5654"/>
                        <a:pt x="65519" y="-4810"/>
                        <a:pt x="33731" y="14123"/>
                      </a:cubicBezTo>
                      <a:cubicBezTo>
                        <a:pt x="23280" y="20346"/>
                        <a:pt x="14718" y="29265"/>
                        <a:pt x="8998" y="39927"/>
                      </a:cubicBezTo>
                      <a:lnTo>
                        <a:pt x="4862" y="37707"/>
                      </a:lnTo>
                      <a:cubicBezTo>
                        <a:pt x="10993" y="26305"/>
                        <a:pt x="20148" y="16766"/>
                        <a:pt x="31326" y="10094"/>
                      </a:cubicBezTo>
                      <a:cubicBezTo>
                        <a:pt x="65334" y="-10160"/>
                        <a:pt x="109489" y="1030"/>
                        <a:pt x="129743" y="35038"/>
                      </a:cubicBezTo>
                      <a:cubicBezTo>
                        <a:pt x="136442" y="46295"/>
                        <a:pt x="139877" y="58873"/>
                        <a:pt x="139890" y="71636"/>
                      </a:cubicBezTo>
                      <a:cubicBezTo>
                        <a:pt x="139890" y="77555"/>
                        <a:pt x="139150" y="83527"/>
                        <a:pt x="137657" y="89406"/>
                      </a:cubicBezTo>
                      <a:cubicBezTo>
                        <a:pt x="132940" y="107996"/>
                        <a:pt x="121274" y="123639"/>
                        <a:pt x="104799" y="133442"/>
                      </a:cubicBezTo>
                      <a:cubicBezTo>
                        <a:pt x="93317" y="140286"/>
                        <a:pt x="80673" y="143536"/>
                        <a:pt x="68188" y="143536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84" name="Graphique 1982">
              <a:extLst>
                <a:ext uri="{FF2B5EF4-FFF2-40B4-BE49-F238E27FC236}">
                  <a16:creationId xmlns:a16="http://schemas.microsoft.com/office/drawing/2014/main" id="{756450F0-5206-89CA-4740-6B149B67B2C1}"/>
                </a:ext>
              </a:extLst>
            </p:cNvPr>
            <p:cNvGrpSpPr/>
            <p:nvPr/>
          </p:nvGrpSpPr>
          <p:grpSpPr>
            <a:xfrm>
              <a:off x="5012" y="0"/>
              <a:ext cx="391406" cy="391078"/>
              <a:chOff x="5012" y="0"/>
              <a:chExt cx="391406" cy="391078"/>
            </a:xfrm>
          </p:grpSpPr>
          <p:grpSp>
            <p:nvGrpSpPr>
              <p:cNvPr id="1355" name="Graphique 1982">
                <a:extLst>
                  <a:ext uri="{FF2B5EF4-FFF2-40B4-BE49-F238E27FC236}">
                    <a16:creationId xmlns:a16="http://schemas.microsoft.com/office/drawing/2014/main" id="{3BDF66E4-5A1A-99DA-2DDF-B10E5CBE6501}"/>
                  </a:ext>
                </a:extLst>
              </p:cNvPr>
              <p:cNvGrpSpPr/>
              <p:nvPr/>
            </p:nvGrpSpPr>
            <p:grpSpPr>
              <a:xfrm>
                <a:off x="44214" y="0"/>
                <a:ext cx="352204" cy="191113"/>
                <a:chOff x="44214" y="0"/>
                <a:chExt cx="352204" cy="191113"/>
              </a:xfrm>
              <a:solidFill>
                <a:srgbClr val="B1ABE5"/>
              </a:solidFill>
            </p:grpSpPr>
            <p:sp>
              <p:nvSpPr>
                <p:cNvPr id="1364" name="Forme libre : forme 1363">
                  <a:extLst>
                    <a:ext uri="{FF2B5EF4-FFF2-40B4-BE49-F238E27FC236}">
                      <a16:creationId xmlns:a16="http://schemas.microsoft.com/office/drawing/2014/main" id="{0F468AA4-E247-F8E9-1974-F9A834031C5D}"/>
                    </a:ext>
                  </a:extLst>
                </p:cNvPr>
                <p:cNvSpPr/>
                <p:nvPr/>
              </p:nvSpPr>
              <p:spPr>
                <a:xfrm>
                  <a:off x="44214" y="70761"/>
                  <a:ext cx="8247" cy="9488"/>
                </a:xfrm>
                <a:custGeom>
                  <a:avLst/>
                  <a:gdLst>
                    <a:gd name="connsiteX0" fmla="*/ 1845 w 8247"/>
                    <a:gd name="connsiteY0" fmla="*/ 9489 h 9488"/>
                    <a:gd name="connsiteX1" fmla="*/ 736 w 8247"/>
                    <a:gd name="connsiteY1" fmla="*/ 9119 h 9488"/>
                    <a:gd name="connsiteX2" fmla="*/ 379 w 8247"/>
                    <a:gd name="connsiteY2" fmla="*/ 6529 h 9488"/>
                    <a:gd name="connsiteX3" fmla="*/ 4977 w 8247"/>
                    <a:gd name="connsiteY3" fmla="*/ 676 h 9488"/>
                    <a:gd name="connsiteX4" fmla="*/ 7566 w 8247"/>
                    <a:gd name="connsiteY4" fmla="*/ 412 h 9488"/>
                    <a:gd name="connsiteX5" fmla="*/ 7831 w 8247"/>
                    <a:gd name="connsiteY5" fmla="*/ 3015 h 9488"/>
                    <a:gd name="connsiteX6" fmla="*/ 3312 w 8247"/>
                    <a:gd name="connsiteY6" fmla="*/ 8762 h 9488"/>
                    <a:gd name="connsiteX7" fmla="*/ 1832 w 8247"/>
                    <a:gd name="connsiteY7" fmla="*/ 9489 h 9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247" h="9488">
                      <a:moveTo>
                        <a:pt x="1845" y="9489"/>
                      </a:moveTo>
                      <a:cubicBezTo>
                        <a:pt x="1462" y="9489"/>
                        <a:pt x="1066" y="9370"/>
                        <a:pt x="736" y="9119"/>
                      </a:cubicBezTo>
                      <a:cubicBezTo>
                        <a:pt x="-84" y="8498"/>
                        <a:pt x="-242" y="7348"/>
                        <a:pt x="379" y="6529"/>
                      </a:cubicBezTo>
                      <a:cubicBezTo>
                        <a:pt x="1872" y="4561"/>
                        <a:pt x="3418" y="2592"/>
                        <a:pt x="4977" y="676"/>
                      </a:cubicBezTo>
                      <a:cubicBezTo>
                        <a:pt x="5624" y="-117"/>
                        <a:pt x="6787" y="-222"/>
                        <a:pt x="7566" y="412"/>
                      </a:cubicBezTo>
                      <a:cubicBezTo>
                        <a:pt x="8359" y="1059"/>
                        <a:pt x="8478" y="2222"/>
                        <a:pt x="7831" y="3015"/>
                      </a:cubicBezTo>
                      <a:cubicBezTo>
                        <a:pt x="6298" y="4891"/>
                        <a:pt x="4779" y="6820"/>
                        <a:pt x="3312" y="8762"/>
                      </a:cubicBezTo>
                      <a:cubicBezTo>
                        <a:pt x="2955" y="9238"/>
                        <a:pt x="2400" y="9489"/>
                        <a:pt x="1832" y="9489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5" name="Forme libre : forme 1364">
                  <a:extLst>
                    <a:ext uri="{FF2B5EF4-FFF2-40B4-BE49-F238E27FC236}">
                      <a16:creationId xmlns:a16="http://schemas.microsoft.com/office/drawing/2014/main" id="{A8A9B37B-DA39-3325-198E-65205DBF850D}"/>
                    </a:ext>
                  </a:extLst>
                </p:cNvPr>
                <p:cNvSpPr/>
                <p:nvPr/>
              </p:nvSpPr>
              <p:spPr>
                <a:xfrm>
                  <a:off x="65561" y="0"/>
                  <a:ext cx="327206" cy="159232"/>
                </a:xfrm>
                <a:custGeom>
                  <a:avLst/>
                  <a:gdLst>
                    <a:gd name="connsiteX0" fmla="*/ 325374 w 327206"/>
                    <a:gd name="connsiteY0" fmla="*/ 159233 h 159232"/>
                    <a:gd name="connsiteX1" fmla="*/ 323564 w 327206"/>
                    <a:gd name="connsiteY1" fmla="*/ 157753 h 159232"/>
                    <a:gd name="connsiteX2" fmla="*/ 320050 w 327206"/>
                    <a:gd name="connsiteY2" fmla="*/ 143140 h 159232"/>
                    <a:gd name="connsiteX3" fmla="*/ 321318 w 327206"/>
                    <a:gd name="connsiteY3" fmla="*/ 140868 h 159232"/>
                    <a:gd name="connsiteX4" fmla="*/ 323590 w 327206"/>
                    <a:gd name="connsiteY4" fmla="*/ 142136 h 159232"/>
                    <a:gd name="connsiteX5" fmla="*/ 327171 w 327206"/>
                    <a:gd name="connsiteY5" fmla="*/ 157026 h 159232"/>
                    <a:gd name="connsiteX6" fmla="*/ 325718 w 327206"/>
                    <a:gd name="connsiteY6" fmla="*/ 159193 h 159232"/>
                    <a:gd name="connsiteX7" fmla="*/ 325361 w 327206"/>
                    <a:gd name="connsiteY7" fmla="*/ 159233 h 159232"/>
                    <a:gd name="connsiteX8" fmla="*/ 313615 w 327206"/>
                    <a:gd name="connsiteY8" fmla="*/ 121248 h 159232"/>
                    <a:gd name="connsiteX9" fmla="*/ 311911 w 327206"/>
                    <a:gd name="connsiteY9" fmla="*/ 120125 h 159232"/>
                    <a:gd name="connsiteX10" fmla="*/ 305477 w 327206"/>
                    <a:gd name="connsiteY10" fmla="*/ 106543 h 159232"/>
                    <a:gd name="connsiteX11" fmla="*/ 306256 w 327206"/>
                    <a:gd name="connsiteY11" fmla="*/ 104059 h 159232"/>
                    <a:gd name="connsiteX12" fmla="*/ 308740 w 327206"/>
                    <a:gd name="connsiteY12" fmla="*/ 104838 h 159232"/>
                    <a:gd name="connsiteX13" fmla="*/ 315306 w 327206"/>
                    <a:gd name="connsiteY13" fmla="*/ 118671 h 159232"/>
                    <a:gd name="connsiteX14" fmla="*/ 314329 w 327206"/>
                    <a:gd name="connsiteY14" fmla="*/ 121089 h 159232"/>
                    <a:gd name="connsiteX15" fmla="*/ 313602 w 327206"/>
                    <a:gd name="connsiteY15" fmla="*/ 121235 h 159232"/>
                    <a:gd name="connsiteX16" fmla="*/ 294352 w 327206"/>
                    <a:gd name="connsiteY16" fmla="*/ 86460 h 159232"/>
                    <a:gd name="connsiteX17" fmla="*/ 292833 w 327206"/>
                    <a:gd name="connsiteY17" fmla="*/ 85668 h 159232"/>
                    <a:gd name="connsiteX18" fmla="*/ 283796 w 327206"/>
                    <a:gd name="connsiteY18" fmla="*/ 73671 h 159232"/>
                    <a:gd name="connsiteX19" fmla="*/ 284060 w 327206"/>
                    <a:gd name="connsiteY19" fmla="*/ 71068 h 159232"/>
                    <a:gd name="connsiteX20" fmla="*/ 286649 w 327206"/>
                    <a:gd name="connsiteY20" fmla="*/ 71332 h 159232"/>
                    <a:gd name="connsiteX21" fmla="*/ 295858 w 327206"/>
                    <a:gd name="connsiteY21" fmla="*/ 83567 h 159232"/>
                    <a:gd name="connsiteX22" fmla="*/ 295396 w 327206"/>
                    <a:gd name="connsiteY22" fmla="*/ 86130 h 159232"/>
                    <a:gd name="connsiteX23" fmla="*/ 294339 w 327206"/>
                    <a:gd name="connsiteY23" fmla="*/ 86460 h 159232"/>
                    <a:gd name="connsiteX24" fmla="*/ 1849 w 327206"/>
                    <a:gd name="connsiteY24" fmla="*/ 56416 h 159232"/>
                    <a:gd name="connsiteX25" fmla="*/ 501 w 327206"/>
                    <a:gd name="connsiteY25" fmla="*/ 55835 h 159232"/>
                    <a:gd name="connsiteX26" fmla="*/ 581 w 327206"/>
                    <a:gd name="connsiteY26" fmla="*/ 53232 h 159232"/>
                    <a:gd name="connsiteX27" fmla="*/ 12115 w 327206"/>
                    <a:gd name="connsiteY27" fmla="*/ 43151 h 159232"/>
                    <a:gd name="connsiteX28" fmla="*/ 14704 w 327206"/>
                    <a:gd name="connsiteY28" fmla="*/ 43428 h 159232"/>
                    <a:gd name="connsiteX29" fmla="*/ 14427 w 327206"/>
                    <a:gd name="connsiteY29" fmla="*/ 46018 h 159232"/>
                    <a:gd name="connsiteX30" fmla="*/ 3117 w 327206"/>
                    <a:gd name="connsiteY30" fmla="*/ 55901 h 159232"/>
                    <a:gd name="connsiteX31" fmla="*/ 1849 w 327206"/>
                    <a:gd name="connsiteY31" fmla="*/ 56403 h 159232"/>
                    <a:gd name="connsiteX32" fmla="*/ 268470 w 327206"/>
                    <a:gd name="connsiteY32" fmla="*/ 56310 h 159232"/>
                    <a:gd name="connsiteX33" fmla="*/ 267201 w 327206"/>
                    <a:gd name="connsiteY33" fmla="*/ 55808 h 159232"/>
                    <a:gd name="connsiteX34" fmla="*/ 255905 w 327206"/>
                    <a:gd name="connsiteY34" fmla="*/ 45926 h 159232"/>
                    <a:gd name="connsiteX35" fmla="*/ 255627 w 327206"/>
                    <a:gd name="connsiteY35" fmla="*/ 43336 h 159232"/>
                    <a:gd name="connsiteX36" fmla="*/ 258217 w 327206"/>
                    <a:gd name="connsiteY36" fmla="*/ 43058 h 159232"/>
                    <a:gd name="connsiteX37" fmla="*/ 269738 w 327206"/>
                    <a:gd name="connsiteY37" fmla="*/ 53139 h 159232"/>
                    <a:gd name="connsiteX38" fmla="*/ 269804 w 327206"/>
                    <a:gd name="connsiteY38" fmla="*/ 55742 h 159232"/>
                    <a:gd name="connsiteX39" fmla="*/ 268470 w 327206"/>
                    <a:gd name="connsiteY39" fmla="*/ 56323 h 159232"/>
                    <a:gd name="connsiteX40" fmla="*/ 33386 w 327206"/>
                    <a:gd name="connsiteY40" fmla="*/ 32198 h 159232"/>
                    <a:gd name="connsiteX41" fmla="*/ 31814 w 327206"/>
                    <a:gd name="connsiteY41" fmla="*/ 31326 h 159232"/>
                    <a:gd name="connsiteX42" fmla="*/ 32409 w 327206"/>
                    <a:gd name="connsiteY42" fmla="*/ 28789 h 159232"/>
                    <a:gd name="connsiteX43" fmla="*/ 45740 w 327206"/>
                    <a:gd name="connsiteY43" fmla="*/ 21258 h 159232"/>
                    <a:gd name="connsiteX44" fmla="*/ 48224 w 327206"/>
                    <a:gd name="connsiteY44" fmla="*/ 22051 h 159232"/>
                    <a:gd name="connsiteX45" fmla="*/ 47431 w 327206"/>
                    <a:gd name="connsiteY45" fmla="*/ 24535 h 159232"/>
                    <a:gd name="connsiteX46" fmla="*/ 34351 w 327206"/>
                    <a:gd name="connsiteY46" fmla="*/ 31934 h 159232"/>
                    <a:gd name="connsiteX47" fmla="*/ 33386 w 327206"/>
                    <a:gd name="connsiteY47" fmla="*/ 32211 h 159232"/>
                    <a:gd name="connsiteX48" fmla="*/ 236945 w 327206"/>
                    <a:gd name="connsiteY48" fmla="*/ 32106 h 159232"/>
                    <a:gd name="connsiteX49" fmla="*/ 235981 w 327206"/>
                    <a:gd name="connsiteY49" fmla="*/ 31828 h 159232"/>
                    <a:gd name="connsiteX50" fmla="*/ 222888 w 327206"/>
                    <a:gd name="connsiteY50" fmla="*/ 24469 h 159232"/>
                    <a:gd name="connsiteX51" fmla="*/ 222082 w 327206"/>
                    <a:gd name="connsiteY51" fmla="*/ 21985 h 159232"/>
                    <a:gd name="connsiteX52" fmla="*/ 224566 w 327206"/>
                    <a:gd name="connsiteY52" fmla="*/ 21179 h 159232"/>
                    <a:gd name="connsiteX53" fmla="*/ 237910 w 327206"/>
                    <a:gd name="connsiteY53" fmla="*/ 28684 h 159232"/>
                    <a:gd name="connsiteX54" fmla="*/ 238518 w 327206"/>
                    <a:gd name="connsiteY54" fmla="*/ 31220 h 159232"/>
                    <a:gd name="connsiteX55" fmla="*/ 236945 w 327206"/>
                    <a:gd name="connsiteY55" fmla="*/ 32092 h 159232"/>
                    <a:gd name="connsiteX56" fmla="*/ 69178 w 327206"/>
                    <a:gd name="connsiteY56" fmla="*/ 14864 h 159232"/>
                    <a:gd name="connsiteX57" fmla="*/ 67447 w 327206"/>
                    <a:gd name="connsiteY57" fmla="*/ 13648 h 159232"/>
                    <a:gd name="connsiteX58" fmla="*/ 68557 w 327206"/>
                    <a:gd name="connsiteY58" fmla="*/ 11283 h 159232"/>
                    <a:gd name="connsiteX59" fmla="*/ 83143 w 327206"/>
                    <a:gd name="connsiteY59" fmla="*/ 6633 h 159232"/>
                    <a:gd name="connsiteX60" fmla="*/ 85416 w 327206"/>
                    <a:gd name="connsiteY60" fmla="*/ 7914 h 159232"/>
                    <a:gd name="connsiteX61" fmla="*/ 84134 w 327206"/>
                    <a:gd name="connsiteY61" fmla="*/ 10187 h 159232"/>
                    <a:gd name="connsiteX62" fmla="*/ 69825 w 327206"/>
                    <a:gd name="connsiteY62" fmla="*/ 14758 h 159232"/>
                    <a:gd name="connsiteX63" fmla="*/ 69191 w 327206"/>
                    <a:gd name="connsiteY63" fmla="*/ 14864 h 159232"/>
                    <a:gd name="connsiteX64" fmla="*/ 201141 w 327206"/>
                    <a:gd name="connsiteY64" fmla="*/ 14864 h 159232"/>
                    <a:gd name="connsiteX65" fmla="*/ 200520 w 327206"/>
                    <a:gd name="connsiteY65" fmla="*/ 14758 h 159232"/>
                    <a:gd name="connsiteX66" fmla="*/ 186198 w 327206"/>
                    <a:gd name="connsiteY66" fmla="*/ 10213 h 159232"/>
                    <a:gd name="connsiteX67" fmla="*/ 184903 w 327206"/>
                    <a:gd name="connsiteY67" fmla="*/ 7941 h 159232"/>
                    <a:gd name="connsiteX68" fmla="*/ 187175 w 327206"/>
                    <a:gd name="connsiteY68" fmla="*/ 6646 h 159232"/>
                    <a:gd name="connsiteX69" fmla="*/ 201762 w 327206"/>
                    <a:gd name="connsiteY69" fmla="*/ 11283 h 159232"/>
                    <a:gd name="connsiteX70" fmla="*/ 202871 w 327206"/>
                    <a:gd name="connsiteY70" fmla="*/ 13648 h 159232"/>
                    <a:gd name="connsiteX71" fmla="*/ 201141 w 327206"/>
                    <a:gd name="connsiteY71" fmla="*/ 14864 h 159232"/>
                    <a:gd name="connsiteX72" fmla="*/ 162574 w 327206"/>
                    <a:gd name="connsiteY72" fmla="*/ 5259 h 159232"/>
                    <a:gd name="connsiteX73" fmla="*/ 162310 w 327206"/>
                    <a:gd name="connsiteY73" fmla="*/ 5245 h 159232"/>
                    <a:gd name="connsiteX74" fmla="*/ 147367 w 327206"/>
                    <a:gd name="connsiteY74" fmla="*/ 3700 h 159232"/>
                    <a:gd name="connsiteX75" fmla="*/ 145650 w 327206"/>
                    <a:gd name="connsiteY75" fmla="*/ 1744 h 159232"/>
                    <a:gd name="connsiteX76" fmla="*/ 147605 w 327206"/>
                    <a:gd name="connsiteY76" fmla="*/ 27 h 159232"/>
                    <a:gd name="connsiteX77" fmla="*/ 162839 w 327206"/>
                    <a:gd name="connsiteY77" fmla="*/ 1599 h 159232"/>
                    <a:gd name="connsiteX78" fmla="*/ 164398 w 327206"/>
                    <a:gd name="connsiteY78" fmla="*/ 3686 h 159232"/>
                    <a:gd name="connsiteX79" fmla="*/ 162574 w 327206"/>
                    <a:gd name="connsiteY79" fmla="*/ 5272 h 159232"/>
                    <a:gd name="connsiteX80" fmla="*/ 107757 w 327206"/>
                    <a:gd name="connsiteY80" fmla="*/ 5232 h 159232"/>
                    <a:gd name="connsiteX81" fmla="*/ 105934 w 327206"/>
                    <a:gd name="connsiteY81" fmla="*/ 3647 h 159232"/>
                    <a:gd name="connsiteX82" fmla="*/ 107506 w 327206"/>
                    <a:gd name="connsiteY82" fmla="*/ 1559 h 159232"/>
                    <a:gd name="connsiteX83" fmla="*/ 122740 w 327206"/>
                    <a:gd name="connsiteY83" fmla="*/ 0 h 159232"/>
                    <a:gd name="connsiteX84" fmla="*/ 124695 w 327206"/>
                    <a:gd name="connsiteY84" fmla="*/ 1731 h 159232"/>
                    <a:gd name="connsiteX85" fmla="*/ 122964 w 327206"/>
                    <a:gd name="connsiteY85" fmla="*/ 3686 h 159232"/>
                    <a:gd name="connsiteX86" fmla="*/ 108022 w 327206"/>
                    <a:gd name="connsiteY86" fmla="*/ 5219 h 159232"/>
                    <a:gd name="connsiteX87" fmla="*/ 107757 w 327206"/>
                    <a:gd name="connsiteY87" fmla="*/ 5232 h 159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</a:cxnLst>
                  <a:rect l="l" t="t" r="r" b="b"/>
                  <a:pathLst>
                    <a:path w="327206" h="159232">
                      <a:moveTo>
                        <a:pt x="325374" y="159233"/>
                      </a:moveTo>
                      <a:cubicBezTo>
                        <a:pt x="324515" y="159233"/>
                        <a:pt x="323736" y="158625"/>
                        <a:pt x="323564" y="157753"/>
                      </a:cubicBezTo>
                      <a:cubicBezTo>
                        <a:pt x="322586" y="152864"/>
                        <a:pt x="321410" y="147950"/>
                        <a:pt x="320050" y="143140"/>
                      </a:cubicBezTo>
                      <a:cubicBezTo>
                        <a:pt x="319772" y="142163"/>
                        <a:pt x="320340" y="141145"/>
                        <a:pt x="321318" y="140868"/>
                      </a:cubicBezTo>
                      <a:cubicBezTo>
                        <a:pt x="322296" y="140577"/>
                        <a:pt x="323313" y="141158"/>
                        <a:pt x="323590" y="142136"/>
                      </a:cubicBezTo>
                      <a:cubicBezTo>
                        <a:pt x="324978" y="147025"/>
                        <a:pt x="326180" y="152045"/>
                        <a:pt x="327171" y="157026"/>
                      </a:cubicBezTo>
                      <a:cubicBezTo>
                        <a:pt x="327369" y="158030"/>
                        <a:pt x="326722" y="158995"/>
                        <a:pt x="325718" y="159193"/>
                      </a:cubicBezTo>
                      <a:cubicBezTo>
                        <a:pt x="325599" y="159219"/>
                        <a:pt x="325480" y="159233"/>
                        <a:pt x="325361" y="159233"/>
                      </a:cubicBezTo>
                      <a:close/>
                      <a:moveTo>
                        <a:pt x="313615" y="121248"/>
                      </a:moveTo>
                      <a:cubicBezTo>
                        <a:pt x="312902" y="121248"/>
                        <a:pt x="312215" y="120825"/>
                        <a:pt x="311911" y="120125"/>
                      </a:cubicBezTo>
                      <a:cubicBezTo>
                        <a:pt x="309956" y="115553"/>
                        <a:pt x="307789" y="110982"/>
                        <a:pt x="305477" y="106543"/>
                      </a:cubicBezTo>
                      <a:cubicBezTo>
                        <a:pt x="305001" y="105644"/>
                        <a:pt x="305358" y="104521"/>
                        <a:pt x="306256" y="104059"/>
                      </a:cubicBezTo>
                      <a:cubicBezTo>
                        <a:pt x="307155" y="103583"/>
                        <a:pt x="308278" y="103940"/>
                        <a:pt x="308740" y="104838"/>
                      </a:cubicBezTo>
                      <a:cubicBezTo>
                        <a:pt x="311105" y="109357"/>
                        <a:pt x="313311" y="114008"/>
                        <a:pt x="315306" y="118671"/>
                      </a:cubicBezTo>
                      <a:cubicBezTo>
                        <a:pt x="315703" y="119610"/>
                        <a:pt x="315267" y="120693"/>
                        <a:pt x="314329" y="121089"/>
                      </a:cubicBezTo>
                      <a:cubicBezTo>
                        <a:pt x="314091" y="121195"/>
                        <a:pt x="313853" y="121235"/>
                        <a:pt x="313602" y="121235"/>
                      </a:cubicBezTo>
                      <a:close/>
                      <a:moveTo>
                        <a:pt x="294352" y="86460"/>
                      </a:moveTo>
                      <a:cubicBezTo>
                        <a:pt x="293771" y="86460"/>
                        <a:pt x="293189" y="86183"/>
                        <a:pt x="292833" y="85668"/>
                      </a:cubicBezTo>
                      <a:cubicBezTo>
                        <a:pt x="289979" y="81559"/>
                        <a:pt x="286940" y="77529"/>
                        <a:pt x="283796" y="73671"/>
                      </a:cubicBezTo>
                      <a:cubicBezTo>
                        <a:pt x="283148" y="72878"/>
                        <a:pt x="283267" y="71716"/>
                        <a:pt x="284060" y="71068"/>
                      </a:cubicBezTo>
                      <a:cubicBezTo>
                        <a:pt x="284853" y="70421"/>
                        <a:pt x="286015" y="70540"/>
                        <a:pt x="286649" y="71332"/>
                      </a:cubicBezTo>
                      <a:cubicBezTo>
                        <a:pt x="289860" y="75256"/>
                        <a:pt x="292965" y="79379"/>
                        <a:pt x="295858" y="83567"/>
                      </a:cubicBezTo>
                      <a:cubicBezTo>
                        <a:pt x="296440" y="84399"/>
                        <a:pt x="296228" y="85549"/>
                        <a:pt x="295396" y="86130"/>
                      </a:cubicBezTo>
                      <a:cubicBezTo>
                        <a:pt x="295079" y="86355"/>
                        <a:pt x="294709" y="86460"/>
                        <a:pt x="294339" y="86460"/>
                      </a:cubicBezTo>
                      <a:close/>
                      <a:moveTo>
                        <a:pt x="1849" y="56416"/>
                      </a:moveTo>
                      <a:cubicBezTo>
                        <a:pt x="1360" y="56416"/>
                        <a:pt x="871" y="56218"/>
                        <a:pt x="501" y="55835"/>
                      </a:cubicBezTo>
                      <a:cubicBezTo>
                        <a:pt x="-199" y="55095"/>
                        <a:pt x="-159" y="53932"/>
                        <a:pt x="581" y="53232"/>
                      </a:cubicBezTo>
                      <a:cubicBezTo>
                        <a:pt x="4267" y="49744"/>
                        <a:pt x="8151" y="46362"/>
                        <a:pt x="12115" y="43151"/>
                      </a:cubicBezTo>
                      <a:cubicBezTo>
                        <a:pt x="12908" y="42504"/>
                        <a:pt x="14070" y="42636"/>
                        <a:pt x="14704" y="43428"/>
                      </a:cubicBezTo>
                      <a:cubicBezTo>
                        <a:pt x="15339" y="44221"/>
                        <a:pt x="15220" y="45384"/>
                        <a:pt x="14427" y="46018"/>
                      </a:cubicBezTo>
                      <a:cubicBezTo>
                        <a:pt x="10543" y="49149"/>
                        <a:pt x="6737" y="52479"/>
                        <a:pt x="3117" y="55901"/>
                      </a:cubicBezTo>
                      <a:cubicBezTo>
                        <a:pt x="2761" y="56231"/>
                        <a:pt x="2298" y="56403"/>
                        <a:pt x="1849" y="56403"/>
                      </a:cubicBezTo>
                      <a:close/>
                      <a:moveTo>
                        <a:pt x="268470" y="56310"/>
                      </a:moveTo>
                      <a:cubicBezTo>
                        <a:pt x="268007" y="56310"/>
                        <a:pt x="267558" y="56138"/>
                        <a:pt x="267201" y="55808"/>
                      </a:cubicBezTo>
                      <a:cubicBezTo>
                        <a:pt x="263581" y="52386"/>
                        <a:pt x="259789" y="49057"/>
                        <a:pt x="255905" y="45926"/>
                      </a:cubicBezTo>
                      <a:cubicBezTo>
                        <a:pt x="255112" y="45278"/>
                        <a:pt x="254993" y="44129"/>
                        <a:pt x="255627" y="43336"/>
                      </a:cubicBezTo>
                      <a:cubicBezTo>
                        <a:pt x="256262" y="42543"/>
                        <a:pt x="257424" y="42424"/>
                        <a:pt x="258217" y="43058"/>
                      </a:cubicBezTo>
                      <a:cubicBezTo>
                        <a:pt x="262167" y="46256"/>
                        <a:pt x="266052" y="49638"/>
                        <a:pt x="269738" y="53139"/>
                      </a:cubicBezTo>
                      <a:cubicBezTo>
                        <a:pt x="270478" y="53840"/>
                        <a:pt x="270504" y="55002"/>
                        <a:pt x="269804" y="55742"/>
                      </a:cubicBezTo>
                      <a:cubicBezTo>
                        <a:pt x="269447" y="56125"/>
                        <a:pt x="268958" y="56323"/>
                        <a:pt x="268470" y="56323"/>
                      </a:cubicBezTo>
                      <a:close/>
                      <a:moveTo>
                        <a:pt x="33386" y="32198"/>
                      </a:moveTo>
                      <a:cubicBezTo>
                        <a:pt x="32765" y="32198"/>
                        <a:pt x="32158" y="31894"/>
                        <a:pt x="31814" y="31326"/>
                      </a:cubicBezTo>
                      <a:cubicBezTo>
                        <a:pt x="31272" y="30454"/>
                        <a:pt x="31550" y="29318"/>
                        <a:pt x="32409" y="28789"/>
                      </a:cubicBezTo>
                      <a:cubicBezTo>
                        <a:pt x="36742" y="26107"/>
                        <a:pt x="41234" y="23571"/>
                        <a:pt x="45740" y="21258"/>
                      </a:cubicBezTo>
                      <a:cubicBezTo>
                        <a:pt x="46651" y="20796"/>
                        <a:pt x="47761" y="21153"/>
                        <a:pt x="48224" y="22051"/>
                      </a:cubicBezTo>
                      <a:cubicBezTo>
                        <a:pt x="48686" y="22963"/>
                        <a:pt x="48329" y="24073"/>
                        <a:pt x="47431" y="24535"/>
                      </a:cubicBezTo>
                      <a:cubicBezTo>
                        <a:pt x="43005" y="26821"/>
                        <a:pt x="38605" y="29305"/>
                        <a:pt x="34351" y="31934"/>
                      </a:cubicBezTo>
                      <a:cubicBezTo>
                        <a:pt x="34047" y="32119"/>
                        <a:pt x="33717" y="32211"/>
                        <a:pt x="33386" y="32211"/>
                      </a:cubicBezTo>
                      <a:close/>
                      <a:moveTo>
                        <a:pt x="236945" y="32106"/>
                      </a:moveTo>
                      <a:cubicBezTo>
                        <a:pt x="236615" y="32106"/>
                        <a:pt x="236285" y="32013"/>
                        <a:pt x="235981" y="31828"/>
                      </a:cubicBezTo>
                      <a:cubicBezTo>
                        <a:pt x="231753" y="29225"/>
                        <a:pt x="227340" y="26742"/>
                        <a:pt x="222888" y="24469"/>
                      </a:cubicBezTo>
                      <a:cubicBezTo>
                        <a:pt x="221976" y="24007"/>
                        <a:pt x="221619" y="22897"/>
                        <a:pt x="222082" y="21985"/>
                      </a:cubicBezTo>
                      <a:cubicBezTo>
                        <a:pt x="222544" y="21074"/>
                        <a:pt x="223654" y="20717"/>
                        <a:pt x="224566" y="21179"/>
                      </a:cubicBezTo>
                      <a:cubicBezTo>
                        <a:pt x="229097" y="23505"/>
                        <a:pt x="233590" y="26028"/>
                        <a:pt x="237910" y="28684"/>
                      </a:cubicBezTo>
                      <a:cubicBezTo>
                        <a:pt x="238782" y="29225"/>
                        <a:pt x="239046" y="30348"/>
                        <a:pt x="238518" y="31220"/>
                      </a:cubicBezTo>
                      <a:cubicBezTo>
                        <a:pt x="238174" y="31789"/>
                        <a:pt x="237566" y="32092"/>
                        <a:pt x="236945" y="32092"/>
                      </a:cubicBezTo>
                      <a:close/>
                      <a:moveTo>
                        <a:pt x="69178" y="14864"/>
                      </a:moveTo>
                      <a:cubicBezTo>
                        <a:pt x="68425" y="14864"/>
                        <a:pt x="67711" y="14401"/>
                        <a:pt x="67447" y="13648"/>
                      </a:cubicBezTo>
                      <a:cubicBezTo>
                        <a:pt x="67104" y="12684"/>
                        <a:pt x="67592" y="11627"/>
                        <a:pt x="68557" y="11283"/>
                      </a:cubicBezTo>
                      <a:cubicBezTo>
                        <a:pt x="73340" y="9553"/>
                        <a:pt x="78241" y="7980"/>
                        <a:pt x="83143" y="6633"/>
                      </a:cubicBezTo>
                      <a:cubicBezTo>
                        <a:pt x="84121" y="6368"/>
                        <a:pt x="85138" y="6937"/>
                        <a:pt x="85416" y="7914"/>
                      </a:cubicBezTo>
                      <a:cubicBezTo>
                        <a:pt x="85693" y="8892"/>
                        <a:pt x="85112" y="9909"/>
                        <a:pt x="84134" y="10187"/>
                      </a:cubicBezTo>
                      <a:cubicBezTo>
                        <a:pt x="79325" y="11521"/>
                        <a:pt x="74516" y="13054"/>
                        <a:pt x="69825" y="14758"/>
                      </a:cubicBezTo>
                      <a:cubicBezTo>
                        <a:pt x="69614" y="14837"/>
                        <a:pt x="69403" y="14864"/>
                        <a:pt x="69191" y="14864"/>
                      </a:cubicBezTo>
                      <a:close/>
                      <a:moveTo>
                        <a:pt x="201141" y="14864"/>
                      </a:moveTo>
                      <a:cubicBezTo>
                        <a:pt x="200929" y="14864"/>
                        <a:pt x="200718" y="14824"/>
                        <a:pt x="200520" y="14758"/>
                      </a:cubicBezTo>
                      <a:cubicBezTo>
                        <a:pt x="195829" y="13067"/>
                        <a:pt x="191020" y="11534"/>
                        <a:pt x="186198" y="10213"/>
                      </a:cubicBezTo>
                      <a:cubicBezTo>
                        <a:pt x="185220" y="9949"/>
                        <a:pt x="184639" y="8932"/>
                        <a:pt x="184903" y="7941"/>
                      </a:cubicBezTo>
                      <a:cubicBezTo>
                        <a:pt x="185167" y="6963"/>
                        <a:pt x="186184" y="6382"/>
                        <a:pt x="187175" y="6646"/>
                      </a:cubicBezTo>
                      <a:cubicBezTo>
                        <a:pt x="192077" y="7994"/>
                        <a:pt x="196992" y="9553"/>
                        <a:pt x="201762" y="11283"/>
                      </a:cubicBezTo>
                      <a:cubicBezTo>
                        <a:pt x="202726" y="11627"/>
                        <a:pt x="203215" y="12684"/>
                        <a:pt x="202871" y="13648"/>
                      </a:cubicBezTo>
                      <a:cubicBezTo>
                        <a:pt x="202594" y="14401"/>
                        <a:pt x="201894" y="14864"/>
                        <a:pt x="201141" y="14864"/>
                      </a:cubicBezTo>
                      <a:close/>
                      <a:moveTo>
                        <a:pt x="162574" y="5259"/>
                      </a:moveTo>
                      <a:cubicBezTo>
                        <a:pt x="162482" y="5259"/>
                        <a:pt x="162403" y="5259"/>
                        <a:pt x="162310" y="5245"/>
                      </a:cubicBezTo>
                      <a:cubicBezTo>
                        <a:pt x="157382" y="4532"/>
                        <a:pt x="152348" y="4017"/>
                        <a:pt x="147367" y="3700"/>
                      </a:cubicBezTo>
                      <a:cubicBezTo>
                        <a:pt x="146350" y="3634"/>
                        <a:pt x="145584" y="2762"/>
                        <a:pt x="145650" y="1744"/>
                      </a:cubicBezTo>
                      <a:cubicBezTo>
                        <a:pt x="145716" y="727"/>
                        <a:pt x="146614" y="-13"/>
                        <a:pt x="147605" y="27"/>
                      </a:cubicBezTo>
                      <a:cubicBezTo>
                        <a:pt x="152692" y="357"/>
                        <a:pt x="157818" y="885"/>
                        <a:pt x="162839" y="1599"/>
                      </a:cubicBezTo>
                      <a:cubicBezTo>
                        <a:pt x="163843" y="1744"/>
                        <a:pt x="164543" y="2682"/>
                        <a:pt x="164398" y="3686"/>
                      </a:cubicBezTo>
                      <a:cubicBezTo>
                        <a:pt x="164266" y="4611"/>
                        <a:pt x="163473" y="5272"/>
                        <a:pt x="162574" y="5272"/>
                      </a:cubicBezTo>
                      <a:close/>
                      <a:moveTo>
                        <a:pt x="107757" y="5232"/>
                      </a:moveTo>
                      <a:cubicBezTo>
                        <a:pt x="106859" y="5232"/>
                        <a:pt x="106066" y="4572"/>
                        <a:pt x="105934" y="3647"/>
                      </a:cubicBezTo>
                      <a:cubicBezTo>
                        <a:pt x="105789" y="2643"/>
                        <a:pt x="106489" y="1705"/>
                        <a:pt x="107506" y="1559"/>
                      </a:cubicBezTo>
                      <a:cubicBezTo>
                        <a:pt x="112540" y="846"/>
                        <a:pt x="117666" y="317"/>
                        <a:pt x="122740" y="0"/>
                      </a:cubicBezTo>
                      <a:cubicBezTo>
                        <a:pt x="123770" y="-13"/>
                        <a:pt x="124629" y="714"/>
                        <a:pt x="124695" y="1731"/>
                      </a:cubicBezTo>
                      <a:cubicBezTo>
                        <a:pt x="124761" y="2748"/>
                        <a:pt x="123982" y="3620"/>
                        <a:pt x="122964" y="3686"/>
                      </a:cubicBezTo>
                      <a:cubicBezTo>
                        <a:pt x="117983" y="4003"/>
                        <a:pt x="112963" y="4519"/>
                        <a:pt x="108022" y="5219"/>
                      </a:cubicBezTo>
                      <a:cubicBezTo>
                        <a:pt x="107929" y="5219"/>
                        <a:pt x="107850" y="5232"/>
                        <a:pt x="107757" y="5232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6" name="Forme libre : forme 1365">
                  <a:extLst>
                    <a:ext uri="{FF2B5EF4-FFF2-40B4-BE49-F238E27FC236}">
                      <a16:creationId xmlns:a16="http://schemas.microsoft.com/office/drawing/2014/main" id="{1A763E91-C032-5315-6578-2BC7E94815A5}"/>
                    </a:ext>
                  </a:extLst>
                </p:cNvPr>
                <p:cNvSpPr/>
                <p:nvPr/>
              </p:nvSpPr>
              <p:spPr>
                <a:xfrm>
                  <a:off x="392358" y="180054"/>
                  <a:ext cx="4060" cy="11059"/>
                </a:xfrm>
                <a:custGeom>
                  <a:avLst/>
                  <a:gdLst>
                    <a:gd name="connsiteX0" fmla="*/ 2210 w 4060"/>
                    <a:gd name="connsiteY0" fmla="*/ 11046 h 11059"/>
                    <a:gd name="connsiteX1" fmla="*/ 361 w 4060"/>
                    <a:gd name="connsiteY1" fmla="*/ 9262 h 11059"/>
                    <a:gd name="connsiteX2" fmla="*/ 4 w 4060"/>
                    <a:gd name="connsiteY2" fmla="*/ 1969 h 11059"/>
                    <a:gd name="connsiteX3" fmla="*/ 1722 w 4060"/>
                    <a:gd name="connsiteY3" fmla="*/ 1 h 11059"/>
                    <a:gd name="connsiteX4" fmla="*/ 3690 w 4060"/>
                    <a:gd name="connsiteY4" fmla="*/ 1718 h 11059"/>
                    <a:gd name="connsiteX5" fmla="*/ 4060 w 4060"/>
                    <a:gd name="connsiteY5" fmla="*/ 9157 h 11059"/>
                    <a:gd name="connsiteX6" fmla="*/ 2276 w 4060"/>
                    <a:gd name="connsiteY6" fmla="*/ 11059 h 11059"/>
                    <a:gd name="connsiteX7" fmla="*/ 2224 w 4060"/>
                    <a:gd name="connsiteY7" fmla="*/ 11059 h 11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060" h="11059">
                      <a:moveTo>
                        <a:pt x="2210" y="11046"/>
                      </a:moveTo>
                      <a:cubicBezTo>
                        <a:pt x="1219" y="11046"/>
                        <a:pt x="400" y="10253"/>
                        <a:pt x="361" y="9262"/>
                      </a:cubicBezTo>
                      <a:cubicBezTo>
                        <a:pt x="281" y="6845"/>
                        <a:pt x="163" y="4387"/>
                        <a:pt x="4" y="1969"/>
                      </a:cubicBezTo>
                      <a:cubicBezTo>
                        <a:pt x="-62" y="952"/>
                        <a:pt x="704" y="67"/>
                        <a:pt x="1722" y="1"/>
                      </a:cubicBezTo>
                      <a:cubicBezTo>
                        <a:pt x="2739" y="-26"/>
                        <a:pt x="3624" y="701"/>
                        <a:pt x="3690" y="1718"/>
                      </a:cubicBezTo>
                      <a:cubicBezTo>
                        <a:pt x="3862" y="4189"/>
                        <a:pt x="3981" y="6686"/>
                        <a:pt x="4060" y="9157"/>
                      </a:cubicBezTo>
                      <a:cubicBezTo>
                        <a:pt x="4087" y="10174"/>
                        <a:pt x="3294" y="11020"/>
                        <a:pt x="2276" y="11059"/>
                      </a:cubicBezTo>
                      <a:lnTo>
                        <a:pt x="2224" y="11059"/>
                      </a:ln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56" name="Graphique 1982">
                <a:extLst>
                  <a:ext uri="{FF2B5EF4-FFF2-40B4-BE49-F238E27FC236}">
                    <a16:creationId xmlns:a16="http://schemas.microsoft.com/office/drawing/2014/main" id="{70ECC4CF-6C57-BBAD-11E3-31654310938A}"/>
                  </a:ext>
                </a:extLst>
              </p:cNvPr>
              <p:cNvGrpSpPr/>
              <p:nvPr/>
            </p:nvGrpSpPr>
            <p:grpSpPr>
              <a:xfrm>
                <a:off x="5012" y="190585"/>
                <a:ext cx="341863" cy="200493"/>
                <a:chOff x="5012" y="190585"/>
                <a:chExt cx="341863" cy="200493"/>
              </a:xfrm>
              <a:solidFill>
                <a:srgbClr val="B1ABE5"/>
              </a:solidFill>
            </p:grpSpPr>
            <p:sp>
              <p:nvSpPr>
                <p:cNvPr id="1361" name="Forme libre : forme 1360">
                  <a:extLst>
                    <a:ext uri="{FF2B5EF4-FFF2-40B4-BE49-F238E27FC236}">
                      <a16:creationId xmlns:a16="http://schemas.microsoft.com/office/drawing/2014/main" id="{538DF588-0F62-1C7E-1D64-1224775C82EA}"/>
                    </a:ext>
                  </a:extLst>
                </p:cNvPr>
                <p:cNvSpPr/>
                <p:nvPr/>
              </p:nvSpPr>
              <p:spPr>
                <a:xfrm>
                  <a:off x="338147" y="323099"/>
                  <a:ext cx="8728" cy="9066"/>
                </a:xfrm>
                <a:custGeom>
                  <a:avLst/>
                  <a:gdLst>
                    <a:gd name="connsiteX0" fmla="*/ 1842 w 8728"/>
                    <a:gd name="connsiteY0" fmla="*/ 9066 h 9066"/>
                    <a:gd name="connsiteX1" fmla="*/ 560 w 8728"/>
                    <a:gd name="connsiteY1" fmla="*/ 8551 h 9066"/>
                    <a:gd name="connsiteX2" fmla="*/ 521 w 8728"/>
                    <a:gd name="connsiteY2" fmla="*/ 5948 h 9066"/>
                    <a:gd name="connsiteX3" fmla="*/ 5515 w 8728"/>
                    <a:gd name="connsiteY3" fmla="*/ 611 h 9066"/>
                    <a:gd name="connsiteX4" fmla="*/ 8117 w 8728"/>
                    <a:gd name="connsiteY4" fmla="*/ 465 h 9066"/>
                    <a:gd name="connsiteX5" fmla="*/ 8263 w 8728"/>
                    <a:gd name="connsiteY5" fmla="*/ 3068 h 9066"/>
                    <a:gd name="connsiteX6" fmla="*/ 3176 w 8728"/>
                    <a:gd name="connsiteY6" fmla="*/ 8512 h 9066"/>
                    <a:gd name="connsiteX7" fmla="*/ 1855 w 8728"/>
                    <a:gd name="connsiteY7" fmla="*/ 9066 h 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728" h="9066">
                      <a:moveTo>
                        <a:pt x="1842" y="9066"/>
                      </a:moveTo>
                      <a:cubicBezTo>
                        <a:pt x="1379" y="9066"/>
                        <a:pt x="917" y="8895"/>
                        <a:pt x="560" y="8551"/>
                      </a:cubicBezTo>
                      <a:cubicBezTo>
                        <a:pt x="-167" y="7838"/>
                        <a:pt x="-193" y="6675"/>
                        <a:pt x="521" y="5948"/>
                      </a:cubicBezTo>
                      <a:cubicBezTo>
                        <a:pt x="2225" y="4191"/>
                        <a:pt x="3903" y="2394"/>
                        <a:pt x="5515" y="611"/>
                      </a:cubicBezTo>
                      <a:cubicBezTo>
                        <a:pt x="6189" y="-142"/>
                        <a:pt x="7364" y="-208"/>
                        <a:pt x="8117" y="465"/>
                      </a:cubicBezTo>
                      <a:cubicBezTo>
                        <a:pt x="8871" y="1152"/>
                        <a:pt x="8937" y="2315"/>
                        <a:pt x="8263" y="3068"/>
                      </a:cubicBezTo>
                      <a:cubicBezTo>
                        <a:pt x="6624" y="4891"/>
                        <a:pt x="4907" y="6728"/>
                        <a:pt x="3176" y="8512"/>
                      </a:cubicBezTo>
                      <a:cubicBezTo>
                        <a:pt x="2819" y="8881"/>
                        <a:pt x="2331" y="9066"/>
                        <a:pt x="1855" y="9066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2" name="Forme libre : forme 1361">
                  <a:extLst>
                    <a:ext uri="{FF2B5EF4-FFF2-40B4-BE49-F238E27FC236}">
                      <a16:creationId xmlns:a16="http://schemas.microsoft.com/office/drawing/2014/main" id="{36B4673D-9F6F-422E-08F6-417746A20100}"/>
                    </a:ext>
                  </a:extLst>
                </p:cNvPr>
                <p:cNvSpPr/>
                <p:nvPr/>
              </p:nvSpPr>
              <p:spPr>
                <a:xfrm>
                  <a:off x="7130" y="222182"/>
                  <a:ext cx="316745" cy="168896"/>
                </a:xfrm>
                <a:custGeom>
                  <a:avLst/>
                  <a:gdLst>
                    <a:gd name="connsiteX0" fmla="*/ 193815 w 316745"/>
                    <a:gd name="connsiteY0" fmla="*/ 168897 h 168896"/>
                    <a:gd name="connsiteX1" fmla="*/ 192150 w 316745"/>
                    <a:gd name="connsiteY1" fmla="*/ 168897 h 168896"/>
                    <a:gd name="connsiteX2" fmla="*/ 190327 w 316745"/>
                    <a:gd name="connsiteY2" fmla="*/ 167021 h 168896"/>
                    <a:gd name="connsiteX3" fmla="*/ 192176 w 316745"/>
                    <a:gd name="connsiteY3" fmla="*/ 165197 h 168896"/>
                    <a:gd name="connsiteX4" fmla="*/ 193828 w 316745"/>
                    <a:gd name="connsiteY4" fmla="*/ 165197 h 168896"/>
                    <a:gd name="connsiteX5" fmla="*/ 206974 w 316745"/>
                    <a:gd name="connsiteY5" fmla="*/ 164748 h 168896"/>
                    <a:gd name="connsiteX6" fmla="*/ 208943 w 316745"/>
                    <a:gd name="connsiteY6" fmla="*/ 166466 h 168896"/>
                    <a:gd name="connsiteX7" fmla="*/ 207225 w 316745"/>
                    <a:gd name="connsiteY7" fmla="*/ 168434 h 168896"/>
                    <a:gd name="connsiteX8" fmla="*/ 193828 w 316745"/>
                    <a:gd name="connsiteY8" fmla="*/ 168897 h 168896"/>
                    <a:gd name="connsiteX9" fmla="*/ 167985 w 316745"/>
                    <a:gd name="connsiteY9" fmla="*/ 167166 h 168896"/>
                    <a:gd name="connsiteX10" fmla="*/ 167734 w 316745"/>
                    <a:gd name="connsiteY10" fmla="*/ 167153 h 168896"/>
                    <a:gd name="connsiteX11" fmla="*/ 152884 w 316745"/>
                    <a:gd name="connsiteY11" fmla="*/ 164576 h 168896"/>
                    <a:gd name="connsiteX12" fmla="*/ 151470 w 316745"/>
                    <a:gd name="connsiteY12" fmla="*/ 162383 h 168896"/>
                    <a:gd name="connsiteX13" fmla="*/ 153663 w 316745"/>
                    <a:gd name="connsiteY13" fmla="*/ 160956 h 168896"/>
                    <a:gd name="connsiteX14" fmla="*/ 168223 w 316745"/>
                    <a:gd name="connsiteY14" fmla="*/ 163480 h 168896"/>
                    <a:gd name="connsiteX15" fmla="*/ 169808 w 316745"/>
                    <a:gd name="connsiteY15" fmla="*/ 165554 h 168896"/>
                    <a:gd name="connsiteX16" fmla="*/ 167985 w 316745"/>
                    <a:gd name="connsiteY16" fmla="*/ 167153 h 168896"/>
                    <a:gd name="connsiteX17" fmla="*/ 231113 w 316745"/>
                    <a:gd name="connsiteY17" fmla="*/ 165263 h 168896"/>
                    <a:gd name="connsiteX18" fmla="*/ 229303 w 316745"/>
                    <a:gd name="connsiteY18" fmla="*/ 163770 h 168896"/>
                    <a:gd name="connsiteX19" fmla="*/ 230756 w 316745"/>
                    <a:gd name="connsiteY19" fmla="*/ 161604 h 168896"/>
                    <a:gd name="connsiteX20" fmla="*/ 245144 w 316745"/>
                    <a:gd name="connsiteY20" fmla="*/ 158195 h 168896"/>
                    <a:gd name="connsiteX21" fmla="*/ 247416 w 316745"/>
                    <a:gd name="connsiteY21" fmla="*/ 159476 h 168896"/>
                    <a:gd name="connsiteX22" fmla="*/ 246135 w 316745"/>
                    <a:gd name="connsiteY22" fmla="*/ 161749 h 168896"/>
                    <a:gd name="connsiteX23" fmla="*/ 231469 w 316745"/>
                    <a:gd name="connsiteY23" fmla="*/ 165237 h 168896"/>
                    <a:gd name="connsiteX24" fmla="*/ 231113 w 316745"/>
                    <a:gd name="connsiteY24" fmla="*/ 165277 h 168896"/>
                    <a:gd name="connsiteX25" fmla="*/ 129921 w 316745"/>
                    <a:gd name="connsiteY25" fmla="*/ 158116 h 168896"/>
                    <a:gd name="connsiteX26" fmla="*/ 129313 w 316745"/>
                    <a:gd name="connsiteY26" fmla="*/ 158010 h 168896"/>
                    <a:gd name="connsiteX27" fmla="*/ 115282 w 316745"/>
                    <a:gd name="connsiteY27" fmla="*/ 152527 h 168896"/>
                    <a:gd name="connsiteX28" fmla="*/ 114331 w 316745"/>
                    <a:gd name="connsiteY28" fmla="*/ 150096 h 168896"/>
                    <a:gd name="connsiteX29" fmla="*/ 116762 w 316745"/>
                    <a:gd name="connsiteY29" fmla="*/ 149145 h 168896"/>
                    <a:gd name="connsiteX30" fmla="*/ 130529 w 316745"/>
                    <a:gd name="connsiteY30" fmla="*/ 154522 h 168896"/>
                    <a:gd name="connsiteX31" fmla="*/ 131665 w 316745"/>
                    <a:gd name="connsiteY31" fmla="*/ 156874 h 168896"/>
                    <a:gd name="connsiteX32" fmla="*/ 129921 w 316745"/>
                    <a:gd name="connsiteY32" fmla="*/ 158116 h 168896"/>
                    <a:gd name="connsiteX33" fmla="*/ 268529 w 316745"/>
                    <a:gd name="connsiteY33" fmla="*/ 153848 h 168896"/>
                    <a:gd name="connsiteX34" fmla="*/ 266825 w 316745"/>
                    <a:gd name="connsiteY34" fmla="*/ 152712 h 168896"/>
                    <a:gd name="connsiteX35" fmla="*/ 267816 w 316745"/>
                    <a:gd name="connsiteY35" fmla="*/ 150294 h 168896"/>
                    <a:gd name="connsiteX36" fmla="*/ 281213 w 316745"/>
                    <a:gd name="connsiteY36" fmla="*/ 144045 h 168896"/>
                    <a:gd name="connsiteX37" fmla="*/ 283697 w 316745"/>
                    <a:gd name="connsiteY37" fmla="*/ 144837 h 168896"/>
                    <a:gd name="connsiteX38" fmla="*/ 282904 w 316745"/>
                    <a:gd name="connsiteY38" fmla="*/ 147321 h 168896"/>
                    <a:gd name="connsiteX39" fmla="*/ 269243 w 316745"/>
                    <a:gd name="connsiteY39" fmla="*/ 153690 h 168896"/>
                    <a:gd name="connsiteX40" fmla="*/ 268529 w 316745"/>
                    <a:gd name="connsiteY40" fmla="*/ 153835 h 168896"/>
                    <a:gd name="connsiteX41" fmla="*/ 94446 w 316745"/>
                    <a:gd name="connsiteY41" fmla="*/ 141627 h 168896"/>
                    <a:gd name="connsiteX42" fmla="*/ 93508 w 316745"/>
                    <a:gd name="connsiteY42" fmla="*/ 141363 h 168896"/>
                    <a:gd name="connsiteX43" fmla="*/ 80864 w 316745"/>
                    <a:gd name="connsiteY43" fmla="*/ 133171 h 168896"/>
                    <a:gd name="connsiteX44" fmla="*/ 80415 w 316745"/>
                    <a:gd name="connsiteY44" fmla="*/ 130608 h 168896"/>
                    <a:gd name="connsiteX45" fmla="*/ 82991 w 316745"/>
                    <a:gd name="connsiteY45" fmla="*/ 130159 h 168896"/>
                    <a:gd name="connsiteX46" fmla="*/ 95398 w 316745"/>
                    <a:gd name="connsiteY46" fmla="*/ 138192 h 168896"/>
                    <a:gd name="connsiteX47" fmla="*/ 96045 w 316745"/>
                    <a:gd name="connsiteY47" fmla="*/ 140715 h 168896"/>
                    <a:gd name="connsiteX48" fmla="*/ 94460 w 316745"/>
                    <a:gd name="connsiteY48" fmla="*/ 141614 h 168896"/>
                    <a:gd name="connsiteX49" fmla="*/ 302907 w 316745"/>
                    <a:gd name="connsiteY49" fmla="*/ 135140 h 168896"/>
                    <a:gd name="connsiteX50" fmla="*/ 301375 w 316745"/>
                    <a:gd name="connsiteY50" fmla="*/ 134334 h 168896"/>
                    <a:gd name="connsiteX51" fmla="*/ 301863 w 316745"/>
                    <a:gd name="connsiteY51" fmla="*/ 131771 h 168896"/>
                    <a:gd name="connsiteX52" fmla="*/ 313754 w 316745"/>
                    <a:gd name="connsiteY52" fmla="*/ 122985 h 168896"/>
                    <a:gd name="connsiteX53" fmla="*/ 316344 w 316745"/>
                    <a:gd name="connsiteY53" fmla="*/ 123275 h 168896"/>
                    <a:gd name="connsiteX54" fmla="*/ 316053 w 316745"/>
                    <a:gd name="connsiteY54" fmla="*/ 125865 h 168896"/>
                    <a:gd name="connsiteX55" fmla="*/ 303938 w 316745"/>
                    <a:gd name="connsiteY55" fmla="*/ 134823 h 168896"/>
                    <a:gd name="connsiteX56" fmla="*/ 302894 w 316745"/>
                    <a:gd name="connsiteY56" fmla="*/ 135140 h 168896"/>
                    <a:gd name="connsiteX57" fmla="*/ 63028 w 316745"/>
                    <a:gd name="connsiteY57" fmla="*/ 118334 h 168896"/>
                    <a:gd name="connsiteX58" fmla="*/ 61786 w 316745"/>
                    <a:gd name="connsiteY58" fmla="*/ 117845 h 168896"/>
                    <a:gd name="connsiteX59" fmla="*/ 51058 w 316745"/>
                    <a:gd name="connsiteY59" fmla="*/ 107275 h 168896"/>
                    <a:gd name="connsiteX60" fmla="*/ 51137 w 316745"/>
                    <a:gd name="connsiteY60" fmla="*/ 104673 h 168896"/>
                    <a:gd name="connsiteX61" fmla="*/ 53740 w 316745"/>
                    <a:gd name="connsiteY61" fmla="*/ 104752 h 168896"/>
                    <a:gd name="connsiteX62" fmla="*/ 64270 w 316745"/>
                    <a:gd name="connsiteY62" fmla="*/ 115123 h 168896"/>
                    <a:gd name="connsiteX63" fmla="*/ 64389 w 316745"/>
                    <a:gd name="connsiteY63" fmla="*/ 117726 h 168896"/>
                    <a:gd name="connsiteX64" fmla="*/ 63028 w 316745"/>
                    <a:gd name="connsiteY64" fmla="*/ 118334 h 168896"/>
                    <a:gd name="connsiteX65" fmla="*/ 36947 w 316745"/>
                    <a:gd name="connsiteY65" fmla="*/ 89175 h 168896"/>
                    <a:gd name="connsiteX66" fmla="*/ 35454 w 316745"/>
                    <a:gd name="connsiteY66" fmla="*/ 88408 h 168896"/>
                    <a:gd name="connsiteX67" fmla="*/ 28756 w 316745"/>
                    <a:gd name="connsiteY67" fmla="*/ 78592 h 168896"/>
                    <a:gd name="connsiteX68" fmla="*/ 27065 w 316745"/>
                    <a:gd name="connsiteY68" fmla="*/ 75897 h 168896"/>
                    <a:gd name="connsiteX69" fmla="*/ 27672 w 316745"/>
                    <a:gd name="connsiteY69" fmla="*/ 73360 h 168896"/>
                    <a:gd name="connsiteX70" fmla="*/ 30209 w 316745"/>
                    <a:gd name="connsiteY70" fmla="*/ 73954 h 168896"/>
                    <a:gd name="connsiteX71" fmla="*/ 31874 w 316745"/>
                    <a:gd name="connsiteY71" fmla="*/ 76597 h 168896"/>
                    <a:gd name="connsiteX72" fmla="*/ 38453 w 316745"/>
                    <a:gd name="connsiteY72" fmla="*/ 86228 h 168896"/>
                    <a:gd name="connsiteX73" fmla="*/ 38044 w 316745"/>
                    <a:gd name="connsiteY73" fmla="*/ 88805 h 168896"/>
                    <a:gd name="connsiteX74" fmla="*/ 36960 w 316745"/>
                    <a:gd name="connsiteY74" fmla="*/ 89162 h 168896"/>
                    <a:gd name="connsiteX75" fmla="*/ 17195 w 316745"/>
                    <a:gd name="connsiteY75" fmla="*/ 55405 h 168896"/>
                    <a:gd name="connsiteX76" fmla="*/ 15517 w 316745"/>
                    <a:gd name="connsiteY76" fmla="*/ 54321 h 168896"/>
                    <a:gd name="connsiteX77" fmla="*/ 9783 w 316745"/>
                    <a:gd name="connsiteY77" fmla="*/ 40382 h 168896"/>
                    <a:gd name="connsiteX78" fmla="*/ 10880 w 316745"/>
                    <a:gd name="connsiteY78" fmla="*/ 38017 h 168896"/>
                    <a:gd name="connsiteX79" fmla="*/ 13245 w 316745"/>
                    <a:gd name="connsiteY79" fmla="*/ 39114 h 168896"/>
                    <a:gd name="connsiteX80" fmla="*/ 18873 w 316745"/>
                    <a:gd name="connsiteY80" fmla="*/ 52789 h 168896"/>
                    <a:gd name="connsiteX81" fmla="*/ 17961 w 316745"/>
                    <a:gd name="connsiteY81" fmla="*/ 55233 h 168896"/>
                    <a:gd name="connsiteX82" fmla="*/ 17195 w 316745"/>
                    <a:gd name="connsiteY82" fmla="*/ 55405 h 168896"/>
                    <a:gd name="connsiteX83" fmla="*/ 4617 w 316745"/>
                    <a:gd name="connsiteY83" fmla="*/ 18358 h 168896"/>
                    <a:gd name="connsiteX84" fmla="*/ 2820 w 316745"/>
                    <a:gd name="connsiteY84" fmla="*/ 16931 h 168896"/>
                    <a:gd name="connsiteX85" fmla="*/ 19 w 316745"/>
                    <a:gd name="connsiteY85" fmla="*/ 2120 h 168896"/>
                    <a:gd name="connsiteX86" fmla="*/ 1578 w 316745"/>
                    <a:gd name="connsiteY86" fmla="*/ 19 h 168896"/>
                    <a:gd name="connsiteX87" fmla="*/ 3679 w 316745"/>
                    <a:gd name="connsiteY87" fmla="*/ 1578 h 168896"/>
                    <a:gd name="connsiteX88" fmla="*/ 6427 w 316745"/>
                    <a:gd name="connsiteY88" fmla="*/ 16112 h 168896"/>
                    <a:gd name="connsiteX89" fmla="*/ 5040 w 316745"/>
                    <a:gd name="connsiteY89" fmla="*/ 18318 h 168896"/>
                    <a:gd name="connsiteX90" fmla="*/ 4630 w 316745"/>
                    <a:gd name="connsiteY90" fmla="*/ 18371 h 16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</a:cxnLst>
                  <a:rect l="l" t="t" r="r" b="b"/>
                  <a:pathLst>
                    <a:path w="316745" h="168896">
                      <a:moveTo>
                        <a:pt x="193815" y="168897"/>
                      </a:moveTo>
                      <a:lnTo>
                        <a:pt x="192150" y="168897"/>
                      </a:lnTo>
                      <a:cubicBezTo>
                        <a:pt x="191133" y="168884"/>
                        <a:pt x="190314" y="168038"/>
                        <a:pt x="190327" y="167021"/>
                      </a:cubicBezTo>
                      <a:cubicBezTo>
                        <a:pt x="190327" y="166003"/>
                        <a:pt x="191159" y="165197"/>
                        <a:pt x="192176" y="165197"/>
                      </a:cubicBezTo>
                      <a:lnTo>
                        <a:pt x="193828" y="165197"/>
                      </a:lnTo>
                      <a:cubicBezTo>
                        <a:pt x="198188" y="165197"/>
                        <a:pt x="202601" y="165052"/>
                        <a:pt x="206974" y="164748"/>
                      </a:cubicBezTo>
                      <a:cubicBezTo>
                        <a:pt x="207991" y="164722"/>
                        <a:pt x="208877" y="165448"/>
                        <a:pt x="208943" y="166466"/>
                      </a:cubicBezTo>
                      <a:cubicBezTo>
                        <a:pt x="209009" y="167483"/>
                        <a:pt x="208242" y="168368"/>
                        <a:pt x="207225" y="168434"/>
                      </a:cubicBezTo>
                      <a:cubicBezTo>
                        <a:pt x="202786" y="168738"/>
                        <a:pt x="198280" y="168897"/>
                        <a:pt x="193828" y="168897"/>
                      </a:cubicBezTo>
                      <a:close/>
                      <a:moveTo>
                        <a:pt x="167985" y="167166"/>
                      </a:moveTo>
                      <a:cubicBezTo>
                        <a:pt x="167906" y="167166"/>
                        <a:pt x="167826" y="167166"/>
                        <a:pt x="167734" y="167153"/>
                      </a:cubicBezTo>
                      <a:cubicBezTo>
                        <a:pt x="162779" y="166492"/>
                        <a:pt x="157785" y="165620"/>
                        <a:pt x="152884" y="164576"/>
                      </a:cubicBezTo>
                      <a:cubicBezTo>
                        <a:pt x="151893" y="164365"/>
                        <a:pt x="151245" y="163387"/>
                        <a:pt x="151470" y="162383"/>
                      </a:cubicBezTo>
                      <a:cubicBezTo>
                        <a:pt x="151681" y="161379"/>
                        <a:pt x="152659" y="160758"/>
                        <a:pt x="153663" y="160956"/>
                      </a:cubicBezTo>
                      <a:cubicBezTo>
                        <a:pt x="158472" y="161974"/>
                        <a:pt x="163374" y="162832"/>
                        <a:pt x="168223" y="163480"/>
                      </a:cubicBezTo>
                      <a:cubicBezTo>
                        <a:pt x="169227" y="163612"/>
                        <a:pt x="169940" y="164550"/>
                        <a:pt x="169808" y="165554"/>
                      </a:cubicBezTo>
                      <a:cubicBezTo>
                        <a:pt x="169689" y="166479"/>
                        <a:pt x="168897" y="167153"/>
                        <a:pt x="167985" y="167153"/>
                      </a:cubicBezTo>
                      <a:close/>
                      <a:moveTo>
                        <a:pt x="231113" y="165263"/>
                      </a:moveTo>
                      <a:cubicBezTo>
                        <a:pt x="230254" y="165263"/>
                        <a:pt x="229474" y="164656"/>
                        <a:pt x="229303" y="163770"/>
                      </a:cubicBezTo>
                      <a:cubicBezTo>
                        <a:pt x="229104" y="162766"/>
                        <a:pt x="229752" y="161802"/>
                        <a:pt x="230756" y="161604"/>
                      </a:cubicBezTo>
                      <a:cubicBezTo>
                        <a:pt x="235578" y="160652"/>
                        <a:pt x="240414" y="159503"/>
                        <a:pt x="245144" y="158195"/>
                      </a:cubicBezTo>
                      <a:cubicBezTo>
                        <a:pt x="246122" y="157917"/>
                        <a:pt x="247139" y="158499"/>
                        <a:pt x="247416" y="159476"/>
                      </a:cubicBezTo>
                      <a:cubicBezTo>
                        <a:pt x="247694" y="160454"/>
                        <a:pt x="247112" y="161472"/>
                        <a:pt x="246135" y="161749"/>
                      </a:cubicBezTo>
                      <a:cubicBezTo>
                        <a:pt x="241326" y="163097"/>
                        <a:pt x="236384" y="164259"/>
                        <a:pt x="231469" y="165237"/>
                      </a:cubicBezTo>
                      <a:cubicBezTo>
                        <a:pt x="231350" y="165263"/>
                        <a:pt x="231231" y="165277"/>
                        <a:pt x="231113" y="165277"/>
                      </a:cubicBezTo>
                      <a:close/>
                      <a:moveTo>
                        <a:pt x="129921" y="158116"/>
                      </a:moveTo>
                      <a:cubicBezTo>
                        <a:pt x="129723" y="158116"/>
                        <a:pt x="129511" y="158089"/>
                        <a:pt x="129313" y="158010"/>
                      </a:cubicBezTo>
                      <a:cubicBezTo>
                        <a:pt x="124583" y="156372"/>
                        <a:pt x="119853" y="154522"/>
                        <a:pt x="115282" y="152527"/>
                      </a:cubicBezTo>
                      <a:cubicBezTo>
                        <a:pt x="114344" y="152117"/>
                        <a:pt x="113921" y="151034"/>
                        <a:pt x="114331" y="150096"/>
                      </a:cubicBezTo>
                      <a:cubicBezTo>
                        <a:pt x="114740" y="149158"/>
                        <a:pt x="115824" y="148735"/>
                        <a:pt x="116762" y="149145"/>
                      </a:cubicBezTo>
                      <a:cubicBezTo>
                        <a:pt x="121254" y="151100"/>
                        <a:pt x="125878" y="152910"/>
                        <a:pt x="130529" y="154522"/>
                      </a:cubicBezTo>
                      <a:cubicBezTo>
                        <a:pt x="131493" y="154852"/>
                        <a:pt x="131995" y="155909"/>
                        <a:pt x="131665" y="156874"/>
                      </a:cubicBezTo>
                      <a:cubicBezTo>
                        <a:pt x="131401" y="157640"/>
                        <a:pt x="130687" y="158116"/>
                        <a:pt x="129921" y="158116"/>
                      </a:cubicBezTo>
                      <a:close/>
                      <a:moveTo>
                        <a:pt x="268529" y="153848"/>
                      </a:moveTo>
                      <a:cubicBezTo>
                        <a:pt x="267803" y="153848"/>
                        <a:pt x="267129" y="153425"/>
                        <a:pt x="266825" y="152712"/>
                      </a:cubicBezTo>
                      <a:cubicBezTo>
                        <a:pt x="266429" y="151774"/>
                        <a:pt x="266878" y="150690"/>
                        <a:pt x="267816" y="150294"/>
                      </a:cubicBezTo>
                      <a:cubicBezTo>
                        <a:pt x="272321" y="148405"/>
                        <a:pt x="276826" y="146304"/>
                        <a:pt x="281213" y="144045"/>
                      </a:cubicBezTo>
                      <a:cubicBezTo>
                        <a:pt x="282111" y="143582"/>
                        <a:pt x="283234" y="143939"/>
                        <a:pt x="283697" y="144837"/>
                      </a:cubicBezTo>
                      <a:cubicBezTo>
                        <a:pt x="284159" y="145749"/>
                        <a:pt x="283802" y="146859"/>
                        <a:pt x="282904" y="147321"/>
                      </a:cubicBezTo>
                      <a:cubicBezTo>
                        <a:pt x="278438" y="149620"/>
                        <a:pt x="273841" y="151761"/>
                        <a:pt x="269243" y="153690"/>
                      </a:cubicBezTo>
                      <a:cubicBezTo>
                        <a:pt x="269005" y="153795"/>
                        <a:pt x="268767" y="153835"/>
                        <a:pt x="268529" y="153835"/>
                      </a:cubicBezTo>
                      <a:close/>
                      <a:moveTo>
                        <a:pt x="94446" y="141627"/>
                      </a:moveTo>
                      <a:cubicBezTo>
                        <a:pt x="94129" y="141627"/>
                        <a:pt x="93799" y="141548"/>
                        <a:pt x="93508" y="141363"/>
                      </a:cubicBezTo>
                      <a:cubicBezTo>
                        <a:pt x="89214" y="138813"/>
                        <a:pt x="84960" y="136051"/>
                        <a:pt x="80864" y="133171"/>
                      </a:cubicBezTo>
                      <a:cubicBezTo>
                        <a:pt x="80032" y="132590"/>
                        <a:pt x="79834" y="131440"/>
                        <a:pt x="80415" y="130608"/>
                      </a:cubicBezTo>
                      <a:cubicBezTo>
                        <a:pt x="80996" y="129776"/>
                        <a:pt x="82146" y="129577"/>
                        <a:pt x="82991" y="130159"/>
                      </a:cubicBezTo>
                      <a:cubicBezTo>
                        <a:pt x="87008" y="132986"/>
                        <a:pt x="91183" y="135681"/>
                        <a:pt x="95398" y="138192"/>
                      </a:cubicBezTo>
                      <a:cubicBezTo>
                        <a:pt x="96270" y="138707"/>
                        <a:pt x="96560" y="139843"/>
                        <a:pt x="96045" y="140715"/>
                      </a:cubicBezTo>
                      <a:cubicBezTo>
                        <a:pt x="95702" y="141297"/>
                        <a:pt x="95081" y="141614"/>
                        <a:pt x="94460" y="141614"/>
                      </a:cubicBezTo>
                      <a:close/>
                      <a:moveTo>
                        <a:pt x="302907" y="135140"/>
                      </a:moveTo>
                      <a:cubicBezTo>
                        <a:pt x="302313" y="135140"/>
                        <a:pt x="301731" y="134862"/>
                        <a:pt x="301375" y="134334"/>
                      </a:cubicBezTo>
                      <a:cubicBezTo>
                        <a:pt x="300806" y="133488"/>
                        <a:pt x="301018" y="132339"/>
                        <a:pt x="301863" y="131771"/>
                      </a:cubicBezTo>
                      <a:cubicBezTo>
                        <a:pt x="305920" y="129009"/>
                        <a:pt x="309923" y="126050"/>
                        <a:pt x="313754" y="122985"/>
                      </a:cubicBezTo>
                      <a:cubicBezTo>
                        <a:pt x="314547" y="122350"/>
                        <a:pt x="315710" y="122483"/>
                        <a:pt x="316344" y="123275"/>
                      </a:cubicBezTo>
                      <a:cubicBezTo>
                        <a:pt x="316978" y="124068"/>
                        <a:pt x="316846" y="125231"/>
                        <a:pt x="316053" y="125865"/>
                      </a:cubicBezTo>
                      <a:cubicBezTo>
                        <a:pt x="312142" y="128983"/>
                        <a:pt x="308073" y="131995"/>
                        <a:pt x="303938" y="134823"/>
                      </a:cubicBezTo>
                      <a:cubicBezTo>
                        <a:pt x="303621" y="135034"/>
                        <a:pt x="303264" y="135140"/>
                        <a:pt x="302894" y="135140"/>
                      </a:cubicBezTo>
                      <a:close/>
                      <a:moveTo>
                        <a:pt x="63028" y="118334"/>
                      </a:moveTo>
                      <a:cubicBezTo>
                        <a:pt x="62579" y="118334"/>
                        <a:pt x="62143" y="118175"/>
                        <a:pt x="61786" y="117845"/>
                      </a:cubicBezTo>
                      <a:cubicBezTo>
                        <a:pt x="58100" y="114489"/>
                        <a:pt x="54493" y="110922"/>
                        <a:pt x="51058" y="107275"/>
                      </a:cubicBezTo>
                      <a:cubicBezTo>
                        <a:pt x="50358" y="106535"/>
                        <a:pt x="50397" y="105360"/>
                        <a:pt x="51137" y="104673"/>
                      </a:cubicBezTo>
                      <a:cubicBezTo>
                        <a:pt x="51877" y="103972"/>
                        <a:pt x="53053" y="104012"/>
                        <a:pt x="53740" y="104752"/>
                      </a:cubicBezTo>
                      <a:cubicBezTo>
                        <a:pt x="57109" y="108346"/>
                        <a:pt x="60650" y="111834"/>
                        <a:pt x="64270" y="115123"/>
                      </a:cubicBezTo>
                      <a:cubicBezTo>
                        <a:pt x="65023" y="115810"/>
                        <a:pt x="65076" y="116973"/>
                        <a:pt x="64389" y="117726"/>
                      </a:cubicBezTo>
                      <a:cubicBezTo>
                        <a:pt x="64019" y="118123"/>
                        <a:pt x="63530" y="118334"/>
                        <a:pt x="63028" y="118334"/>
                      </a:cubicBezTo>
                      <a:close/>
                      <a:moveTo>
                        <a:pt x="36947" y="89175"/>
                      </a:moveTo>
                      <a:cubicBezTo>
                        <a:pt x="36379" y="89175"/>
                        <a:pt x="35811" y="88911"/>
                        <a:pt x="35454" y="88408"/>
                      </a:cubicBezTo>
                      <a:cubicBezTo>
                        <a:pt x="33142" y="85224"/>
                        <a:pt x="30883" y="81921"/>
                        <a:pt x="28756" y="78592"/>
                      </a:cubicBezTo>
                      <a:cubicBezTo>
                        <a:pt x="28188" y="77693"/>
                        <a:pt x="27619" y="76795"/>
                        <a:pt x="27065" y="75897"/>
                      </a:cubicBezTo>
                      <a:cubicBezTo>
                        <a:pt x="26536" y="75025"/>
                        <a:pt x="26800" y="73888"/>
                        <a:pt x="27672" y="73360"/>
                      </a:cubicBezTo>
                      <a:cubicBezTo>
                        <a:pt x="28544" y="72818"/>
                        <a:pt x="29681" y="73096"/>
                        <a:pt x="30209" y="73954"/>
                      </a:cubicBezTo>
                      <a:cubicBezTo>
                        <a:pt x="30751" y="74840"/>
                        <a:pt x="31306" y="75725"/>
                        <a:pt x="31874" y="76597"/>
                      </a:cubicBezTo>
                      <a:cubicBezTo>
                        <a:pt x="33961" y="79873"/>
                        <a:pt x="36181" y="83110"/>
                        <a:pt x="38453" y="86228"/>
                      </a:cubicBezTo>
                      <a:cubicBezTo>
                        <a:pt x="39048" y="87048"/>
                        <a:pt x="38876" y="88210"/>
                        <a:pt x="38044" y="88805"/>
                      </a:cubicBezTo>
                      <a:cubicBezTo>
                        <a:pt x="37714" y="89043"/>
                        <a:pt x="37330" y="89162"/>
                        <a:pt x="36960" y="89162"/>
                      </a:cubicBezTo>
                      <a:close/>
                      <a:moveTo>
                        <a:pt x="17195" y="55405"/>
                      </a:moveTo>
                      <a:cubicBezTo>
                        <a:pt x="16495" y="55405"/>
                        <a:pt x="15821" y="55008"/>
                        <a:pt x="15517" y="54321"/>
                      </a:cubicBezTo>
                      <a:cubicBezTo>
                        <a:pt x="13443" y="49776"/>
                        <a:pt x="11514" y="45086"/>
                        <a:pt x="9783" y="40382"/>
                      </a:cubicBezTo>
                      <a:cubicBezTo>
                        <a:pt x="9426" y="39431"/>
                        <a:pt x="9928" y="38361"/>
                        <a:pt x="10880" y="38017"/>
                      </a:cubicBezTo>
                      <a:cubicBezTo>
                        <a:pt x="11831" y="37661"/>
                        <a:pt x="12901" y="38163"/>
                        <a:pt x="13245" y="39114"/>
                      </a:cubicBezTo>
                      <a:cubicBezTo>
                        <a:pt x="14936" y="43725"/>
                        <a:pt x="16825" y="48323"/>
                        <a:pt x="18873" y="52789"/>
                      </a:cubicBezTo>
                      <a:cubicBezTo>
                        <a:pt x="19296" y="53713"/>
                        <a:pt x="18886" y="54810"/>
                        <a:pt x="17961" y="55233"/>
                      </a:cubicBezTo>
                      <a:cubicBezTo>
                        <a:pt x="17710" y="55352"/>
                        <a:pt x="17446" y="55405"/>
                        <a:pt x="17195" y="55405"/>
                      </a:cubicBezTo>
                      <a:close/>
                      <a:moveTo>
                        <a:pt x="4617" y="18358"/>
                      </a:moveTo>
                      <a:cubicBezTo>
                        <a:pt x="3772" y="18358"/>
                        <a:pt x="3019" y="17776"/>
                        <a:pt x="2820" y="16931"/>
                      </a:cubicBezTo>
                      <a:cubicBezTo>
                        <a:pt x="1697" y="12056"/>
                        <a:pt x="759" y="7075"/>
                        <a:pt x="19" y="2120"/>
                      </a:cubicBezTo>
                      <a:cubicBezTo>
                        <a:pt x="-126" y="1116"/>
                        <a:pt x="561" y="178"/>
                        <a:pt x="1578" y="19"/>
                      </a:cubicBezTo>
                      <a:cubicBezTo>
                        <a:pt x="2569" y="-126"/>
                        <a:pt x="3521" y="561"/>
                        <a:pt x="3679" y="1578"/>
                      </a:cubicBezTo>
                      <a:cubicBezTo>
                        <a:pt x="4406" y="6440"/>
                        <a:pt x="5331" y="11329"/>
                        <a:pt x="6427" y="16112"/>
                      </a:cubicBezTo>
                      <a:cubicBezTo>
                        <a:pt x="6652" y="17103"/>
                        <a:pt x="6031" y="18094"/>
                        <a:pt x="5040" y="18318"/>
                      </a:cubicBezTo>
                      <a:cubicBezTo>
                        <a:pt x="4908" y="18345"/>
                        <a:pt x="4763" y="18371"/>
                        <a:pt x="4630" y="18371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3" name="Forme libre : forme 1362">
                  <a:extLst>
                    <a:ext uri="{FF2B5EF4-FFF2-40B4-BE49-F238E27FC236}">
                      <a16:creationId xmlns:a16="http://schemas.microsoft.com/office/drawing/2014/main" id="{654F7E49-8F54-BDE4-C625-37AADFBB72E8}"/>
                    </a:ext>
                  </a:extLst>
                </p:cNvPr>
                <p:cNvSpPr/>
                <p:nvPr/>
              </p:nvSpPr>
              <p:spPr>
                <a:xfrm>
                  <a:off x="5012" y="190585"/>
                  <a:ext cx="3736" cy="11071"/>
                </a:xfrm>
                <a:custGeom>
                  <a:avLst/>
                  <a:gdLst>
                    <a:gd name="connsiteX0" fmla="*/ 1899 w 3736"/>
                    <a:gd name="connsiteY0" fmla="*/ 11072 h 11071"/>
                    <a:gd name="connsiteX1" fmla="*/ 49 w 3736"/>
                    <a:gd name="connsiteY1" fmla="*/ 9262 h 11071"/>
                    <a:gd name="connsiteX2" fmla="*/ 23 w 3736"/>
                    <a:gd name="connsiteY2" fmla="*/ 1810 h 11071"/>
                    <a:gd name="connsiteX3" fmla="*/ 1899 w 3736"/>
                    <a:gd name="connsiteY3" fmla="*/ 0 h 11071"/>
                    <a:gd name="connsiteX4" fmla="*/ 3709 w 3736"/>
                    <a:gd name="connsiteY4" fmla="*/ 1876 h 11071"/>
                    <a:gd name="connsiteX5" fmla="*/ 3736 w 3736"/>
                    <a:gd name="connsiteY5" fmla="*/ 9182 h 11071"/>
                    <a:gd name="connsiteX6" fmla="*/ 1939 w 3736"/>
                    <a:gd name="connsiteY6" fmla="*/ 11072 h 11071"/>
                    <a:gd name="connsiteX7" fmla="*/ 1899 w 3736"/>
                    <a:gd name="connsiteY7" fmla="*/ 11072 h 110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36" h="11071">
                      <a:moveTo>
                        <a:pt x="1899" y="11072"/>
                      </a:moveTo>
                      <a:cubicBezTo>
                        <a:pt x="895" y="11072"/>
                        <a:pt x="76" y="10266"/>
                        <a:pt x="49" y="9262"/>
                      </a:cubicBezTo>
                      <a:cubicBezTo>
                        <a:pt x="-3" y="6804"/>
                        <a:pt x="-17" y="4294"/>
                        <a:pt x="23" y="1810"/>
                      </a:cubicBezTo>
                      <a:cubicBezTo>
                        <a:pt x="36" y="793"/>
                        <a:pt x="882" y="13"/>
                        <a:pt x="1899" y="0"/>
                      </a:cubicBezTo>
                      <a:cubicBezTo>
                        <a:pt x="2917" y="13"/>
                        <a:pt x="3736" y="859"/>
                        <a:pt x="3709" y="1876"/>
                      </a:cubicBezTo>
                      <a:cubicBezTo>
                        <a:pt x="3670" y="4320"/>
                        <a:pt x="3683" y="6778"/>
                        <a:pt x="3736" y="9182"/>
                      </a:cubicBezTo>
                      <a:cubicBezTo>
                        <a:pt x="3762" y="10200"/>
                        <a:pt x="2956" y="11045"/>
                        <a:pt x="1939" y="11072"/>
                      </a:cubicBezTo>
                      <a:lnTo>
                        <a:pt x="1899" y="11072"/>
                      </a:ln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57" name="Graphique 1982">
                <a:extLst>
                  <a:ext uri="{FF2B5EF4-FFF2-40B4-BE49-F238E27FC236}">
                    <a16:creationId xmlns:a16="http://schemas.microsoft.com/office/drawing/2014/main" id="{029B0956-04A4-32D4-ACE7-BBA43B90ADBC}"/>
                  </a:ext>
                </a:extLst>
              </p:cNvPr>
              <p:cNvGrpSpPr/>
              <p:nvPr/>
            </p:nvGrpSpPr>
            <p:grpSpPr>
              <a:xfrm>
                <a:off x="53243" y="45737"/>
                <a:ext cx="297649" cy="297636"/>
                <a:chOff x="53243" y="45737"/>
                <a:chExt cx="297649" cy="297636"/>
              </a:xfrm>
            </p:grpSpPr>
            <p:sp>
              <p:nvSpPr>
                <p:cNvPr id="1358" name="Forme libre : forme 1357">
                  <a:extLst>
                    <a:ext uri="{FF2B5EF4-FFF2-40B4-BE49-F238E27FC236}">
                      <a16:creationId xmlns:a16="http://schemas.microsoft.com/office/drawing/2014/main" id="{F699FCCA-244C-A22A-B857-438EAB36E089}"/>
                    </a:ext>
                  </a:extLst>
                </p:cNvPr>
                <p:cNvSpPr/>
                <p:nvPr/>
              </p:nvSpPr>
              <p:spPr>
                <a:xfrm>
                  <a:off x="53243" y="45737"/>
                  <a:ext cx="297649" cy="297636"/>
                </a:xfrm>
                <a:custGeom>
                  <a:avLst/>
                  <a:gdLst>
                    <a:gd name="connsiteX0" fmla="*/ 70 w 297649"/>
                    <a:gd name="connsiteY0" fmla="*/ 128624 h 297636"/>
                    <a:gd name="connsiteX1" fmla="*/ 1047 w 297649"/>
                    <a:gd name="connsiteY1" fmla="*/ 131147 h 297636"/>
                    <a:gd name="connsiteX2" fmla="*/ 24737 w 297649"/>
                    <a:gd name="connsiteY2" fmla="*/ 146671 h 297636"/>
                    <a:gd name="connsiteX3" fmla="*/ 30484 w 297649"/>
                    <a:gd name="connsiteY3" fmla="*/ 186228 h 297636"/>
                    <a:gd name="connsiteX4" fmla="*/ 12212 w 297649"/>
                    <a:gd name="connsiteY4" fmla="*/ 207843 h 297636"/>
                    <a:gd name="connsiteX5" fmla="*/ 11987 w 297649"/>
                    <a:gd name="connsiteY5" fmla="*/ 210539 h 297636"/>
                    <a:gd name="connsiteX6" fmla="*/ 29374 w 297649"/>
                    <a:gd name="connsiteY6" fmla="*/ 239724 h 297636"/>
                    <a:gd name="connsiteX7" fmla="*/ 31845 w 297649"/>
                    <a:gd name="connsiteY7" fmla="*/ 240808 h 297636"/>
                    <a:gd name="connsiteX8" fmla="*/ 59551 w 297649"/>
                    <a:gd name="connsiteY8" fmla="*/ 235047 h 297636"/>
                    <a:gd name="connsiteX9" fmla="*/ 91590 w 297649"/>
                    <a:gd name="connsiteY9" fmla="*/ 258935 h 297636"/>
                    <a:gd name="connsiteX10" fmla="*/ 93968 w 297649"/>
                    <a:gd name="connsiteY10" fmla="*/ 287156 h 297636"/>
                    <a:gd name="connsiteX11" fmla="*/ 95712 w 297649"/>
                    <a:gd name="connsiteY11" fmla="*/ 289217 h 297636"/>
                    <a:gd name="connsiteX12" fmla="*/ 128637 w 297649"/>
                    <a:gd name="connsiteY12" fmla="*/ 297567 h 297636"/>
                    <a:gd name="connsiteX13" fmla="*/ 131160 w 297649"/>
                    <a:gd name="connsiteY13" fmla="*/ 296589 h 297636"/>
                    <a:gd name="connsiteX14" fmla="*/ 146684 w 297649"/>
                    <a:gd name="connsiteY14" fmla="*/ 272900 h 297636"/>
                    <a:gd name="connsiteX15" fmla="*/ 186242 w 297649"/>
                    <a:gd name="connsiteY15" fmla="*/ 267153 h 297636"/>
                    <a:gd name="connsiteX16" fmla="*/ 207857 w 297649"/>
                    <a:gd name="connsiteY16" fmla="*/ 285425 h 297636"/>
                    <a:gd name="connsiteX17" fmla="*/ 210552 w 297649"/>
                    <a:gd name="connsiteY17" fmla="*/ 285650 h 297636"/>
                    <a:gd name="connsiteX18" fmla="*/ 239737 w 297649"/>
                    <a:gd name="connsiteY18" fmla="*/ 268262 h 297636"/>
                    <a:gd name="connsiteX19" fmla="*/ 240821 w 297649"/>
                    <a:gd name="connsiteY19" fmla="*/ 265792 h 297636"/>
                    <a:gd name="connsiteX20" fmla="*/ 235060 w 297649"/>
                    <a:gd name="connsiteY20" fmla="*/ 238086 h 297636"/>
                    <a:gd name="connsiteX21" fmla="*/ 258948 w 297649"/>
                    <a:gd name="connsiteY21" fmla="*/ 206047 h 297636"/>
                    <a:gd name="connsiteX22" fmla="*/ 287169 w 297649"/>
                    <a:gd name="connsiteY22" fmla="*/ 203682 h 297636"/>
                    <a:gd name="connsiteX23" fmla="*/ 289230 w 297649"/>
                    <a:gd name="connsiteY23" fmla="*/ 201938 h 297636"/>
                    <a:gd name="connsiteX24" fmla="*/ 297580 w 297649"/>
                    <a:gd name="connsiteY24" fmla="*/ 169013 h 297636"/>
                    <a:gd name="connsiteX25" fmla="*/ 296602 w 297649"/>
                    <a:gd name="connsiteY25" fmla="*/ 166489 h 297636"/>
                    <a:gd name="connsiteX26" fmla="*/ 272913 w 297649"/>
                    <a:gd name="connsiteY26" fmla="*/ 150965 h 297636"/>
                    <a:gd name="connsiteX27" fmla="*/ 267166 w 297649"/>
                    <a:gd name="connsiteY27" fmla="*/ 111408 h 297636"/>
                    <a:gd name="connsiteX28" fmla="*/ 285438 w 297649"/>
                    <a:gd name="connsiteY28" fmla="*/ 89793 h 297636"/>
                    <a:gd name="connsiteX29" fmla="*/ 285663 w 297649"/>
                    <a:gd name="connsiteY29" fmla="*/ 87098 h 297636"/>
                    <a:gd name="connsiteX30" fmla="*/ 268276 w 297649"/>
                    <a:gd name="connsiteY30" fmla="*/ 57912 h 297636"/>
                    <a:gd name="connsiteX31" fmla="*/ 265805 w 297649"/>
                    <a:gd name="connsiteY31" fmla="*/ 56829 h 297636"/>
                    <a:gd name="connsiteX32" fmla="*/ 238099 w 297649"/>
                    <a:gd name="connsiteY32" fmla="*/ 62589 h 297636"/>
                    <a:gd name="connsiteX33" fmla="*/ 206060 w 297649"/>
                    <a:gd name="connsiteY33" fmla="*/ 38702 h 297636"/>
                    <a:gd name="connsiteX34" fmla="*/ 203682 w 297649"/>
                    <a:gd name="connsiteY34" fmla="*/ 10481 h 297636"/>
                    <a:gd name="connsiteX35" fmla="*/ 201938 w 297649"/>
                    <a:gd name="connsiteY35" fmla="*/ 8420 h 297636"/>
                    <a:gd name="connsiteX36" fmla="*/ 169013 w 297649"/>
                    <a:gd name="connsiteY36" fmla="*/ 70 h 297636"/>
                    <a:gd name="connsiteX37" fmla="*/ 166489 w 297649"/>
                    <a:gd name="connsiteY37" fmla="*/ 1047 h 297636"/>
                    <a:gd name="connsiteX38" fmla="*/ 150965 w 297649"/>
                    <a:gd name="connsiteY38" fmla="*/ 24737 h 297636"/>
                    <a:gd name="connsiteX39" fmla="*/ 111408 w 297649"/>
                    <a:gd name="connsiteY39" fmla="*/ 30484 h 297636"/>
                    <a:gd name="connsiteX40" fmla="*/ 89793 w 297649"/>
                    <a:gd name="connsiteY40" fmla="*/ 12212 h 297636"/>
                    <a:gd name="connsiteX41" fmla="*/ 87098 w 297649"/>
                    <a:gd name="connsiteY41" fmla="*/ 11987 h 297636"/>
                    <a:gd name="connsiteX42" fmla="*/ 57912 w 297649"/>
                    <a:gd name="connsiteY42" fmla="*/ 29374 h 297636"/>
                    <a:gd name="connsiteX43" fmla="*/ 56829 w 297649"/>
                    <a:gd name="connsiteY43" fmla="*/ 31845 h 297636"/>
                    <a:gd name="connsiteX44" fmla="*/ 62589 w 297649"/>
                    <a:gd name="connsiteY44" fmla="*/ 59551 h 297636"/>
                    <a:gd name="connsiteX45" fmla="*/ 38702 w 297649"/>
                    <a:gd name="connsiteY45" fmla="*/ 91590 h 297636"/>
                    <a:gd name="connsiteX46" fmla="*/ 10481 w 297649"/>
                    <a:gd name="connsiteY46" fmla="*/ 93968 h 297636"/>
                    <a:gd name="connsiteX47" fmla="*/ 8420 w 297649"/>
                    <a:gd name="connsiteY47" fmla="*/ 95712 h 297636"/>
                    <a:gd name="connsiteX48" fmla="*/ 70 w 297649"/>
                    <a:gd name="connsiteY48" fmla="*/ 128637 h 297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297649" h="297636">
                      <a:moveTo>
                        <a:pt x="70" y="128624"/>
                      </a:moveTo>
                      <a:cubicBezTo>
                        <a:pt x="-168" y="129588"/>
                        <a:pt x="215" y="130592"/>
                        <a:pt x="1047" y="131147"/>
                      </a:cubicBezTo>
                      <a:lnTo>
                        <a:pt x="24737" y="146671"/>
                      </a:lnTo>
                      <a:cubicBezTo>
                        <a:pt x="24499" y="159897"/>
                        <a:pt x="26362" y="173254"/>
                        <a:pt x="30484" y="186228"/>
                      </a:cubicBezTo>
                      <a:lnTo>
                        <a:pt x="12212" y="207843"/>
                      </a:lnTo>
                      <a:cubicBezTo>
                        <a:pt x="11564" y="208596"/>
                        <a:pt x="11485" y="209680"/>
                        <a:pt x="11987" y="210539"/>
                      </a:cubicBezTo>
                      <a:lnTo>
                        <a:pt x="29374" y="239724"/>
                      </a:lnTo>
                      <a:cubicBezTo>
                        <a:pt x="29876" y="240583"/>
                        <a:pt x="30880" y="241019"/>
                        <a:pt x="31845" y="240808"/>
                      </a:cubicBezTo>
                      <a:lnTo>
                        <a:pt x="59551" y="235047"/>
                      </a:lnTo>
                      <a:cubicBezTo>
                        <a:pt x="68997" y="244837"/>
                        <a:pt x="79858" y="252844"/>
                        <a:pt x="91590" y="258935"/>
                      </a:cubicBezTo>
                      <a:lnTo>
                        <a:pt x="93968" y="287156"/>
                      </a:lnTo>
                      <a:cubicBezTo>
                        <a:pt x="94047" y="288147"/>
                        <a:pt x="94748" y="288966"/>
                        <a:pt x="95712" y="289217"/>
                      </a:cubicBezTo>
                      <a:lnTo>
                        <a:pt x="128637" y="297567"/>
                      </a:lnTo>
                      <a:cubicBezTo>
                        <a:pt x="129601" y="297805"/>
                        <a:pt x="130605" y="297422"/>
                        <a:pt x="131160" y="296589"/>
                      </a:cubicBezTo>
                      <a:lnTo>
                        <a:pt x="146684" y="272900"/>
                      </a:lnTo>
                      <a:cubicBezTo>
                        <a:pt x="159910" y="273138"/>
                        <a:pt x="173267" y="271275"/>
                        <a:pt x="186242" y="267153"/>
                      </a:cubicBezTo>
                      <a:lnTo>
                        <a:pt x="207857" y="285425"/>
                      </a:lnTo>
                      <a:cubicBezTo>
                        <a:pt x="208610" y="286059"/>
                        <a:pt x="209693" y="286152"/>
                        <a:pt x="210552" y="285650"/>
                      </a:cubicBezTo>
                      <a:lnTo>
                        <a:pt x="239737" y="268262"/>
                      </a:lnTo>
                      <a:cubicBezTo>
                        <a:pt x="240596" y="267760"/>
                        <a:pt x="241032" y="266756"/>
                        <a:pt x="240821" y="265792"/>
                      </a:cubicBezTo>
                      <a:lnTo>
                        <a:pt x="235060" y="238086"/>
                      </a:lnTo>
                      <a:cubicBezTo>
                        <a:pt x="244864" y="228639"/>
                        <a:pt x="252857" y="217779"/>
                        <a:pt x="258948" y="206047"/>
                      </a:cubicBezTo>
                      <a:lnTo>
                        <a:pt x="287169" y="203682"/>
                      </a:lnTo>
                      <a:cubicBezTo>
                        <a:pt x="288160" y="203602"/>
                        <a:pt x="288979" y="202902"/>
                        <a:pt x="289230" y="201938"/>
                      </a:cubicBezTo>
                      <a:lnTo>
                        <a:pt x="297580" y="169013"/>
                      </a:lnTo>
                      <a:cubicBezTo>
                        <a:pt x="297818" y="168048"/>
                        <a:pt x="297435" y="167044"/>
                        <a:pt x="296602" y="166489"/>
                      </a:cubicBezTo>
                      <a:lnTo>
                        <a:pt x="272913" y="150965"/>
                      </a:lnTo>
                      <a:cubicBezTo>
                        <a:pt x="273151" y="137740"/>
                        <a:pt x="271288" y="124382"/>
                        <a:pt x="267166" y="111408"/>
                      </a:cubicBezTo>
                      <a:lnTo>
                        <a:pt x="285438" y="89793"/>
                      </a:lnTo>
                      <a:cubicBezTo>
                        <a:pt x="286072" y="89040"/>
                        <a:pt x="286165" y="87957"/>
                        <a:pt x="285663" y="87098"/>
                      </a:cubicBezTo>
                      <a:lnTo>
                        <a:pt x="268276" y="57912"/>
                      </a:lnTo>
                      <a:cubicBezTo>
                        <a:pt x="267774" y="57053"/>
                        <a:pt x="266769" y="56617"/>
                        <a:pt x="265805" y="56829"/>
                      </a:cubicBezTo>
                      <a:lnTo>
                        <a:pt x="238099" y="62589"/>
                      </a:lnTo>
                      <a:cubicBezTo>
                        <a:pt x="228652" y="52786"/>
                        <a:pt x="217792" y="44793"/>
                        <a:pt x="206060" y="38702"/>
                      </a:cubicBezTo>
                      <a:lnTo>
                        <a:pt x="203682" y="10481"/>
                      </a:lnTo>
                      <a:cubicBezTo>
                        <a:pt x="203602" y="9490"/>
                        <a:pt x="202902" y="8657"/>
                        <a:pt x="201938" y="8420"/>
                      </a:cubicBezTo>
                      <a:lnTo>
                        <a:pt x="169013" y="70"/>
                      </a:lnTo>
                      <a:cubicBezTo>
                        <a:pt x="168048" y="-168"/>
                        <a:pt x="167044" y="215"/>
                        <a:pt x="166489" y="1047"/>
                      </a:cubicBezTo>
                      <a:lnTo>
                        <a:pt x="150965" y="24737"/>
                      </a:lnTo>
                      <a:cubicBezTo>
                        <a:pt x="137740" y="24499"/>
                        <a:pt x="124382" y="26362"/>
                        <a:pt x="111408" y="30484"/>
                      </a:cubicBezTo>
                      <a:lnTo>
                        <a:pt x="89793" y="12212"/>
                      </a:lnTo>
                      <a:cubicBezTo>
                        <a:pt x="89040" y="11577"/>
                        <a:pt x="87957" y="11485"/>
                        <a:pt x="87098" y="11987"/>
                      </a:cubicBezTo>
                      <a:lnTo>
                        <a:pt x="57912" y="29374"/>
                      </a:lnTo>
                      <a:cubicBezTo>
                        <a:pt x="57053" y="29876"/>
                        <a:pt x="56617" y="30880"/>
                        <a:pt x="56829" y="31845"/>
                      </a:cubicBezTo>
                      <a:lnTo>
                        <a:pt x="62589" y="59551"/>
                      </a:lnTo>
                      <a:cubicBezTo>
                        <a:pt x="52786" y="68997"/>
                        <a:pt x="44793" y="79858"/>
                        <a:pt x="38702" y="91590"/>
                      </a:cubicBezTo>
                      <a:lnTo>
                        <a:pt x="10481" y="93968"/>
                      </a:lnTo>
                      <a:cubicBezTo>
                        <a:pt x="9490" y="94047"/>
                        <a:pt x="8671" y="94748"/>
                        <a:pt x="8420" y="95712"/>
                      </a:cubicBezTo>
                      <a:lnTo>
                        <a:pt x="70" y="128637"/>
                      </a:ln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9" name="Forme libre : forme 1358">
                  <a:extLst>
                    <a:ext uri="{FF2B5EF4-FFF2-40B4-BE49-F238E27FC236}">
                      <a16:creationId xmlns:a16="http://schemas.microsoft.com/office/drawing/2014/main" id="{CCAFD84E-1BE0-A485-8F51-670D2C66319C}"/>
                    </a:ext>
                  </a:extLst>
                </p:cNvPr>
                <p:cNvSpPr/>
                <p:nvPr/>
              </p:nvSpPr>
              <p:spPr>
                <a:xfrm>
                  <a:off x="169143" y="161622"/>
                  <a:ext cx="65862" cy="65850"/>
                </a:xfrm>
                <a:custGeom>
                  <a:avLst/>
                  <a:gdLst>
                    <a:gd name="connsiteX0" fmla="*/ 32925 w 65862"/>
                    <a:gd name="connsiteY0" fmla="*/ 65851 h 65850"/>
                    <a:gd name="connsiteX1" fmla="*/ 32898 w 65862"/>
                    <a:gd name="connsiteY1" fmla="*/ 65851 h 65850"/>
                    <a:gd name="connsiteX2" fmla="*/ 9618 w 65862"/>
                    <a:gd name="connsiteY2" fmla="*/ 56180 h 65850"/>
                    <a:gd name="connsiteX3" fmla="*/ 0 w 65862"/>
                    <a:gd name="connsiteY3" fmla="*/ 32887 h 65850"/>
                    <a:gd name="connsiteX4" fmla="*/ 9671 w 65862"/>
                    <a:gd name="connsiteY4" fmla="*/ 9607 h 65850"/>
                    <a:gd name="connsiteX5" fmla="*/ 56244 w 65862"/>
                    <a:gd name="connsiteY5" fmla="*/ 9647 h 65850"/>
                    <a:gd name="connsiteX6" fmla="*/ 65862 w 65862"/>
                    <a:gd name="connsiteY6" fmla="*/ 32939 h 65850"/>
                    <a:gd name="connsiteX7" fmla="*/ 56191 w 65862"/>
                    <a:gd name="connsiteY7" fmla="*/ 56219 h 65850"/>
                    <a:gd name="connsiteX8" fmla="*/ 32925 w 65862"/>
                    <a:gd name="connsiteY8" fmla="*/ 65838 h 65850"/>
                    <a:gd name="connsiteX9" fmla="*/ 32925 w 65862"/>
                    <a:gd name="connsiteY9" fmla="*/ 5524 h 65850"/>
                    <a:gd name="connsiteX10" fmla="*/ 13569 w 65862"/>
                    <a:gd name="connsiteY10" fmla="*/ 13531 h 65850"/>
                    <a:gd name="connsiteX11" fmla="*/ 5523 w 65862"/>
                    <a:gd name="connsiteY11" fmla="*/ 32900 h 65850"/>
                    <a:gd name="connsiteX12" fmla="*/ 13529 w 65862"/>
                    <a:gd name="connsiteY12" fmla="*/ 52282 h 65850"/>
                    <a:gd name="connsiteX13" fmla="*/ 32898 w 65862"/>
                    <a:gd name="connsiteY13" fmla="*/ 60328 h 65850"/>
                    <a:gd name="connsiteX14" fmla="*/ 32925 w 65862"/>
                    <a:gd name="connsiteY14" fmla="*/ 60328 h 65850"/>
                    <a:gd name="connsiteX15" fmla="*/ 52280 w 65862"/>
                    <a:gd name="connsiteY15" fmla="*/ 52322 h 65850"/>
                    <a:gd name="connsiteX16" fmla="*/ 60327 w 65862"/>
                    <a:gd name="connsiteY16" fmla="*/ 32953 h 65850"/>
                    <a:gd name="connsiteX17" fmla="*/ 52320 w 65862"/>
                    <a:gd name="connsiteY17" fmla="*/ 13571 h 65850"/>
                    <a:gd name="connsiteX18" fmla="*/ 32951 w 65862"/>
                    <a:gd name="connsiteY18" fmla="*/ 5524 h 65850"/>
                    <a:gd name="connsiteX19" fmla="*/ 32925 w 65862"/>
                    <a:gd name="connsiteY19" fmla="*/ 5524 h 65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5862" h="65850">
                      <a:moveTo>
                        <a:pt x="32925" y="65851"/>
                      </a:moveTo>
                      <a:lnTo>
                        <a:pt x="32898" y="65851"/>
                      </a:lnTo>
                      <a:cubicBezTo>
                        <a:pt x="24099" y="65851"/>
                        <a:pt x="15841" y="62403"/>
                        <a:pt x="9618" y="56180"/>
                      </a:cubicBezTo>
                      <a:cubicBezTo>
                        <a:pt x="3409" y="49957"/>
                        <a:pt x="-13" y="41686"/>
                        <a:pt x="0" y="32887"/>
                      </a:cubicBezTo>
                      <a:cubicBezTo>
                        <a:pt x="0" y="24087"/>
                        <a:pt x="3435" y="15817"/>
                        <a:pt x="9671" y="9607"/>
                      </a:cubicBezTo>
                      <a:cubicBezTo>
                        <a:pt x="22527" y="-3222"/>
                        <a:pt x="43415" y="-3196"/>
                        <a:pt x="56244" y="9647"/>
                      </a:cubicBezTo>
                      <a:cubicBezTo>
                        <a:pt x="62454" y="15869"/>
                        <a:pt x="65876" y="24140"/>
                        <a:pt x="65862" y="32939"/>
                      </a:cubicBezTo>
                      <a:cubicBezTo>
                        <a:pt x="65862" y="41739"/>
                        <a:pt x="62427" y="50010"/>
                        <a:pt x="56191" y="56219"/>
                      </a:cubicBezTo>
                      <a:cubicBezTo>
                        <a:pt x="49968" y="62429"/>
                        <a:pt x="41711" y="65838"/>
                        <a:pt x="32925" y="65838"/>
                      </a:cubicBezTo>
                      <a:close/>
                      <a:moveTo>
                        <a:pt x="32925" y="5524"/>
                      </a:moveTo>
                      <a:cubicBezTo>
                        <a:pt x="25618" y="5524"/>
                        <a:pt x="18748" y="8365"/>
                        <a:pt x="13569" y="13531"/>
                      </a:cubicBezTo>
                      <a:cubicBezTo>
                        <a:pt x="8390" y="18697"/>
                        <a:pt x="5536" y="25580"/>
                        <a:pt x="5523" y="32900"/>
                      </a:cubicBezTo>
                      <a:cubicBezTo>
                        <a:pt x="5523" y="40219"/>
                        <a:pt x="8363" y="47103"/>
                        <a:pt x="13529" y="52282"/>
                      </a:cubicBezTo>
                      <a:cubicBezTo>
                        <a:pt x="18695" y="57461"/>
                        <a:pt x="25579" y="60315"/>
                        <a:pt x="32898" y="60328"/>
                      </a:cubicBezTo>
                      <a:lnTo>
                        <a:pt x="32925" y="60328"/>
                      </a:lnTo>
                      <a:cubicBezTo>
                        <a:pt x="40231" y="60328"/>
                        <a:pt x="47101" y="57488"/>
                        <a:pt x="52280" y="52322"/>
                      </a:cubicBezTo>
                      <a:cubicBezTo>
                        <a:pt x="57460" y="47156"/>
                        <a:pt x="60313" y="40272"/>
                        <a:pt x="60327" y="32953"/>
                      </a:cubicBezTo>
                      <a:cubicBezTo>
                        <a:pt x="60327" y="25633"/>
                        <a:pt x="57486" y="18750"/>
                        <a:pt x="52320" y="13571"/>
                      </a:cubicBezTo>
                      <a:cubicBezTo>
                        <a:pt x="47154" y="8391"/>
                        <a:pt x="40271" y="5538"/>
                        <a:pt x="32951" y="5524"/>
                      </a:cubicBezTo>
                      <a:lnTo>
                        <a:pt x="32925" y="5524"/>
                      </a:ln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0" name="Forme libre : forme 1359">
                  <a:extLst>
                    <a:ext uri="{FF2B5EF4-FFF2-40B4-BE49-F238E27FC236}">
                      <a16:creationId xmlns:a16="http://schemas.microsoft.com/office/drawing/2014/main" id="{2102D9F9-F82C-9F03-DBBB-ACD4873DC0BA}"/>
                    </a:ext>
                  </a:extLst>
                </p:cNvPr>
                <p:cNvSpPr/>
                <p:nvPr/>
              </p:nvSpPr>
              <p:spPr>
                <a:xfrm>
                  <a:off x="122438" y="109943"/>
                  <a:ext cx="165111" cy="169427"/>
                </a:xfrm>
                <a:custGeom>
                  <a:avLst/>
                  <a:gdLst>
                    <a:gd name="connsiteX0" fmla="*/ 80488 w 165111"/>
                    <a:gd name="connsiteY0" fmla="*/ 169427 h 169427"/>
                    <a:gd name="connsiteX1" fmla="*/ 7544 w 165111"/>
                    <a:gd name="connsiteY1" fmla="*/ 128073 h 169427"/>
                    <a:gd name="connsiteX2" fmla="*/ 0 w 165111"/>
                    <a:gd name="connsiteY2" fmla="*/ 111690 h 169427"/>
                    <a:gd name="connsiteX3" fmla="*/ 5245 w 165111"/>
                    <a:gd name="connsiteY3" fmla="*/ 109920 h 169427"/>
                    <a:gd name="connsiteX4" fmla="*/ 12300 w 165111"/>
                    <a:gd name="connsiteY4" fmla="*/ 125246 h 169427"/>
                    <a:gd name="connsiteX5" fmla="*/ 95576 w 165111"/>
                    <a:gd name="connsiteY5" fmla="*/ 162451 h 169427"/>
                    <a:gd name="connsiteX6" fmla="*/ 95761 w 165111"/>
                    <a:gd name="connsiteY6" fmla="*/ 162412 h 169427"/>
                    <a:gd name="connsiteX7" fmla="*/ 95946 w 165111"/>
                    <a:gd name="connsiteY7" fmla="*/ 162372 h 169427"/>
                    <a:gd name="connsiteX8" fmla="*/ 120891 w 165111"/>
                    <a:gd name="connsiteY8" fmla="*/ 152754 h 169427"/>
                    <a:gd name="connsiteX9" fmla="*/ 157132 w 165111"/>
                    <a:gd name="connsiteY9" fmla="*/ 104173 h 169427"/>
                    <a:gd name="connsiteX10" fmla="*/ 159589 w 165111"/>
                    <a:gd name="connsiteY10" fmla="*/ 84566 h 169427"/>
                    <a:gd name="connsiteX11" fmla="*/ 148399 w 165111"/>
                    <a:gd name="connsiteY11" fmla="*/ 44190 h 169427"/>
                    <a:gd name="connsiteX12" fmla="*/ 39821 w 165111"/>
                    <a:gd name="connsiteY12" fmla="*/ 16669 h 169427"/>
                    <a:gd name="connsiteX13" fmla="*/ 10623 w 165111"/>
                    <a:gd name="connsiteY13" fmla="*/ 47123 h 169427"/>
                    <a:gd name="connsiteX14" fmla="*/ 5747 w 165111"/>
                    <a:gd name="connsiteY14" fmla="*/ 44494 h 169427"/>
                    <a:gd name="connsiteX15" fmla="*/ 36981 w 165111"/>
                    <a:gd name="connsiteY15" fmla="*/ 11912 h 169427"/>
                    <a:gd name="connsiteX16" fmla="*/ 153142 w 165111"/>
                    <a:gd name="connsiteY16" fmla="*/ 41349 h 169427"/>
                    <a:gd name="connsiteX17" fmla="*/ 165112 w 165111"/>
                    <a:gd name="connsiteY17" fmla="*/ 84539 h 169427"/>
                    <a:gd name="connsiteX18" fmla="*/ 162483 w 165111"/>
                    <a:gd name="connsiteY18" fmla="*/ 105520 h 169427"/>
                    <a:gd name="connsiteX19" fmla="*/ 123705 w 165111"/>
                    <a:gd name="connsiteY19" fmla="*/ 157510 h 169427"/>
                    <a:gd name="connsiteX20" fmla="*/ 80488 w 165111"/>
                    <a:gd name="connsiteY20" fmla="*/ 169427 h 169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65111" h="169427">
                      <a:moveTo>
                        <a:pt x="80488" y="169427"/>
                      </a:moveTo>
                      <a:cubicBezTo>
                        <a:pt x="51580" y="169427"/>
                        <a:pt x="23385" y="154656"/>
                        <a:pt x="7544" y="128073"/>
                      </a:cubicBezTo>
                      <a:cubicBezTo>
                        <a:pt x="4452" y="122881"/>
                        <a:pt x="1916" y="117372"/>
                        <a:pt x="0" y="111690"/>
                      </a:cubicBezTo>
                      <a:lnTo>
                        <a:pt x="5245" y="109920"/>
                      </a:lnTo>
                      <a:cubicBezTo>
                        <a:pt x="7029" y="115231"/>
                        <a:pt x="9407" y="120384"/>
                        <a:pt x="12300" y="125246"/>
                      </a:cubicBezTo>
                      <a:cubicBezTo>
                        <a:pt x="29859" y="154722"/>
                        <a:pt x="63682" y="168661"/>
                        <a:pt x="95576" y="162451"/>
                      </a:cubicBezTo>
                      <a:cubicBezTo>
                        <a:pt x="95643" y="162451"/>
                        <a:pt x="95695" y="162425"/>
                        <a:pt x="95761" y="162412"/>
                      </a:cubicBezTo>
                      <a:cubicBezTo>
                        <a:pt x="95828" y="162412"/>
                        <a:pt x="95880" y="162385"/>
                        <a:pt x="95946" y="162372"/>
                      </a:cubicBezTo>
                      <a:cubicBezTo>
                        <a:pt x="104521" y="160655"/>
                        <a:pt x="112950" y="157484"/>
                        <a:pt x="120891" y="152754"/>
                      </a:cubicBezTo>
                      <a:cubicBezTo>
                        <a:pt x="139071" y="141933"/>
                        <a:pt x="151939" y="124678"/>
                        <a:pt x="157132" y="104173"/>
                      </a:cubicBezTo>
                      <a:cubicBezTo>
                        <a:pt x="158783" y="97672"/>
                        <a:pt x="159589" y="91093"/>
                        <a:pt x="159589" y="84566"/>
                      </a:cubicBezTo>
                      <a:cubicBezTo>
                        <a:pt x="159589" y="70482"/>
                        <a:pt x="155797" y="56609"/>
                        <a:pt x="148399" y="44190"/>
                      </a:cubicBezTo>
                      <a:cubicBezTo>
                        <a:pt x="126044" y="6667"/>
                        <a:pt x="77344" y="-5673"/>
                        <a:pt x="39821" y="16669"/>
                      </a:cubicBezTo>
                      <a:cubicBezTo>
                        <a:pt x="27481" y="24015"/>
                        <a:pt x="17387" y="34545"/>
                        <a:pt x="10623" y="47123"/>
                      </a:cubicBezTo>
                      <a:lnTo>
                        <a:pt x="5747" y="44494"/>
                      </a:lnTo>
                      <a:cubicBezTo>
                        <a:pt x="12988" y="31044"/>
                        <a:pt x="23782" y="19774"/>
                        <a:pt x="36981" y="11912"/>
                      </a:cubicBezTo>
                      <a:cubicBezTo>
                        <a:pt x="77119" y="-11988"/>
                        <a:pt x="129228" y="1211"/>
                        <a:pt x="153142" y="41349"/>
                      </a:cubicBezTo>
                      <a:cubicBezTo>
                        <a:pt x="161056" y="54627"/>
                        <a:pt x="165112" y="69478"/>
                        <a:pt x="165112" y="84539"/>
                      </a:cubicBezTo>
                      <a:cubicBezTo>
                        <a:pt x="165112" y="91529"/>
                        <a:pt x="164240" y="98571"/>
                        <a:pt x="162483" y="105520"/>
                      </a:cubicBezTo>
                      <a:cubicBezTo>
                        <a:pt x="156920" y="127466"/>
                        <a:pt x="143153" y="145923"/>
                        <a:pt x="123705" y="157510"/>
                      </a:cubicBezTo>
                      <a:cubicBezTo>
                        <a:pt x="110149" y="165583"/>
                        <a:pt x="95220" y="169427"/>
                        <a:pt x="80488" y="169427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85" name="Graphique 1982">
              <a:extLst>
                <a:ext uri="{FF2B5EF4-FFF2-40B4-BE49-F238E27FC236}">
                  <a16:creationId xmlns:a16="http://schemas.microsoft.com/office/drawing/2014/main" id="{5857326F-03B6-24A2-7647-12ACDD1495D9}"/>
                </a:ext>
              </a:extLst>
            </p:cNvPr>
            <p:cNvGrpSpPr/>
            <p:nvPr/>
          </p:nvGrpSpPr>
          <p:grpSpPr>
            <a:xfrm>
              <a:off x="104021" y="201221"/>
              <a:ext cx="1288314" cy="928639"/>
              <a:chOff x="104021" y="201221"/>
              <a:chExt cx="1288314" cy="928639"/>
            </a:xfrm>
          </p:grpSpPr>
          <p:sp>
            <p:nvSpPr>
              <p:cNvPr id="1349" name="Forme libre : forme 1348">
                <a:extLst>
                  <a:ext uri="{FF2B5EF4-FFF2-40B4-BE49-F238E27FC236}">
                    <a16:creationId xmlns:a16="http://schemas.microsoft.com/office/drawing/2014/main" id="{51368C72-45DD-6E1A-3A09-0F881EB6CB5B}"/>
                  </a:ext>
                </a:extLst>
              </p:cNvPr>
              <p:cNvSpPr/>
              <p:nvPr/>
            </p:nvSpPr>
            <p:spPr>
              <a:xfrm>
                <a:off x="644502" y="879636"/>
                <a:ext cx="268694" cy="207707"/>
              </a:xfrm>
              <a:custGeom>
                <a:avLst/>
                <a:gdLst>
                  <a:gd name="connsiteX0" fmla="*/ 23161 w 268694"/>
                  <a:gd name="connsiteY0" fmla="*/ 0 h 207707"/>
                  <a:gd name="connsiteX1" fmla="*/ 0 w 268694"/>
                  <a:gd name="connsiteY1" fmla="*/ 207708 h 207707"/>
                  <a:gd name="connsiteX2" fmla="*/ 268695 w 268694"/>
                  <a:gd name="connsiteY2" fmla="*/ 207708 h 207707"/>
                  <a:gd name="connsiteX3" fmla="*/ 233696 w 268694"/>
                  <a:gd name="connsiteY3" fmla="*/ 0 h 207707"/>
                  <a:gd name="connsiteX4" fmla="*/ 23161 w 268694"/>
                  <a:gd name="connsiteY4" fmla="*/ 0 h 20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8694" h="207707">
                    <a:moveTo>
                      <a:pt x="23161" y="0"/>
                    </a:moveTo>
                    <a:lnTo>
                      <a:pt x="0" y="207708"/>
                    </a:lnTo>
                    <a:lnTo>
                      <a:pt x="268695" y="207708"/>
                    </a:lnTo>
                    <a:lnTo>
                      <a:pt x="233696" y="0"/>
                    </a:lnTo>
                    <a:lnTo>
                      <a:pt x="23161" y="0"/>
                    </a:lnTo>
                    <a:close/>
                  </a:path>
                </a:pathLst>
              </a:custGeom>
              <a:solidFill>
                <a:srgbClr val="332989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Forme libre : forme 1349">
                <a:extLst>
                  <a:ext uri="{FF2B5EF4-FFF2-40B4-BE49-F238E27FC236}">
                    <a16:creationId xmlns:a16="http://schemas.microsoft.com/office/drawing/2014/main" id="{B5EC6B2E-D7D7-AD97-6591-5F301AE684C0}"/>
                  </a:ext>
                </a:extLst>
              </p:cNvPr>
              <p:cNvSpPr/>
              <p:nvPr/>
            </p:nvSpPr>
            <p:spPr>
              <a:xfrm>
                <a:off x="104021" y="201221"/>
                <a:ext cx="1288314" cy="737698"/>
              </a:xfrm>
              <a:custGeom>
                <a:avLst/>
                <a:gdLst>
                  <a:gd name="connsiteX0" fmla="*/ 0 w 1288314"/>
                  <a:gd name="connsiteY0" fmla="*/ 63721 h 737698"/>
                  <a:gd name="connsiteX1" fmla="*/ 0 w 1288314"/>
                  <a:gd name="connsiteY1" fmla="*/ 635119 h 737698"/>
                  <a:gd name="connsiteX2" fmla="*/ 84452 w 1288314"/>
                  <a:gd name="connsiteY2" fmla="*/ 721777 h 737698"/>
                  <a:gd name="connsiteX3" fmla="*/ 1221764 w 1288314"/>
                  <a:gd name="connsiteY3" fmla="*/ 737275 h 737698"/>
                  <a:gd name="connsiteX4" fmla="*/ 1284561 w 1288314"/>
                  <a:gd name="connsiteY4" fmla="*/ 675310 h 737698"/>
                  <a:gd name="connsiteX5" fmla="*/ 1271587 w 1288314"/>
                  <a:gd name="connsiteY5" fmla="*/ 75163 h 737698"/>
                  <a:gd name="connsiteX6" fmla="*/ 1208830 w 1288314"/>
                  <a:gd name="connsiteY6" fmla="*/ 19606 h 737698"/>
                  <a:gd name="connsiteX7" fmla="*/ 61595 w 1288314"/>
                  <a:gd name="connsiteY7" fmla="*/ 712 h 737698"/>
                  <a:gd name="connsiteX8" fmla="*/ 0 w 1288314"/>
                  <a:gd name="connsiteY8" fmla="*/ 63708 h 737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88314" h="737698">
                    <a:moveTo>
                      <a:pt x="0" y="63721"/>
                    </a:moveTo>
                    <a:lnTo>
                      <a:pt x="0" y="635119"/>
                    </a:lnTo>
                    <a:cubicBezTo>
                      <a:pt x="0" y="682127"/>
                      <a:pt x="37456" y="720562"/>
                      <a:pt x="84452" y="721777"/>
                    </a:cubicBezTo>
                    <a:cubicBezTo>
                      <a:pt x="293150" y="727154"/>
                      <a:pt x="1023094" y="740208"/>
                      <a:pt x="1221764" y="737275"/>
                    </a:cubicBezTo>
                    <a:cubicBezTo>
                      <a:pt x="1255904" y="736773"/>
                      <a:pt x="1283571" y="709450"/>
                      <a:pt x="1284561" y="675310"/>
                    </a:cubicBezTo>
                    <a:cubicBezTo>
                      <a:pt x="1288393" y="542568"/>
                      <a:pt x="1294616" y="223363"/>
                      <a:pt x="1271587" y="75163"/>
                    </a:cubicBezTo>
                    <a:cubicBezTo>
                      <a:pt x="1266738" y="43956"/>
                      <a:pt x="1240393" y="20623"/>
                      <a:pt x="1208830" y="19606"/>
                    </a:cubicBezTo>
                    <a:cubicBezTo>
                      <a:pt x="1033967" y="14017"/>
                      <a:pt x="260173" y="-3753"/>
                      <a:pt x="61595" y="712"/>
                    </a:cubicBezTo>
                    <a:cubicBezTo>
                      <a:pt x="27349" y="1479"/>
                      <a:pt x="0" y="29462"/>
                      <a:pt x="0" y="63708"/>
                    </a:cubicBezTo>
                    <a:close/>
                  </a:path>
                </a:pathLst>
              </a:custGeom>
              <a:solidFill>
                <a:srgbClr val="332989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Forme libre : forme 1350">
                <a:extLst>
                  <a:ext uri="{FF2B5EF4-FFF2-40B4-BE49-F238E27FC236}">
                    <a16:creationId xmlns:a16="http://schemas.microsoft.com/office/drawing/2014/main" id="{206F75A3-60AC-495D-A664-AB97E6E1C6A6}"/>
                  </a:ext>
                </a:extLst>
              </p:cNvPr>
              <p:cNvSpPr/>
              <p:nvPr/>
            </p:nvSpPr>
            <p:spPr>
              <a:xfrm>
                <a:off x="139878" y="223431"/>
                <a:ext cx="1208790" cy="645508"/>
              </a:xfrm>
              <a:custGeom>
                <a:avLst/>
                <a:gdLst>
                  <a:gd name="connsiteX0" fmla="*/ 0 w 1208790"/>
                  <a:gd name="connsiteY0" fmla="*/ 38723 h 645508"/>
                  <a:gd name="connsiteX1" fmla="*/ 0 w 1208790"/>
                  <a:gd name="connsiteY1" fmla="*/ 581596 h 645508"/>
                  <a:gd name="connsiteX2" fmla="*/ 49466 w 1208790"/>
                  <a:gd name="connsiteY2" fmla="*/ 631815 h 645508"/>
                  <a:gd name="connsiteX3" fmla="*/ 1157329 w 1208790"/>
                  <a:gd name="connsiteY3" fmla="*/ 645503 h 645508"/>
                  <a:gd name="connsiteX4" fmla="*/ 1206940 w 1208790"/>
                  <a:gd name="connsiteY4" fmla="*/ 596816 h 645508"/>
                  <a:gd name="connsiteX5" fmla="*/ 1208790 w 1208790"/>
                  <a:gd name="connsiteY5" fmla="*/ 58792 h 645508"/>
                  <a:gd name="connsiteX6" fmla="*/ 1173910 w 1208790"/>
                  <a:gd name="connsiteY6" fmla="*/ 22921 h 645508"/>
                  <a:gd name="connsiteX7" fmla="*/ 39676 w 1208790"/>
                  <a:gd name="connsiteY7" fmla="*/ 12 h 645508"/>
                  <a:gd name="connsiteX8" fmla="*/ 0 w 1208790"/>
                  <a:gd name="connsiteY8" fmla="*/ 38736 h 645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790" h="645508">
                    <a:moveTo>
                      <a:pt x="0" y="38723"/>
                    </a:moveTo>
                    <a:lnTo>
                      <a:pt x="0" y="581596"/>
                    </a:lnTo>
                    <a:cubicBezTo>
                      <a:pt x="0" y="609038"/>
                      <a:pt x="22025" y="631406"/>
                      <a:pt x="49466" y="631815"/>
                    </a:cubicBezTo>
                    <a:lnTo>
                      <a:pt x="1157329" y="645503"/>
                    </a:lnTo>
                    <a:cubicBezTo>
                      <a:pt x="1184533" y="645913"/>
                      <a:pt x="1206835" y="624020"/>
                      <a:pt x="1206940" y="596816"/>
                    </a:cubicBezTo>
                    <a:lnTo>
                      <a:pt x="1208790" y="58792"/>
                    </a:lnTo>
                    <a:cubicBezTo>
                      <a:pt x="1208856" y="39331"/>
                      <a:pt x="1193358" y="23397"/>
                      <a:pt x="1173910" y="22921"/>
                    </a:cubicBezTo>
                    <a:lnTo>
                      <a:pt x="39676" y="12"/>
                    </a:lnTo>
                    <a:cubicBezTo>
                      <a:pt x="17929" y="-517"/>
                      <a:pt x="0" y="16976"/>
                      <a:pt x="0" y="38736"/>
                    </a:cubicBezTo>
                    <a:close/>
                  </a:path>
                </a:pathLst>
              </a:custGeom>
              <a:solidFill>
                <a:srgbClr val="4438B7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Forme libre : forme 1351">
                <a:extLst>
                  <a:ext uri="{FF2B5EF4-FFF2-40B4-BE49-F238E27FC236}">
                    <a16:creationId xmlns:a16="http://schemas.microsoft.com/office/drawing/2014/main" id="{71E28363-1CFD-EA48-95B0-3A004411DF28}"/>
                  </a:ext>
                </a:extLst>
              </p:cNvPr>
              <p:cNvSpPr/>
              <p:nvPr/>
            </p:nvSpPr>
            <p:spPr>
              <a:xfrm>
                <a:off x="745958" y="888739"/>
                <a:ext cx="27084" cy="27084"/>
              </a:xfrm>
              <a:custGeom>
                <a:avLst/>
                <a:gdLst>
                  <a:gd name="connsiteX0" fmla="*/ 13542 w 27084"/>
                  <a:gd name="connsiteY0" fmla="*/ 27085 h 27084"/>
                  <a:gd name="connsiteX1" fmla="*/ 0 w 27084"/>
                  <a:gd name="connsiteY1" fmla="*/ 13542 h 27084"/>
                  <a:gd name="connsiteX2" fmla="*/ 13542 w 27084"/>
                  <a:gd name="connsiteY2" fmla="*/ 0 h 27084"/>
                  <a:gd name="connsiteX3" fmla="*/ 27085 w 27084"/>
                  <a:gd name="connsiteY3" fmla="*/ 13542 h 27084"/>
                  <a:gd name="connsiteX4" fmla="*/ 13542 w 27084"/>
                  <a:gd name="connsiteY4" fmla="*/ 27085 h 27084"/>
                  <a:gd name="connsiteX5" fmla="*/ 13542 w 27084"/>
                  <a:gd name="connsiteY5" fmla="*/ 1797 h 27084"/>
                  <a:gd name="connsiteX6" fmla="*/ 1797 w 27084"/>
                  <a:gd name="connsiteY6" fmla="*/ 13556 h 27084"/>
                  <a:gd name="connsiteX7" fmla="*/ 13542 w 27084"/>
                  <a:gd name="connsiteY7" fmla="*/ 25301 h 27084"/>
                  <a:gd name="connsiteX8" fmla="*/ 25301 w 27084"/>
                  <a:gd name="connsiteY8" fmla="*/ 13556 h 27084"/>
                  <a:gd name="connsiteX9" fmla="*/ 13542 w 27084"/>
                  <a:gd name="connsiteY9" fmla="*/ 1797 h 27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084" h="27084">
                    <a:moveTo>
                      <a:pt x="13542" y="27085"/>
                    </a:moveTo>
                    <a:cubicBezTo>
                      <a:pt x="6078" y="27085"/>
                      <a:pt x="0" y="21007"/>
                      <a:pt x="0" y="13542"/>
                    </a:cubicBezTo>
                    <a:cubicBezTo>
                      <a:pt x="0" y="6078"/>
                      <a:pt x="6078" y="0"/>
                      <a:pt x="13542" y="0"/>
                    </a:cubicBezTo>
                    <a:cubicBezTo>
                      <a:pt x="21007" y="0"/>
                      <a:pt x="27085" y="6078"/>
                      <a:pt x="27085" y="13542"/>
                    </a:cubicBezTo>
                    <a:cubicBezTo>
                      <a:pt x="27085" y="21007"/>
                      <a:pt x="21007" y="27085"/>
                      <a:pt x="13542" y="27085"/>
                    </a:cubicBezTo>
                    <a:close/>
                    <a:moveTo>
                      <a:pt x="13542" y="1797"/>
                    </a:moveTo>
                    <a:cubicBezTo>
                      <a:pt x="7069" y="1797"/>
                      <a:pt x="1797" y="7069"/>
                      <a:pt x="1797" y="13556"/>
                    </a:cubicBezTo>
                    <a:cubicBezTo>
                      <a:pt x="1797" y="20043"/>
                      <a:pt x="7069" y="25301"/>
                      <a:pt x="13542" y="25301"/>
                    </a:cubicBezTo>
                    <a:cubicBezTo>
                      <a:pt x="20016" y="25301"/>
                      <a:pt x="25301" y="20030"/>
                      <a:pt x="25301" y="13556"/>
                    </a:cubicBezTo>
                    <a:cubicBezTo>
                      <a:pt x="25301" y="7082"/>
                      <a:pt x="20030" y="1797"/>
                      <a:pt x="13542" y="1797"/>
                    </a:cubicBezTo>
                    <a:close/>
                  </a:path>
                </a:pathLst>
              </a:custGeom>
              <a:solidFill>
                <a:srgbClr val="FFFFFF">
                  <a:alpha val="65000"/>
                </a:srgbClr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Forme libre : forme 1352">
                <a:extLst>
                  <a:ext uri="{FF2B5EF4-FFF2-40B4-BE49-F238E27FC236}">
                    <a16:creationId xmlns:a16="http://schemas.microsoft.com/office/drawing/2014/main" id="{F9D5CE0F-D169-ED3B-10B0-D25935F28862}"/>
                  </a:ext>
                </a:extLst>
              </p:cNvPr>
              <p:cNvSpPr/>
              <p:nvPr/>
            </p:nvSpPr>
            <p:spPr>
              <a:xfrm>
                <a:off x="560849" y="1071638"/>
                <a:ext cx="427199" cy="58222"/>
              </a:xfrm>
              <a:custGeom>
                <a:avLst/>
                <a:gdLst>
                  <a:gd name="connsiteX0" fmla="*/ 410230 w 427199"/>
                  <a:gd name="connsiteY0" fmla="*/ 58210 h 58222"/>
                  <a:gd name="connsiteX1" fmla="*/ 16972 w 427199"/>
                  <a:gd name="connsiteY1" fmla="*/ 58210 h 58222"/>
                  <a:gd name="connsiteX2" fmla="*/ 324 w 427199"/>
                  <a:gd name="connsiteY2" fmla="*/ 42434 h 58222"/>
                  <a:gd name="connsiteX3" fmla="*/ 5371 w 427199"/>
                  <a:gd name="connsiteY3" fmla="*/ 22484 h 58222"/>
                  <a:gd name="connsiteX4" fmla="*/ 21332 w 427199"/>
                  <a:gd name="connsiteY4" fmla="*/ 11835 h 58222"/>
                  <a:gd name="connsiteX5" fmla="*/ 400453 w 427199"/>
                  <a:gd name="connsiteY5" fmla="*/ 10 h 58222"/>
                  <a:gd name="connsiteX6" fmla="*/ 417682 w 427199"/>
                  <a:gd name="connsiteY6" fmla="*/ 10342 h 58222"/>
                  <a:gd name="connsiteX7" fmla="*/ 426785 w 427199"/>
                  <a:gd name="connsiteY7" fmla="*/ 42131 h 58222"/>
                  <a:gd name="connsiteX8" fmla="*/ 410230 w 427199"/>
                  <a:gd name="connsiteY8" fmla="*/ 58223 h 58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7199" h="58222">
                    <a:moveTo>
                      <a:pt x="410230" y="58210"/>
                    </a:moveTo>
                    <a:lnTo>
                      <a:pt x="16972" y="58210"/>
                    </a:lnTo>
                    <a:cubicBezTo>
                      <a:pt x="6283" y="58210"/>
                      <a:pt x="-1737" y="50600"/>
                      <a:pt x="324" y="42434"/>
                    </a:cubicBezTo>
                    <a:lnTo>
                      <a:pt x="5371" y="22484"/>
                    </a:lnTo>
                    <a:cubicBezTo>
                      <a:pt x="6891" y="16486"/>
                      <a:pt x="13497" y="12073"/>
                      <a:pt x="21332" y="11835"/>
                    </a:cubicBezTo>
                    <a:lnTo>
                      <a:pt x="400453" y="10"/>
                    </a:lnTo>
                    <a:cubicBezTo>
                      <a:pt x="408645" y="-241"/>
                      <a:pt x="415898" y="4106"/>
                      <a:pt x="417682" y="10342"/>
                    </a:cubicBezTo>
                    <a:lnTo>
                      <a:pt x="426785" y="42131"/>
                    </a:lnTo>
                    <a:cubicBezTo>
                      <a:pt x="429150" y="50388"/>
                      <a:pt x="421091" y="58223"/>
                      <a:pt x="410230" y="58223"/>
                    </a:cubicBezTo>
                    <a:close/>
                  </a:path>
                </a:pathLst>
              </a:custGeom>
              <a:solidFill>
                <a:srgbClr val="332989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54" name="Forme libre : forme 1353">
                <a:extLst>
                  <a:ext uri="{FF2B5EF4-FFF2-40B4-BE49-F238E27FC236}">
                    <a16:creationId xmlns:a16="http://schemas.microsoft.com/office/drawing/2014/main" id="{898E30D3-F4BE-3587-8707-03811C990E1A}"/>
                  </a:ext>
                </a:extLst>
              </p:cNvPr>
              <p:cNvSpPr/>
              <p:nvPr/>
            </p:nvSpPr>
            <p:spPr>
              <a:xfrm>
                <a:off x="170818" y="258360"/>
                <a:ext cx="1149497" cy="592652"/>
              </a:xfrm>
              <a:custGeom>
                <a:avLst/>
                <a:gdLst>
                  <a:gd name="connsiteX0" fmla="*/ 1096028 w 1149497"/>
                  <a:gd name="connsiteY0" fmla="*/ 13043 h 592652"/>
                  <a:gd name="connsiteX1" fmla="*/ 37301 w 1149497"/>
                  <a:gd name="connsiteY1" fmla="*/ 2 h 592652"/>
                  <a:gd name="connsiteX2" fmla="*/ 6807 w 1149497"/>
                  <a:gd name="connsiteY2" fmla="*/ 30522 h 592652"/>
                  <a:gd name="connsiteX3" fmla="*/ 3 w 1149497"/>
                  <a:gd name="connsiteY3" fmla="*/ 523572 h 592652"/>
                  <a:gd name="connsiteX4" fmla="*/ 29242 w 1149497"/>
                  <a:gd name="connsiteY4" fmla="*/ 554951 h 592652"/>
                  <a:gd name="connsiteX5" fmla="*/ 1093980 w 1149497"/>
                  <a:gd name="connsiteY5" fmla="*/ 592619 h 592652"/>
                  <a:gd name="connsiteX6" fmla="*/ 1133326 w 1149497"/>
                  <a:gd name="connsiteY6" fmla="*/ 576949 h 592652"/>
                  <a:gd name="connsiteX7" fmla="*/ 1149497 w 1149497"/>
                  <a:gd name="connsiteY7" fmla="*/ 536732 h 592652"/>
                  <a:gd name="connsiteX8" fmla="*/ 1149497 w 1149497"/>
                  <a:gd name="connsiteY8" fmla="*/ 68943 h 592652"/>
                  <a:gd name="connsiteX9" fmla="*/ 1096015 w 1149497"/>
                  <a:gd name="connsiteY9" fmla="*/ 13043 h 592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49497" h="592652">
                    <a:moveTo>
                      <a:pt x="1096028" y="13043"/>
                    </a:moveTo>
                    <a:lnTo>
                      <a:pt x="37301" y="2"/>
                    </a:lnTo>
                    <a:cubicBezTo>
                      <a:pt x="20614" y="-209"/>
                      <a:pt x="7045" y="13452"/>
                      <a:pt x="6807" y="30522"/>
                    </a:cubicBezTo>
                    <a:lnTo>
                      <a:pt x="3" y="523572"/>
                    </a:lnTo>
                    <a:cubicBezTo>
                      <a:pt x="-235" y="540418"/>
                      <a:pt x="12779" y="554370"/>
                      <a:pt x="29242" y="554951"/>
                    </a:cubicBezTo>
                    <a:lnTo>
                      <a:pt x="1093980" y="592619"/>
                    </a:lnTo>
                    <a:cubicBezTo>
                      <a:pt x="1108791" y="593147"/>
                      <a:pt x="1122677" y="587493"/>
                      <a:pt x="1133326" y="576949"/>
                    </a:cubicBezTo>
                    <a:cubicBezTo>
                      <a:pt x="1143988" y="566419"/>
                      <a:pt x="1149497" y="551899"/>
                      <a:pt x="1149497" y="536732"/>
                    </a:cubicBezTo>
                    <a:lnTo>
                      <a:pt x="1149497" y="68943"/>
                    </a:lnTo>
                    <a:cubicBezTo>
                      <a:pt x="1149497" y="38331"/>
                      <a:pt x="1125940" y="13400"/>
                      <a:pt x="1096015" y="13043"/>
                    </a:cubicBezTo>
                    <a:close/>
                  </a:path>
                </a:pathLst>
              </a:custGeom>
              <a:solidFill>
                <a:srgbClr val="FFFFFF">
                  <a:alpha val="28000"/>
                </a:srgbClr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6" name="Graphique 1982">
              <a:extLst>
                <a:ext uri="{FF2B5EF4-FFF2-40B4-BE49-F238E27FC236}">
                  <a16:creationId xmlns:a16="http://schemas.microsoft.com/office/drawing/2014/main" id="{4794FD08-7D17-DB7B-D4D5-7C009FD30D13}"/>
                </a:ext>
              </a:extLst>
            </p:cNvPr>
            <p:cNvGrpSpPr/>
            <p:nvPr/>
          </p:nvGrpSpPr>
          <p:grpSpPr>
            <a:xfrm>
              <a:off x="188961" y="284100"/>
              <a:ext cx="521103" cy="521432"/>
              <a:chOff x="188961" y="284100"/>
              <a:chExt cx="521103" cy="521432"/>
            </a:xfrm>
          </p:grpSpPr>
          <p:grpSp>
            <p:nvGrpSpPr>
              <p:cNvPr id="1337" name="Graphique 1982">
                <a:extLst>
                  <a:ext uri="{FF2B5EF4-FFF2-40B4-BE49-F238E27FC236}">
                    <a16:creationId xmlns:a16="http://schemas.microsoft.com/office/drawing/2014/main" id="{9BBF526E-8305-424F-56B4-C6607FE9C741}"/>
                  </a:ext>
                </a:extLst>
              </p:cNvPr>
              <p:cNvGrpSpPr/>
              <p:nvPr/>
            </p:nvGrpSpPr>
            <p:grpSpPr>
              <a:xfrm>
                <a:off x="188961" y="284100"/>
                <a:ext cx="521103" cy="521432"/>
                <a:chOff x="188961" y="284100"/>
                <a:chExt cx="521103" cy="521432"/>
              </a:xfrm>
            </p:grpSpPr>
            <p:sp>
              <p:nvSpPr>
                <p:cNvPr id="1347" name="Forme libre : forme 1346">
                  <a:extLst>
                    <a:ext uri="{FF2B5EF4-FFF2-40B4-BE49-F238E27FC236}">
                      <a16:creationId xmlns:a16="http://schemas.microsoft.com/office/drawing/2014/main" id="{819405A5-7B05-AB30-6708-5EC246789500}"/>
                    </a:ext>
                  </a:extLst>
                </p:cNvPr>
                <p:cNvSpPr/>
                <p:nvPr/>
              </p:nvSpPr>
              <p:spPr>
                <a:xfrm>
                  <a:off x="188961" y="284100"/>
                  <a:ext cx="521103" cy="521432"/>
                </a:xfrm>
                <a:custGeom>
                  <a:avLst/>
                  <a:gdLst>
                    <a:gd name="connsiteX0" fmla="*/ 23333 w 521103"/>
                    <a:gd name="connsiteY0" fmla="*/ 13 h 521432"/>
                    <a:gd name="connsiteX1" fmla="*/ 497965 w 521103"/>
                    <a:gd name="connsiteY1" fmla="*/ 13 h 521432"/>
                    <a:gd name="connsiteX2" fmla="*/ 521099 w 521103"/>
                    <a:gd name="connsiteY2" fmla="*/ 29067 h 521432"/>
                    <a:gd name="connsiteX3" fmla="*/ 514427 w 521103"/>
                    <a:gd name="connsiteY3" fmla="*/ 483273 h 521432"/>
                    <a:gd name="connsiteX4" fmla="*/ 482533 w 521103"/>
                    <a:gd name="connsiteY4" fmla="*/ 521430 h 521432"/>
                    <a:gd name="connsiteX5" fmla="*/ 22844 w 521103"/>
                    <a:gd name="connsiteY5" fmla="*/ 514308 h 521432"/>
                    <a:gd name="connsiteX6" fmla="*/ 0 w 521103"/>
                    <a:gd name="connsiteY6" fmla="*/ 485757 h 521432"/>
                    <a:gd name="connsiteX7" fmla="*/ 225 w 521103"/>
                    <a:gd name="connsiteY7" fmla="*/ 28525 h 521432"/>
                    <a:gd name="connsiteX8" fmla="*/ 23359 w 521103"/>
                    <a:gd name="connsiteY8" fmla="*/ 0 h 521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21103" h="521432">
                      <a:moveTo>
                        <a:pt x="23333" y="13"/>
                      </a:moveTo>
                      <a:lnTo>
                        <a:pt x="497965" y="13"/>
                      </a:lnTo>
                      <a:cubicBezTo>
                        <a:pt x="510913" y="13"/>
                        <a:pt x="521337" y="13106"/>
                        <a:pt x="521099" y="29067"/>
                      </a:cubicBezTo>
                      <a:lnTo>
                        <a:pt x="514427" y="483273"/>
                      </a:lnTo>
                      <a:cubicBezTo>
                        <a:pt x="514110" y="504650"/>
                        <a:pt x="499854" y="521694"/>
                        <a:pt x="482533" y="521430"/>
                      </a:cubicBezTo>
                      <a:lnTo>
                        <a:pt x="22844" y="514308"/>
                      </a:lnTo>
                      <a:cubicBezTo>
                        <a:pt x="10173" y="514110"/>
                        <a:pt x="-13" y="501387"/>
                        <a:pt x="0" y="485757"/>
                      </a:cubicBezTo>
                      <a:lnTo>
                        <a:pt x="225" y="28525"/>
                      </a:lnTo>
                      <a:cubicBezTo>
                        <a:pt x="225" y="12776"/>
                        <a:pt x="10583" y="0"/>
                        <a:pt x="23359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8" name="Forme libre : forme 1347">
                  <a:extLst>
                    <a:ext uri="{FF2B5EF4-FFF2-40B4-BE49-F238E27FC236}">
                      <a16:creationId xmlns:a16="http://schemas.microsoft.com/office/drawing/2014/main" id="{16D87699-9FC5-A6B1-AE1B-350AB7F6778D}"/>
                    </a:ext>
                  </a:extLst>
                </p:cNvPr>
                <p:cNvSpPr/>
                <p:nvPr/>
              </p:nvSpPr>
              <p:spPr>
                <a:xfrm>
                  <a:off x="197378" y="297497"/>
                  <a:ext cx="500386" cy="499751"/>
                </a:xfrm>
                <a:custGeom>
                  <a:avLst/>
                  <a:gdLst>
                    <a:gd name="connsiteX0" fmla="*/ 22421 w 500386"/>
                    <a:gd name="connsiteY0" fmla="*/ 0 h 499751"/>
                    <a:gd name="connsiteX1" fmla="*/ 478173 w 500386"/>
                    <a:gd name="connsiteY1" fmla="*/ 0 h 499751"/>
                    <a:gd name="connsiteX2" fmla="*/ 500383 w 500386"/>
                    <a:gd name="connsiteY2" fmla="*/ 27851 h 499751"/>
                    <a:gd name="connsiteX3" fmla="*/ 493975 w 500386"/>
                    <a:gd name="connsiteY3" fmla="*/ 463177 h 499751"/>
                    <a:gd name="connsiteX4" fmla="*/ 463349 w 500386"/>
                    <a:gd name="connsiteY4" fmla="*/ 499749 h 499751"/>
                    <a:gd name="connsiteX5" fmla="*/ 21932 w 500386"/>
                    <a:gd name="connsiteY5" fmla="*/ 492931 h 499751"/>
                    <a:gd name="connsiteX6" fmla="*/ 0 w 500386"/>
                    <a:gd name="connsiteY6" fmla="*/ 465569 h 499751"/>
                    <a:gd name="connsiteX7" fmla="*/ 211 w 500386"/>
                    <a:gd name="connsiteY7" fmla="*/ 27349 h 499751"/>
                    <a:gd name="connsiteX8" fmla="*/ 22421 w 500386"/>
                    <a:gd name="connsiteY8" fmla="*/ 13 h 4997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00386" h="499751">
                      <a:moveTo>
                        <a:pt x="22421" y="0"/>
                      </a:moveTo>
                      <a:lnTo>
                        <a:pt x="478173" y="0"/>
                      </a:lnTo>
                      <a:cubicBezTo>
                        <a:pt x="490606" y="0"/>
                        <a:pt x="500607" y="12552"/>
                        <a:pt x="500383" y="27851"/>
                      </a:cubicBezTo>
                      <a:lnTo>
                        <a:pt x="493975" y="463177"/>
                      </a:lnTo>
                      <a:cubicBezTo>
                        <a:pt x="493671" y="483669"/>
                        <a:pt x="479983" y="500013"/>
                        <a:pt x="463349" y="499749"/>
                      </a:cubicBezTo>
                      <a:lnTo>
                        <a:pt x="21932" y="492931"/>
                      </a:lnTo>
                      <a:cubicBezTo>
                        <a:pt x="9764" y="492746"/>
                        <a:pt x="-13" y="480538"/>
                        <a:pt x="0" y="465569"/>
                      </a:cubicBezTo>
                      <a:lnTo>
                        <a:pt x="211" y="27349"/>
                      </a:lnTo>
                      <a:cubicBezTo>
                        <a:pt x="211" y="12248"/>
                        <a:pt x="10160" y="13"/>
                        <a:pt x="22421" y="13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38" name="Graphique 1982">
                <a:extLst>
                  <a:ext uri="{FF2B5EF4-FFF2-40B4-BE49-F238E27FC236}">
                    <a16:creationId xmlns:a16="http://schemas.microsoft.com/office/drawing/2014/main" id="{E327099E-9D9F-58B3-54AD-72516CA8401B}"/>
                  </a:ext>
                </a:extLst>
              </p:cNvPr>
              <p:cNvGrpSpPr/>
              <p:nvPr/>
            </p:nvGrpSpPr>
            <p:grpSpPr>
              <a:xfrm>
                <a:off x="214685" y="309560"/>
                <a:ext cx="463983" cy="476561"/>
                <a:chOff x="214685" y="309560"/>
                <a:chExt cx="463983" cy="476561"/>
              </a:xfrm>
              <a:solidFill>
                <a:srgbClr val="DAD9FC"/>
              </a:solidFill>
            </p:grpSpPr>
            <p:sp>
              <p:nvSpPr>
                <p:cNvPr id="1339" name="Forme libre : forme 1338">
                  <a:extLst>
                    <a:ext uri="{FF2B5EF4-FFF2-40B4-BE49-F238E27FC236}">
                      <a16:creationId xmlns:a16="http://schemas.microsoft.com/office/drawing/2014/main" id="{B4F22740-D278-1A13-60DD-C419000A026B}"/>
                    </a:ext>
                  </a:extLst>
                </p:cNvPr>
                <p:cNvSpPr/>
                <p:nvPr/>
              </p:nvSpPr>
              <p:spPr>
                <a:xfrm>
                  <a:off x="218345" y="309560"/>
                  <a:ext cx="327901" cy="39662"/>
                </a:xfrm>
                <a:custGeom>
                  <a:avLst/>
                  <a:gdLst>
                    <a:gd name="connsiteX0" fmla="*/ 315241 w 327901"/>
                    <a:gd name="connsiteY0" fmla="*/ 39663 h 39662"/>
                    <a:gd name="connsiteX1" fmla="*/ 315109 w 327901"/>
                    <a:gd name="connsiteY1" fmla="*/ 39663 h 39662"/>
                    <a:gd name="connsiteX2" fmla="*/ 14124 w 327901"/>
                    <a:gd name="connsiteY2" fmla="*/ 36307 h 39662"/>
                    <a:gd name="connsiteX3" fmla="*/ 0 w 327901"/>
                    <a:gd name="connsiteY3" fmla="*/ 22606 h 39662"/>
                    <a:gd name="connsiteX4" fmla="*/ 0 w 327901"/>
                    <a:gd name="connsiteY4" fmla="*/ 10808 h 39662"/>
                    <a:gd name="connsiteX5" fmla="*/ 3316 w 327901"/>
                    <a:gd name="connsiteY5" fmla="*/ 3144 h 39662"/>
                    <a:gd name="connsiteX6" fmla="*/ 11244 w 327901"/>
                    <a:gd name="connsiteY6" fmla="*/ 0 h 39662"/>
                    <a:gd name="connsiteX7" fmla="*/ 317276 w 327901"/>
                    <a:gd name="connsiteY7" fmla="*/ 0 h 39662"/>
                    <a:gd name="connsiteX8" fmla="*/ 325216 w 327901"/>
                    <a:gd name="connsiteY8" fmla="*/ 3422 h 39662"/>
                    <a:gd name="connsiteX9" fmla="*/ 327872 w 327901"/>
                    <a:gd name="connsiteY9" fmla="*/ 10953 h 39662"/>
                    <a:gd name="connsiteX10" fmla="*/ 326432 w 327901"/>
                    <a:gd name="connsiteY10" fmla="*/ 29688 h 39662"/>
                    <a:gd name="connsiteX11" fmla="*/ 315241 w 327901"/>
                    <a:gd name="connsiteY11" fmla="*/ 39663 h 39662"/>
                    <a:gd name="connsiteX12" fmla="*/ 11244 w 327901"/>
                    <a:gd name="connsiteY12" fmla="*/ 2682 h 39662"/>
                    <a:gd name="connsiteX13" fmla="*/ 5153 w 327901"/>
                    <a:gd name="connsiteY13" fmla="*/ 5087 h 39662"/>
                    <a:gd name="connsiteX14" fmla="*/ 2669 w 327901"/>
                    <a:gd name="connsiteY14" fmla="*/ 10808 h 39662"/>
                    <a:gd name="connsiteX15" fmla="*/ 2669 w 327901"/>
                    <a:gd name="connsiteY15" fmla="*/ 22606 h 39662"/>
                    <a:gd name="connsiteX16" fmla="*/ 14150 w 327901"/>
                    <a:gd name="connsiteY16" fmla="*/ 33625 h 39662"/>
                    <a:gd name="connsiteX17" fmla="*/ 315135 w 327901"/>
                    <a:gd name="connsiteY17" fmla="*/ 36981 h 39662"/>
                    <a:gd name="connsiteX18" fmla="*/ 323763 w 327901"/>
                    <a:gd name="connsiteY18" fmla="*/ 29476 h 39662"/>
                    <a:gd name="connsiteX19" fmla="*/ 325203 w 327901"/>
                    <a:gd name="connsiteY19" fmla="*/ 10741 h 39662"/>
                    <a:gd name="connsiteX20" fmla="*/ 323261 w 327901"/>
                    <a:gd name="connsiteY20" fmla="*/ 5232 h 39662"/>
                    <a:gd name="connsiteX21" fmla="*/ 317289 w 327901"/>
                    <a:gd name="connsiteY21" fmla="*/ 2669 h 39662"/>
                    <a:gd name="connsiteX22" fmla="*/ 11257 w 327901"/>
                    <a:gd name="connsiteY22" fmla="*/ 2669 h 39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27901" h="39662">
                      <a:moveTo>
                        <a:pt x="315241" y="39663"/>
                      </a:moveTo>
                      <a:cubicBezTo>
                        <a:pt x="315241" y="39663"/>
                        <a:pt x="315149" y="39663"/>
                        <a:pt x="315109" y="39663"/>
                      </a:cubicBezTo>
                      <a:lnTo>
                        <a:pt x="14124" y="36307"/>
                      </a:lnTo>
                      <a:cubicBezTo>
                        <a:pt x="6329" y="36214"/>
                        <a:pt x="0" y="30071"/>
                        <a:pt x="0" y="22606"/>
                      </a:cubicBezTo>
                      <a:lnTo>
                        <a:pt x="0" y="10808"/>
                      </a:lnTo>
                      <a:cubicBezTo>
                        <a:pt x="0" y="7914"/>
                        <a:pt x="1176" y="5192"/>
                        <a:pt x="3316" y="3144"/>
                      </a:cubicBezTo>
                      <a:cubicBezTo>
                        <a:pt x="5443" y="1123"/>
                        <a:pt x="8258" y="0"/>
                        <a:pt x="11244" y="0"/>
                      </a:cubicBezTo>
                      <a:lnTo>
                        <a:pt x="317276" y="0"/>
                      </a:lnTo>
                      <a:cubicBezTo>
                        <a:pt x="320315" y="0"/>
                        <a:pt x="323208" y="1242"/>
                        <a:pt x="325216" y="3422"/>
                      </a:cubicBezTo>
                      <a:cubicBezTo>
                        <a:pt x="327145" y="5496"/>
                        <a:pt x="328083" y="8178"/>
                        <a:pt x="327872" y="10953"/>
                      </a:cubicBezTo>
                      <a:lnTo>
                        <a:pt x="326432" y="29688"/>
                      </a:lnTo>
                      <a:cubicBezTo>
                        <a:pt x="325996" y="35303"/>
                        <a:pt x="321094" y="39663"/>
                        <a:pt x="315241" y="39663"/>
                      </a:cubicBezTo>
                      <a:close/>
                      <a:moveTo>
                        <a:pt x="11244" y="2682"/>
                      </a:moveTo>
                      <a:cubicBezTo>
                        <a:pt x="8945" y="2682"/>
                        <a:pt x="6778" y="3541"/>
                        <a:pt x="5153" y="5087"/>
                      </a:cubicBezTo>
                      <a:cubicBezTo>
                        <a:pt x="3554" y="6619"/>
                        <a:pt x="2669" y="8654"/>
                        <a:pt x="2669" y="10808"/>
                      </a:cubicBezTo>
                      <a:lnTo>
                        <a:pt x="2669" y="22606"/>
                      </a:lnTo>
                      <a:cubicBezTo>
                        <a:pt x="2669" y="28617"/>
                        <a:pt x="7822" y="33559"/>
                        <a:pt x="14150" y="33625"/>
                      </a:cubicBezTo>
                      <a:lnTo>
                        <a:pt x="315135" y="36981"/>
                      </a:lnTo>
                      <a:cubicBezTo>
                        <a:pt x="319680" y="37020"/>
                        <a:pt x="323433" y="33731"/>
                        <a:pt x="323763" y="29476"/>
                      </a:cubicBezTo>
                      <a:lnTo>
                        <a:pt x="325203" y="10741"/>
                      </a:lnTo>
                      <a:cubicBezTo>
                        <a:pt x="325362" y="8720"/>
                        <a:pt x="324661" y="6765"/>
                        <a:pt x="323261" y="5232"/>
                      </a:cubicBezTo>
                      <a:cubicBezTo>
                        <a:pt x="321755" y="3607"/>
                        <a:pt x="319575" y="2669"/>
                        <a:pt x="317289" y="2669"/>
                      </a:cubicBezTo>
                      <a:lnTo>
                        <a:pt x="11257" y="2669"/>
                      </a:ln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0" name="Forme libre : forme 1339">
                  <a:extLst>
                    <a:ext uri="{FF2B5EF4-FFF2-40B4-BE49-F238E27FC236}">
                      <a16:creationId xmlns:a16="http://schemas.microsoft.com/office/drawing/2014/main" id="{6ED3F595-51E4-9C21-F1E2-1B384B8B977B}"/>
                    </a:ext>
                  </a:extLst>
                </p:cNvPr>
                <p:cNvSpPr/>
                <p:nvPr/>
              </p:nvSpPr>
              <p:spPr>
                <a:xfrm>
                  <a:off x="225506" y="316562"/>
                  <a:ext cx="315503" cy="27072"/>
                </a:xfrm>
                <a:custGeom>
                  <a:avLst/>
                  <a:gdLst>
                    <a:gd name="connsiteX0" fmla="*/ 304394 w 315503"/>
                    <a:gd name="connsiteY0" fmla="*/ 27072 h 27072"/>
                    <a:gd name="connsiteX1" fmla="*/ 12419 w 315503"/>
                    <a:gd name="connsiteY1" fmla="*/ 24614 h 27072"/>
                    <a:gd name="connsiteX2" fmla="*/ 0 w 315503"/>
                    <a:gd name="connsiteY2" fmla="*/ 15564 h 27072"/>
                    <a:gd name="connsiteX3" fmla="*/ 0 w 315503"/>
                    <a:gd name="connsiteY3" fmla="*/ 6923 h 27072"/>
                    <a:gd name="connsiteX4" fmla="*/ 9618 w 315503"/>
                    <a:gd name="connsiteY4" fmla="*/ 0 h 27072"/>
                    <a:gd name="connsiteX5" fmla="*/ 306495 w 315503"/>
                    <a:gd name="connsiteY5" fmla="*/ 0 h 27072"/>
                    <a:gd name="connsiteX6" fmla="*/ 315479 w 315503"/>
                    <a:gd name="connsiteY6" fmla="*/ 6963 h 27072"/>
                    <a:gd name="connsiteX7" fmla="*/ 314078 w 315503"/>
                    <a:gd name="connsiteY7" fmla="*/ 20677 h 27072"/>
                    <a:gd name="connsiteX8" fmla="*/ 304407 w 315503"/>
                    <a:gd name="connsiteY8" fmla="*/ 27072 h 27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5503" h="27072">
                      <a:moveTo>
                        <a:pt x="304394" y="27072"/>
                      </a:moveTo>
                      <a:lnTo>
                        <a:pt x="12419" y="24614"/>
                      </a:lnTo>
                      <a:cubicBezTo>
                        <a:pt x="5536" y="24561"/>
                        <a:pt x="0" y="20518"/>
                        <a:pt x="0" y="15564"/>
                      </a:cubicBezTo>
                      <a:lnTo>
                        <a:pt x="0" y="6923"/>
                      </a:lnTo>
                      <a:cubicBezTo>
                        <a:pt x="0" y="3092"/>
                        <a:pt x="4307" y="0"/>
                        <a:pt x="9618" y="0"/>
                      </a:cubicBezTo>
                      <a:lnTo>
                        <a:pt x="306495" y="0"/>
                      </a:lnTo>
                      <a:cubicBezTo>
                        <a:pt x="311727" y="0"/>
                        <a:pt x="315862" y="3211"/>
                        <a:pt x="315479" y="6963"/>
                      </a:cubicBezTo>
                      <a:lnTo>
                        <a:pt x="314078" y="20677"/>
                      </a:lnTo>
                      <a:cubicBezTo>
                        <a:pt x="313709" y="24310"/>
                        <a:pt x="309467" y="27125"/>
                        <a:pt x="304407" y="27072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1" name="Forme libre : forme 1340">
                  <a:extLst>
                    <a:ext uri="{FF2B5EF4-FFF2-40B4-BE49-F238E27FC236}">
                      <a16:creationId xmlns:a16="http://schemas.microsoft.com/office/drawing/2014/main" id="{B942B033-9DA7-3E21-D7E9-06A04B3ECB39}"/>
                    </a:ext>
                  </a:extLst>
                </p:cNvPr>
                <p:cNvSpPr/>
                <p:nvPr/>
              </p:nvSpPr>
              <p:spPr>
                <a:xfrm>
                  <a:off x="214857" y="368922"/>
                  <a:ext cx="419947" cy="25393"/>
                </a:xfrm>
                <a:custGeom>
                  <a:avLst/>
                  <a:gdLst>
                    <a:gd name="connsiteX0" fmla="*/ 415019 w 419947"/>
                    <a:gd name="connsiteY0" fmla="*/ 25381 h 25393"/>
                    <a:gd name="connsiteX1" fmla="*/ 4928 w 419947"/>
                    <a:gd name="connsiteY1" fmla="*/ 25381 h 25393"/>
                    <a:gd name="connsiteX2" fmla="*/ 0 w 419947"/>
                    <a:gd name="connsiteY2" fmla="*/ 19951 h 25393"/>
                    <a:gd name="connsiteX3" fmla="*/ 0 w 419947"/>
                    <a:gd name="connsiteY3" fmla="*/ 5430 h 25393"/>
                    <a:gd name="connsiteX4" fmla="*/ 4968 w 419947"/>
                    <a:gd name="connsiteY4" fmla="*/ 0 h 25393"/>
                    <a:gd name="connsiteX5" fmla="*/ 415059 w 419947"/>
                    <a:gd name="connsiteY5" fmla="*/ 4003 h 25393"/>
                    <a:gd name="connsiteX6" fmla="*/ 419947 w 419947"/>
                    <a:gd name="connsiteY6" fmla="*/ 9434 h 25393"/>
                    <a:gd name="connsiteX7" fmla="*/ 419947 w 419947"/>
                    <a:gd name="connsiteY7" fmla="*/ 19964 h 25393"/>
                    <a:gd name="connsiteX8" fmla="*/ 415019 w 419947"/>
                    <a:gd name="connsiteY8" fmla="*/ 25394 h 25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9947" h="25393">
                      <a:moveTo>
                        <a:pt x="415019" y="25381"/>
                      </a:moveTo>
                      <a:lnTo>
                        <a:pt x="4928" y="25381"/>
                      </a:lnTo>
                      <a:cubicBezTo>
                        <a:pt x="2206" y="25381"/>
                        <a:pt x="0" y="22950"/>
                        <a:pt x="0" y="19951"/>
                      </a:cubicBezTo>
                      <a:lnTo>
                        <a:pt x="0" y="5430"/>
                      </a:lnTo>
                      <a:cubicBezTo>
                        <a:pt x="0" y="2418"/>
                        <a:pt x="2233" y="-26"/>
                        <a:pt x="4968" y="0"/>
                      </a:cubicBezTo>
                      <a:lnTo>
                        <a:pt x="415059" y="4003"/>
                      </a:lnTo>
                      <a:cubicBezTo>
                        <a:pt x="417767" y="4030"/>
                        <a:pt x="419947" y="6448"/>
                        <a:pt x="419947" y="9434"/>
                      </a:cubicBezTo>
                      <a:lnTo>
                        <a:pt x="419947" y="19964"/>
                      </a:lnTo>
                      <a:cubicBezTo>
                        <a:pt x="419947" y="22963"/>
                        <a:pt x="417741" y="25394"/>
                        <a:pt x="415019" y="25394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2" name="Forme libre : forme 1341">
                  <a:extLst>
                    <a:ext uri="{FF2B5EF4-FFF2-40B4-BE49-F238E27FC236}">
                      <a16:creationId xmlns:a16="http://schemas.microsoft.com/office/drawing/2014/main" id="{10F80DE1-FCFD-931A-F04E-3A497CE967CB}"/>
                    </a:ext>
                  </a:extLst>
                </p:cNvPr>
                <p:cNvSpPr/>
                <p:nvPr/>
              </p:nvSpPr>
              <p:spPr>
                <a:xfrm>
                  <a:off x="216628" y="399930"/>
                  <a:ext cx="460283" cy="93293"/>
                </a:xfrm>
                <a:custGeom>
                  <a:avLst/>
                  <a:gdLst>
                    <a:gd name="connsiteX0" fmla="*/ 445711 w 460283"/>
                    <a:gd name="connsiteY0" fmla="*/ 93279 h 93293"/>
                    <a:gd name="connsiteX1" fmla="*/ 13846 w 460283"/>
                    <a:gd name="connsiteY1" fmla="*/ 87518 h 93293"/>
                    <a:gd name="connsiteX2" fmla="*/ 0 w 460283"/>
                    <a:gd name="connsiteY2" fmla="*/ 73487 h 93293"/>
                    <a:gd name="connsiteX3" fmla="*/ 0 w 460283"/>
                    <a:gd name="connsiteY3" fmla="*/ 14191 h 93293"/>
                    <a:gd name="connsiteX4" fmla="*/ 14348 w 460283"/>
                    <a:gd name="connsiteY4" fmla="*/ 1 h 93293"/>
                    <a:gd name="connsiteX5" fmla="*/ 444958 w 460283"/>
                    <a:gd name="connsiteY5" fmla="*/ 4612 h 93293"/>
                    <a:gd name="connsiteX6" fmla="*/ 460284 w 460283"/>
                    <a:gd name="connsiteY6" fmla="*/ 20110 h 93293"/>
                    <a:gd name="connsiteX7" fmla="*/ 460284 w 460283"/>
                    <a:gd name="connsiteY7" fmla="*/ 78917 h 93293"/>
                    <a:gd name="connsiteX8" fmla="*/ 445711 w 460283"/>
                    <a:gd name="connsiteY8" fmla="*/ 93292 h 93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0283" h="93293">
                      <a:moveTo>
                        <a:pt x="445711" y="93279"/>
                      </a:moveTo>
                      <a:lnTo>
                        <a:pt x="13846" y="87518"/>
                      </a:lnTo>
                      <a:cubicBezTo>
                        <a:pt x="6170" y="87412"/>
                        <a:pt x="0" y="81163"/>
                        <a:pt x="0" y="73487"/>
                      </a:cubicBezTo>
                      <a:lnTo>
                        <a:pt x="0" y="14191"/>
                      </a:lnTo>
                      <a:cubicBezTo>
                        <a:pt x="0" y="6290"/>
                        <a:pt x="6448" y="-91"/>
                        <a:pt x="14348" y="1"/>
                      </a:cubicBezTo>
                      <a:lnTo>
                        <a:pt x="444958" y="4612"/>
                      </a:lnTo>
                      <a:cubicBezTo>
                        <a:pt x="453453" y="4705"/>
                        <a:pt x="460284" y="11614"/>
                        <a:pt x="460284" y="20110"/>
                      </a:cubicBezTo>
                      <a:lnTo>
                        <a:pt x="460284" y="78917"/>
                      </a:lnTo>
                      <a:cubicBezTo>
                        <a:pt x="460284" y="86937"/>
                        <a:pt x="453731" y="93397"/>
                        <a:pt x="445711" y="93292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3" name="Forme libre : forme 1342">
                  <a:extLst>
                    <a:ext uri="{FF2B5EF4-FFF2-40B4-BE49-F238E27FC236}">
                      <a16:creationId xmlns:a16="http://schemas.microsoft.com/office/drawing/2014/main" id="{54B7DEE0-CB86-F791-75AE-8DB07BA5624D}"/>
                    </a:ext>
                  </a:extLst>
                </p:cNvPr>
                <p:cNvSpPr/>
                <p:nvPr/>
              </p:nvSpPr>
              <p:spPr>
                <a:xfrm>
                  <a:off x="214685" y="511982"/>
                  <a:ext cx="382411" cy="25393"/>
                </a:xfrm>
                <a:custGeom>
                  <a:avLst/>
                  <a:gdLst>
                    <a:gd name="connsiteX0" fmla="*/ 377919 w 382411"/>
                    <a:gd name="connsiteY0" fmla="*/ 25381 h 25393"/>
                    <a:gd name="connsiteX1" fmla="*/ 4492 w 382411"/>
                    <a:gd name="connsiteY1" fmla="*/ 25381 h 25393"/>
                    <a:gd name="connsiteX2" fmla="*/ 0 w 382411"/>
                    <a:gd name="connsiteY2" fmla="*/ 19951 h 25393"/>
                    <a:gd name="connsiteX3" fmla="*/ 0 w 382411"/>
                    <a:gd name="connsiteY3" fmla="*/ 5430 h 25393"/>
                    <a:gd name="connsiteX4" fmla="*/ 4532 w 382411"/>
                    <a:gd name="connsiteY4" fmla="*/ 0 h 25393"/>
                    <a:gd name="connsiteX5" fmla="*/ 377959 w 382411"/>
                    <a:gd name="connsiteY5" fmla="*/ 4003 h 25393"/>
                    <a:gd name="connsiteX6" fmla="*/ 382412 w 382411"/>
                    <a:gd name="connsiteY6" fmla="*/ 9434 h 25393"/>
                    <a:gd name="connsiteX7" fmla="*/ 382412 w 382411"/>
                    <a:gd name="connsiteY7" fmla="*/ 19964 h 25393"/>
                    <a:gd name="connsiteX8" fmla="*/ 377919 w 382411"/>
                    <a:gd name="connsiteY8" fmla="*/ 25394 h 25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82411" h="25393">
                      <a:moveTo>
                        <a:pt x="377919" y="25381"/>
                      </a:moveTo>
                      <a:lnTo>
                        <a:pt x="4492" y="25381"/>
                      </a:lnTo>
                      <a:cubicBezTo>
                        <a:pt x="2008" y="25381"/>
                        <a:pt x="0" y="22950"/>
                        <a:pt x="0" y="19951"/>
                      </a:cubicBezTo>
                      <a:lnTo>
                        <a:pt x="0" y="5430"/>
                      </a:lnTo>
                      <a:cubicBezTo>
                        <a:pt x="0" y="2418"/>
                        <a:pt x="2035" y="-26"/>
                        <a:pt x="4532" y="0"/>
                      </a:cubicBezTo>
                      <a:lnTo>
                        <a:pt x="377959" y="4003"/>
                      </a:lnTo>
                      <a:cubicBezTo>
                        <a:pt x="380417" y="4030"/>
                        <a:pt x="382412" y="6448"/>
                        <a:pt x="382412" y="9434"/>
                      </a:cubicBezTo>
                      <a:lnTo>
                        <a:pt x="382412" y="19964"/>
                      </a:lnTo>
                      <a:cubicBezTo>
                        <a:pt x="382412" y="22963"/>
                        <a:pt x="380403" y="25394"/>
                        <a:pt x="377919" y="25394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4" name="Forme libre : forme 1343">
                  <a:extLst>
                    <a:ext uri="{FF2B5EF4-FFF2-40B4-BE49-F238E27FC236}">
                      <a16:creationId xmlns:a16="http://schemas.microsoft.com/office/drawing/2014/main" id="{7CB551B5-7049-FDAF-1AD0-C197FEBEAB07}"/>
                    </a:ext>
                  </a:extLst>
                </p:cNvPr>
                <p:cNvSpPr/>
                <p:nvPr/>
              </p:nvSpPr>
              <p:spPr>
                <a:xfrm>
                  <a:off x="216456" y="543017"/>
                  <a:ext cx="460283" cy="102145"/>
                </a:xfrm>
                <a:custGeom>
                  <a:avLst/>
                  <a:gdLst>
                    <a:gd name="connsiteX0" fmla="*/ 445711 w 460283"/>
                    <a:gd name="connsiteY0" fmla="*/ 102131 h 102145"/>
                    <a:gd name="connsiteX1" fmla="*/ 13846 w 460283"/>
                    <a:gd name="connsiteY1" fmla="*/ 95828 h 102145"/>
                    <a:gd name="connsiteX2" fmla="*/ 0 w 460283"/>
                    <a:gd name="connsiteY2" fmla="*/ 80463 h 102145"/>
                    <a:gd name="connsiteX3" fmla="*/ 0 w 460283"/>
                    <a:gd name="connsiteY3" fmla="*/ 15538 h 102145"/>
                    <a:gd name="connsiteX4" fmla="*/ 14348 w 460283"/>
                    <a:gd name="connsiteY4" fmla="*/ 1 h 102145"/>
                    <a:gd name="connsiteX5" fmla="*/ 444958 w 460283"/>
                    <a:gd name="connsiteY5" fmla="*/ 5048 h 102145"/>
                    <a:gd name="connsiteX6" fmla="*/ 460284 w 460283"/>
                    <a:gd name="connsiteY6" fmla="*/ 22012 h 102145"/>
                    <a:gd name="connsiteX7" fmla="*/ 460284 w 460283"/>
                    <a:gd name="connsiteY7" fmla="*/ 86408 h 102145"/>
                    <a:gd name="connsiteX8" fmla="*/ 445711 w 460283"/>
                    <a:gd name="connsiteY8" fmla="*/ 102144 h 102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0283" h="102145">
                      <a:moveTo>
                        <a:pt x="445711" y="102131"/>
                      </a:moveTo>
                      <a:lnTo>
                        <a:pt x="13846" y="95828"/>
                      </a:lnTo>
                      <a:cubicBezTo>
                        <a:pt x="6170" y="95723"/>
                        <a:pt x="0" y="88866"/>
                        <a:pt x="0" y="80463"/>
                      </a:cubicBezTo>
                      <a:lnTo>
                        <a:pt x="0" y="15538"/>
                      </a:lnTo>
                      <a:cubicBezTo>
                        <a:pt x="0" y="6884"/>
                        <a:pt x="6448" y="-92"/>
                        <a:pt x="14348" y="1"/>
                      </a:cubicBezTo>
                      <a:lnTo>
                        <a:pt x="444958" y="5048"/>
                      </a:lnTo>
                      <a:cubicBezTo>
                        <a:pt x="453453" y="5154"/>
                        <a:pt x="460284" y="12711"/>
                        <a:pt x="460284" y="22012"/>
                      </a:cubicBezTo>
                      <a:lnTo>
                        <a:pt x="460284" y="86408"/>
                      </a:lnTo>
                      <a:cubicBezTo>
                        <a:pt x="460284" y="95181"/>
                        <a:pt x="453731" y="102263"/>
                        <a:pt x="445711" y="102144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5" name="Forme libre : forme 1344">
                  <a:extLst>
                    <a:ext uri="{FF2B5EF4-FFF2-40B4-BE49-F238E27FC236}">
                      <a16:creationId xmlns:a16="http://schemas.microsoft.com/office/drawing/2014/main" id="{12A19CF0-5942-E3F9-979D-2F71E2B349DF}"/>
                    </a:ext>
                  </a:extLst>
                </p:cNvPr>
                <p:cNvSpPr/>
                <p:nvPr/>
              </p:nvSpPr>
              <p:spPr>
                <a:xfrm>
                  <a:off x="215571" y="666353"/>
                  <a:ext cx="463097" cy="25393"/>
                </a:xfrm>
                <a:custGeom>
                  <a:avLst/>
                  <a:gdLst>
                    <a:gd name="connsiteX0" fmla="*/ 457655 w 463097"/>
                    <a:gd name="connsiteY0" fmla="*/ 25381 h 25393"/>
                    <a:gd name="connsiteX1" fmla="*/ 5430 w 463097"/>
                    <a:gd name="connsiteY1" fmla="*/ 25381 h 25393"/>
                    <a:gd name="connsiteX2" fmla="*/ 0 w 463097"/>
                    <a:gd name="connsiteY2" fmla="*/ 19951 h 25393"/>
                    <a:gd name="connsiteX3" fmla="*/ 0 w 463097"/>
                    <a:gd name="connsiteY3" fmla="*/ 5430 h 25393"/>
                    <a:gd name="connsiteX4" fmla="*/ 5483 w 463097"/>
                    <a:gd name="connsiteY4" fmla="*/ 0 h 25393"/>
                    <a:gd name="connsiteX5" fmla="*/ 457707 w 463097"/>
                    <a:gd name="connsiteY5" fmla="*/ 4004 h 25393"/>
                    <a:gd name="connsiteX6" fmla="*/ 463098 w 463097"/>
                    <a:gd name="connsiteY6" fmla="*/ 9434 h 25393"/>
                    <a:gd name="connsiteX7" fmla="*/ 463098 w 463097"/>
                    <a:gd name="connsiteY7" fmla="*/ 19964 h 25393"/>
                    <a:gd name="connsiteX8" fmla="*/ 457668 w 463097"/>
                    <a:gd name="connsiteY8" fmla="*/ 25394 h 25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3097" h="25393">
                      <a:moveTo>
                        <a:pt x="457655" y="25381"/>
                      </a:moveTo>
                      <a:lnTo>
                        <a:pt x="5430" y="25381"/>
                      </a:lnTo>
                      <a:cubicBezTo>
                        <a:pt x="2431" y="25381"/>
                        <a:pt x="0" y="22950"/>
                        <a:pt x="0" y="19951"/>
                      </a:cubicBezTo>
                      <a:lnTo>
                        <a:pt x="0" y="5430"/>
                      </a:lnTo>
                      <a:cubicBezTo>
                        <a:pt x="0" y="2418"/>
                        <a:pt x="2457" y="-26"/>
                        <a:pt x="5483" y="0"/>
                      </a:cubicBezTo>
                      <a:lnTo>
                        <a:pt x="457707" y="4004"/>
                      </a:lnTo>
                      <a:cubicBezTo>
                        <a:pt x="460693" y="4030"/>
                        <a:pt x="463098" y="6448"/>
                        <a:pt x="463098" y="9434"/>
                      </a:cubicBezTo>
                      <a:lnTo>
                        <a:pt x="463098" y="19964"/>
                      </a:lnTo>
                      <a:cubicBezTo>
                        <a:pt x="463098" y="22963"/>
                        <a:pt x="460667" y="25394"/>
                        <a:pt x="457668" y="25394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6" name="Forme libre : forme 1345">
                  <a:extLst>
                    <a:ext uri="{FF2B5EF4-FFF2-40B4-BE49-F238E27FC236}">
                      <a16:creationId xmlns:a16="http://schemas.microsoft.com/office/drawing/2014/main" id="{36142B57-5BFE-9175-F17A-466353CA6218}"/>
                    </a:ext>
                  </a:extLst>
                </p:cNvPr>
                <p:cNvSpPr/>
                <p:nvPr/>
              </p:nvSpPr>
              <p:spPr>
                <a:xfrm>
                  <a:off x="217328" y="697348"/>
                  <a:ext cx="460283" cy="88773"/>
                </a:xfrm>
                <a:custGeom>
                  <a:avLst/>
                  <a:gdLst>
                    <a:gd name="connsiteX0" fmla="*/ 445711 w 460283"/>
                    <a:gd name="connsiteY0" fmla="*/ 88773 h 88773"/>
                    <a:gd name="connsiteX1" fmla="*/ 13846 w 460283"/>
                    <a:gd name="connsiteY1" fmla="*/ 83290 h 88773"/>
                    <a:gd name="connsiteX2" fmla="*/ 0 w 460283"/>
                    <a:gd name="connsiteY2" fmla="*/ 69933 h 88773"/>
                    <a:gd name="connsiteX3" fmla="*/ 0 w 460283"/>
                    <a:gd name="connsiteY3" fmla="*/ 13504 h 88773"/>
                    <a:gd name="connsiteX4" fmla="*/ 14348 w 460283"/>
                    <a:gd name="connsiteY4" fmla="*/ 1 h 88773"/>
                    <a:gd name="connsiteX5" fmla="*/ 444958 w 460283"/>
                    <a:gd name="connsiteY5" fmla="*/ 4387 h 88773"/>
                    <a:gd name="connsiteX6" fmla="*/ 460284 w 460283"/>
                    <a:gd name="connsiteY6" fmla="*/ 19132 h 88773"/>
                    <a:gd name="connsiteX7" fmla="*/ 460284 w 460283"/>
                    <a:gd name="connsiteY7" fmla="*/ 75085 h 88773"/>
                    <a:gd name="connsiteX8" fmla="*/ 445711 w 460283"/>
                    <a:gd name="connsiteY8" fmla="*/ 88760 h 88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0283" h="88773">
                      <a:moveTo>
                        <a:pt x="445711" y="88773"/>
                      </a:moveTo>
                      <a:lnTo>
                        <a:pt x="13846" y="83290"/>
                      </a:lnTo>
                      <a:cubicBezTo>
                        <a:pt x="6170" y="83197"/>
                        <a:pt x="0" y="77239"/>
                        <a:pt x="0" y="69933"/>
                      </a:cubicBezTo>
                      <a:lnTo>
                        <a:pt x="0" y="13504"/>
                      </a:lnTo>
                      <a:cubicBezTo>
                        <a:pt x="0" y="5986"/>
                        <a:pt x="6448" y="-79"/>
                        <a:pt x="14348" y="1"/>
                      </a:cubicBezTo>
                      <a:lnTo>
                        <a:pt x="444958" y="4387"/>
                      </a:lnTo>
                      <a:cubicBezTo>
                        <a:pt x="453453" y="4480"/>
                        <a:pt x="460284" y="11046"/>
                        <a:pt x="460284" y="19132"/>
                      </a:cubicBezTo>
                      <a:lnTo>
                        <a:pt x="460284" y="75085"/>
                      </a:lnTo>
                      <a:cubicBezTo>
                        <a:pt x="460284" y="82709"/>
                        <a:pt x="453731" y="88866"/>
                        <a:pt x="445711" y="88760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87" name="Graphique 1982">
              <a:extLst>
                <a:ext uri="{FF2B5EF4-FFF2-40B4-BE49-F238E27FC236}">
                  <a16:creationId xmlns:a16="http://schemas.microsoft.com/office/drawing/2014/main" id="{9D79F1CC-56B1-66EB-5FFB-BF8236DE6134}"/>
                </a:ext>
              </a:extLst>
            </p:cNvPr>
            <p:cNvGrpSpPr/>
            <p:nvPr/>
          </p:nvGrpSpPr>
          <p:grpSpPr>
            <a:xfrm>
              <a:off x="746751" y="520689"/>
              <a:ext cx="463233" cy="467553"/>
              <a:chOff x="746751" y="520689"/>
              <a:chExt cx="463233" cy="467553"/>
            </a:xfrm>
          </p:grpSpPr>
          <p:grpSp>
            <p:nvGrpSpPr>
              <p:cNvPr id="1319" name="Graphique 1982">
                <a:extLst>
                  <a:ext uri="{FF2B5EF4-FFF2-40B4-BE49-F238E27FC236}">
                    <a16:creationId xmlns:a16="http://schemas.microsoft.com/office/drawing/2014/main" id="{B3E52378-2E5E-4300-5F57-F0AD18A28FF1}"/>
                  </a:ext>
                </a:extLst>
              </p:cNvPr>
              <p:cNvGrpSpPr/>
              <p:nvPr/>
            </p:nvGrpSpPr>
            <p:grpSpPr>
              <a:xfrm>
                <a:off x="746751" y="520689"/>
                <a:ext cx="463233" cy="467553"/>
                <a:chOff x="746751" y="520689"/>
                <a:chExt cx="463233" cy="467553"/>
              </a:xfrm>
            </p:grpSpPr>
            <p:sp>
              <p:nvSpPr>
                <p:cNvPr id="1335" name="Forme libre : forme 1334">
                  <a:extLst>
                    <a:ext uri="{FF2B5EF4-FFF2-40B4-BE49-F238E27FC236}">
                      <a16:creationId xmlns:a16="http://schemas.microsoft.com/office/drawing/2014/main" id="{9071914C-3BE3-C33B-3923-6A1CDFF716C2}"/>
                    </a:ext>
                  </a:extLst>
                </p:cNvPr>
                <p:cNvSpPr/>
                <p:nvPr/>
              </p:nvSpPr>
              <p:spPr>
                <a:xfrm>
                  <a:off x="746751" y="520689"/>
                  <a:ext cx="463233" cy="467553"/>
                </a:xfrm>
                <a:custGeom>
                  <a:avLst/>
                  <a:gdLst>
                    <a:gd name="connsiteX0" fmla="*/ 20769 w 463233"/>
                    <a:gd name="connsiteY0" fmla="*/ 0 h 467553"/>
                    <a:gd name="connsiteX1" fmla="*/ 442672 w 463233"/>
                    <a:gd name="connsiteY1" fmla="*/ 0 h 467553"/>
                    <a:gd name="connsiteX2" fmla="*/ 463230 w 463233"/>
                    <a:gd name="connsiteY2" fmla="*/ 26054 h 467553"/>
                    <a:gd name="connsiteX3" fmla="*/ 457298 w 463233"/>
                    <a:gd name="connsiteY3" fmla="*/ 433331 h 467553"/>
                    <a:gd name="connsiteX4" fmla="*/ 418415 w 463233"/>
                    <a:gd name="connsiteY4" fmla="*/ 467551 h 467553"/>
                    <a:gd name="connsiteX5" fmla="*/ 9777 w 463233"/>
                    <a:gd name="connsiteY5" fmla="*/ 461169 h 467553"/>
                    <a:gd name="connsiteX6" fmla="*/ 0 w 463233"/>
                    <a:gd name="connsiteY6" fmla="*/ 435564 h 467553"/>
                    <a:gd name="connsiteX7" fmla="*/ 198 w 463233"/>
                    <a:gd name="connsiteY7" fmla="*/ 25579 h 467553"/>
                    <a:gd name="connsiteX8" fmla="*/ 20769 w 463233"/>
                    <a:gd name="connsiteY8" fmla="*/ 0 h 467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3233" h="467553">
                      <a:moveTo>
                        <a:pt x="20769" y="0"/>
                      </a:moveTo>
                      <a:lnTo>
                        <a:pt x="442672" y="0"/>
                      </a:lnTo>
                      <a:cubicBezTo>
                        <a:pt x="454180" y="0"/>
                        <a:pt x="463441" y="11746"/>
                        <a:pt x="463230" y="26054"/>
                      </a:cubicBezTo>
                      <a:lnTo>
                        <a:pt x="457298" y="433331"/>
                      </a:lnTo>
                      <a:cubicBezTo>
                        <a:pt x="457020" y="452502"/>
                        <a:pt x="444350" y="467788"/>
                        <a:pt x="418415" y="467551"/>
                      </a:cubicBezTo>
                      <a:lnTo>
                        <a:pt x="9777" y="461169"/>
                      </a:lnTo>
                      <a:cubicBezTo>
                        <a:pt x="9037" y="460997"/>
                        <a:pt x="-13" y="449582"/>
                        <a:pt x="0" y="435564"/>
                      </a:cubicBezTo>
                      <a:lnTo>
                        <a:pt x="198" y="25579"/>
                      </a:lnTo>
                      <a:cubicBezTo>
                        <a:pt x="198" y="11455"/>
                        <a:pt x="9407" y="0"/>
                        <a:pt x="20769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6" name="Forme libre : forme 1335">
                  <a:extLst>
                    <a:ext uri="{FF2B5EF4-FFF2-40B4-BE49-F238E27FC236}">
                      <a16:creationId xmlns:a16="http://schemas.microsoft.com/office/drawing/2014/main" id="{F3C1443C-CB64-6342-FFC0-0A2A51D97843}"/>
                    </a:ext>
                  </a:extLst>
                </p:cNvPr>
                <p:cNvSpPr/>
                <p:nvPr/>
              </p:nvSpPr>
              <p:spPr>
                <a:xfrm>
                  <a:off x="756884" y="531722"/>
                  <a:ext cx="444816" cy="444246"/>
                </a:xfrm>
                <a:custGeom>
                  <a:avLst/>
                  <a:gdLst>
                    <a:gd name="connsiteX0" fmla="*/ 19950 w 444816"/>
                    <a:gd name="connsiteY0" fmla="*/ 0 h 444246"/>
                    <a:gd name="connsiteX1" fmla="*/ 425073 w 444816"/>
                    <a:gd name="connsiteY1" fmla="*/ 0 h 444246"/>
                    <a:gd name="connsiteX2" fmla="*/ 444812 w 444816"/>
                    <a:gd name="connsiteY2" fmla="*/ 24760 h 444246"/>
                    <a:gd name="connsiteX3" fmla="*/ 439118 w 444816"/>
                    <a:gd name="connsiteY3" fmla="*/ 411729 h 444246"/>
                    <a:gd name="connsiteX4" fmla="*/ 411888 w 444816"/>
                    <a:gd name="connsiteY4" fmla="*/ 444244 h 444246"/>
                    <a:gd name="connsiteX5" fmla="*/ 19501 w 444816"/>
                    <a:gd name="connsiteY5" fmla="*/ 438180 h 444246"/>
                    <a:gd name="connsiteX6" fmla="*/ 0 w 444816"/>
                    <a:gd name="connsiteY6" fmla="*/ 413857 h 444246"/>
                    <a:gd name="connsiteX7" fmla="*/ 185 w 444816"/>
                    <a:gd name="connsiteY7" fmla="*/ 24310 h 444246"/>
                    <a:gd name="connsiteX8" fmla="*/ 19937 w 444816"/>
                    <a:gd name="connsiteY8" fmla="*/ 13 h 444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4816" h="444246">
                      <a:moveTo>
                        <a:pt x="19950" y="0"/>
                      </a:moveTo>
                      <a:lnTo>
                        <a:pt x="425073" y="0"/>
                      </a:lnTo>
                      <a:cubicBezTo>
                        <a:pt x="436119" y="0"/>
                        <a:pt x="445024" y="11151"/>
                        <a:pt x="444812" y="24760"/>
                      </a:cubicBezTo>
                      <a:lnTo>
                        <a:pt x="439118" y="411729"/>
                      </a:lnTo>
                      <a:cubicBezTo>
                        <a:pt x="438854" y="429936"/>
                        <a:pt x="426685" y="444469"/>
                        <a:pt x="411888" y="444244"/>
                      </a:cubicBezTo>
                      <a:lnTo>
                        <a:pt x="19501" y="438180"/>
                      </a:lnTo>
                      <a:cubicBezTo>
                        <a:pt x="8694" y="438008"/>
                        <a:pt x="0" y="427174"/>
                        <a:pt x="0" y="413857"/>
                      </a:cubicBezTo>
                      <a:lnTo>
                        <a:pt x="185" y="24310"/>
                      </a:lnTo>
                      <a:cubicBezTo>
                        <a:pt x="185" y="10887"/>
                        <a:pt x="9037" y="13"/>
                        <a:pt x="19937" y="13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20" name="Graphique 1982">
                <a:extLst>
                  <a:ext uri="{FF2B5EF4-FFF2-40B4-BE49-F238E27FC236}">
                    <a16:creationId xmlns:a16="http://schemas.microsoft.com/office/drawing/2014/main" id="{C6CF5CA2-02A8-8AE8-43BE-0453AFA16219}"/>
                  </a:ext>
                </a:extLst>
              </p:cNvPr>
              <p:cNvGrpSpPr/>
              <p:nvPr/>
            </p:nvGrpSpPr>
            <p:grpSpPr>
              <a:xfrm>
                <a:off x="756898" y="531722"/>
                <a:ext cx="444191" cy="435248"/>
                <a:chOff x="756898" y="531722"/>
                <a:chExt cx="444191" cy="435248"/>
              </a:xfrm>
            </p:grpSpPr>
            <p:sp>
              <p:nvSpPr>
                <p:cNvPr id="1321" name="Forme libre : forme 1320">
                  <a:extLst>
                    <a:ext uri="{FF2B5EF4-FFF2-40B4-BE49-F238E27FC236}">
                      <a16:creationId xmlns:a16="http://schemas.microsoft.com/office/drawing/2014/main" id="{E6B9DF28-D2C9-89CE-AEE3-597033A2BBFC}"/>
                    </a:ext>
                  </a:extLst>
                </p:cNvPr>
                <p:cNvSpPr/>
                <p:nvPr/>
              </p:nvSpPr>
              <p:spPr>
                <a:xfrm>
                  <a:off x="756898" y="531722"/>
                  <a:ext cx="444191" cy="66483"/>
                </a:xfrm>
                <a:custGeom>
                  <a:avLst/>
                  <a:gdLst>
                    <a:gd name="connsiteX0" fmla="*/ 34219 w 444191"/>
                    <a:gd name="connsiteY0" fmla="*/ 0 h 66483"/>
                    <a:gd name="connsiteX1" fmla="*/ 411888 w 444191"/>
                    <a:gd name="connsiteY1" fmla="*/ 0 h 66483"/>
                    <a:gd name="connsiteX2" fmla="*/ 444191 w 444191"/>
                    <a:gd name="connsiteY2" fmla="*/ 32304 h 66483"/>
                    <a:gd name="connsiteX3" fmla="*/ 444191 w 444191"/>
                    <a:gd name="connsiteY3" fmla="*/ 66483 h 66483"/>
                    <a:gd name="connsiteX4" fmla="*/ 0 w 444191"/>
                    <a:gd name="connsiteY4" fmla="*/ 66483 h 66483"/>
                    <a:gd name="connsiteX5" fmla="*/ 0 w 444191"/>
                    <a:gd name="connsiteY5" fmla="*/ 34233 h 66483"/>
                    <a:gd name="connsiteX6" fmla="*/ 34233 w 444191"/>
                    <a:gd name="connsiteY6" fmla="*/ 0 h 66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44191" h="66483">
                      <a:moveTo>
                        <a:pt x="34219" y="0"/>
                      </a:moveTo>
                      <a:lnTo>
                        <a:pt x="411888" y="0"/>
                      </a:lnTo>
                      <a:cubicBezTo>
                        <a:pt x="429711" y="0"/>
                        <a:pt x="444191" y="14481"/>
                        <a:pt x="444191" y="32304"/>
                      </a:cubicBezTo>
                      <a:lnTo>
                        <a:pt x="444191" y="66483"/>
                      </a:lnTo>
                      <a:lnTo>
                        <a:pt x="0" y="66483"/>
                      </a:lnTo>
                      <a:lnTo>
                        <a:pt x="0" y="34233"/>
                      </a:lnTo>
                      <a:cubicBezTo>
                        <a:pt x="0" y="15339"/>
                        <a:pt x="15339" y="0"/>
                        <a:pt x="34233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2" name="Forme libre : forme 1321">
                  <a:extLst>
                    <a:ext uri="{FF2B5EF4-FFF2-40B4-BE49-F238E27FC236}">
                      <a16:creationId xmlns:a16="http://schemas.microsoft.com/office/drawing/2014/main" id="{3F0A71D2-E413-10F0-F6D2-D0B591753052}"/>
                    </a:ext>
                  </a:extLst>
                </p:cNvPr>
                <p:cNvSpPr/>
                <p:nvPr/>
              </p:nvSpPr>
              <p:spPr>
                <a:xfrm>
                  <a:off x="911360" y="545792"/>
                  <a:ext cx="249015" cy="24085"/>
                </a:xfrm>
                <a:custGeom>
                  <a:avLst/>
                  <a:gdLst>
                    <a:gd name="connsiteX0" fmla="*/ 240249 w 249015"/>
                    <a:gd name="connsiteY0" fmla="*/ 24072 h 24085"/>
                    <a:gd name="connsiteX1" fmla="*/ 9803 w 249015"/>
                    <a:gd name="connsiteY1" fmla="*/ 21892 h 24085"/>
                    <a:gd name="connsiteX2" fmla="*/ 0 w 249015"/>
                    <a:gd name="connsiteY2" fmla="*/ 13846 h 24085"/>
                    <a:gd name="connsiteX3" fmla="*/ 0 w 249015"/>
                    <a:gd name="connsiteY3" fmla="*/ 6157 h 24085"/>
                    <a:gd name="connsiteX4" fmla="*/ 7584 w 249015"/>
                    <a:gd name="connsiteY4" fmla="*/ 0 h 24085"/>
                    <a:gd name="connsiteX5" fmla="*/ 241901 w 249015"/>
                    <a:gd name="connsiteY5" fmla="*/ 0 h 24085"/>
                    <a:gd name="connsiteX6" fmla="*/ 248996 w 249015"/>
                    <a:gd name="connsiteY6" fmla="*/ 6196 h 24085"/>
                    <a:gd name="connsiteX7" fmla="*/ 247886 w 249015"/>
                    <a:gd name="connsiteY7" fmla="*/ 18391 h 24085"/>
                    <a:gd name="connsiteX8" fmla="*/ 240249 w 249015"/>
                    <a:gd name="connsiteY8" fmla="*/ 24086 h 24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9015" h="24085">
                      <a:moveTo>
                        <a:pt x="240249" y="24072"/>
                      </a:moveTo>
                      <a:lnTo>
                        <a:pt x="9803" y="21892"/>
                      </a:lnTo>
                      <a:cubicBezTo>
                        <a:pt x="4373" y="21840"/>
                        <a:pt x="0" y="18259"/>
                        <a:pt x="0" y="13846"/>
                      </a:cubicBezTo>
                      <a:lnTo>
                        <a:pt x="0" y="6157"/>
                      </a:lnTo>
                      <a:cubicBezTo>
                        <a:pt x="0" y="2761"/>
                        <a:pt x="3396" y="0"/>
                        <a:pt x="7584" y="0"/>
                      </a:cubicBezTo>
                      <a:lnTo>
                        <a:pt x="241901" y="0"/>
                      </a:lnTo>
                      <a:cubicBezTo>
                        <a:pt x="246036" y="0"/>
                        <a:pt x="249299" y="2854"/>
                        <a:pt x="248996" y="6196"/>
                      </a:cubicBezTo>
                      <a:lnTo>
                        <a:pt x="247886" y="18391"/>
                      </a:lnTo>
                      <a:cubicBezTo>
                        <a:pt x="247595" y="21628"/>
                        <a:pt x="244252" y="24112"/>
                        <a:pt x="240249" y="24086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3" name="Forme libre : forme 1322">
                  <a:extLst>
                    <a:ext uri="{FF2B5EF4-FFF2-40B4-BE49-F238E27FC236}">
                      <a16:creationId xmlns:a16="http://schemas.microsoft.com/office/drawing/2014/main" id="{883B9618-B8D8-55D5-C655-A9CAF710599B}"/>
                    </a:ext>
                  </a:extLst>
                </p:cNvPr>
                <p:cNvSpPr/>
                <p:nvPr/>
              </p:nvSpPr>
              <p:spPr>
                <a:xfrm>
                  <a:off x="772435" y="615380"/>
                  <a:ext cx="413090" cy="22553"/>
                </a:xfrm>
                <a:custGeom>
                  <a:avLst/>
                  <a:gdLst>
                    <a:gd name="connsiteX0" fmla="*/ 408241 w 413090"/>
                    <a:gd name="connsiteY0" fmla="*/ 22553 h 22553"/>
                    <a:gd name="connsiteX1" fmla="*/ 4849 w 413090"/>
                    <a:gd name="connsiteY1" fmla="*/ 22553 h 22553"/>
                    <a:gd name="connsiteX2" fmla="*/ 0 w 413090"/>
                    <a:gd name="connsiteY2" fmla="*/ 17731 h 22553"/>
                    <a:gd name="connsiteX3" fmla="*/ 0 w 413090"/>
                    <a:gd name="connsiteY3" fmla="*/ 4823 h 22553"/>
                    <a:gd name="connsiteX4" fmla="*/ 4888 w 413090"/>
                    <a:gd name="connsiteY4" fmla="*/ 0 h 22553"/>
                    <a:gd name="connsiteX5" fmla="*/ 408281 w 413090"/>
                    <a:gd name="connsiteY5" fmla="*/ 3554 h 22553"/>
                    <a:gd name="connsiteX6" fmla="*/ 413090 w 413090"/>
                    <a:gd name="connsiteY6" fmla="*/ 8377 h 22553"/>
                    <a:gd name="connsiteX7" fmla="*/ 413090 w 413090"/>
                    <a:gd name="connsiteY7" fmla="*/ 17731 h 22553"/>
                    <a:gd name="connsiteX8" fmla="*/ 408241 w 413090"/>
                    <a:gd name="connsiteY8" fmla="*/ 22553 h 22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3090" h="22553">
                      <a:moveTo>
                        <a:pt x="408241" y="22553"/>
                      </a:moveTo>
                      <a:lnTo>
                        <a:pt x="4849" y="22553"/>
                      </a:lnTo>
                      <a:cubicBezTo>
                        <a:pt x="2167" y="22553"/>
                        <a:pt x="0" y="20387"/>
                        <a:pt x="0" y="17731"/>
                      </a:cubicBezTo>
                      <a:lnTo>
                        <a:pt x="0" y="4823"/>
                      </a:lnTo>
                      <a:cubicBezTo>
                        <a:pt x="0" y="2141"/>
                        <a:pt x="2193" y="-26"/>
                        <a:pt x="4888" y="0"/>
                      </a:cubicBezTo>
                      <a:lnTo>
                        <a:pt x="408281" y="3554"/>
                      </a:lnTo>
                      <a:cubicBezTo>
                        <a:pt x="410936" y="3581"/>
                        <a:pt x="413090" y="5734"/>
                        <a:pt x="413090" y="8377"/>
                      </a:cubicBezTo>
                      <a:lnTo>
                        <a:pt x="413090" y="17731"/>
                      </a:lnTo>
                      <a:cubicBezTo>
                        <a:pt x="413090" y="20400"/>
                        <a:pt x="410923" y="22553"/>
                        <a:pt x="408241" y="22553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4" name="Forme libre : forme 1323">
                  <a:extLst>
                    <a:ext uri="{FF2B5EF4-FFF2-40B4-BE49-F238E27FC236}">
                      <a16:creationId xmlns:a16="http://schemas.microsoft.com/office/drawing/2014/main" id="{065F7ABC-0A84-2A7D-8F77-E0F90D7F14BC}"/>
                    </a:ext>
                  </a:extLst>
                </p:cNvPr>
                <p:cNvSpPr/>
                <p:nvPr/>
              </p:nvSpPr>
              <p:spPr>
                <a:xfrm>
                  <a:off x="861670" y="544048"/>
                  <a:ext cx="24046" cy="24046"/>
                </a:xfrm>
                <a:custGeom>
                  <a:avLst/>
                  <a:gdLst>
                    <a:gd name="connsiteX0" fmla="*/ 12023 w 24046"/>
                    <a:gd name="connsiteY0" fmla="*/ 24046 h 24046"/>
                    <a:gd name="connsiteX1" fmla="*/ 0 w 24046"/>
                    <a:gd name="connsiteY1" fmla="*/ 12023 h 24046"/>
                    <a:gd name="connsiteX2" fmla="*/ 12023 w 24046"/>
                    <a:gd name="connsiteY2" fmla="*/ 0 h 24046"/>
                    <a:gd name="connsiteX3" fmla="*/ 24046 w 24046"/>
                    <a:gd name="connsiteY3" fmla="*/ 12023 h 24046"/>
                    <a:gd name="connsiteX4" fmla="*/ 12023 w 24046"/>
                    <a:gd name="connsiteY4" fmla="*/ 24046 h 24046"/>
                    <a:gd name="connsiteX5" fmla="*/ 12023 w 24046"/>
                    <a:gd name="connsiteY5" fmla="*/ 1770 h 24046"/>
                    <a:gd name="connsiteX6" fmla="*/ 1784 w 24046"/>
                    <a:gd name="connsiteY6" fmla="*/ 12010 h 24046"/>
                    <a:gd name="connsiteX7" fmla="*/ 12023 w 24046"/>
                    <a:gd name="connsiteY7" fmla="*/ 22249 h 24046"/>
                    <a:gd name="connsiteX8" fmla="*/ 22262 w 24046"/>
                    <a:gd name="connsiteY8" fmla="*/ 12010 h 24046"/>
                    <a:gd name="connsiteX9" fmla="*/ 12023 w 24046"/>
                    <a:gd name="connsiteY9" fmla="*/ 1770 h 240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4046" h="24046">
                      <a:moveTo>
                        <a:pt x="12023" y="24046"/>
                      </a:moveTo>
                      <a:cubicBezTo>
                        <a:pt x="5391" y="24046"/>
                        <a:pt x="0" y="18656"/>
                        <a:pt x="0" y="12023"/>
                      </a:cubicBezTo>
                      <a:cubicBezTo>
                        <a:pt x="0" y="5391"/>
                        <a:pt x="5391" y="0"/>
                        <a:pt x="12023" y="0"/>
                      </a:cubicBezTo>
                      <a:cubicBezTo>
                        <a:pt x="18656" y="0"/>
                        <a:pt x="24046" y="5391"/>
                        <a:pt x="24046" y="12023"/>
                      </a:cubicBezTo>
                      <a:cubicBezTo>
                        <a:pt x="24046" y="18656"/>
                        <a:pt x="18656" y="24046"/>
                        <a:pt x="12023" y="24046"/>
                      </a:cubicBezTo>
                      <a:close/>
                      <a:moveTo>
                        <a:pt x="12023" y="1770"/>
                      </a:moveTo>
                      <a:cubicBezTo>
                        <a:pt x="6381" y="1770"/>
                        <a:pt x="1784" y="6368"/>
                        <a:pt x="1784" y="12010"/>
                      </a:cubicBezTo>
                      <a:cubicBezTo>
                        <a:pt x="1784" y="17651"/>
                        <a:pt x="6381" y="22249"/>
                        <a:pt x="12023" y="22249"/>
                      </a:cubicBezTo>
                      <a:cubicBezTo>
                        <a:pt x="17665" y="22249"/>
                        <a:pt x="22262" y="17651"/>
                        <a:pt x="22262" y="12010"/>
                      </a:cubicBezTo>
                      <a:cubicBezTo>
                        <a:pt x="22262" y="6368"/>
                        <a:pt x="17665" y="1770"/>
                        <a:pt x="12023" y="1770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5" name="Forme libre : forme 1324">
                  <a:extLst>
                    <a:ext uri="{FF2B5EF4-FFF2-40B4-BE49-F238E27FC236}">
                      <a16:creationId xmlns:a16="http://schemas.microsoft.com/office/drawing/2014/main" id="{2AED314C-E515-8BF7-6C9B-1878A219595E}"/>
                    </a:ext>
                  </a:extLst>
                </p:cNvPr>
                <p:cNvSpPr/>
                <p:nvPr/>
              </p:nvSpPr>
              <p:spPr>
                <a:xfrm>
                  <a:off x="823130" y="544960"/>
                  <a:ext cx="24045" cy="24046"/>
                </a:xfrm>
                <a:custGeom>
                  <a:avLst/>
                  <a:gdLst>
                    <a:gd name="connsiteX0" fmla="*/ 12023 w 24045"/>
                    <a:gd name="connsiteY0" fmla="*/ 24046 h 24046"/>
                    <a:gd name="connsiteX1" fmla="*/ 0 w 24045"/>
                    <a:gd name="connsiteY1" fmla="*/ 12023 h 24046"/>
                    <a:gd name="connsiteX2" fmla="*/ 12023 w 24045"/>
                    <a:gd name="connsiteY2" fmla="*/ 0 h 24046"/>
                    <a:gd name="connsiteX3" fmla="*/ 24046 w 24045"/>
                    <a:gd name="connsiteY3" fmla="*/ 12023 h 24046"/>
                    <a:gd name="connsiteX4" fmla="*/ 12023 w 24045"/>
                    <a:gd name="connsiteY4" fmla="*/ 24046 h 24046"/>
                    <a:gd name="connsiteX5" fmla="*/ 12023 w 24045"/>
                    <a:gd name="connsiteY5" fmla="*/ 1770 h 24046"/>
                    <a:gd name="connsiteX6" fmla="*/ 1784 w 24045"/>
                    <a:gd name="connsiteY6" fmla="*/ 12010 h 24046"/>
                    <a:gd name="connsiteX7" fmla="*/ 12023 w 24045"/>
                    <a:gd name="connsiteY7" fmla="*/ 22249 h 24046"/>
                    <a:gd name="connsiteX8" fmla="*/ 22262 w 24045"/>
                    <a:gd name="connsiteY8" fmla="*/ 12010 h 24046"/>
                    <a:gd name="connsiteX9" fmla="*/ 12023 w 24045"/>
                    <a:gd name="connsiteY9" fmla="*/ 1770 h 240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4045" h="24046">
                      <a:moveTo>
                        <a:pt x="12023" y="24046"/>
                      </a:moveTo>
                      <a:cubicBezTo>
                        <a:pt x="5390" y="24046"/>
                        <a:pt x="0" y="18656"/>
                        <a:pt x="0" y="12023"/>
                      </a:cubicBezTo>
                      <a:cubicBezTo>
                        <a:pt x="0" y="5391"/>
                        <a:pt x="5390" y="0"/>
                        <a:pt x="12023" y="0"/>
                      </a:cubicBezTo>
                      <a:cubicBezTo>
                        <a:pt x="18656" y="0"/>
                        <a:pt x="24046" y="5391"/>
                        <a:pt x="24046" y="12023"/>
                      </a:cubicBezTo>
                      <a:cubicBezTo>
                        <a:pt x="24046" y="18656"/>
                        <a:pt x="18656" y="24046"/>
                        <a:pt x="12023" y="24046"/>
                      </a:cubicBezTo>
                      <a:close/>
                      <a:moveTo>
                        <a:pt x="12023" y="1770"/>
                      </a:moveTo>
                      <a:cubicBezTo>
                        <a:pt x="6381" y="1770"/>
                        <a:pt x="1784" y="6368"/>
                        <a:pt x="1784" y="12010"/>
                      </a:cubicBezTo>
                      <a:cubicBezTo>
                        <a:pt x="1784" y="17651"/>
                        <a:pt x="6381" y="22249"/>
                        <a:pt x="12023" y="22249"/>
                      </a:cubicBezTo>
                      <a:cubicBezTo>
                        <a:pt x="17665" y="22249"/>
                        <a:pt x="22262" y="17651"/>
                        <a:pt x="22262" y="12010"/>
                      </a:cubicBezTo>
                      <a:cubicBezTo>
                        <a:pt x="22262" y="6368"/>
                        <a:pt x="17665" y="1770"/>
                        <a:pt x="12023" y="1770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6" name="Forme libre : forme 1325">
                  <a:extLst>
                    <a:ext uri="{FF2B5EF4-FFF2-40B4-BE49-F238E27FC236}">
                      <a16:creationId xmlns:a16="http://schemas.microsoft.com/office/drawing/2014/main" id="{6B9FDC8E-56EA-FAFA-0ABE-8E7ADEC88955}"/>
                    </a:ext>
                  </a:extLst>
                </p:cNvPr>
                <p:cNvSpPr/>
                <p:nvPr/>
              </p:nvSpPr>
              <p:spPr>
                <a:xfrm>
                  <a:off x="786096" y="544960"/>
                  <a:ext cx="24046" cy="24046"/>
                </a:xfrm>
                <a:custGeom>
                  <a:avLst/>
                  <a:gdLst>
                    <a:gd name="connsiteX0" fmla="*/ 12023 w 24046"/>
                    <a:gd name="connsiteY0" fmla="*/ 24046 h 24046"/>
                    <a:gd name="connsiteX1" fmla="*/ 0 w 24046"/>
                    <a:gd name="connsiteY1" fmla="*/ 12023 h 24046"/>
                    <a:gd name="connsiteX2" fmla="*/ 12023 w 24046"/>
                    <a:gd name="connsiteY2" fmla="*/ 0 h 24046"/>
                    <a:gd name="connsiteX3" fmla="*/ 24046 w 24046"/>
                    <a:gd name="connsiteY3" fmla="*/ 12023 h 24046"/>
                    <a:gd name="connsiteX4" fmla="*/ 12023 w 24046"/>
                    <a:gd name="connsiteY4" fmla="*/ 24046 h 24046"/>
                    <a:gd name="connsiteX5" fmla="*/ 12023 w 24046"/>
                    <a:gd name="connsiteY5" fmla="*/ 1770 h 24046"/>
                    <a:gd name="connsiteX6" fmla="*/ 1784 w 24046"/>
                    <a:gd name="connsiteY6" fmla="*/ 12010 h 24046"/>
                    <a:gd name="connsiteX7" fmla="*/ 12023 w 24046"/>
                    <a:gd name="connsiteY7" fmla="*/ 22249 h 24046"/>
                    <a:gd name="connsiteX8" fmla="*/ 22262 w 24046"/>
                    <a:gd name="connsiteY8" fmla="*/ 12010 h 24046"/>
                    <a:gd name="connsiteX9" fmla="*/ 12023 w 24046"/>
                    <a:gd name="connsiteY9" fmla="*/ 1770 h 240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4046" h="24046">
                      <a:moveTo>
                        <a:pt x="12023" y="24046"/>
                      </a:moveTo>
                      <a:cubicBezTo>
                        <a:pt x="5391" y="24046"/>
                        <a:pt x="0" y="18656"/>
                        <a:pt x="0" y="12023"/>
                      </a:cubicBezTo>
                      <a:cubicBezTo>
                        <a:pt x="0" y="5391"/>
                        <a:pt x="5391" y="0"/>
                        <a:pt x="12023" y="0"/>
                      </a:cubicBezTo>
                      <a:cubicBezTo>
                        <a:pt x="18656" y="0"/>
                        <a:pt x="24046" y="5391"/>
                        <a:pt x="24046" y="12023"/>
                      </a:cubicBezTo>
                      <a:cubicBezTo>
                        <a:pt x="24046" y="18656"/>
                        <a:pt x="18656" y="24046"/>
                        <a:pt x="12023" y="24046"/>
                      </a:cubicBezTo>
                      <a:close/>
                      <a:moveTo>
                        <a:pt x="12023" y="1770"/>
                      </a:moveTo>
                      <a:cubicBezTo>
                        <a:pt x="6381" y="1770"/>
                        <a:pt x="1784" y="6368"/>
                        <a:pt x="1784" y="12010"/>
                      </a:cubicBezTo>
                      <a:cubicBezTo>
                        <a:pt x="1784" y="17651"/>
                        <a:pt x="6381" y="22249"/>
                        <a:pt x="12023" y="22249"/>
                      </a:cubicBezTo>
                      <a:cubicBezTo>
                        <a:pt x="17665" y="22249"/>
                        <a:pt x="22262" y="17651"/>
                        <a:pt x="22262" y="12010"/>
                      </a:cubicBezTo>
                      <a:cubicBezTo>
                        <a:pt x="22262" y="6368"/>
                        <a:pt x="17665" y="1770"/>
                        <a:pt x="12023" y="1770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7" name="Forme libre : forme 1326">
                  <a:extLst>
                    <a:ext uri="{FF2B5EF4-FFF2-40B4-BE49-F238E27FC236}">
                      <a16:creationId xmlns:a16="http://schemas.microsoft.com/office/drawing/2014/main" id="{FD2246B9-5EB3-1F48-3D7F-0228FBA88701}"/>
                    </a:ext>
                  </a:extLst>
                </p:cNvPr>
                <p:cNvSpPr/>
                <p:nvPr/>
              </p:nvSpPr>
              <p:spPr>
                <a:xfrm>
                  <a:off x="941537" y="663722"/>
                  <a:ext cx="84042" cy="13161"/>
                </a:xfrm>
                <a:custGeom>
                  <a:avLst/>
                  <a:gdLst>
                    <a:gd name="connsiteX0" fmla="*/ 79683 w 84042"/>
                    <a:gd name="connsiteY0" fmla="*/ 13148 h 13161"/>
                    <a:gd name="connsiteX1" fmla="*/ 4241 w 84042"/>
                    <a:gd name="connsiteY1" fmla="*/ 12527 h 13161"/>
                    <a:gd name="connsiteX2" fmla="*/ 0 w 84042"/>
                    <a:gd name="connsiteY2" fmla="*/ 8206 h 13161"/>
                    <a:gd name="connsiteX3" fmla="*/ 0 w 84042"/>
                    <a:gd name="connsiteY3" fmla="*/ 6106 h 13161"/>
                    <a:gd name="connsiteX4" fmla="*/ 4188 w 84042"/>
                    <a:gd name="connsiteY4" fmla="*/ 1865 h 13161"/>
                    <a:gd name="connsiteX5" fmla="*/ 79656 w 84042"/>
                    <a:gd name="connsiteY5" fmla="*/ 2 h 13161"/>
                    <a:gd name="connsiteX6" fmla="*/ 84043 w 84042"/>
                    <a:gd name="connsiteY6" fmla="*/ 4322 h 13161"/>
                    <a:gd name="connsiteX7" fmla="*/ 84003 w 84042"/>
                    <a:gd name="connsiteY7" fmla="*/ 8920 h 13161"/>
                    <a:gd name="connsiteX8" fmla="*/ 79683 w 84042"/>
                    <a:gd name="connsiteY8" fmla="*/ 13161 h 13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4042" h="13161">
                      <a:moveTo>
                        <a:pt x="79683" y="13148"/>
                      </a:moveTo>
                      <a:lnTo>
                        <a:pt x="4241" y="12527"/>
                      </a:lnTo>
                      <a:cubicBezTo>
                        <a:pt x="1876" y="12514"/>
                        <a:pt x="-26" y="10571"/>
                        <a:pt x="0" y="8206"/>
                      </a:cubicBezTo>
                      <a:lnTo>
                        <a:pt x="0" y="6106"/>
                      </a:lnTo>
                      <a:cubicBezTo>
                        <a:pt x="40" y="3793"/>
                        <a:pt x="1890" y="1917"/>
                        <a:pt x="4188" y="1865"/>
                      </a:cubicBezTo>
                      <a:lnTo>
                        <a:pt x="79656" y="2"/>
                      </a:lnTo>
                      <a:cubicBezTo>
                        <a:pt x="82074" y="-64"/>
                        <a:pt x="84056" y="1891"/>
                        <a:pt x="84043" y="4322"/>
                      </a:cubicBezTo>
                      <a:lnTo>
                        <a:pt x="84003" y="8920"/>
                      </a:lnTo>
                      <a:cubicBezTo>
                        <a:pt x="83990" y="11285"/>
                        <a:pt x="82047" y="13187"/>
                        <a:pt x="79683" y="13161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8" name="Forme libre : forme 1327">
                  <a:extLst>
                    <a:ext uri="{FF2B5EF4-FFF2-40B4-BE49-F238E27FC236}">
                      <a16:creationId xmlns:a16="http://schemas.microsoft.com/office/drawing/2014/main" id="{82249029-D0B2-6728-A115-C44486DE1862}"/>
                    </a:ext>
                  </a:extLst>
                </p:cNvPr>
                <p:cNvSpPr/>
                <p:nvPr/>
              </p:nvSpPr>
              <p:spPr>
                <a:xfrm>
                  <a:off x="919671" y="688193"/>
                  <a:ext cx="125594" cy="125766"/>
                </a:xfrm>
                <a:custGeom>
                  <a:avLst/>
                  <a:gdLst>
                    <a:gd name="connsiteX0" fmla="*/ 117813 w 125594"/>
                    <a:gd name="connsiteY0" fmla="*/ 125766 h 125766"/>
                    <a:gd name="connsiteX1" fmla="*/ 6738 w 125594"/>
                    <a:gd name="connsiteY1" fmla="*/ 124841 h 125766"/>
                    <a:gd name="connsiteX2" fmla="*/ 0 w 125594"/>
                    <a:gd name="connsiteY2" fmla="*/ 117984 h 125766"/>
                    <a:gd name="connsiteX3" fmla="*/ 925 w 125594"/>
                    <a:gd name="connsiteY3" fmla="*/ 6738 h 125766"/>
                    <a:gd name="connsiteX4" fmla="*/ 7597 w 125594"/>
                    <a:gd name="connsiteY4" fmla="*/ 0 h 125766"/>
                    <a:gd name="connsiteX5" fmla="*/ 117284 w 125594"/>
                    <a:gd name="connsiteY5" fmla="*/ 2087 h 125766"/>
                    <a:gd name="connsiteX6" fmla="*/ 125595 w 125594"/>
                    <a:gd name="connsiteY6" fmla="*/ 10636 h 125766"/>
                    <a:gd name="connsiteX7" fmla="*/ 124656 w 125594"/>
                    <a:gd name="connsiteY7" fmla="*/ 119028 h 125766"/>
                    <a:gd name="connsiteX8" fmla="*/ 117799 w 125594"/>
                    <a:gd name="connsiteY8" fmla="*/ 125766 h 125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5594" h="125766">
                      <a:moveTo>
                        <a:pt x="117813" y="125766"/>
                      </a:moveTo>
                      <a:lnTo>
                        <a:pt x="6738" y="124841"/>
                      </a:lnTo>
                      <a:cubicBezTo>
                        <a:pt x="2986" y="124815"/>
                        <a:pt x="-26" y="121737"/>
                        <a:pt x="0" y="117984"/>
                      </a:cubicBezTo>
                      <a:lnTo>
                        <a:pt x="925" y="6738"/>
                      </a:lnTo>
                      <a:cubicBezTo>
                        <a:pt x="951" y="3052"/>
                        <a:pt x="3924" y="66"/>
                        <a:pt x="7597" y="0"/>
                      </a:cubicBezTo>
                      <a:lnTo>
                        <a:pt x="117284" y="2087"/>
                      </a:lnTo>
                      <a:cubicBezTo>
                        <a:pt x="121935" y="2180"/>
                        <a:pt x="125634" y="5985"/>
                        <a:pt x="125595" y="10636"/>
                      </a:cubicBezTo>
                      <a:lnTo>
                        <a:pt x="124656" y="119028"/>
                      </a:lnTo>
                      <a:cubicBezTo>
                        <a:pt x="124630" y="122780"/>
                        <a:pt x="121552" y="125793"/>
                        <a:pt x="117799" y="125766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9" name="Forme libre : forme 1328">
                  <a:extLst>
                    <a:ext uri="{FF2B5EF4-FFF2-40B4-BE49-F238E27FC236}">
                      <a16:creationId xmlns:a16="http://schemas.microsoft.com/office/drawing/2014/main" id="{473C3094-E0BB-05B7-3E17-F2D78DCBE2FB}"/>
                    </a:ext>
                  </a:extLst>
                </p:cNvPr>
                <p:cNvSpPr/>
                <p:nvPr/>
              </p:nvSpPr>
              <p:spPr>
                <a:xfrm>
                  <a:off x="801184" y="663722"/>
                  <a:ext cx="84042" cy="13161"/>
                </a:xfrm>
                <a:custGeom>
                  <a:avLst/>
                  <a:gdLst>
                    <a:gd name="connsiteX0" fmla="*/ 79683 w 84042"/>
                    <a:gd name="connsiteY0" fmla="*/ 13148 h 13161"/>
                    <a:gd name="connsiteX1" fmla="*/ 4241 w 84042"/>
                    <a:gd name="connsiteY1" fmla="*/ 12527 h 13161"/>
                    <a:gd name="connsiteX2" fmla="*/ 0 w 84042"/>
                    <a:gd name="connsiteY2" fmla="*/ 8206 h 13161"/>
                    <a:gd name="connsiteX3" fmla="*/ 0 w 84042"/>
                    <a:gd name="connsiteY3" fmla="*/ 6106 h 13161"/>
                    <a:gd name="connsiteX4" fmla="*/ 4189 w 84042"/>
                    <a:gd name="connsiteY4" fmla="*/ 1865 h 13161"/>
                    <a:gd name="connsiteX5" fmla="*/ 79656 w 84042"/>
                    <a:gd name="connsiteY5" fmla="*/ 2 h 13161"/>
                    <a:gd name="connsiteX6" fmla="*/ 84043 w 84042"/>
                    <a:gd name="connsiteY6" fmla="*/ 4322 h 13161"/>
                    <a:gd name="connsiteX7" fmla="*/ 84003 w 84042"/>
                    <a:gd name="connsiteY7" fmla="*/ 8920 h 13161"/>
                    <a:gd name="connsiteX8" fmla="*/ 79683 w 84042"/>
                    <a:gd name="connsiteY8" fmla="*/ 13161 h 13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4042" h="13161">
                      <a:moveTo>
                        <a:pt x="79683" y="13148"/>
                      </a:moveTo>
                      <a:lnTo>
                        <a:pt x="4241" y="12527"/>
                      </a:lnTo>
                      <a:cubicBezTo>
                        <a:pt x="1876" y="12514"/>
                        <a:pt x="-26" y="10571"/>
                        <a:pt x="0" y="8206"/>
                      </a:cubicBezTo>
                      <a:lnTo>
                        <a:pt x="0" y="6106"/>
                      </a:lnTo>
                      <a:cubicBezTo>
                        <a:pt x="40" y="3793"/>
                        <a:pt x="1890" y="1917"/>
                        <a:pt x="4189" y="1865"/>
                      </a:cubicBezTo>
                      <a:lnTo>
                        <a:pt x="79656" y="2"/>
                      </a:lnTo>
                      <a:cubicBezTo>
                        <a:pt x="82074" y="-64"/>
                        <a:pt x="84056" y="1891"/>
                        <a:pt x="84043" y="4322"/>
                      </a:cubicBezTo>
                      <a:lnTo>
                        <a:pt x="84003" y="8920"/>
                      </a:lnTo>
                      <a:cubicBezTo>
                        <a:pt x="83990" y="11285"/>
                        <a:pt x="82048" y="13187"/>
                        <a:pt x="79683" y="13161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0" name="Forme libre : forme 1329">
                  <a:extLst>
                    <a:ext uri="{FF2B5EF4-FFF2-40B4-BE49-F238E27FC236}">
                      <a16:creationId xmlns:a16="http://schemas.microsoft.com/office/drawing/2014/main" id="{58DAAF9F-E0DB-67D3-6855-2D3C29FFD12B}"/>
                    </a:ext>
                  </a:extLst>
                </p:cNvPr>
                <p:cNvSpPr/>
                <p:nvPr/>
              </p:nvSpPr>
              <p:spPr>
                <a:xfrm>
                  <a:off x="779305" y="688193"/>
                  <a:ext cx="125594" cy="125766"/>
                </a:xfrm>
                <a:custGeom>
                  <a:avLst/>
                  <a:gdLst>
                    <a:gd name="connsiteX0" fmla="*/ 117813 w 125594"/>
                    <a:gd name="connsiteY0" fmla="*/ 125766 h 125766"/>
                    <a:gd name="connsiteX1" fmla="*/ 6738 w 125594"/>
                    <a:gd name="connsiteY1" fmla="*/ 124841 h 125766"/>
                    <a:gd name="connsiteX2" fmla="*/ 0 w 125594"/>
                    <a:gd name="connsiteY2" fmla="*/ 117984 h 125766"/>
                    <a:gd name="connsiteX3" fmla="*/ 925 w 125594"/>
                    <a:gd name="connsiteY3" fmla="*/ 6738 h 125766"/>
                    <a:gd name="connsiteX4" fmla="*/ 7597 w 125594"/>
                    <a:gd name="connsiteY4" fmla="*/ 0 h 125766"/>
                    <a:gd name="connsiteX5" fmla="*/ 117284 w 125594"/>
                    <a:gd name="connsiteY5" fmla="*/ 2087 h 125766"/>
                    <a:gd name="connsiteX6" fmla="*/ 125595 w 125594"/>
                    <a:gd name="connsiteY6" fmla="*/ 10636 h 125766"/>
                    <a:gd name="connsiteX7" fmla="*/ 124657 w 125594"/>
                    <a:gd name="connsiteY7" fmla="*/ 119028 h 125766"/>
                    <a:gd name="connsiteX8" fmla="*/ 117799 w 125594"/>
                    <a:gd name="connsiteY8" fmla="*/ 125766 h 125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5594" h="125766">
                      <a:moveTo>
                        <a:pt x="117813" y="125766"/>
                      </a:moveTo>
                      <a:lnTo>
                        <a:pt x="6738" y="124841"/>
                      </a:lnTo>
                      <a:cubicBezTo>
                        <a:pt x="2986" y="124815"/>
                        <a:pt x="-26" y="121737"/>
                        <a:pt x="0" y="117984"/>
                      </a:cubicBezTo>
                      <a:lnTo>
                        <a:pt x="925" y="6738"/>
                      </a:lnTo>
                      <a:cubicBezTo>
                        <a:pt x="951" y="3052"/>
                        <a:pt x="3924" y="66"/>
                        <a:pt x="7597" y="0"/>
                      </a:cubicBezTo>
                      <a:lnTo>
                        <a:pt x="117284" y="2087"/>
                      </a:lnTo>
                      <a:cubicBezTo>
                        <a:pt x="121935" y="2180"/>
                        <a:pt x="125634" y="5985"/>
                        <a:pt x="125595" y="10636"/>
                      </a:cubicBezTo>
                      <a:lnTo>
                        <a:pt x="124657" y="119028"/>
                      </a:lnTo>
                      <a:cubicBezTo>
                        <a:pt x="124630" y="122780"/>
                        <a:pt x="121552" y="125793"/>
                        <a:pt x="117799" y="125766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1" name="Forme libre : forme 1330">
                  <a:extLst>
                    <a:ext uri="{FF2B5EF4-FFF2-40B4-BE49-F238E27FC236}">
                      <a16:creationId xmlns:a16="http://schemas.microsoft.com/office/drawing/2014/main" id="{CEFA81D8-26E5-8918-54F1-91AFA1189519}"/>
                    </a:ext>
                  </a:extLst>
                </p:cNvPr>
                <p:cNvSpPr/>
                <p:nvPr/>
              </p:nvSpPr>
              <p:spPr>
                <a:xfrm>
                  <a:off x="1082299" y="666351"/>
                  <a:ext cx="84042" cy="13161"/>
                </a:xfrm>
                <a:custGeom>
                  <a:avLst/>
                  <a:gdLst>
                    <a:gd name="connsiteX0" fmla="*/ 79683 w 84042"/>
                    <a:gd name="connsiteY0" fmla="*/ 13148 h 13161"/>
                    <a:gd name="connsiteX1" fmla="*/ 4241 w 84042"/>
                    <a:gd name="connsiteY1" fmla="*/ 12527 h 13161"/>
                    <a:gd name="connsiteX2" fmla="*/ 0 w 84042"/>
                    <a:gd name="connsiteY2" fmla="*/ 8206 h 13161"/>
                    <a:gd name="connsiteX3" fmla="*/ 0 w 84042"/>
                    <a:gd name="connsiteY3" fmla="*/ 6106 h 13161"/>
                    <a:gd name="connsiteX4" fmla="*/ 4188 w 84042"/>
                    <a:gd name="connsiteY4" fmla="*/ 1865 h 13161"/>
                    <a:gd name="connsiteX5" fmla="*/ 79656 w 84042"/>
                    <a:gd name="connsiteY5" fmla="*/ 2 h 13161"/>
                    <a:gd name="connsiteX6" fmla="*/ 84043 w 84042"/>
                    <a:gd name="connsiteY6" fmla="*/ 4322 h 13161"/>
                    <a:gd name="connsiteX7" fmla="*/ 84003 w 84042"/>
                    <a:gd name="connsiteY7" fmla="*/ 8920 h 13161"/>
                    <a:gd name="connsiteX8" fmla="*/ 79683 w 84042"/>
                    <a:gd name="connsiteY8" fmla="*/ 13161 h 13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4042" h="13161">
                      <a:moveTo>
                        <a:pt x="79683" y="13148"/>
                      </a:moveTo>
                      <a:lnTo>
                        <a:pt x="4241" y="12527"/>
                      </a:lnTo>
                      <a:cubicBezTo>
                        <a:pt x="1876" y="12514"/>
                        <a:pt x="-26" y="10571"/>
                        <a:pt x="0" y="8206"/>
                      </a:cubicBezTo>
                      <a:lnTo>
                        <a:pt x="0" y="6106"/>
                      </a:lnTo>
                      <a:cubicBezTo>
                        <a:pt x="40" y="3794"/>
                        <a:pt x="1890" y="1917"/>
                        <a:pt x="4188" y="1865"/>
                      </a:cubicBezTo>
                      <a:lnTo>
                        <a:pt x="79656" y="2"/>
                      </a:lnTo>
                      <a:cubicBezTo>
                        <a:pt x="82074" y="-64"/>
                        <a:pt x="84056" y="1891"/>
                        <a:pt x="84043" y="4322"/>
                      </a:cubicBezTo>
                      <a:lnTo>
                        <a:pt x="84003" y="8920"/>
                      </a:lnTo>
                      <a:cubicBezTo>
                        <a:pt x="83990" y="11285"/>
                        <a:pt x="82048" y="13187"/>
                        <a:pt x="79683" y="13161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2" name="Forme libre : forme 1331">
                  <a:extLst>
                    <a:ext uri="{FF2B5EF4-FFF2-40B4-BE49-F238E27FC236}">
                      <a16:creationId xmlns:a16="http://schemas.microsoft.com/office/drawing/2014/main" id="{534300D2-477D-C646-0953-9C4538CF94CA}"/>
                    </a:ext>
                  </a:extLst>
                </p:cNvPr>
                <p:cNvSpPr/>
                <p:nvPr/>
              </p:nvSpPr>
              <p:spPr>
                <a:xfrm>
                  <a:off x="1060433" y="690822"/>
                  <a:ext cx="125594" cy="125766"/>
                </a:xfrm>
                <a:custGeom>
                  <a:avLst/>
                  <a:gdLst>
                    <a:gd name="connsiteX0" fmla="*/ 117813 w 125594"/>
                    <a:gd name="connsiteY0" fmla="*/ 125766 h 125766"/>
                    <a:gd name="connsiteX1" fmla="*/ 6738 w 125594"/>
                    <a:gd name="connsiteY1" fmla="*/ 124841 h 125766"/>
                    <a:gd name="connsiteX2" fmla="*/ 0 w 125594"/>
                    <a:gd name="connsiteY2" fmla="*/ 117984 h 125766"/>
                    <a:gd name="connsiteX3" fmla="*/ 925 w 125594"/>
                    <a:gd name="connsiteY3" fmla="*/ 6738 h 125766"/>
                    <a:gd name="connsiteX4" fmla="*/ 7597 w 125594"/>
                    <a:gd name="connsiteY4" fmla="*/ 0 h 125766"/>
                    <a:gd name="connsiteX5" fmla="*/ 117284 w 125594"/>
                    <a:gd name="connsiteY5" fmla="*/ 2088 h 125766"/>
                    <a:gd name="connsiteX6" fmla="*/ 125595 w 125594"/>
                    <a:gd name="connsiteY6" fmla="*/ 10636 h 125766"/>
                    <a:gd name="connsiteX7" fmla="*/ 124656 w 125594"/>
                    <a:gd name="connsiteY7" fmla="*/ 119028 h 125766"/>
                    <a:gd name="connsiteX8" fmla="*/ 117799 w 125594"/>
                    <a:gd name="connsiteY8" fmla="*/ 125766 h 125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5594" h="125766">
                      <a:moveTo>
                        <a:pt x="117813" y="125766"/>
                      </a:moveTo>
                      <a:lnTo>
                        <a:pt x="6738" y="124841"/>
                      </a:lnTo>
                      <a:cubicBezTo>
                        <a:pt x="2986" y="124815"/>
                        <a:pt x="-26" y="121737"/>
                        <a:pt x="0" y="117984"/>
                      </a:cubicBezTo>
                      <a:lnTo>
                        <a:pt x="925" y="6738"/>
                      </a:lnTo>
                      <a:cubicBezTo>
                        <a:pt x="951" y="3052"/>
                        <a:pt x="3924" y="66"/>
                        <a:pt x="7597" y="0"/>
                      </a:cubicBezTo>
                      <a:lnTo>
                        <a:pt x="117284" y="2088"/>
                      </a:lnTo>
                      <a:cubicBezTo>
                        <a:pt x="121935" y="2180"/>
                        <a:pt x="125634" y="5985"/>
                        <a:pt x="125595" y="10636"/>
                      </a:cubicBezTo>
                      <a:lnTo>
                        <a:pt x="124656" y="119028"/>
                      </a:lnTo>
                      <a:cubicBezTo>
                        <a:pt x="124630" y="122780"/>
                        <a:pt x="121552" y="125793"/>
                        <a:pt x="117799" y="125766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3" name="Forme libre : forme 1332">
                  <a:extLst>
                    <a:ext uri="{FF2B5EF4-FFF2-40B4-BE49-F238E27FC236}">
                      <a16:creationId xmlns:a16="http://schemas.microsoft.com/office/drawing/2014/main" id="{A20CF7BE-BC5D-2929-3D31-0FDB0ACEE397}"/>
                    </a:ext>
                  </a:extLst>
                </p:cNvPr>
                <p:cNvSpPr/>
                <p:nvPr/>
              </p:nvSpPr>
              <p:spPr>
                <a:xfrm>
                  <a:off x="772435" y="824581"/>
                  <a:ext cx="410910" cy="96093"/>
                </a:xfrm>
                <a:custGeom>
                  <a:avLst/>
                  <a:gdLst>
                    <a:gd name="connsiteX0" fmla="*/ 410910 w 410910"/>
                    <a:gd name="connsiteY0" fmla="*/ 82721 h 96093"/>
                    <a:gd name="connsiteX1" fmla="*/ 397341 w 410910"/>
                    <a:gd name="connsiteY1" fmla="*/ 96092 h 96093"/>
                    <a:gd name="connsiteX2" fmla="*/ 11587 w 410910"/>
                    <a:gd name="connsiteY2" fmla="*/ 90437 h 96093"/>
                    <a:gd name="connsiteX3" fmla="*/ 0 w 410910"/>
                    <a:gd name="connsiteY3" fmla="*/ 78679 h 96093"/>
                    <a:gd name="connsiteX4" fmla="*/ 0 w 410910"/>
                    <a:gd name="connsiteY4" fmla="*/ 11759 h 96093"/>
                    <a:gd name="connsiteX5" fmla="*/ 11851 w 410910"/>
                    <a:gd name="connsiteY5" fmla="*/ 0 h 96093"/>
                    <a:gd name="connsiteX6" fmla="*/ 399244 w 410910"/>
                    <a:gd name="connsiteY6" fmla="*/ 3264 h 96093"/>
                    <a:gd name="connsiteX7" fmla="*/ 410897 w 410910"/>
                    <a:gd name="connsiteY7" fmla="*/ 14705 h 96093"/>
                    <a:gd name="connsiteX8" fmla="*/ 410897 w 410910"/>
                    <a:gd name="connsiteY8" fmla="*/ 82708 h 960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0910" h="96093">
                      <a:moveTo>
                        <a:pt x="410910" y="82721"/>
                      </a:moveTo>
                      <a:cubicBezTo>
                        <a:pt x="410910" y="90186"/>
                        <a:pt x="404806" y="96198"/>
                        <a:pt x="397341" y="96092"/>
                      </a:cubicBezTo>
                      <a:lnTo>
                        <a:pt x="11587" y="90437"/>
                      </a:lnTo>
                      <a:cubicBezTo>
                        <a:pt x="5166" y="90345"/>
                        <a:pt x="0" y="85113"/>
                        <a:pt x="0" y="78679"/>
                      </a:cubicBezTo>
                      <a:lnTo>
                        <a:pt x="0" y="11759"/>
                      </a:lnTo>
                      <a:cubicBezTo>
                        <a:pt x="0" y="5232"/>
                        <a:pt x="5324" y="-52"/>
                        <a:pt x="11851" y="0"/>
                      </a:cubicBezTo>
                      <a:lnTo>
                        <a:pt x="399244" y="3264"/>
                      </a:lnTo>
                      <a:cubicBezTo>
                        <a:pt x="405572" y="3317"/>
                        <a:pt x="410725" y="8377"/>
                        <a:pt x="410897" y="14705"/>
                      </a:cubicBezTo>
                      <a:lnTo>
                        <a:pt x="410897" y="82708"/>
                      </a:ln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4" name="Forme libre : forme 1333">
                  <a:extLst>
                    <a:ext uri="{FF2B5EF4-FFF2-40B4-BE49-F238E27FC236}">
                      <a16:creationId xmlns:a16="http://schemas.microsoft.com/office/drawing/2014/main" id="{757FF5A7-24D2-5B91-35D7-24B840CE681D}"/>
                    </a:ext>
                  </a:extLst>
                </p:cNvPr>
                <p:cNvSpPr/>
                <p:nvPr/>
              </p:nvSpPr>
              <p:spPr>
                <a:xfrm>
                  <a:off x="772435" y="928481"/>
                  <a:ext cx="413076" cy="38489"/>
                </a:xfrm>
                <a:custGeom>
                  <a:avLst/>
                  <a:gdLst>
                    <a:gd name="connsiteX0" fmla="*/ 394527 w 413076"/>
                    <a:gd name="connsiteY0" fmla="*/ 38488 h 38489"/>
                    <a:gd name="connsiteX1" fmla="*/ 10596 w 413076"/>
                    <a:gd name="connsiteY1" fmla="*/ 33546 h 38489"/>
                    <a:gd name="connsiteX2" fmla="*/ 0 w 413076"/>
                    <a:gd name="connsiteY2" fmla="*/ 22818 h 38489"/>
                    <a:gd name="connsiteX3" fmla="*/ 0 w 413076"/>
                    <a:gd name="connsiteY3" fmla="*/ 7188 h 38489"/>
                    <a:gd name="connsiteX4" fmla="*/ 7280 w 413076"/>
                    <a:gd name="connsiteY4" fmla="*/ 1 h 38489"/>
                    <a:gd name="connsiteX5" fmla="*/ 402904 w 413076"/>
                    <a:gd name="connsiteY5" fmla="*/ 5206 h 38489"/>
                    <a:gd name="connsiteX6" fmla="*/ 413077 w 413076"/>
                    <a:gd name="connsiteY6" fmla="*/ 15512 h 38489"/>
                    <a:gd name="connsiteX7" fmla="*/ 413077 w 413076"/>
                    <a:gd name="connsiteY7" fmla="*/ 20162 h 38489"/>
                    <a:gd name="connsiteX8" fmla="*/ 394514 w 413076"/>
                    <a:gd name="connsiteY8" fmla="*/ 38488 h 38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3076" h="38489">
                      <a:moveTo>
                        <a:pt x="394527" y="38488"/>
                      </a:moveTo>
                      <a:lnTo>
                        <a:pt x="10596" y="33546"/>
                      </a:lnTo>
                      <a:cubicBezTo>
                        <a:pt x="4717" y="33467"/>
                        <a:pt x="0" y="28684"/>
                        <a:pt x="0" y="22818"/>
                      </a:cubicBezTo>
                      <a:lnTo>
                        <a:pt x="0" y="7188"/>
                      </a:lnTo>
                      <a:cubicBezTo>
                        <a:pt x="0" y="3185"/>
                        <a:pt x="3277" y="-52"/>
                        <a:pt x="7280" y="1"/>
                      </a:cubicBezTo>
                      <a:lnTo>
                        <a:pt x="402904" y="5206"/>
                      </a:lnTo>
                      <a:cubicBezTo>
                        <a:pt x="408545" y="5285"/>
                        <a:pt x="413077" y="9870"/>
                        <a:pt x="413077" y="15512"/>
                      </a:cubicBezTo>
                      <a:lnTo>
                        <a:pt x="413077" y="20162"/>
                      </a:lnTo>
                      <a:cubicBezTo>
                        <a:pt x="413077" y="30375"/>
                        <a:pt x="404727" y="38620"/>
                        <a:pt x="394514" y="38488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88" name="Graphique 1982">
              <a:extLst>
                <a:ext uri="{FF2B5EF4-FFF2-40B4-BE49-F238E27FC236}">
                  <a16:creationId xmlns:a16="http://schemas.microsoft.com/office/drawing/2014/main" id="{6E19B521-C239-5A78-F264-12293A06FE11}"/>
                </a:ext>
              </a:extLst>
            </p:cNvPr>
            <p:cNvGrpSpPr/>
            <p:nvPr/>
          </p:nvGrpSpPr>
          <p:grpSpPr>
            <a:xfrm>
              <a:off x="0" y="746907"/>
              <a:ext cx="341482" cy="430200"/>
              <a:chOff x="0" y="746907"/>
              <a:chExt cx="341482" cy="430200"/>
            </a:xfrm>
            <a:solidFill>
              <a:srgbClr val="8078D5"/>
            </a:solidFill>
          </p:grpSpPr>
          <p:sp>
            <p:nvSpPr>
              <p:cNvPr id="1309" name="Forme libre : forme 1308">
                <a:extLst>
                  <a:ext uri="{FF2B5EF4-FFF2-40B4-BE49-F238E27FC236}">
                    <a16:creationId xmlns:a16="http://schemas.microsoft.com/office/drawing/2014/main" id="{710E611D-3268-5CC9-C363-EDA3D09495F0}"/>
                  </a:ext>
                </a:extLst>
              </p:cNvPr>
              <p:cNvSpPr/>
              <p:nvPr/>
            </p:nvSpPr>
            <p:spPr>
              <a:xfrm>
                <a:off x="327609" y="749404"/>
                <a:ext cx="7002" cy="425047"/>
              </a:xfrm>
              <a:custGeom>
                <a:avLst/>
                <a:gdLst>
                  <a:gd name="connsiteX0" fmla="*/ 3501 w 7002"/>
                  <a:gd name="connsiteY0" fmla="*/ 425047 h 425047"/>
                  <a:gd name="connsiteX1" fmla="*/ 0 w 7002"/>
                  <a:gd name="connsiteY1" fmla="*/ 421546 h 425047"/>
                  <a:gd name="connsiteX2" fmla="*/ 0 w 7002"/>
                  <a:gd name="connsiteY2" fmla="*/ 3501 h 425047"/>
                  <a:gd name="connsiteX3" fmla="*/ 3501 w 7002"/>
                  <a:gd name="connsiteY3" fmla="*/ 0 h 425047"/>
                  <a:gd name="connsiteX4" fmla="*/ 7002 w 7002"/>
                  <a:gd name="connsiteY4" fmla="*/ 3501 h 425047"/>
                  <a:gd name="connsiteX5" fmla="*/ 7002 w 7002"/>
                  <a:gd name="connsiteY5" fmla="*/ 421546 h 425047"/>
                  <a:gd name="connsiteX6" fmla="*/ 3501 w 7002"/>
                  <a:gd name="connsiteY6" fmla="*/ 425047 h 425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02" h="425047">
                    <a:moveTo>
                      <a:pt x="3501" y="425047"/>
                    </a:moveTo>
                    <a:cubicBezTo>
                      <a:pt x="1572" y="425047"/>
                      <a:pt x="0" y="423488"/>
                      <a:pt x="0" y="421546"/>
                    </a:cubicBezTo>
                    <a:lnTo>
                      <a:pt x="0" y="3501"/>
                    </a:lnTo>
                    <a:cubicBezTo>
                      <a:pt x="0" y="1572"/>
                      <a:pt x="1572" y="0"/>
                      <a:pt x="3501" y="0"/>
                    </a:cubicBezTo>
                    <a:cubicBezTo>
                      <a:pt x="5430" y="0"/>
                      <a:pt x="7002" y="1559"/>
                      <a:pt x="7002" y="3501"/>
                    </a:cubicBezTo>
                    <a:lnTo>
                      <a:pt x="7002" y="421546"/>
                    </a:lnTo>
                    <a:cubicBezTo>
                      <a:pt x="7002" y="423475"/>
                      <a:pt x="5430" y="425047"/>
                      <a:pt x="3501" y="425047"/>
                    </a:cubicBezTo>
                    <a:close/>
                  </a:path>
                </a:pathLst>
              </a:custGeom>
              <a:solidFill>
                <a:srgbClr val="8078D5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Forme libre : forme 1309">
                <a:extLst>
                  <a:ext uri="{FF2B5EF4-FFF2-40B4-BE49-F238E27FC236}">
                    <a16:creationId xmlns:a16="http://schemas.microsoft.com/office/drawing/2014/main" id="{052E40EF-11B0-EF68-185E-959AEC880E5F}"/>
                  </a:ext>
                </a:extLst>
              </p:cNvPr>
              <p:cNvSpPr/>
              <p:nvPr/>
            </p:nvSpPr>
            <p:spPr>
              <a:xfrm>
                <a:off x="232839" y="749404"/>
                <a:ext cx="7002" cy="425047"/>
              </a:xfrm>
              <a:custGeom>
                <a:avLst/>
                <a:gdLst>
                  <a:gd name="connsiteX0" fmla="*/ 3501 w 7002"/>
                  <a:gd name="connsiteY0" fmla="*/ 425047 h 425047"/>
                  <a:gd name="connsiteX1" fmla="*/ 0 w 7002"/>
                  <a:gd name="connsiteY1" fmla="*/ 421546 h 425047"/>
                  <a:gd name="connsiteX2" fmla="*/ 0 w 7002"/>
                  <a:gd name="connsiteY2" fmla="*/ 3501 h 425047"/>
                  <a:gd name="connsiteX3" fmla="*/ 3501 w 7002"/>
                  <a:gd name="connsiteY3" fmla="*/ 0 h 425047"/>
                  <a:gd name="connsiteX4" fmla="*/ 7002 w 7002"/>
                  <a:gd name="connsiteY4" fmla="*/ 3501 h 425047"/>
                  <a:gd name="connsiteX5" fmla="*/ 7002 w 7002"/>
                  <a:gd name="connsiteY5" fmla="*/ 421546 h 425047"/>
                  <a:gd name="connsiteX6" fmla="*/ 3501 w 7002"/>
                  <a:gd name="connsiteY6" fmla="*/ 425047 h 425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02" h="425047">
                    <a:moveTo>
                      <a:pt x="3501" y="425047"/>
                    </a:moveTo>
                    <a:cubicBezTo>
                      <a:pt x="1572" y="425047"/>
                      <a:pt x="0" y="423488"/>
                      <a:pt x="0" y="421546"/>
                    </a:cubicBezTo>
                    <a:lnTo>
                      <a:pt x="0" y="3501"/>
                    </a:lnTo>
                    <a:cubicBezTo>
                      <a:pt x="0" y="1572"/>
                      <a:pt x="1559" y="0"/>
                      <a:pt x="3501" y="0"/>
                    </a:cubicBezTo>
                    <a:cubicBezTo>
                      <a:pt x="5443" y="0"/>
                      <a:pt x="7002" y="1559"/>
                      <a:pt x="7002" y="3501"/>
                    </a:cubicBezTo>
                    <a:lnTo>
                      <a:pt x="7002" y="421546"/>
                    </a:lnTo>
                    <a:cubicBezTo>
                      <a:pt x="7002" y="423475"/>
                      <a:pt x="5443" y="425047"/>
                      <a:pt x="3501" y="425047"/>
                    </a:cubicBezTo>
                    <a:close/>
                  </a:path>
                </a:pathLst>
              </a:custGeom>
              <a:solidFill>
                <a:srgbClr val="8078D5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Forme libre : forme 1310">
                <a:extLst>
                  <a:ext uri="{FF2B5EF4-FFF2-40B4-BE49-F238E27FC236}">
                    <a16:creationId xmlns:a16="http://schemas.microsoft.com/office/drawing/2014/main" id="{4DC76F87-9D3B-E9BB-5285-D56C2896E3A7}"/>
                  </a:ext>
                </a:extLst>
              </p:cNvPr>
              <p:cNvSpPr/>
              <p:nvPr/>
            </p:nvSpPr>
            <p:spPr>
              <a:xfrm>
                <a:off x="0" y="749429"/>
                <a:ext cx="185845" cy="427678"/>
              </a:xfrm>
              <a:custGeom>
                <a:avLst/>
                <a:gdLst>
                  <a:gd name="connsiteX0" fmla="*/ 3490 w 185845"/>
                  <a:gd name="connsiteY0" fmla="*/ 427678 h 427678"/>
                  <a:gd name="connsiteX1" fmla="*/ 2129 w 185845"/>
                  <a:gd name="connsiteY1" fmla="*/ 427401 h 427678"/>
                  <a:gd name="connsiteX2" fmla="*/ 280 w 185845"/>
                  <a:gd name="connsiteY2" fmla="*/ 422816 h 427678"/>
                  <a:gd name="connsiteX3" fmla="*/ 179132 w 185845"/>
                  <a:gd name="connsiteY3" fmla="*/ 2129 h 427678"/>
                  <a:gd name="connsiteX4" fmla="*/ 183717 w 185845"/>
                  <a:gd name="connsiteY4" fmla="*/ 280 h 427678"/>
                  <a:gd name="connsiteX5" fmla="*/ 185566 w 185845"/>
                  <a:gd name="connsiteY5" fmla="*/ 4864 h 427678"/>
                  <a:gd name="connsiteX6" fmla="*/ 6701 w 185845"/>
                  <a:gd name="connsiteY6" fmla="*/ 425551 h 427678"/>
                  <a:gd name="connsiteX7" fmla="*/ 3477 w 185845"/>
                  <a:gd name="connsiteY7" fmla="*/ 427678 h 427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5845" h="427678">
                    <a:moveTo>
                      <a:pt x="3490" y="427678"/>
                    </a:moveTo>
                    <a:cubicBezTo>
                      <a:pt x="3028" y="427678"/>
                      <a:pt x="2565" y="427586"/>
                      <a:pt x="2129" y="427401"/>
                    </a:cubicBezTo>
                    <a:cubicBezTo>
                      <a:pt x="346" y="426648"/>
                      <a:pt x="-474" y="424587"/>
                      <a:pt x="280" y="422816"/>
                    </a:cubicBezTo>
                    <a:lnTo>
                      <a:pt x="179132" y="2129"/>
                    </a:lnTo>
                    <a:cubicBezTo>
                      <a:pt x="179885" y="346"/>
                      <a:pt x="181946" y="-474"/>
                      <a:pt x="183717" y="280"/>
                    </a:cubicBezTo>
                    <a:cubicBezTo>
                      <a:pt x="185500" y="1033"/>
                      <a:pt x="186319" y="3094"/>
                      <a:pt x="185566" y="4864"/>
                    </a:cubicBezTo>
                    <a:lnTo>
                      <a:pt x="6701" y="425551"/>
                    </a:lnTo>
                    <a:cubicBezTo>
                      <a:pt x="6133" y="426886"/>
                      <a:pt x="4838" y="427678"/>
                      <a:pt x="3477" y="427678"/>
                    </a:cubicBezTo>
                    <a:close/>
                  </a:path>
                </a:pathLst>
              </a:custGeom>
              <a:solidFill>
                <a:srgbClr val="8078D5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Forme libre : forme 1311">
                <a:extLst>
                  <a:ext uri="{FF2B5EF4-FFF2-40B4-BE49-F238E27FC236}">
                    <a16:creationId xmlns:a16="http://schemas.microsoft.com/office/drawing/2014/main" id="{CBE2C703-C618-B970-C129-D32E8E9338A7}"/>
                  </a:ext>
                </a:extLst>
              </p:cNvPr>
              <p:cNvSpPr/>
              <p:nvPr/>
            </p:nvSpPr>
            <p:spPr>
              <a:xfrm>
                <a:off x="110466" y="749429"/>
                <a:ext cx="185845" cy="427678"/>
              </a:xfrm>
              <a:custGeom>
                <a:avLst/>
                <a:gdLst>
                  <a:gd name="connsiteX0" fmla="*/ 3490 w 185845"/>
                  <a:gd name="connsiteY0" fmla="*/ 427678 h 427678"/>
                  <a:gd name="connsiteX1" fmla="*/ 2129 w 185845"/>
                  <a:gd name="connsiteY1" fmla="*/ 427401 h 427678"/>
                  <a:gd name="connsiteX2" fmla="*/ 280 w 185845"/>
                  <a:gd name="connsiteY2" fmla="*/ 422816 h 427678"/>
                  <a:gd name="connsiteX3" fmla="*/ 179132 w 185845"/>
                  <a:gd name="connsiteY3" fmla="*/ 2129 h 427678"/>
                  <a:gd name="connsiteX4" fmla="*/ 183717 w 185845"/>
                  <a:gd name="connsiteY4" fmla="*/ 280 h 427678"/>
                  <a:gd name="connsiteX5" fmla="*/ 185566 w 185845"/>
                  <a:gd name="connsiteY5" fmla="*/ 4864 h 427678"/>
                  <a:gd name="connsiteX6" fmla="*/ 6714 w 185845"/>
                  <a:gd name="connsiteY6" fmla="*/ 425551 h 427678"/>
                  <a:gd name="connsiteX7" fmla="*/ 3490 w 185845"/>
                  <a:gd name="connsiteY7" fmla="*/ 427678 h 427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5845" h="427678">
                    <a:moveTo>
                      <a:pt x="3490" y="427678"/>
                    </a:moveTo>
                    <a:cubicBezTo>
                      <a:pt x="3028" y="427678"/>
                      <a:pt x="2565" y="427586"/>
                      <a:pt x="2129" y="427401"/>
                    </a:cubicBezTo>
                    <a:cubicBezTo>
                      <a:pt x="346" y="426648"/>
                      <a:pt x="-474" y="424587"/>
                      <a:pt x="280" y="422816"/>
                    </a:cubicBezTo>
                    <a:lnTo>
                      <a:pt x="179132" y="2129"/>
                    </a:lnTo>
                    <a:cubicBezTo>
                      <a:pt x="179885" y="346"/>
                      <a:pt x="181946" y="-474"/>
                      <a:pt x="183717" y="280"/>
                    </a:cubicBezTo>
                    <a:cubicBezTo>
                      <a:pt x="185500" y="1033"/>
                      <a:pt x="186319" y="3094"/>
                      <a:pt x="185566" y="4864"/>
                    </a:cubicBezTo>
                    <a:lnTo>
                      <a:pt x="6714" y="425551"/>
                    </a:lnTo>
                    <a:cubicBezTo>
                      <a:pt x="6146" y="426886"/>
                      <a:pt x="4851" y="427678"/>
                      <a:pt x="3490" y="427678"/>
                    </a:cubicBezTo>
                    <a:close/>
                  </a:path>
                </a:pathLst>
              </a:custGeom>
              <a:solidFill>
                <a:srgbClr val="8078D5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Forme libre : forme 1312">
                <a:extLst>
                  <a:ext uri="{FF2B5EF4-FFF2-40B4-BE49-F238E27FC236}">
                    <a16:creationId xmlns:a16="http://schemas.microsoft.com/office/drawing/2014/main" id="{8014F585-49BC-46AC-CF82-1B81FDF35860}"/>
                  </a:ext>
                </a:extLst>
              </p:cNvPr>
              <p:cNvSpPr/>
              <p:nvPr/>
            </p:nvSpPr>
            <p:spPr>
              <a:xfrm>
                <a:off x="167796" y="746907"/>
                <a:ext cx="173686" cy="9856"/>
              </a:xfrm>
              <a:custGeom>
                <a:avLst/>
                <a:gdLst>
                  <a:gd name="connsiteX0" fmla="*/ 171176 w 173686"/>
                  <a:gd name="connsiteY0" fmla="*/ 0 h 9856"/>
                  <a:gd name="connsiteX1" fmla="*/ 173687 w 173686"/>
                  <a:gd name="connsiteY1" fmla="*/ 2510 h 9856"/>
                  <a:gd name="connsiteX2" fmla="*/ 173687 w 173686"/>
                  <a:gd name="connsiteY2" fmla="*/ 7346 h 9856"/>
                  <a:gd name="connsiteX3" fmla="*/ 171176 w 173686"/>
                  <a:gd name="connsiteY3" fmla="*/ 9856 h 9856"/>
                  <a:gd name="connsiteX4" fmla="*/ 2510 w 173686"/>
                  <a:gd name="connsiteY4" fmla="*/ 9856 h 9856"/>
                  <a:gd name="connsiteX5" fmla="*/ 0 w 173686"/>
                  <a:gd name="connsiteY5" fmla="*/ 7346 h 9856"/>
                  <a:gd name="connsiteX6" fmla="*/ 0 w 173686"/>
                  <a:gd name="connsiteY6" fmla="*/ 2510 h 9856"/>
                  <a:gd name="connsiteX7" fmla="*/ 2510 w 173686"/>
                  <a:gd name="connsiteY7" fmla="*/ 0 h 9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3686" h="9856">
                    <a:moveTo>
                      <a:pt x="171176" y="0"/>
                    </a:moveTo>
                    <a:cubicBezTo>
                      <a:pt x="172563" y="0"/>
                      <a:pt x="173687" y="1124"/>
                      <a:pt x="173687" y="2510"/>
                    </a:cubicBezTo>
                    <a:lnTo>
                      <a:pt x="173687" y="7346"/>
                    </a:lnTo>
                    <a:cubicBezTo>
                      <a:pt x="173687" y="8732"/>
                      <a:pt x="172563" y="9856"/>
                      <a:pt x="171176" y="9856"/>
                    </a:cubicBezTo>
                    <a:lnTo>
                      <a:pt x="2510" y="9856"/>
                    </a:lnTo>
                    <a:cubicBezTo>
                      <a:pt x="1124" y="9856"/>
                      <a:pt x="0" y="8732"/>
                      <a:pt x="0" y="7346"/>
                    </a:cubicBezTo>
                    <a:lnTo>
                      <a:pt x="0" y="2510"/>
                    </a:lnTo>
                    <a:cubicBezTo>
                      <a:pt x="0" y="1124"/>
                      <a:pt x="1124" y="0"/>
                      <a:pt x="2510" y="0"/>
                    </a:cubicBezTo>
                    <a:close/>
                  </a:path>
                </a:pathLst>
              </a:custGeom>
              <a:solidFill>
                <a:srgbClr val="8078D5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Forme libre : forme 1313">
                <a:extLst>
                  <a:ext uri="{FF2B5EF4-FFF2-40B4-BE49-F238E27FC236}">
                    <a16:creationId xmlns:a16="http://schemas.microsoft.com/office/drawing/2014/main" id="{EA36043A-BFD7-C785-F7FF-490A769262F8}"/>
                  </a:ext>
                </a:extLst>
              </p:cNvPr>
              <p:cNvSpPr/>
              <p:nvPr/>
            </p:nvSpPr>
            <p:spPr>
              <a:xfrm>
                <a:off x="151492" y="813734"/>
                <a:ext cx="117799" cy="7002"/>
              </a:xfrm>
              <a:custGeom>
                <a:avLst/>
                <a:gdLst>
                  <a:gd name="connsiteX0" fmla="*/ 114298 w 117799"/>
                  <a:gd name="connsiteY0" fmla="*/ 7002 h 7002"/>
                  <a:gd name="connsiteX1" fmla="*/ 3501 w 117799"/>
                  <a:gd name="connsiteY1" fmla="*/ 7002 h 7002"/>
                  <a:gd name="connsiteX2" fmla="*/ 0 w 117799"/>
                  <a:gd name="connsiteY2" fmla="*/ 3501 h 7002"/>
                  <a:gd name="connsiteX3" fmla="*/ 3501 w 117799"/>
                  <a:gd name="connsiteY3" fmla="*/ 0 h 7002"/>
                  <a:gd name="connsiteX4" fmla="*/ 114298 w 117799"/>
                  <a:gd name="connsiteY4" fmla="*/ 0 h 7002"/>
                  <a:gd name="connsiteX5" fmla="*/ 117799 w 117799"/>
                  <a:gd name="connsiteY5" fmla="*/ 3501 h 7002"/>
                  <a:gd name="connsiteX6" fmla="*/ 114298 w 117799"/>
                  <a:gd name="connsiteY6" fmla="*/ 7002 h 7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799" h="7002">
                    <a:moveTo>
                      <a:pt x="114298" y="7002"/>
                    </a:moveTo>
                    <a:lnTo>
                      <a:pt x="3501" y="7002"/>
                    </a:lnTo>
                    <a:cubicBezTo>
                      <a:pt x="1572" y="7002"/>
                      <a:pt x="0" y="5430"/>
                      <a:pt x="0" y="3501"/>
                    </a:cubicBezTo>
                    <a:cubicBezTo>
                      <a:pt x="0" y="1572"/>
                      <a:pt x="1572" y="0"/>
                      <a:pt x="3501" y="0"/>
                    </a:cubicBezTo>
                    <a:lnTo>
                      <a:pt x="114298" y="0"/>
                    </a:lnTo>
                    <a:cubicBezTo>
                      <a:pt x="116227" y="0"/>
                      <a:pt x="117799" y="1572"/>
                      <a:pt x="117799" y="3501"/>
                    </a:cubicBezTo>
                    <a:cubicBezTo>
                      <a:pt x="117799" y="5430"/>
                      <a:pt x="116240" y="7002"/>
                      <a:pt x="114298" y="7002"/>
                    </a:cubicBezTo>
                    <a:close/>
                  </a:path>
                </a:pathLst>
              </a:custGeom>
              <a:solidFill>
                <a:srgbClr val="8078D5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Forme libre : forme 1314">
                <a:extLst>
                  <a:ext uri="{FF2B5EF4-FFF2-40B4-BE49-F238E27FC236}">
                    <a16:creationId xmlns:a16="http://schemas.microsoft.com/office/drawing/2014/main" id="{67E07B82-0953-6AEB-D0EF-5FD535CC46FC}"/>
                  </a:ext>
                </a:extLst>
              </p:cNvPr>
              <p:cNvSpPr/>
              <p:nvPr/>
            </p:nvSpPr>
            <p:spPr>
              <a:xfrm>
                <a:off x="120985" y="893311"/>
                <a:ext cx="110796" cy="6989"/>
              </a:xfrm>
              <a:custGeom>
                <a:avLst/>
                <a:gdLst>
                  <a:gd name="connsiteX0" fmla="*/ 0 w 110796"/>
                  <a:gd name="connsiteY0" fmla="*/ 0 h 6989"/>
                  <a:gd name="connsiteX1" fmla="*/ 110797 w 110796"/>
                  <a:gd name="connsiteY1" fmla="*/ 0 h 6989"/>
                  <a:gd name="connsiteX2" fmla="*/ 110797 w 110796"/>
                  <a:gd name="connsiteY2" fmla="*/ 6989 h 6989"/>
                  <a:gd name="connsiteX3" fmla="*/ 0 w 110796"/>
                  <a:gd name="connsiteY3" fmla="*/ 6989 h 6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0796" h="6989">
                    <a:moveTo>
                      <a:pt x="0" y="0"/>
                    </a:moveTo>
                    <a:lnTo>
                      <a:pt x="110797" y="0"/>
                    </a:lnTo>
                    <a:lnTo>
                      <a:pt x="110797" y="6989"/>
                    </a:lnTo>
                    <a:lnTo>
                      <a:pt x="0" y="6989"/>
                    </a:lnTo>
                    <a:close/>
                  </a:path>
                </a:pathLst>
              </a:custGeom>
              <a:solidFill>
                <a:srgbClr val="8078D5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Forme libre : forme 1315">
                <a:extLst>
                  <a:ext uri="{FF2B5EF4-FFF2-40B4-BE49-F238E27FC236}">
                    <a16:creationId xmlns:a16="http://schemas.microsoft.com/office/drawing/2014/main" id="{2695D4B7-F835-53CE-E6AD-BA6EFE015492}"/>
                  </a:ext>
                </a:extLst>
              </p:cNvPr>
              <p:cNvSpPr/>
              <p:nvPr/>
            </p:nvSpPr>
            <p:spPr>
              <a:xfrm>
                <a:off x="88074" y="972874"/>
                <a:ext cx="110796" cy="6989"/>
              </a:xfrm>
              <a:custGeom>
                <a:avLst/>
                <a:gdLst>
                  <a:gd name="connsiteX0" fmla="*/ 0 w 110796"/>
                  <a:gd name="connsiteY0" fmla="*/ 0 h 6989"/>
                  <a:gd name="connsiteX1" fmla="*/ 110797 w 110796"/>
                  <a:gd name="connsiteY1" fmla="*/ 0 h 6989"/>
                  <a:gd name="connsiteX2" fmla="*/ 110797 w 110796"/>
                  <a:gd name="connsiteY2" fmla="*/ 6989 h 6989"/>
                  <a:gd name="connsiteX3" fmla="*/ 0 w 110796"/>
                  <a:gd name="connsiteY3" fmla="*/ 6989 h 6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0796" h="6989">
                    <a:moveTo>
                      <a:pt x="0" y="0"/>
                    </a:moveTo>
                    <a:lnTo>
                      <a:pt x="110797" y="0"/>
                    </a:lnTo>
                    <a:lnTo>
                      <a:pt x="110797" y="6989"/>
                    </a:lnTo>
                    <a:lnTo>
                      <a:pt x="0" y="6989"/>
                    </a:lnTo>
                    <a:close/>
                  </a:path>
                </a:pathLst>
              </a:custGeom>
              <a:solidFill>
                <a:srgbClr val="8078D5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17" name="Forme libre : forme 1316">
                <a:extLst>
                  <a:ext uri="{FF2B5EF4-FFF2-40B4-BE49-F238E27FC236}">
                    <a16:creationId xmlns:a16="http://schemas.microsoft.com/office/drawing/2014/main" id="{463615FC-1E61-1033-988B-2B4985538B95}"/>
                  </a:ext>
                </a:extLst>
              </p:cNvPr>
              <p:cNvSpPr/>
              <p:nvPr/>
            </p:nvSpPr>
            <p:spPr>
              <a:xfrm>
                <a:off x="50062" y="1052424"/>
                <a:ext cx="117799" cy="7002"/>
              </a:xfrm>
              <a:custGeom>
                <a:avLst/>
                <a:gdLst>
                  <a:gd name="connsiteX0" fmla="*/ 114298 w 117799"/>
                  <a:gd name="connsiteY0" fmla="*/ 7002 h 7002"/>
                  <a:gd name="connsiteX1" fmla="*/ 3501 w 117799"/>
                  <a:gd name="connsiteY1" fmla="*/ 7002 h 7002"/>
                  <a:gd name="connsiteX2" fmla="*/ 0 w 117799"/>
                  <a:gd name="connsiteY2" fmla="*/ 3501 h 7002"/>
                  <a:gd name="connsiteX3" fmla="*/ 3501 w 117799"/>
                  <a:gd name="connsiteY3" fmla="*/ 0 h 7002"/>
                  <a:gd name="connsiteX4" fmla="*/ 114298 w 117799"/>
                  <a:gd name="connsiteY4" fmla="*/ 0 h 7002"/>
                  <a:gd name="connsiteX5" fmla="*/ 117799 w 117799"/>
                  <a:gd name="connsiteY5" fmla="*/ 3501 h 7002"/>
                  <a:gd name="connsiteX6" fmla="*/ 114298 w 117799"/>
                  <a:gd name="connsiteY6" fmla="*/ 7002 h 7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799" h="7002">
                    <a:moveTo>
                      <a:pt x="114298" y="7002"/>
                    </a:moveTo>
                    <a:lnTo>
                      <a:pt x="3501" y="7002"/>
                    </a:lnTo>
                    <a:cubicBezTo>
                      <a:pt x="1572" y="7002"/>
                      <a:pt x="0" y="5443"/>
                      <a:pt x="0" y="3501"/>
                    </a:cubicBezTo>
                    <a:cubicBezTo>
                      <a:pt x="0" y="1559"/>
                      <a:pt x="1559" y="0"/>
                      <a:pt x="3501" y="0"/>
                    </a:cubicBezTo>
                    <a:lnTo>
                      <a:pt x="114298" y="0"/>
                    </a:lnTo>
                    <a:cubicBezTo>
                      <a:pt x="116227" y="0"/>
                      <a:pt x="117799" y="1559"/>
                      <a:pt x="117799" y="3501"/>
                    </a:cubicBezTo>
                    <a:cubicBezTo>
                      <a:pt x="117799" y="5443"/>
                      <a:pt x="116240" y="7002"/>
                      <a:pt x="114298" y="7002"/>
                    </a:cubicBezTo>
                    <a:close/>
                  </a:path>
                </a:pathLst>
              </a:custGeom>
              <a:solidFill>
                <a:srgbClr val="8078D5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18" name="Forme libre : forme 1317">
                <a:extLst>
                  <a:ext uri="{FF2B5EF4-FFF2-40B4-BE49-F238E27FC236}">
                    <a16:creationId xmlns:a16="http://schemas.microsoft.com/office/drawing/2014/main" id="{352D3373-A9BA-BA67-646C-B04659247DF8}"/>
                  </a:ext>
                </a:extLst>
              </p:cNvPr>
              <p:cNvSpPr/>
              <p:nvPr/>
            </p:nvSpPr>
            <p:spPr>
              <a:xfrm>
                <a:off x="16689" y="1131988"/>
                <a:ext cx="117799" cy="7002"/>
              </a:xfrm>
              <a:custGeom>
                <a:avLst/>
                <a:gdLst>
                  <a:gd name="connsiteX0" fmla="*/ 114298 w 117799"/>
                  <a:gd name="connsiteY0" fmla="*/ 7002 h 7002"/>
                  <a:gd name="connsiteX1" fmla="*/ 3501 w 117799"/>
                  <a:gd name="connsiteY1" fmla="*/ 7002 h 7002"/>
                  <a:gd name="connsiteX2" fmla="*/ 0 w 117799"/>
                  <a:gd name="connsiteY2" fmla="*/ 3501 h 7002"/>
                  <a:gd name="connsiteX3" fmla="*/ 3501 w 117799"/>
                  <a:gd name="connsiteY3" fmla="*/ 0 h 7002"/>
                  <a:gd name="connsiteX4" fmla="*/ 114298 w 117799"/>
                  <a:gd name="connsiteY4" fmla="*/ 0 h 7002"/>
                  <a:gd name="connsiteX5" fmla="*/ 117799 w 117799"/>
                  <a:gd name="connsiteY5" fmla="*/ 3501 h 7002"/>
                  <a:gd name="connsiteX6" fmla="*/ 114298 w 117799"/>
                  <a:gd name="connsiteY6" fmla="*/ 7002 h 7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799" h="7002">
                    <a:moveTo>
                      <a:pt x="114298" y="7002"/>
                    </a:moveTo>
                    <a:lnTo>
                      <a:pt x="3501" y="7002"/>
                    </a:lnTo>
                    <a:cubicBezTo>
                      <a:pt x="1572" y="7002"/>
                      <a:pt x="0" y="5430"/>
                      <a:pt x="0" y="3501"/>
                    </a:cubicBezTo>
                    <a:cubicBezTo>
                      <a:pt x="0" y="1572"/>
                      <a:pt x="1559" y="0"/>
                      <a:pt x="3501" y="0"/>
                    </a:cubicBezTo>
                    <a:lnTo>
                      <a:pt x="114298" y="0"/>
                    </a:lnTo>
                    <a:cubicBezTo>
                      <a:pt x="116227" y="0"/>
                      <a:pt x="117799" y="1559"/>
                      <a:pt x="117799" y="3501"/>
                    </a:cubicBezTo>
                    <a:cubicBezTo>
                      <a:pt x="117799" y="5443"/>
                      <a:pt x="116240" y="7002"/>
                      <a:pt x="114298" y="7002"/>
                    </a:cubicBezTo>
                    <a:close/>
                  </a:path>
                </a:pathLst>
              </a:custGeom>
              <a:solidFill>
                <a:srgbClr val="8078D5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9" name="Graphique 1982">
              <a:extLst>
                <a:ext uri="{FF2B5EF4-FFF2-40B4-BE49-F238E27FC236}">
                  <a16:creationId xmlns:a16="http://schemas.microsoft.com/office/drawing/2014/main" id="{6BB72804-208D-A02E-0B62-E1CA1D2EAECF}"/>
                </a:ext>
              </a:extLst>
            </p:cNvPr>
            <p:cNvGrpSpPr/>
            <p:nvPr/>
          </p:nvGrpSpPr>
          <p:grpSpPr>
            <a:xfrm>
              <a:off x="175014" y="263714"/>
              <a:ext cx="509151" cy="485343"/>
              <a:chOff x="175014" y="263714"/>
              <a:chExt cx="509151" cy="485343"/>
            </a:xfrm>
          </p:grpSpPr>
          <p:grpSp>
            <p:nvGrpSpPr>
              <p:cNvPr id="1279" name="Graphique 1982">
                <a:extLst>
                  <a:ext uri="{FF2B5EF4-FFF2-40B4-BE49-F238E27FC236}">
                    <a16:creationId xmlns:a16="http://schemas.microsoft.com/office/drawing/2014/main" id="{9E86AB5C-3E06-B58D-547B-A83DDF5DCF7D}"/>
                  </a:ext>
                </a:extLst>
              </p:cNvPr>
              <p:cNvGrpSpPr/>
              <p:nvPr/>
            </p:nvGrpSpPr>
            <p:grpSpPr>
              <a:xfrm>
                <a:off x="175014" y="263714"/>
                <a:ext cx="509151" cy="485343"/>
                <a:chOff x="175014" y="263714"/>
                <a:chExt cx="509151" cy="485343"/>
              </a:xfrm>
            </p:grpSpPr>
            <p:grpSp>
              <p:nvGrpSpPr>
                <p:cNvPr id="1281" name="Graphique 1982">
                  <a:extLst>
                    <a:ext uri="{FF2B5EF4-FFF2-40B4-BE49-F238E27FC236}">
                      <a16:creationId xmlns:a16="http://schemas.microsoft.com/office/drawing/2014/main" id="{78AC1DA1-2A21-7823-D4F5-55B679B10950}"/>
                    </a:ext>
                  </a:extLst>
                </p:cNvPr>
                <p:cNvGrpSpPr/>
                <p:nvPr/>
              </p:nvGrpSpPr>
              <p:grpSpPr>
                <a:xfrm>
                  <a:off x="175014" y="338032"/>
                  <a:ext cx="255848" cy="411025"/>
                  <a:chOff x="175014" y="338032"/>
                  <a:chExt cx="255848" cy="411025"/>
                </a:xfrm>
              </p:grpSpPr>
              <p:grpSp>
                <p:nvGrpSpPr>
                  <p:cNvPr id="1291" name="Graphique 1982">
                    <a:extLst>
                      <a:ext uri="{FF2B5EF4-FFF2-40B4-BE49-F238E27FC236}">
                        <a16:creationId xmlns:a16="http://schemas.microsoft.com/office/drawing/2014/main" id="{E7D13101-71EF-0075-961A-7BFEBC188515}"/>
                      </a:ext>
                    </a:extLst>
                  </p:cNvPr>
                  <p:cNvGrpSpPr/>
                  <p:nvPr/>
                </p:nvGrpSpPr>
                <p:grpSpPr>
                  <a:xfrm>
                    <a:off x="276462" y="713983"/>
                    <a:ext cx="50878" cy="35062"/>
                    <a:chOff x="276462" y="713983"/>
                    <a:chExt cx="50878" cy="35062"/>
                  </a:xfrm>
                </p:grpSpPr>
                <p:sp>
                  <p:nvSpPr>
                    <p:cNvPr id="1306" name="Forme libre : forme 1305">
                      <a:extLst>
                        <a:ext uri="{FF2B5EF4-FFF2-40B4-BE49-F238E27FC236}">
                          <a16:creationId xmlns:a16="http://schemas.microsoft.com/office/drawing/2014/main" id="{440F1E93-A49A-BCA8-4191-8D7515FDCA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6465" y="744120"/>
                      <a:ext cx="50875" cy="4925"/>
                    </a:xfrm>
                    <a:custGeom>
                      <a:avLst/>
                      <a:gdLst>
                        <a:gd name="connsiteX0" fmla="*/ 49453 w 50875"/>
                        <a:gd name="connsiteY0" fmla="*/ 13 h 4925"/>
                        <a:gd name="connsiteX1" fmla="*/ 13675 w 50875"/>
                        <a:gd name="connsiteY1" fmla="*/ 2510 h 4925"/>
                        <a:gd name="connsiteX2" fmla="*/ 0 w 50875"/>
                        <a:gd name="connsiteY2" fmla="*/ 1176 h 4925"/>
                        <a:gd name="connsiteX3" fmla="*/ 26 w 50875"/>
                        <a:gd name="connsiteY3" fmla="*/ 1929 h 4925"/>
                        <a:gd name="connsiteX4" fmla="*/ 2365 w 50875"/>
                        <a:gd name="connsiteY4" fmla="*/ 4254 h 4925"/>
                        <a:gd name="connsiteX5" fmla="*/ 49202 w 50875"/>
                        <a:gd name="connsiteY5" fmla="*/ 4307 h 4925"/>
                        <a:gd name="connsiteX6" fmla="*/ 50629 w 50875"/>
                        <a:gd name="connsiteY6" fmla="*/ 1665 h 4925"/>
                        <a:gd name="connsiteX7" fmla="*/ 49440 w 50875"/>
                        <a:gd name="connsiteY7" fmla="*/ 0 h 49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50875" h="4925">
                          <a:moveTo>
                            <a:pt x="49453" y="13"/>
                          </a:moveTo>
                          <a:cubicBezTo>
                            <a:pt x="40733" y="766"/>
                            <a:pt x="25605" y="1995"/>
                            <a:pt x="13675" y="2510"/>
                          </a:cubicBezTo>
                          <a:cubicBezTo>
                            <a:pt x="6500" y="2827"/>
                            <a:pt x="2378" y="2127"/>
                            <a:pt x="0" y="1176"/>
                          </a:cubicBezTo>
                          <a:cubicBezTo>
                            <a:pt x="0" y="1440"/>
                            <a:pt x="0" y="1691"/>
                            <a:pt x="26" y="1929"/>
                          </a:cubicBezTo>
                          <a:cubicBezTo>
                            <a:pt x="79" y="3184"/>
                            <a:pt x="1097" y="4188"/>
                            <a:pt x="2365" y="4254"/>
                          </a:cubicBezTo>
                          <a:cubicBezTo>
                            <a:pt x="24905" y="5510"/>
                            <a:pt x="42820" y="4690"/>
                            <a:pt x="49202" y="4307"/>
                          </a:cubicBezTo>
                          <a:cubicBezTo>
                            <a:pt x="50523" y="4228"/>
                            <a:pt x="51303" y="2788"/>
                            <a:pt x="50629" y="1665"/>
                          </a:cubicBezTo>
                          <a:cubicBezTo>
                            <a:pt x="50285" y="1097"/>
                            <a:pt x="49876" y="555"/>
                            <a:pt x="49440" y="0"/>
                          </a:cubicBezTo>
                          <a:close/>
                        </a:path>
                      </a:pathLst>
                    </a:custGeom>
                    <a:solidFill>
                      <a:srgbClr val="4438B7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307" name="Forme libre : forme 1306">
                      <a:extLst>
                        <a:ext uri="{FF2B5EF4-FFF2-40B4-BE49-F238E27FC236}">
                          <a16:creationId xmlns:a16="http://schemas.microsoft.com/office/drawing/2014/main" id="{C6294BC3-2F97-C2A2-FF04-274E6ADED2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6462" y="726534"/>
                      <a:ext cx="49456" cy="20172"/>
                    </a:xfrm>
                    <a:custGeom>
                      <a:avLst/>
                      <a:gdLst>
                        <a:gd name="connsiteX0" fmla="*/ 13678 w 49456"/>
                        <a:gd name="connsiteY0" fmla="*/ 20096 h 20172"/>
                        <a:gd name="connsiteX1" fmla="*/ 49457 w 49456"/>
                        <a:gd name="connsiteY1" fmla="*/ 17599 h 20172"/>
                        <a:gd name="connsiteX2" fmla="*/ 13678 w 49456"/>
                        <a:gd name="connsiteY2" fmla="*/ 0 h 20172"/>
                        <a:gd name="connsiteX3" fmla="*/ 5989 w 49456"/>
                        <a:gd name="connsiteY3" fmla="*/ 0 h 20172"/>
                        <a:gd name="connsiteX4" fmla="*/ 4 w 49456"/>
                        <a:gd name="connsiteY4" fmla="*/ 18761 h 20172"/>
                        <a:gd name="connsiteX5" fmla="*/ 13678 w 49456"/>
                        <a:gd name="connsiteY5" fmla="*/ 20096 h 201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9456" h="20172">
                          <a:moveTo>
                            <a:pt x="13678" y="20096"/>
                          </a:moveTo>
                          <a:cubicBezTo>
                            <a:pt x="25609" y="19567"/>
                            <a:pt x="40737" y="18352"/>
                            <a:pt x="49457" y="17599"/>
                          </a:cubicBezTo>
                          <a:cubicBezTo>
                            <a:pt x="40882" y="7082"/>
                            <a:pt x="13678" y="0"/>
                            <a:pt x="13678" y="0"/>
                          </a:cubicBezTo>
                          <a:lnTo>
                            <a:pt x="5989" y="0"/>
                          </a:lnTo>
                          <a:cubicBezTo>
                            <a:pt x="704" y="7623"/>
                            <a:pt x="-62" y="14864"/>
                            <a:pt x="4" y="18761"/>
                          </a:cubicBezTo>
                          <a:cubicBezTo>
                            <a:pt x="2382" y="19713"/>
                            <a:pt x="6504" y="20413"/>
                            <a:pt x="13678" y="20096"/>
                          </a:cubicBez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308" name="Forme libre : forme 1307">
                      <a:extLst>
                        <a:ext uri="{FF2B5EF4-FFF2-40B4-BE49-F238E27FC236}">
                          <a16:creationId xmlns:a16="http://schemas.microsoft.com/office/drawing/2014/main" id="{F37F7236-046D-FE16-0342-60C0E4E46A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1156" y="713983"/>
                      <a:ext cx="14335" cy="17421"/>
                    </a:xfrm>
                    <a:custGeom>
                      <a:avLst/>
                      <a:gdLst>
                        <a:gd name="connsiteX0" fmla="*/ 0 w 14335"/>
                        <a:gd name="connsiteY0" fmla="*/ 0 h 17421"/>
                        <a:gd name="connsiteX1" fmla="*/ 713 w 14335"/>
                        <a:gd name="connsiteY1" fmla="*/ 14229 h 17421"/>
                        <a:gd name="connsiteX2" fmla="*/ 3488 w 14335"/>
                        <a:gd name="connsiteY2" fmla="*/ 17281 h 17421"/>
                        <a:gd name="connsiteX3" fmla="*/ 9262 w 14335"/>
                        <a:gd name="connsiteY3" fmla="*/ 16806 h 17421"/>
                        <a:gd name="connsiteX4" fmla="*/ 11851 w 14335"/>
                        <a:gd name="connsiteY4" fmla="*/ 13846 h 17421"/>
                        <a:gd name="connsiteX5" fmla="*/ 14335 w 14335"/>
                        <a:gd name="connsiteY5" fmla="*/ 0 h 17421"/>
                        <a:gd name="connsiteX6" fmla="*/ 0 w 14335"/>
                        <a:gd name="connsiteY6" fmla="*/ 0 h 17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4335" h="17421">
                          <a:moveTo>
                            <a:pt x="0" y="0"/>
                          </a:moveTo>
                          <a:lnTo>
                            <a:pt x="713" y="14229"/>
                          </a:lnTo>
                          <a:cubicBezTo>
                            <a:pt x="793" y="15775"/>
                            <a:pt x="1942" y="17070"/>
                            <a:pt x="3488" y="17281"/>
                          </a:cubicBezTo>
                          <a:cubicBezTo>
                            <a:pt x="5021" y="17506"/>
                            <a:pt x="7082" y="17533"/>
                            <a:pt x="9262" y="16806"/>
                          </a:cubicBezTo>
                          <a:cubicBezTo>
                            <a:pt x="10609" y="16357"/>
                            <a:pt x="11600" y="15234"/>
                            <a:pt x="11851" y="13846"/>
                          </a:cubicBezTo>
                          <a:lnTo>
                            <a:pt x="14335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292" name="Graphique 1982">
                    <a:extLst>
                      <a:ext uri="{FF2B5EF4-FFF2-40B4-BE49-F238E27FC236}">
                        <a16:creationId xmlns:a16="http://schemas.microsoft.com/office/drawing/2014/main" id="{321E6860-19AD-8B97-B764-8CFCE7938FCC}"/>
                      </a:ext>
                    </a:extLst>
                  </p:cNvPr>
                  <p:cNvGrpSpPr/>
                  <p:nvPr/>
                </p:nvGrpSpPr>
                <p:grpSpPr>
                  <a:xfrm>
                    <a:off x="175014" y="700691"/>
                    <a:ext cx="32153" cy="48366"/>
                    <a:chOff x="175014" y="700691"/>
                    <a:chExt cx="32153" cy="48366"/>
                  </a:xfrm>
                </p:grpSpPr>
                <p:grpSp>
                  <p:nvGrpSpPr>
                    <p:cNvPr id="1302" name="Graphique 1982">
                      <a:extLst>
                        <a:ext uri="{FF2B5EF4-FFF2-40B4-BE49-F238E27FC236}">
                          <a16:creationId xmlns:a16="http://schemas.microsoft.com/office/drawing/2014/main" id="{A4F5BCE3-D1EF-186C-13B9-E720D110D6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5014" y="713877"/>
                      <a:ext cx="28756" cy="35180"/>
                      <a:chOff x="175014" y="713877"/>
                      <a:chExt cx="28756" cy="35180"/>
                    </a:xfrm>
                  </p:grpSpPr>
                  <p:sp>
                    <p:nvSpPr>
                      <p:cNvPr id="1304" name="Forme libre : forme 1303">
                        <a:extLst>
                          <a:ext uri="{FF2B5EF4-FFF2-40B4-BE49-F238E27FC236}">
                            <a16:creationId xmlns:a16="http://schemas.microsoft.com/office/drawing/2014/main" id="{9E7FE5DC-7155-6195-2A09-145DBDAE66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14" y="741940"/>
                        <a:ext cx="19509" cy="7117"/>
                      </a:xfrm>
                      <a:custGeom>
                        <a:avLst/>
                        <a:gdLst>
                          <a:gd name="connsiteX0" fmla="*/ 6351 w 19509"/>
                          <a:gd name="connsiteY0" fmla="*/ 4585 h 7117"/>
                          <a:gd name="connsiteX1" fmla="*/ 141 w 19509"/>
                          <a:gd name="connsiteY1" fmla="*/ 0 h 7117"/>
                          <a:gd name="connsiteX2" fmla="*/ 128 w 19509"/>
                          <a:gd name="connsiteY2" fmla="*/ 53 h 7117"/>
                          <a:gd name="connsiteX3" fmla="*/ 3444 w 19509"/>
                          <a:gd name="connsiteY3" fmla="*/ 5655 h 7117"/>
                          <a:gd name="connsiteX4" fmla="*/ 12613 w 19509"/>
                          <a:gd name="connsiteY4" fmla="*/ 7095 h 7117"/>
                          <a:gd name="connsiteX5" fmla="*/ 19483 w 19509"/>
                          <a:gd name="connsiteY5" fmla="*/ 3924 h 7117"/>
                          <a:gd name="connsiteX6" fmla="*/ 19510 w 19509"/>
                          <a:gd name="connsiteY6" fmla="*/ 3898 h 7117"/>
                          <a:gd name="connsiteX7" fmla="*/ 6364 w 19509"/>
                          <a:gd name="connsiteY7" fmla="*/ 4598 h 711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9509" h="7117">
                            <a:moveTo>
                              <a:pt x="6351" y="4585"/>
                            </a:moveTo>
                            <a:cubicBezTo>
                              <a:pt x="2572" y="4056"/>
                              <a:pt x="854" y="2088"/>
                              <a:pt x="141" y="0"/>
                            </a:cubicBezTo>
                            <a:cubicBezTo>
                              <a:pt x="141" y="13"/>
                              <a:pt x="141" y="40"/>
                              <a:pt x="128" y="53"/>
                            </a:cubicBezTo>
                            <a:cubicBezTo>
                              <a:pt x="-427" y="2272"/>
                              <a:pt x="854" y="4558"/>
                              <a:pt x="3444" y="5655"/>
                            </a:cubicBezTo>
                            <a:cubicBezTo>
                              <a:pt x="6562" y="6976"/>
                              <a:pt x="9971" y="7201"/>
                              <a:pt x="12613" y="7095"/>
                            </a:cubicBezTo>
                            <a:cubicBezTo>
                              <a:pt x="15454" y="6976"/>
                              <a:pt x="18056" y="5800"/>
                              <a:pt x="19483" y="3924"/>
                            </a:cubicBezTo>
                            <a:lnTo>
                              <a:pt x="19510" y="3898"/>
                            </a:lnTo>
                            <a:cubicBezTo>
                              <a:pt x="16656" y="5311"/>
                              <a:pt x="12666" y="5470"/>
                              <a:pt x="6364" y="4598"/>
                            </a:cubicBezTo>
                            <a:close/>
                          </a:path>
                        </a:pathLst>
                      </a:custGeom>
                      <a:solidFill>
                        <a:srgbClr val="4438B7"/>
                      </a:solidFill>
                      <a:ln w="132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305" name="Forme libre : forme 1304">
                        <a:extLst>
                          <a:ext uri="{FF2B5EF4-FFF2-40B4-BE49-F238E27FC236}">
                            <a16:creationId xmlns:a16="http://schemas.microsoft.com/office/drawing/2014/main" id="{E04A37B6-9CF7-8AD2-78BD-E35BE1043F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155" y="713877"/>
                        <a:ext cx="28615" cy="33177"/>
                      </a:xfrm>
                      <a:custGeom>
                        <a:avLst/>
                        <a:gdLst>
                          <a:gd name="connsiteX0" fmla="*/ 24033 w 28615"/>
                          <a:gd name="connsiteY0" fmla="*/ 13 h 33177"/>
                          <a:gd name="connsiteX1" fmla="*/ 17691 w 28615"/>
                          <a:gd name="connsiteY1" fmla="*/ 13 h 33177"/>
                          <a:gd name="connsiteX2" fmla="*/ 0 w 28615"/>
                          <a:gd name="connsiteY2" fmla="*/ 28049 h 33177"/>
                          <a:gd name="connsiteX3" fmla="*/ 6210 w 28615"/>
                          <a:gd name="connsiteY3" fmla="*/ 32634 h 33177"/>
                          <a:gd name="connsiteX4" fmla="*/ 19356 w 28615"/>
                          <a:gd name="connsiteY4" fmla="*/ 31934 h 33177"/>
                          <a:gd name="connsiteX5" fmla="*/ 28393 w 28615"/>
                          <a:gd name="connsiteY5" fmla="*/ 9156 h 33177"/>
                          <a:gd name="connsiteX6" fmla="*/ 24020 w 28615"/>
                          <a:gd name="connsiteY6" fmla="*/ 0 h 3317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8615" h="33177">
                            <a:moveTo>
                              <a:pt x="24033" y="13"/>
                            </a:moveTo>
                            <a:lnTo>
                              <a:pt x="17691" y="13"/>
                            </a:lnTo>
                            <a:cubicBezTo>
                              <a:pt x="8046" y="-185"/>
                              <a:pt x="1982" y="20175"/>
                              <a:pt x="0" y="28049"/>
                            </a:cubicBezTo>
                            <a:cubicBezTo>
                              <a:pt x="713" y="30150"/>
                              <a:pt x="2431" y="32119"/>
                              <a:pt x="6210" y="32634"/>
                            </a:cubicBezTo>
                            <a:cubicBezTo>
                              <a:pt x="12512" y="33519"/>
                              <a:pt x="16515" y="33347"/>
                              <a:pt x="19356" y="31934"/>
                            </a:cubicBezTo>
                            <a:cubicBezTo>
                              <a:pt x="24575" y="25077"/>
                              <a:pt x="27151" y="15022"/>
                              <a:pt x="28393" y="9156"/>
                            </a:cubicBezTo>
                            <a:cubicBezTo>
                              <a:pt x="29807" y="2484"/>
                              <a:pt x="24020" y="0"/>
                              <a:pt x="2402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2989"/>
                      </a:solidFill>
                      <a:ln w="132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1303" name="Forme libre : forme 1302">
                      <a:extLst>
                        <a:ext uri="{FF2B5EF4-FFF2-40B4-BE49-F238E27FC236}">
                          <a16:creationId xmlns:a16="http://schemas.microsoft.com/office/drawing/2014/main" id="{607453D8-D6B2-59F8-E30E-82506EFEF3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035" y="700691"/>
                      <a:ext cx="17132" cy="20121"/>
                    </a:xfrm>
                    <a:custGeom>
                      <a:avLst/>
                      <a:gdLst>
                        <a:gd name="connsiteX0" fmla="*/ 3630 w 17132"/>
                        <a:gd name="connsiteY0" fmla="*/ 0 h 20121"/>
                        <a:gd name="connsiteX1" fmla="*/ 115 w 17132"/>
                        <a:gd name="connsiteY1" fmla="*/ 13992 h 20121"/>
                        <a:gd name="connsiteX2" fmla="*/ 2097 w 17132"/>
                        <a:gd name="connsiteY2" fmla="*/ 18299 h 20121"/>
                        <a:gd name="connsiteX3" fmla="*/ 9377 w 17132"/>
                        <a:gd name="connsiteY3" fmla="*/ 20069 h 20121"/>
                        <a:gd name="connsiteX4" fmla="*/ 11966 w 17132"/>
                        <a:gd name="connsiteY4" fmla="*/ 17955 h 20121"/>
                        <a:gd name="connsiteX5" fmla="*/ 17132 w 17132"/>
                        <a:gd name="connsiteY5" fmla="*/ 3237 h 20121"/>
                        <a:gd name="connsiteX6" fmla="*/ 3630 w 17132"/>
                        <a:gd name="connsiteY6" fmla="*/ 13 h 201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7132" h="20121">
                          <a:moveTo>
                            <a:pt x="3630" y="0"/>
                          </a:moveTo>
                          <a:lnTo>
                            <a:pt x="115" y="13992"/>
                          </a:lnTo>
                          <a:cubicBezTo>
                            <a:pt x="-321" y="15709"/>
                            <a:pt x="512" y="17480"/>
                            <a:pt x="2097" y="18299"/>
                          </a:cubicBezTo>
                          <a:cubicBezTo>
                            <a:pt x="4066" y="19303"/>
                            <a:pt x="6840" y="20373"/>
                            <a:pt x="9377" y="20069"/>
                          </a:cubicBezTo>
                          <a:cubicBezTo>
                            <a:pt x="10579" y="19924"/>
                            <a:pt x="11570" y="19078"/>
                            <a:pt x="11966" y="17955"/>
                          </a:cubicBezTo>
                          <a:lnTo>
                            <a:pt x="17132" y="3237"/>
                          </a:lnTo>
                          <a:lnTo>
                            <a:pt x="3630" y="13"/>
                          </a:ln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293" name="Forme libre : forme 1292">
                    <a:extLst>
                      <a:ext uri="{FF2B5EF4-FFF2-40B4-BE49-F238E27FC236}">
                        <a16:creationId xmlns:a16="http://schemas.microsoft.com/office/drawing/2014/main" id="{1B65EA1F-C0AC-07A5-2D62-5176BD1281AF}"/>
                      </a:ext>
                    </a:extLst>
                  </p:cNvPr>
                  <p:cNvSpPr/>
                  <p:nvPr/>
                </p:nvSpPr>
                <p:spPr>
                  <a:xfrm>
                    <a:off x="189463" y="505773"/>
                    <a:ext cx="135265" cy="213755"/>
                  </a:xfrm>
                  <a:custGeom>
                    <a:avLst/>
                    <a:gdLst>
                      <a:gd name="connsiteX0" fmla="*/ 13 w 135265"/>
                      <a:gd name="connsiteY0" fmla="*/ 198961 h 213755"/>
                      <a:gd name="connsiteX1" fmla="*/ 18629 w 135265"/>
                      <a:gd name="connsiteY1" fmla="*/ 203361 h 213755"/>
                      <a:gd name="connsiteX2" fmla="*/ 90899 w 135265"/>
                      <a:gd name="connsiteY2" fmla="*/ 62771 h 213755"/>
                      <a:gd name="connsiteX3" fmla="*/ 89710 w 135265"/>
                      <a:gd name="connsiteY3" fmla="*/ 212094 h 213755"/>
                      <a:gd name="connsiteX4" fmla="*/ 109079 w 135265"/>
                      <a:gd name="connsiteY4" fmla="*/ 212094 h 213755"/>
                      <a:gd name="connsiteX5" fmla="*/ 135266 w 135265"/>
                      <a:gd name="connsiteY5" fmla="*/ 17400 h 213755"/>
                      <a:gd name="connsiteX6" fmla="*/ 76141 w 135265"/>
                      <a:gd name="connsiteY6" fmla="*/ 0 h 213755"/>
                      <a:gd name="connsiteX7" fmla="*/ 0 w 135265"/>
                      <a:gd name="connsiteY7" fmla="*/ 198961 h 213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5265" h="213755">
                        <a:moveTo>
                          <a:pt x="13" y="198961"/>
                        </a:moveTo>
                        <a:cubicBezTo>
                          <a:pt x="4386" y="202846"/>
                          <a:pt x="18629" y="203361"/>
                          <a:pt x="18629" y="203361"/>
                        </a:cubicBezTo>
                        <a:cubicBezTo>
                          <a:pt x="69919" y="80264"/>
                          <a:pt x="90899" y="62771"/>
                          <a:pt x="90899" y="62771"/>
                        </a:cubicBezTo>
                        <a:cubicBezTo>
                          <a:pt x="83487" y="109238"/>
                          <a:pt x="89710" y="212094"/>
                          <a:pt x="89710" y="212094"/>
                        </a:cubicBezTo>
                        <a:cubicBezTo>
                          <a:pt x="98179" y="215833"/>
                          <a:pt x="109079" y="212094"/>
                          <a:pt x="109079" y="212094"/>
                        </a:cubicBezTo>
                        <a:cubicBezTo>
                          <a:pt x="109766" y="136032"/>
                          <a:pt x="121459" y="69694"/>
                          <a:pt x="135266" y="17400"/>
                        </a:cubicBezTo>
                        <a:cubicBezTo>
                          <a:pt x="100597" y="16621"/>
                          <a:pt x="82166" y="4756"/>
                          <a:pt x="76141" y="0"/>
                        </a:cubicBezTo>
                        <a:cubicBezTo>
                          <a:pt x="47247" y="46586"/>
                          <a:pt x="0" y="198961"/>
                          <a:pt x="0" y="198961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4" name="Forme libre : forme 1293">
                    <a:extLst>
                      <a:ext uri="{FF2B5EF4-FFF2-40B4-BE49-F238E27FC236}">
                        <a16:creationId xmlns:a16="http://schemas.microsoft.com/office/drawing/2014/main" id="{7B9F2221-CA7F-6831-0B52-CF348FE58CE3}"/>
                      </a:ext>
                    </a:extLst>
                  </p:cNvPr>
                  <p:cNvSpPr/>
                  <p:nvPr/>
                </p:nvSpPr>
                <p:spPr>
                  <a:xfrm>
                    <a:off x="262382" y="363364"/>
                    <a:ext cx="108853" cy="163381"/>
                  </a:xfrm>
                  <a:custGeom>
                    <a:avLst/>
                    <a:gdLst>
                      <a:gd name="connsiteX0" fmla="*/ 12035 w 108853"/>
                      <a:gd name="connsiteY0" fmla="*/ 841 h 163381"/>
                      <a:gd name="connsiteX1" fmla="*/ 9367 w 108853"/>
                      <a:gd name="connsiteY1" fmla="*/ 118865 h 163381"/>
                      <a:gd name="connsiteX2" fmla="*/ 316 w 108853"/>
                      <a:gd name="connsiteY2" fmla="*/ 143889 h 163381"/>
                      <a:gd name="connsiteX3" fmla="*/ 1215 w 108853"/>
                      <a:gd name="connsiteY3" fmla="*/ 147020 h 163381"/>
                      <a:gd name="connsiteX4" fmla="*/ 60194 w 108853"/>
                      <a:gd name="connsiteY4" fmla="*/ 163377 h 163381"/>
                      <a:gd name="connsiteX5" fmla="*/ 64197 w 108853"/>
                      <a:gd name="connsiteY5" fmla="*/ 160404 h 163381"/>
                      <a:gd name="connsiteX6" fmla="*/ 108854 w 108853"/>
                      <a:gd name="connsiteY6" fmla="*/ 33964 h 163381"/>
                      <a:gd name="connsiteX7" fmla="*/ 12022 w 108853"/>
                      <a:gd name="connsiteY7" fmla="*/ 841 h 163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8853" h="163381">
                        <a:moveTo>
                          <a:pt x="12035" y="841"/>
                        </a:moveTo>
                        <a:cubicBezTo>
                          <a:pt x="5469" y="33568"/>
                          <a:pt x="7821" y="92150"/>
                          <a:pt x="9367" y="118865"/>
                        </a:cubicBezTo>
                        <a:cubicBezTo>
                          <a:pt x="9803" y="126370"/>
                          <a:pt x="4557" y="136781"/>
                          <a:pt x="316" y="143889"/>
                        </a:cubicBezTo>
                        <a:cubicBezTo>
                          <a:pt x="-344" y="144999"/>
                          <a:pt x="65" y="146426"/>
                          <a:pt x="1215" y="147020"/>
                        </a:cubicBezTo>
                        <a:cubicBezTo>
                          <a:pt x="8310" y="150667"/>
                          <a:pt x="32342" y="161963"/>
                          <a:pt x="60194" y="163377"/>
                        </a:cubicBezTo>
                        <a:cubicBezTo>
                          <a:pt x="62057" y="163469"/>
                          <a:pt x="63708" y="162201"/>
                          <a:pt x="64197" y="160404"/>
                        </a:cubicBezTo>
                        <a:cubicBezTo>
                          <a:pt x="84861" y="83259"/>
                          <a:pt x="108854" y="33964"/>
                          <a:pt x="108854" y="33964"/>
                        </a:cubicBezTo>
                        <a:cubicBezTo>
                          <a:pt x="82364" y="-8341"/>
                          <a:pt x="12022" y="841"/>
                          <a:pt x="12022" y="841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295" name="Graphique 1982">
                    <a:extLst>
                      <a:ext uri="{FF2B5EF4-FFF2-40B4-BE49-F238E27FC236}">
                        <a16:creationId xmlns:a16="http://schemas.microsoft.com/office/drawing/2014/main" id="{554916CA-CF60-0E5F-3F32-575172AE8C90}"/>
                      </a:ext>
                    </a:extLst>
                  </p:cNvPr>
                  <p:cNvGrpSpPr/>
                  <p:nvPr/>
                </p:nvGrpSpPr>
                <p:grpSpPr>
                  <a:xfrm>
                    <a:off x="232405" y="364205"/>
                    <a:ext cx="49332" cy="143470"/>
                    <a:chOff x="232405" y="364205"/>
                    <a:chExt cx="49332" cy="143470"/>
                  </a:xfrm>
                </p:grpSpPr>
                <p:sp>
                  <p:nvSpPr>
                    <p:cNvPr id="1300" name="Forme libre : forme 1299">
                      <a:extLst>
                        <a:ext uri="{FF2B5EF4-FFF2-40B4-BE49-F238E27FC236}">
                          <a16:creationId xmlns:a16="http://schemas.microsoft.com/office/drawing/2014/main" id="{878C15D8-7767-3426-2FC5-85ACDA0B53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3262" y="455858"/>
                      <a:ext cx="25525" cy="51817"/>
                    </a:xfrm>
                    <a:custGeom>
                      <a:avLst/>
                      <a:gdLst>
                        <a:gd name="connsiteX0" fmla="*/ 0 w 25525"/>
                        <a:gd name="connsiteY0" fmla="*/ 2272 h 51817"/>
                        <a:gd name="connsiteX1" fmla="*/ 20796 w 25525"/>
                        <a:gd name="connsiteY1" fmla="*/ 51817 h 51817"/>
                        <a:gd name="connsiteX2" fmla="*/ 25526 w 25525"/>
                        <a:gd name="connsiteY2" fmla="*/ 47959 h 51817"/>
                        <a:gd name="connsiteX3" fmla="*/ 23161 w 25525"/>
                        <a:gd name="connsiteY3" fmla="*/ 607 h 51817"/>
                        <a:gd name="connsiteX4" fmla="*/ 0 w 25525"/>
                        <a:gd name="connsiteY4" fmla="*/ 2272 h 518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5525" h="51817">
                          <a:moveTo>
                            <a:pt x="0" y="2272"/>
                          </a:moveTo>
                          <a:cubicBezTo>
                            <a:pt x="2114" y="17519"/>
                            <a:pt x="8337" y="34153"/>
                            <a:pt x="20796" y="51817"/>
                          </a:cubicBezTo>
                          <a:lnTo>
                            <a:pt x="25526" y="47959"/>
                          </a:lnTo>
                          <a:cubicBezTo>
                            <a:pt x="25526" y="47959"/>
                            <a:pt x="20056" y="25776"/>
                            <a:pt x="23161" y="607"/>
                          </a:cubicBezTo>
                          <a:cubicBezTo>
                            <a:pt x="15471" y="-886"/>
                            <a:pt x="6408" y="647"/>
                            <a:pt x="0" y="2272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301" name="Forme libre : forme 1300">
                      <a:extLst>
                        <a:ext uri="{FF2B5EF4-FFF2-40B4-BE49-F238E27FC236}">
                          <a16:creationId xmlns:a16="http://schemas.microsoft.com/office/drawing/2014/main" id="{EEA2EA2D-C6B5-8C9F-04E3-601D900CF4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2405" y="364205"/>
                      <a:ext cx="49332" cy="93924"/>
                    </a:xfrm>
                    <a:custGeom>
                      <a:avLst/>
                      <a:gdLst>
                        <a:gd name="connsiteX0" fmla="*/ 49332 w 49332"/>
                        <a:gd name="connsiteY0" fmla="*/ 40376 h 93924"/>
                        <a:gd name="connsiteX1" fmla="*/ 41999 w 49332"/>
                        <a:gd name="connsiteY1" fmla="*/ 0 h 93924"/>
                        <a:gd name="connsiteX2" fmla="*/ 844 w 49332"/>
                        <a:gd name="connsiteY2" fmla="*/ 93925 h 93924"/>
                        <a:gd name="connsiteX3" fmla="*/ 24004 w 49332"/>
                        <a:gd name="connsiteY3" fmla="*/ 92260 h 93924"/>
                        <a:gd name="connsiteX4" fmla="*/ 49319 w 49332"/>
                        <a:gd name="connsiteY4" fmla="*/ 40376 h 939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9332" h="93924">
                          <a:moveTo>
                            <a:pt x="49332" y="40376"/>
                          </a:moveTo>
                          <a:lnTo>
                            <a:pt x="41999" y="0"/>
                          </a:lnTo>
                          <a:cubicBezTo>
                            <a:pt x="41999" y="0"/>
                            <a:pt x="-6965" y="37430"/>
                            <a:pt x="844" y="93925"/>
                          </a:cubicBezTo>
                          <a:cubicBezTo>
                            <a:pt x="7252" y="92300"/>
                            <a:pt x="16328" y="90754"/>
                            <a:pt x="24004" y="92260"/>
                          </a:cubicBezTo>
                          <a:cubicBezTo>
                            <a:pt x="26237" y="74133"/>
                            <a:pt x="32936" y="54447"/>
                            <a:pt x="49319" y="40376"/>
                          </a:cubicBezTo>
                          <a:close/>
                        </a:path>
                      </a:pathLst>
                    </a:custGeom>
                    <a:solidFill>
                      <a:srgbClr val="FFD040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296" name="Graphique 1982">
                    <a:extLst>
                      <a:ext uri="{FF2B5EF4-FFF2-40B4-BE49-F238E27FC236}">
                        <a16:creationId xmlns:a16="http://schemas.microsoft.com/office/drawing/2014/main" id="{DE5FD7E3-D622-105C-A800-D00C51862F98}"/>
                      </a:ext>
                    </a:extLst>
                  </p:cNvPr>
                  <p:cNvGrpSpPr/>
                  <p:nvPr/>
                </p:nvGrpSpPr>
                <p:grpSpPr>
                  <a:xfrm>
                    <a:off x="352329" y="397328"/>
                    <a:ext cx="78533" cy="84191"/>
                    <a:chOff x="352329" y="397328"/>
                    <a:chExt cx="78533" cy="84191"/>
                  </a:xfrm>
                </p:grpSpPr>
                <p:sp>
                  <p:nvSpPr>
                    <p:cNvPr id="1298" name="Forme libre : forme 1297">
                      <a:extLst>
                        <a:ext uri="{FF2B5EF4-FFF2-40B4-BE49-F238E27FC236}">
                          <a16:creationId xmlns:a16="http://schemas.microsoft.com/office/drawing/2014/main" id="{61213E0C-EC9B-2543-1185-4C7570318E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2329" y="397328"/>
                      <a:ext cx="36835" cy="79986"/>
                    </a:xfrm>
                    <a:custGeom>
                      <a:avLst/>
                      <a:gdLst>
                        <a:gd name="connsiteX0" fmla="*/ 18907 w 36835"/>
                        <a:gd name="connsiteY0" fmla="*/ 0 h 79986"/>
                        <a:gd name="connsiteX1" fmla="*/ 0 w 36835"/>
                        <a:gd name="connsiteY1" fmla="*/ 40707 h 79986"/>
                        <a:gd name="connsiteX2" fmla="*/ 30494 w 36835"/>
                        <a:gd name="connsiteY2" fmla="*/ 79986 h 79986"/>
                        <a:gd name="connsiteX3" fmla="*/ 36835 w 36835"/>
                        <a:gd name="connsiteY3" fmla="*/ 53483 h 79986"/>
                        <a:gd name="connsiteX4" fmla="*/ 18893 w 36835"/>
                        <a:gd name="connsiteY4" fmla="*/ 13 h 799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6835" h="79986">
                          <a:moveTo>
                            <a:pt x="18907" y="0"/>
                          </a:moveTo>
                          <a:lnTo>
                            <a:pt x="0" y="40707"/>
                          </a:lnTo>
                          <a:cubicBezTo>
                            <a:pt x="3052" y="65281"/>
                            <a:pt x="16251" y="75904"/>
                            <a:pt x="30494" y="79986"/>
                          </a:cubicBezTo>
                          <a:cubicBezTo>
                            <a:pt x="31379" y="68782"/>
                            <a:pt x="34219" y="59732"/>
                            <a:pt x="36835" y="53483"/>
                          </a:cubicBezTo>
                          <a:cubicBezTo>
                            <a:pt x="18642" y="34708"/>
                            <a:pt x="18893" y="13"/>
                            <a:pt x="18893" y="13"/>
                          </a:cubicBezTo>
                          <a:close/>
                        </a:path>
                      </a:pathLst>
                    </a:custGeom>
                    <a:solidFill>
                      <a:srgbClr val="FFD040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99" name="Forme libre : forme 1298">
                      <a:extLst>
                        <a:ext uri="{FF2B5EF4-FFF2-40B4-BE49-F238E27FC236}">
                          <a16:creationId xmlns:a16="http://schemas.microsoft.com/office/drawing/2014/main" id="{61D6E8B8-413F-5350-DD10-D14DFEC2EA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836" y="450784"/>
                      <a:ext cx="48026" cy="30735"/>
                    </a:xfrm>
                    <a:custGeom>
                      <a:avLst/>
                      <a:gdLst>
                        <a:gd name="connsiteX0" fmla="*/ 6342 w 48026"/>
                        <a:gd name="connsiteY0" fmla="*/ 13 h 30735"/>
                        <a:gd name="connsiteX1" fmla="*/ 0 w 48026"/>
                        <a:gd name="connsiteY1" fmla="*/ 26517 h 30735"/>
                        <a:gd name="connsiteX2" fmla="*/ 48026 w 48026"/>
                        <a:gd name="connsiteY2" fmla="*/ 12670 h 30735"/>
                        <a:gd name="connsiteX3" fmla="*/ 41010 w 48026"/>
                        <a:gd name="connsiteY3" fmla="*/ 11428 h 30735"/>
                        <a:gd name="connsiteX4" fmla="*/ 6355 w 48026"/>
                        <a:gd name="connsiteY4" fmla="*/ 0 h 307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8026" h="30735">
                          <a:moveTo>
                            <a:pt x="6342" y="13"/>
                          </a:moveTo>
                          <a:cubicBezTo>
                            <a:pt x="3713" y="6276"/>
                            <a:pt x="885" y="15326"/>
                            <a:pt x="0" y="26517"/>
                          </a:cubicBezTo>
                          <a:cubicBezTo>
                            <a:pt x="37972" y="41248"/>
                            <a:pt x="48026" y="12670"/>
                            <a:pt x="48026" y="12670"/>
                          </a:cubicBezTo>
                          <a:lnTo>
                            <a:pt x="41010" y="11428"/>
                          </a:lnTo>
                          <a:cubicBezTo>
                            <a:pt x="25156" y="13093"/>
                            <a:pt x="14084" y="7993"/>
                            <a:pt x="6355" y="0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297" name="Forme libre : forme 1296">
                    <a:extLst>
                      <a:ext uri="{FF2B5EF4-FFF2-40B4-BE49-F238E27FC236}">
                        <a16:creationId xmlns:a16="http://schemas.microsoft.com/office/drawing/2014/main" id="{DDD9E17D-FFEE-A1B0-519A-F3D29979EA11}"/>
                      </a:ext>
                    </a:extLst>
                  </p:cNvPr>
                  <p:cNvSpPr/>
                  <p:nvPr/>
                </p:nvSpPr>
                <p:spPr>
                  <a:xfrm>
                    <a:off x="318217" y="338032"/>
                    <a:ext cx="35605" cy="47395"/>
                  </a:xfrm>
                  <a:custGeom>
                    <a:avLst/>
                    <a:gdLst>
                      <a:gd name="connsiteX0" fmla="*/ 35605 w 35605"/>
                      <a:gd name="connsiteY0" fmla="*/ 9037 h 47395"/>
                      <a:gd name="connsiteX1" fmla="*/ 26476 w 35605"/>
                      <a:gd name="connsiteY1" fmla="*/ 42583 h 47395"/>
                      <a:gd name="connsiteX2" fmla="*/ 17743 w 35605"/>
                      <a:gd name="connsiteY2" fmla="*/ 46929 h 47395"/>
                      <a:gd name="connsiteX3" fmla="*/ 4597 w 35605"/>
                      <a:gd name="connsiteY3" fmla="*/ 40918 h 47395"/>
                      <a:gd name="connsiteX4" fmla="*/ 1492 w 35605"/>
                      <a:gd name="connsiteY4" fmla="*/ 28287 h 47395"/>
                      <a:gd name="connsiteX5" fmla="*/ 20464 w 35605"/>
                      <a:gd name="connsiteY5" fmla="*/ 0 h 47395"/>
                      <a:gd name="connsiteX6" fmla="*/ 35592 w 35605"/>
                      <a:gd name="connsiteY6" fmla="*/ 9050 h 47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5605" h="47395">
                        <a:moveTo>
                          <a:pt x="35605" y="9037"/>
                        </a:moveTo>
                        <a:lnTo>
                          <a:pt x="26476" y="42583"/>
                        </a:lnTo>
                        <a:cubicBezTo>
                          <a:pt x="25445" y="46348"/>
                          <a:pt x="21376" y="48370"/>
                          <a:pt x="17743" y="46929"/>
                        </a:cubicBezTo>
                        <a:cubicBezTo>
                          <a:pt x="13832" y="45370"/>
                          <a:pt x="8864" y="43230"/>
                          <a:pt x="4597" y="40918"/>
                        </a:cubicBezTo>
                        <a:cubicBezTo>
                          <a:pt x="38" y="38460"/>
                          <a:pt x="-1388" y="32581"/>
                          <a:pt x="1492" y="28287"/>
                        </a:cubicBezTo>
                        <a:lnTo>
                          <a:pt x="20464" y="0"/>
                        </a:lnTo>
                        <a:lnTo>
                          <a:pt x="35592" y="9050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282" name="Forme libre : forme 1281">
                  <a:extLst>
                    <a:ext uri="{FF2B5EF4-FFF2-40B4-BE49-F238E27FC236}">
                      <a16:creationId xmlns:a16="http://schemas.microsoft.com/office/drawing/2014/main" id="{CB318797-91BA-E667-9019-4E9F64020AED}"/>
                    </a:ext>
                  </a:extLst>
                </p:cNvPr>
                <p:cNvSpPr/>
                <p:nvPr/>
              </p:nvSpPr>
              <p:spPr>
                <a:xfrm>
                  <a:off x="202662" y="441020"/>
                  <a:ext cx="251479" cy="120646"/>
                </a:xfrm>
                <a:custGeom>
                  <a:avLst/>
                  <a:gdLst>
                    <a:gd name="connsiteX0" fmla="*/ 245600 w 251479"/>
                    <a:gd name="connsiteY0" fmla="*/ 0 h 120646"/>
                    <a:gd name="connsiteX1" fmla="*/ 11785 w 251479"/>
                    <a:gd name="connsiteY1" fmla="*/ 85099 h 120646"/>
                    <a:gd name="connsiteX2" fmla="*/ 1612 w 251479"/>
                    <a:gd name="connsiteY2" fmla="*/ 109330 h 120646"/>
                    <a:gd name="connsiteX3" fmla="*/ 2325 w 251479"/>
                    <a:gd name="connsiteY3" fmla="*/ 110889 h 120646"/>
                    <a:gd name="connsiteX4" fmla="*/ 24456 w 251479"/>
                    <a:gd name="connsiteY4" fmla="*/ 119107 h 120646"/>
                    <a:gd name="connsiteX5" fmla="*/ 251480 w 251479"/>
                    <a:gd name="connsiteY5" fmla="*/ 14084 h 120646"/>
                    <a:gd name="connsiteX6" fmla="*/ 245587 w 251479"/>
                    <a:gd name="connsiteY6" fmla="*/ 0 h 1206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1479" h="120646">
                      <a:moveTo>
                        <a:pt x="245600" y="0"/>
                      </a:moveTo>
                      <a:lnTo>
                        <a:pt x="11785" y="85099"/>
                      </a:lnTo>
                      <a:cubicBezTo>
                        <a:pt x="1982" y="88667"/>
                        <a:pt x="-2708" y="99831"/>
                        <a:pt x="1612" y="109330"/>
                      </a:cubicBezTo>
                      <a:lnTo>
                        <a:pt x="2325" y="110889"/>
                      </a:lnTo>
                      <a:cubicBezTo>
                        <a:pt x="6144" y="119292"/>
                        <a:pt x="16079" y="122978"/>
                        <a:pt x="24456" y="119107"/>
                      </a:cubicBezTo>
                      <a:lnTo>
                        <a:pt x="251480" y="14084"/>
                      </a:lnTo>
                      <a:lnTo>
                        <a:pt x="245587" y="0"/>
                      </a:lnTo>
                      <a:close/>
                    </a:path>
                  </a:pathLst>
                </a:custGeom>
                <a:solidFill>
                  <a:srgbClr val="1A184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3" name="Forme libre : forme 1282">
                  <a:extLst>
                    <a:ext uri="{FF2B5EF4-FFF2-40B4-BE49-F238E27FC236}">
                      <a16:creationId xmlns:a16="http://schemas.microsoft.com/office/drawing/2014/main" id="{E9F04BED-A792-75EB-F45A-D308A8E488C4}"/>
                    </a:ext>
                  </a:extLst>
                </p:cNvPr>
                <p:cNvSpPr/>
                <p:nvPr/>
              </p:nvSpPr>
              <p:spPr>
                <a:xfrm>
                  <a:off x="440309" y="276490"/>
                  <a:ext cx="230842" cy="226667"/>
                </a:xfrm>
                <a:custGeom>
                  <a:avLst/>
                  <a:gdLst>
                    <a:gd name="connsiteX0" fmla="*/ 230842 w 230842"/>
                    <a:gd name="connsiteY0" fmla="*/ 113334 h 226667"/>
                    <a:gd name="connsiteX1" fmla="*/ 115421 w 230842"/>
                    <a:gd name="connsiteY1" fmla="*/ 226667 h 226667"/>
                    <a:gd name="connsiteX2" fmla="*/ 0 w 230842"/>
                    <a:gd name="connsiteY2" fmla="*/ 113334 h 226667"/>
                    <a:gd name="connsiteX3" fmla="*/ 115421 w 230842"/>
                    <a:gd name="connsiteY3" fmla="*/ 0 h 226667"/>
                    <a:gd name="connsiteX4" fmla="*/ 230842 w 230842"/>
                    <a:gd name="connsiteY4" fmla="*/ 113334 h 22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0842" h="226667">
                      <a:moveTo>
                        <a:pt x="230842" y="113334"/>
                      </a:moveTo>
                      <a:cubicBezTo>
                        <a:pt x="230842" y="175926"/>
                        <a:pt x="179166" y="226667"/>
                        <a:pt x="115421" y="226667"/>
                      </a:cubicBezTo>
                      <a:cubicBezTo>
                        <a:pt x="51676" y="226667"/>
                        <a:pt x="0" y="175926"/>
                        <a:pt x="0" y="113334"/>
                      </a:cubicBezTo>
                      <a:cubicBezTo>
                        <a:pt x="0" y="50741"/>
                        <a:pt x="51676" y="0"/>
                        <a:pt x="115421" y="0"/>
                      </a:cubicBezTo>
                      <a:cubicBezTo>
                        <a:pt x="179166" y="0"/>
                        <a:pt x="230842" y="50741"/>
                        <a:pt x="230842" y="113334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4" name="Forme libre : forme 1283">
                  <a:extLst>
                    <a:ext uri="{FF2B5EF4-FFF2-40B4-BE49-F238E27FC236}">
                      <a16:creationId xmlns:a16="http://schemas.microsoft.com/office/drawing/2014/main" id="{F44930D8-05A6-C806-12C9-6DD9D0B793C9}"/>
                    </a:ext>
                  </a:extLst>
                </p:cNvPr>
                <p:cNvSpPr/>
                <p:nvPr/>
              </p:nvSpPr>
              <p:spPr>
                <a:xfrm>
                  <a:off x="427295" y="263714"/>
                  <a:ext cx="256870" cy="252219"/>
                </a:xfrm>
                <a:custGeom>
                  <a:avLst/>
                  <a:gdLst>
                    <a:gd name="connsiteX0" fmla="*/ 128435 w 256870"/>
                    <a:gd name="connsiteY0" fmla="*/ 0 h 252219"/>
                    <a:gd name="connsiteX1" fmla="*/ 0 w 256870"/>
                    <a:gd name="connsiteY1" fmla="*/ 126110 h 252219"/>
                    <a:gd name="connsiteX2" fmla="*/ 128435 w 256870"/>
                    <a:gd name="connsiteY2" fmla="*/ 252219 h 252219"/>
                    <a:gd name="connsiteX3" fmla="*/ 256870 w 256870"/>
                    <a:gd name="connsiteY3" fmla="*/ 126110 h 252219"/>
                    <a:gd name="connsiteX4" fmla="*/ 128435 w 256870"/>
                    <a:gd name="connsiteY4" fmla="*/ 0 h 252219"/>
                    <a:gd name="connsiteX5" fmla="*/ 128435 w 256870"/>
                    <a:gd name="connsiteY5" fmla="*/ 233696 h 252219"/>
                    <a:gd name="connsiteX6" fmla="*/ 18867 w 256870"/>
                    <a:gd name="connsiteY6" fmla="*/ 126110 h 252219"/>
                    <a:gd name="connsiteX7" fmla="*/ 128435 w 256870"/>
                    <a:gd name="connsiteY7" fmla="*/ 18523 h 252219"/>
                    <a:gd name="connsiteX8" fmla="*/ 238003 w 256870"/>
                    <a:gd name="connsiteY8" fmla="*/ 126110 h 252219"/>
                    <a:gd name="connsiteX9" fmla="*/ 128435 w 256870"/>
                    <a:gd name="connsiteY9" fmla="*/ 233696 h 252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6870" h="252219">
                      <a:moveTo>
                        <a:pt x="128435" y="0"/>
                      </a:moveTo>
                      <a:cubicBezTo>
                        <a:pt x="57499" y="0"/>
                        <a:pt x="0" y="56469"/>
                        <a:pt x="0" y="126110"/>
                      </a:cubicBezTo>
                      <a:cubicBezTo>
                        <a:pt x="0" y="195751"/>
                        <a:pt x="57499" y="252219"/>
                        <a:pt x="128435" y="252219"/>
                      </a:cubicBezTo>
                      <a:cubicBezTo>
                        <a:pt x="199371" y="252219"/>
                        <a:pt x="256870" y="195751"/>
                        <a:pt x="256870" y="126110"/>
                      </a:cubicBezTo>
                      <a:cubicBezTo>
                        <a:pt x="256870" y="56469"/>
                        <a:pt x="199371" y="0"/>
                        <a:pt x="128435" y="0"/>
                      </a:cubicBezTo>
                      <a:close/>
                      <a:moveTo>
                        <a:pt x="128435" y="233696"/>
                      </a:moveTo>
                      <a:cubicBezTo>
                        <a:pt x="67923" y="233696"/>
                        <a:pt x="18867" y="185525"/>
                        <a:pt x="18867" y="126110"/>
                      </a:cubicBezTo>
                      <a:cubicBezTo>
                        <a:pt x="18867" y="66695"/>
                        <a:pt x="67923" y="18523"/>
                        <a:pt x="128435" y="18523"/>
                      </a:cubicBezTo>
                      <a:cubicBezTo>
                        <a:pt x="188946" y="18523"/>
                        <a:pt x="238003" y="66695"/>
                        <a:pt x="238003" y="126110"/>
                      </a:cubicBezTo>
                      <a:cubicBezTo>
                        <a:pt x="238003" y="185525"/>
                        <a:pt x="188946" y="233696"/>
                        <a:pt x="128435" y="233696"/>
                      </a:cubicBezTo>
                      <a:close/>
                    </a:path>
                  </a:pathLst>
                </a:custGeom>
                <a:solidFill>
                  <a:srgbClr val="1A184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5" name="Forme libre : forme 1284">
                  <a:extLst>
                    <a:ext uri="{FF2B5EF4-FFF2-40B4-BE49-F238E27FC236}">
                      <a16:creationId xmlns:a16="http://schemas.microsoft.com/office/drawing/2014/main" id="{990884ED-1878-FAA7-E5CB-D967276E0167}"/>
                    </a:ext>
                  </a:extLst>
                </p:cNvPr>
                <p:cNvSpPr/>
                <p:nvPr/>
              </p:nvSpPr>
              <p:spPr>
                <a:xfrm>
                  <a:off x="252499" y="501347"/>
                  <a:ext cx="36016" cy="10716"/>
                </a:xfrm>
                <a:custGeom>
                  <a:avLst/>
                  <a:gdLst>
                    <a:gd name="connsiteX0" fmla="*/ 4334 w 36016"/>
                    <a:gd name="connsiteY0" fmla="*/ 1797 h 10716"/>
                    <a:gd name="connsiteX1" fmla="*/ 26437 w 36016"/>
                    <a:gd name="connsiteY1" fmla="*/ 0 h 10716"/>
                    <a:gd name="connsiteX2" fmla="*/ 36016 w 36016"/>
                    <a:gd name="connsiteY2" fmla="*/ 8826 h 10716"/>
                    <a:gd name="connsiteX3" fmla="*/ 26675 w 36016"/>
                    <a:gd name="connsiteY3" fmla="*/ 10160 h 10716"/>
                    <a:gd name="connsiteX4" fmla="*/ 9896 w 36016"/>
                    <a:gd name="connsiteY4" fmla="*/ 7914 h 10716"/>
                    <a:gd name="connsiteX5" fmla="*/ 0 w 36016"/>
                    <a:gd name="connsiteY5" fmla="*/ 4069 h 10716"/>
                    <a:gd name="connsiteX6" fmla="*/ 4347 w 36016"/>
                    <a:gd name="connsiteY6" fmla="*/ 1797 h 10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6016" h="10716">
                      <a:moveTo>
                        <a:pt x="4334" y="1797"/>
                      </a:moveTo>
                      <a:lnTo>
                        <a:pt x="26437" y="0"/>
                      </a:lnTo>
                      <a:lnTo>
                        <a:pt x="36016" y="8826"/>
                      </a:lnTo>
                      <a:cubicBezTo>
                        <a:pt x="36016" y="8826"/>
                        <a:pt x="33757" y="11957"/>
                        <a:pt x="26675" y="10160"/>
                      </a:cubicBezTo>
                      <a:cubicBezTo>
                        <a:pt x="19594" y="8363"/>
                        <a:pt x="9896" y="7914"/>
                        <a:pt x="9896" y="7914"/>
                      </a:cubicBezTo>
                      <a:cubicBezTo>
                        <a:pt x="9896" y="7914"/>
                        <a:pt x="119" y="12327"/>
                        <a:pt x="0" y="4069"/>
                      </a:cubicBezTo>
                      <a:lnTo>
                        <a:pt x="4347" y="1797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6" name="Forme libre : forme 1285">
                  <a:extLst>
                    <a:ext uri="{FF2B5EF4-FFF2-40B4-BE49-F238E27FC236}">
                      <a16:creationId xmlns:a16="http://schemas.microsoft.com/office/drawing/2014/main" id="{F33ECE5D-C66D-624C-7E66-745EE7133B73}"/>
                    </a:ext>
                  </a:extLst>
                </p:cNvPr>
                <p:cNvSpPr/>
                <p:nvPr/>
              </p:nvSpPr>
              <p:spPr>
                <a:xfrm>
                  <a:off x="425775" y="451958"/>
                  <a:ext cx="17188" cy="17119"/>
                </a:xfrm>
                <a:custGeom>
                  <a:avLst/>
                  <a:gdLst>
                    <a:gd name="connsiteX0" fmla="*/ 2273 w 17188"/>
                    <a:gd name="connsiteY0" fmla="*/ 16729 h 17119"/>
                    <a:gd name="connsiteX1" fmla="*/ 14745 w 17188"/>
                    <a:gd name="connsiteY1" fmla="*/ 12950 h 17119"/>
                    <a:gd name="connsiteX2" fmla="*/ 16978 w 17188"/>
                    <a:gd name="connsiteY2" fmla="*/ 7507 h 17119"/>
                    <a:gd name="connsiteX3" fmla="*/ 12433 w 17188"/>
                    <a:gd name="connsiteY3" fmla="*/ 42 h 17119"/>
                    <a:gd name="connsiteX4" fmla="*/ 2286 w 17188"/>
                    <a:gd name="connsiteY4" fmla="*/ 16729 h 17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88" h="17119">
                      <a:moveTo>
                        <a:pt x="2273" y="16729"/>
                      </a:moveTo>
                      <a:cubicBezTo>
                        <a:pt x="4189" y="18222"/>
                        <a:pt x="10729" y="15104"/>
                        <a:pt x="14745" y="12950"/>
                      </a:cubicBezTo>
                      <a:cubicBezTo>
                        <a:pt x="16701" y="11893"/>
                        <a:pt x="17639" y="9621"/>
                        <a:pt x="16978" y="7507"/>
                      </a:cubicBezTo>
                      <a:cubicBezTo>
                        <a:pt x="16014" y="4468"/>
                        <a:pt x="14402" y="544"/>
                        <a:pt x="12433" y="42"/>
                      </a:cubicBezTo>
                      <a:cubicBezTo>
                        <a:pt x="9143" y="-777"/>
                        <a:pt x="-5588" y="10572"/>
                        <a:pt x="2286" y="16729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87" name="Graphique 1982">
                  <a:extLst>
                    <a:ext uri="{FF2B5EF4-FFF2-40B4-BE49-F238E27FC236}">
                      <a16:creationId xmlns:a16="http://schemas.microsoft.com/office/drawing/2014/main" id="{E67B1BE2-57FC-08DD-9C47-125A8508624E}"/>
                    </a:ext>
                  </a:extLst>
                </p:cNvPr>
                <p:cNvGrpSpPr/>
                <p:nvPr/>
              </p:nvGrpSpPr>
              <p:grpSpPr>
                <a:xfrm>
                  <a:off x="311971" y="295195"/>
                  <a:ext cx="53615" cy="62609"/>
                  <a:chOff x="311971" y="295195"/>
                  <a:chExt cx="53615" cy="62609"/>
                </a:xfrm>
              </p:grpSpPr>
              <p:sp>
                <p:nvSpPr>
                  <p:cNvPr id="1288" name="Forme libre : forme 1287">
                    <a:extLst>
                      <a:ext uri="{FF2B5EF4-FFF2-40B4-BE49-F238E27FC236}">
                        <a16:creationId xmlns:a16="http://schemas.microsoft.com/office/drawing/2014/main" id="{F4548A86-2889-41F6-7439-8BC643F28177}"/>
                      </a:ext>
                    </a:extLst>
                  </p:cNvPr>
                  <p:cNvSpPr/>
                  <p:nvPr/>
                </p:nvSpPr>
                <p:spPr>
                  <a:xfrm>
                    <a:off x="325512" y="314131"/>
                    <a:ext cx="38826" cy="43673"/>
                  </a:xfrm>
                  <a:custGeom>
                    <a:avLst/>
                    <a:gdLst>
                      <a:gd name="connsiteX0" fmla="*/ 30292 w 38826"/>
                      <a:gd name="connsiteY0" fmla="*/ 13 h 43673"/>
                      <a:gd name="connsiteX1" fmla="*/ 38351 w 38826"/>
                      <a:gd name="connsiteY1" fmla="*/ 26464 h 43673"/>
                      <a:gd name="connsiteX2" fmla="*/ 30292 w 38826"/>
                      <a:gd name="connsiteY2" fmla="*/ 43309 h 43673"/>
                      <a:gd name="connsiteX3" fmla="*/ 6087 w 38826"/>
                      <a:gd name="connsiteY3" fmla="*/ 30824 h 43673"/>
                      <a:gd name="connsiteX4" fmla="*/ 247 w 38826"/>
                      <a:gd name="connsiteY4" fmla="*/ 11125 h 43673"/>
                      <a:gd name="connsiteX5" fmla="*/ 30292 w 38826"/>
                      <a:gd name="connsiteY5" fmla="*/ 0 h 436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8826" h="43673">
                        <a:moveTo>
                          <a:pt x="30292" y="13"/>
                        </a:moveTo>
                        <a:cubicBezTo>
                          <a:pt x="30292" y="13"/>
                          <a:pt x="37849" y="17361"/>
                          <a:pt x="38351" y="26464"/>
                        </a:cubicBezTo>
                        <a:cubicBezTo>
                          <a:pt x="38853" y="35567"/>
                          <a:pt x="40822" y="41473"/>
                          <a:pt x="30292" y="43309"/>
                        </a:cubicBezTo>
                        <a:cubicBezTo>
                          <a:pt x="19762" y="45146"/>
                          <a:pt x="10896" y="39901"/>
                          <a:pt x="6087" y="30824"/>
                        </a:cubicBezTo>
                        <a:cubicBezTo>
                          <a:pt x="6087" y="30824"/>
                          <a:pt x="-1444" y="16845"/>
                          <a:pt x="247" y="11125"/>
                        </a:cubicBezTo>
                        <a:cubicBezTo>
                          <a:pt x="1939" y="5404"/>
                          <a:pt x="30292" y="0"/>
                          <a:pt x="30292" y="0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89" name="Forme libre : forme 1288">
                    <a:extLst>
                      <a:ext uri="{FF2B5EF4-FFF2-40B4-BE49-F238E27FC236}">
                        <a16:creationId xmlns:a16="http://schemas.microsoft.com/office/drawing/2014/main" id="{A405452D-9C50-CC96-5B11-F688580FEB0B}"/>
                      </a:ext>
                    </a:extLst>
                  </p:cNvPr>
                  <p:cNvSpPr/>
                  <p:nvPr/>
                </p:nvSpPr>
                <p:spPr>
                  <a:xfrm>
                    <a:off x="311971" y="295195"/>
                    <a:ext cx="53615" cy="52905"/>
                  </a:xfrm>
                  <a:custGeom>
                    <a:avLst/>
                    <a:gdLst>
                      <a:gd name="connsiteX0" fmla="*/ 23222 w 53615"/>
                      <a:gd name="connsiteY0" fmla="*/ 43247 h 52905"/>
                      <a:gd name="connsiteX1" fmla="*/ 24556 w 53615"/>
                      <a:gd name="connsiteY1" fmla="*/ 43247 h 52905"/>
                      <a:gd name="connsiteX2" fmla="*/ 23896 w 53615"/>
                      <a:gd name="connsiteY2" fmla="*/ 30021 h 52905"/>
                      <a:gd name="connsiteX3" fmla="*/ 51918 w 53615"/>
                      <a:gd name="connsiteY3" fmla="*/ 17377 h 52905"/>
                      <a:gd name="connsiteX4" fmla="*/ 47056 w 53615"/>
                      <a:gd name="connsiteY4" fmla="*/ 56 h 52905"/>
                      <a:gd name="connsiteX5" fmla="*/ 46158 w 53615"/>
                      <a:gd name="connsiteY5" fmla="*/ 387 h 52905"/>
                      <a:gd name="connsiteX6" fmla="*/ 45722 w 53615"/>
                      <a:gd name="connsiteY6" fmla="*/ 1219 h 52905"/>
                      <a:gd name="connsiteX7" fmla="*/ 44401 w 53615"/>
                      <a:gd name="connsiteY7" fmla="*/ 1087 h 52905"/>
                      <a:gd name="connsiteX8" fmla="*/ 44401 w 53615"/>
                      <a:gd name="connsiteY8" fmla="*/ 1087 h 52905"/>
                      <a:gd name="connsiteX9" fmla="*/ 43119 w 53615"/>
                      <a:gd name="connsiteY9" fmla="*/ 889 h 52905"/>
                      <a:gd name="connsiteX10" fmla="*/ 29286 w 53615"/>
                      <a:gd name="connsiteY10" fmla="*/ 7891 h 52905"/>
                      <a:gd name="connsiteX11" fmla="*/ 7499 w 53615"/>
                      <a:gd name="connsiteY11" fmla="*/ 24525 h 52905"/>
                      <a:gd name="connsiteX12" fmla="*/ 6389 w 53615"/>
                      <a:gd name="connsiteY12" fmla="*/ 25106 h 52905"/>
                      <a:gd name="connsiteX13" fmla="*/ 1845 w 53615"/>
                      <a:gd name="connsiteY13" fmla="*/ 25978 h 52905"/>
                      <a:gd name="connsiteX14" fmla="*/ 7552 w 53615"/>
                      <a:gd name="connsiteY14" fmla="*/ 43154 h 52905"/>
                      <a:gd name="connsiteX15" fmla="*/ 7513 w 53615"/>
                      <a:gd name="connsiteY15" fmla="*/ 44304 h 52905"/>
                      <a:gd name="connsiteX16" fmla="*/ 9455 w 53615"/>
                      <a:gd name="connsiteY16" fmla="*/ 50355 h 52905"/>
                      <a:gd name="connsiteX17" fmla="*/ 19628 w 53615"/>
                      <a:gd name="connsiteY17" fmla="*/ 52707 h 52905"/>
                      <a:gd name="connsiteX18" fmla="*/ 20170 w 53615"/>
                      <a:gd name="connsiteY18" fmla="*/ 51967 h 52905"/>
                      <a:gd name="connsiteX19" fmla="*/ 19681 w 53615"/>
                      <a:gd name="connsiteY19" fmla="*/ 44013 h 52905"/>
                      <a:gd name="connsiteX20" fmla="*/ 20394 w 53615"/>
                      <a:gd name="connsiteY20" fmla="*/ 43260 h 52905"/>
                      <a:gd name="connsiteX21" fmla="*/ 23235 w 53615"/>
                      <a:gd name="connsiteY21" fmla="*/ 43260 h 52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53615" h="52905">
                        <a:moveTo>
                          <a:pt x="23222" y="43247"/>
                        </a:moveTo>
                        <a:lnTo>
                          <a:pt x="24556" y="43247"/>
                        </a:lnTo>
                        <a:cubicBezTo>
                          <a:pt x="24556" y="43247"/>
                          <a:pt x="19073" y="32003"/>
                          <a:pt x="23896" y="30021"/>
                        </a:cubicBezTo>
                        <a:cubicBezTo>
                          <a:pt x="28718" y="28040"/>
                          <a:pt x="47796" y="24155"/>
                          <a:pt x="51918" y="17377"/>
                        </a:cubicBezTo>
                        <a:cubicBezTo>
                          <a:pt x="55882" y="10851"/>
                          <a:pt x="52341" y="2408"/>
                          <a:pt x="47056" y="56"/>
                        </a:cubicBezTo>
                        <a:cubicBezTo>
                          <a:pt x="46726" y="-89"/>
                          <a:pt x="46330" y="56"/>
                          <a:pt x="46158" y="387"/>
                        </a:cubicBezTo>
                        <a:lnTo>
                          <a:pt x="45722" y="1219"/>
                        </a:lnTo>
                        <a:cubicBezTo>
                          <a:pt x="45418" y="1787"/>
                          <a:pt x="44586" y="1708"/>
                          <a:pt x="44401" y="1087"/>
                        </a:cubicBezTo>
                        <a:lnTo>
                          <a:pt x="44401" y="1087"/>
                        </a:lnTo>
                        <a:cubicBezTo>
                          <a:pt x="44229" y="506"/>
                          <a:pt x="43436" y="373"/>
                          <a:pt x="43119" y="889"/>
                        </a:cubicBezTo>
                        <a:cubicBezTo>
                          <a:pt x="41864" y="2910"/>
                          <a:pt x="38442" y="6213"/>
                          <a:pt x="29286" y="7891"/>
                        </a:cubicBezTo>
                        <a:cubicBezTo>
                          <a:pt x="16299" y="10282"/>
                          <a:pt x="7711" y="15541"/>
                          <a:pt x="7499" y="24525"/>
                        </a:cubicBezTo>
                        <a:cubicBezTo>
                          <a:pt x="7486" y="25093"/>
                          <a:pt x="6878" y="25410"/>
                          <a:pt x="6389" y="25106"/>
                        </a:cubicBezTo>
                        <a:cubicBezTo>
                          <a:pt x="5425" y="24525"/>
                          <a:pt x="3892" y="24248"/>
                          <a:pt x="1845" y="25978"/>
                        </a:cubicBezTo>
                        <a:cubicBezTo>
                          <a:pt x="-1723" y="28978"/>
                          <a:pt x="-269" y="36760"/>
                          <a:pt x="7552" y="43154"/>
                        </a:cubicBezTo>
                        <a:cubicBezTo>
                          <a:pt x="7922" y="43458"/>
                          <a:pt x="7922" y="44039"/>
                          <a:pt x="7513" y="44304"/>
                        </a:cubicBezTo>
                        <a:cubicBezTo>
                          <a:pt x="6099" y="45229"/>
                          <a:pt x="3985" y="47422"/>
                          <a:pt x="9455" y="50355"/>
                        </a:cubicBezTo>
                        <a:cubicBezTo>
                          <a:pt x="15057" y="53354"/>
                          <a:pt x="18373" y="53024"/>
                          <a:pt x="19628" y="52707"/>
                        </a:cubicBezTo>
                        <a:cubicBezTo>
                          <a:pt x="19958" y="52614"/>
                          <a:pt x="20196" y="52310"/>
                          <a:pt x="20170" y="51967"/>
                        </a:cubicBezTo>
                        <a:lnTo>
                          <a:pt x="19681" y="44013"/>
                        </a:lnTo>
                        <a:cubicBezTo>
                          <a:pt x="19654" y="43603"/>
                          <a:pt x="19985" y="43260"/>
                          <a:pt x="20394" y="43260"/>
                        </a:cubicBezTo>
                        <a:lnTo>
                          <a:pt x="23235" y="43260"/>
                        </a:lnTo>
                        <a:close/>
                      </a:path>
                    </a:pathLst>
                  </a:custGeom>
                  <a:solidFill>
                    <a:srgbClr val="E9552B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90" name="Forme libre : forme 1289">
                    <a:extLst>
                      <a:ext uri="{FF2B5EF4-FFF2-40B4-BE49-F238E27FC236}">
                        <a16:creationId xmlns:a16="http://schemas.microsoft.com/office/drawing/2014/main" id="{9F5F0E46-56B5-5019-5C6C-E1F5234A8F1D}"/>
                      </a:ext>
                    </a:extLst>
                  </p:cNvPr>
                  <p:cNvSpPr/>
                  <p:nvPr/>
                </p:nvSpPr>
                <p:spPr>
                  <a:xfrm>
                    <a:off x="326038" y="331577"/>
                    <a:ext cx="9485" cy="13377"/>
                  </a:xfrm>
                  <a:custGeom>
                    <a:avLst/>
                    <a:gdLst>
                      <a:gd name="connsiteX0" fmla="*/ 9486 w 9485"/>
                      <a:gd name="connsiteY0" fmla="*/ 8529 h 13377"/>
                      <a:gd name="connsiteX1" fmla="*/ 1638 w 9485"/>
                      <a:gd name="connsiteY1" fmla="*/ 549 h 13377"/>
                      <a:gd name="connsiteX2" fmla="*/ 8204 w 9485"/>
                      <a:gd name="connsiteY2" fmla="*/ 13378 h 13377"/>
                      <a:gd name="connsiteX3" fmla="*/ 9486 w 9485"/>
                      <a:gd name="connsiteY3" fmla="*/ 8516 h 133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485" h="13377">
                        <a:moveTo>
                          <a:pt x="9486" y="8529"/>
                        </a:moveTo>
                        <a:cubicBezTo>
                          <a:pt x="9486" y="8529"/>
                          <a:pt x="6606" y="-2556"/>
                          <a:pt x="1638" y="549"/>
                        </a:cubicBezTo>
                        <a:cubicBezTo>
                          <a:pt x="-3330" y="3654"/>
                          <a:pt x="4214" y="12968"/>
                          <a:pt x="8204" y="13378"/>
                        </a:cubicBezTo>
                        <a:lnTo>
                          <a:pt x="9486" y="8516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80" name="Forme libre : forme 1279">
                <a:extLst>
                  <a:ext uri="{FF2B5EF4-FFF2-40B4-BE49-F238E27FC236}">
                    <a16:creationId xmlns:a16="http://schemas.microsoft.com/office/drawing/2014/main" id="{F0340A31-06D6-C2CF-35F9-2D8137100967}"/>
                  </a:ext>
                </a:extLst>
              </p:cNvPr>
              <p:cNvSpPr/>
              <p:nvPr/>
            </p:nvSpPr>
            <p:spPr>
              <a:xfrm>
                <a:off x="461726" y="335574"/>
                <a:ext cx="173171" cy="135146"/>
              </a:xfrm>
              <a:custGeom>
                <a:avLst/>
                <a:gdLst>
                  <a:gd name="connsiteX0" fmla="*/ 23914 w 173171"/>
                  <a:gd name="connsiteY0" fmla="*/ 34761 h 135146"/>
                  <a:gd name="connsiteX1" fmla="*/ 67620 w 173171"/>
                  <a:gd name="connsiteY1" fmla="*/ 68769 h 135146"/>
                  <a:gd name="connsiteX2" fmla="*/ 151517 w 173171"/>
                  <a:gd name="connsiteY2" fmla="*/ 0 h 135146"/>
                  <a:gd name="connsiteX3" fmla="*/ 173171 w 173171"/>
                  <a:gd name="connsiteY3" fmla="*/ 24720 h 135146"/>
                  <a:gd name="connsiteX4" fmla="*/ 67620 w 173171"/>
                  <a:gd name="connsiteY4" fmla="*/ 135147 h 135146"/>
                  <a:gd name="connsiteX5" fmla="*/ 0 w 173171"/>
                  <a:gd name="connsiteY5" fmla="*/ 61080 h 135146"/>
                  <a:gd name="connsiteX6" fmla="*/ 23914 w 173171"/>
                  <a:gd name="connsiteY6" fmla="*/ 34761 h 135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171" h="135146">
                    <a:moveTo>
                      <a:pt x="23914" y="34761"/>
                    </a:moveTo>
                    <a:lnTo>
                      <a:pt x="67620" y="68769"/>
                    </a:lnTo>
                    <a:lnTo>
                      <a:pt x="151517" y="0"/>
                    </a:lnTo>
                    <a:lnTo>
                      <a:pt x="173171" y="24720"/>
                    </a:lnTo>
                    <a:lnTo>
                      <a:pt x="67620" y="135147"/>
                    </a:lnTo>
                    <a:lnTo>
                      <a:pt x="0" y="61080"/>
                    </a:lnTo>
                    <a:lnTo>
                      <a:pt x="23914" y="34761"/>
                    </a:lnTo>
                    <a:close/>
                  </a:path>
                </a:pathLst>
              </a:custGeom>
              <a:solidFill>
                <a:srgbClr val="332989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0" name="Graphique 1982">
              <a:extLst>
                <a:ext uri="{FF2B5EF4-FFF2-40B4-BE49-F238E27FC236}">
                  <a16:creationId xmlns:a16="http://schemas.microsoft.com/office/drawing/2014/main" id="{0DB5D854-3618-7695-8A83-D8A23DF1286B}"/>
                </a:ext>
              </a:extLst>
            </p:cNvPr>
            <p:cNvGrpSpPr/>
            <p:nvPr/>
          </p:nvGrpSpPr>
          <p:grpSpPr>
            <a:xfrm>
              <a:off x="1248917" y="306362"/>
              <a:ext cx="463233" cy="467553"/>
              <a:chOff x="1248917" y="306362"/>
              <a:chExt cx="463233" cy="467553"/>
            </a:xfrm>
          </p:grpSpPr>
          <p:grpSp>
            <p:nvGrpSpPr>
              <p:cNvPr id="1256" name="Graphique 1982">
                <a:extLst>
                  <a:ext uri="{FF2B5EF4-FFF2-40B4-BE49-F238E27FC236}">
                    <a16:creationId xmlns:a16="http://schemas.microsoft.com/office/drawing/2014/main" id="{F1F672B4-2B3B-0EC3-8F26-BA87028059C9}"/>
                  </a:ext>
                </a:extLst>
              </p:cNvPr>
              <p:cNvGrpSpPr/>
              <p:nvPr/>
            </p:nvGrpSpPr>
            <p:grpSpPr>
              <a:xfrm>
                <a:off x="1248917" y="306362"/>
                <a:ext cx="463233" cy="467553"/>
                <a:chOff x="1248917" y="306362"/>
                <a:chExt cx="463233" cy="467553"/>
              </a:xfrm>
            </p:grpSpPr>
            <p:grpSp>
              <p:nvGrpSpPr>
                <p:cNvPr id="1264" name="Graphique 1982">
                  <a:extLst>
                    <a:ext uri="{FF2B5EF4-FFF2-40B4-BE49-F238E27FC236}">
                      <a16:creationId xmlns:a16="http://schemas.microsoft.com/office/drawing/2014/main" id="{37D02D47-2822-B680-E252-5ACFF9C3B4F1}"/>
                    </a:ext>
                  </a:extLst>
                </p:cNvPr>
                <p:cNvGrpSpPr/>
                <p:nvPr/>
              </p:nvGrpSpPr>
              <p:grpSpPr>
                <a:xfrm>
                  <a:off x="1248917" y="306362"/>
                  <a:ext cx="463233" cy="467553"/>
                  <a:chOff x="1248917" y="306362"/>
                  <a:chExt cx="463233" cy="467553"/>
                </a:xfrm>
              </p:grpSpPr>
              <p:sp>
                <p:nvSpPr>
                  <p:cNvPr id="1277" name="Forme libre : forme 1276">
                    <a:extLst>
                      <a:ext uri="{FF2B5EF4-FFF2-40B4-BE49-F238E27FC236}">
                        <a16:creationId xmlns:a16="http://schemas.microsoft.com/office/drawing/2014/main" id="{79C89A61-C042-2061-C72E-47B2B91B5EE1}"/>
                      </a:ext>
                    </a:extLst>
                  </p:cNvPr>
                  <p:cNvSpPr/>
                  <p:nvPr/>
                </p:nvSpPr>
                <p:spPr>
                  <a:xfrm>
                    <a:off x="1248917" y="306362"/>
                    <a:ext cx="463233" cy="467553"/>
                  </a:xfrm>
                  <a:custGeom>
                    <a:avLst/>
                    <a:gdLst>
                      <a:gd name="connsiteX0" fmla="*/ 20770 w 463233"/>
                      <a:gd name="connsiteY0" fmla="*/ 0 h 467553"/>
                      <a:gd name="connsiteX1" fmla="*/ 442672 w 463233"/>
                      <a:gd name="connsiteY1" fmla="*/ 0 h 467553"/>
                      <a:gd name="connsiteX2" fmla="*/ 463230 w 463233"/>
                      <a:gd name="connsiteY2" fmla="*/ 26054 h 467553"/>
                      <a:gd name="connsiteX3" fmla="*/ 457298 w 463233"/>
                      <a:gd name="connsiteY3" fmla="*/ 433331 h 467553"/>
                      <a:gd name="connsiteX4" fmla="*/ 418415 w 463233"/>
                      <a:gd name="connsiteY4" fmla="*/ 467551 h 467553"/>
                      <a:gd name="connsiteX5" fmla="*/ 9777 w 463233"/>
                      <a:gd name="connsiteY5" fmla="*/ 461169 h 467553"/>
                      <a:gd name="connsiteX6" fmla="*/ 0 w 463233"/>
                      <a:gd name="connsiteY6" fmla="*/ 435564 h 467553"/>
                      <a:gd name="connsiteX7" fmla="*/ 198 w 463233"/>
                      <a:gd name="connsiteY7" fmla="*/ 25579 h 467553"/>
                      <a:gd name="connsiteX8" fmla="*/ 20770 w 463233"/>
                      <a:gd name="connsiteY8" fmla="*/ 0 h 4675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63233" h="467553">
                        <a:moveTo>
                          <a:pt x="20770" y="0"/>
                        </a:moveTo>
                        <a:lnTo>
                          <a:pt x="442672" y="0"/>
                        </a:lnTo>
                        <a:cubicBezTo>
                          <a:pt x="454180" y="0"/>
                          <a:pt x="463442" y="11746"/>
                          <a:pt x="463230" y="26054"/>
                        </a:cubicBezTo>
                        <a:lnTo>
                          <a:pt x="457298" y="433331"/>
                        </a:lnTo>
                        <a:cubicBezTo>
                          <a:pt x="457020" y="452502"/>
                          <a:pt x="444350" y="467788"/>
                          <a:pt x="418415" y="467551"/>
                        </a:cubicBezTo>
                        <a:lnTo>
                          <a:pt x="9777" y="461169"/>
                        </a:lnTo>
                        <a:cubicBezTo>
                          <a:pt x="9037" y="460997"/>
                          <a:pt x="-13" y="449582"/>
                          <a:pt x="0" y="435564"/>
                        </a:cubicBezTo>
                        <a:lnTo>
                          <a:pt x="198" y="25579"/>
                        </a:lnTo>
                        <a:cubicBezTo>
                          <a:pt x="198" y="11455"/>
                          <a:pt x="9407" y="0"/>
                          <a:pt x="20770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8" name="Forme libre : forme 1277">
                    <a:extLst>
                      <a:ext uri="{FF2B5EF4-FFF2-40B4-BE49-F238E27FC236}">
                        <a16:creationId xmlns:a16="http://schemas.microsoft.com/office/drawing/2014/main" id="{86750D82-F6ED-6A61-D311-569B0F29E33A}"/>
                      </a:ext>
                    </a:extLst>
                  </p:cNvPr>
                  <p:cNvSpPr/>
                  <p:nvPr/>
                </p:nvSpPr>
                <p:spPr>
                  <a:xfrm>
                    <a:off x="1259037" y="317395"/>
                    <a:ext cx="444816" cy="444246"/>
                  </a:xfrm>
                  <a:custGeom>
                    <a:avLst/>
                    <a:gdLst>
                      <a:gd name="connsiteX0" fmla="*/ 19950 w 444816"/>
                      <a:gd name="connsiteY0" fmla="*/ 0 h 444246"/>
                      <a:gd name="connsiteX1" fmla="*/ 425074 w 444816"/>
                      <a:gd name="connsiteY1" fmla="*/ 0 h 444246"/>
                      <a:gd name="connsiteX2" fmla="*/ 444812 w 444816"/>
                      <a:gd name="connsiteY2" fmla="*/ 24760 h 444246"/>
                      <a:gd name="connsiteX3" fmla="*/ 439118 w 444816"/>
                      <a:gd name="connsiteY3" fmla="*/ 411729 h 444246"/>
                      <a:gd name="connsiteX4" fmla="*/ 411888 w 444816"/>
                      <a:gd name="connsiteY4" fmla="*/ 444244 h 444246"/>
                      <a:gd name="connsiteX5" fmla="*/ 19501 w 444816"/>
                      <a:gd name="connsiteY5" fmla="*/ 438180 h 444246"/>
                      <a:gd name="connsiteX6" fmla="*/ 0 w 444816"/>
                      <a:gd name="connsiteY6" fmla="*/ 413856 h 444246"/>
                      <a:gd name="connsiteX7" fmla="*/ 185 w 444816"/>
                      <a:gd name="connsiteY7" fmla="*/ 24310 h 444246"/>
                      <a:gd name="connsiteX8" fmla="*/ 19937 w 444816"/>
                      <a:gd name="connsiteY8" fmla="*/ 13 h 444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44816" h="444246">
                        <a:moveTo>
                          <a:pt x="19950" y="0"/>
                        </a:moveTo>
                        <a:lnTo>
                          <a:pt x="425074" y="0"/>
                        </a:lnTo>
                        <a:cubicBezTo>
                          <a:pt x="436119" y="0"/>
                          <a:pt x="445024" y="11151"/>
                          <a:pt x="444812" y="24760"/>
                        </a:cubicBezTo>
                        <a:lnTo>
                          <a:pt x="439118" y="411729"/>
                        </a:lnTo>
                        <a:cubicBezTo>
                          <a:pt x="438854" y="429936"/>
                          <a:pt x="426685" y="444469"/>
                          <a:pt x="411888" y="444244"/>
                        </a:cubicBezTo>
                        <a:lnTo>
                          <a:pt x="19501" y="438180"/>
                        </a:lnTo>
                        <a:cubicBezTo>
                          <a:pt x="8694" y="438008"/>
                          <a:pt x="0" y="427174"/>
                          <a:pt x="0" y="413856"/>
                        </a:cubicBezTo>
                        <a:lnTo>
                          <a:pt x="185" y="24310"/>
                        </a:lnTo>
                        <a:cubicBezTo>
                          <a:pt x="185" y="10887"/>
                          <a:pt x="9037" y="13"/>
                          <a:pt x="19937" y="1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65" name="Graphique 1982">
                  <a:extLst>
                    <a:ext uri="{FF2B5EF4-FFF2-40B4-BE49-F238E27FC236}">
                      <a16:creationId xmlns:a16="http://schemas.microsoft.com/office/drawing/2014/main" id="{7CB776C4-80F6-9147-6FEF-08BE789CC75F}"/>
                    </a:ext>
                  </a:extLst>
                </p:cNvPr>
                <p:cNvGrpSpPr/>
                <p:nvPr/>
              </p:nvGrpSpPr>
              <p:grpSpPr>
                <a:xfrm>
                  <a:off x="1259051" y="317395"/>
                  <a:ext cx="444191" cy="423329"/>
                  <a:chOff x="1259051" y="317395"/>
                  <a:chExt cx="444191" cy="423329"/>
                </a:xfrm>
              </p:grpSpPr>
              <p:sp>
                <p:nvSpPr>
                  <p:cNvPr id="1266" name="Forme libre : forme 1265">
                    <a:extLst>
                      <a:ext uri="{FF2B5EF4-FFF2-40B4-BE49-F238E27FC236}">
                        <a16:creationId xmlns:a16="http://schemas.microsoft.com/office/drawing/2014/main" id="{43FF62B8-C492-7AF2-2B9E-1AA69D049113}"/>
                      </a:ext>
                    </a:extLst>
                  </p:cNvPr>
                  <p:cNvSpPr/>
                  <p:nvPr/>
                </p:nvSpPr>
                <p:spPr>
                  <a:xfrm>
                    <a:off x="1280269" y="405836"/>
                    <a:ext cx="405149" cy="50179"/>
                  </a:xfrm>
                  <a:custGeom>
                    <a:avLst/>
                    <a:gdLst>
                      <a:gd name="connsiteX0" fmla="*/ 395201 w 405149"/>
                      <a:gd name="connsiteY0" fmla="*/ 50180 h 50179"/>
                      <a:gd name="connsiteX1" fmla="*/ 9103 w 405149"/>
                      <a:gd name="connsiteY1" fmla="*/ 47022 h 50179"/>
                      <a:gd name="connsiteX2" fmla="*/ 0 w 405149"/>
                      <a:gd name="connsiteY2" fmla="*/ 37840 h 50179"/>
                      <a:gd name="connsiteX3" fmla="*/ 0 w 405149"/>
                      <a:gd name="connsiteY3" fmla="*/ 9315 h 50179"/>
                      <a:gd name="connsiteX4" fmla="*/ 9315 w 405149"/>
                      <a:gd name="connsiteY4" fmla="*/ 0 h 50179"/>
                      <a:gd name="connsiteX5" fmla="*/ 392928 w 405149"/>
                      <a:gd name="connsiteY5" fmla="*/ 0 h 50179"/>
                      <a:gd name="connsiteX6" fmla="*/ 405150 w 405149"/>
                      <a:gd name="connsiteY6" fmla="*/ 12221 h 50179"/>
                      <a:gd name="connsiteX7" fmla="*/ 405150 w 405149"/>
                      <a:gd name="connsiteY7" fmla="*/ 40310 h 50179"/>
                      <a:gd name="connsiteX8" fmla="*/ 395201 w 405149"/>
                      <a:gd name="connsiteY8" fmla="*/ 50180 h 501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05149" h="50179">
                        <a:moveTo>
                          <a:pt x="395201" y="50180"/>
                        </a:moveTo>
                        <a:lnTo>
                          <a:pt x="9103" y="47022"/>
                        </a:lnTo>
                        <a:cubicBezTo>
                          <a:pt x="4069" y="46982"/>
                          <a:pt x="0" y="42887"/>
                          <a:pt x="0" y="37840"/>
                        </a:cubicBezTo>
                        <a:lnTo>
                          <a:pt x="0" y="9315"/>
                        </a:lnTo>
                        <a:cubicBezTo>
                          <a:pt x="0" y="4175"/>
                          <a:pt x="4162" y="0"/>
                          <a:pt x="9315" y="0"/>
                        </a:cubicBezTo>
                        <a:lnTo>
                          <a:pt x="392928" y="0"/>
                        </a:lnTo>
                        <a:cubicBezTo>
                          <a:pt x="399680" y="0"/>
                          <a:pt x="405150" y="5470"/>
                          <a:pt x="405150" y="12221"/>
                        </a:cubicBezTo>
                        <a:lnTo>
                          <a:pt x="405150" y="40310"/>
                        </a:lnTo>
                        <a:cubicBezTo>
                          <a:pt x="405150" y="45793"/>
                          <a:pt x="400684" y="50219"/>
                          <a:pt x="395201" y="50180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7" name="Forme libre : forme 1266">
                    <a:extLst>
                      <a:ext uri="{FF2B5EF4-FFF2-40B4-BE49-F238E27FC236}">
                        <a16:creationId xmlns:a16="http://schemas.microsoft.com/office/drawing/2014/main" id="{D222AB65-2D96-9A78-D2AE-9754A62A1A6A}"/>
                      </a:ext>
                    </a:extLst>
                  </p:cNvPr>
                  <p:cNvSpPr/>
                  <p:nvPr/>
                </p:nvSpPr>
                <p:spPr>
                  <a:xfrm>
                    <a:off x="1259051" y="317395"/>
                    <a:ext cx="444191" cy="77436"/>
                  </a:xfrm>
                  <a:custGeom>
                    <a:avLst/>
                    <a:gdLst>
                      <a:gd name="connsiteX0" fmla="*/ 32092 w 444191"/>
                      <a:gd name="connsiteY0" fmla="*/ 0 h 77436"/>
                      <a:gd name="connsiteX1" fmla="*/ 415151 w 444191"/>
                      <a:gd name="connsiteY1" fmla="*/ 0 h 77436"/>
                      <a:gd name="connsiteX2" fmla="*/ 444191 w 444191"/>
                      <a:gd name="connsiteY2" fmla="*/ 29040 h 77436"/>
                      <a:gd name="connsiteX3" fmla="*/ 444191 w 444191"/>
                      <a:gd name="connsiteY3" fmla="*/ 77436 h 77436"/>
                      <a:gd name="connsiteX4" fmla="*/ 0 w 444191"/>
                      <a:gd name="connsiteY4" fmla="*/ 77436 h 77436"/>
                      <a:gd name="connsiteX5" fmla="*/ 0 w 444191"/>
                      <a:gd name="connsiteY5" fmla="*/ 32092 h 77436"/>
                      <a:gd name="connsiteX6" fmla="*/ 32092 w 444191"/>
                      <a:gd name="connsiteY6" fmla="*/ 0 h 774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44191" h="77436">
                        <a:moveTo>
                          <a:pt x="32092" y="0"/>
                        </a:moveTo>
                        <a:lnTo>
                          <a:pt x="415151" y="0"/>
                        </a:lnTo>
                        <a:cubicBezTo>
                          <a:pt x="431178" y="0"/>
                          <a:pt x="444191" y="13014"/>
                          <a:pt x="444191" y="29040"/>
                        </a:cubicBezTo>
                        <a:lnTo>
                          <a:pt x="444191" y="77436"/>
                        </a:lnTo>
                        <a:lnTo>
                          <a:pt x="0" y="77436"/>
                        </a:lnTo>
                        <a:lnTo>
                          <a:pt x="0" y="32092"/>
                        </a:lnTo>
                        <a:cubicBezTo>
                          <a:pt x="0" y="14375"/>
                          <a:pt x="14388" y="0"/>
                          <a:pt x="32092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8" name="Forme libre : forme 1267">
                    <a:extLst>
                      <a:ext uri="{FF2B5EF4-FFF2-40B4-BE49-F238E27FC236}">
                        <a16:creationId xmlns:a16="http://schemas.microsoft.com/office/drawing/2014/main" id="{D935D0D8-E2E1-D498-DBF2-533E641C41C5}"/>
                      </a:ext>
                    </a:extLst>
                  </p:cNvPr>
                  <p:cNvSpPr/>
                  <p:nvPr/>
                </p:nvSpPr>
                <p:spPr>
                  <a:xfrm>
                    <a:off x="1461698" y="341322"/>
                    <a:ext cx="219669" cy="21232"/>
                  </a:xfrm>
                  <a:custGeom>
                    <a:avLst/>
                    <a:gdLst>
                      <a:gd name="connsiteX0" fmla="*/ 211949 w 219669"/>
                      <a:gd name="connsiteY0" fmla="*/ 21232 h 21232"/>
                      <a:gd name="connsiteX1" fmla="*/ 8654 w 219669"/>
                      <a:gd name="connsiteY1" fmla="*/ 19303 h 21232"/>
                      <a:gd name="connsiteX2" fmla="*/ 0 w 219669"/>
                      <a:gd name="connsiteY2" fmla="*/ 12208 h 21232"/>
                      <a:gd name="connsiteX3" fmla="*/ 0 w 219669"/>
                      <a:gd name="connsiteY3" fmla="*/ 5430 h 21232"/>
                      <a:gd name="connsiteX4" fmla="*/ 6699 w 219669"/>
                      <a:gd name="connsiteY4" fmla="*/ 0 h 21232"/>
                      <a:gd name="connsiteX5" fmla="*/ 213402 w 219669"/>
                      <a:gd name="connsiteY5" fmla="*/ 0 h 21232"/>
                      <a:gd name="connsiteX6" fmla="*/ 219651 w 219669"/>
                      <a:gd name="connsiteY6" fmla="*/ 5457 h 21232"/>
                      <a:gd name="connsiteX7" fmla="*/ 218674 w 219669"/>
                      <a:gd name="connsiteY7" fmla="*/ 16211 h 21232"/>
                      <a:gd name="connsiteX8" fmla="*/ 211936 w 219669"/>
                      <a:gd name="connsiteY8" fmla="*/ 21232 h 212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19669" h="21232">
                        <a:moveTo>
                          <a:pt x="211949" y="21232"/>
                        </a:moveTo>
                        <a:lnTo>
                          <a:pt x="8654" y="19303"/>
                        </a:lnTo>
                        <a:cubicBezTo>
                          <a:pt x="3858" y="19263"/>
                          <a:pt x="0" y="16092"/>
                          <a:pt x="0" y="12208"/>
                        </a:cubicBezTo>
                        <a:lnTo>
                          <a:pt x="0" y="5430"/>
                        </a:lnTo>
                        <a:cubicBezTo>
                          <a:pt x="0" y="2431"/>
                          <a:pt x="2999" y="0"/>
                          <a:pt x="6699" y="0"/>
                        </a:cubicBezTo>
                        <a:lnTo>
                          <a:pt x="213402" y="0"/>
                        </a:lnTo>
                        <a:cubicBezTo>
                          <a:pt x="217049" y="0"/>
                          <a:pt x="219929" y="2510"/>
                          <a:pt x="219651" y="5457"/>
                        </a:cubicBezTo>
                        <a:lnTo>
                          <a:pt x="218674" y="16211"/>
                        </a:lnTo>
                        <a:cubicBezTo>
                          <a:pt x="218410" y="19065"/>
                          <a:pt x="215463" y="21258"/>
                          <a:pt x="211936" y="21232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69" name="Forme libre : forme 1268">
                    <a:extLst>
                      <a:ext uri="{FF2B5EF4-FFF2-40B4-BE49-F238E27FC236}">
                        <a16:creationId xmlns:a16="http://schemas.microsoft.com/office/drawing/2014/main" id="{2E81A4B6-2845-E866-868C-64D591EEAF21}"/>
                      </a:ext>
                    </a:extLst>
                  </p:cNvPr>
                  <p:cNvSpPr/>
                  <p:nvPr/>
                </p:nvSpPr>
                <p:spPr>
                  <a:xfrm>
                    <a:off x="1339829" y="418044"/>
                    <a:ext cx="261362" cy="22553"/>
                  </a:xfrm>
                  <a:custGeom>
                    <a:avLst/>
                    <a:gdLst>
                      <a:gd name="connsiteX0" fmla="*/ 258297 w 261362"/>
                      <a:gd name="connsiteY0" fmla="*/ 22553 h 22553"/>
                      <a:gd name="connsiteX1" fmla="*/ 3065 w 261362"/>
                      <a:gd name="connsiteY1" fmla="*/ 22553 h 22553"/>
                      <a:gd name="connsiteX2" fmla="*/ 0 w 261362"/>
                      <a:gd name="connsiteY2" fmla="*/ 17731 h 22553"/>
                      <a:gd name="connsiteX3" fmla="*/ 0 w 261362"/>
                      <a:gd name="connsiteY3" fmla="*/ 4823 h 22553"/>
                      <a:gd name="connsiteX4" fmla="*/ 3092 w 261362"/>
                      <a:gd name="connsiteY4" fmla="*/ 0 h 22553"/>
                      <a:gd name="connsiteX5" fmla="*/ 258323 w 261362"/>
                      <a:gd name="connsiteY5" fmla="*/ 3554 h 22553"/>
                      <a:gd name="connsiteX6" fmla="*/ 261362 w 261362"/>
                      <a:gd name="connsiteY6" fmla="*/ 8377 h 22553"/>
                      <a:gd name="connsiteX7" fmla="*/ 261362 w 261362"/>
                      <a:gd name="connsiteY7" fmla="*/ 17731 h 22553"/>
                      <a:gd name="connsiteX8" fmla="*/ 258297 w 261362"/>
                      <a:gd name="connsiteY8" fmla="*/ 22553 h 225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61362" h="22553">
                        <a:moveTo>
                          <a:pt x="258297" y="22553"/>
                        </a:moveTo>
                        <a:lnTo>
                          <a:pt x="3065" y="22553"/>
                        </a:lnTo>
                        <a:cubicBezTo>
                          <a:pt x="1374" y="22553"/>
                          <a:pt x="0" y="20387"/>
                          <a:pt x="0" y="17731"/>
                        </a:cubicBezTo>
                        <a:lnTo>
                          <a:pt x="0" y="4823"/>
                        </a:lnTo>
                        <a:cubicBezTo>
                          <a:pt x="0" y="2141"/>
                          <a:pt x="1387" y="-26"/>
                          <a:pt x="3092" y="0"/>
                        </a:cubicBezTo>
                        <a:lnTo>
                          <a:pt x="258323" y="3554"/>
                        </a:lnTo>
                        <a:cubicBezTo>
                          <a:pt x="260001" y="3581"/>
                          <a:pt x="261362" y="5734"/>
                          <a:pt x="261362" y="8377"/>
                        </a:cubicBezTo>
                        <a:lnTo>
                          <a:pt x="261362" y="17731"/>
                        </a:lnTo>
                        <a:cubicBezTo>
                          <a:pt x="261362" y="20400"/>
                          <a:pt x="259988" y="22553"/>
                          <a:pt x="258297" y="2255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0" name="Forme libre : forme 1269">
                    <a:extLst>
                      <a:ext uri="{FF2B5EF4-FFF2-40B4-BE49-F238E27FC236}">
                        <a16:creationId xmlns:a16="http://schemas.microsoft.com/office/drawing/2014/main" id="{2F6E7BA7-B09D-1D53-A784-2174FE410236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1365582" y="337626"/>
                    <a:ext cx="22275" cy="22275"/>
                  </a:xfrm>
                  <a:custGeom>
                    <a:avLst/>
                    <a:gdLst>
                      <a:gd name="connsiteX0" fmla="*/ 22276 w 22275"/>
                      <a:gd name="connsiteY0" fmla="*/ 11138 h 22275"/>
                      <a:gd name="connsiteX1" fmla="*/ 11138 w 22275"/>
                      <a:gd name="connsiteY1" fmla="*/ 22276 h 22275"/>
                      <a:gd name="connsiteX2" fmla="*/ 0 w 22275"/>
                      <a:gd name="connsiteY2" fmla="*/ 11138 h 22275"/>
                      <a:gd name="connsiteX3" fmla="*/ 11138 w 22275"/>
                      <a:gd name="connsiteY3" fmla="*/ 0 h 22275"/>
                      <a:gd name="connsiteX4" fmla="*/ 22276 w 22275"/>
                      <a:gd name="connsiteY4" fmla="*/ 11138 h 222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275" h="22275">
                        <a:moveTo>
                          <a:pt x="22276" y="11138"/>
                        </a:moveTo>
                        <a:cubicBezTo>
                          <a:pt x="22276" y="17289"/>
                          <a:pt x="17289" y="22276"/>
                          <a:pt x="11138" y="22276"/>
                        </a:cubicBezTo>
                        <a:cubicBezTo>
                          <a:pt x="4986" y="22276"/>
                          <a:pt x="0" y="17289"/>
                          <a:pt x="0" y="11138"/>
                        </a:cubicBezTo>
                        <a:cubicBezTo>
                          <a:pt x="0" y="4987"/>
                          <a:pt x="4986" y="0"/>
                          <a:pt x="11138" y="0"/>
                        </a:cubicBezTo>
                        <a:cubicBezTo>
                          <a:pt x="17289" y="0"/>
                          <a:pt x="22276" y="4987"/>
                          <a:pt x="22276" y="11138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1" name="Forme libre : forme 1270">
                    <a:extLst>
                      <a:ext uri="{FF2B5EF4-FFF2-40B4-BE49-F238E27FC236}">
                        <a16:creationId xmlns:a16="http://schemas.microsoft.com/office/drawing/2014/main" id="{8A7E381F-2FFE-3601-DB0E-394956D025DB}"/>
                      </a:ext>
                    </a:extLst>
                  </p:cNvPr>
                  <p:cNvSpPr/>
                  <p:nvPr/>
                </p:nvSpPr>
                <p:spPr>
                  <a:xfrm rot="-4603200">
                    <a:off x="1326993" y="338497"/>
                    <a:ext cx="22275" cy="22275"/>
                  </a:xfrm>
                  <a:custGeom>
                    <a:avLst/>
                    <a:gdLst>
                      <a:gd name="connsiteX0" fmla="*/ 22276 w 22275"/>
                      <a:gd name="connsiteY0" fmla="*/ 11138 h 22275"/>
                      <a:gd name="connsiteX1" fmla="*/ 11138 w 22275"/>
                      <a:gd name="connsiteY1" fmla="*/ 22276 h 22275"/>
                      <a:gd name="connsiteX2" fmla="*/ 0 w 22275"/>
                      <a:gd name="connsiteY2" fmla="*/ 11138 h 22275"/>
                      <a:gd name="connsiteX3" fmla="*/ 11138 w 22275"/>
                      <a:gd name="connsiteY3" fmla="*/ 0 h 22275"/>
                      <a:gd name="connsiteX4" fmla="*/ 22276 w 22275"/>
                      <a:gd name="connsiteY4" fmla="*/ 11138 h 222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275" h="22275">
                        <a:moveTo>
                          <a:pt x="22276" y="11138"/>
                        </a:moveTo>
                        <a:cubicBezTo>
                          <a:pt x="22276" y="17289"/>
                          <a:pt x="17289" y="22276"/>
                          <a:pt x="11138" y="22276"/>
                        </a:cubicBezTo>
                        <a:cubicBezTo>
                          <a:pt x="4987" y="22276"/>
                          <a:pt x="0" y="17289"/>
                          <a:pt x="0" y="11138"/>
                        </a:cubicBezTo>
                        <a:cubicBezTo>
                          <a:pt x="0" y="4987"/>
                          <a:pt x="4987" y="0"/>
                          <a:pt x="11138" y="0"/>
                        </a:cubicBezTo>
                        <a:cubicBezTo>
                          <a:pt x="17289" y="0"/>
                          <a:pt x="22276" y="4987"/>
                          <a:pt x="22276" y="11138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2" name="Forme libre : forme 1271">
                    <a:extLst>
                      <a:ext uri="{FF2B5EF4-FFF2-40B4-BE49-F238E27FC236}">
                        <a16:creationId xmlns:a16="http://schemas.microsoft.com/office/drawing/2014/main" id="{B64BD2F3-BC20-5375-B3A7-892D9574B70C}"/>
                      </a:ext>
                    </a:extLst>
                  </p:cNvPr>
                  <p:cNvSpPr/>
                  <p:nvPr/>
                </p:nvSpPr>
                <p:spPr>
                  <a:xfrm rot="-3959400">
                    <a:off x="1290084" y="338581"/>
                    <a:ext cx="22275" cy="22275"/>
                  </a:xfrm>
                  <a:custGeom>
                    <a:avLst/>
                    <a:gdLst>
                      <a:gd name="connsiteX0" fmla="*/ 22276 w 22275"/>
                      <a:gd name="connsiteY0" fmla="*/ 11138 h 22275"/>
                      <a:gd name="connsiteX1" fmla="*/ 11138 w 22275"/>
                      <a:gd name="connsiteY1" fmla="*/ 22276 h 22275"/>
                      <a:gd name="connsiteX2" fmla="*/ 0 w 22275"/>
                      <a:gd name="connsiteY2" fmla="*/ 11138 h 22275"/>
                      <a:gd name="connsiteX3" fmla="*/ 11138 w 22275"/>
                      <a:gd name="connsiteY3" fmla="*/ 0 h 22275"/>
                      <a:gd name="connsiteX4" fmla="*/ 22276 w 22275"/>
                      <a:gd name="connsiteY4" fmla="*/ 11138 h 222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275" h="22275">
                        <a:moveTo>
                          <a:pt x="22276" y="11138"/>
                        </a:moveTo>
                        <a:cubicBezTo>
                          <a:pt x="22276" y="17289"/>
                          <a:pt x="17289" y="22276"/>
                          <a:pt x="11138" y="22276"/>
                        </a:cubicBezTo>
                        <a:cubicBezTo>
                          <a:pt x="4987" y="22276"/>
                          <a:pt x="0" y="17289"/>
                          <a:pt x="0" y="11138"/>
                        </a:cubicBezTo>
                        <a:cubicBezTo>
                          <a:pt x="0" y="4987"/>
                          <a:pt x="4987" y="0"/>
                          <a:pt x="11138" y="0"/>
                        </a:cubicBezTo>
                        <a:cubicBezTo>
                          <a:pt x="17289" y="0"/>
                          <a:pt x="22276" y="4987"/>
                          <a:pt x="22276" y="11138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3" name="Forme libre : forme 1272">
                    <a:extLst>
                      <a:ext uri="{FF2B5EF4-FFF2-40B4-BE49-F238E27FC236}">
                        <a16:creationId xmlns:a16="http://schemas.microsoft.com/office/drawing/2014/main" id="{19BD650A-467D-C7D8-DEA2-2D30DD7C976F}"/>
                      </a:ext>
                    </a:extLst>
                  </p:cNvPr>
                  <p:cNvSpPr/>
                  <p:nvPr/>
                </p:nvSpPr>
                <p:spPr>
                  <a:xfrm>
                    <a:off x="1281471" y="473905"/>
                    <a:ext cx="209253" cy="126387"/>
                  </a:xfrm>
                  <a:custGeom>
                    <a:avLst/>
                    <a:gdLst>
                      <a:gd name="connsiteX0" fmla="*/ 196874 w 209253"/>
                      <a:gd name="connsiteY0" fmla="*/ 126387 h 126387"/>
                      <a:gd name="connsiteX1" fmla="*/ 11296 w 209253"/>
                      <a:gd name="connsiteY1" fmla="*/ 124841 h 126387"/>
                      <a:gd name="connsiteX2" fmla="*/ 0 w 209253"/>
                      <a:gd name="connsiteY2" fmla="*/ 117945 h 126387"/>
                      <a:gd name="connsiteX3" fmla="*/ 925 w 209253"/>
                      <a:gd name="connsiteY3" fmla="*/ 6699 h 126387"/>
                      <a:gd name="connsiteX4" fmla="*/ 12050 w 209253"/>
                      <a:gd name="connsiteY4" fmla="*/ 0 h 126387"/>
                      <a:gd name="connsiteX5" fmla="*/ 195315 w 209253"/>
                      <a:gd name="connsiteY5" fmla="*/ 2695 h 126387"/>
                      <a:gd name="connsiteX6" fmla="*/ 209254 w 209253"/>
                      <a:gd name="connsiteY6" fmla="*/ 11283 h 126387"/>
                      <a:gd name="connsiteX7" fmla="*/ 208302 w 209253"/>
                      <a:gd name="connsiteY7" fmla="*/ 119675 h 126387"/>
                      <a:gd name="connsiteX8" fmla="*/ 196887 w 209253"/>
                      <a:gd name="connsiteY8" fmla="*/ 126374 h 1263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9253" h="126387">
                        <a:moveTo>
                          <a:pt x="196874" y="126387"/>
                        </a:moveTo>
                        <a:lnTo>
                          <a:pt x="11296" y="124841"/>
                        </a:lnTo>
                        <a:cubicBezTo>
                          <a:pt x="5021" y="124788"/>
                          <a:pt x="-26" y="121710"/>
                          <a:pt x="0" y="117945"/>
                        </a:cubicBezTo>
                        <a:lnTo>
                          <a:pt x="925" y="6699"/>
                        </a:lnTo>
                        <a:cubicBezTo>
                          <a:pt x="951" y="3012"/>
                          <a:pt x="5893" y="40"/>
                          <a:pt x="12050" y="0"/>
                        </a:cubicBezTo>
                        <a:lnTo>
                          <a:pt x="195315" y="2695"/>
                        </a:lnTo>
                        <a:cubicBezTo>
                          <a:pt x="203070" y="2814"/>
                          <a:pt x="209293" y="6646"/>
                          <a:pt x="209254" y="11283"/>
                        </a:cubicBezTo>
                        <a:lnTo>
                          <a:pt x="208302" y="119675"/>
                        </a:lnTo>
                        <a:cubicBezTo>
                          <a:pt x="208276" y="123428"/>
                          <a:pt x="203163" y="126427"/>
                          <a:pt x="196887" y="126374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4" name="Forme libre : forme 1273">
                    <a:extLst>
                      <a:ext uri="{FF2B5EF4-FFF2-40B4-BE49-F238E27FC236}">
                        <a16:creationId xmlns:a16="http://schemas.microsoft.com/office/drawing/2014/main" id="{08F35812-0A64-DD2F-E058-CBA1290CDC53}"/>
                      </a:ext>
                    </a:extLst>
                  </p:cNvPr>
                  <p:cNvSpPr/>
                  <p:nvPr/>
                </p:nvSpPr>
                <p:spPr>
                  <a:xfrm>
                    <a:off x="1504135" y="475596"/>
                    <a:ext cx="172973" cy="126110"/>
                  </a:xfrm>
                  <a:custGeom>
                    <a:avLst/>
                    <a:gdLst>
                      <a:gd name="connsiteX0" fmla="*/ 162602 w 172973"/>
                      <a:gd name="connsiteY0" fmla="*/ 126096 h 126110"/>
                      <a:gd name="connsiteX1" fmla="*/ 9328 w 172973"/>
                      <a:gd name="connsiteY1" fmla="*/ 124828 h 126110"/>
                      <a:gd name="connsiteX2" fmla="*/ 0 w 172973"/>
                      <a:gd name="connsiteY2" fmla="*/ 117958 h 126110"/>
                      <a:gd name="connsiteX3" fmla="*/ 925 w 172973"/>
                      <a:gd name="connsiteY3" fmla="*/ 6712 h 126110"/>
                      <a:gd name="connsiteX4" fmla="*/ 10121 w 172973"/>
                      <a:gd name="connsiteY4" fmla="*/ 0 h 126110"/>
                      <a:gd name="connsiteX5" fmla="*/ 161479 w 172973"/>
                      <a:gd name="connsiteY5" fmla="*/ 2431 h 126110"/>
                      <a:gd name="connsiteX6" fmla="*/ 172973 w 172973"/>
                      <a:gd name="connsiteY6" fmla="*/ 11006 h 126110"/>
                      <a:gd name="connsiteX7" fmla="*/ 172022 w 172973"/>
                      <a:gd name="connsiteY7" fmla="*/ 119398 h 126110"/>
                      <a:gd name="connsiteX8" fmla="*/ 162589 w 172973"/>
                      <a:gd name="connsiteY8" fmla="*/ 126110 h 1261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2973" h="126110">
                        <a:moveTo>
                          <a:pt x="162602" y="126096"/>
                        </a:moveTo>
                        <a:lnTo>
                          <a:pt x="9328" y="124828"/>
                        </a:lnTo>
                        <a:cubicBezTo>
                          <a:pt x="4149" y="124788"/>
                          <a:pt x="-26" y="121710"/>
                          <a:pt x="0" y="117958"/>
                        </a:cubicBezTo>
                        <a:lnTo>
                          <a:pt x="925" y="6712"/>
                        </a:lnTo>
                        <a:cubicBezTo>
                          <a:pt x="952" y="3026"/>
                          <a:pt x="5034" y="53"/>
                          <a:pt x="10121" y="0"/>
                        </a:cubicBezTo>
                        <a:lnTo>
                          <a:pt x="161479" y="2431"/>
                        </a:lnTo>
                        <a:cubicBezTo>
                          <a:pt x="167887" y="2537"/>
                          <a:pt x="173013" y="6355"/>
                          <a:pt x="172973" y="11006"/>
                        </a:cubicBezTo>
                        <a:lnTo>
                          <a:pt x="172022" y="119398"/>
                        </a:lnTo>
                        <a:cubicBezTo>
                          <a:pt x="171996" y="123150"/>
                          <a:pt x="167768" y="126163"/>
                          <a:pt x="162589" y="126110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5" name="Forme libre : forme 1274">
                    <a:extLst>
                      <a:ext uri="{FF2B5EF4-FFF2-40B4-BE49-F238E27FC236}">
                        <a16:creationId xmlns:a16="http://schemas.microsoft.com/office/drawing/2014/main" id="{5E578CE1-F2C8-A5C2-D4CF-01FC3D4D37DA}"/>
                      </a:ext>
                    </a:extLst>
                  </p:cNvPr>
                  <p:cNvSpPr/>
                  <p:nvPr/>
                </p:nvSpPr>
                <p:spPr>
                  <a:xfrm>
                    <a:off x="1287800" y="610267"/>
                    <a:ext cx="382398" cy="130457"/>
                  </a:xfrm>
                  <a:custGeom>
                    <a:avLst/>
                    <a:gdLst>
                      <a:gd name="connsiteX0" fmla="*/ 382028 w 382398"/>
                      <a:gd name="connsiteY0" fmla="*/ 117628 h 130457"/>
                      <a:gd name="connsiteX1" fmla="*/ 369041 w 382398"/>
                      <a:gd name="connsiteY1" fmla="*/ 130457 h 130457"/>
                      <a:gd name="connsiteX2" fmla="*/ 10781 w 382398"/>
                      <a:gd name="connsiteY2" fmla="*/ 127841 h 130457"/>
                      <a:gd name="connsiteX3" fmla="*/ 0 w 382398"/>
                      <a:gd name="connsiteY3" fmla="*/ 111220 h 130457"/>
                      <a:gd name="connsiteX4" fmla="*/ 0 w 382398"/>
                      <a:gd name="connsiteY4" fmla="*/ 16621 h 130457"/>
                      <a:gd name="connsiteX5" fmla="*/ 11032 w 382398"/>
                      <a:gd name="connsiteY5" fmla="*/ 1 h 130457"/>
                      <a:gd name="connsiteX6" fmla="*/ 371551 w 382398"/>
                      <a:gd name="connsiteY6" fmla="*/ 4625 h 130457"/>
                      <a:gd name="connsiteX7" fmla="*/ 382398 w 382398"/>
                      <a:gd name="connsiteY7" fmla="*/ 20810 h 130457"/>
                      <a:gd name="connsiteX8" fmla="*/ 382015 w 382398"/>
                      <a:gd name="connsiteY8" fmla="*/ 117641 h 1304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82398" h="130457">
                        <a:moveTo>
                          <a:pt x="382028" y="117628"/>
                        </a:moveTo>
                        <a:cubicBezTo>
                          <a:pt x="382002" y="124763"/>
                          <a:pt x="376175" y="130510"/>
                          <a:pt x="369041" y="130457"/>
                        </a:cubicBezTo>
                        <a:lnTo>
                          <a:pt x="10781" y="127841"/>
                        </a:lnTo>
                        <a:cubicBezTo>
                          <a:pt x="4796" y="127709"/>
                          <a:pt x="0" y="120310"/>
                          <a:pt x="0" y="111220"/>
                        </a:cubicBezTo>
                        <a:lnTo>
                          <a:pt x="0" y="16621"/>
                        </a:lnTo>
                        <a:cubicBezTo>
                          <a:pt x="0" y="7386"/>
                          <a:pt x="4955" y="-79"/>
                          <a:pt x="11032" y="1"/>
                        </a:cubicBezTo>
                        <a:lnTo>
                          <a:pt x="371551" y="4625"/>
                        </a:lnTo>
                        <a:cubicBezTo>
                          <a:pt x="377444" y="4704"/>
                          <a:pt x="382240" y="11852"/>
                          <a:pt x="382398" y="20810"/>
                        </a:cubicBezTo>
                        <a:lnTo>
                          <a:pt x="382015" y="117641"/>
                        </a:ln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76" name="Forme libre : forme 1275">
                    <a:extLst>
                      <a:ext uri="{FF2B5EF4-FFF2-40B4-BE49-F238E27FC236}">
                        <a16:creationId xmlns:a16="http://schemas.microsoft.com/office/drawing/2014/main" id="{D4EC069A-941B-DE2A-72A8-333BC7FACEA2}"/>
                      </a:ext>
                    </a:extLst>
                  </p:cNvPr>
                  <p:cNvSpPr/>
                  <p:nvPr/>
                </p:nvSpPr>
                <p:spPr>
                  <a:xfrm>
                    <a:off x="1560647" y="415189"/>
                    <a:ext cx="45238" cy="43257"/>
                  </a:xfrm>
                  <a:custGeom>
                    <a:avLst/>
                    <a:gdLst>
                      <a:gd name="connsiteX0" fmla="*/ 17926 w 45238"/>
                      <a:gd name="connsiteY0" fmla="*/ 32306 h 43257"/>
                      <a:gd name="connsiteX1" fmla="*/ 26752 w 45238"/>
                      <a:gd name="connsiteY1" fmla="*/ 28144 h 43257"/>
                      <a:gd name="connsiteX2" fmla="*/ 41510 w 45238"/>
                      <a:gd name="connsiteY2" fmla="*/ 42677 h 43257"/>
                      <a:gd name="connsiteX3" fmla="*/ 44482 w 45238"/>
                      <a:gd name="connsiteY3" fmla="*/ 42598 h 43257"/>
                      <a:gd name="connsiteX4" fmla="*/ 44628 w 45238"/>
                      <a:gd name="connsiteY4" fmla="*/ 42439 h 43257"/>
                      <a:gd name="connsiteX5" fmla="*/ 44403 w 45238"/>
                      <a:gd name="connsiteY5" fmla="*/ 39123 h 43257"/>
                      <a:gd name="connsiteX6" fmla="*/ 28165 w 45238"/>
                      <a:gd name="connsiteY6" fmla="*/ 26624 h 43257"/>
                      <a:gd name="connsiteX7" fmla="*/ 31719 w 45238"/>
                      <a:gd name="connsiteY7" fmla="*/ 14231 h 43257"/>
                      <a:gd name="connsiteX8" fmla="*/ 13909 w 45238"/>
                      <a:gd name="connsiteY8" fmla="*/ 121 h 43257"/>
                      <a:gd name="connsiteX9" fmla="*/ 129 w 45238"/>
                      <a:gd name="connsiteY9" fmla="*/ 18182 h 43257"/>
                      <a:gd name="connsiteX10" fmla="*/ 17939 w 45238"/>
                      <a:gd name="connsiteY10" fmla="*/ 32292 h 43257"/>
                      <a:gd name="connsiteX11" fmla="*/ 4344 w 45238"/>
                      <a:gd name="connsiteY11" fmla="*/ 17667 h 43257"/>
                      <a:gd name="connsiteX12" fmla="*/ 14438 w 45238"/>
                      <a:gd name="connsiteY12" fmla="*/ 4428 h 43257"/>
                      <a:gd name="connsiteX13" fmla="*/ 27478 w 45238"/>
                      <a:gd name="connsiteY13" fmla="*/ 14760 h 43257"/>
                      <a:gd name="connsiteX14" fmla="*/ 17384 w 45238"/>
                      <a:gd name="connsiteY14" fmla="*/ 27999 h 43257"/>
                      <a:gd name="connsiteX15" fmla="*/ 4344 w 45238"/>
                      <a:gd name="connsiteY15" fmla="*/ 17667 h 432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5238" h="43257">
                        <a:moveTo>
                          <a:pt x="17926" y="32306"/>
                        </a:moveTo>
                        <a:cubicBezTo>
                          <a:pt x="21361" y="31870"/>
                          <a:pt x="24386" y="30363"/>
                          <a:pt x="26752" y="28144"/>
                        </a:cubicBezTo>
                        <a:lnTo>
                          <a:pt x="41510" y="42677"/>
                        </a:lnTo>
                        <a:cubicBezTo>
                          <a:pt x="42355" y="43483"/>
                          <a:pt x="43690" y="43444"/>
                          <a:pt x="44482" y="42598"/>
                        </a:cubicBezTo>
                        <a:lnTo>
                          <a:pt x="44628" y="42439"/>
                        </a:lnTo>
                        <a:cubicBezTo>
                          <a:pt x="45526" y="41475"/>
                          <a:pt x="45420" y="39955"/>
                          <a:pt x="44403" y="39123"/>
                        </a:cubicBezTo>
                        <a:lnTo>
                          <a:pt x="28165" y="26624"/>
                        </a:lnTo>
                        <a:cubicBezTo>
                          <a:pt x="30887" y="23295"/>
                          <a:pt x="32301" y="18882"/>
                          <a:pt x="31719" y="14231"/>
                        </a:cubicBezTo>
                        <a:cubicBezTo>
                          <a:pt x="30610" y="5353"/>
                          <a:pt x="22629" y="-962"/>
                          <a:pt x="13909" y="121"/>
                        </a:cubicBezTo>
                        <a:cubicBezTo>
                          <a:pt x="5189" y="1218"/>
                          <a:pt x="-981" y="9303"/>
                          <a:pt x="129" y="18182"/>
                        </a:cubicBezTo>
                        <a:cubicBezTo>
                          <a:pt x="1239" y="27060"/>
                          <a:pt x="9219" y="33376"/>
                          <a:pt x="17939" y="32292"/>
                        </a:cubicBezTo>
                        <a:close/>
                        <a:moveTo>
                          <a:pt x="4344" y="17667"/>
                        </a:moveTo>
                        <a:cubicBezTo>
                          <a:pt x="3525" y="11153"/>
                          <a:pt x="8043" y="5234"/>
                          <a:pt x="14438" y="4428"/>
                        </a:cubicBezTo>
                        <a:cubicBezTo>
                          <a:pt x="20833" y="3622"/>
                          <a:pt x="26672" y="8260"/>
                          <a:pt x="27478" y="14760"/>
                        </a:cubicBezTo>
                        <a:cubicBezTo>
                          <a:pt x="28297" y="21274"/>
                          <a:pt x="23779" y="27193"/>
                          <a:pt x="17384" y="27999"/>
                        </a:cubicBezTo>
                        <a:cubicBezTo>
                          <a:pt x="10990" y="28804"/>
                          <a:pt x="5150" y="24167"/>
                          <a:pt x="4344" y="17667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257" name="Graphique 1982">
                <a:extLst>
                  <a:ext uri="{FF2B5EF4-FFF2-40B4-BE49-F238E27FC236}">
                    <a16:creationId xmlns:a16="http://schemas.microsoft.com/office/drawing/2014/main" id="{509A47C8-0765-EECE-9C31-3DB31FBB3F59}"/>
                  </a:ext>
                </a:extLst>
              </p:cNvPr>
              <p:cNvGrpSpPr/>
              <p:nvPr/>
            </p:nvGrpSpPr>
            <p:grpSpPr>
              <a:xfrm>
                <a:off x="1301250" y="619106"/>
                <a:ext cx="355511" cy="112765"/>
                <a:chOff x="1301250" y="619106"/>
                <a:chExt cx="355511" cy="112765"/>
              </a:xfrm>
              <a:solidFill>
                <a:srgbClr val="FFFFFF"/>
              </a:solidFill>
            </p:grpSpPr>
            <p:sp>
              <p:nvSpPr>
                <p:cNvPr id="1258" name="Forme libre : forme 1257">
                  <a:extLst>
                    <a:ext uri="{FF2B5EF4-FFF2-40B4-BE49-F238E27FC236}">
                      <a16:creationId xmlns:a16="http://schemas.microsoft.com/office/drawing/2014/main" id="{E97F7779-AFA2-B86E-906F-BC36EB6AAB0E}"/>
                    </a:ext>
                  </a:extLst>
                </p:cNvPr>
                <p:cNvSpPr/>
                <p:nvPr/>
              </p:nvSpPr>
              <p:spPr>
                <a:xfrm>
                  <a:off x="1302399" y="619106"/>
                  <a:ext cx="354362" cy="14455"/>
                </a:xfrm>
                <a:custGeom>
                  <a:avLst/>
                  <a:gdLst>
                    <a:gd name="connsiteX0" fmla="*/ 350702 w 354362"/>
                    <a:gd name="connsiteY0" fmla="*/ 14455 h 14455"/>
                    <a:gd name="connsiteX1" fmla="*/ 3514 w 354362"/>
                    <a:gd name="connsiteY1" fmla="*/ 10901 h 14455"/>
                    <a:gd name="connsiteX2" fmla="*/ 0 w 354362"/>
                    <a:gd name="connsiteY2" fmla="*/ 9540 h 14455"/>
                    <a:gd name="connsiteX3" fmla="*/ 53 w 354362"/>
                    <a:gd name="connsiteY3" fmla="*/ 1309 h 14455"/>
                    <a:gd name="connsiteX4" fmla="*/ 3660 w 354362"/>
                    <a:gd name="connsiteY4" fmla="*/ 1 h 14455"/>
                    <a:gd name="connsiteX5" fmla="*/ 350848 w 354362"/>
                    <a:gd name="connsiteY5" fmla="*/ 3766 h 14455"/>
                    <a:gd name="connsiteX6" fmla="*/ 354362 w 354362"/>
                    <a:gd name="connsiteY6" fmla="*/ 5127 h 14455"/>
                    <a:gd name="connsiteX7" fmla="*/ 354309 w 354362"/>
                    <a:gd name="connsiteY7" fmla="*/ 13147 h 14455"/>
                    <a:gd name="connsiteX8" fmla="*/ 350702 w 354362"/>
                    <a:gd name="connsiteY8" fmla="*/ 14455 h 14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54362" h="14455">
                      <a:moveTo>
                        <a:pt x="350702" y="14455"/>
                      </a:moveTo>
                      <a:lnTo>
                        <a:pt x="3514" y="10901"/>
                      </a:lnTo>
                      <a:cubicBezTo>
                        <a:pt x="1559" y="10874"/>
                        <a:pt x="-13" y="10280"/>
                        <a:pt x="0" y="9540"/>
                      </a:cubicBezTo>
                      <a:lnTo>
                        <a:pt x="53" y="1309"/>
                      </a:lnTo>
                      <a:cubicBezTo>
                        <a:pt x="53" y="569"/>
                        <a:pt x="1678" y="-26"/>
                        <a:pt x="3660" y="1"/>
                      </a:cubicBezTo>
                      <a:lnTo>
                        <a:pt x="350848" y="3766"/>
                      </a:lnTo>
                      <a:cubicBezTo>
                        <a:pt x="352803" y="3793"/>
                        <a:pt x="354362" y="4387"/>
                        <a:pt x="354362" y="5127"/>
                      </a:cubicBezTo>
                      <a:lnTo>
                        <a:pt x="354309" y="13147"/>
                      </a:lnTo>
                      <a:cubicBezTo>
                        <a:pt x="354309" y="13887"/>
                        <a:pt x="352684" y="14468"/>
                        <a:pt x="350702" y="144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9" name="Forme libre : forme 1258">
                  <a:extLst>
                    <a:ext uri="{FF2B5EF4-FFF2-40B4-BE49-F238E27FC236}">
                      <a16:creationId xmlns:a16="http://schemas.microsoft.com/office/drawing/2014/main" id="{E15D110E-3C6E-1C60-2DA0-97F11EFA9919}"/>
                    </a:ext>
                  </a:extLst>
                </p:cNvPr>
                <p:cNvSpPr/>
                <p:nvPr/>
              </p:nvSpPr>
              <p:spPr>
                <a:xfrm>
                  <a:off x="1301395" y="638977"/>
                  <a:ext cx="354362" cy="14455"/>
                </a:xfrm>
                <a:custGeom>
                  <a:avLst/>
                  <a:gdLst>
                    <a:gd name="connsiteX0" fmla="*/ 350702 w 354362"/>
                    <a:gd name="connsiteY0" fmla="*/ 14455 h 14455"/>
                    <a:gd name="connsiteX1" fmla="*/ 3514 w 354362"/>
                    <a:gd name="connsiteY1" fmla="*/ 10901 h 14455"/>
                    <a:gd name="connsiteX2" fmla="*/ 0 w 354362"/>
                    <a:gd name="connsiteY2" fmla="*/ 9540 h 14455"/>
                    <a:gd name="connsiteX3" fmla="*/ 53 w 354362"/>
                    <a:gd name="connsiteY3" fmla="*/ 1309 h 14455"/>
                    <a:gd name="connsiteX4" fmla="*/ 3660 w 354362"/>
                    <a:gd name="connsiteY4" fmla="*/ 1 h 14455"/>
                    <a:gd name="connsiteX5" fmla="*/ 350848 w 354362"/>
                    <a:gd name="connsiteY5" fmla="*/ 3766 h 14455"/>
                    <a:gd name="connsiteX6" fmla="*/ 354362 w 354362"/>
                    <a:gd name="connsiteY6" fmla="*/ 5127 h 14455"/>
                    <a:gd name="connsiteX7" fmla="*/ 354310 w 354362"/>
                    <a:gd name="connsiteY7" fmla="*/ 13147 h 14455"/>
                    <a:gd name="connsiteX8" fmla="*/ 350702 w 354362"/>
                    <a:gd name="connsiteY8" fmla="*/ 14455 h 14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54362" h="14455">
                      <a:moveTo>
                        <a:pt x="350702" y="14455"/>
                      </a:moveTo>
                      <a:lnTo>
                        <a:pt x="3514" y="10901"/>
                      </a:lnTo>
                      <a:cubicBezTo>
                        <a:pt x="1559" y="10874"/>
                        <a:pt x="-13" y="10280"/>
                        <a:pt x="0" y="9540"/>
                      </a:cubicBezTo>
                      <a:lnTo>
                        <a:pt x="53" y="1309"/>
                      </a:lnTo>
                      <a:cubicBezTo>
                        <a:pt x="53" y="569"/>
                        <a:pt x="1678" y="-26"/>
                        <a:pt x="3660" y="1"/>
                      </a:cubicBezTo>
                      <a:lnTo>
                        <a:pt x="350848" y="3766"/>
                      </a:lnTo>
                      <a:cubicBezTo>
                        <a:pt x="352803" y="3793"/>
                        <a:pt x="354362" y="4387"/>
                        <a:pt x="354362" y="5127"/>
                      </a:cubicBezTo>
                      <a:lnTo>
                        <a:pt x="354310" y="13147"/>
                      </a:lnTo>
                      <a:cubicBezTo>
                        <a:pt x="354310" y="13887"/>
                        <a:pt x="352684" y="14468"/>
                        <a:pt x="350702" y="144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0" name="Forme libre : forme 1259">
                  <a:extLst>
                    <a:ext uri="{FF2B5EF4-FFF2-40B4-BE49-F238E27FC236}">
                      <a16:creationId xmlns:a16="http://schemas.microsoft.com/office/drawing/2014/main" id="{227FF8CA-A0E9-72C0-1D30-63628EF7B42D}"/>
                    </a:ext>
                  </a:extLst>
                </p:cNvPr>
                <p:cNvSpPr/>
                <p:nvPr/>
              </p:nvSpPr>
              <p:spPr>
                <a:xfrm>
                  <a:off x="1301263" y="658848"/>
                  <a:ext cx="354362" cy="14455"/>
                </a:xfrm>
                <a:custGeom>
                  <a:avLst/>
                  <a:gdLst>
                    <a:gd name="connsiteX0" fmla="*/ 350703 w 354362"/>
                    <a:gd name="connsiteY0" fmla="*/ 14455 h 14455"/>
                    <a:gd name="connsiteX1" fmla="*/ 3515 w 354362"/>
                    <a:gd name="connsiteY1" fmla="*/ 10901 h 14455"/>
                    <a:gd name="connsiteX2" fmla="*/ 0 w 354362"/>
                    <a:gd name="connsiteY2" fmla="*/ 9540 h 14455"/>
                    <a:gd name="connsiteX3" fmla="*/ 53 w 354362"/>
                    <a:gd name="connsiteY3" fmla="*/ 1309 h 14455"/>
                    <a:gd name="connsiteX4" fmla="*/ 3660 w 354362"/>
                    <a:gd name="connsiteY4" fmla="*/ 1 h 14455"/>
                    <a:gd name="connsiteX5" fmla="*/ 350848 w 354362"/>
                    <a:gd name="connsiteY5" fmla="*/ 3766 h 14455"/>
                    <a:gd name="connsiteX6" fmla="*/ 354362 w 354362"/>
                    <a:gd name="connsiteY6" fmla="*/ 5127 h 14455"/>
                    <a:gd name="connsiteX7" fmla="*/ 354309 w 354362"/>
                    <a:gd name="connsiteY7" fmla="*/ 13147 h 14455"/>
                    <a:gd name="connsiteX8" fmla="*/ 350703 w 354362"/>
                    <a:gd name="connsiteY8" fmla="*/ 14455 h 14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54362" h="14455">
                      <a:moveTo>
                        <a:pt x="350703" y="14455"/>
                      </a:moveTo>
                      <a:lnTo>
                        <a:pt x="3515" y="10901"/>
                      </a:lnTo>
                      <a:cubicBezTo>
                        <a:pt x="1559" y="10874"/>
                        <a:pt x="-13" y="10280"/>
                        <a:pt x="0" y="9540"/>
                      </a:cubicBezTo>
                      <a:lnTo>
                        <a:pt x="53" y="1309"/>
                      </a:lnTo>
                      <a:cubicBezTo>
                        <a:pt x="53" y="569"/>
                        <a:pt x="1678" y="-26"/>
                        <a:pt x="3660" y="1"/>
                      </a:cubicBezTo>
                      <a:lnTo>
                        <a:pt x="350848" y="3766"/>
                      </a:lnTo>
                      <a:cubicBezTo>
                        <a:pt x="352803" y="3793"/>
                        <a:pt x="354362" y="4387"/>
                        <a:pt x="354362" y="5127"/>
                      </a:cubicBezTo>
                      <a:lnTo>
                        <a:pt x="354309" y="13147"/>
                      </a:lnTo>
                      <a:cubicBezTo>
                        <a:pt x="354309" y="13887"/>
                        <a:pt x="352684" y="14468"/>
                        <a:pt x="350703" y="144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1" name="Forme libre : forme 1260">
                  <a:extLst>
                    <a:ext uri="{FF2B5EF4-FFF2-40B4-BE49-F238E27FC236}">
                      <a16:creationId xmlns:a16="http://schemas.microsoft.com/office/drawing/2014/main" id="{DBE47844-C354-0B3B-B317-35420341691F}"/>
                    </a:ext>
                  </a:extLst>
                </p:cNvPr>
                <p:cNvSpPr/>
                <p:nvPr/>
              </p:nvSpPr>
              <p:spPr>
                <a:xfrm>
                  <a:off x="1301263" y="678732"/>
                  <a:ext cx="354362" cy="14455"/>
                </a:xfrm>
                <a:custGeom>
                  <a:avLst/>
                  <a:gdLst>
                    <a:gd name="connsiteX0" fmla="*/ 350703 w 354362"/>
                    <a:gd name="connsiteY0" fmla="*/ 14455 h 14455"/>
                    <a:gd name="connsiteX1" fmla="*/ 3515 w 354362"/>
                    <a:gd name="connsiteY1" fmla="*/ 10901 h 14455"/>
                    <a:gd name="connsiteX2" fmla="*/ 0 w 354362"/>
                    <a:gd name="connsiteY2" fmla="*/ 9540 h 14455"/>
                    <a:gd name="connsiteX3" fmla="*/ 53 w 354362"/>
                    <a:gd name="connsiteY3" fmla="*/ 1309 h 14455"/>
                    <a:gd name="connsiteX4" fmla="*/ 3660 w 354362"/>
                    <a:gd name="connsiteY4" fmla="*/ 1 h 14455"/>
                    <a:gd name="connsiteX5" fmla="*/ 350848 w 354362"/>
                    <a:gd name="connsiteY5" fmla="*/ 3766 h 14455"/>
                    <a:gd name="connsiteX6" fmla="*/ 354362 w 354362"/>
                    <a:gd name="connsiteY6" fmla="*/ 5127 h 14455"/>
                    <a:gd name="connsiteX7" fmla="*/ 354309 w 354362"/>
                    <a:gd name="connsiteY7" fmla="*/ 13147 h 14455"/>
                    <a:gd name="connsiteX8" fmla="*/ 350703 w 354362"/>
                    <a:gd name="connsiteY8" fmla="*/ 14455 h 14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54362" h="14455">
                      <a:moveTo>
                        <a:pt x="350703" y="14455"/>
                      </a:moveTo>
                      <a:lnTo>
                        <a:pt x="3515" y="10901"/>
                      </a:lnTo>
                      <a:cubicBezTo>
                        <a:pt x="1559" y="10874"/>
                        <a:pt x="-13" y="10280"/>
                        <a:pt x="0" y="9540"/>
                      </a:cubicBezTo>
                      <a:lnTo>
                        <a:pt x="53" y="1309"/>
                      </a:lnTo>
                      <a:cubicBezTo>
                        <a:pt x="53" y="569"/>
                        <a:pt x="1678" y="-26"/>
                        <a:pt x="3660" y="1"/>
                      </a:cubicBezTo>
                      <a:lnTo>
                        <a:pt x="350848" y="3766"/>
                      </a:lnTo>
                      <a:cubicBezTo>
                        <a:pt x="352803" y="3793"/>
                        <a:pt x="354362" y="4387"/>
                        <a:pt x="354362" y="5127"/>
                      </a:cubicBezTo>
                      <a:lnTo>
                        <a:pt x="354309" y="13147"/>
                      </a:lnTo>
                      <a:cubicBezTo>
                        <a:pt x="354309" y="13887"/>
                        <a:pt x="352684" y="14468"/>
                        <a:pt x="350703" y="144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2" name="Forme libre : forme 1261">
                  <a:extLst>
                    <a:ext uri="{FF2B5EF4-FFF2-40B4-BE49-F238E27FC236}">
                      <a16:creationId xmlns:a16="http://schemas.microsoft.com/office/drawing/2014/main" id="{AC86BDAA-3B3A-5D41-80AD-ED99A5CFA666}"/>
                    </a:ext>
                  </a:extLst>
                </p:cNvPr>
                <p:cNvSpPr/>
                <p:nvPr/>
              </p:nvSpPr>
              <p:spPr>
                <a:xfrm>
                  <a:off x="1301263" y="698273"/>
                  <a:ext cx="354362" cy="14455"/>
                </a:xfrm>
                <a:custGeom>
                  <a:avLst/>
                  <a:gdLst>
                    <a:gd name="connsiteX0" fmla="*/ 350703 w 354362"/>
                    <a:gd name="connsiteY0" fmla="*/ 14455 h 14455"/>
                    <a:gd name="connsiteX1" fmla="*/ 3515 w 354362"/>
                    <a:gd name="connsiteY1" fmla="*/ 10901 h 14455"/>
                    <a:gd name="connsiteX2" fmla="*/ 0 w 354362"/>
                    <a:gd name="connsiteY2" fmla="*/ 9540 h 14455"/>
                    <a:gd name="connsiteX3" fmla="*/ 53 w 354362"/>
                    <a:gd name="connsiteY3" fmla="*/ 1309 h 14455"/>
                    <a:gd name="connsiteX4" fmla="*/ 3660 w 354362"/>
                    <a:gd name="connsiteY4" fmla="*/ 1 h 14455"/>
                    <a:gd name="connsiteX5" fmla="*/ 350848 w 354362"/>
                    <a:gd name="connsiteY5" fmla="*/ 3766 h 14455"/>
                    <a:gd name="connsiteX6" fmla="*/ 354362 w 354362"/>
                    <a:gd name="connsiteY6" fmla="*/ 5127 h 14455"/>
                    <a:gd name="connsiteX7" fmla="*/ 354309 w 354362"/>
                    <a:gd name="connsiteY7" fmla="*/ 13147 h 14455"/>
                    <a:gd name="connsiteX8" fmla="*/ 350703 w 354362"/>
                    <a:gd name="connsiteY8" fmla="*/ 14455 h 14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54362" h="14455">
                      <a:moveTo>
                        <a:pt x="350703" y="14455"/>
                      </a:moveTo>
                      <a:lnTo>
                        <a:pt x="3515" y="10901"/>
                      </a:lnTo>
                      <a:cubicBezTo>
                        <a:pt x="1559" y="10874"/>
                        <a:pt x="-13" y="10280"/>
                        <a:pt x="0" y="9540"/>
                      </a:cubicBezTo>
                      <a:lnTo>
                        <a:pt x="53" y="1309"/>
                      </a:lnTo>
                      <a:cubicBezTo>
                        <a:pt x="53" y="569"/>
                        <a:pt x="1678" y="-26"/>
                        <a:pt x="3660" y="1"/>
                      </a:cubicBezTo>
                      <a:lnTo>
                        <a:pt x="350848" y="3766"/>
                      </a:lnTo>
                      <a:cubicBezTo>
                        <a:pt x="352803" y="3793"/>
                        <a:pt x="354362" y="4387"/>
                        <a:pt x="354362" y="5127"/>
                      </a:cubicBezTo>
                      <a:lnTo>
                        <a:pt x="354309" y="13147"/>
                      </a:lnTo>
                      <a:cubicBezTo>
                        <a:pt x="354309" y="13887"/>
                        <a:pt x="352684" y="14468"/>
                        <a:pt x="350703" y="144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3" name="Forme libre : forme 1262">
                  <a:extLst>
                    <a:ext uri="{FF2B5EF4-FFF2-40B4-BE49-F238E27FC236}">
                      <a16:creationId xmlns:a16="http://schemas.microsoft.com/office/drawing/2014/main" id="{9BECA1A1-5B41-E897-7D53-260D9A895E40}"/>
                    </a:ext>
                  </a:extLst>
                </p:cNvPr>
                <p:cNvSpPr/>
                <p:nvPr/>
              </p:nvSpPr>
              <p:spPr>
                <a:xfrm>
                  <a:off x="1301250" y="718461"/>
                  <a:ext cx="193570" cy="13410"/>
                </a:xfrm>
                <a:custGeom>
                  <a:avLst/>
                  <a:gdLst>
                    <a:gd name="connsiteX0" fmla="*/ 191536 w 193570"/>
                    <a:gd name="connsiteY0" fmla="*/ 13411 h 13410"/>
                    <a:gd name="connsiteX1" fmla="*/ 1916 w 193570"/>
                    <a:gd name="connsiteY1" fmla="*/ 10900 h 13410"/>
                    <a:gd name="connsiteX2" fmla="*/ 0 w 193570"/>
                    <a:gd name="connsiteY2" fmla="*/ 9553 h 13410"/>
                    <a:gd name="connsiteX3" fmla="*/ 53 w 193570"/>
                    <a:gd name="connsiteY3" fmla="*/ 1321 h 13410"/>
                    <a:gd name="connsiteX4" fmla="*/ 2035 w 193570"/>
                    <a:gd name="connsiteY4" fmla="*/ 0 h 13410"/>
                    <a:gd name="connsiteX5" fmla="*/ 191655 w 193570"/>
                    <a:gd name="connsiteY5" fmla="*/ 2722 h 13410"/>
                    <a:gd name="connsiteX6" fmla="*/ 193571 w 193570"/>
                    <a:gd name="connsiteY6" fmla="*/ 4070 h 13410"/>
                    <a:gd name="connsiteX7" fmla="*/ 193518 w 193570"/>
                    <a:gd name="connsiteY7" fmla="*/ 12089 h 13410"/>
                    <a:gd name="connsiteX8" fmla="*/ 191549 w 193570"/>
                    <a:gd name="connsiteY8" fmla="*/ 13411 h 134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3570" h="13410">
                      <a:moveTo>
                        <a:pt x="191536" y="13411"/>
                      </a:moveTo>
                      <a:lnTo>
                        <a:pt x="1916" y="10900"/>
                      </a:lnTo>
                      <a:cubicBezTo>
                        <a:pt x="846" y="10887"/>
                        <a:pt x="-13" y="10293"/>
                        <a:pt x="0" y="9553"/>
                      </a:cubicBezTo>
                      <a:lnTo>
                        <a:pt x="53" y="1321"/>
                      </a:lnTo>
                      <a:cubicBezTo>
                        <a:pt x="53" y="582"/>
                        <a:pt x="951" y="-13"/>
                        <a:pt x="2035" y="0"/>
                      </a:cubicBezTo>
                      <a:lnTo>
                        <a:pt x="191655" y="2722"/>
                      </a:lnTo>
                      <a:cubicBezTo>
                        <a:pt x="192725" y="2735"/>
                        <a:pt x="193571" y="3343"/>
                        <a:pt x="193571" y="4070"/>
                      </a:cubicBezTo>
                      <a:lnTo>
                        <a:pt x="193518" y="12089"/>
                      </a:lnTo>
                      <a:cubicBezTo>
                        <a:pt x="193518" y="12829"/>
                        <a:pt x="192633" y="13424"/>
                        <a:pt x="191549" y="1341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91" name="Graphique 1982">
              <a:extLst>
                <a:ext uri="{FF2B5EF4-FFF2-40B4-BE49-F238E27FC236}">
                  <a16:creationId xmlns:a16="http://schemas.microsoft.com/office/drawing/2014/main" id="{1E841DB5-A4AC-6DE8-1822-984D1276F677}"/>
                </a:ext>
              </a:extLst>
            </p:cNvPr>
            <p:cNvGrpSpPr/>
            <p:nvPr/>
          </p:nvGrpSpPr>
          <p:grpSpPr>
            <a:xfrm>
              <a:off x="745839" y="9116"/>
              <a:ext cx="463233" cy="467553"/>
              <a:chOff x="745839" y="9116"/>
              <a:chExt cx="463233" cy="467553"/>
            </a:xfrm>
          </p:grpSpPr>
          <p:grpSp>
            <p:nvGrpSpPr>
              <p:cNvPr id="1238" name="Graphique 1982">
                <a:extLst>
                  <a:ext uri="{FF2B5EF4-FFF2-40B4-BE49-F238E27FC236}">
                    <a16:creationId xmlns:a16="http://schemas.microsoft.com/office/drawing/2014/main" id="{28A9EDF9-9422-1DEB-0B8C-F0995CAF9DC0}"/>
                  </a:ext>
                </a:extLst>
              </p:cNvPr>
              <p:cNvGrpSpPr/>
              <p:nvPr/>
            </p:nvGrpSpPr>
            <p:grpSpPr>
              <a:xfrm>
                <a:off x="745839" y="9116"/>
                <a:ext cx="463233" cy="467553"/>
                <a:chOff x="745839" y="9116"/>
                <a:chExt cx="463233" cy="467553"/>
              </a:xfrm>
            </p:grpSpPr>
            <p:sp>
              <p:nvSpPr>
                <p:cNvPr id="1254" name="Forme libre : forme 1253">
                  <a:extLst>
                    <a:ext uri="{FF2B5EF4-FFF2-40B4-BE49-F238E27FC236}">
                      <a16:creationId xmlns:a16="http://schemas.microsoft.com/office/drawing/2014/main" id="{E866A536-28F2-991B-83D7-3CF01C492389}"/>
                    </a:ext>
                  </a:extLst>
                </p:cNvPr>
                <p:cNvSpPr/>
                <p:nvPr/>
              </p:nvSpPr>
              <p:spPr>
                <a:xfrm>
                  <a:off x="745839" y="9116"/>
                  <a:ext cx="463233" cy="467553"/>
                </a:xfrm>
                <a:custGeom>
                  <a:avLst/>
                  <a:gdLst>
                    <a:gd name="connsiteX0" fmla="*/ 20769 w 463233"/>
                    <a:gd name="connsiteY0" fmla="*/ 0 h 467553"/>
                    <a:gd name="connsiteX1" fmla="*/ 442672 w 463233"/>
                    <a:gd name="connsiteY1" fmla="*/ 0 h 467553"/>
                    <a:gd name="connsiteX2" fmla="*/ 463230 w 463233"/>
                    <a:gd name="connsiteY2" fmla="*/ 26054 h 467553"/>
                    <a:gd name="connsiteX3" fmla="*/ 457298 w 463233"/>
                    <a:gd name="connsiteY3" fmla="*/ 433331 h 467553"/>
                    <a:gd name="connsiteX4" fmla="*/ 418415 w 463233"/>
                    <a:gd name="connsiteY4" fmla="*/ 467551 h 467553"/>
                    <a:gd name="connsiteX5" fmla="*/ 25645 w 463233"/>
                    <a:gd name="connsiteY5" fmla="*/ 461420 h 467553"/>
                    <a:gd name="connsiteX6" fmla="*/ 26 w 463233"/>
                    <a:gd name="connsiteY6" fmla="*/ 436872 h 467553"/>
                    <a:gd name="connsiteX7" fmla="*/ 0 w 463233"/>
                    <a:gd name="connsiteY7" fmla="*/ 435564 h 467553"/>
                    <a:gd name="connsiteX8" fmla="*/ 198 w 463233"/>
                    <a:gd name="connsiteY8" fmla="*/ 25579 h 467553"/>
                    <a:gd name="connsiteX9" fmla="*/ 20769 w 463233"/>
                    <a:gd name="connsiteY9" fmla="*/ 0 h 467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63233" h="467553">
                      <a:moveTo>
                        <a:pt x="20769" y="0"/>
                      </a:moveTo>
                      <a:lnTo>
                        <a:pt x="442672" y="0"/>
                      </a:lnTo>
                      <a:cubicBezTo>
                        <a:pt x="454180" y="0"/>
                        <a:pt x="463441" y="11746"/>
                        <a:pt x="463230" y="26054"/>
                      </a:cubicBezTo>
                      <a:lnTo>
                        <a:pt x="457298" y="433331"/>
                      </a:lnTo>
                      <a:cubicBezTo>
                        <a:pt x="457020" y="452502"/>
                        <a:pt x="444350" y="467788"/>
                        <a:pt x="418415" y="467551"/>
                      </a:cubicBezTo>
                      <a:lnTo>
                        <a:pt x="25645" y="461420"/>
                      </a:lnTo>
                      <a:cubicBezTo>
                        <a:pt x="11997" y="461209"/>
                        <a:pt x="568" y="450520"/>
                        <a:pt x="26" y="436872"/>
                      </a:cubicBezTo>
                      <a:cubicBezTo>
                        <a:pt x="13" y="436436"/>
                        <a:pt x="0" y="436000"/>
                        <a:pt x="0" y="435564"/>
                      </a:cubicBezTo>
                      <a:lnTo>
                        <a:pt x="198" y="25579"/>
                      </a:lnTo>
                      <a:cubicBezTo>
                        <a:pt x="198" y="11455"/>
                        <a:pt x="9407" y="0"/>
                        <a:pt x="20769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5" name="Forme libre : forme 1254">
                  <a:extLst>
                    <a:ext uri="{FF2B5EF4-FFF2-40B4-BE49-F238E27FC236}">
                      <a16:creationId xmlns:a16="http://schemas.microsoft.com/office/drawing/2014/main" id="{118FD0E7-5BAD-E2D0-E8CB-BC0C37C278DE}"/>
                    </a:ext>
                  </a:extLst>
                </p:cNvPr>
                <p:cNvSpPr/>
                <p:nvPr/>
              </p:nvSpPr>
              <p:spPr>
                <a:xfrm>
                  <a:off x="755959" y="20135"/>
                  <a:ext cx="444816" cy="444246"/>
                </a:xfrm>
                <a:custGeom>
                  <a:avLst/>
                  <a:gdLst>
                    <a:gd name="connsiteX0" fmla="*/ 19950 w 444816"/>
                    <a:gd name="connsiteY0" fmla="*/ 0 h 444246"/>
                    <a:gd name="connsiteX1" fmla="*/ 425073 w 444816"/>
                    <a:gd name="connsiteY1" fmla="*/ 0 h 444246"/>
                    <a:gd name="connsiteX2" fmla="*/ 444812 w 444816"/>
                    <a:gd name="connsiteY2" fmla="*/ 24760 h 444246"/>
                    <a:gd name="connsiteX3" fmla="*/ 439118 w 444816"/>
                    <a:gd name="connsiteY3" fmla="*/ 411729 h 444246"/>
                    <a:gd name="connsiteX4" fmla="*/ 411888 w 444816"/>
                    <a:gd name="connsiteY4" fmla="*/ 444244 h 444246"/>
                    <a:gd name="connsiteX5" fmla="*/ 19501 w 444816"/>
                    <a:gd name="connsiteY5" fmla="*/ 438180 h 444246"/>
                    <a:gd name="connsiteX6" fmla="*/ 0 w 444816"/>
                    <a:gd name="connsiteY6" fmla="*/ 413856 h 444246"/>
                    <a:gd name="connsiteX7" fmla="*/ 185 w 444816"/>
                    <a:gd name="connsiteY7" fmla="*/ 24310 h 444246"/>
                    <a:gd name="connsiteX8" fmla="*/ 19937 w 444816"/>
                    <a:gd name="connsiteY8" fmla="*/ 13 h 444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4816" h="444246">
                      <a:moveTo>
                        <a:pt x="19950" y="0"/>
                      </a:moveTo>
                      <a:lnTo>
                        <a:pt x="425073" y="0"/>
                      </a:lnTo>
                      <a:cubicBezTo>
                        <a:pt x="436119" y="0"/>
                        <a:pt x="445024" y="11151"/>
                        <a:pt x="444812" y="24760"/>
                      </a:cubicBezTo>
                      <a:lnTo>
                        <a:pt x="439118" y="411729"/>
                      </a:lnTo>
                      <a:cubicBezTo>
                        <a:pt x="438854" y="429936"/>
                        <a:pt x="426685" y="444469"/>
                        <a:pt x="411888" y="444244"/>
                      </a:cubicBezTo>
                      <a:lnTo>
                        <a:pt x="19501" y="438180"/>
                      </a:lnTo>
                      <a:cubicBezTo>
                        <a:pt x="8694" y="438008"/>
                        <a:pt x="0" y="427174"/>
                        <a:pt x="0" y="413856"/>
                      </a:cubicBezTo>
                      <a:lnTo>
                        <a:pt x="185" y="24310"/>
                      </a:lnTo>
                      <a:cubicBezTo>
                        <a:pt x="185" y="10887"/>
                        <a:pt x="9037" y="13"/>
                        <a:pt x="19937" y="13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39" name="Graphique 1982">
                <a:extLst>
                  <a:ext uri="{FF2B5EF4-FFF2-40B4-BE49-F238E27FC236}">
                    <a16:creationId xmlns:a16="http://schemas.microsoft.com/office/drawing/2014/main" id="{FE397F8F-3EA2-1D63-A777-6F2D44FB572D}"/>
                  </a:ext>
                </a:extLst>
              </p:cNvPr>
              <p:cNvGrpSpPr/>
              <p:nvPr/>
            </p:nvGrpSpPr>
            <p:grpSpPr>
              <a:xfrm>
                <a:off x="781987" y="29172"/>
                <a:ext cx="386124" cy="416103"/>
                <a:chOff x="781987" y="29172"/>
                <a:chExt cx="386124" cy="416103"/>
              </a:xfrm>
            </p:grpSpPr>
            <p:sp>
              <p:nvSpPr>
                <p:cNvPr id="1243" name="Forme libre : forme 1242">
                  <a:extLst>
                    <a:ext uri="{FF2B5EF4-FFF2-40B4-BE49-F238E27FC236}">
                      <a16:creationId xmlns:a16="http://schemas.microsoft.com/office/drawing/2014/main" id="{F7E02CB6-0E30-6DF8-2969-2B1F6D586C19}"/>
                    </a:ext>
                  </a:extLst>
                </p:cNvPr>
                <p:cNvSpPr/>
                <p:nvPr/>
              </p:nvSpPr>
              <p:spPr>
                <a:xfrm>
                  <a:off x="782001" y="61529"/>
                  <a:ext cx="386110" cy="36861"/>
                </a:xfrm>
                <a:custGeom>
                  <a:avLst/>
                  <a:gdLst>
                    <a:gd name="connsiteX0" fmla="*/ 9011 w 386110"/>
                    <a:gd name="connsiteY0" fmla="*/ 0 h 36861"/>
                    <a:gd name="connsiteX1" fmla="*/ 377298 w 386110"/>
                    <a:gd name="connsiteY1" fmla="*/ 0 h 36861"/>
                    <a:gd name="connsiteX2" fmla="*/ 386111 w 386110"/>
                    <a:gd name="connsiteY2" fmla="*/ 8812 h 36861"/>
                    <a:gd name="connsiteX3" fmla="*/ 386111 w 386110"/>
                    <a:gd name="connsiteY3" fmla="*/ 29582 h 36861"/>
                    <a:gd name="connsiteX4" fmla="*/ 378831 w 386110"/>
                    <a:gd name="connsiteY4" fmla="*/ 36862 h 36861"/>
                    <a:gd name="connsiteX5" fmla="*/ 8601 w 386110"/>
                    <a:gd name="connsiteY5" fmla="*/ 36862 h 36861"/>
                    <a:gd name="connsiteX6" fmla="*/ 0 w 386110"/>
                    <a:gd name="connsiteY6" fmla="*/ 28261 h 36861"/>
                    <a:gd name="connsiteX7" fmla="*/ 0 w 386110"/>
                    <a:gd name="connsiteY7" fmla="*/ 9037 h 36861"/>
                    <a:gd name="connsiteX8" fmla="*/ 9024 w 386110"/>
                    <a:gd name="connsiteY8" fmla="*/ 13 h 36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86110" h="36861">
                      <a:moveTo>
                        <a:pt x="9011" y="0"/>
                      </a:moveTo>
                      <a:lnTo>
                        <a:pt x="377298" y="0"/>
                      </a:lnTo>
                      <a:cubicBezTo>
                        <a:pt x="382161" y="0"/>
                        <a:pt x="386111" y="3950"/>
                        <a:pt x="386111" y="8812"/>
                      </a:cubicBezTo>
                      <a:lnTo>
                        <a:pt x="386111" y="29582"/>
                      </a:lnTo>
                      <a:cubicBezTo>
                        <a:pt x="386111" y="33598"/>
                        <a:pt x="382848" y="36862"/>
                        <a:pt x="378831" y="36862"/>
                      </a:cubicBezTo>
                      <a:lnTo>
                        <a:pt x="8601" y="36862"/>
                      </a:lnTo>
                      <a:cubicBezTo>
                        <a:pt x="3858" y="36862"/>
                        <a:pt x="0" y="33004"/>
                        <a:pt x="0" y="28261"/>
                      </a:cubicBezTo>
                      <a:lnTo>
                        <a:pt x="0" y="9037"/>
                      </a:lnTo>
                      <a:cubicBezTo>
                        <a:pt x="0" y="4056"/>
                        <a:pt x="4043" y="13"/>
                        <a:pt x="9024" y="13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4" name="Forme libre : forme 1243">
                  <a:extLst>
                    <a:ext uri="{FF2B5EF4-FFF2-40B4-BE49-F238E27FC236}">
                      <a16:creationId xmlns:a16="http://schemas.microsoft.com/office/drawing/2014/main" id="{190BDB50-7082-0FB9-7701-8E0E5070812E}"/>
                    </a:ext>
                  </a:extLst>
                </p:cNvPr>
                <p:cNvSpPr/>
                <p:nvPr/>
              </p:nvSpPr>
              <p:spPr>
                <a:xfrm>
                  <a:off x="991096" y="71755"/>
                  <a:ext cx="149970" cy="15619"/>
                </a:xfrm>
                <a:custGeom>
                  <a:avLst/>
                  <a:gdLst>
                    <a:gd name="connsiteX0" fmla="*/ 145743 w 149970"/>
                    <a:gd name="connsiteY0" fmla="*/ 15419 h 15619"/>
                    <a:gd name="connsiteX1" fmla="*/ 4228 w 149970"/>
                    <a:gd name="connsiteY1" fmla="*/ 15419 h 15619"/>
                    <a:gd name="connsiteX2" fmla="*/ 0 w 149970"/>
                    <a:gd name="connsiteY2" fmla="*/ 11613 h 15619"/>
                    <a:gd name="connsiteX3" fmla="*/ 0 w 149970"/>
                    <a:gd name="connsiteY3" fmla="*/ 4677 h 15619"/>
                    <a:gd name="connsiteX4" fmla="*/ 4228 w 149970"/>
                    <a:gd name="connsiteY4" fmla="*/ 0 h 15619"/>
                    <a:gd name="connsiteX5" fmla="*/ 145743 w 149970"/>
                    <a:gd name="connsiteY5" fmla="*/ 0 h 15619"/>
                    <a:gd name="connsiteX6" fmla="*/ 149971 w 149970"/>
                    <a:gd name="connsiteY6" fmla="*/ 4677 h 15619"/>
                    <a:gd name="connsiteX7" fmla="*/ 149971 w 149970"/>
                    <a:gd name="connsiteY7" fmla="*/ 11613 h 15619"/>
                    <a:gd name="connsiteX8" fmla="*/ 145743 w 149970"/>
                    <a:gd name="connsiteY8" fmla="*/ 15419 h 15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970" h="15619">
                      <a:moveTo>
                        <a:pt x="145743" y="15419"/>
                      </a:moveTo>
                      <a:lnTo>
                        <a:pt x="4228" y="15419"/>
                      </a:lnTo>
                      <a:cubicBezTo>
                        <a:pt x="1889" y="16291"/>
                        <a:pt x="0" y="14203"/>
                        <a:pt x="0" y="11613"/>
                      </a:cubicBezTo>
                      <a:lnTo>
                        <a:pt x="0" y="4677"/>
                      </a:lnTo>
                      <a:cubicBezTo>
                        <a:pt x="0" y="2088"/>
                        <a:pt x="1889" y="0"/>
                        <a:pt x="4228" y="0"/>
                      </a:cubicBezTo>
                      <a:lnTo>
                        <a:pt x="145743" y="0"/>
                      </a:lnTo>
                      <a:cubicBezTo>
                        <a:pt x="148081" y="0"/>
                        <a:pt x="149971" y="2101"/>
                        <a:pt x="149971" y="4677"/>
                      </a:cubicBezTo>
                      <a:lnTo>
                        <a:pt x="149971" y="11613"/>
                      </a:lnTo>
                      <a:cubicBezTo>
                        <a:pt x="149971" y="14203"/>
                        <a:pt x="148081" y="16291"/>
                        <a:pt x="145743" y="15419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5" name="Forme libre : forme 1244">
                  <a:extLst>
                    <a:ext uri="{FF2B5EF4-FFF2-40B4-BE49-F238E27FC236}">
                      <a16:creationId xmlns:a16="http://schemas.microsoft.com/office/drawing/2014/main" id="{4F22DD3C-B7ED-B917-2B8B-5570842A4989}"/>
                    </a:ext>
                  </a:extLst>
                </p:cNvPr>
                <p:cNvSpPr/>
                <p:nvPr/>
              </p:nvSpPr>
              <p:spPr>
                <a:xfrm>
                  <a:off x="783811" y="144896"/>
                  <a:ext cx="275684" cy="154794"/>
                </a:xfrm>
                <a:custGeom>
                  <a:avLst/>
                  <a:gdLst>
                    <a:gd name="connsiteX0" fmla="*/ 275684 w 275684"/>
                    <a:gd name="connsiteY0" fmla="*/ 136694 h 154794"/>
                    <a:gd name="connsiteX1" fmla="*/ 258125 w 275684"/>
                    <a:gd name="connsiteY1" fmla="*/ 154293 h 154794"/>
                    <a:gd name="connsiteX2" fmla="*/ 11666 w 275684"/>
                    <a:gd name="connsiteY2" fmla="*/ 154795 h 154794"/>
                    <a:gd name="connsiteX3" fmla="*/ 0 w 275684"/>
                    <a:gd name="connsiteY3" fmla="*/ 142864 h 154794"/>
                    <a:gd name="connsiteX4" fmla="*/ 0 w 275684"/>
                    <a:gd name="connsiteY4" fmla="*/ 11932 h 154794"/>
                    <a:gd name="connsiteX5" fmla="*/ 11838 w 275684"/>
                    <a:gd name="connsiteY5" fmla="*/ 2 h 154794"/>
                    <a:gd name="connsiteX6" fmla="*/ 264189 w 275684"/>
                    <a:gd name="connsiteY6" fmla="*/ 4018 h 154794"/>
                    <a:gd name="connsiteX7" fmla="*/ 275671 w 275684"/>
                    <a:gd name="connsiteY7" fmla="*/ 15949 h 154794"/>
                    <a:gd name="connsiteX8" fmla="*/ 275671 w 275684"/>
                    <a:gd name="connsiteY8" fmla="*/ 136694 h 1547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5684" h="154794">
                      <a:moveTo>
                        <a:pt x="275684" y="136694"/>
                      </a:moveTo>
                      <a:cubicBezTo>
                        <a:pt x="275684" y="146405"/>
                        <a:pt x="267823" y="154266"/>
                        <a:pt x="258125" y="154293"/>
                      </a:cubicBezTo>
                      <a:lnTo>
                        <a:pt x="11666" y="154795"/>
                      </a:lnTo>
                      <a:cubicBezTo>
                        <a:pt x="5219" y="154795"/>
                        <a:pt x="0" y="149457"/>
                        <a:pt x="0" y="142864"/>
                      </a:cubicBezTo>
                      <a:lnTo>
                        <a:pt x="0" y="11932"/>
                      </a:lnTo>
                      <a:cubicBezTo>
                        <a:pt x="0" y="5273"/>
                        <a:pt x="5338" y="-104"/>
                        <a:pt x="11838" y="2"/>
                      </a:cubicBezTo>
                      <a:lnTo>
                        <a:pt x="264189" y="4018"/>
                      </a:lnTo>
                      <a:cubicBezTo>
                        <a:pt x="270558" y="4124"/>
                        <a:pt x="275671" y="9435"/>
                        <a:pt x="275671" y="15949"/>
                      </a:cubicBezTo>
                      <a:lnTo>
                        <a:pt x="275671" y="136694"/>
                      </a:lnTo>
                      <a:close/>
                    </a:path>
                  </a:pathLst>
                </a:custGeom>
                <a:solidFill>
                  <a:srgbClr val="4438B7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6" name="Forme libre : forme 1245">
                  <a:extLst>
                    <a:ext uri="{FF2B5EF4-FFF2-40B4-BE49-F238E27FC236}">
                      <a16:creationId xmlns:a16="http://schemas.microsoft.com/office/drawing/2014/main" id="{0F802C75-3C43-7F6B-004F-4AD47F6ED59E}"/>
                    </a:ext>
                  </a:extLst>
                </p:cNvPr>
                <p:cNvSpPr/>
                <p:nvPr/>
              </p:nvSpPr>
              <p:spPr>
                <a:xfrm>
                  <a:off x="916103" y="323366"/>
                  <a:ext cx="119226" cy="119398"/>
                </a:xfrm>
                <a:custGeom>
                  <a:avLst/>
                  <a:gdLst>
                    <a:gd name="connsiteX0" fmla="*/ 111841 w 119226"/>
                    <a:gd name="connsiteY0" fmla="*/ 119385 h 119398"/>
                    <a:gd name="connsiteX1" fmla="*/ 6395 w 119226"/>
                    <a:gd name="connsiteY1" fmla="*/ 118513 h 119398"/>
                    <a:gd name="connsiteX2" fmla="*/ 0 w 119226"/>
                    <a:gd name="connsiteY2" fmla="*/ 112012 h 119398"/>
                    <a:gd name="connsiteX3" fmla="*/ 872 w 119226"/>
                    <a:gd name="connsiteY3" fmla="*/ 6395 h 119398"/>
                    <a:gd name="connsiteX4" fmla="*/ 7214 w 119226"/>
                    <a:gd name="connsiteY4" fmla="*/ 0 h 119398"/>
                    <a:gd name="connsiteX5" fmla="*/ 111339 w 119226"/>
                    <a:gd name="connsiteY5" fmla="*/ 1982 h 119398"/>
                    <a:gd name="connsiteX6" fmla="*/ 119227 w 119226"/>
                    <a:gd name="connsiteY6" fmla="*/ 10094 h 119398"/>
                    <a:gd name="connsiteX7" fmla="*/ 118341 w 119226"/>
                    <a:gd name="connsiteY7" fmla="*/ 113003 h 119398"/>
                    <a:gd name="connsiteX8" fmla="*/ 111841 w 119226"/>
                    <a:gd name="connsiteY8" fmla="*/ 119398 h 119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9226" h="119398">
                      <a:moveTo>
                        <a:pt x="111841" y="119385"/>
                      </a:moveTo>
                      <a:lnTo>
                        <a:pt x="6395" y="118513"/>
                      </a:lnTo>
                      <a:cubicBezTo>
                        <a:pt x="2828" y="118486"/>
                        <a:pt x="-39" y="115566"/>
                        <a:pt x="0" y="112012"/>
                      </a:cubicBezTo>
                      <a:lnTo>
                        <a:pt x="872" y="6395"/>
                      </a:lnTo>
                      <a:cubicBezTo>
                        <a:pt x="899" y="2893"/>
                        <a:pt x="3713" y="53"/>
                        <a:pt x="7214" y="0"/>
                      </a:cubicBezTo>
                      <a:lnTo>
                        <a:pt x="111339" y="1982"/>
                      </a:lnTo>
                      <a:cubicBezTo>
                        <a:pt x="115752" y="2061"/>
                        <a:pt x="119266" y="5681"/>
                        <a:pt x="119227" y="10094"/>
                      </a:cubicBezTo>
                      <a:lnTo>
                        <a:pt x="118341" y="113003"/>
                      </a:lnTo>
                      <a:cubicBezTo>
                        <a:pt x="118315" y="116571"/>
                        <a:pt x="115395" y="119438"/>
                        <a:pt x="111841" y="119398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7" name="Forme libre : forme 1246">
                  <a:extLst>
                    <a:ext uri="{FF2B5EF4-FFF2-40B4-BE49-F238E27FC236}">
                      <a16:creationId xmlns:a16="http://schemas.microsoft.com/office/drawing/2014/main" id="{58BEA085-7F98-E03F-B407-539F3FE2D501}"/>
                    </a:ext>
                  </a:extLst>
                </p:cNvPr>
                <p:cNvSpPr/>
                <p:nvPr/>
              </p:nvSpPr>
              <p:spPr>
                <a:xfrm>
                  <a:off x="781987" y="323366"/>
                  <a:ext cx="119226" cy="119398"/>
                </a:xfrm>
                <a:custGeom>
                  <a:avLst/>
                  <a:gdLst>
                    <a:gd name="connsiteX0" fmla="*/ 111841 w 119226"/>
                    <a:gd name="connsiteY0" fmla="*/ 119385 h 119398"/>
                    <a:gd name="connsiteX1" fmla="*/ 6395 w 119226"/>
                    <a:gd name="connsiteY1" fmla="*/ 118513 h 119398"/>
                    <a:gd name="connsiteX2" fmla="*/ 0 w 119226"/>
                    <a:gd name="connsiteY2" fmla="*/ 112012 h 119398"/>
                    <a:gd name="connsiteX3" fmla="*/ 872 w 119226"/>
                    <a:gd name="connsiteY3" fmla="*/ 6395 h 119398"/>
                    <a:gd name="connsiteX4" fmla="*/ 7214 w 119226"/>
                    <a:gd name="connsiteY4" fmla="*/ 0 h 119398"/>
                    <a:gd name="connsiteX5" fmla="*/ 111339 w 119226"/>
                    <a:gd name="connsiteY5" fmla="*/ 1982 h 119398"/>
                    <a:gd name="connsiteX6" fmla="*/ 119227 w 119226"/>
                    <a:gd name="connsiteY6" fmla="*/ 10094 h 119398"/>
                    <a:gd name="connsiteX7" fmla="*/ 118341 w 119226"/>
                    <a:gd name="connsiteY7" fmla="*/ 113003 h 119398"/>
                    <a:gd name="connsiteX8" fmla="*/ 111841 w 119226"/>
                    <a:gd name="connsiteY8" fmla="*/ 119398 h 119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9226" h="119398">
                      <a:moveTo>
                        <a:pt x="111841" y="119385"/>
                      </a:moveTo>
                      <a:lnTo>
                        <a:pt x="6395" y="118513"/>
                      </a:lnTo>
                      <a:cubicBezTo>
                        <a:pt x="2828" y="118486"/>
                        <a:pt x="-39" y="115566"/>
                        <a:pt x="0" y="112012"/>
                      </a:cubicBezTo>
                      <a:lnTo>
                        <a:pt x="872" y="6395"/>
                      </a:lnTo>
                      <a:cubicBezTo>
                        <a:pt x="899" y="2893"/>
                        <a:pt x="3713" y="53"/>
                        <a:pt x="7214" y="0"/>
                      </a:cubicBezTo>
                      <a:lnTo>
                        <a:pt x="111339" y="1982"/>
                      </a:lnTo>
                      <a:cubicBezTo>
                        <a:pt x="115752" y="2061"/>
                        <a:pt x="119266" y="5681"/>
                        <a:pt x="119227" y="10094"/>
                      </a:cubicBezTo>
                      <a:lnTo>
                        <a:pt x="118341" y="113003"/>
                      </a:lnTo>
                      <a:cubicBezTo>
                        <a:pt x="118315" y="116571"/>
                        <a:pt x="115395" y="119438"/>
                        <a:pt x="111841" y="119398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8" name="Forme libre : forme 1247">
                  <a:extLst>
                    <a:ext uri="{FF2B5EF4-FFF2-40B4-BE49-F238E27FC236}">
                      <a16:creationId xmlns:a16="http://schemas.microsoft.com/office/drawing/2014/main" id="{A2DF89E8-44A9-D057-44ED-51AEABCEC844}"/>
                    </a:ext>
                  </a:extLst>
                </p:cNvPr>
                <p:cNvSpPr/>
                <p:nvPr/>
              </p:nvSpPr>
              <p:spPr>
                <a:xfrm>
                  <a:off x="1048872" y="325877"/>
                  <a:ext cx="119226" cy="119398"/>
                </a:xfrm>
                <a:custGeom>
                  <a:avLst/>
                  <a:gdLst>
                    <a:gd name="connsiteX0" fmla="*/ 111841 w 119226"/>
                    <a:gd name="connsiteY0" fmla="*/ 119385 h 119398"/>
                    <a:gd name="connsiteX1" fmla="*/ 6395 w 119226"/>
                    <a:gd name="connsiteY1" fmla="*/ 118513 h 119398"/>
                    <a:gd name="connsiteX2" fmla="*/ 0 w 119226"/>
                    <a:gd name="connsiteY2" fmla="*/ 112012 h 119398"/>
                    <a:gd name="connsiteX3" fmla="*/ 872 w 119226"/>
                    <a:gd name="connsiteY3" fmla="*/ 6395 h 119398"/>
                    <a:gd name="connsiteX4" fmla="*/ 7214 w 119226"/>
                    <a:gd name="connsiteY4" fmla="*/ 0 h 119398"/>
                    <a:gd name="connsiteX5" fmla="*/ 111339 w 119226"/>
                    <a:gd name="connsiteY5" fmla="*/ 1982 h 119398"/>
                    <a:gd name="connsiteX6" fmla="*/ 119227 w 119226"/>
                    <a:gd name="connsiteY6" fmla="*/ 10094 h 119398"/>
                    <a:gd name="connsiteX7" fmla="*/ 118341 w 119226"/>
                    <a:gd name="connsiteY7" fmla="*/ 113003 h 119398"/>
                    <a:gd name="connsiteX8" fmla="*/ 111841 w 119226"/>
                    <a:gd name="connsiteY8" fmla="*/ 119398 h 119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9226" h="119398">
                      <a:moveTo>
                        <a:pt x="111841" y="119385"/>
                      </a:moveTo>
                      <a:lnTo>
                        <a:pt x="6395" y="118513"/>
                      </a:lnTo>
                      <a:cubicBezTo>
                        <a:pt x="2828" y="118486"/>
                        <a:pt x="-39" y="115566"/>
                        <a:pt x="0" y="112012"/>
                      </a:cubicBezTo>
                      <a:lnTo>
                        <a:pt x="872" y="6395"/>
                      </a:lnTo>
                      <a:cubicBezTo>
                        <a:pt x="899" y="2893"/>
                        <a:pt x="3713" y="53"/>
                        <a:pt x="7214" y="0"/>
                      </a:cubicBezTo>
                      <a:lnTo>
                        <a:pt x="111339" y="1982"/>
                      </a:lnTo>
                      <a:cubicBezTo>
                        <a:pt x="115752" y="2061"/>
                        <a:pt x="119266" y="5681"/>
                        <a:pt x="119227" y="10094"/>
                      </a:cubicBezTo>
                      <a:lnTo>
                        <a:pt x="118341" y="113003"/>
                      </a:lnTo>
                      <a:cubicBezTo>
                        <a:pt x="118315" y="116571"/>
                        <a:pt x="115395" y="119438"/>
                        <a:pt x="111841" y="119398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9" name="Forme libre : forme 1248">
                  <a:extLst>
                    <a:ext uri="{FF2B5EF4-FFF2-40B4-BE49-F238E27FC236}">
                      <a16:creationId xmlns:a16="http://schemas.microsoft.com/office/drawing/2014/main" id="{0BF036DF-845A-69D1-8AD8-DC29C8BAD375}"/>
                    </a:ext>
                  </a:extLst>
                </p:cNvPr>
                <p:cNvSpPr/>
                <p:nvPr/>
              </p:nvSpPr>
              <p:spPr>
                <a:xfrm>
                  <a:off x="1074121" y="149376"/>
                  <a:ext cx="93977" cy="156193"/>
                </a:xfrm>
                <a:custGeom>
                  <a:avLst/>
                  <a:gdLst>
                    <a:gd name="connsiteX0" fmla="*/ 85112 w 93977"/>
                    <a:gd name="connsiteY0" fmla="*/ 156194 h 156193"/>
                    <a:gd name="connsiteX1" fmla="*/ 8865 w 93977"/>
                    <a:gd name="connsiteY1" fmla="*/ 156194 h 156193"/>
                    <a:gd name="connsiteX2" fmla="*/ 0 w 93977"/>
                    <a:gd name="connsiteY2" fmla="*/ 147276 h 156193"/>
                    <a:gd name="connsiteX3" fmla="*/ 0 w 93977"/>
                    <a:gd name="connsiteY3" fmla="*/ 7967 h 156193"/>
                    <a:gd name="connsiteX4" fmla="*/ 7201 w 93977"/>
                    <a:gd name="connsiteY4" fmla="*/ 436 h 156193"/>
                    <a:gd name="connsiteX5" fmla="*/ 85496 w 93977"/>
                    <a:gd name="connsiteY5" fmla="*/ 0 h 156193"/>
                    <a:gd name="connsiteX6" fmla="*/ 93978 w 93977"/>
                    <a:gd name="connsiteY6" fmla="*/ 8918 h 156193"/>
                    <a:gd name="connsiteX7" fmla="*/ 93978 w 93977"/>
                    <a:gd name="connsiteY7" fmla="*/ 147276 h 156193"/>
                    <a:gd name="connsiteX8" fmla="*/ 85112 w 93977"/>
                    <a:gd name="connsiteY8" fmla="*/ 156194 h 1561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3977" h="156193">
                      <a:moveTo>
                        <a:pt x="85112" y="156194"/>
                      </a:moveTo>
                      <a:lnTo>
                        <a:pt x="8865" y="156194"/>
                      </a:lnTo>
                      <a:cubicBezTo>
                        <a:pt x="3964" y="156194"/>
                        <a:pt x="0" y="152204"/>
                        <a:pt x="0" y="147276"/>
                      </a:cubicBezTo>
                      <a:lnTo>
                        <a:pt x="0" y="7967"/>
                      </a:lnTo>
                      <a:cubicBezTo>
                        <a:pt x="0" y="3832"/>
                        <a:pt x="3224" y="462"/>
                        <a:pt x="7201" y="436"/>
                      </a:cubicBezTo>
                      <a:lnTo>
                        <a:pt x="85496" y="0"/>
                      </a:lnTo>
                      <a:cubicBezTo>
                        <a:pt x="90239" y="211"/>
                        <a:pt x="93978" y="4135"/>
                        <a:pt x="93978" y="8918"/>
                      </a:cubicBezTo>
                      <a:lnTo>
                        <a:pt x="93978" y="147276"/>
                      </a:lnTo>
                      <a:cubicBezTo>
                        <a:pt x="93978" y="152204"/>
                        <a:pt x="90014" y="156194"/>
                        <a:pt x="85112" y="156194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50" name="Graphique 1982">
                  <a:extLst>
                    <a:ext uri="{FF2B5EF4-FFF2-40B4-BE49-F238E27FC236}">
                      <a16:creationId xmlns:a16="http://schemas.microsoft.com/office/drawing/2014/main" id="{615EA4BD-0596-1F14-9146-9A1326601420}"/>
                    </a:ext>
                  </a:extLst>
                </p:cNvPr>
                <p:cNvGrpSpPr/>
                <p:nvPr/>
              </p:nvGrpSpPr>
              <p:grpSpPr>
                <a:xfrm>
                  <a:off x="782939" y="29172"/>
                  <a:ext cx="99619" cy="24945"/>
                  <a:chOff x="782939" y="29172"/>
                  <a:chExt cx="99619" cy="24945"/>
                </a:xfrm>
                <a:solidFill>
                  <a:srgbClr val="FFFFFF"/>
                </a:solidFill>
              </p:grpSpPr>
              <p:sp>
                <p:nvSpPr>
                  <p:cNvPr id="1251" name="Forme libre : forme 1250">
                    <a:extLst>
                      <a:ext uri="{FF2B5EF4-FFF2-40B4-BE49-F238E27FC236}">
                        <a16:creationId xmlns:a16="http://schemas.microsoft.com/office/drawing/2014/main" id="{FB46EEBD-7180-C5B6-57DF-783D669F440B}"/>
                      </a:ext>
                    </a:extLst>
                  </p:cNvPr>
                  <p:cNvSpPr/>
                  <p:nvPr/>
                </p:nvSpPr>
                <p:spPr>
                  <a:xfrm>
                    <a:off x="858512" y="29172"/>
                    <a:ext cx="24046" cy="24046"/>
                  </a:xfrm>
                  <a:custGeom>
                    <a:avLst/>
                    <a:gdLst>
                      <a:gd name="connsiteX0" fmla="*/ 12023 w 24046"/>
                      <a:gd name="connsiteY0" fmla="*/ 24046 h 24046"/>
                      <a:gd name="connsiteX1" fmla="*/ 0 w 24046"/>
                      <a:gd name="connsiteY1" fmla="*/ 12023 h 24046"/>
                      <a:gd name="connsiteX2" fmla="*/ 12023 w 24046"/>
                      <a:gd name="connsiteY2" fmla="*/ 0 h 24046"/>
                      <a:gd name="connsiteX3" fmla="*/ 24046 w 24046"/>
                      <a:gd name="connsiteY3" fmla="*/ 12023 h 24046"/>
                      <a:gd name="connsiteX4" fmla="*/ 12023 w 24046"/>
                      <a:gd name="connsiteY4" fmla="*/ 24046 h 24046"/>
                      <a:gd name="connsiteX5" fmla="*/ 12023 w 24046"/>
                      <a:gd name="connsiteY5" fmla="*/ 1770 h 24046"/>
                      <a:gd name="connsiteX6" fmla="*/ 1784 w 24046"/>
                      <a:gd name="connsiteY6" fmla="*/ 12010 h 24046"/>
                      <a:gd name="connsiteX7" fmla="*/ 12023 w 24046"/>
                      <a:gd name="connsiteY7" fmla="*/ 22249 h 24046"/>
                      <a:gd name="connsiteX8" fmla="*/ 22262 w 24046"/>
                      <a:gd name="connsiteY8" fmla="*/ 12010 h 24046"/>
                      <a:gd name="connsiteX9" fmla="*/ 12023 w 24046"/>
                      <a:gd name="connsiteY9" fmla="*/ 1770 h 240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4046" h="24046">
                        <a:moveTo>
                          <a:pt x="12023" y="24046"/>
                        </a:moveTo>
                        <a:cubicBezTo>
                          <a:pt x="5391" y="24046"/>
                          <a:pt x="0" y="18656"/>
                          <a:pt x="0" y="12023"/>
                        </a:cubicBezTo>
                        <a:cubicBezTo>
                          <a:pt x="0" y="5391"/>
                          <a:pt x="5391" y="0"/>
                          <a:pt x="12023" y="0"/>
                        </a:cubicBezTo>
                        <a:cubicBezTo>
                          <a:pt x="18656" y="0"/>
                          <a:pt x="24046" y="5391"/>
                          <a:pt x="24046" y="12023"/>
                        </a:cubicBezTo>
                        <a:cubicBezTo>
                          <a:pt x="24046" y="18656"/>
                          <a:pt x="18656" y="24046"/>
                          <a:pt x="12023" y="24046"/>
                        </a:cubicBezTo>
                        <a:close/>
                        <a:moveTo>
                          <a:pt x="12023" y="1770"/>
                        </a:moveTo>
                        <a:cubicBezTo>
                          <a:pt x="6381" y="1770"/>
                          <a:pt x="1784" y="6368"/>
                          <a:pt x="1784" y="12010"/>
                        </a:cubicBezTo>
                        <a:cubicBezTo>
                          <a:pt x="1784" y="17651"/>
                          <a:pt x="6381" y="22249"/>
                          <a:pt x="12023" y="22249"/>
                        </a:cubicBezTo>
                        <a:cubicBezTo>
                          <a:pt x="17665" y="22249"/>
                          <a:pt x="22262" y="17651"/>
                          <a:pt x="22262" y="12010"/>
                        </a:cubicBezTo>
                        <a:cubicBezTo>
                          <a:pt x="22262" y="6368"/>
                          <a:pt x="17665" y="1770"/>
                          <a:pt x="12023" y="177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2" name="Forme libre : forme 1251">
                    <a:extLst>
                      <a:ext uri="{FF2B5EF4-FFF2-40B4-BE49-F238E27FC236}">
                        <a16:creationId xmlns:a16="http://schemas.microsoft.com/office/drawing/2014/main" id="{53ED93EE-FA5F-4D37-B631-EC0B0C2DC8FC}"/>
                      </a:ext>
                    </a:extLst>
                  </p:cNvPr>
                  <p:cNvSpPr/>
                  <p:nvPr/>
                </p:nvSpPr>
                <p:spPr>
                  <a:xfrm>
                    <a:off x="819972" y="30071"/>
                    <a:ext cx="24046" cy="24046"/>
                  </a:xfrm>
                  <a:custGeom>
                    <a:avLst/>
                    <a:gdLst>
                      <a:gd name="connsiteX0" fmla="*/ 12023 w 24046"/>
                      <a:gd name="connsiteY0" fmla="*/ 24046 h 24046"/>
                      <a:gd name="connsiteX1" fmla="*/ 0 w 24046"/>
                      <a:gd name="connsiteY1" fmla="*/ 12023 h 24046"/>
                      <a:gd name="connsiteX2" fmla="*/ 12023 w 24046"/>
                      <a:gd name="connsiteY2" fmla="*/ 0 h 24046"/>
                      <a:gd name="connsiteX3" fmla="*/ 24046 w 24046"/>
                      <a:gd name="connsiteY3" fmla="*/ 12023 h 24046"/>
                      <a:gd name="connsiteX4" fmla="*/ 12023 w 24046"/>
                      <a:gd name="connsiteY4" fmla="*/ 24046 h 24046"/>
                      <a:gd name="connsiteX5" fmla="*/ 12023 w 24046"/>
                      <a:gd name="connsiteY5" fmla="*/ 1770 h 24046"/>
                      <a:gd name="connsiteX6" fmla="*/ 1784 w 24046"/>
                      <a:gd name="connsiteY6" fmla="*/ 12010 h 24046"/>
                      <a:gd name="connsiteX7" fmla="*/ 12023 w 24046"/>
                      <a:gd name="connsiteY7" fmla="*/ 22249 h 24046"/>
                      <a:gd name="connsiteX8" fmla="*/ 22262 w 24046"/>
                      <a:gd name="connsiteY8" fmla="*/ 12010 h 24046"/>
                      <a:gd name="connsiteX9" fmla="*/ 12023 w 24046"/>
                      <a:gd name="connsiteY9" fmla="*/ 1770 h 240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4046" h="24046">
                        <a:moveTo>
                          <a:pt x="12023" y="24046"/>
                        </a:moveTo>
                        <a:cubicBezTo>
                          <a:pt x="5391" y="24046"/>
                          <a:pt x="0" y="18656"/>
                          <a:pt x="0" y="12023"/>
                        </a:cubicBezTo>
                        <a:cubicBezTo>
                          <a:pt x="0" y="5391"/>
                          <a:pt x="5391" y="0"/>
                          <a:pt x="12023" y="0"/>
                        </a:cubicBezTo>
                        <a:cubicBezTo>
                          <a:pt x="18656" y="0"/>
                          <a:pt x="24046" y="5391"/>
                          <a:pt x="24046" y="12023"/>
                        </a:cubicBezTo>
                        <a:cubicBezTo>
                          <a:pt x="24046" y="18656"/>
                          <a:pt x="18656" y="24046"/>
                          <a:pt x="12023" y="24046"/>
                        </a:cubicBezTo>
                        <a:close/>
                        <a:moveTo>
                          <a:pt x="12023" y="1770"/>
                        </a:moveTo>
                        <a:cubicBezTo>
                          <a:pt x="6381" y="1770"/>
                          <a:pt x="1784" y="6368"/>
                          <a:pt x="1784" y="12010"/>
                        </a:cubicBezTo>
                        <a:cubicBezTo>
                          <a:pt x="1784" y="17651"/>
                          <a:pt x="6381" y="22249"/>
                          <a:pt x="12023" y="22249"/>
                        </a:cubicBezTo>
                        <a:cubicBezTo>
                          <a:pt x="17665" y="22249"/>
                          <a:pt x="22262" y="17651"/>
                          <a:pt x="22262" y="12010"/>
                        </a:cubicBezTo>
                        <a:cubicBezTo>
                          <a:pt x="22262" y="6368"/>
                          <a:pt x="17665" y="1770"/>
                          <a:pt x="12023" y="177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53" name="Forme libre : forme 1252">
                    <a:extLst>
                      <a:ext uri="{FF2B5EF4-FFF2-40B4-BE49-F238E27FC236}">
                        <a16:creationId xmlns:a16="http://schemas.microsoft.com/office/drawing/2014/main" id="{24D230B0-9D85-0100-13A7-CEA950D31979}"/>
                      </a:ext>
                    </a:extLst>
                  </p:cNvPr>
                  <p:cNvSpPr/>
                  <p:nvPr/>
                </p:nvSpPr>
                <p:spPr>
                  <a:xfrm>
                    <a:off x="782939" y="30071"/>
                    <a:ext cx="24046" cy="24046"/>
                  </a:xfrm>
                  <a:custGeom>
                    <a:avLst/>
                    <a:gdLst>
                      <a:gd name="connsiteX0" fmla="*/ 12023 w 24046"/>
                      <a:gd name="connsiteY0" fmla="*/ 24046 h 24046"/>
                      <a:gd name="connsiteX1" fmla="*/ 0 w 24046"/>
                      <a:gd name="connsiteY1" fmla="*/ 12023 h 24046"/>
                      <a:gd name="connsiteX2" fmla="*/ 12023 w 24046"/>
                      <a:gd name="connsiteY2" fmla="*/ 0 h 24046"/>
                      <a:gd name="connsiteX3" fmla="*/ 24046 w 24046"/>
                      <a:gd name="connsiteY3" fmla="*/ 12023 h 24046"/>
                      <a:gd name="connsiteX4" fmla="*/ 12023 w 24046"/>
                      <a:gd name="connsiteY4" fmla="*/ 24046 h 24046"/>
                      <a:gd name="connsiteX5" fmla="*/ 12023 w 24046"/>
                      <a:gd name="connsiteY5" fmla="*/ 1770 h 24046"/>
                      <a:gd name="connsiteX6" fmla="*/ 1784 w 24046"/>
                      <a:gd name="connsiteY6" fmla="*/ 12010 h 24046"/>
                      <a:gd name="connsiteX7" fmla="*/ 12023 w 24046"/>
                      <a:gd name="connsiteY7" fmla="*/ 22249 h 24046"/>
                      <a:gd name="connsiteX8" fmla="*/ 22262 w 24046"/>
                      <a:gd name="connsiteY8" fmla="*/ 12010 h 24046"/>
                      <a:gd name="connsiteX9" fmla="*/ 12023 w 24046"/>
                      <a:gd name="connsiteY9" fmla="*/ 1770 h 240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4046" h="24046">
                        <a:moveTo>
                          <a:pt x="12023" y="24046"/>
                        </a:moveTo>
                        <a:cubicBezTo>
                          <a:pt x="5391" y="24046"/>
                          <a:pt x="0" y="18656"/>
                          <a:pt x="0" y="12023"/>
                        </a:cubicBezTo>
                        <a:cubicBezTo>
                          <a:pt x="0" y="5391"/>
                          <a:pt x="5391" y="0"/>
                          <a:pt x="12023" y="0"/>
                        </a:cubicBezTo>
                        <a:cubicBezTo>
                          <a:pt x="18656" y="0"/>
                          <a:pt x="24046" y="5391"/>
                          <a:pt x="24046" y="12023"/>
                        </a:cubicBezTo>
                        <a:cubicBezTo>
                          <a:pt x="24046" y="18656"/>
                          <a:pt x="18656" y="24046"/>
                          <a:pt x="12023" y="24046"/>
                        </a:cubicBezTo>
                        <a:close/>
                        <a:moveTo>
                          <a:pt x="12023" y="1770"/>
                        </a:moveTo>
                        <a:cubicBezTo>
                          <a:pt x="6381" y="1770"/>
                          <a:pt x="1784" y="6368"/>
                          <a:pt x="1784" y="12010"/>
                        </a:cubicBezTo>
                        <a:cubicBezTo>
                          <a:pt x="1784" y="17651"/>
                          <a:pt x="6381" y="22249"/>
                          <a:pt x="12023" y="22249"/>
                        </a:cubicBezTo>
                        <a:cubicBezTo>
                          <a:pt x="17665" y="22249"/>
                          <a:pt x="22262" y="17651"/>
                          <a:pt x="22262" y="12010"/>
                        </a:cubicBezTo>
                        <a:cubicBezTo>
                          <a:pt x="22262" y="6368"/>
                          <a:pt x="17665" y="1770"/>
                          <a:pt x="12023" y="177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240" name="Graphique 1982">
                <a:extLst>
                  <a:ext uri="{FF2B5EF4-FFF2-40B4-BE49-F238E27FC236}">
                    <a16:creationId xmlns:a16="http://schemas.microsoft.com/office/drawing/2014/main" id="{45A0643C-8ABB-7EF2-C4D0-4AED21AFFC6D}"/>
                  </a:ext>
                </a:extLst>
              </p:cNvPr>
              <p:cNvGrpSpPr/>
              <p:nvPr/>
            </p:nvGrpSpPr>
            <p:grpSpPr>
              <a:xfrm>
                <a:off x="897659" y="188801"/>
                <a:ext cx="59414" cy="59414"/>
                <a:chOff x="897659" y="188801"/>
                <a:chExt cx="59414" cy="59414"/>
              </a:xfrm>
              <a:solidFill>
                <a:srgbClr val="FFFFFF"/>
              </a:solidFill>
            </p:grpSpPr>
            <p:sp>
              <p:nvSpPr>
                <p:cNvPr id="1241" name="Forme libre : forme 1240">
                  <a:extLst>
                    <a:ext uri="{FF2B5EF4-FFF2-40B4-BE49-F238E27FC236}">
                      <a16:creationId xmlns:a16="http://schemas.microsoft.com/office/drawing/2014/main" id="{D6515E3F-AF9E-8264-583B-16CE423FEE48}"/>
                    </a:ext>
                  </a:extLst>
                </p:cNvPr>
                <p:cNvSpPr/>
                <p:nvPr/>
              </p:nvSpPr>
              <p:spPr>
                <a:xfrm>
                  <a:off x="897659" y="188801"/>
                  <a:ext cx="59414" cy="59414"/>
                </a:xfrm>
                <a:custGeom>
                  <a:avLst/>
                  <a:gdLst>
                    <a:gd name="connsiteX0" fmla="*/ 29727 w 59414"/>
                    <a:gd name="connsiteY0" fmla="*/ 59415 h 59414"/>
                    <a:gd name="connsiteX1" fmla="*/ 0 w 59414"/>
                    <a:gd name="connsiteY1" fmla="*/ 29727 h 59414"/>
                    <a:gd name="connsiteX2" fmla="*/ 29688 w 59414"/>
                    <a:gd name="connsiteY2" fmla="*/ 0 h 59414"/>
                    <a:gd name="connsiteX3" fmla="*/ 59415 w 59414"/>
                    <a:gd name="connsiteY3" fmla="*/ 29688 h 59414"/>
                    <a:gd name="connsiteX4" fmla="*/ 59415 w 59414"/>
                    <a:gd name="connsiteY4" fmla="*/ 29714 h 59414"/>
                    <a:gd name="connsiteX5" fmla="*/ 29727 w 59414"/>
                    <a:gd name="connsiteY5" fmla="*/ 59402 h 59414"/>
                    <a:gd name="connsiteX6" fmla="*/ 29727 w 59414"/>
                    <a:gd name="connsiteY6" fmla="*/ 1757 h 59414"/>
                    <a:gd name="connsiteX7" fmla="*/ 1757 w 59414"/>
                    <a:gd name="connsiteY7" fmla="*/ 29701 h 59414"/>
                    <a:gd name="connsiteX8" fmla="*/ 29701 w 59414"/>
                    <a:gd name="connsiteY8" fmla="*/ 57671 h 59414"/>
                    <a:gd name="connsiteX9" fmla="*/ 57671 w 59414"/>
                    <a:gd name="connsiteY9" fmla="*/ 29727 h 59414"/>
                    <a:gd name="connsiteX10" fmla="*/ 57671 w 59414"/>
                    <a:gd name="connsiteY10" fmla="*/ 29701 h 59414"/>
                    <a:gd name="connsiteX11" fmla="*/ 29727 w 59414"/>
                    <a:gd name="connsiteY11" fmla="*/ 1757 h 59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9414" h="59414">
                      <a:moveTo>
                        <a:pt x="29727" y="59415"/>
                      </a:moveTo>
                      <a:cubicBezTo>
                        <a:pt x="13318" y="59415"/>
                        <a:pt x="0" y="46097"/>
                        <a:pt x="0" y="29727"/>
                      </a:cubicBezTo>
                      <a:cubicBezTo>
                        <a:pt x="0" y="13357"/>
                        <a:pt x="13318" y="0"/>
                        <a:pt x="29688" y="0"/>
                      </a:cubicBezTo>
                      <a:cubicBezTo>
                        <a:pt x="46057" y="0"/>
                        <a:pt x="59415" y="13318"/>
                        <a:pt x="59415" y="29688"/>
                      </a:cubicBezTo>
                      <a:lnTo>
                        <a:pt x="59415" y="29714"/>
                      </a:lnTo>
                      <a:cubicBezTo>
                        <a:pt x="59415" y="46084"/>
                        <a:pt x="46097" y="59402"/>
                        <a:pt x="29727" y="59402"/>
                      </a:cubicBezTo>
                      <a:close/>
                      <a:moveTo>
                        <a:pt x="29727" y="1757"/>
                      </a:moveTo>
                      <a:cubicBezTo>
                        <a:pt x="14296" y="1757"/>
                        <a:pt x="1757" y="14296"/>
                        <a:pt x="1757" y="29701"/>
                      </a:cubicBezTo>
                      <a:cubicBezTo>
                        <a:pt x="1757" y="45106"/>
                        <a:pt x="14296" y="57671"/>
                        <a:pt x="29701" y="57671"/>
                      </a:cubicBezTo>
                      <a:cubicBezTo>
                        <a:pt x="45106" y="57671"/>
                        <a:pt x="57671" y="45133"/>
                        <a:pt x="57671" y="29727"/>
                      </a:cubicBezTo>
                      <a:lnTo>
                        <a:pt x="57671" y="29701"/>
                      </a:lnTo>
                      <a:cubicBezTo>
                        <a:pt x="57671" y="14296"/>
                        <a:pt x="45133" y="1757"/>
                        <a:pt x="29727" y="175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2" name="Forme libre : forme 1241">
                  <a:extLst>
                    <a:ext uri="{FF2B5EF4-FFF2-40B4-BE49-F238E27FC236}">
                      <a16:creationId xmlns:a16="http://schemas.microsoft.com/office/drawing/2014/main" id="{2356AEB5-FF2F-804C-F2B6-89D4A0271C81}"/>
                    </a:ext>
                  </a:extLst>
                </p:cNvPr>
                <p:cNvSpPr/>
                <p:nvPr/>
              </p:nvSpPr>
              <p:spPr>
                <a:xfrm>
                  <a:off x="916948" y="203163"/>
                  <a:ext cx="30865" cy="30268"/>
                </a:xfrm>
                <a:custGeom>
                  <a:avLst/>
                  <a:gdLst>
                    <a:gd name="connsiteX0" fmla="*/ 2234 w 30865"/>
                    <a:gd name="connsiteY0" fmla="*/ 30269 h 30268"/>
                    <a:gd name="connsiteX1" fmla="*/ 701 w 30865"/>
                    <a:gd name="connsiteY1" fmla="*/ 28776 h 30268"/>
                    <a:gd name="connsiteX2" fmla="*/ 1 w 30865"/>
                    <a:gd name="connsiteY2" fmla="*/ 2550 h 30268"/>
                    <a:gd name="connsiteX3" fmla="*/ 1124 w 30865"/>
                    <a:gd name="connsiteY3" fmla="*/ 409 h 30268"/>
                    <a:gd name="connsiteX4" fmla="*/ 3529 w 30865"/>
                    <a:gd name="connsiteY4" fmla="*/ 237 h 30268"/>
                    <a:gd name="connsiteX5" fmla="*/ 29438 w 30865"/>
                    <a:gd name="connsiteY5" fmla="*/ 12353 h 30268"/>
                    <a:gd name="connsiteX6" fmla="*/ 30865 w 30865"/>
                    <a:gd name="connsiteY6" fmla="*/ 14533 h 30268"/>
                    <a:gd name="connsiteX7" fmla="*/ 29557 w 30865"/>
                    <a:gd name="connsiteY7" fmla="*/ 16779 h 30268"/>
                    <a:gd name="connsiteX8" fmla="*/ 6687 w 30865"/>
                    <a:gd name="connsiteY8" fmla="*/ 28974 h 30268"/>
                    <a:gd name="connsiteX9" fmla="*/ 4612 w 30865"/>
                    <a:gd name="connsiteY9" fmla="*/ 28340 h 30268"/>
                    <a:gd name="connsiteX10" fmla="*/ 5246 w 30865"/>
                    <a:gd name="connsiteY10" fmla="*/ 26265 h 30268"/>
                    <a:gd name="connsiteX11" fmla="*/ 27060 w 30865"/>
                    <a:gd name="connsiteY11" fmla="*/ 14639 h 30268"/>
                    <a:gd name="connsiteX12" fmla="*/ 3119 w 30865"/>
                    <a:gd name="connsiteY12" fmla="*/ 3435 h 30268"/>
                    <a:gd name="connsiteX13" fmla="*/ 3793 w 30865"/>
                    <a:gd name="connsiteY13" fmla="*/ 28696 h 30268"/>
                    <a:gd name="connsiteX14" fmla="*/ 2300 w 30865"/>
                    <a:gd name="connsiteY14" fmla="*/ 30269 h 30268"/>
                    <a:gd name="connsiteX15" fmla="*/ 2260 w 30865"/>
                    <a:gd name="connsiteY15" fmla="*/ 30269 h 30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0865" h="30268">
                      <a:moveTo>
                        <a:pt x="2234" y="30269"/>
                      </a:moveTo>
                      <a:cubicBezTo>
                        <a:pt x="1402" y="30269"/>
                        <a:pt x="715" y="29608"/>
                        <a:pt x="701" y="28776"/>
                      </a:cubicBezTo>
                      <a:lnTo>
                        <a:pt x="1" y="2550"/>
                      </a:lnTo>
                      <a:cubicBezTo>
                        <a:pt x="-25" y="1691"/>
                        <a:pt x="398" y="885"/>
                        <a:pt x="1124" y="409"/>
                      </a:cubicBezTo>
                      <a:cubicBezTo>
                        <a:pt x="1851" y="-66"/>
                        <a:pt x="2749" y="-132"/>
                        <a:pt x="3529" y="237"/>
                      </a:cubicBezTo>
                      <a:lnTo>
                        <a:pt x="29438" y="12353"/>
                      </a:lnTo>
                      <a:cubicBezTo>
                        <a:pt x="30297" y="12749"/>
                        <a:pt x="30838" y="13582"/>
                        <a:pt x="30865" y="14533"/>
                      </a:cubicBezTo>
                      <a:cubicBezTo>
                        <a:pt x="30891" y="15471"/>
                        <a:pt x="30389" y="16343"/>
                        <a:pt x="29557" y="16779"/>
                      </a:cubicBezTo>
                      <a:lnTo>
                        <a:pt x="6687" y="28974"/>
                      </a:lnTo>
                      <a:cubicBezTo>
                        <a:pt x="5933" y="29370"/>
                        <a:pt x="5009" y="29093"/>
                        <a:pt x="4612" y="28340"/>
                      </a:cubicBezTo>
                      <a:cubicBezTo>
                        <a:pt x="4216" y="27587"/>
                        <a:pt x="4493" y="26662"/>
                        <a:pt x="5246" y="26265"/>
                      </a:cubicBezTo>
                      <a:lnTo>
                        <a:pt x="27060" y="14639"/>
                      </a:lnTo>
                      <a:lnTo>
                        <a:pt x="3119" y="3435"/>
                      </a:lnTo>
                      <a:lnTo>
                        <a:pt x="3793" y="28696"/>
                      </a:lnTo>
                      <a:cubicBezTo>
                        <a:pt x="3819" y="29542"/>
                        <a:pt x="3146" y="30255"/>
                        <a:pt x="2300" y="30269"/>
                      </a:cubicBezTo>
                      <a:cubicBezTo>
                        <a:pt x="2287" y="30269"/>
                        <a:pt x="2274" y="30269"/>
                        <a:pt x="2260" y="3026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192" name="Graphique 1982">
              <a:extLst>
                <a:ext uri="{FF2B5EF4-FFF2-40B4-BE49-F238E27FC236}">
                  <a16:creationId xmlns:a16="http://schemas.microsoft.com/office/drawing/2014/main" id="{49A8B6FB-9D7A-035C-1B29-A5D08BFFDA32}"/>
                </a:ext>
              </a:extLst>
            </p:cNvPr>
            <p:cNvGrpSpPr/>
            <p:nvPr/>
          </p:nvGrpSpPr>
          <p:grpSpPr>
            <a:xfrm>
              <a:off x="500980" y="819746"/>
              <a:ext cx="209080" cy="139820"/>
              <a:chOff x="500980" y="819746"/>
              <a:chExt cx="209080" cy="139820"/>
            </a:xfrm>
            <a:solidFill>
              <a:srgbClr val="FFD040"/>
            </a:solidFill>
          </p:grpSpPr>
          <p:sp>
            <p:nvSpPr>
              <p:cNvPr id="1236" name="Forme libre : forme 1235">
                <a:extLst>
                  <a:ext uri="{FF2B5EF4-FFF2-40B4-BE49-F238E27FC236}">
                    <a16:creationId xmlns:a16="http://schemas.microsoft.com/office/drawing/2014/main" id="{64AF5FD0-F017-FF1B-F257-334D5E606AE6}"/>
                  </a:ext>
                </a:extLst>
              </p:cNvPr>
              <p:cNvSpPr/>
              <p:nvPr/>
            </p:nvSpPr>
            <p:spPr>
              <a:xfrm>
                <a:off x="500980" y="819746"/>
                <a:ext cx="172720" cy="107658"/>
              </a:xfrm>
              <a:custGeom>
                <a:avLst/>
                <a:gdLst>
                  <a:gd name="connsiteX0" fmla="*/ 303 w 172720"/>
                  <a:gd name="connsiteY0" fmla="*/ 5100 h 107658"/>
                  <a:gd name="connsiteX1" fmla="*/ 158624 w 172720"/>
                  <a:gd name="connsiteY1" fmla="*/ 107652 h 107658"/>
                  <a:gd name="connsiteX2" fmla="*/ 172721 w 172720"/>
                  <a:gd name="connsiteY2" fmla="*/ 85892 h 107658"/>
                  <a:gd name="connsiteX3" fmla="*/ 69283 w 172720"/>
                  <a:gd name="connsiteY3" fmla="*/ 4426 h 107658"/>
                  <a:gd name="connsiteX4" fmla="*/ 62823 w 172720"/>
                  <a:gd name="connsiteY4" fmla="*/ 0 h 107658"/>
                  <a:gd name="connsiteX5" fmla="*/ 3672 w 172720"/>
                  <a:gd name="connsiteY5" fmla="*/ 0 h 107658"/>
                  <a:gd name="connsiteX6" fmla="*/ 303 w 172720"/>
                  <a:gd name="connsiteY6" fmla="*/ 5100 h 107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2720" h="107658">
                    <a:moveTo>
                      <a:pt x="303" y="5100"/>
                    </a:moveTo>
                    <a:cubicBezTo>
                      <a:pt x="29515" y="72283"/>
                      <a:pt x="106859" y="108207"/>
                      <a:pt x="158624" y="107652"/>
                    </a:cubicBezTo>
                    <a:lnTo>
                      <a:pt x="172721" y="85892"/>
                    </a:lnTo>
                    <a:cubicBezTo>
                      <a:pt x="122925" y="68901"/>
                      <a:pt x="88520" y="53483"/>
                      <a:pt x="69283" y="4426"/>
                    </a:cubicBezTo>
                    <a:cubicBezTo>
                      <a:pt x="68240" y="1770"/>
                      <a:pt x="65676" y="0"/>
                      <a:pt x="62823" y="0"/>
                    </a:cubicBezTo>
                    <a:lnTo>
                      <a:pt x="3672" y="0"/>
                    </a:lnTo>
                    <a:cubicBezTo>
                      <a:pt x="1043" y="0"/>
                      <a:pt x="-741" y="2695"/>
                      <a:pt x="303" y="5100"/>
                    </a:cubicBezTo>
                    <a:close/>
                  </a:path>
                </a:pathLst>
              </a:custGeom>
              <a:solidFill>
                <a:srgbClr val="FFD040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Forme libre : forme 1236">
                <a:extLst>
                  <a:ext uri="{FF2B5EF4-FFF2-40B4-BE49-F238E27FC236}">
                    <a16:creationId xmlns:a16="http://schemas.microsoft.com/office/drawing/2014/main" id="{89C72547-B8BA-6BD2-7DAC-9C102A8901BD}"/>
                  </a:ext>
                </a:extLst>
              </p:cNvPr>
              <p:cNvSpPr/>
              <p:nvPr/>
            </p:nvSpPr>
            <p:spPr>
              <a:xfrm>
                <a:off x="637324" y="885252"/>
                <a:ext cx="72736" cy="74314"/>
              </a:xfrm>
              <a:custGeom>
                <a:avLst/>
                <a:gdLst>
                  <a:gd name="connsiteX0" fmla="*/ 4364 w 72736"/>
                  <a:gd name="connsiteY0" fmla="*/ 73895 h 74314"/>
                  <a:gd name="connsiteX1" fmla="*/ 71667 w 72736"/>
                  <a:gd name="connsiteY1" fmla="*/ 34642 h 74314"/>
                  <a:gd name="connsiteX2" fmla="*/ 71772 w 72736"/>
                  <a:gd name="connsiteY2" fmla="*/ 30982 h 74314"/>
                  <a:gd name="connsiteX3" fmla="*/ 26204 w 72736"/>
                  <a:gd name="connsiteY3" fmla="*/ 541 h 74314"/>
                  <a:gd name="connsiteX4" fmla="*/ 21355 w 72736"/>
                  <a:gd name="connsiteY4" fmla="*/ 2259 h 74314"/>
                  <a:gd name="connsiteX5" fmla="*/ 136 w 72736"/>
                  <a:gd name="connsiteY5" fmla="*/ 70552 h 74314"/>
                  <a:gd name="connsiteX6" fmla="*/ 4351 w 72736"/>
                  <a:gd name="connsiteY6" fmla="*/ 73908 h 74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736" h="74314">
                    <a:moveTo>
                      <a:pt x="4364" y="73895"/>
                    </a:moveTo>
                    <a:lnTo>
                      <a:pt x="71667" y="34642"/>
                    </a:lnTo>
                    <a:cubicBezTo>
                      <a:pt x="73041" y="33836"/>
                      <a:pt x="73107" y="31867"/>
                      <a:pt x="71772" y="30982"/>
                    </a:cubicBezTo>
                    <a:lnTo>
                      <a:pt x="26204" y="541"/>
                    </a:lnTo>
                    <a:cubicBezTo>
                      <a:pt x="24420" y="-648"/>
                      <a:pt x="21989" y="211"/>
                      <a:pt x="21355" y="2259"/>
                    </a:cubicBezTo>
                    <a:lnTo>
                      <a:pt x="136" y="70552"/>
                    </a:lnTo>
                    <a:cubicBezTo>
                      <a:pt x="-643" y="73076"/>
                      <a:pt x="2078" y="75242"/>
                      <a:pt x="4351" y="73908"/>
                    </a:cubicBezTo>
                    <a:close/>
                  </a:path>
                </a:pathLst>
              </a:custGeom>
              <a:solidFill>
                <a:srgbClr val="FFD040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3" name="Graphique 1982">
              <a:extLst>
                <a:ext uri="{FF2B5EF4-FFF2-40B4-BE49-F238E27FC236}">
                  <a16:creationId xmlns:a16="http://schemas.microsoft.com/office/drawing/2014/main" id="{084FDE94-839A-BB49-D4FD-F51E784264F8}"/>
                </a:ext>
              </a:extLst>
            </p:cNvPr>
            <p:cNvGrpSpPr/>
            <p:nvPr/>
          </p:nvGrpSpPr>
          <p:grpSpPr>
            <a:xfrm>
              <a:off x="513231" y="56400"/>
              <a:ext cx="224923" cy="135962"/>
              <a:chOff x="513231" y="56400"/>
              <a:chExt cx="224923" cy="135962"/>
            </a:xfrm>
            <a:solidFill>
              <a:srgbClr val="FFD040"/>
            </a:solidFill>
          </p:grpSpPr>
          <p:sp>
            <p:nvSpPr>
              <p:cNvPr id="1234" name="Forme libre : forme 1233">
                <a:extLst>
                  <a:ext uri="{FF2B5EF4-FFF2-40B4-BE49-F238E27FC236}">
                    <a16:creationId xmlns:a16="http://schemas.microsoft.com/office/drawing/2014/main" id="{CBFAF9D7-DD13-878B-9764-B6769BD6EADD}"/>
                  </a:ext>
                </a:extLst>
              </p:cNvPr>
              <p:cNvSpPr/>
              <p:nvPr/>
            </p:nvSpPr>
            <p:spPr>
              <a:xfrm>
                <a:off x="513231" y="89259"/>
                <a:ext cx="176509" cy="103103"/>
              </a:xfrm>
              <a:custGeom>
                <a:avLst/>
                <a:gdLst>
                  <a:gd name="connsiteX0" fmla="*/ 378 w 176509"/>
                  <a:gd name="connsiteY0" fmla="*/ 94958 h 103103"/>
                  <a:gd name="connsiteX1" fmla="*/ 163482 w 176509"/>
                  <a:gd name="connsiteY1" fmla="*/ 200 h 103103"/>
                  <a:gd name="connsiteX2" fmla="*/ 176509 w 176509"/>
                  <a:gd name="connsiteY2" fmla="*/ 22621 h 103103"/>
                  <a:gd name="connsiteX3" fmla="*/ 69240 w 176509"/>
                  <a:gd name="connsiteY3" fmla="*/ 98987 h 103103"/>
                  <a:gd name="connsiteX4" fmla="*/ 62581 w 176509"/>
                  <a:gd name="connsiteY4" fmla="*/ 103096 h 103103"/>
                  <a:gd name="connsiteX5" fmla="*/ 3496 w 176509"/>
                  <a:gd name="connsiteY5" fmla="*/ 100229 h 103103"/>
                  <a:gd name="connsiteX6" fmla="*/ 378 w 176509"/>
                  <a:gd name="connsiteY6" fmla="*/ 94971 h 103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6509" h="103103">
                    <a:moveTo>
                      <a:pt x="378" y="94958"/>
                    </a:moveTo>
                    <a:cubicBezTo>
                      <a:pt x="32801" y="29267"/>
                      <a:pt x="111796" y="-2865"/>
                      <a:pt x="163482" y="200"/>
                    </a:cubicBezTo>
                    <a:lnTo>
                      <a:pt x="176509" y="22621"/>
                    </a:lnTo>
                    <a:cubicBezTo>
                      <a:pt x="125946" y="37181"/>
                      <a:pt x="90829" y="50908"/>
                      <a:pt x="69240" y="98987"/>
                    </a:cubicBezTo>
                    <a:cubicBezTo>
                      <a:pt x="68064" y="101590"/>
                      <a:pt x="65435" y="103228"/>
                      <a:pt x="62581" y="103096"/>
                    </a:cubicBezTo>
                    <a:lnTo>
                      <a:pt x="3496" y="100229"/>
                    </a:lnTo>
                    <a:cubicBezTo>
                      <a:pt x="867" y="100097"/>
                      <a:pt x="-784" y="97323"/>
                      <a:pt x="378" y="94971"/>
                    </a:cubicBezTo>
                    <a:close/>
                  </a:path>
                </a:pathLst>
              </a:custGeom>
              <a:solidFill>
                <a:srgbClr val="FFD040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Forme libre : forme 1234">
                <a:extLst>
                  <a:ext uri="{FF2B5EF4-FFF2-40B4-BE49-F238E27FC236}">
                    <a16:creationId xmlns:a16="http://schemas.microsoft.com/office/drawing/2014/main" id="{4CA44A0E-AF69-B1A2-DC65-8CA9AED320B5}"/>
                  </a:ext>
                </a:extLst>
              </p:cNvPr>
              <p:cNvSpPr/>
              <p:nvPr/>
            </p:nvSpPr>
            <p:spPr>
              <a:xfrm>
                <a:off x="655873" y="56400"/>
                <a:ext cx="82281" cy="75272"/>
              </a:xfrm>
              <a:custGeom>
                <a:avLst/>
                <a:gdLst>
                  <a:gd name="connsiteX0" fmla="*/ 4484 w 82281"/>
                  <a:gd name="connsiteY0" fmla="*/ 478 h 75272"/>
                  <a:gd name="connsiteX1" fmla="*/ 77785 w 82281"/>
                  <a:gd name="connsiteY1" fmla="*/ 22860 h 75272"/>
                  <a:gd name="connsiteX2" fmla="*/ 79621 w 82281"/>
                  <a:gd name="connsiteY2" fmla="*/ 34090 h 75272"/>
                  <a:gd name="connsiteX3" fmla="*/ 22743 w 82281"/>
                  <a:gd name="connsiteY3" fmla="*/ 74810 h 75272"/>
                  <a:gd name="connsiteX4" fmla="*/ 17987 w 82281"/>
                  <a:gd name="connsiteY4" fmla="*/ 72867 h 75272"/>
                  <a:gd name="connsiteX5" fmla="*/ 98 w 82281"/>
                  <a:gd name="connsiteY5" fmla="*/ 3623 h 75272"/>
                  <a:gd name="connsiteX6" fmla="*/ 4471 w 82281"/>
                  <a:gd name="connsiteY6" fmla="*/ 478 h 75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2281" h="75272">
                    <a:moveTo>
                      <a:pt x="4484" y="478"/>
                    </a:moveTo>
                    <a:lnTo>
                      <a:pt x="77785" y="22860"/>
                    </a:lnTo>
                    <a:cubicBezTo>
                      <a:pt x="82819" y="24392"/>
                      <a:pt x="83902" y="31038"/>
                      <a:pt x="79621" y="34090"/>
                    </a:cubicBezTo>
                    <a:lnTo>
                      <a:pt x="22743" y="74810"/>
                    </a:lnTo>
                    <a:cubicBezTo>
                      <a:pt x="20907" y="75919"/>
                      <a:pt x="18529" y="74942"/>
                      <a:pt x="17987" y="72867"/>
                    </a:cubicBezTo>
                    <a:lnTo>
                      <a:pt x="98" y="3623"/>
                    </a:lnTo>
                    <a:cubicBezTo>
                      <a:pt x="-563" y="1073"/>
                      <a:pt x="2264" y="-962"/>
                      <a:pt x="4471" y="478"/>
                    </a:cubicBezTo>
                    <a:close/>
                  </a:path>
                </a:pathLst>
              </a:custGeom>
              <a:solidFill>
                <a:srgbClr val="FFD040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4" name="Graphique 1982">
              <a:extLst>
                <a:ext uri="{FF2B5EF4-FFF2-40B4-BE49-F238E27FC236}">
                  <a16:creationId xmlns:a16="http://schemas.microsoft.com/office/drawing/2014/main" id="{78756137-1477-C99A-8E49-98FEBCF5E718}"/>
                </a:ext>
              </a:extLst>
            </p:cNvPr>
            <p:cNvGrpSpPr/>
            <p:nvPr/>
          </p:nvGrpSpPr>
          <p:grpSpPr>
            <a:xfrm>
              <a:off x="1244861" y="86956"/>
              <a:ext cx="207611" cy="141870"/>
              <a:chOff x="1244861" y="86956"/>
              <a:chExt cx="207611" cy="141870"/>
            </a:xfrm>
            <a:solidFill>
              <a:srgbClr val="FFD040"/>
            </a:solidFill>
          </p:grpSpPr>
          <p:sp>
            <p:nvSpPr>
              <p:cNvPr id="1232" name="Forme libre : forme 1231">
                <a:extLst>
                  <a:ext uri="{FF2B5EF4-FFF2-40B4-BE49-F238E27FC236}">
                    <a16:creationId xmlns:a16="http://schemas.microsoft.com/office/drawing/2014/main" id="{722B2D9A-BEA4-DDF8-E05D-6A63F5590A1C}"/>
                  </a:ext>
                </a:extLst>
              </p:cNvPr>
              <p:cNvSpPr/>
              <p:nvPr/>
            </p:nvSpPr>
            <p:spPr>
              <a:xfrm>
                <a:off x="1244861" y="86956"/>
                <a:ext cx="169088" cy="113379"/>
              </a:xfrm>
              <a:custGeom>
                <a:avLst/>
                <a:gdLst>
                  <a:gd name="connsiteX0" fmla="*/ 3330 w 169088"/>
                  <a:gd name="connsiteY0" fmla="*/ 561 h 113379"/>
                  <a:gd name="connsiteX1" fmla="*/ 169089 w 169088"/>
                  <a:gd name="connsiteY1" fmla="*/ 90588 h 113379"/>
                  <a:gd name="connsiteX2" fmla="*/ 156709 w 169088"/>
                  <a:gd name="connsiteY2" fmla="*/ 113379 h 113379"/>
                  <a:gd name="connsiteX3" fmla="*/ 35699 w 169088"/>
                  <a:gd name="connsiteY3" fmla="*/ 61469 h 113379"/>
                  <a:gd name="connsiteX4" fmla="*/ 28723 w 169088"/>
                  <a:gd name="connsiteY4" fmla="*/ 57915 h 113379"/>
                  <a:gd name="connsiteX5" fmla="*/ 449 w 169088"/>
                  <a:gd name="connsiteY5" fmla="*/ 5965 h 113379"/>
                  <a:gd name="connsiteX6" fmla="*/ 3330 w 169088"/>
                  <a:gd name="connsiteY6" fmla="*/ 561 h 113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9088" h="113379">
                    <a:moveTo>
                      <a:pt x="3330" y="561"/>
                    </a:moveTo>
                    <a:cubicBezTo>
                      <a:pt x="76300" y="-5913"/>
                      <a:pt x="144818" y="44861"/>
                      <a:pt x="169089" y="90588"/>
                    </a:cubicBezTo>
                    <a:lnTo>
                      <a:pt x="156709" y="113379"/>
                    </a:lnTo>
                    <a:cubicBezTo>
                      <a:pt x="117984" y="77759"/>
                      <a:pt x="87993" y="54916"/>
                      <a:pt x="35699" y="61469"/>
                    </a:cubicBezTo>
                    <a:cubicBezTo>
                      <a:pt x="32859" y="61826"/>
                      <a:pt x="30097" y="60425"/>
                      <a:pt x="28723" y="57915"/>
                    </a:cubicBezTo>
                    <a:lnTo>
                      <a:pt x="449" y="5965"/>
                    </a:lnTo>
                    <a:cubicBezTo>
                      <a:pt x="-806" y="3653"/>
                      <a:pt x="700" y="799"/>
                      <a:pt x="3330" y="561"/>
                    </a:cubicBezTo>
                    <a:close/>
                  </a:path>
                </a:pathLst>
              </a:custGeom>
              <a:solidFill>
                <a:srgbClr val="FFD040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33" name="Forme libre : forme 1232">
                <a:extLst>
                  <a:ext uri="{FF2B5EF4-FFF2-40B4-BE49-F238E27FC236}">
                    <a16:creationId xmlns:a16="http://schemas.microsoft.com/office/drawing/2014/main" id="{A6C066A0-9B3C-2300-C8A1-9BFF076982B5}"/>
                  </a:ext>
                </a:extLst>
              </p:cNvPr>
              <p:cNvSpPr/>
              <p:nvPr/>
            </p:nvSpPr>
            <p:spPr>
              <a:xfrm>
                <a:off x="1377552" y="143657"/>
                <a:ext cx="74920" cy="85169"/>
              </a:xfrm>
              <a:custGeom>
                <a:avLst/>
                <a:gdLst>
                  <a:gd name="connsiteX0" fmla="*/ 55714 w 74920"/>
                  <a:gd name="connsiteY0" fmla="*/ 2984 h 85169"/>
                  <a:gd name="connsiteX1" fmla="*/ 74713 w 74920"/>
                  <a:gd name="connsiteY1" fmla="*/ 77236 h 85169"/>
                  <a:gd name="connsiteX2" fmla="*/ 66072 w 74920"/>
                  <a:gd name="connsiteY2" fmla="*/ 84648 h 85169"/>
                  <a:gd name="connsiteX3" fmla="*/ 1716 w 74920"/>
                  <a:gd name="connsiteY3" fmla="*/ 57246 h 85169"/>
                  <a:gd name="connsiteX4" fmla="*/ 910 w 74920"/>
                  <a:gd name="connsiteY4" fmla="*/ 52173 h 85169"/>
                  <a:gd name="connsiteX5" fmla="*/ 50746 w 74920"/>
                  <a:gd name="connsiteY5" fmla="*/ 883 h 85169"/>
                  <a:gd name="connsiteX6" fmla="*/ 55714 w 74920"/>
                  <a:gd name="connsiteY6" fmla="*/ 2984 h 85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920" h="85169">
                    <a:moveTo>
                      <a:pt x="55714" y="2984"/>
                    </a:moveTo>
                    <a:lnTo>
                      <a:pt x="74713" y="77236"/>
                    </a:lnTo>
                    <a:cubicBezTo>
                      <a:pt x="76021" y="82336"/>
                      <a:pt x="70921" y="86709"/>
                      <a:pt x="66072" y="84648"/>
                    </a:cubicBezTo>
                    <a:lnTo>
                      <a:pt x="1716" y="57246"/>
                    </a:lnTo>
                    <a:cubicBezTo>
                      <a:pt x="-187" y="56255"/>
                      <a:pt x="-583" y="53705"/>
                      <a:pt x="910" y="52173"/>
                    </a:cubicBezTo>
                    <a:lnTo>
                      <a:pt x="50746" y="883"/>
                    </a:lnTo>
                    <a:cubicBezTo>
                      <a:pt x="52583" y="-1006"/>
                      <a:pt x="55793" y="341"/>
                      <a:pt x="55714" y="2984"/>
                    </a:cubicBezTo>
                    <a:close/>
                  </a:path>
                </a:pathLst>
              </a:custGeom>
              <a:solidFill>
                <a:srgbClr val="FFD040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5" name="Graphique 1982">
              <a:extLst>
                <a:ext uri="{FF2B5EF4-FFF2-40B4-BE49-F238E27FC236}">
                  <a16:creationId xmlns:a16="http://schemas.microsoft.com/office/drawing/2014/main" id="{A366D8A2-0FE8-F2DB-8231-6FEF35BB977D}"/>
                </a:ext>
              </a:extLst>
            </p:cNvPr>
            <p:cNvGrpSpPr/>
            <p:nvPr/>
          </p:nvGrpSpPr>
          <p:grpSpPr>
            <a:xfrm>
              <a:off x="1149430" y="673169"/>
              <a:ext cx="178921" cy="162999"/>
              <a:chOff x="1149430" y="673169"/>
              <a:chExt cx="178921" cy="162999"/>
            </a:xfrm>
            <a:solidFill>
              <a:srgbClr val="FFD040"/>
            </a:solidFill>
          </p:grpSpPr>
          <p:sp>
            <p:nvSpPr>
              <p:cNvPr id="1230" name="Forme libre : forme 1229">
                <a:extLst>
                  <a:ext uri="{FF2B5EF4-FFF2-40B4-BE49-F238E27FC236}">
                    <a16:creationId xmlns:a16="http://schemas.microsoft.com/office/drawing/2014/main" id="{12CB251C-9F79-1A65-D66A-989850C954D7}"/>
                  </a:ext>
                </a:extLst>
              </p:cNvPr>
              <p:cNvSpPr/>
              <p:nvPr/>
            </p:nvSpPr>
            <p:spPr>
              <a:xfrm>
                <a:off x="1149430" y="703017"/>
                <a:ext cx="155400" cy="133151"/>
              </a:xfrm>
              <a:custGeom>
                <a:avLst/>
                <a:gdLst>
                  <a:gd name="connsiteX0" fmla="*/ 3857 w 155400"/>
                  <a:gd name="connsiteY0" fmla="*/ 133152 h 133151"/>
                  <a:gd name="connsiteX1" fmla="*/ 155400 w 155400"/>
                  <a:gd name="connsiteY1" fmla="*/ 20836 h 133151"/>
                  <a:gd name="connsiteX2" fmla="*/ 139955 w 155400"/>
                  <a:gd name="connsiteY2" fmla="*/ 0 h 133151"/>
                  <a:gd name="connsiteX3" fmla="*/ 27388 w 155400"/>
                  <a:gd name="connsiteY3" fmla="*/ 68307 h 133151"/>
                  <a:gd name="connsiteX4" fmla="*/ 20980 w 155400"/>
                  <a:gd name="connsiteY4" fmla="*/ 72799 h 133151"/>
                  <a:gd name="connsiteX5" fmla="*/ 237 w 155400"/>
                  <a:gd name="connsiteY5" fmla="*/ 128197 h 133151"/>
                  <a:gd name="connsiteX6" fmla="*/ 3844 w 155400"/>
                  <a:gd name="connsiteY6" fmla="*/ 133139 h 133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400" h="133151">
                    <a:moveTo>
                      <a:pt x="3857" y="133152"/>
                    </a:moveTo>
                    <a:cubicBezTo>
                      <a:pt x="77013" y="129360"/>
                      <a:pt x="137775" y="69509"/>
                      <a:pt x="155400" y="20836"/>
                    </a:cubicBezTo>
                    <a:lnTo>
                      <a:pt x="139955" y="0"/>
                    </a:lnTo>
                    <a:cubicBezTo>
                      <a:pt x="106595" y="40680"/>
                      <a:pt x="80091" y="67501"/>
                      <a:pt x="27388" y="68307"/>
                    </a:cubicBezTo>
                    <a:cubicBezTo>
                      <a:pt x="24534" y="68346"/>
                      <a:pt x="21984" y="70130"/>
                      <a:pt x="20980" y="72799"/>
                    </a:cubicBezTo>
                    <a:lnTo>
                      <a:pt x="237" y="128197"/>
                    </a:lnTo>
                    <a:cubicBezTo>
                      <a:pt x="-688" y="130655"/>
                      <a:pt x="1215" y="133271"/>
                      <a:pt x="3844" y="133139"/>
                    </a:cubicBezTo>
                    <a:close/>
                  </a:path>
                </a:pathLst>
              </a:custGeom>
              <a:solidFill>
                <a:srgbClr val="FFD040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31" name="Forme libre : forme 1230">
                <a:extLst>
                  <a:ext uri="{FF2B5EF4-FFF2-40B4-BE49-F238E27FC236}">
                    <a16:creationId xmlns:a16="http://schemas.microsoft.com/office/drawing/2014/main" id="{D644E0A8-7D56-40EF-36F4-75E826FA3B2B}"/>
                  </a:ext>
                </a:extLst>
              </p:cNvPr>
              <p:cNvSpPr/>
              <p:nvPr/>
            </p:nvSpPr>
            <p:spPr>
              <a:xfrm>
                <a:off x="1265920" y="673169"/>
                <a:ext cx="62431" cy="81989"/>
              </a:xfrm>
              <a:custGeom>
                <a:avLst/>
                <a:gdLst>
                  <a:gd name="connsiteX0" fmla="*/ 62375 w 62431"/>
                  <a:gd name="connsiteY0" fmla="*/ 78587 h 81989"/>
                  <a:gd name="connsiteX1" fmla="*/ 49216 w 62431"/>
                  <a:gd name="connsiteY1" fmla="*/ 1798 h 81989"/>
                  <a:gd name="connsiteX2" fmla="*/ 45820 w 62431"/>
                  <a:gd name="connsiteY2" fmla="*/ 411 h 81989"/>
                  <a:gd name="connsiteX3" fmla="*/ 1335 w 62431"/>
                  <a:gd name="connsiteY3" fmla="*/ 32411 h 81989"/>
                  <a:gd name="connsiteX4" fmla="*/ 1242 w 62431"/>
                  <a:gd name="connsiteY4" fmla="*/ 37550 h 81989"/>
                  <a:gd name="connsiteX5" fmla="*/ 57764 w 62431"/>
                  <a:gd name="connsiteY5" fmla="*/ 81375 h 81989"/>
                  <a:gd name="connsiteX6" fmla="*/ 62388 w 62431"/>
                  <a:gd name="connsiteY6" fmla="*/ 78601 h 81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431" h="81989">
                    <a:moveTo>
                      <a:pt x="62375" y="78587"/>
                    </a:moveTo>
                    <a:lnTo>
                      <a:pt x="49216" y="1798"/>
                    </a:lnTo>
                    <a:cubicBezTo>
                      <a:pt x="48951" y="226"/>
                      <a:pt x="47115" y="-527"/>
                      <a:pt x="45820" y="411"/>
                    </a:cubicBezTo>
                    <a:lnTo>
                      <a:pt x="1335" y="32411"/>
                    </a:lnTo>
                    <a:cubicBezTo>
                      <a:pt x="-409" y="33666"/>
                      <a:pt x="-449" y="36242"/>
                      <a:pt x="1242" y="37550"/>
                    </a:cubicBezTo>
                    <a:lnTo>
                      <a:pt x="57764" y="81375"/>
                    </a:lnTo>
                    <a:cubicBezTo>
                      <a:pt x="59851" y="82987"/>
                      <a:pt x="62824" y="81203"/>
                      <a:pt x="62388" y="78601"/>
                    </a:cubicBezTo>
                    <a:close/>
                  </a:path>
                </a:pathLst>
              </a:custGeom>
              <a:solidFill>
                <a:srgbClr val="FFD040"/>
              </a:solidFill>
              <a:ln w="13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1219170">
                  <a:buClr>
                    <a:srgbClr val="000000"/>
                  </a:buClr>
                </a:pPr>
                <a:endParaRPr lang="fr-FR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6" name="Graphique 1982">
              <a:extLst>
                <a:ext uri="{FF2B5EF4-FFF2-40B4-BE49-F238E27FC236}">
                  <a16:creationId xmlns:a16="http://schemas.microsoft.com/office/drawing/2014/main" id="{B05ADAD6-88A2-D6B5-22A4-E5A569A79F3E}"/>
                </a:ext>
              </a:extLst>
            </p:cNvPr>
            <p:cNvGrpSpPr/>
            <p:nvPr/>
          </p:nvGrpSpPr>
          <p:grpSpPr>
            <a:xfrm>
              <a:off x="1420870" y="725501"/>
              <a:ext cx="436316" cy="429055"/>
              <a:chOff x="1420870" y="725501"/>
              <a:chExt cx="436316" cy="429055"/>
            </a:xfrm>
          </p:grpSpPr>
          <p:grpSp>
            <p:nvGrpSpPr>
              <p:cNvPr id="1197" name="Graphique 1982">
                <a:extLst>
                  <a:ext uri="{FF2B5EF4-FFF2-40B4-BE49-F238E27FC236}">
                    <a16:creationId xmlns:a16="http://schemas.microsoft.com/office/drawing/2014/main" id="{BDD90FD3-AFBD-84EC-FE72-9C3123CD3BF6}"/>
                  </a:ext>
                </a:extLst>
              </p:cNvPr>
              <p:cNvGrpSpPr/>
              <p:nvPr/>
            </p:nvGrpSpPr>
            <p:grpSpPr>
              <a:xfrm>
                <a:off x="1616637" y="973363"/>
                <a:ext cx="134182" cy="155902"/>
                <a:chOff x="1616637" y="973363"/>
                <a:chExt cx="134182" cy="155902"/>
              </a:xfrm>
              <a:solidFill>
                <a:srgbClr val="8078D5"/>
              </a:solidFill>
            </p:grpSpPr>
            <p:sp>
              <p:nvSpPr>
                <p:cNvPr id="1227" name="Forme libre : forme 1226">
                  <a:extLst>
                    <a:ext uri="{FF2B5EF4-FFF2-40B4-BE49-F238E27FC236}">
                      <a16:creationId xmlns:a16="http://schemas.microsoft.com/office/drawing/2014/main" id="{6FA2FD03-DAEF-8E45-B8F2-45D28E168AC8}"/>
                    </a:ext>
                  </a:extLst>
                </p:cNvPr>
                <p:cNvSpPr/>
                <p:nvPr/>
              </p:nvSpPr>
              <p:spPr>
                <a:xfrm>
                  <a:off x="1675880" y="1002892"/>
                  <a:ext cx="11468" cy="123982"/>
                </a:xfrm>
                <a:custGeom>
                  <a:avLst/>
                  <a:gdLst>
                    <a:gd name="connsiteX0" fmla="*/ 0 w 11468"/>
                    <a:gd name="connsiteY0" fmla="*/ 0 h 123982"/>
                    <a:gd name="connsiteX1" fmla="*/ 11468 w 11468"/>
                    <a:gd name="connsiteY1" fmla="*/ 0 h 123982"/>
                    <a:gd name="connsiteX2" fmla="*/ 11468 w 11468"/>
                    <a:gd name="connsiteY2" fmla="*/ 123983 h 123982"/>
                    <a:gd name="connsiteX3" fmla="*/ 0 w 11468"/>
                    <a:gd name="connsiteY3" fmla="*/ 123983 h 1239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68" h="123982">
                      <a:moveTo>
                        <a:pt x="0" y="0"/>
                      </a:moveTo>
                      <a:lnTo>
                        <a:pt x="11468" y="0"/>
                      </a:lnTo>
                      <a:lnTo>
                        <a:pt x="11468" y="123983"/>
                      </a:lnTo>
                      <a:lnTo>
                        <a:pt x="0" y="123983"/>
                      </a:ln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8" name="Forme libre : forme 1227">
                  <a:extLst>
                    <a:ext uri="{FF2B5EF4-FFF2-40B4-BE49-F238E27FC236}">
                      <a16:creationId xmlns:a16="http://schemas.microsoft.com/office/drawing/2014/main" id="{2E9EF7F3-3086-A291-035D-FDA2CC912DE4}"/>
                    </a:ext>
                  </a:extLst>
                </p:cNvPr>
                <p:cNvSpPr/>
                <p:nvPr/>
              </p:nvSpPr>
              <p:spPr>
                <a:xfrm>
                  <a:off x="1631408" y="1121801"/>
                  <a:ext cx="100425" cy="7464"/>
                </a:xfrm>
                <a:custGeom>
                  <a:avLst/>
                  <a:gdLst>
                    <a:gd name="connsiteX0" fmla="*/ 100412 w 100425"/>
                    <a:gd name="connsiteY0" fmla="*/ 7465 h 7464"/>
                    <a:gd name="connsiteX1" fmla="*/ 0 w 100425"/>
                    <a:gd name="connsiteY1" fmla="*/ 7465 h 7464"/>
                    <a:gd name="connsiteX2" fmla="*/ 0 w 100425"/>
                    <a:gd name="connsiteY2" fmla="*/ 2550 h 7464"/>
                    <a:gd name="connsiteX3" fmla="*/ 2550 w 100425"/>
                    <a:gd name="connsiteY3" fmla="*/ 0 h 7464"/>
                    <a:gd name="connsiteX4" fmla="*/ 97677 w 100425"/>
                    <a:gd name="connsiteY4" fmla="*/ 0 h 7464"/>
                    <a:gd name="connsiteX5" fmla="*/ 100425 w 100425"/>
                    <a:gd name="connsiteY5" fmla="*/ 2748 h 7464"/>
                    <a:gd name="connsiteX6" fmla="*/ 100425 w 100425"/>
                    <a:gd name="connsiteY6" fmla="*/ 7465 h 7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425" h="7464">
                      <a:moveTo>
                        <a:pt x="100412" y="7465"/>
                      </a:moveTo>
                      <a:lnTo>
                        <a:pt x="0" y="7465"/>
                      </a:lnTo>
                      <a:lnTo>
                        <a:pt x="0" y="2550"/>
                      </a:lnTo>
                      <a:cubicBezTo>
                        <a:pt x="0" y="1136"/>
                        <a:pt x="1136" y="0"/>
                        <a:pt x="2550" y="0"/>
                      </a:cubicBezTo>
                      <a:lnTo>
                        <a:pt x="97677" y="0"/>
                      </a:lnTo>
                      <a:cubicBezTo>
                        <a:pt x="99197" y="0"/>
                        <a:pt x="100425" y="1229"/>
                        <a:pt x="100425" y="2748"/>
                      </a:cubicBezTo>
                      <a:lnTo>
                        <a:pt x="100425" y="7465"/>
                      </a:ln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9" name="Forme libre : forme 1228">
                  <a:extLst>
                    <a:ext uri="{FF2B5EF4-FFF2-40B4-BE49-F238E27FC236}">
                      <a16:creationId xmlns:a16="http://schemas.microsoft.com/office/drawing/2014/main" id="{2C5820A3-25CB-79D8-BCC0-297C51F8CEC7}"/>
                    </a:ext>
                  </a:extLst>
                </p:cNvPr>
                <p:cNvSpPr/>
                <p:nvPr/>
              </p:nvSpPr>
              <p:spPr>
                <a:xfrm>
                  <a:off x="1616637" y="973363"/>
                  <a:ext cx="134182" cy="38064"/>
                </a:xfrm>
                <a:custGeom>
                  <a:avLst/>
                  <a:gdLst>
                    <a:gd name="connsiteX0" fmla="*/ 13106 w 134182"/>
                    <a:gd name="connsiteY0" fmla="*/ 0 h 38064"/>
                    <a:gd name="connsiteX1" fmla="*/ 121076 w 134182"/>
                    <a:gd name="connsiteY1" fmla="*/ 0 h 38064"/>
                    <a:gd name="connsiteX2" fmla="*/ 134182 w 134182"/>
                    <a:gd name="connsiteY2" fmla="*/ 13106 h 38064"/>
                    <a:gd name="connsiteX3" fmla="*/ 134182 w 134182"/>
                    <a:gd name="connsiteY3" fmla="*/ 24958 h 38064"/>
                    <a:gd name="connsiteX4" fmla="*/ 121076 w 134182"/>
                    <a:gd name="connsiteY4" fmla="*/ 38064 h 38064"/>
                    <a:gd name="connsiteX5" fmla="*/ 13106 w 134182"/>
                    <a:gd name="connsiteY5" fmla="*/ 38064 h 38064"/>
                    <a:gd name="connsiteX6" fmla="*/ 0 w 134182"/>
                    <a:gd name="connsiteY6" fmla="*/ 24958 h 38064"/>
                    <a:gd name="connsiteX7" fmla="*/ 0 w 134182"/>
                    <a:gd name="connsiteY7" fmla="*/ 13106 h 38064"/>
                    <a:gd name="connsiteX8" fmla="*/ 13106 w 134182"/>
                    <a:gd name="connsiteY8" fmla="*/ 0 h 38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4182" h="38064">
                      <a:moveTo>
                        <a:pt x="13106" y="0"/>
                      </a:moveTo>
                      <a:lnTo>
                        <a:pt x="121076" y="0"/>
                      </a:lnTo>
                      <a:cubicBezTo>
                        <a:pt x="128303" y="0"/>
                        <a:pt x="134182" y="5866"/>
                        <a:pt x="134182" y="13106"/>
                      </a:cubicBezTo>
                      <a:lnTo>
                        <a:pt x="134182" y="24958"/>
                      </a:lnTo>
                      <a:cubicBezTo>
                        <a:pt x="134182" y="32185"/>
                        <a:pt x="128316" y="38064"/>
                        <a:pt x="121076" y="38064"/>
                      </a:cubicBezTo>
                      <a:lnTo>
                        <a:pt x="13106" y="38064"/>
                      </a:lnTo>
                      <a:cubicBezTo>
                        <a:pt x="5879" y="38064"/>
                        <a:pt x="0" y="32198"/>
                        <a:pt x="0" y="24958"/>
                      </a:cubicBezTo>
                      <a:lnTo>
                        <a:pt x="0" y="13106"/>
                      </a:lnTo>
                      <a:cubicBezTo>
                        <a:pt x="0" y="5879"/>
                        <a:pt x="5866" y="0"/>
                        <a:pt x="13106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98" name="Graphique 1982">
                <a:extLst>
                  <a:ext uri="{FF2B5EF4-FFF2-40B4-BE49-F238E27FC236}">
                    <a16:creationId xmlns:a16="http://schemas.microsoft.com/office/drawing/2014/main" id="{28FA326D-B023-81B5-C009-0D1E42A3218A}"/>
                  </a:ext>
                </a:extLst>
              </p:cNvPr>
              <p:cNvGrpSpPr/>
              <p:nvPr/>
            </p:nvGrpSpPr>
            <p:grpSpPr>
              <a:xfrm>
                <a:off x="1519065" y="725501"/>
                <a:ext cx="254214" cy="429055"/>
                <a:chOff x="1519065" y="725501"/>
                <a:chExt cx="254214" cy="429055"/>
              </a:xfrm>
            </p:grpSpPr>
            <p:sp>
              <p:nvSpPr>
                <p:cNvPr id="1210" name="Forme libre : forme 1209">
                  <a:extLst>
                    <a:ext uri="{FF2B5EF4-FFF2-40B4-BE49-F238E27FC236}">
                      <a16:creationId xmlns:a16="http://schemas.microsoft.com/office/drawing/2014/main" id="{91FCC1DC-96C9-EF10-5AD6-1725C973DCC4}"/>
                    </a:ext>
                  </a:extLst>
                </p:cNvPr>
                <p:cNvSpPr/>
                <p:nvPr/>
              </p:nvSpPr>
              <p:spPr>
                <a:xfrm>
                  <a:off x="1590039" y="1099195"/>
                  <a:ext cx="42568" cy="45172"/>
                </a:xfrm>
                <a:custGeom>
                  <a:avLst/>
                  <a:gdLst>
                    <a:gd name="connsiteX0" fmla="*/ 27721 w 42568"/>
                    <a:gd name="connsiteY0" fmla="*/ 5721 h 45172"/>
                    <a:gd name="connsiteX1" fmla="*/ 662 w 42568"/>
                    <a:gd name="connsiteY1" fmla="*/ 45172 h 45172"/>
                    <a:gd name="connsiteX2" fmla="*/ 40814 w 42568"/>
                    <a:gd name="connsiteY2" fmla="*/ 17546 h 45172"/>
                    <a:gd name="connsiteX3" fmla="*/ 40087 w 42568"/>
                    <a:gd name="connsiteY3" fmla="*/ 0 h 45172"/>
                    <a:gd name="connsiteX4" fmla="*/ 27721 w 42568"/>
                    <a:gd name="connsiteY4" fmla="*/ 5734 h 451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568" h="45172">
                      <a:moveTo>
                        <a:pt x="27721" y="5721"/>
                      </a:moveTo>
                      <a:cubicBezTo>
                        <a:pt x="27721" y="5721"/>
                        <a:pt x="-5019" y="29318"/>
                        <a:pt x="662" y="45172"/>
                      </a:cubicBezTo>
                      <a:cubicBezTo>
                        <a:pt x="662" y="45172"/>
                        <a:pt x="36480" y="29714"/>
                        <a:pt x="40814" y="17546"/>
                      </a:cubicBezTo>
                      <a:cubicBezTo>
                        <a:pt x="45147" y="5377"/>
                        <a:pt x="40087" y="0"/>
                        <a:pt x="40087" y="0"/>
                      </a:cubicBezTo>
                      <a:lnTo>
                        <a:pt x="27721" y="5734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1" name="Forme libre : forme 1210">
                  <a:extLst>
                    <a:ext uri="{FF2B5EF4-FFF2-40B4-BE49-F238E27FC236}">
                      <a16:creationId xmlns:a16="http://schemas.microsoft.com/office/drawing/2014/main" id="{B2C33018-D781-73D6-FB52-31B570DAEE05}"/>
                    </a:ext>
                  </a:extLst>
                </p:cNvPr>
                <p:cNvSpPr/>
                <p:nvPr/>
              </p:nvSpPr>
              <p:spPr>
                <a:xfrm>
                  <a:off x="1608167" y="1085138"/>
                  <a:ext cx="20165" cy="23660"/>
                </a:xfrm>
                <a:custGeom>
                  <a:avLst/>
                  <a:gdLst>
                    <a:gd name="connsiteX0" fmla="*/ 14507 w 20165"/>
                    <a:gd name="connsiteY0" fmla="*/ 0 h 23660"/>
                    <a:gd name="connsiteX1" fmla="*/ 19858 w 20165"/>
                    <a:gd name="connsiteY1" fmla="*/ 15471 h 23660"/>
                    <a:gd name="connsiteX2" fmla="*/ 17770 w 20165"/>
                    <a:gd name="connsiteY2" fmla="*/ 21787 h 23660"/>
                    <a:gd name="connsiteX3" fmla="*/ 13344 w 20165"/>
                    <a:gd name="connsiteY3" fmla="*/ 23504 h 23660"/>
                    <a:gd name="connsiteX4" fmla="*/ 6408 w 20165"/>
                    <a:gd name="connsiteY4" fmla="*/ 20360 h 23660"/>
                    <a:gd name="connsiteX5" fmla="*/ 0 w 20165"/>
                    <a:gd name="connsiteY5" fmla="*/ 8297 h 23660"/>
                    <a:gd name="connsiteX6" fmla="*/ 14494 w 20165"/>
                    <a:gd name="connsiteY6" fmla="*/ 0 h 23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0165" h="23660">
                      <a:moveTo>
                        <a:pt x="14507" y="0"/>
                      </a:moveTo>
                      <a:lnTo>
                        <a:pt x="19858" y="15471"/>
                      </a:lnTo>
                      <a:cubicBezTo>
                        <a:pt x="20664" y="17810"/>
                        <a:pt x="19858" y="20466"/>
                        <a:pt x="17770" y="21787"/>
                      </a:cubicBezTo>
                      <a:cubicBezTo>
                        <a:pt x="16727" y="22447"/>
                        <a:pt x="15300" y="23055"/>
                        <a:pt x="13344" y="23504"/>
                      </a:cubicBezTo>
                      <a:cubicBezTo>
                        <a:pt x="10583" y="24125"/>
                        <a:pt x="7742" y="22857"/>
                        <a:pt x="6408" y="20360"/>
                      </a:cubicBezTo>
                      <a:lnTo>
                        <a:pt x="0" y="8297"/>
                      </a:lnTo>
                      <a:lnTo>
                        <a:pt x="14494" y="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2" name="Forme libre : forme 1211">
                  <a:extLst>
                    <a:ext uri="{FF2B5EF4-FFF2-40B4-BE49-F238E27FC236}">
                      <a16:creationId xmlns:a16="http://schemas.microsoft.com/office/drawing/2014/main" id="{5E004AF3-EDAB-5F26-BB37-E6A51F560129}"/>
                    </a:ext>
                  </a:extLst>
                </p:cNvPr>
                <p:cNvSpPr/>
                <p:nvPr/>
              </p:nvSpPr>
              <p:spPr>
                <a:xfrm>
                  <a:off x="1570349" y="945829"/>
                  <a:ext cx="118729" cy="149957"/>
                </a:xfrm>
                <a:custGeom>
                  <a:avLst/>
                  <a:gdLst>
                    <a:gd name="connsiteX0" fmla="*/ 104421 w 118729"/>
                    <a:gd name="connsiteY0" fmla="*/ 13 h 149957"/>
                    <a:gd name="connsiteX1" fmla="*/ 8329 w 118729"/>
                    <a:gd name="connsiteY1" fmla="*/ 38315 h 149957"/>
                    <a:gd name="connsiteX2" fmla="*/ 34807 w 118729"/>
                    <a:gd name="connsiteY2" fmla="*/ 149958 h 149957"/>
                    <a:gd name="connsiteX3" fmla="*/ 54849 w 118729"/>
                    <a:gd name="connsiteY3" fmla="*/ 140484 h 149957"/>
                    <a:gd name="connsiteX4" fmla="*/ 50318 w 118729"/>
                    <a:gd name="connsiteY4" fmla="*/ 57922 h 149957"/>
                    <a:gd name="connsiteX5" fmla="*/ 118730 w 118729"/>
                    <a:gd name="connsiteY5" fmla="*/ 32238 h 149957"/>
                    <a:gd name="connsiteX6" fmla="*/ 105068 w 118729"/>
                    <a:gd name="connsiteY6" fmla="*/ 2061 h 149957"/>
                    <a:gd name="connsiteX7" fmla="*/ 104421 w 118729"/>
                    <a:gd name="connsiteY7" fmla="*/ 0 h 149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8729" h="149957">
                      <a:moveTo>
                        <a:pt x="104421" y="13"/>
                      </a:moveTo>
                      <a:cubicBezTo>
                        <a:pt x="104421" y="13"/>
                        <a:pt x="37171" y="11666"/>
                        <a:pt x="8329" y="38315"/>
                      </a:cubicBezTo>
                      <a:cubicBezTo>
                        <a:pt x="-20513" y="64964"/>
                        <a:pt x="34807" y="149958"/>
                        <a:pt x="34807" y="149958"/>
                      </a:cubicBezTo>
                      <a:cubicBezTo>
                        <a:pt x="34807" y="149958"/>
                        <a:pt x="43870" y="149905"/>
                        <a:pt x="54849" y="140484"/>
                      </a:cubicBezTo>
                      <a:cubicBezTo>
                        <a:pt x="54849" y="140484"/>
                        <a:pt x="22044" y="76564"/>
                        <a:pt x="50318" y="57922"/>
                      </a:cubicBezTo>
                      <a:cubicBezTo>
                        <a:pt x="82093" y="36967"/>
                        <a:pt x="118730" y="32238"/>
                        <a:pt x="118730" y="32238"/>
                      </a:cubicBezTo>
                      <a:lnTo>
                        <a:pt x="105068" y="2061"/>
                      </a:lnTo>
                      <a:lnTo>
                        <a:pt x="104421" y="0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3" name="Forme libre : forme 1212">
                  <a:extLst>
                    <a:ext uri="{FF2B5EF4-FFF2-40B4-BE49-F238E27FC236}">
                      <a16:creationId xmlns:a16="http://schemas.microsoft.com/office/drawing/2014/main" id="{02DF5A69-862F-DE5D-C5EB-D93918A9B623}"/>
                    </a:ext>
                  </a:extLst>
                </p:cNvPr>
                <p:cNvSpPr/>
                <p:nvPr/>
              </p:nvSpPr>
              <p:spPr>
                <a:xfrm>
                  <a:off x="1584584" y="1117294"/>
                  <a:ext cx="52843" cy="32869"/>
                </a:xfrm>
                <a:custGeom>
                  <a:avLst/>
                  <a:gdLst>
                    <a:gd name="connsiteX0" fmla="*/ 11812 w 52843"/>
                    <a:gd name="connsiteY0" fmla="*/ 18300 h 32869"/>
                    <a:gd name="connsiteX1" fmla="*/ 42834 w 52843"/>
                    <a:gd name="connsiteY1" fmla="*/ 68 h 32869"/>
                    <a:gd name="connsiteX2" fmla="*/ 52228 w 52843"/>
                    <a:gd name="connsiteY2" fmla="*/ 3476 h 32869"/>
                    <a:gd name="connsiteX3" fmla="*/ 52122 w 52843"/>
                    <a:gd name="connsiteY3" fmla="*/ 10637 h 32869"/>
                    <a:gd name="connsiteX4" fmla="*/ 22434 w 52843"/>
                    <a:gd name="connsiteY4" fmla="*/ 31578 h 32869"/>
                    <a:gd name="connsiteX5" fmla="*/ 0 w 52843"/>
                    <a:gd name="connsiteY5" fmla="*/ 28487 h 32869"/>
                    <a:gd name="connsiteX6" fmla="*/ 11798 w 52843"/>
                    <a:gd name="connsiteY6" fmla="*/ 18314 h 32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2843" h="32869">
                      <a:moveTo>
                        <a:pt x="11812" y="18300"/>
                      </a:moveTo>
                      <a:cubicBezTo>
                        <a:pt x="19012" y="14971"/>
                        <a:pt x="39399" y="702"/>
                        <a:pt x="42834" y="68"/>
                      </a:cubicBezTo>
                      <a:cubicBezTo>
                        <a:pt x="46269" y="-567"/>
                        <a:pt x="52228" y="3476"/>
                        <a:pt x="52228" y="3476"/>
                      </a:cubicBezTo>
                      <a:cubicBezTo>
                        <a:pt x="52228" y="3476"/>
                        <a:pt x="53681" y="6079"/>
                        <a:pt x="52122" y="10637"/>
                      </a:cubicBezTo>
                      <a:cubicBezTo>
                        <a:pt x="47339" y="16424"/>
                        <a:pt x="36717" y="27470"/>
                        <a:pt x="22434" y="31578"/>
                      </a:cubicBezTo>
                      <a:cubicBezTo>
                        <a:pt x="11931" y="34604"/>
                        <a:pt x="4585" y="31790"/>
                        <a:pt x="0" y="28487"/>
                      </a:cubicBezTo>
                      <a:cubicBezTo>
                        <a:pt x="2524" y="24655"/>
                        <a:pt x="7002" y="20533"/>
                        <a:pt x="11798" y="18314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4" name="Forme libre : forme 1213">
                  <a:extLst>
                    <a:ext uri="{FF2B5EF4-FFF2-40B4-BE49-F238E27FC236}">
                      <a16:creationId xmlns:a16="http://schemas.microsoft.com/office/drawing/2014/main" id="{FEC5CF8D-95BF-6B98-0685-47FC084200CD}"/>
                    </a:ext>
                  </a:extLst>
                </p:cNvPr>
                <p:cNvSpPr/>
                <p:nvPr/>
              </p:nvSpPr>
              <p:spPr>
                <a:xfrm>
                  <a:off x="1582498" y="1127932"/>
                  <a:ext cx="54208" cy="26624"/>
                </a:xfrm>
                <a:custGeom>
                  <a:avLst/>
                  <a:gdLst>
                    <a:gd name="connsiteX0" fmla="*/ 24521 w 54208"/>
                    <a:gd name="connsiteY0" fmla="*/ 20941 h 26624"/>
                    <a:gd name="connsiteX1" fmla="*/ 54208 w 54208"/>
                    <a:gd name="connsiteY1" fmla="*/ 0 h 26624"/>
                    <a:gd name="connsiteX2" fmla="*/ 45581 w 54208"/>
                    <a:gd name="connsiteY2" fmla="*/ 11666 h 26624"/>
                    <a:gd name="connsiteX3" fmla="*/ 3117 w 54208"/>
                    <a:gd name="connsiteY3" fmla="*/ 26530 h 26624"/>
                    <a:gd name="connsiteX4" fmla="*/ 2086 w 54208"/>
                    <a:gd name="connsiteY4" fmla="*/ 17836 h 26624"/>
                    <a:gd name="connsiteX5" fmla="*/ 24521 w 54208"/>
                    <a:gd name="connsiteY5" fmla="*/ 20928 h 26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4208" h="26624">
                      <a:moveTo>
                        <a:pt x="24521" y="20941"/>
                      </a:moveTo>
                      <a:cubicBezTo>
                        <a:pt x="38803" y="16832"/>
                        <a:pt x="49425" y="5787"/>
                        <a:pt x="54208" y="0"/>
                      </a:cubicBezTo>
                      <a:cubicBezTo>
                        <a:pt x="53164" y="3078"/>
                        <a:pt x="50747" y="7029"/>
                        <a:pt x="45581" y="11666"/>
                      </a:cubicBezTo>
                      <a:cubicBezTo>
                        <a:pt x="32778" y="23174"/>
                        <a:pt x="8322" y="27323"/>
                        <a:pt x="3117" y="26530"/>
                      </a:cubicBezTo>
                      <a:cubicBezTo>
                        <a:pt x="-1058" y="25896"/>
                        <a:pt x="-662" y="22038"/>
                        <a:pt x="2086" y="17836"/>
                      </a:cubicBezTo>
                      <a:cubicBezTo>
                        <a:pt x="6658" y="21139"/>
                        <a:pt x="14017" y="23954"/>
                        <a:pt x="24521" y="20928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5" name="Forme libre : forme 1214">
                  <a:extLst>
                    <a:ext uri="{FF2B5EF4-FFF2-40B4-BE49-F238E27FC236}">
                      <a16:creationId xmlns:a16="http://schemas.microsoft.com/office/drawing/2014/main" id="{29E26523-E2E4-C44E-6836-6CCC46BBE3CA}"/>
                    </a:ext>
                  </a:extLst>
                </p:cNvPr>
                <p:cNvSpPr/>
                <p:nvPr/>
              </p:nvSpPr>
              <p:spPr>
                <a:xfrm>
                  <a:off x="1624003" y="1104916"/>
                  <a:ext cx="18925" cy="21324"/>
                </a:xfrm>
                <a:custGeom>
                  <a:avLst/>
                  <a:gdLst>
                    <a:gd name="connsiteX0" fmla="*/ 18912 w 18925"/>
                    <a:gd name="connsiteY0" fmla="*/ 5787 h 21324"/>
                    <a:gd name="connsiteX1" fmla="*/ 12412 w 18925"/>
                    <a:gd name="connsiteY1" fmla="*/ 18391 h 21324"/>
                    <a:gd name="connsiteX2" fmla="*/ 7180 w 18925"/>
                    <a:gd name="connsiteY2" fmla="*/ 21324 h 21324"/>
                    <a:gd name="connsiteX3" fmla="*/ 2860 w 18925"/>
                    <a:gd name="connsiteY3" fmla="*/ 20809 h 21324"/>
                    <a:gd name="connsiteX4" fmla="*/ 165 w 18925"/>
                    <a:gd name="connsiteY4" fmla="*/ 15815 h 21324"/>
                    <a:gd name="connsiteX5" fmla="*/ 4802 w 18925"/>
                    <a:gd name="connsiteY5" fmla="*/ 0 h 21324"/>
                    <a:gd name="connsiteX6" fmla="*/ 18926 w 18925"/>
                    <a:gd name="connsiteY6" fmla="*/ 5787 h 213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925" h="21324">
                      <a:moveTo>
                        <a:pt x="18912" y="5787"/>
                      </a:moveTo>
                      <a:cubicBezTo>
                        <a:pt x="18833" y="7769"/>
                        <a:pt x="14777" y="14573"/>
                        <a:pt x="12412" y="18391"/>
                      </a:cubicBezTo>
                      <a:cubicBezTo>
                        <a:pt x="11289" y="20201"/>
                        <a:pt x="9307" y="21311"/>
                        <a:pt x="7180" y="21324"/>
                      </a:cubicBezTo>
                      <a:cubicBezTo>
                        <a:pt x="5832" y="21324"/>
                        <a:pt x="4273" y="21205"/>
                        <a:pt x="2860" y="20809"/>
                      </a:cubicBezTo>
                      <a:cubicBezTo>
                        <a:pt x="733" y="20201"/>
                        <a:pt x="-457" y="17942"/>
                        <a:pt x="165" y="15815"/>
                      </a:cubicBezTo>
                      <a:lnTo>
                        <a:pt x="4802" y="0"/>
                      </a:lnTo>
                      <a:lnTo>
                        <a:pt x="18926" y="5787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6" name="Forme libre : forme 1215">
                  <a:extLst>
                    <a:ext uri="{FF2B5EF4-FFF2-40B4-BE49-F238E27FC236}">
                      <a16:creationId xmlns:a16="http://schemas.microsoft.com/office/drawing/2014/main" id="{75397130-BB24-763D-B044-FB6CB329ACC3}"/>
                    </a:ext>
                  </a:extLst>
                </p:cNvPr>
                <p:cNvSpPr/>
                <p:nvPr/>
              </p:nvSpPr>
              <p:spPr>
                <a:xfrm>
                  <a:off x="1623996" y="925641"/>
                  <a:ext cx="122135" cy="189924"/>
                </a:xfrm>
                <a:custGeom>
                  <a:avLst/>
                  <a:gdLst>
                    <a:gd name="connsiteX0" fmla="*/ 115500 w 122135"/>
                    <a:gd name="connsiteY0" fmla="*/ 13 h 189924"/>
                    <a:gd name="connsiteX1" fmla="*/ 115500 w 122135"/>
                    <a:gd name="connsiteY1" fmla="*/ 52082 h 189924"/>
                    <a:gd name="connsiteX2" fmla="*/ 56984 w 122135"/>
                    <a:gd name="connsiteY2" fmla="*/ 102090 h 189924"/>
                    <a:gd name="connsiteX3" fmla="*/ 17453 w 122135"/>
                    <a:gd name="connsiteY3" fmla="*/ 189924 h 189924"/>
                    <a:gd name="connsiteX4" fmla="*/ 0 w 122135"/>
                    <a:gd name="connsiteY4" fmla="*/ 183635 h 189924"/>
                    <a:gd name="connsiteX5" fmla="*/ 17083 w 122135"/>
                    <a:gd name="connsiteY5" fmla="*/ 95458 h 189924"/>
                    <a:gd name="connsiteX6" fmla="*/ 48224 w 122135"/>
                    <a:gd name="connsiteY6" fmla="*/ 44776 h 189924"/>
                    <a:gd name="connsiteX7" fmla="*/ 49942 w 122135"/>
                    <a:gd name="connsiteY7" fmla="*/ 29925 h 189924"/>
                    <a:gd name="connsiteX8" fmla="*/ 45925 w 122135"/>
                    <a:gd name="connsiteY8" fmla="*/ 19831 h 189924"/>
                    <a:gd name="connsiteX9" fmla="*/ 115500 w 122135"/>
                    <a:gd name="connsiteY9" fmla="*/ 0 h 189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2135" h="189924">
                      <a:moveTo>
                        <a:pt x="115500" y="13"/>
                      </a:moveTo>
                      <a:cubicBezTo>
                        <a:pt x="115500" y="13"/>
                        <a:pt x="130430" y="39940"/>
                        <a:pt x="115500" y="52082"/>
                      </a:cubicBezTo>
                      <a:cubicBezTo>
                        <a:pt x="100571" y="64224"/>
                        <a:pt x="64937" y="77899"/>
                        <a:pt x="56984" y="102090"/>
                      </a:cubicBezTo>
                      <a:cubicBezTo>
                        <a:pt x="49030" y="126281"/>
                        <a:pt x="35514" y="173277"/>
                        <a:pt x="17453" y="189924"/>
                      </a:cubicBezTo>
                      <a:cubicBezTo>
                        <a:pt x="17453" y="189924"/>
                        <a:pt x="4756" y="188696"/>
                        <a:pt x="0" y="183635"/>
                      </a:cubicBezTo>
                      <a:cubicBezTo>
                        <a:pt x="0" y="183635"/>
                        <a:pt x="10292" y="113466"/>
                        <a:pt x="17083" y="95458"/>
                      </a:cubicBezTo>
                      <a:cubicBezTo>
                        <a:pt x="22963" y="79867"/>
                        <a:pt x="31630" y="57354"/>
                        <a:pt x="48224" y="44776"/>
                      </a:cubicBezTo>
                      <a:cubicBezTo>
                        <a:pt x="52981" y="41169"/>
                        <a:pt x="52148" y="35475"/>
                        <a:pt x="49942" y="29925"/>
                      </a:cubicBezTo>
                      <a:lnTo>
                        <a:pt x="45925" y="19831"/>
                      </a:lnTo>
                      <a:lnTo>
                        <a:pt x="115500" y="0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7" name="Forme libre : forme 1216">
                  <a:extLst>
                    <a:ext uri="{FF2B5EF4-FFF2-40B4-BE49-F238E27FC236}">
                      <a16:creationId xmlns:a16="http://schemas.microsoft.com/office/drawing/2014/main" id="{95798664-F023-4023-8082-781ABEF69999}"/>
                    </a:ext>
                  </a:extLst>
                </p:cNvPr>
                <p:cNvSpPr/>
                <p:nvPr/>
              </p:nvSpPr>
              <p:spPr>
                <a:xfrm>
                  <a:off x="1583157" y="854269"/>
                  <a:ext cx="55372" cy="61903"/>
                </a:xfrm>
                <a:custGeom>
                  <a:avLst/>
                  <a:gdLst>
                    <a:gd name="connsiteX0" fmla="*/ 594 w 55372"/>
                    <a:gd name="connsiteY0" fmla="*/ 40086 h 61903"/>
                    <a:gd name="connsiteX1" fmla="*/ 17374 w 55372"/>
                    <a:gd name="connsiteY1" fmla="*/ 0 h 61903"/>
                    <a:gd name="connsiteX2" fmla="*/ 55372 w 55372"/>
                    <a:gd name="connsiteY2" fmla="*/ 26847 h 61903"/>
                    <a:gd name="connsiteX3" fmla="*/ 21760 w 55372"/>
                    <a:gd name="connsiteY3" fmla="*/ 59468 h 61903"/>
                    <a:gd name="connsiteX4" fmla="*/ 0 w 55372"/>
                    <a:gd name="connsiteY4" fmla="*/ 61040 h 61903"/>
                    <a:gd name="connsiteX5" fmla="*/ 581 w 55372"/>
                    <a:gd name="connsiteY5" fmla="*/ 40086 h 619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5372" h="61903">
                      <a:moveTo>
                        <a:pt x="594" y="40086"/>
                      </a:moveTo>
                      <a:cubicBezTo>
                        <a:pt x="25632" y="41592"/>
                        <a:pt x="17836" y="1585"/>
                        <a:pt x="17374" y="0"/>
                      </a:cubicBezTo>
                      <a:lnTo>
                        <a:pt x="55372" y="26847"/>
                      </a:lnTo>
                      <a:cubicBezTo>
                        <a:pt x="55372" y="26847"/>
                        <a:pt x="53364" y="48237"/>
                        <a:pt x="21760" y="59468"/>
                      </a:cubicBezTo>
                      <a:cubicBezTo>
                        <a:pt x="13767" y="62308"/>
                        <a:pt x="6461" y="62427"/>
                        <a:pt x="0" y="61040"/>
                      </a:cubicBezTo>
                      <a:cubicBezTo>
                        <a:pt x="2748" y="53007"/>
                        <a:pt x="2193" y="45793"/>
                        <a:pt x="581" y="40086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8" name="Forme libre : forme 1217">
                  <a:extLst>
                    <a:ext uri="{FF2B5EF4-FFF2-40B4-BE49-F238E27FC236}">
                      <a16:creationId xmlns:a16="http://schemas.microsoft.com/office/drawing/2014/main" id="{993B7C94-639E-5495-C5CC-63CD01A67693}"/>
                    </a:ext>
                  </a:extLst>
                </p:cNvPr>
                <p:cNvSpPr/>
                <p:nvPr/>
              </p:nvSpPr>
              <p:spPr>
                <a:xfrm>
                  <a:off x="1519065" y="879435"/>
                  <a:ext cx="66022" cy="35873"/>
                </a:xfrm>
                <a:custGeom>
                  <a:avLst/>
                  <a:gdLst>
                    <a:gd name="connsiteX0" fmla="*/ 16264 w 66022"/>
                    <a:gd name="connsiteY0" fmla="*/ 2883 h 35873"/>
                    <a:gd name="connsiteX1" fmla="*/ 36162 w 66022"/>
                    <a:gd name="connsiteY1" fmla="*/ 2883 h 35873"/>
                    <a:gd name="connsiteX2" fmla="*/ 64673 w 66022"/>
                    <a:gd name="connsiteY2" fmla="*/ 14919 h 35873"/>
                    <a:gd name="connsiteX3" fmla="*/ 64092 w 66022"/>
                    <a:gd name="connsiteY3" fmla="*/ 35874 h 35873"/>
                    <a:gd name="connsiteX4" fmla="*/ 35765 w 66022"/>
                    <a:gd name="connsiteY4" fmla="*/ 17562 h 35873"/>
                    <a:gd name="connsiteX5" fmla="*/ 29516 w 66022"/>
                    <a:gd name="connsiteY5" fmla="*/ 16875 h 35873"/>
                    <a:gd name="connsiteX6" fmla="*/ 26028 w 66022"/>
                    <a:gd name="connsiteY6" fmla="*/ 22715 h 35873"/>
                    <a:gd name="connsiteX7" fmla="*/ 21258 w 66022"/>
                    <a:gd name="connsiteY7" fmla="*/ 26876 h 35873"/>
                    <a:gd name="connsiteX8" fmla="*/ 22989 w 66022"/>
                    <a:gd name="connsiteY8" fmla="*/ 15924 h 35873"/>
                    <a:gd name="connsiteX9" fmla="*/ 8918 w 66022"/>
                    <a:gd name="connsiteY9" fmla="*/ 30008 h 35873"/>
                    <a:gd name="connsiteX10" fmla="*/ 0 w 66022"/>
                    <a:gd name="connsiteY10" fmla="*/ 30008 h 35873"/>
                    <a:gd name="connsiteX11" fmla="*/ 16238 w 66022"/>
                    <a:gd name="connsiteY11" fmla="*/ 2870 h 358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6022" h="35873">
                      <a:moveTo>
                        <a:pt x="16264" y="2883"/>
                      </a:moveTo>
                      <a:cubicBezTo>
                        <a:pt x="25592" y="-3604"/>
                        <a:pt x="36162" y="2883"/>
                        <a:pt x="36162" y="2883"/>
                      </a:cubicBezTo>
                      <a:cubicBezTo>
                        <a:pt x="48634" y="11048"/>
                        <a:pt x="57869" y="14510"/>
                        <a:pt x="64673" y="14919"/>
                      </a:cubicBezTo>
                      <a:cubicBezTo>
                        <a:pt x="66285" y="20627"/>
                        <a:pt x="66853" y="27841"/>
                        <a:pt x="64092" y="35874"/>
                      </a:cubicBezTo>
                      <a:cubicBezTo>
                        <a:pt x="50113" y="32875"/>
                        <a:pt x="40112" y="22754"/>
                        <a:pt x="35765" y="17562"/>
                      </a:cubicBezTo>
                      <a:cubicBezTo>
                        <a:pt x="34206" y="15699"/>
                        <a:pt x="31432" y="15369"/>
                        <a:pt x="29516" y="16875"/>
                      </a:cubicBezTo>
                      <a:cubicBezTo>
                        <a:pt x="27574" y="18407"/>
                        <a:pt x="25684" y="20508"/>
                        <a:pt x="26028" y="22715"/>
                      </a:cubicBezTo>
                      <a:cubicBezTo>
                        <a:pt x="26702" y="27075"/>
                        <a:pt x="21641" y="28462"/>
                        <a:pt x="21258" y="26876"/>
                      </a:cubicBezTo>
                      <a:cubicBezTo>
                        <a:pt x="20875" y="25291"/>
                        <a:pt x="22989" y="15924"/>
                        <a:pt x="22989" y="15924"/>
                      </a:cubicBezTo>
                      <a:cubicBezTo>
                        <a:pt x="22989" y="15924"/>
                        <a:pt x="12869" y="26097"/>
                        <a:pt x="8918" y="30008"/>
                      </a:cubicBezTo>
                      <a:cubicBezTo>
                        <a:pt x="4968" y="33918"/>
                        <a:pt x="0" y="30008"/>
                        <a:pt x="0" y="30008"/>
                      </a:cubicBezTo>
                      <a:cubicBezTo>
                        <a:pt x="0" y="30008"/>
                        <a:pt x="6910" y="9357"/>
                        <a:pt x="16238" y="2870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9" name="Forme libre : forme 1218">
                  <a:extLst>
                    <a:ext uri="{FF2B5EF4-FFF2-40B4-BE49-F238E27FC236}">
                      <a16:creationId xmlns:a16="http://schemas.microsoft.com/office/drawing/2014/main" id="{41819C69-87AC-471A-1A2C-F8B33034DA5C}"/>
                    </a:ext>
                  </a:extLst>
                </p:cNvPr>
                <p:cNvSpPr/>
                <p:nvPr/>
              </p:nvSpPr>
              <p:spPr>
                <a:xfrm>
                  <a:off x="1593917" y="790790"/>
                  <a:ext cx="147349" cy="157091"/>
                </a:xfrm>
                <a:custGeom>
                  <a:avLst/>
                  <a:gdLst>
                    <a:gd name="connsiteX0" fmla="*/ 106590 w 147349"/>
                    <a:gd name="connsiteY0" fmla="*/ 1713 h 157091"/>
                    <a:gd name="connsiteX1" fmla="*/ 2373 w 147349"/>
                    <a:gd name="connsiteY1" fmla="*/ 43093 h 157091"/>
                    <a:gd name="connsiteX2" fmla="*/ 2888 w 147349"/>
                    <a:gd name="connsiteY2" fmla="*/ 65250 h 157091"/>
                    <a:gd name="connsiteX3" fmla="*/ 76017 w 147349"/>
                    <a:gd name="connsiteY3" fmla="*/ 154709 h 157091"/>
                    <a:gd name="connsiteX4" fmla="*/ 147350 w 147349"/>
                    <a:gd name="connsiteY4" fmla="*/ 139079 h 157091"/>
                    <a:gd name="connsiteX5" fmla="*/ 106590 w 147349"/>
                    <a:gd name="connsiteY5" fmla="*/ 1713 h 157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7349" h="157091">
                      <a:moveTo>
                        <a:pt x="106590" y="1713"/>
                      </a:moveTo>
                      <a:cubicBezTo>
                        <a:pt x="106590" y="1713"/>
                        <a:pt x="70165" y="-12874"/>
                        <a:pt x="2373" y="43093"/>
                      </a:cubicBezTo>
                      <a:cubicBezTo>
                        <a:pt x="2373" y="43093"/>
                        <a:pt x="-3295" y="54812"/>
                        <a:pt x="2888" y="65250"/>
                      </a:cubicBezTo>
                      <a:cubicBezTo>
                        <a:pt x="9072" y="75687"/>
                        <a:pt x="67932" y="126514"/>
                        <a:pt x="76017" y="154709"/>
                      </a:cubicBezTo>
                      <a:cubicBezTo>
                        <a:pt x="76017" y="154709"/>
                        <a:pt x="111082" y="166098"/>
                        <a:pt x="147350" y="139079"/>
                      </a:cubicBezTo>
                      <a:cubicBezTo>
                        <a:pt x="147350" y="139079"/>
                        <a:pt x="144152" y="60625"/>
                        <a:pt x="106590" y="1713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0" name="Forme libre : forme 1219">
                  <a:extLst>
                    <a:ext uri="{FF2B5EF4-FFF2-40B4-BE49-F238E27FC236}">
                      <a16:creationId xmlns:a16="http://schemas.microsoft.com/office/drawing/2014/main" id="{AD5A2E41-5D3C-0E78-C55D-DD74D2B817C5}"/>
                    </a:ext>
                  </a:extLst>
                </p:cNvPr>
                <p:cNvSpPr/>
                <p:nvPr/>
              </p:nvSpPr>
              <p:spPr>
                <a:xfrm>
                  <a:off x="1604270" y="779475"/>
                  <a:ext cx="43799" cy="40949"/>
                </a:xfrm>
                <a:custGeom>
                  <a:avLst/>
                  <a:gdLst>
                    <a:gd name="connsiteX0" fmla="*/ 24218 w 43799"/>
                    <a:gd name="connsiteY0" fmla="*/ 0 h 40949"/>
                    <a:gd name="connsiteX1" fmla="*/ 42147 w 43799"/>
                    <a:gd name="connsiteY1" fmla="*/ 21734 h 40949"/>
                    <a:gd name="connsiteX2" fmla="*/ 43085 w 43799"/>
                    <a:gd name="connsiteY2" fmla="*/ 29410 h 40949"/>
                    <a:gd name="connsiteX3" fmla="*/ 21589 w 43799"/>
                    <a:gd name="connsiteY3" fmla="*/ 40852 h 40949"/>
                    <a:gd name="connsiteX4" fmla="*/ 12538 w 43799"/>
                    <a:gd name="connsiteY4" fmla="*/ 34682 h 40949"/>
                    <a:gd name="connsiteX5" fmla="*/ 0 w 43799"/>
                    <a:gd name="connsiteY5" fmla="*/ 8760 h 40949"/>
                    <a:gd name="connsiteX6" fmla="*/ 24205 w 43799"/>
                    <a:gd name="connsiteY6" fmla="*/ 0 h 40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3799" h="40949">
                      <a:moveTo>
                        <a:pt x="24218" y="0"/>
                      </a:moveTo>
                      <a:lnTo>
                        <a:pt x="42147" y="21734"/>
                      </a:lnTo>
                      <a:cubicBezTo>
                        <a:pt x="43930" y="23888"/>
                        <a:pt x="44313" y="26900"/>
                        <a:pt x="43085" y="29410"/>
                      </a:cubicBezTo>
                      <a:cubicBezTo>
                        <a:pt x="40601" y="34484"/>
                        <a:pt x="34695" y="41882"/>
                        <a:pt x="21589" y="40852"/>
                      </a:cubicBezTo>
                      <a:cubicBezTo>
                        <a:pt x="17691" y="40548"/>
                        <a:pt x="14243" y="38196"/>
                        <a:pt x="12538" y="34682"/>
                      </a:cubicBezTo>
                      <a:lnTo>
                        <a:pt x="0" y="8760"/>
                      </a:lnTo>
                      <a:lnTo>
                        <a:pt x="24205" y="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1" name="Forme libre : forme 1220">
                  <a:extLst>
                    <a:ext uri="{FF2B5EF4-FFF2-40B4-BE49-F238E27FC236}">
                      <a16:creationId xmlns:a16="http://schemas.microsoft.com/office/drawing/2014/main" id="{16AB0612-4C8B-296F-FD18-48942C546560}"/>
                    </a:ext>
                  </a:extLst>
                </p:cNvPr>
                <p:cNvSpPr/>
                <p:nvPr/>
              </p:nvSpPr>
              <p:spPr>
                <a:xfrm>
                  <a:off x="1690109" y="792502"/>
                  <a:ext cx="83170" cy="126479"/>
                </a:xfrm>
                <a:custGeom>
                  <a:avLst/>
                  <a:gdLst>
                    <a:gd name="connsiteX0" fmla="*/ 38606 w 83170"/>
                    <a:gd name="connsiteY0" fmla="*/ 93106 h 126479"/>
                    <a:gd name="connsiteX1" fmla="*/ 0 w 83170"/>
                    <a:gd name="connsiteY1" fmla="*/ 37483 h 126479"/>
                    <a:gd name="connsiteX2" fmla="*/ 10398 w 83170"/>
                    <a:gd name="connsiteY2" fmla="*/ 0 h 126479"/>
                    <a:gd name="connsiteX3" fmla="*/ 79326 w 83170"/>
                    <a:gd name="connsiteY3" fmla="*/ 111087 h 126479"/>
                    <a:gd name="connsiteX4" fmla="*/ 66259 w 83170"/>
                    <a:gd name="connsiteY4" fmla="*/ 126480 h 126479"/>
                    <a:gd name="connsiteX5" fmla="*/ 38606 w 83170"/>
                    <a:gd name="connsiteY5" fmla="*/ 93106 h 126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3170" h="126479">
                      <a:moveTo>
                        <a:pt x="38606" y="93106"/>
                      </a:moveTo>
                      <a:cubicBezTo>
                        <a:pt x="42834" y="75877"/>
                        <a:pt x="0" y="37483"/>
                        <a:pt x="0" y="37483"/>
                      </a:cubicBezTo>
                      <a:lnTo>
                        <a:pt x="10398" y="0"/>
                      </a:lnTo>
                      <a:cubicBezTo>
                        <a:pt x="10398" y="0"/>
                        <a:pt x="102896" y="61568"/>
                        <a:pt x="79326" y="111087"/>
                      </a:cubicBezTo>
                      <a:cubicBezTo>
                        <a:pt x="75943" y="118182"/>
                        <a:pt x="71464" y="123163"/>
                        <a:pt x="66259" y="126480"/>
                      </a:cubicBezTo>
                      <a:cubicBezTo>
                        <a:pt x="58807" y="106437"/>
                        <a:pt x="46943" y="97241"/>
                        <a:pt x="38606" y="93106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2" name="Forme libre : forme 1221">
                  <a:extLst>
                    <a:ext uri="{FF2B5EF4-FFF2-40B4-BE49-F238E27FC236}">
                      <a16:creationId xmlns:a16="http://schemas.microsoft.com/office/drawing/2014/main" id="{10A10471-5411-DAE9-91BD-734CFF415E3B}"/>
                    </a:ext>
                  </a:extLst>
                </p:cNvPr>
                <p:cNvSpPr/>
                <p:nvPr/>
              </p:nvSpPr>
              <p:spPr>
                <a:xfrm>
                  <a:off x="1621063" y="883306"/>
                  <a:ext cx="135292" cy="41276"/>
                </a:xfrm>
                <a:custGeom>
                  <a:avLst/>
                  <a:gdLst>
                    <a:gd name="connsiteX0" fmla="*/ 42768 w 135292"/>
                    <a:gd name="connsiteY0" fmla="*/ 809 h 41276"/>
                    <a:gd name="connsiteX1" fmla="*/ 105948 w 135292"/>
                    <a:gd name="connsiteY1" fmla="*/ 5697 h 41276"/>
                    <a:gd name="connsiteX2" fmla="*/ 107639 w 135292"/>
                    <a:gd name="connsiteY2" fmla="*/ 2289 h 41276"/>
                    <a:gd name="connsiteX3" fmla="*/ 135292 w 135292"/>
                    <a:gd name="connsiteY3" fmla="*/ 35662 h 41276"/>
                    <a:gd name="connsiteX4" fmla="*/ 50576 w 135292"/>
                    <a:gd name="connsiteY4" fmla="*/ 18341 h 41276"/>
                    <a:gd name="connsiteX5" fmla="*/ 43759 w 135292"/>
                    <a:gd name="connsiteY5" fmla="*/ 17086 h 41276"/>
                    <a:gd name="connsiteX6" fmla="*/ 26332 w 135292"/>
                    <a:gd name="connsiteY6" fmla="*/ 18843 h 41276"/>
                    <a:gd name="connsiteX7" fmla="*/ 0 w 135292"/>
                    <a:gd name="connsiteY7" fmla="*/ 33681 h 41276"/>
                    <a:gd name="connsiteX8" fmla="*/ 42754 w 135292"/>
                    <a:gd name="connsiteY8" fmla="*/ 809 h 412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5292" h="41276">
                      <a:moveTo>
                        <a:pt x="42768" y="809"/>
                      </a:moveTo>
                      <a:cubicBezTo>
                        <a:pt x="42768" y="809"/>
                        <a:pt x="93555" y="20521"/>
                        <a:pt x="105948" y="5697"/>
                      </a:cubicBezTo>
                      <a:cubicBezTo>
                        <a:pt x="106794" y="4693"/>
                        <a:pt x="107335" y="3544"/>
                        <a:pt x="107639" y="2289"/>
                      </a:cubicBezTo>
                      <a:cubicBezTo>
                        <a:pt x="115976" y="6424"/>
                        <a:pt x="127840" y="15620"/>
                        <a:pt x="135292" y="35662"/>
                      </a:cubicBezTo>
                      <a:cubicBezTo>
                        <a:pt x="108577" y="52732"/>
                        <a:pt x="62929" y="26163"/>
                        <a:pt x="50576" y="18341"/>
                      </a:cubicBezTo>
                      <a:cubicBezTo>
                        <a:pt x="48541" y="17047"/>
                        <a:pt x="46110" y="16597"/>
                        <a:pt x="43759" y="17086"/>
                      </a:cubicBezTo>
                      <a:cubicBezTo>
                        <a:pt x="39002" y="18077"/>
                        <a:pt x="30771" y="19530"/>
                        <a:pt x="26332" y="18843"/>
                      </a:cubicBezTo>
                      <a:cubicBezTo>
                        <a:pt x="19845" y="17839"/>
                        <a:pt x="10517" y="40736"/>
                        <a:pt x="0" y="33681"/>
                      </a:cubicBezTo>
                      <a:cubicBezTo>
                        <a:pt x="0" y="33681"/>
                        <a:pt x="9011" y="-6114"/>
                        <a:pt x="42754" y="809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23" name="Graphique 1982">
                  <a:extLst>
                    <a:ext uri="{FF2B5EF4-FFF2-40B4-BE49-F238E27FC236}">
                      <a16:creationId xmlns:a16="http://schemas.microsoft.com/office/drawing/2014/main" id="{44C3BADA-12D0-A9DA-8D42-97A968DAA619}"/>
                    </a:ext>
                  </a:extLst>
                </p:cNvPr>
                <p:cNvGrpSpPr/>
                <p:nvPr/>
              </p:nvGrpSpPr>
              <p:grpSpPr>
                <a:xfrm>
                  <a:off x="1578411" y="725501"/>
                  <a:ext cx="62383" cy="86396"/>
                  <a:chOff x="1578411" y="725501"/>
                  <a:chExt cx="62383" cy="86396"/>
                </a:xfrm>
              </p:grpSpPr>
              <p:sp>
                <p:nvSpPr>
                  <p:cNvPr id="1224" name="Forme libre : forme 1223">
                    <a:extLst>
                      <a:ext uri="{FF2B5EF4-FFF2-40B4-BE49-F238E27FC236}">
                        <a16:creationId xmlns:a16="http://schemas.microsoft.com/office/drawing/2014/main" id="{954F7062-4715-71C2-2BEA-2820BD8A8F9D}"/>
                      </a:ext>
                    </a:extLst>
                  </p:cNvPr>
                  <p:cNvSpPr/>
                  <p:nvPr/>
                </p:nvSpPr>
                <p:spPr>
                  <a:xfrm>
                    <a:off x="1589467" y="742208"/>
                    <a:ext cx="33828" cy="53558"/>
                  </a:xfrm>
                  <a:custGeom>
                    <a:avLst/>
                    <a:gdLst>
                      <a:gd name="connsiteX0" fmla="*/ 6 w 33828"/>
                      <a:gd name="connsiteY0" fmla="*/ 5334 h 53558"/>
                      <a:gd name="connsiteX1" fmla="*/ 4207 w 33828"/>
                      <a:gd name="connsiteY1" fmla="*/ 53558 h 53558"/>
                      <a:gd name="connsiteX2" fmla="*/ 31292 w 33828"/>
                      <a:gd name="connsiteY2" fmla="*/ 50480 h 53558"/>
                      <a:gd name="connsiteX3" fmla="*/ 33829 w 33828"/>
                      <a:gd name="connsiteY3" fmla="*/ 4819 h 53558"/>
                      <a:gd name="connsiteX4" fmla="*/ 6 w 33828"/>
                      <a:gd name="connsiteY4" fmla="*/ 5334 h 535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3828" h="53558">
                        <a:moveTo>
                          <a:pt x="6" y="5334"/>
                        </a:moveTo>
                        <a:cubicBezTo>
                          <a:pt x="-179" y="6034"/>
                          <a:pt x="4207" y="53558"/>
                          <a:pt x="4207" y="53558"/>
                        </a:cubicBezTo>
                        <a:lnTo>
                          <a:pt x="31292" y="50480"/>
                        </a:lnTo>
                        <a:lnTo>
                          <a:pt x="33829" y="4819"/>
                        </a:lnTo>
                        <a:cubicBezTo>
                          <a:pt x="33829" y="4819"/>
                          <a:pt x="3031" y="-6359"/>
                          <a:pt x="6" y="5334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5" name="Forme libre : forme 1224">
                    <a:extLst>
                      <a:ext uri="{FF2B5EF4-FFF2-40B4-BE49-F238E27FC236}">
                        <a16:creationId xmlns:a16="http://schemas.microsoft.com/office/drawing/2014/main" id="{62A9027E-E874-3DD9-1B58-F4957C8F04F0}"/>
                      </a:ext>
                    </a:extLst>
                  </p:cNvPr>
                  <p:cNvSpPr/>
                  <p:nvPr/>
                </p:nvSpPr>
                <p:spPr>
                  <a:xfrm>
                    <a:off x="1578411" y="725501"/>
                    <a:ext cx="62383" cy="86396"/>
                  </a:xfrm>
                  <a:custGeom>
                    <a:avLst/>
                    <a:gdLst>
                      <a:gd name="connsiteX0" fmla="*/ 37830 w 62383"/>
                      <a:gd name="connsiteY0" fmla="*/ 30985 h 86396"/>
                      <a:gd name="connsiteX1" fmla="*/ 38371 w 62383"/>
                      <a:gd name="connsiteY1" fmla="*/ 55124 h 86396"/>
                      <a:gd name="connsiteX2" fmla="*/ 38266 w 62383"/>
                      <a:gd name="connsiteY2" fmla="*/ 56035 h 86396"/>
                      <a:gd name="connsiteX3" fmla="*/ 29506 w 62383"/>
                      <a:gd name="connsiteY3" fmla="*/ 61545 h 86396"/>
                      <a:gd name="connsiteX4" fmla="*/ 14893 w 62383"/>
                      <a:gd name="connsiteY4" fmla="*/ 57978 h 86396"/>
                      <a:gd name="connsiteX5" fmla="*/ 12158 w 62383"/>
                      <a:gd name="connsiteY5" fmla="*/ 61598 h 86396"/>
                      <a:gd name="connsiteX6" fmla="*/ 15858 w 62383"/>
                      <a:gd name="connsiteY6" fmla="*/ 83926 h 86396"/>
                      <a:gd name="connsiteX7" fmla="*/ 19703 w 62383"/>
                      <a:gd name="connsiteY7" fmla="*/ 86344 h 86396"/>
                      <a:gd name="connsiteX8" fmla="*/ 44039 w 62383"/>
                      <a:gd name="connsiteY8" fmla="*/ 79368 h 86396"/>
                      <a:gd name="connsiteX9" fmla="*/ 46008 w 62383"/>
                      <a:gd name="connsiteY9" fmla="*/ 76528 h 86396"/>
                      <a:gd name="connsiteX10" fmla="*/ 48862 w 62383"/>
                      <a:gd name="connsiteY10" fmla="*/ 47104 h 86396"/>
                      <a:gd name="connsiteX11" fmla="*/ 58837 w 62383"/>
                      <a:gd name="connsiteY11" fmla="*/ 39375 h 86396"/>
                      <a:gd name="connsiteX12" fmla="*/ 60872 w 62383"/>
                      <a:gd name="connsiteY12" fmla="*/ 37737 h 86396"/>
                      <a:gd name="connsiteX13" fmla="*/ 56419 w 62383"/>
                      <a:gd name="connsiteY13" fmla="*/ 24419 h 86396"/>
                      <a:gd name="connsiteX14" fmla="*/ 54768 w 62383"/>
                      <a:gd name="connsiteY14" fmla="*/ 19848 h 86396"/>
                      <a:gd name="connsiteX15" fmla="*/ 51213 w 62383"/>
                      <a:gd name="connsiteY15" fmla="*/ 7283 h 86396"/>
                      <a:gd name="connsiteX16" fmla="*/ 36165 w 62383"/>
                      <a:gd name="connsiteY16" fmla="*/ 9212 h 86396"/>
                      <a:gd name="connsiteX17" fmla="*/ 31831 w 62383"/>
                      <a:gd name="connsiteY17" fmla="*/ 9251 h 86396"/>
                      <a:gd name="connsiteX18" fmla="*/ 28806 w 62383"/>
                      <a:gd name="connsiteY18" fmla="*/ 9027 h 86396"/>
                      <a:gd name="connsiteX19" fmla="*/ 24287 w 62383"/>
                      <a:gd name="connsiteY19" fmla="*/ 7098 h 86396"/>
                      <a:gd name="connsiteX20" fmla="*/ 13295 w 62383"/>
                      <a:gd name="connsiteY20" fmla="*/ 29 h 86396"/>
                      <a:gd name="connsiteX21" fmla="*/ 730 w 62383"/>
                      <a:gd name="connsiteY21" fmla="*/ 21763 h 86396"/>
                      <a:gd name="connsiteX22" fmla="*/ 22847 w 62383"/>
                      <a:gd name="connsiteY22" fmla="*/ 25080 h 86396"/>
                      <a:gd name="connsiteX23" fmla="*/ 36522 w 62383"/>
                      <a:gd name="connsiteY23" fmla="*/ 28396 h 86396"/>
                      <a:gd name="connsiteX24" fmla="*/ 37830 w 62383"/>
                      <a:gd name="connsiteY24" fmla="*/ 30985 h 863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62383" h="86396">
                        <a:moveTo>
                          <a:pt x="37830" y="30985"/>
                        </a:moveTo>
                        <a:lnTo>
                          <a:pt x="38371" y="55124"/>
                        </a:lnTo>
                        <a:cubicBezTo>
                          <a:pt x="38371" y="55428"/>
                          <a:pt x="38345" y="55732"/>
                          <a:pt x="38266" y="56035"/>
                        </a:cubicBezTo>
                        <a:cubicBezTo>
                          <a:pt x="37790" y="57872"/>
                          <a:pt x="35716" y="64068"/>
                          <a:pt x="29506" y="61545"/>
                        </a:cubicBezTo>
                        <a:cubicBezTo>
                          <a:pt x="23864" y="59259"/>
                          <a:pt x="18698" y="57251"/>
                          <a:pt x="14893" y="57978"/>
                        </a:cubicBezTo>
                        <a:cubicBezTo>
                          <a:pt x="13189" y="58308"/>
                          <a:pt x="12000" y="59867"/>
                          <a:pt x="12158" y="61598"/>
                        </a:cubicBezTo>
                        <a:cubicBezTo>
                          <a:pt x="12555" y="65918"/>
                          <a:pt x="13638" y="75629"/>
                          <a:pt x="15858" y="83926"/>
                        </a:cubicBezTo>
                        <a:cubicBezTo>
                          <a:pt x="16307" y="85604"/>
                          <a:pt x="17985" y="86648"/>
                          <a:pt x="19703" y="86344"/>
                        </a:cubicBezTo>
                        <a:cubicBezTo>
                          <a:pt x="24869" y="85432"/>
                          <a:pt x="35729" y="83213"/>
                          <a:pt x="44039" y="79368"/>
                        </a:cubicBezTo>
                        <a:cubicBezTo>
                          <a:pt x="45162" y="78853"/>
                          <a:pt x="45916" y="77769"/>
                          <a:pt x="46008" y="76528"/>
                        </a:cubicBezTo>
                        <a:cubicBezTo>
                          <a:pt x="46418" y="70490"/>
                          <a:pt x="47712" y="52151"/>
                          <a:pt x="48862" y="47104"/>
                        </a:cubicBezTo>
                        <a:cubicBezTo>
                          <a:pt x="49945" y="42361"/>
                          <a:pt x="56155" y="40128"/>
                          <a:pt x="58837" y="39375"/>
                        </a:cubicBezTo>
                        <a:cubicBezTo>
                          <a:pt x="59709" y="39124"/>
                          <a:pt x="60449" y="38543"/>
                          <a:pt x="60872" y="37737"/>
                        </a:cubicBezTo>
                        <a:cubicBezTo>
                          <a:pt x="62378" y="34896"/>
                          <a:pt x="64769" y="28198"/>
                          <a:pt x="56419" y="24419"/>
                        </a:cubicBezTo>
                        <a:cubicBezTo>
                          <a:pt x="54675" y="23626"/>
                          <a:pt x="53922" y="21565"/>
                          <a:pt x="54768" y="19848"/>
                        </a:cubicBezTo>
                        <a:cubicBezTo>
                          <a:pt x="56446" y="16412"/>
                          <a:pt x="57582" y="11022"/>
                          <a:pt x="51213" y="7283"/>
                        </a:cubicBezTo>
                        <a:cubicBezTo>
                          <a:pt x="44726" y="3478"/>
                          <a:pt x="39243" y="6556"/>
                          <a:pt x="36165" y="9212"/>
                        </a:cubicBezTo>
                        <a:cubicBezTo>
                          <a:pt x="34923" y="10282"/>
                          <a:pt x="33113" y="10269"/>
                          <a:pt x="31831" y="9251"/>
                        </a:cubicBezTo>
                        <a:cubicBezTo>
                          <a:pt x="31105" y="8670"/>
                          <a:pt x="30114" y="8393"/>
                          <a:pt x="28806" y="9027"/>
                        </a:cubicBezTo>
                        <a:cubicBezTo>
                          <a:pt x="27049" y="9872"/>
                          <a:pt x="24948" y="8934"/>
                          <a:pt x="24287" y="7098"/>
                        </a:cubicBezTo>
                        <a:cubicBezTo>
                          <a:pt x="23019" y="3570"/>
                          <a:pt x="20086" y="-380"/>
                          <a:pt x="13295" y="29"/>
                        </a:cubicBezTo>
                        <a:cubicBezTo>
                          <a:pt x="1232" y="756"/>
                          <a:pt x="-1556" y="13730"/>
                          <a:pt x="730" y="21763"/>
                        </a:cubicBezTo>
                        <a:cubicBezTo>
                          <a:pt x="3016" y="29796"/>
                          <a:pt x="16043" y="28264"/>
                          <a:pt x="22847" y="25080"/>
                        </a:cubicBezTo>
                        <a:cubicBezTo>
                          <a:pt x="28026" y="22662"/>
                          <a:pt x="33972" y="26440"/>
                          <a:pt x="36522" y="28396"/>
                        </a:cubicBezTo>
                        <a:cubicBezTo>
                          <a:pt x="37328" y="29017"/>
                          <a:pt x="37803" y="29968"/>
                          <a:pt x="37830" y="30985"/>
                        </a:cubicBezTo>
                        <a:close/>
                      </a:path>
                    </a:pathLst>
                  </a:custGeom>
                  <a:solidFill>
                    <a:srgbClr val="82471F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6" name="Forme libre : forme 1225">
                    <a:extLst>
                      <a:ext uri="{FF2B5EF4-FFF2-40B4-BE49-F238E27FC236}">
                        <a16:creationId xmlns:a16="http://schemas.microsoft.com/office/drawing/2014/main" id="{19FE45B9-920A-AC15-A710-C915CDBCEF9A}"/>
                      </a:ext>
                    </a:extLst>
                  </p:cNvPr>
                  <p:cNvSpPr/>
                  <p:nvPr/>
                </p:nvSpPr>
                <p:spPr>
                  <a:xfrm>
                    <a:off x="1626347" y="763404"/>
                    <a:ext cx="13501" cy="18857"/>
                  </a:xfrm>
                  <a:custGeom>
                    <a:avLst/>
                    <a:gdLst>
                      <a:gd name="connsiteX0" fmla="*/ 1044 w 13501"/>
                      <a:gd name="connsiteY0" fmla="*/ 18013 h 18857"/>
                      <a:gd name="connsiteX1" fmla="*/ 3039 w 13501"/>
                      <a:gd name="connsiteY1" fmla="*/ 1062 h 18857"/>
                      <a:gd name="connsiteX2" fmla="*/ 12909 w 13501"/>
                      <a:gd name="connsiteY2" fmla="*/ 10509 h 18857"/>
                      <a:gd name="connsiteX3" fmla="*/ 1044 w 13501"/>
                      <a:gd name="connsiteY3" fmla="*/ 18013 h 188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01" h="18857">
                        <a:moveTo>
                          <a:pt x="1044" y="18013"/>
                        </a:moveTo>
                        <a:cubicBezTo>
                          <a:pt x="1044" y="18013"/>
                          <a:pt x="-2325" y="3850"/>
                          <a:pt x="3039" y="1062"/>
                        </a:cubicBezTo>
                        <a:cubicBezTo>
                          <a:pt x="8403" y="-1726"/>
                          <a:pt x="15631" y="824"/>
                          <a:pt x="12909" y="10509"/>
                        </a:cubicBezTo>
                        <a:cubicBezTo>
                          <a:pt x="9527" y="22571"/>
                          <a:pt x="1044" y="18013"/>
                          <a:pt x="1044" y="18013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199" name="Graphique 1982">
                <a:extLst>
                  <a:ext uri="{FF2B5EF4-FFF2-40B4-BE49-F238E27FC236}">
                    <a16:creationId xmlns:a16="http://schemas.microsoft.com/office/drawing/2014/main" id="{0DF1DF4D-1EDD-83A1-D0FF-31C53951DBA2}"/>
                  </a:ext>
                </a:extLst>
              </p:cNvPr>
              <p:cNvGrpSpPr/>
              <p:nvPr/>
            </p:nvGrpSpPr>
            <p:grpSpPr>
              <a:xfrm>
                <a:off x="1428126" y="826246"/>
                <a:ext cx="214208" cy="96752"/>
                <a:chOff x="1428126" y="826246"/>
                <a:chExt cx="214208" cy="96752"/>
              </a:xfrm>
            </p:grpSpPr>
            <p:sp>
              <p:nvSpPr>
                <p:cNvPr id="1207" name="Forme libre : forme 1206">
                  <a:extLst>
                    <a:ext uri="{FF2B5EF4-FFF2-40B4-BE49-F238E27FC236}">
                      <a16:creationId xmlns:a16="http://schemas.microsoft.com/office/drawing/2014/main" id="{2E7BD3F5-3F16-00F9-228A-C3850E132580}"/>
                    </a:ext>
                  </a:extLst>
                </p:cNvPr>
                <p:cNvSpPr/>
                <p:nvPr/>
              </p:nvSpPr>
              <p:spPr>
                <a:xfrm>
                  <a:off x="1526239" y="913340"/>
                  <a:ext cx="116095" cy="9658"/>
                </a:xfrm>
                <a:custGeom>
                  <a:avLst/>
                  <a:gdLst>
                    <a:gd name="connsiteX0" fmla="*/ 111576 w 116095"/>
                    <a:gd name="connsiteY0" fmla="*/ 9659 h 9658"/>
                    <a:gd name="connsiteX1" fmla="*/ 111325 w 116095"/>
                    <a:gd name="connsiteY1" fmla="*/ 9659 h 9658"/>
                    <a:gd name="connsiteX2" fmla="*/ 4770 w 116095"/>
                    <a:gd name="connsiteY2" fmla="*/ 9540 h 9658"/>
                    <a:gd name="connsiteX3" fmla="*/ 0 w 116095"/>
                    <a:gd name="connsiteY3" fmla="*/ 4770 h 9658"/>
                    <a:gd name="connsiteX4" fmla="*/ 4770 w 116095"/>
                    <a:gd name="connsiteY4" fmla="*/ 1 h 9658"/>
                    <a:gd name="connsiteX5" fmla="*/ 111325 w 116095"/>
                    <a:gd name="connsiteY5" fmla="*/ 119 h 9658"/>
                    <a:gd name="connsiteX6" fmla="*/ 116095 w 116095"/>
                    <a:gd name="connsiteY6" fmla="*/ 4889 h 9658"/>
                    <a:gd name="connsiteX7" fmla="*/ 111563 w 116095"/>
                    <a:gd name="connsiteY7" fmla="*/ 9645 h 96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6095" h="9658">
                      <a:moveTo>
                        <a:pt x="111576" y="9659"/>
                      </a:moveTo>
                      <a:cubicBezTo>
                        <a:pt x="111497" y="9659"/>
                        <a:pt x="111418" y="9659"/>
                        <a:pt x="111325" y="9659"/>
                      </a:cubicBezTo>
                      <a:lnTo>
                        <a:pt x="4770" y="9540"/>
                      </a:lnTo>
                      <a:cubicBezTo>
                        <a:pt x="2141" y="9540"/>
                        <a:pt x="0" y="7399"/>
                        <a:pt x="0" y="4770"/>
                      </a:cubicBezTo>
                      <a:cubicBezTo>
                        <a:pt x="0" y="2141"/>
                        <a:pt x="2154" y="-39"/>
                        <a:pt x="4770" y="1"/>
                      </a:cubicBezTo>
                      <a:lnTo>
                        <a:pt x="111325" y="119"/>
                      </a:lnTo>
                      <a:cubicBezTo>
                        <a:pt x="113955" y="119"/>
                        <a:pt x="116095" y="2260"/>
                        <a:pt x="116095" y="4889"/>
                      </a:cubicBezTo>
                      <a:cubicBezTo>
                        <a:pt x="116095" y="7439"/>
                        <a:pt x="114087" y="9526"/>
                        <a:pt x="111563" y="9645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8" name="Forme libre : forme 1207">
                  <a:extLst>
                    <a:ext uri="{FF2B5EF4-FFF2-40B4-BE49-F238E27FC236}">
                      <a16:creationId xmlns:a16="http://schemas.microsoft.com/office/drawing/2014/main" id="{C33FC277-1B6B-8194-AAEB-0DFF28716EB8}"/>
                    </a:ext>
                  </a:extLst>
                </p:cNvPr>
                <p:cNvSpPr/>
                <p:nvPr/>
              </p:nvSpPr>
              <p:spPr>
                <a:xfrm>
                  <a:off x="1428126" y="826246"/>
                  <a:ext cx="152164" cy="96699"/>
                </a:xfrm>
                <a:custGeom>
                  <a:avLst/>
                  <a:gdLst>
                    <a:gd name="connsiteX0" fmla="*/ 7095 w 152164"/>
                    <a:gd name="connsiteY0" fmla="*/ 13 h 96699"/>
                    <a:gd name="connsiteX1" fmla="*/ 95841 w 152164"/>
                    <a:gd name="connsiteY1" fmla="*/ 13 h 96699"/>
                    <a:gd name="connsiteX2" fmla="*/ 111141 w 152164"/>
                    <a:gd name="connsiteY2" fmla="*/ 9711 h 96699"/>
                    <a:gd name="connsiteX3" fmla="*/ 152164 w 152164"/>
                    <a:gd name="connsiteY3" fmla="*/ 96700 h 96699"/>
                    <a:gd name="connsiteX4" fmla="*/ 41883 w 152164"/>
                    <a:gd name="connsiteY4" fmla="*/ 96700 h 96699"/>
                    <a:gd name="connsiteX5" fmla="*/ 32317 w 152164"/>
                    <a:gd name="connsiteY5" fmla="*/ 90199 h 96699"/>
                    <a:gd name="connsiteX6" fmla="*/ 503 w 152164"/>
                    <a:gd name="connsiteY6" fmla="*/ 9698 h 96699"/>
                    <a:gd name="connsiteX7" fmla="*/ 7095 w 152164"/>
                    <a:gd name="connsiteY7" fmla="*/ 0 h 966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52164" h="96699">
                      <a:moveTo>
                        <a:pt x="7095" y="13"/>
                      </a:moveTo>
                      <a:lnTo>
                        <a:pt x="95841" y="13"/>
                      </a:lnTo>
                      <a:cubicBezTo>
                        <a:pt x="102381" y="13"/>
                        <a:pt x="108340" y="3792"/>
                        <a:pt x="111141" y="9711"/>
                      </a:cubicBezTo>
                      <a:lnTo>
                        <a:pt x="152164" y="96700"/>
                      </a:lnTo>
                      <a:lnTo>
                        <a:pt x="41883" y="96700"/>
                      </a:lnTo>
                      <a:cubicBezTo>
                        <a:pt x="37668" y="96700"/>
                        <a:pt x="33876" y="94123"/>
                        <a:pt x="32317" y="90199"/>
                      </a:cubicBezTo>
                      <a:lnTo>
                        <a:pt x="503" y="9698"/>
                      </a:lnTo>
                      <a:cubicBezTo>
                        <a:pt x="-1334" y="5047"/>
                        <a:pt x="2088" y="0"/>
                        <a:pt x="7095" y="0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9" name="Forme libre : forme 1208">
                  <a:extLst>
                    <a:ext uri="{FF2B5EF4-FFF2-40B4-BE49-F238E27FC236}">
                      <a16:creationId xmlns:a16="http://schemas.microsoft.com/office/drawing/2014/main" id="{56D3DA64-FED6-9470-780B-9A33D0DC0C6C}"/>
                    </a:ext>
                  </a:extLst>
                </p:cNvPr>
                <p:cNvSpPr/>
                <p:nvPr/>
              </p:nvSpPr>
              <p:spPr>
                <a:xfrm>
                  <a:off x="1483576" y="861969"/>
                  <a:ext cx="15024" cy="22069"/>
                </a:xfrm>
                <a:custGeom>
                  <a:avLst/>
                  <a:gdLst>
                    <a:gd name="connsiteX0" fmla="*/ 14165 w 15024"/>
                    <a:gd name="connsiteY0" fmla="*/ 8894 h 22069"/>
                    <a:gd name="connsiteX1" fmla="*/ 10994 w 15024"/>
                    <a:gd name="connsiteY1" fmla="*/ 21856 h 22069"/>
                    <a:gd name="connsiteX2" fmla="*/ 860 w 15024"/>
                    <a:gd name="connsiteY2" fmla="*/ 13175 h 22069"/>
                    <a:gd name="connsiteX3" fmla="*/ 4031 w 15024"/>
                    <a:gd name="connsiteY3" fmla="*/ 214 h 22069"/>
                    <a:gd name="connsiteX4" fmla="*/ 14165 w 15024"/>
                    <a:gd name="connsiteY4" fmla="*/ 8894 h 220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24" h="22069">
                      <a:moveTo>
                        <a:pt x="14165" y="8894"/>
                      </a:moveTo>
                      <a:cubicBezTo>
                        <a:pt x="16094" y="14866"/>
                        <a:pt x="14667" y="20666"/>
                        <a:pt x="10994" y="21856"/>
                      </a:cubicBezTo>
                      <a:cubicBezTo>
                        <a:pt x="7321" y="23045"/>
                        <a:pt x="2776" y="19160"/>
                        <a:pt x="860" y="13175"/>
                      </a:cubicBezTo>
                      <a:cubicBezTo>
                        <a:pt x="-1069" y="7203"/>
                        <a:pt x="358" y="1403"/>
                        <a:pt x="4031" y="214"/>
                      </a:cubicBezTo>
                      <a:cubicBezTo>
                        <a:pt x="7704" y="-975"/>
                        <a:pt x="12249" y="2909"/>
                        <a:pt x="14165" y="8894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00" name="Graphique 1982">
                <a:extLst>
                  <a:ext uri="{FF2B5EF4-FFF2-40B4-BE49-F238E27FC236}">
                    <a16:creationId xmlns:a16="http://schemas.microsoft.com/office/drawing/2014/main" id="{7D8F64A9-7D7E-0434-5B8F-06126C978A8B}"/>
                  </a:ext>
                </a:extLst>
              </p:cNvPr>
              <p:cNvGrpSpPr/>
              <p:nvPr/>
            </p:nvGrpSpPr>
            <p:grpSpPr>
              <a:xfrm>
                <a:off x="1420870" y="921994"/>
                <a:ext cx="436316" cy="229548"/>
                <a:chOff x="1420870" y="921994"/>
                <a:chExt cx="436316" cy="229548"/>
              </a:xfrm>
              <a:solidFill>
                <a:srgbClr val="8078D5"/>
              </a:solidFill>
            </p:grpSpPr>
            <p:grpSp>
              <p:nvGrpSpPr>
                <p:cNvPr id="1201" name="Graphique 1982">
                  <a:extLst>
                    <a:ext uri="{FF2B5EF4-FFF2-40B4-BE49-F238E27FC236}">
                      <a16:creationId xmlns:a16="http://schemas.microsoft.com/office/drawing/2014/main" id="{01B476B5-4C4C-0BD2-A496-418FCC40E7CF}"/>
                    </a:ext>
                  </a:extLst>
                </p:cNvPr>
                <p:cNvGrpSpPr/>
                <p:nvPr/>
              </p:nvGrpSpPr>
              <p:grpSpPr>
                <a:xfrm>
                  <a:off x="1445133" y="931507"/>
                  <a:ext cx="405434" cy="220035"/>
                  <a:chOff x="1445133" y="931507"/>
                  <a:chExt cx="405434" cy="220035"/>
                </a:xfrm>
                <a:solidFill>
                  <a:srgbClr val="8078D5"/>
                </a:solidFill>
              </p:grpSpPr>
              <p:sp>
                <p:nvSpPr>
                  <p:cNvPr id="1203" name="Forme libre : forme 1202">
                    <a:extLst>
                      <a:ext uri="{FF2B5EF4-FFF2-40B4-BE49-F238E27FC236}">
                        <a16:creationId xmlns:a16="http://schemas.microsoft.com/office/drawing/2014/main" id="{AC340CD2-AF3C-4FA3-6F81-EE266AC30C4F}"/>
                      </a:ext>
                    </a:extLst>
                  </p:cNvPr>
                  <p:cNvSpPr/>
                  <p:nvPr/>
                </p:nvSpPr>
                <p:spPr>
                  <a:xfrm>
                    <a:off x="1445133" y="931515"/>
                    <a:ext cx="102863" cy="220027"/>
                  </a:xfrm>
                  <a:custGeom>
                    <a:avLst/>
                    <a:gdLst>
                      <a:gd name="connsiteX0" fmla="*/ 4476 w 102863"/>
                      <a:gd name="connsiteY0" fmla="*/ 220027 h 220027"/>
                      <a:gd name="connsiteX1" fmla="*/ 2705 w 102863"/>
                      <a:gd name="connsiteY1" fmla="*/ 219670 h 220027"/>
                      <a:gd name="connsiteX2" fmla="*/ 367 w 102863"/>
                      <a:gd name="connsiteY2" fmla="*/ 213976 h 220027"/>
                      <a:gd name="connsiteX3" fmla="*/ 94279 w 102863"/>
                      <a:gd name="connsiteY3" fmla="*/ 2622 h 220027"/>
                      <a:gd name="connsiteX4" fmla="*/ 100158 w 102863"/>
                      <a:gd name="connsiteY4" fmla="*/ 349 h 220027"/>
                      <a:gd name="connsiteX5" fmla="*/ 102496 w 102863"/>
                      <a:gd name="connsiteY5" fmla="*/ 6044 h 220027"/>
                      <a:gd name="connsiteX6" fmla="*/ 8585 w 102863"/>
                      <a:gd name="connsiteY6" fmla="*/ 217398 h 220027"/>
                      <a:gd name="connsiteX7" fmla="*/ 4476 w 102863"/>
                      <a:gd name="connsiteY7" fmla="*/ 220027 h 2200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2863" h="220027">
                        <a:moveTo>
                          <a:pt x="4476" y="220027"/>
                        </a:moveTo>
                        <a:cubicBezTo>
                          <a:pt x="3881" y="220027"/>
                          <a:pt x="3287" y="219908"/>
                          <a:pt x="2705" y="219670"/>
                        </a:cubicBezTo>
                        <a:cubicBezTo>
                          <a:pt x="433" y="218719"/>
                          <a:pt x="-611" y="216169"/>
                          <a:pt x="367" y="213976"/>
                        </a:cubicBezTo>
                        <a:lnTo>
                          <a:pt x="94279" y="2622"/>
                        </a:lnTo>
                        <a:cubicBezTo>
                          <a:pt x="95256" y="428"/>
                          <a:pt x="97885" y="-589"/>
                          <a:pt x="100158" y="349"/>
                        </a:cubicBezTo>
                        <a:cubicBezTo>
                          <a:pt x="102430" y="1300"/>
                          <a:pt x="103474" y="3850"/>
                          <a:pt x="102496" y="6044"/>
                        </a:cubicBezTo>
                        <a:lnTo>
                          <a:pt x="8585" y="217398"/>
                        </a:lnTo>
                        <a:cubicBezTo>
                          <a:pt x="7858" y="219036"/>
                          <a:pt x="6207" y="220027"/>
                          <a:pt x="4476" y="220027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4" name="Forme libre : forme 1203">
                    <a:extLst>
                      <a:ext uri="{FF2B5EF4-FFF2-40B4-BE49-F238E27FC236}">
                        <a16:creationId xmlns:a16="http://schemas.microsoft.com/office/drawing/2014/main" id="{2A35014D-4159-0608-E60B-0E72CDFD40A4}"/>
                      </a:ext>
                    </a:extLst>
                  </p:cNvPr>
                  <p:cNvSpPr/>
                  <p:nvPr/>
                </p:nvSpPr>
                <p:spPr>
                  <a:xfrm>
                    <a:off x="1457011" y="931507"/>
                    <a:ext cx="102863" cy="220034"/>
                  </a:xfrm>
                  <a:custGeom>
                    <a:avLst/>
                    <a:gdLst>
                      <a:gd name="connsiteX0" fmla="*/ 98388 w 102863"/>
                      <a:gd name="connsiteY0" fmla="*/ 220035 h 220034"/>
                      <a:gd name="connsiteX1" fmla="*/ 94279 w 102863"/>
                      <a:gd name="connsiteY1" fmla="*/ 217405 h 220034"/>
                      <a:gd name="connsiteX2" fmla="*/ 367 w 102863"/>
                      <a:gd name="connsiteY2" fmla="*/ 6051 h 220034"/>
                      <a:gd name="connsiteX3" fmla="*/ 2705 w 102863"/>
                      <a:gd name="connsiteY3" fmla="*/ 357 h 220034"/>
                      <a:gd name="connsiteX4" fmla="*/ 8585 w 102863"/>
                      <a:gd name="connsiteY4" fmla="*/ 2629 h 220034"/>
                      <a:gd name="connsiteX5" fmla="*/ 102496 w 102863"/>
                      <a:gd name="connsiteY5" fmla="*/ 213983 h 220034"/>
                      <a:gd name="connsiteX6" fmla="*/ 100158 w 102863"/>
                      <a:gd name="connsiteY6" fmla="*/ 219678 h 220034"/>
                      <a:gd name="connsiteX7" fmla="*/ 98388 w 102863"/>
                      <a:gd name="connsiteY7" fmla="*/ 220035 h 2200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2863" h="220034">
                        <a:moveTo>
                          <a:pt x="98388" y="220035"/>
                        </a:moveTo>
                        <a:cubicBezTo>
                          <a:pt x="96657" y="220035"/>
                          <a:pt x="95005" y="219057"/>
                          <a:pt x="94279" y="217405"/>
                        </a:cubicBezTo>
                        <a:lnTo>
                          <a:pt x="367" y="6051"/>
                        </a:lnTo>
                        <a:cubicBezTo>
                          <a:pt x="-611" y="3858"/>
                          <a:pt x="433" y="1308"/>
                          <a:pt x="2705" y="357"/>
                        </a:cubicBezTo>
                        <a:cubicBezTo>
                          <a:pt x="4978" y="-595"/>
                          <a:pt x="7607" y="423"/>
                          <a:pt x="8585" y="2629"/>
                        </a:cubicBezTo>
                        <a:lnTo>
                          <a:pt x="102496" y="213983"/>
                        </a:lnTo>
                        <a:cubicBezTo>
                          <a:pt x="103474" y="216177"/>
                          <a:pt x="102430" y="218727"/>
                          <a:pt x="100158" y="219678"/>
                        </a:cubicBezTo>
                        <a:cubicBezTo>
                          <a:pt x="99577" y="219916"/>
                          <a:pt x="98982" y="220035"/>
                          <a:pt x="98388" y="220035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5" name="Forme libre : forme 1204">
                    <a:extLst>
                      <a:ext uri="{FF2B5EF4-FFF2-40B4-BE49-F238E27FC236}">
                        <a16:creationId xmlns:a16="http://schemas.microsoft.com/office/drawing/2014/main" id="{26E78516-07A4-117F-795E-E55158B1C378}"/>
                      </a:ext>
                    </a:extLst>
                  </p:cNvPr>
                  <p:cNvSpPr/>
                  <p:nvPr/>
                </p:nvSpPr>
                <p:spPr>
                  <a:xfrm>
                    <a:off x="1735826" y="931515"/>
                    <a:ext cx="102863" cy="220027"/>
                  </a:xfrm>
                  <a:custGeom>
                    <a:avLst/>
                    <a:gdLst>
                      <a:gd name="connsiteX0" fmla="*/ 4476 w 102863"/>
                      <a:gd name="connsiteY0" fmla="*/ 220027 h 220027"/>
                      <a:gd name="connsiteX1" fmla="*/ 2705 w 102863"/>
                      <a:gd name="connsiteY1" fmla="*/ 219670 h 220027"/>
                      <a:gd name="connsiteX2" fmla="*/ 367 w 102863"/>
                      <a:gd name="connsiteY2" fmla="*/ 213976 h 220027"/>
                      <a:gd name="connsiteX3" fmla="*/ 94279 w 102863"/>
                      <a:gd name="connsiteY3" fmla="*/ 2622 h 220027"/>
                      <a:gd name="connsiteX4" fmla="*/ 100158 w 102863"/>
                      <a:gd name="connsiteY4" fmla="*/ 349 h 220027"/>
                      <a:gd name="connsiteX5" fmla="*/ 102496 w 102863"/>
                      <a:gd name="connsiteY5" fmla="*/ 6044 h 220027"/>
                      <a:gd name="connsiteX6" fmla="*/ 8585 w 102863"/>
                      <a:gd name="connsiteY6" fmla="*/ 217398 h 220027"/>
                      <a:gd name="connsiteX7" fmla="*/ 4476 w 102863"/>
                      <a:gd name="connsiteY7" fmla="*/ 220027 h 2200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2863" h="220027">
                        <a:moveTo>
                          <a:pt x="4476" y="220027"/>
                        </a:moveTo>
                        <a:cubicBezTo>
                          <a:pt x="3881" y="220027"/>
                          <a:pt x="3287" y="219908"/>
                          <a:pt x="2705" y="219670"/>
                        </a:cubicBezTo>
                        <a:cubicBezTo>
                          <a:pt x="433" y="218719"/>
                          <a:pt x="-611" y="216169"/>
                          <a:pt x="367" y="213976"/>
                        </a:cubicBezTo>
                        <a:lnTo>
                          <a:pt x="94279" y="2622"/>
                        </a:lnTo>
                        <a:cubicBezTo>
                          <a:pt x="95256" y="428"/>
                          <a:pt x="97885" y="-589"/>
                          <a:pt x="100158" y="349"/>
                        </a:cubicBezTo>
                        <a:cubicBezTo>
                          <a:pt x="102430" y="1300"/>
                          <a:pt x="103474" y="3850"/>
                          <a:pt x="102496" y="6044"/>
                        </a:cubicBezTo>
                        <a:lnTo>
                          <a:pt x="8585" y="217398"/>
                        </a:lnTo>
                        <a:cubicBezTo>
                          <a:pt x="7858" y="219036"/>
                          <a:pt x="6207" y="220027"/>
                          <a:pt x="4476" y="220027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6" name="Forme libre : forme 1205">
                    <a:extLst>
                      <a:ext uri="{FF2B5EF4-FFF2-40B4-BE49-F238E27FC236}">
                        <a16:creationId xmlns:a16="http://schemas.microsoft.com/office/drawing/2014/main" id="{43A68F31-8E9C-C028-6CD0-2F0ADAE1045E}"/>
                      </a:ext>
                    </a:extLst>
                  </p:cNvPr>
                  <p:cNvSpPr/>
                  <p:nvPr/>
                </p:nvSpPr>
                <p:spPr>
                  <a:xfrm>
                    <a:off x="1747704" y="931507"/>
                    <a:ext cx="102863" cy="220034"/>
                  </a:xfrm>
                  <a:custGeom>
                    <a:avLst/>
                    <a:gdLst>
                      <a:gd name="connsiteX0" fmla="*/ 98388 w 102863"/>
                      <a:gd name="connsiteY0" fmla="*/ 220035 h 220034"/>
                      <a:gd name="connsiteX1" fmla="*/ 94279 w 102863"/>
                      <a:gd name="connsiteY1" fmla="*/ 217405 h 220034"/>
                      <a:gd name="connsiteX2" fmla="*/ 367 w 102863"/>
                      <a:gd name="connsiteY2" fmla="*/ 6051 h 220034"/>
                      <a:gd name="connsiteX3" fmla="*/ 2705 w 102863"/>
                      <a:gd name="connsiteY3" fmla="*/ 357 h 220034"/>
                      <a:gd name="connsiteX4" fmla="*/ 8585 w 102863"/>
                      <a:gd name="connsiteY4" fmla="*/ 2629 h 220034"/>
                      <a:gd name="connsiteX5" fmla="*/ 102496 w 102863"/>
                      <a:gd name="connsiteY5" fmla="*/ 213983 h 220034"/>
                      <a:gd name="connsiteX6" fmla="*/ 100158 w 102863"/>
                      <a:gd name="connsiteY6" fmla="*/ 219678 h 220034"/>
                      <a:gd name="connsiteX7" fmla="*/ 98388 w 102863"/>
                      <a:gd name="connsiteY7" fmla="*/ 220035 h 2200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2863" h="220034">
                        <a:moveTo>
                          <a:pt x="98388" y="220035"/>
                        </a:moveTo>
                        <a:cubicBezTo>
                          <a:pt x="96657" y="220035"/>
                          <a:pt x="95005" y="219057"/>
                          <a:pt x="94279" y="217405"/>
                        </a:cubicBezTo>
                        <a:lnTo>
                          <a:pt x="367" y="6051"/>
                        </a:lnTo>
                        <a:cubicBezTo>
                          <a:pt x="-611" y="3858"/>
                          <a:pt x="433" y="1308"/>
                          <a:pt x="2705" y="357"/>
                        </a:cubicBezTo>
                        <a:cubicBezTo>
                          <a:pt x="4978" y="-595"/>
                          <a:pt x="7607" y="423"/>
                          <a:pt x="8585" y="2629"/>
                        </a:cubicBezTo>
                        <a:lnTo>
                          <a:pt x="102496" y="213983"/>
                        </a:lnTo>
                        <a:cubicBezTo>
                          <a:pt x="103474" y="216177"/>
                          <a:pt x="102430" y="218727"/>
                          <a:pt x="100158" y="219678"/>
                        </a:cubicBezTo>
                        <a:cubicBezTo>
                          <a:pt x="99577" y="219916"/>
                          <a:pt x="98982" y="220035"/>
                          <a:pt x="98388" y="220035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202" name="Forme libre : forme 1201">
                  <a:extLst>
                    <a:ext uri="{FF2B5EF4-FFF2-40B4-BE49-F238E27FC236}">
                      <a16:creationId xmlns:a16="http://schemas.microsoft.com/office/drawing/2014/main" id="{87D8F2AA-D6B8-992E-E04D-AF9315978797}"/>
                    </a:ext>
                  </a:extLst>
                </p:cNvPr>
                <p:cNvSpPr/>
                <p:nvPr/>
              </p:nvSpPr>
              <p:spPr>
                <a:xfrm>
                  <a:off x="1420870" y="921994"/>
                  <a:ext cx="436316" cy="23160"/>
                </a:xfrm>
                <a:custGeom>
                  <a:avLst/>
                  <a:gdLst>
                    <a:gd name="connsiteX0" fmla="*/ 436241 w 436316"/>
                    <a:gd name="connsiteY0" fmla="*/ 5628 h 23160"/>
                    <a:gd name="connsiteX1" fmla="*/ 435355 w 436316"/>
                    <a:gd name="connsiteY1" fmla="*/ 1718 h 23160"/>
                    <a:gd name="connsiteX2" fmla="*/ 432092 w 436316"/>
                    <a:gd name="connsiteY2" fmla="*/ 0 h 23160"/>
                    <a:gd name="connsiteX3" fmla="*/ 4865 w 436316"/>
                    <a:gd name="connsiteY3" fmla="*/ 0 h 23160"/>
                    <a:gd name="connsiteX4" fmla="*/ 769 w 436316"/>
                    <a:gd name="connsiteY4" fmla="*/ 2510 h 23160"/>
                    <a:gd name="connsiteX5" fmla="*/ 452 w 436316"/>
                    <a:gd name="connsiteY5" fmla="*/ 7729 h 23160"/>
                    <a:gd name="connsiteX6" fmla="*/ 5076 w 436316"/>
                    <a:gd name="connsiteY6" fmla="*/ 18946 h 23160"/>
                    <a:gd name="connsiteX7" fmla="*/ 10956 w 436316"/>
                    <a:gd name="connsiteY7" fmla="*/ 23161 h 23160"/>
                    <a:gd name="connsiteX8" fmla="*/ 429146 w 436316"/>
                    <a:gd name="connsiteY8" fmla="*/ 23161 h 23160"/>
                    <a:gd name="connsiteX9" fmla="*/ 433968 w 436316"/>
                    <a:gd name="connsiteY9" fmla="*/ 18708 h 23160"/>
                    <a:gd name="connsiteX10" fmla="*/ 436227 w 436316"/>
                    <a:gd name="connsiteY10" fmla="*/ 5628 h 23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36316" h="23160">
                      <a:moveTo>
                        <a:pt x="436241" y="5628"/>
                      </a:moveTo>
                      <a:cubicBezTo>
                        <a:pt x="436479" y="4241"/>
                        <a:pt x="436148" y="2814"/>
                        <a:pt x="435355" y="1718"/>
                      </a:cubicBezTo>
                      <a:cubicBezTo>
                        <a:pt x="434549" y="634"/>
                        <a:pt x="433360" y="0"/>
                        <a:pt x="432092" y="0"/>
                      </a:cubicBezTo>
                      <a:lnTo>
                        <a:pt x="4865" y="0"/>
                      </a:lnTo>
                      <a:cubicBezTo>
                        <a:pt x="3200" y="0"/>
                        <a:pt x="1668" y="951"/>
                        <a:pt x="769" y="2510"/>
                      </a:cubicBezTo>
                      <a:cubicBezTo>
                        <a:pt x="-129" y="4069"/>
                        <a:pt x="-248" y="6038"/>
                        <a:pt x="452" y="7729"/>
                      </a:cubicBezTo>
                      <a:lnTo>
                        <a:pt x="5076" y="18946"/>
                      </a:lnTo>
                      <a:cubicBezTo>
                        <a:pt x="6133" y="21509"/>
                        <a:pt x="8432" y="23161"/>
                        <a:pt x="10956" y="23161"/>
                      </a:cubicBezTo>
                      <a:lnTo>
                        <a:pt x="429146" y="23161"/>
                      </a:lnTo>
                      <a:cubicBezTo>
                        <a:pt x="431498" y="23161"/>
                        <a:pt x="433519" y="21298"/>
                        <a:pt x="433968" y="18708"/>
                      </a:cubicBezTo>
                      <a:lnTo>
                        <a:pt x="436227" y="5628"/>
                      </a:ln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F01E3513-4B8F-C79E-5FDB-BEB106620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88" y="6409897"/>
            <a:ext cx="1000265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8DE40-3C03-CCA4-2BB4-A98DAB34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D100D0-4C57-C335-1025-16CC5A0AB0B0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rPr lang="fr-FR" sz="2400" kern="0">
                <a:solidFill>
                  <a:srgbClr val="000000"/>
                </a:solidFill>
                <a:latin typeface="Century Gothic" panose="020F0302020204030204"/>
                <a:sym typeface="Fira Sans Medium"/>
              </a:rPr>
              <a:t>Objectifs du Groupe</a:t>
            </a:r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1FE6AFF-3624-08A9-FF8A-CC7873380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68" y="6394255"/>
            <a:ext cx="1209844" cy="35247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C8908B0-C22D-D46C-30C9-33DB2FD99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314" y="4663055"/>
            <a:ext cx="2986337" cy="30125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B0E7040-06C6-F8CF-237C-BA432C57FBBF}"/>
              </a:ext>
            </a:extLst>
          </p:cNvPr>
          <p:cNvSpPr txBox="1"/>
          <p:nvPr/>
        </p:nvSpPr>
        <p:spPr>
          <a:xfrm>
            <a:off x="590381" y="2115598"/>
            <a:ext cx="1012511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u="sng"/>
              <a:t>Objectifs : </a:t>
            </a:r>
          </a:p>
          <a:p>
            <a:endParaRPr lang="fr-FR" sz="2000"/>
          </a:p>
          <a:p>
            <a:r>
              <a:rPr lang="fr-FR" sz="2000">
                <a:solidFill>
                  <a:schemeClr val="accent6">
                    <a:lumMod val="10000"/>
                  </a:schemeClr>
                </a:solidFill>
              </a:rPr>
              <a:t>● </a:t>
            </a:r>
            <a:r>
              <a:rPr lang="fr-FR" sz="2000" b="1">
                <a:solidFill>
                  <a:schemeClr val="accent6">
                    <a:lumMod val="10000"/>
                  </a:schemeClr>
                </a:solidFill>
              </a:rPr>
              <a:t>Découverte des outils</a:t>
            </a:r>
            <a:r>
              <a:rPr lang="fr-FR" sz="2000" b="1"/>
              <a:t> de développement</a:t>
            </a:r>
            <a:r>
              <a:rPr lang="fr-FR" sz="2000"/>
              <a:t> tels que Git, GitHub et Visual Studio Code, tout en explorant les services d'AWS.</a:t>
            </a:r>
          </a:p>
          <a:p>
            <a:endParaRPr lang="fr-FR" sz="2000"/>
          </a:p>
          <a:p>
            <a:r>
              <a:rPr lang="fr-FR"/>
              <a:t>● </a:t>
            </a:r>
            <a:r>
              <a:rPr lang="fr-FR" b="1"/>
              <a:t>Gérer un projet d'</a:t>
            </a:r>
            <a:r>
              <a:rPr lang="fr-FR" b="1" err="1"/>
              <a:t>IaC</a:t>
            </a:r>
            <a:r>
              <a:rPr lang="fr-FR" b="1"/>
              <a:t> en équipe</a:t>
            </a:r>
            <a:r>
              <a:rPr lang="fr-FR"/>
              <a:t>, en appliquant les bonnes pratiques de collaboration et de gestion du code.</a:t>
            </a:r>
          </a:p>
          <a:p>
            <a:endParaRPr lang="fr-FR"/>
          </a:p>
          <a:p>
            <a:r>
              <a:rPr lang="fr-FR">
                <a:solidFill>
                  <a:schemeClr val="accent6">
                    <a:lumMod val="10000"/>
                  </a:schemeClr>
                </a:solidFill>
              </a:rPr>
              <a:t>● </a:t>
            </a:r>
            <a:r>
              <a:rPr lang="fr-FR" b="1"/>
              <a:t>Renforcer nos compétences en </a:t>
            </a:r>
            <a:r>
              <a:rPr lang="fr-FR" b="1" err="1"/>
              <a:t>Terraform</a:t>
            </a:r>
            <a:r>
              <a:rPr lang="fr-FR"/>
              <a:t>, en mettant en œuvre des infrastructures bien structurées.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B33C46-AF97-98ED-799F-506765864CC2}"/>
              </a:ext>
            </a:extLst>
          </p:cNvPr>
          <p:cNvSpPr/>
          <p:nvPr/>
        </p:nvSpPr>
        <p:spPr>
          <a:xfrm>
            <a:off x="383118" y="1730234"/>
            <a:ext cx="11218501" cy="3940829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E1FA74F-5E46-081F-C923-1079E897ECC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70" t="10779" r="1363" b="3159"/>
          <a:stretch/>
        </p:blipFill>
        <p:spPr>
          <a:xfrm>
            <a:off x="6362893" y="5759865"/>
            <a:ext cx="5196610" cy="109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0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846228-FB5E-288A-8961-7CF285A01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Choix et Présentation du projet</a:t>
            </a:r>
          </a:p>
        </p:txBody>
      </p:sp>
      <p:sp>
        <p:nvSpPr>
          <p:cNvPr id="328" name="Freeform: Shape 41">
            <a:extLst>
              <a:ext uri="{FF2B5EF4-FFF2-40B4-BE49-F238E27FC236}">
                <a16:creationId xmlns:a16="http://schemas.microsoft.com/office/drawing/2014/main" id="{DE7839C3-BA32-4A48-4A2E-2B23A787CEF3}"/>
              </a:ext>
            </a:extLst>
          </p:cNvPr>
          <p:cNvSpPr/>
          <p:nvPr/>
        </p:nvSpPr>
        <p:spPr>
          <a:xfrm>
            <a:off x="7400658" y="0"/>
            <a:ext cx="4791342" cy="4982198"/>
          </a:xfrm>
          <a:custGeom>
            <a:avLst/>
            <a:gdLst>
              <a:gd name="connsiteX0" fmla="*/ 1012825 w 2025650"/>
              <a:gd name="connsiteY0" fmla="*/ 0 h 2025650"/>
              <a:gd name="connsiteX1" fmla="*/ 2025650 w 2025650"/>
              <a:gd name="connsiteY1" fmla="*/ 0 h 2025650"/>
              <a:gd name="connsiteX2" fmla="*/ 2025650 w 2025650"/>
              <a:gd name="connsiteY2" fmla="*/ 1012825 h 2025650"/>
              <a:gd name="connsiteX3" fmla="*/ 1012825 w 2025650"/>
              <a:gd name="connsiteY3" fmla="*/ 2025650 h 2025650"/>
              <a:gd name="connsiteX4" fmla="*/ 0 w 2025650"/>
              <a:gd name="connsiteY4" fmla="*/ 2025650 h 2025650"/>
              <a:gd name="connsiteX5" fmla="*/ 0 w 2025650"/>
              <a:gd name="connsiteY5" fmla="*/ 1012825 h 2025650"/>
              <a:gd name="connsiteX6" fmla="*/ 1012825 w 2025650"/>
              <a:gd name="connsiteY6" fmla="*/ 0 h 202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5650" h="2025650">
                <a:moveTo>
                  <a:pt x="1012825" y="0"/>
                </a:moveTo>
                <a:lnTo>
                  <a:pt x="2025650" y="0"/>
                </a:lnTo>
                <a:lnTo>
                  <a:pt x="2025650" y="1012825"/>
                </a:lnTo>
                <a:cubicBezTo>
                  <a:pt x="2025650" y="1572193"/>
                  <a:pt x="1572193" y="2025650"/>
                  <a:pt x="1012825" y="2025650"/>
                </a:cubicBezTo>
                <a:lnTo>
                  <a:pt x="0" y="2025650"/>
                </a:lnTo>
                <a:lnTo>
                  <a:pt x="0" y="1012825"/>
                </a:lnTo>
                <a:cubicBezTo>
                  <a:pt x="0" y="453457"/>
                  <a:pt x="453457" y="0"/>
                  <a:pt x="1012825" y="0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66" name="Graphique 9">
            <a:extLst>
              <a:ext uri="{FF2B5EF4-FFF2-40B4-BE49-F238E27FC236}">
                <a16:creationId xmlns:a16="http://schemas.microsoft.com/office/drawing/2014/main" id="{D07099B5-6BE1-D75F-D721-A5C22E166E56}"/>
              </a:ext>
            </a:extLst>
          </p:cNvPr>
          <p:cNvGrpSpPr/>
          <p:nvPr/>
        </p:nvGrpSpPr>
        <p:grpSpPr>
          <a:xfrm>
            <a:off x="7765883" y="1020177"/>
            <a:ext cx="3318011" cy="3629976"/>
            <a:chOff x="2364942" y="1287464"/>
            <a:chExt cx="1176648" cy="1177467"/>
          </a:xfrm>
        </p:grpSpPr>
        <p:grpSp>
          <p:nvGrpSpPr>
            <p:cNvPr id="167" name="Graphique 9">
              <a:extLst>
                <a:ext uri="{FF2B5EF4-FFF2-40B4-BE49-F238E27FC236}">
                  <a16:creationId xmlns:a16="http://schemas.microsoft.com/office/drawing/2014/main" id="{4EEF07BB-7D95-8BFA-E28B-83DE60F061A9}"/>
                </a:ext>
              </a:extLst>
            </p:cNvPr>
            <p:cNvGrpSpPr/>
            <p:nvPr/>
          </p:nvGrpSpPr>
          <p:grpSpPr>
            <a:xfrm>
              <a:off x="2364942" y="1597395"/>
              <a:ext cx="1176648" cy="534698"/>
              <a:chOff x="2364942" y="1597395"/>
              <a:chExt cx="1176648" cy="534698"/>
            </a:xfrm>
          </p:grpSpPr>
          <p:sp>
            <p:nvSpPr>
              <p:cNvPr id="315" name="Forme libre : forme 314">
                <a:extLst>
                  <a:ext uri="{FF2B5EF4-FFF2-40B4-BE49-F238E27FC236}">
                    <a16:creationId xmlns:a16="http://schemas.microsoft.com/office/drawing/2014/main" id="{575D1E32-21AB-00DA-76B8-CEC8BB5DADEE}"/>
                  </a:ext>
                </a:extLst>
              </p:cNvPr>
              <p:cNvSpPr/>
              <p:nvPr/>
            </p:nvSpPr>
            <p:spPr>
              <a:xfrm>
                <a:off x="2364942" y="1669240"/>
                <a:ext cx="162624" cy="337593"/>
              </a:xfrm>
              <a:custGeom>
                <a:avLst/>
                <a:gdLst>
                  <a:gd name="connsiteX0" fmla="*/ 81376 w 162624"/>
                  <a:gd name="connsiteY0" fmla="*/ 0 h 337593"/>
                  <a:gd name="connsiteX1" fmla="*/ 160314 w 162624"/>
                  <a:gd name="connsiteY1" fmla="*/ 86405 h 337593"/>
                  <a:gd name="connsiteX2" fmla="*/ 162625 w 162624"/>
                  <a:gd name="connsiteY2" fmla="*/ 283720 h 337593"/>
                  <a:gd name="connsiteX3" fmla="*/ 51459 w 162624"/>
                  <a:gd name="connsiteY3" fmla="*/ 337594 h 337593"/>
                  <a:gd name="connsiteX4" fmla="*/ 81376 w 162624"/>
                  <a:gd name="connsiteY4" fmla="*/ 0 h 33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2624" h="337593">
                    <a:moveTo>
                      <a:pt x="81376" y="0"/>
                    </a:moveTo>
                    <a:lnTo>
                      <a:pt x="160314" y="86405"/>
                    </a:lnTo>
                    <a:cubicBezTo>
                      <a:pt x="110915" y="123667"/>
                      <a:pt x="79941" y="196780"/>
                      <a:pt x="162625" y="283720"/>
                    </a:cubicBezTo>
                    <a:lnTo>
                      <a:pt x="51459" y="337594"/>
                    </a:lnTo>
                    <a:cubicBezTo>
                      <a:pt x="-26445" y="201170"/>
                      <a:pt x="-15439" y="93361"/>
                      <a:pt x="81376" y="0"/>
                    </a:cubicBezTo>
                    <a:close/>
                  </a:path>
                </a:pathLst>
              </a:custGeom>
              <a:solidFill>
                <a:srgbClr val="4438B7"/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316" name="Forme libre : forme 315">
                <a:extLst>
                  <a:ext uri="{FF2B5EF4-FFF2-40B4-BE49-F238E27FC236}">
                    <a16:creationId xmlns:a16="http://schemas.microsoft.com/office/drawing/2014/main" id="{32962FC5-9505-A1D6-CED7-CB9ACC99CF7B}"/>
                  </a:ext>
                </a:extLst>
              </p:cNvPr>
              <p:cNvSpPr/>
              <p:nvPr/>
            </p:nvSpPr>
            <p:spPr>
              <a:xfrm>
                <a:off x="2399826" y="1901299"/>
                <a:ext cx="402984" cy="229400"/>
              </a:xfrm>
              <a:custGeom>
                <a:avLst/>
                <a:gdLst>
                  <a:gd name="connsiteX0" fmla="*/ 0 w 402984"/>
                  <a:gd name="connsiteY0" fmla="*/ 74195 h 229400"/>
                  <a:gd name="connsiteX1" fmla="*/ 76579 w 402984"/>
                  <a:gd name="connsiteY1" fmla="*/ 75424 h 229400"/>
                  <a:gd name="connsiteX2" fmla="*/ 90333 w 402984"/>
                  <a:gd name="connsiteY2" fmla="*/ 0 h 229400"/>
                  <a:gd name="connsiteX3" fmla="*/ 345547 w 402984"/>
                  <a:gd name="connsiteY3" fmla="*/ 85651 h 229400"/>
                  <a:gd name="connsiteX4" fmla="*/ 402984 w 402984"/>
                  <a:gd name="connsiteY4" fmla="*/ 192414 h 229400"/>
                  <a:gd name="connsiteX5" fmla="*/ 0 w 402984"/>
                  <a:gd name="connsiteY5" fmla="*/ 74195 h 229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2984" h="229400">
                    <a:moveTo>
                      <a:pt x="0" y="74195"/>
                    </a:moveTo>
                    <a:lnTo>
                      <a:pt x="76579" y="75424"/>
                    </a:lnTo>
                    <a:lnTo>
                      <a:pt x="90333" y="0"/>
                    </a:lnTo>
                    <a:cubicBezTo>
                      <a:pt x="132399" y="86393"/>
                      <a:pt x="231804" y="122499"/>
                      <a:pt x="345547" y="85651"/>
                    </a:cubicBezTo>
                    <a:lnTo>
                      <a:pt x="402984" y="192414"/>
                    </a:lnTo>
                    <a:cubicBezTo>
                      <a:pt x="238821" y="267254"/>
                      <a:pt x="72651" y="228849"/>
                      <a:pt x="0" y="74195"/>
                    </a:cubicBezTo>
                    <a:close/>
                  </a:path>
                </a:pathLst>
              </a:custGeom>
              <a:solidFill>
                <a:srgbClr val="8078D5"/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317" name="Forme libre : forme 316">
                <a:extLst>
                  <a:ext uri="{FF2B5EF4-FFF2-40B4-BE49-F238E27FC236}">
                    <a16:creationId xmlns:a16="http://schemas.microsoft.com/office/drawing/2014/main" id="{DC2F87C5-574C-F7F4-E027-5F4B1FAAF870}"/>
                  </a:ext>
                </a:extLst>
              </p:cNvPr>
              <p:cNvSpPr/>
              <p:nvPr/>
            </p:nvSpPr>
            <p:spPr>
              <a:xfrm>
                <a:off x="2954861" y="1597879"/>
                <a:ext cx="550426" cy="263482"/>
              </a:xfrm>
              <a:custGeom>
                <a:avLst/>
                <a:gdLst>
                  <a:gd name="connsiteX0" fmla="*/ 87232 w 550426"/>
                  <a:gd name="connsiteY0" fmla="*/ 263483 h 263482"/>
                  <a:gd name="connsiteX1" fmla="*/ 430991 w 550426"/>
                  <a:gd name="connsiteY1" fmla="*/ 162703 h 263482"/>
                  <a:gd name="connsiteX2" fmla="*/ 550426 w 550426"/>
                  <a:gd name="connsiteY2" fmla="*/ 123167 h 263482"/>
                  <a:gd name="connsiteX3" fmla="*/ 0 w 550426"/>
                  <a:gd name="connsiteY3" fmla="*/ 158337 h 263482"/>
                  <a:gd name="connsiteX4" fmla="*/ 87232 w 550426"/>
                  <a:gd name="connsiteY4" fmla="*/ 263471 h 263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0426" h="263482">
                    <a:moveTo>
                      <a:pt x="87232" y="263483"/>
                    </a:moveTo>
                    <a:cubicBezTo>
                      <a:pt x="149315" y="140777"/>
                      <a:pt x="313162" y="95513"/>
                      <a:pt x="430991" y="162703"/>
                    </a:cubicBezTo>
                    <a:lnTo>
                      <a:pt x="550426" y="123167"/>
                    </a:lnTo>
                    <a:cubicBezTo>
                      <a:pt x="410938" y="-62910"/>
                      <a:pt x="157463" y="-27607"/>
                      <a:pt x="0" y="158337"/>
                    </a:cubicBezTo>
                    <a:lnTo>
                      <a:pt x="87232" y="263471"/>
                    </a:lnTo>
                    <a:close/>
                  </a:path>
                </a:pathLst>
              </a:custGeom>
              <a:solidFill>
                <a:srgbClr val="4438B7"/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318" name="Forme libre : forme 317">
                <a:extLst>
                  <a:ext uri="{FF2B5EF4-FFF2-40B4-BE49-F238E27FC236}">
                    <a16:creationId xmlns:a16="http://schemas.microsoft.com/office/drawing/2014/main" id="{80AA6DCA-AEF9-B8C2-50FB-9CE95FE0F32F}"/>
                  </a:ext>
                </a:extLst>
              </p:cNvPr>
              <p:cNvSpPr/>
              <p:nvPr/>
            </p:nvSpPr>
            <p:spPr>
              <a:xfrm>
                <a:off x="3317604" y="1656945"/>
                <a:ext cx="223986" cy="452674"/>
              </a:xfrm>
              <a:custGeom>
                <a:avLst/>
                <a:gdLst>
                  <a:gd name="connsiteX0" fmla="*/ 0 w 223986"/>
                  <a:gd name="connsiteY0" fmla="*/ 334298 h 452674"/>
                  <a:gd name="connsiteX1" fmla="*/ 50676 w 223986"/>
                  <a:gd name="connsiteY1" fmla="*/ 452675 h 452674"/>
                  <a:gd name="connsiteX2" fmla="*/ 124579 w 223986"/>
                  <a:gd name="connsiteY2" fmla="*/ 0 h 452674"/>
                  <a:gd name="connsiteX3" fmla="*/ 125795 w 223986"/>
                  <a:gd name="connsiteY3" fmla="*/ 76700 h 452674"/>
                  <a:gd name="connsiteX4" fmla="*/ 47234 w 223986"/>
                  <a:gd name="connsiteY4" fmla="*/ 93045 h 452674"/>
                  <a:gd name="connsiteX5" fmla="*/ 0 w 223986"/>
                  <a:gd name="connsiteY5" fmla="*/ 334310 h 452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3986" h="452674">
                    <a:moveTo>
                      <a:pt x="0" y="334298"/>
                    </a:moveTo>
                    <a:lnTo>
                      <a:pt x="50676" y="452675"/>
                    </a:lnTo>
                    <a:cubicBezTo>
                      <a:pt x="235574" y="375658"/>
                      <a:pt x="291515" y="114886"/>
                      <a:pt x="124579" y="0"/>
                    </a:cubicBezTo>
                    <a:lnTo>
                      <a:pt x="125795" y="76700"/>
                    </a:lnTo>
                    <a:lnTo>
                      <a:pt x="47234" y="93045"/>
                    </a:lnTo>
                    <a:cubicBezTo>
                      <a:pt x="162935" y="147928"/>
                      <a:pt x="111384" y="303494"/>
                      <a:pt x="0" y="334310"/>
                    </a:cubicBezTo>
                    <a:close/>
                  </a:path>
                </a:pathLst>
              </a:custGeom>
              <a:solidFill>
                <a:srgbClr val="B1ABE5"/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319" name="Forme libre : forme 318">
                <a:extLst>
                  <a:ext uri="{FF2B5EF4-FFF2-40B4-BE49-F238E27FC236}">
                    <a16:creationId xmlns:a16="http://schemas.microsoft.com/office/drawing/2014/main" id="{758CB309-A625-B360-7C82-C7FE6B5B9A04}"/>
                  </a:ext>
                </a:extLst>
              </p:cNvPr>
              <p:cNvSpPr/>
              <p:nvPr/>
            </p:nvSpPr>
            <p:spPr>
              <a:xfrm>
                <a:off x="2987574" y="1933854"/>
                <a:ext cx="450655" cy="198239"/>
              </a:xfrm>
              <a:custGeom>
                <a:avLst/>
                <a:gdLst>
                  <a:gd name="connsiteX0" fmla="*/ 0 w 450655"/>
                  <a:gd name="connsiteY0" fmla="*/ 90880 h 198239"/>
                  <a:gd name="connsiteX1" fmla="*/ 450656 w 450655"/>
                  <a:gd name="connsiteY1" fmla="*/ 133177 h 198239"/>
                  <a:gd name="connsiteX2" fmla="*/ 364640 w 450655"/>
                  <a:gd name="connsiteY2" fmla="*/ 102616 h 198239"/>
                  <a:gd name="connsiteX3" fmla="*/ 388585 w 450655"/>
                  <a:gd name="connsiteY3" fmla="*/ 26001 h 198239"/>
                  <a:gd name="connsiteX4" fmla="*/ 85967 w 450655"/>
                  <a:gd name="connsiteY4" fmla="*/ 0 h 198239"/>
                  <a:gd name="connsiteX5" fmla="*/ 12 w 450655"/>
                  <a:gd name="connsiteY5" fmla="*/ 90880 h 198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50655" h="198239">
                    <a:moveTo>
                      <a:pt x="0" y="90880"/>
                    </a:moveTo>
                    <a:cubicBezTo>
                      <a:pt x="175169" y="216858"/>
                      <a:pt x="328436" y="233287"/>
                      <a:pt x="450656" y="133177"/>
                    </a:cubicBezTo>
                    <a:lnTo>
                      <a:pt x="364640" y="102616"/>
                    </a:lnTo>
                    <a:lnTo>
                      <a:pt x="388585" y="26001"/>
                    </a:lnTo>
                    <a:cubicBezTo>
                      <a:pt x="281324" y="100439"/>
                      <a:pt x="181651" y="76214"/>
                      <a:pt x="85967" y="0"/>
                    </a:cubicBezTo>
                    <a:lnTo>
                      <a:pt x="12" y="90880"/>
                    </a:lnTo>
                    <a:close/>
                  </a:path>
                </a:pathLst>
              </a:custGeom>
              <a:solidFill>
                <a:srgbClr val="8078D5"/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320" name="Forme libre : forme 319">
                <a:extLst>
                  <a:ext uri="{FF2B5EF4-FFF2-40B4-BE49-F238E27FC236}">
                    <a16:creationId xmlns:a16="http://schemas.microsoft.com/office/drawing/2014/main" id="{869F4F18-E708-CF60-C200-BC0A58496702}"/>
                  </a:ext>
                </a:extLst>
              </p:cNvPr>
              <p:cNvSpPr/>
              <p:nvPr/>
            </p:nvSpPr>
            <p:spPr>
              <a:xfrm>
                <a:off x="2446318" y="1597395"/>
                <a:ext cx="351761" cy="158249"/>
              </a:xfrm>
              <a:custGeom>
                <a:avLst/>
                <a:gdLst>
                  <a:gd name="connsiteX0" fmla="*/ 0 w 351761"/>
                  <a:gd name="connsiteY0" fmla="*/ 71845 h 158249"/>
                  <a:gd name="connsiteX1" fmla="*/ 0 w 351761"/>
                  <a:gd name="connsiteY1" fmla="*/ 154832 h 158249"/>
                  <a:gd name="connsiteX2" fmla="*/ 78938 w 351761"/>
                  <a:gd name="connsiteY2" fmla="*/ 158250 h 158249"/>
                  <a:gd name="connsiteX3" fmla="*/ 297547 w 351761"/>
                  <a:gd name="connsiteY3" fmla="*/ 157581 h 158249"/>
                  <a:gd name="connsiteX4" fmla="*/ 351761 w 351761"/>
                  <a:gd name="connsiteY4" fmla="*/ 37380 h 158249"/>
                  <a:gd name="connsiteX5" fmla="*/ 0 w 351761"/>
                  <a:gd name="connsiteY5" fmla="*/ 71845 h 158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1761" h="158249">
                    <a:moveTo>
                      <a:pt x="0" y="71845"/>
                    </a:moveTo>
                    <a:lnTo>
                      <a:pt x="0" y="154832"/>
                    </a:lnTo>
                    <a:cubicBezTo>
                      <a:pt x="0" y="154832"/>
                      <a:pt x="78938" y="158250"/>
                      <a:pt x="78938" y="158250"/>
                    </a:cubicBezTo>
                    <a:cubicBezTo>
                      <a:pt x="130124" y="125050"/>
                      <a:pt x="204247" y="127725"/>
                      <a:pt x="297547" y="157581"/>
                    </a:cubicBezTo>
                    <a:lnTo>
                      <a:pt x="351761" y="37380"/>
                    </a:lnTo>
                    <a:cubicBezTo>
                      <a:pt x="209987" y="-23341"/>
                      <a:pt x="93750" y="-8845"/>
                      <a:pt x="0" y="71845"/>
                    </a:cubicBezTo>
                    <a:close/>
                  </a:path>
                </a:pathLst>
              </a:custGeom>
              <a:solidFill>
                <a:srgbClr val="8078D5"/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321" name="Forme libre : forme 320">
                <a:extLst>
                  <a:ext uri="{FF2B5EF4-FFF2-40B4-BE49-F238E27FC236}">
                    <a16:creationId xmlns:a16="http://schemas.microsoft.com/office/drawing/2014/main" id="{C394162B-8C7E-DF4C-8480-EF091ECC258B}"/>
                  </a:ext>
                </a:extLst>
              </p:cNvPr>
              <p:cNvSpPr/>
              <p:nvPr/>
            </p:nvSpPr>
            <p:spPr>
              <a:xfrm>
                <a:off x="2699525" y="1634763"/>
                <a:ext cx="440671" cy="432998"/>
              </a:xfrm>
              <a:custGeom>
                <a:avLst/>
                <a:gdLst>
                  <a:gd name="connsiteX0" fmla="*/ 44340 w 440671"/>
                  <a:gd name="connsiteY0" fmla="*/ 120213 h 432998"/>
                  <a:gd name="connsiteX1" fmla="*/ 0 w 440671"/>
                  <a:gd name="connsiteY1" fmla="*/ 27837 h 432998"/>
                  <a:gd name="connsiteX2" fmla="*/ 98566 w 440671"/>
                  <a:gd name="connsiteY2" fmla="*/ 0 h 432998"/>
                  <a:gd name="connsiteX3" fmla="*/ 255336 w 440671"/>
                  <a:gd name="connsiteY3" fmla="*/ 121454 h 432998"/>
                  <a:gd name="connsiteX4" fmla="*/ 440672 w 440671"/>
                  <a:gd name="connsiteY4" fmla="*/ 342847 h 432998"/>
                  <a:gd name="connsiteX5" fmla="*/ 338567 w 440671"/>
                  <a:gd name="connsiteY5" fmla="*/ 343930 h 432998"/>
                  <a:gd name="connsiteX6" fmla="*/ 354291 w 440671"/>
                  <a:gd name="connsiteY6" fmla="*/ 432998 h 432998"/>
                  <a:gd name="connsiteX7" fmla="*/ 241703 w 440671"/>
                  <a:gd name="connsiteY7" fmla="*/ 352832 h 432998"/>
                  <a:gd name="connsiteX8" fmla="*/ 165027 w 440671"/>
                  <a:gd name="connsiteY8" fmla="*/ 216505 h 432998"/>
                  <a:gd name="connsiteX9" fmla="*/ 44340 w 440671"/>
                  <a:gd name="connsiteY9" fmla="*/ 120213 h 432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40671" h="432998">
                    <a:moveTo>
                      <a:pt x="44340" y="120213"/>
                    </a:moveTo>
                    <a:lnTo>
                      <a:pt x="0" y="27837"/>
                    </a:lnTo>
                    <a:lnTo>
                      <a:pt x="98566" y="0"/>
                    </a:lnTo>
                    <a:cubicBezTo>
                      <a:pt x="162595" y="33395"/>
                      <a:pt x="214158" y="74293"/>
                      <a:pt x="255336" y="121454"/>
                    </a:cubicBezTo>
                    <a:cubicBezTo>
                      <a:pt x="300660" y="221284"/>
                      <a:pt x="362877" y="306485"/>
                      <a:pt x="440672" y="342847"/>
                    </a:cubicBezTo>
                    <a:lnTo>
                      <a:pt x="338567" y="343930"/>
                    </a:lnTo>
                    <a:lnTo>
                      <a:pt x="354291" y="432998"/>
                    </a:lnTo>
                    <a:cubicBezTo>
                      <a:pt x="314281" y="409041"/>
                      <a:pt x="275681" y="382152"/>
                      <a:pt x="241703" y="352832"/>
                    </a:cubicBezTo>
                    <a:lnTo>
                      <a:pt x="165027" y="216505"/>
                    </a:lnTo>
                    <a:cubicBezTo>
                      <a:pt x="138297" y="175899"/>
                      <a:pt x="100998" y="142833"/>
                      <a:pt x="44340" y="120213"/>
                    </a:cubicBezTo>
                    <a:close/>
                  </a:path>
                </a:pathLst>
              </a:custGeom>
              <a:solidFill>
                <a:srgbClr val="4438B7"/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322" name="Forme libre : forme 321">
                <a:extLst>
                  <a:ext uri="{FF2B5EF4-FFF2-40B4-BE49-F238E27FC236}">
                    <a16:creationId xmlns:a16="http://schemas.microsoft.com/office/drawing/2014/main" id="{FCB0A54B-18F4-7FD2-1D6E-F03C2D094DA8}"/>
                  </a:ext>
                </a:extLst>
              </p:cNvPr>
              <p:cNvSpPr/>
              <p:nvPr/>
            </p:nvSpPr>
            <p:spPr>
              <a:xfrm>
                <a:off x="2674887" y="1743386"/>
                <a:ext cx="367218" cy="380948"/>
              </a:xfrm>
              <a:custGeom>
                <a:avLst/>
                <a:gdLst>
                  <a:gd name="connsiteX0" fmla="*/ 279974 w 367218"/>
                  <a:gd name="connsiteY0" fmla="*/ 12842 h 380948"/>
                  <a:gd name="connsiteX1" fmla="*/ 202167 w 367218"/>
                  <a:gd name="connsiteY1" fmla="*/ 125783 h 380948"/>
                  <a:gd name="connsiteX2" fmla="*/ 0 w 367218"/>
                  <a:gd name="connsiteY2" fmla="*/ 257598 h 380948"/>
                  <a:gd name="connsiteX3" fmla="*/ 82586 w 367218"/>
                  <a:gd name="connsiteY3" fmla="*/ 300332 h 380948"/>
                  <a:gd name="connsiteX4" fmla="*/ 33419 w 367218"/>
                  <a:gd name="connsiteY4" fmla="*/ 380948 h 380948"/>
                  <a:gd name="connsiteX5" fmla="*/ 367218 w 367218"/>
                  <a:gd name="connsiteY5" fmla="*/ 117975 h 380948"/>
                  <a:gd name="connsiteX6" fmla="*/ 367218 w 367218"/>
                  <a:gd name="connsiteY6" fmla="*/ 0 h 380948"/>
                  <a:gd name="connsiteX7" fmla="*/ 279986 w 367218"/>
                  <a:gd name="connsiteY7" fmla="*/ 12842 h 380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7218" h="380948">
                    <a:moveTo>
                      <a:pt x="279974" y="12842"/>
                    </a:moveTo>
                    <a:cubicBezTo>
                      <a:pt x="249985" y="44911"/>
                      <a:pt x="230344" y="92194"/>
                      <a:pt x="202167" y="125783"/>
                    </a:cubicBezTo>
                    <a:cubicBezTo>
                      <a:pt x="157219" y="179365"/>
                      <a:pt x="101157" y="248598"/>
                      <a:pt x="0" y="257598"/>
                    </a:cubicBezTo>
                    <a:lnTo>
                      <a:pt x="82586" y="300332"/>
                    </a:lnTo>
                    <a:lnTo>
                      <a:pt x="33419" y="380948"/>
                    </a:lnTo>
                    <a:cubicBezTo>
                      <a:pt x="198397" y="348162"/>
                      <a:pt x="313819" y="240548"/>
                      <a:pt x="367218" y="117975"/>
                    </a:cubicBezTo>
                    <a:lnTo>
                      <a:pt x="367218" y="0"/>
                    </a:lnTo>
                    <a:lnTo>
                      <a:pt x="279986" y="12842"/>
                    </a:lnTo>
                    <a:close/>
                  </a:path>
                </a:pathLst>
              </a:custGeom>
              <a:solidFill>
                <a:srgbClr val="B1ABE5"/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grpSp>
          <p:nvGrpSpPr>
            <p:cNvPr id="168" name="Graphique 9">
              <a:extLst>
                <a:ext uri="{FF2B5EF4-FFF2-40B4-BE49-F238E27FC236}">
                  <a16:creationId xmlns:a16="http://schemas.microsoft.com/office/drawing/2014/main" id="{54001FC4-9321-1EF4-169B-553586279F10}"/>
                </a:ext>
              </a:extLst>
            </p:cNvPr>
            <p:cNvGrpSpPr/>
            <p:nvPr/>
          </p:nvGrpSpPr>
          <p:grpSpPr>
            <a:xfrm>
              <a:off x="2974121" y="1411338"/>
              <a:ext cx="417228" cy="154304"/>
              <a:chOff x="2974121" y="1411338"/>
              <a:chExt cx="417228" cy="154304"/>
            </a:xfrm>
          </p:grpSpPr>
          <p:sp>
            <p:nvSpPr>
              <p:cNvPr id="294" name="Forme libre : forme 293">
                <a:extLst>
                  <a:ext uri="{FF2B5EF4-FFF2-40B4-BE49-F238E27FC236}">
                    <a16:creationId xmlns:a16="http://schemas.microsoft.com/office/drawing/2014/main" id="{DBFB3FE9-AE8A-80A8-3D5A-E6866462815A}"/>
                  </a:ext>
                </a:extLst>
              </p:cNvPr>
              <p:cNvSpPr/>
              <p:nvPr/>
            </p:nvSpPr>
            <p:spPr>
              <a:xfrm>
                <a:off x="2974121" y="1411338"/>
                <a:ext cx="417228" cy="154304"/>
              </a:xfrm>
              <a:custGeom>
                <a:avLst/>
                <a:gdLst>
                  <a:gd name="connsiteX0" fmla="*/ 8747 w 417228"/>
                  <a:gd name="connsiteY0" fmla="*/ 1752 h 154304"/>
                  <a:gd name="connsiteX1" fmla="*/ 410285 w 417228"/>
                  <a:gd name="connsiteY1" fmla="*/ 0 h 154304"/>
                  <a:gd name="connsiteX2" fmla="*/ 417229 w 417228"/>
                  <a:gd name="connsiteY2" fmla="*/ 6920 h 154304"/>
                  <a:gd name="connsiteX3" fmla="*/ 416377 w 417228"/>
                  <a:gd name="connsiteY3" fmla="*/ 147467 h 154304"/>
                  <a:gd name="connsiteX4" fmla="*/ 409300 w 417228"/>
                  <a:gd name="connsiteY4" fmla="*/ 154301 h 154304"/>
                  <a:gd name="connsiteX5" fmla="*/ 4041 w 417228"/>
                  <a:gd name="connsiteY5" fmla="*/ 148877 h 154304"/>
                  <a:gd name="connsiteX6" fmla="*/ 1937 w 417228"/>
                  <a:gd name="connsiteY6" fmla="*/ 8392 h 154304"/>
                  <a:gd name="connsiteX7" fmla="*/ 8747 w 417228"/>
                  <a:gd name="connsiteY7" fmla="*/ 1752 h 15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7228" h="154304">
                    <a:moveTo>
                      <a:pt x="8747" y="1752"/>
                    </a:moveTo>
                    <a:lnTo>
                      <a:pt x="410285" y="0"/>
                    </a:lnTo>
                    <a:cubicBezTo>
                      <a:pt x="414128" y="-36"/>
                      <a:pt x="417253" y="3077"/>
                      <a:pt x="417229" y="6920"/>
                    </a:cubicBezTo>
                    <a:lnTo>
                      <a:pt x="416377" y="147467"/>
                    </a:lnTo>
                    <a:cubicBezTo>
                      <a:pt x="416353" y="151334"/>
                      <a:pt x="413167" y="154423"/>
                      <a:pt x="409300" y="154301"/>
                    </a:cubicBezTo>
                    <a:cubicBezTo>
                      <a:pt x="373898" y="153243"/>
                      <a:pt x="10985" y="148585"/>
                      <a:pt x="4041" y="148877"/>
                    </a:cubicBezTo>
                    <a:cubicBezTo>
                      <a:pt x="-2818" y="149169"/>
                      <a:pt x="904" y="38174"/>
                      <a:pt x="1937" y="8392"/>
                    </a:cubicBezTo>
                    <a:cubicBezTo>
                      <a:pt x="2059" y="4707"/>
                      <a:pt x="5075" y="1788"/>
                      <a:pt x="8747" y="1752"/>
                    </a:cubicBezTo>
                    <a:close/>
                  </a:path>
                </a:pathLst>
              </a:custGeom>
              <a:solidFill>
                <a:srgbClr val="8078D5"/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95" name="Forme libre : forme 294">
                <a:extLst>
                  <a:ext uri="{FF2B5EF4-FFF2-40B4-BE49-F238E27FC236}">
                    <a16:creationId xmlns:a16="http://schemas.microsoft.com/office/drawing/2014/main" id="{35176597-DD07-2A6F-8526-245A9BA7A727}"/>
                  </a:ext>
                </a:extLst>
              </p:cNvPr>
              <p:cNvSpPr/>
              <p:nvPr/>
            </p:nvSpPr>
            <p:spPr>
              <a:xfrm>
                <a:off x="2979529" y="1416774"/>
                <a:ext cx="406348" cy="143428"/>
              </a:xfrm>
              <a:custGeom>
                <a:avLst/>
                <a:gdLst>
                  <a:gd name="connsiteX0" fmla="*/ 404085 w 406348"/>
                  <a:gd name="connsiteY0" fmla="*/ 143429 h 143428"/>
                  <a:gd name="connsiteX1" fmla="*/ 404037 w 406348"/>
                  <a:gd name="connsiteY1" fmla="*/ 143429 h 143428"/>
                  <a:gd name="connsiteX2" fmla="*/ 60326 w 406348"/>
                  <a:gd name="connsiteY2" fmla="*/ 138747 h 143428"/>
                  <a:gd name="connsiteX3" fmla="*/ 2451 w 406348"/>
                  <a:gd name="connsiteY3" fmla="*/ 138017 h 143428"/>
                  <a:gd name="connsiteX4" fmla="*/ 1916 w 406348"/>
                  <a:gd name="connsiteY4" fmla="*/ 138017 h 143428"/>
                  <a:gd name="connsiteX5" fmla="*/ 1819 w 406348"/>
                  <a:gd name="connsiteY5" fmla="*/ 137482 h 143428"/>
                  <a:gd name="connsiteX6" fmla="*/ 1940 w 406348"/>
                  <a:gd name="connsiteY6" fmla="*/ 3138 h 143428"/>
                  <a:gd name="connsiteX7" fmla="*/ 3363 w 406348"/>
                  <a:gd name="connsiteY7" fmla="*/ 1751 h 143428"/>
                  <a:gd name="connsiteX8" fmla="*/ 404900 w 406348"/>
                  <a:gd name="connsiteY8" fmla="*/ 0 h 143428"/>
                  <a:gd name="connsiteX9" fmla="*/ 405934 w 406348"/>
                  <a:gd name="connsiteY9" fmla="*/ 426 h 143428"/>
                  <a:gd name="connsiteX10" fmla="*/ 406347 w 406348"/>
                  <a:gd name="connsiteY10" fmla="*/ 1447 h 143428"/>
                  <a:gd name="connsiteX11" fmla="*/ 405496 w 406348"/>
                  <a:gd name="connsiteY11" fmla="*/ 141994 h 143428"/>
                  <a:gd name="connsiteX12" fmla="*/ 404061 w 406348"/>
                  <a:gd name="connsiteY12" fmla="*/ 143429 h 143428"/>
                  <a:gd name="connsiteX13" fmla="*/ 3023 w 406348"/>
                  <a:gd name="connsiteY13" fmla="*/ 136716 h 143428"/>
                  <a:gd name="connsiteX14" fmla="*/ 60350 w 406348"/>
                  <a:gd name="connsiteY14" fmla="*/ 137433 h 143428"/>
                  <a:gd name="connsiteX15" fmla="*/ 404085 w 406348"/>
                  <a:gd name="connsiteY15" fmla="*/ 142115 h 143428"/>
                  <a:gd name="connsiteX16" fmla="*/ 404122 w 406348"/>
                  <a:gd name="connsiteY16" fmla="*/ 142115 h 143428"/>
                  <a:gd name="connsiteX17" fmla="*/ 404219 w 406348"/>
                  <a:gd name="connsiteY17" fmla="*/ 141982 h 143428"/>
                  <a:gd name="connsiteX18" fmla="*/ 405070 w 406348"/>
                  <a:gd name="connsiteY18" fmla="*/ 1435 h 143428"/>
                  <a:gd name="connsiteX19" fmla="*/ 404925 w 406348"/>
                  <a:gd name="connsiteY19" fmla="*/ 645 h 143428"/>
                  <a:gd name="connsiteX20" fmla="*/ 404925 w 406348"/>
                  <a:gd name="connsiteY20" fmla="*/ 1301 h 143428"/>
                  <a:gd name="connsiteX21" fmla="*/ 3387 w 406348"/>
                  <a:gd name="connsiteY21" fmla="*/ 3052 h 143428"/>
                  <a:gd name="connsiteX22" fmla="*/ 3254 w 406348"/>
                  <a:gd name="connsiteY22" fmla="*/ 3186 h 143428"/>
                  <a:gd name="connsiteX23" fmla="*/ 3023 w 406348"/>
                  <a:gd name="connsiteY23" fmla="*/ 136728 h 143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06348" h="143428">
                    <a:moveTo>
                      <a:pt x="404085" y="143429"/>
                    </a:moveTo>
                    <a:lnTo>
                      <a:pt x="404037" y="143429"/>
                    </a:lnTo>
                    <a:cubicBezTo>
                      <a:pt x="381405" y="142748"/>
                      <a:pt x="164547" y="140048"/>
                      <a:pt x="60326" y="138747"/>
                    </a:cubicBezTo>
                    <a:cubicBezTo>
                      <a:pt x="29850" y="138370"/>
                      <a:pt x="8228" y="138102"/>
                      <a:pt x="2451" y="138017"/>
                    </a:cubicBezTo>
                    <a:lnTo>
                      <a:pt x="1916" y="138017"/>
                    </a:lnTo>
                    <a:cubicBezTo>
                      <a:pt x="1916" y="138017"/>
                      <a:pt x="1819" y="137482"/>
                      <a:pt x="1819" y="137482"/>
                    </a:cubicBezTo>
                    <a:cubicBezTo>
                      <a:pt x="-650" y="123582"/>
                      <a:pt x="-601" y="77138"/>
                      <a:pt x="1940" y="3138"/>
                    </a:cubicBezTo>
                    <a:cubicBezTo>
                      <a:pt x="1965" y="2371"/>
                      <a:pt x="2597" y="1751"/>
                      <a:pt x="3363" y="1751"/>
                    </a:cubicBezTo>
                    <a:lnTo>
                      <a:pt x="404900" y="0"/>
                    </a:lnTo>
                    <a:cubicBezTo>
                      <a:pt x="405302" y="0"/>
                      <a:pt x="405666" y="146"/>
                      <a:pt x="405934" y="426"/>
                    </a:cubicBezTo>
                    <a:cubicBezTo>
                      <a:pt x="406214" y="705"/>
                      <a:pt x="406360" y="1058"/>
                      <a:pt x="406347" y="1447"/>
                    </a:cubicBezTo>
                    <a:lnTo>
                      <a:pt x="405496" y="141994"/>
                    </a:lnTo>
                    <a:cubicBezTo>
                      <a:pt x="405496" y="142784"/>
                      <a:pt x="404852" y="143429"/>
                      <a:pt x="404061" y="143429"/>
                    </a:cubicBezTo>
                    <a:close/>
                    <a:moveTo>
                      <a:pt x="3023" y="136716"/>
                    </a:moveTo>
                    <a:cubicBezTo>
                      <a:pt x="9504" y="136801"/>
                      <a:pt x="30762" y="137068"/>
                      <a:pt x="60350" y="137433"/>
                    </a:cubicBezTo>
                    <a:cubicBezTo>
                      <a:pt x="164571" y="138734"/>
                      <a:pt x="381441" y="141446"/>
                      <a:pt x="404085" y="142115"/>
                    </a:cubicBezTo>
                    <a:lnTo>
                      <a:pt x="404122" y="142115"/>
                    </a:lnTo>
                    <a:cubicBezTo>
                      <a:pt x="404122" y="142115"/>
                      <a:pt x="404219" y="142054"/>
                      <a:pt x="404219" y="141982"/>
                    </a:cubicBezTo>
                    <a:lnTo>
                      <a:pt x="405070" y="1435"/>
                    </a:lnTo>
                    <a:lnTo>
                      <a:pt x="404925" y="645"/>
                    </a:lnTo>
                    <a:lnTo>
                      <a:pt x="404925" y="1301"/>
                    </a:lnTo>
                    <a:cubicBezTo>
                      <a:pt x="404925" y="1301"/>
                      <a:pt x="3387" y="3052"/>
                      <a:pt x="3387" y="3052"/>
                    </a:cubicBezTo>
                    <a:cubicBezTo>
                      <a:pt x="3314" y="3052"/>
                      <a:pt x="3254" y="3113"/>
                      <a:pt x="3254" y="3186"/>
                    </a:cubicBezTo>
                    <a:cubicBezTo>
                      <a:pt x="748" y="76165"/>
                      <a:pt x="663" y="122293"/>
                      <a:pt x="3023" y="1367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96" name="Forme libre : forme 295">
                <a:extLst>
                  <a:ext uri="{FF2B5EF4-FFF2-40B4-BE49-F238E27FC236}">
                    <a16:creationId xmlns:a16="http://schemas.microsoft.com/office/drawing/2014/main" id="{58EC554C-EDFB-E8C3-8FAE-2A0E6BF7B018}"/>
                  </a:ext>
                </a:extLst>
              </p:cNvPr>
              <p:cNvSpPr/>
              <p:nvPr/>
            </p:nvSpPr>
            <p:spPr>
              <a:xfrm>
                <a:off x="3000040" y="1442495"/>
                <a:ext cx="159481" cy="13766"/>
              </a:xfrm>
              <a:custGeom>
                <a:avLst/>
                <a:gdLst>
                  <a:gd name="connsiteX0" fmla="*/ 0 w 159481"/>
                  <a:gd name="connsiteY0" fmla="*/ 6883 h 13766"/>
                  <a:gd name="connsiteX1" fmla="*/ 0 w 159481"/>
                  <a:gd name="connsiteY1" fmla="*/ 6883 h 13766"/>
                  <a:gd name="connsiteX2" fmla="*/ 2834 w 159481"/>
                  <a:gd name="connsiteY2" fmla="*/ 13766 h 13766"/>
                  <a:gd name="connsiteX3" fmla="*/ 156648 w 159481"/>
                  <a:gd name="connsiteY3" fmla="*/ 13766 h 13766"/>
                  <a:gd name="connsiteX4" fmla="*/ 159481 w 159481"/>
                  <a:gd name="connsiteY4" fmla="*/ 6883 h 13766"/>
                  <a:gd name="connsiteX5" fmla="*/ 159481 w 159481"/>
                  <a:gd name="connsiteY5" fmla="*/ 6883 h 13766"/>
                  <a:gd name="connsiteX6" fmla="*/ 156648 w 159481"/>
                  <a:gd name="connsiteY6" fmla="*/ 0 h 13766"/>
                  <a:gd name="connsiteX7" fmla="*/ 2834 w 159481"/>
                  <a:gd name="connsiteY7" fmla="*/ 0 h 13766"/>
                  <a:gd name="connsiteX8" fmla="*/ 0 w 159481"/>
                  <a:gd name="connsiteY8" fmla="*/ 6883 h 13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81" h="13766">
                    <a:moveTo>
                      <a:pt x="0" y="6883"/>
                    </a:moveTo>
                    <a:lnTo>
                      <a:pt x="0" y="6883"/>
                    </a:lnTo>
                    <a:cubicBezTo>
                      <a:pt x="0" y="10690"/>
                      <a:pt x="1265" y="13766"/>
                      <a:pt x="2834" y="13766"/>
                    </a:cubicBezTo>
                    <a:lnTo>
                      <a:pt x="156648" y="13766"/>
                    </a:lnTo>
                    <a:cubicBezTo>
                      <a:pt x="158217" y="13766"/>
                      <a:pt x="159481" y="10690"/>
                      <a:pt x="159481" y="6883"/>
                    </a:cubicBezTo>
                    <a:lnTo>
                      <a:pt x="159481" y="6883"/>
                    </a:lnTo>
                    <a:cubicBezTo>
                      <a:pt x="159481" y="3077"/>
                      <a:pt x="158217" y="0"/>
                      <a:pt x="156648" y="0"/>
                    </a:cubicBezTo>
                    <a:lnTo>
                      <a:pt x="2834" y="0"/>
                    </a:lnTo>
                    <a:cubicBezTo>
                      <a:pt x="1265" y="0"/>
                      <a:pt x="0" y="3077"/>
                      <a:pt x="0" y="6883"/>
                    </a:cubicBez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97" name="Forme libre : forme 296">
                <a:extLst>
                  <a:ext uri="{FF2B5EF4-FFF2-40B4-BE49-F238E27FC236}">
                    <a16:creationId xmlns:a16="http://schemas.microsoft.com/office/drawing/2014/main" id="{3C248681-0EB9-39F8-313C-6A7D1E35777A}"/>
                  </a:ext>
                </a:extLst>
              </p:cNvPr>
              <p:cNvSpPr/>
              <p:nvPr/>
            </p:nvSpPr>
            <p:spPr>
              <a:xfrm>
                <a:off x="3000040" y="1465954"/>
                <a:ext cx="159481" cy="13766"/>
              </a:xfrm>
              <a:custGeom>
                <a:avLst/>
                <a:gdLst>
                  <a:gd name="connsiteX0" fmla="*/ 0 w 159481"/>
                  <a:gd name="connsiteY0" fmla="*/ 6883 h 13766"/>
                  <a:gd name="connsiteX1" fmla="*/ 0 w 159481"/>
                  <a:gd name="connsiteY1" fmla="*/ 6883 h 13766"/>
                  <a:gd name="connsiteX2" fmla="*/ 2834 w 159481"/>
                  <a:gd name="connsiteY2" fmla="*/ 13766 h 13766"/>
                  <a:gd name="connsiteX3" fmla="*/ 156648 w 159481"/>
                  <a:gd name="connsiteY3" fmla="*/ 13766 h 13766"/>
                  <a:gd name="connsiteX4" fmla="*/ 159481 w 159481"/>
                  <a:gd name="connsiteY4" fmla="*/ 6883 h 13766"/>
                  <a:gd name="connsiteX5" fmla="*/ 159481 w 159481"/>
                  <a:gd name="connsiteY5" fmla="*/ 6883 h 13766"/>
                  <a:gd name="connsiteX6" fmla="*/ 156648 w 159481"/>
                  <a:gd name="connsiteY6" fmla="*/ 0 h 13766"/>
                  <a:gd name="connsiteX7" fmla="*/ 2834 w 159481"/>
                  <a:gd name="connsiteY7" fmla="*/ 0 h 13766"/>
                  <a:gd name="connsiteX8" fmla="*/ 0 w 159481"/>
                  <a:gd name="connsiteY8" fmla="*/ 6883 h 13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81" h="13766">
                    <a:moveTo>
                      <a:pt x="0" y="6883"/>
                    </a:moveTo>
                    <a:lnTo>
                      <a:pt x="0" y="6883"/>
                    </a:lnTo>
                    <a:cubicBezTo>
                      <a:pt x="0" y="10690"/>
                      <a:pt x="1265" y="13766"/>
                      <a:pt x="2834" y="13766"/>
                    </a:cubicBezTo>
                    <a:lnTo>
                      <a:pt x="156648" y="13766"/>
                    </a:lnTo>
                    <a:cubicBezTo>
                      <a:pt x="158217" y="13766"/>
                      <a:pt x="159481" y="10690"/>
                      <a:pt x="159481" y="6883"/>
                    </a:cubicBezTo>
                    <a:lnTo>
                      <a:pt x="159481" y="6883"/>
                    </a:lnTo>
                    <a:cubicBezTo>
                      <a:pt x="159481" y="3077"/>
                      <a:pt x="158217" y="0"/>
                      <a:pt x="156648" y="0"/>
                    </a:cubicBezTo>
                    <a:lnTo>
                      <a:pt x="2834" y="0"/>
                    </a:lnTo>
                    <a:cubicBezTo>
                      <a:pt x="1265" y="0"/>
                      <a:pt x="0" y="3077"/>
                      <a:pt x="0" y="6883"/>
                    </a:cubicBez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98" name="Forme libre : forme 297">
                <a:extLst>
                  <a:ext uri="{FF2B5EF4-FFF2-40B4-BE49-F238E27FC236}">
                    <a16:creationId xmlns:a16="http://schemas.microsoft.com/office/drawing/2014/main" id="{439A66F2-619F-5BF6-81F5-7C3270EEB095}"/>
                  </a:ext>
                </a:extLst>
              </p:cNvPr>
              <p:cNvSpPr/>
              <p:nvPr/>
            </p:nvSpPr>
            <p:spPr>
              <a:xfrm>
                <a:off x="3000040" y="1489425"/>
                <a:ext cx="159481" cy="13766"/>
              </a:xfrm>
              <a:custGeom>
                <a:avLst/>
                <a:gdLst>
                  <a:gd name="connsiteX0" fmla="*/ 0 w 159481"/>
                  <a:gd name="connsiteY0" fmla="*/ 6883 h 13766"/>
                  <a:gd name="connsiteX1" fmla="*/ 0 w 159481"/>
                  <a:gd name="connsiteY1" fmla="*/ 6883 h 13766"/>
                  <a:gd name="connsiteX2" fmla="*/ 2834 w 159481"/>
                  <a:gd name="connsiteY2" fmla="*/ 13766 h 13766"/>
                  <a:gd name="connsiteX3" fmla="*/ 156648 w 159481"/>
                  <a:gd name="connsiteY3" fmla="*/ 13766 h 13766"/>
                  <a:gd name="connsiteX4" fmla="*/ 159481 w 159481"/>
                  <a:gd name="connsiteY4" fmla="*/ 6883 h 13766"/>
                  <a:gd name="connsiteX5" fmla="*/ 159481 w 159481"/>
                  <a:gd name="connsiteY5" fmla="*/ 6883 h 13766"/>
                  <a:gd name="connsiteX6" fmla="*/ 156648 w 159481"/>
                  <a:gd name="connsiteY6" fmla="*/ 0 h 13766"/>
                  <a:gd name="connsiteX7" fmla="*/ 2834 w 159481"/>
                  <a:gd name="connsiteY7" fmla="*/ 0 h 13766"/>
                  <a:gd name="connsiteX8" fmla="*/ 0 w 159481"/>
                  <a:gd name="connsiteY8" fmla="*/ 6883 h 13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81" h="13766">
                    <a:moveTo>
                      <a:pt x="0" y="6883"/>
                    </a:moveTo>
                    <a:lnTo>
                      <a:pt x="0" y="6883"/>
                    </a:lnTo>
                    <a:cubicBezTo>
                      <a:pt x="0" y="10690"/>
                      <a:pt x="1265" y="13766"/>
                      <a:pt x="2834" y="13766"/>
                    </a:cubicBezTo>
                    <a:lnTo>
                      <a:pt x="156648" y="13766"/>
                    </a:lnTo>
                    <a:cubicBezTo>
                      <a:pt x="158217" y="13766"/>
                      <a:pt x="159481" y="10690"/>
                      <a:pt x="159481" y="6883"/>
                    </a:cubicBezTo>
                    <a:lnTo>
                      <a:pt x="159481" y="6883"/>
                    </a:lnTo>
                    <a:cubicBezTo>
                      <a:pt x="159481" y="3077"/>
                      <a:pt x="158217" y="0"/>
                      <a:pt x="156648" y="0"/>
                    </a:cubicBezTo>
                    <a:lnTo>
                      <a:pt x="2834" y="0"/>
                    </a:lnTo>
                    <a:cubicBezTo>
                      <a:pt x="1265" y="0"/>
                      <a:pt x="0" y="3077"/>
                      <a:pt x="0" y="6883"/>
                    </a:cubicBez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99" name="Forme libre : forme 298">
                <a:extLst>
                  <a:ext uri="{FF2B5EF4-FFF2-40B4-BE49-F238E27FC236}">
                    <a16:creationId xmlns:a16="http://schemas.microsoft.com/office/drawing/2014/main" id="{454F295D-85B5-F9BA-7631-0D3A48539AC3}"/>
                  </a:ext>
                </a:extLst>
              </p:cNvPr>
              <p:cNvSpPr/>
              <p:nvPr/>
            </p:nvSpPr>
            <p:spPr>
              <a:xfrm>
                <a:off x="3000040" y="1512884"/>
                <a:ext cx="159481" cy="13766"/>
              </a:xfrm>
              <a:custGeom>
                <a:avLst/>
                <a:gdLst>
                  <a:gd name="connsiteX0" fmla="*/ 0 w 159481"/>
                  <a:gd name="connsiteY0" fmla="*/ 6883 h 13766"/>
                  <a:gd name="connsiteX1" fmla="*/ 0 w 159481"/>
                  <a:gd name="connsiteY1" fmla="*/ 6883 h 13766"/>
                  <a:gd name="connsiteX2" fmla="*/ 2834 w 159481"/>
                  <a:gd name="connsiteY2" fmla="*/ 13766 h 13766"/>
                  <a:gd name="connsiteX3" fmla="*/ 156648 w 159481"/>
                  <a:gd name="connsiteY3" fmla="*/ 13766 h 13766"/>
                  <a:gd name="connsiteX4" fmla="*/ 159481 w 159481"/>
                  <a:gd name="connsiteY4" fmla="*/ 6883 h 13766"/>
                  <a:gd name="connsiteX5" fmla="*/ 159481 w 159481"/>
                  <a:gd name="connsiteY5" fmla="*/ 6883 h 13766"/>
                  <a:gd name="connsiteX6" fmla="*/ 156648 w 159481"/>
                  <a:gd name="connsiteY6" fmla="*/ 0 h 13766"/>
                  <a:gd name="connsiteX7" fmla="*/ 2834 w 159481"/>
                  <a:gd name="connsiteY7" fmla="*/ 0 h 13766"/>
                  <a:gd name="connsiteX8" fmla="*/ 0 w 159481"/>
                  <a:gd name="connsiteY8" fmla="*/ 6883 h 13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9481" h="13766">
                    <a:moveTo>
                      <a:pt x="0" y="6883"/>
                    </a:moveTo>
                    <a:lnTo>
                      <a:pt x="0" y="6883"/>
                    </a:lnTo>
                    <a:cubicBezTo>
                      <a:pt x="0" y="10690"/>
                      <a:pt x="1265" y="13766"/>
                      <a:pt x="2834" y="13766"/>
                    </a:cubicBezTo>
                    <a:lnTo>
                      <a:pt x="156648" y="13766"/>
                    </a:lnTo>
                    <a:cubicBezTo>
                      <a:pt x="158217" y="13766"/>
                      <a:pt x="159481" y="10690"/>
                      <a:pt x="159481" y="6883"/>
                    </a:cubicBezTo>
                    <a:lnTo>
                      <a:pt x="159481" y="6883"/>
                    </a:lnTo>
                    <a:cubicBezTo>
                      <a:pt x="159481" y="3077"/>
                      <a:pt x="158217" y="0"/>
                      <a:pt x="156648" y="0"/>
                    </a:cubicBezTo>
                    <a:lnTo>
                      <a:pt x="2834" y="0"/>
                    </a:lnTo>
                    <a:cubicBezTo>
                      <a:pt x="1265" y="0"/>
                      <a:pt x="0" y="3077"/>
                      <a:pt x="0" y="6883"/>
                    </a:cubicBez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grpSp>
            <p:nvGrpSpPr>
              <p:cNvPr id="300" name="Graphique 9">
                <a:extLst>
                  <a:ext uri="{FF2B5EF4-FFF2-40B4-BE49-F238E27FC236}">
                    <a16:creationId xmlns:a16="http://schemas.microsoft.com/office/drawing/2014/main" id="{455824EE-24BF-E829-233C-1FCCB40B19DC}"/>
                  </a:ext>
                </a:extLst>
              </p:cNvPr>
              <p:cNvGrpSpPr/>
              <p:nvPr/>
            </p:nvGrpSpPr>
            <p:grpSpPr>
              <a:xfrm>
                <a:off x="3171731" y="1427476"/>
                <a:ext cx="186503" cy="119349"/>
                <a:chOff x="3171731" y="1427476"/>
                <a:chExt cx="186503" cy="119349"/>
              </a:xfrm>
            </p:grpSpPr>
            <p:sp>
              <p:nvSpPr>
                <p:cNvPr id="301" name="Forme libre : forme 300">
                  <a:extLst>
                    <a:ext uri="{FF2B5EF4-FFF2-40B4-BE49-F238E27FC236}">
                      <a16:creationId xmlns:a16="http://schemas.microsoft.com/office/drawing/2014/main" id="{28CE81BE-FFAA-D7A7-919E-AC9E13C7B9C3}"/>
                    </a:ext>
                  </a:extLst>
                </p:cNvPr>
                <p:cNvSpPr/>
                <p:nvPr/>
              </p:nvSpPr>
              <p:spPr>
                <a:xfrm>
                  <a:off x="3171731" y="1427476"/>
                  <a:ext cx="53509" cy="53509"/>
                </a:xfrm>
                <a:custGeom>
                  <a:avLst/>
                  <a:gdLst>
                    <a:gd name="connsiteX0" fmla="*/ 53509 w 53509"/>
                    <a:gd name="connsiteY0" fmla="*/ 26755 h 53509"/>
                    <a:gd name="connsiteX1" fmla="*/ 26755 w 53509"/>
                    <a:gd name="connsiteY1" fmla="*/ 53509 h 53509"/>
                    <a:gd name="connsiteX2" fmla="*/ 0 w 53509"/>
                    <a:gd name="connsiteY2" fmla="*/ 26755 h 53509"/>
                    <a:gd name="connsiteX3" fmla="*/ 26755 w 53509"/>
                    <a:gd name="connsiteY3" fmla="*/ 0 h 53509"/>
                    <a:gd name="connsiteX4" fmla="*/ 53509 w 53509"/>
                    <a:gd name="connsiteY4" fmla="*/ 26755 h 53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509" h="53509">
                      <a:moveTo>
                        <a:pt x="53509" y="26755"/>
                      </a:moveTo>
                      <a:cubicBezTo>
                        <a:pt x="53509" y="41531"/>
                        <a:pt x="41531" y="53509"/>
                        <a:pt x="26755" y="53509"/>
                      </a:cubicBezTo>
                      <a:cubicBezTo>
                        <a:pt x="11978" y="53509"/>
                        <a:pt x="0" y="41531"/>
                        <a:pt x="0" y="26755"/>
                      </a:cubicBezTo>
                      <a:cubicBezTo>
                        <a:pt x="0" y="11978"/>
                        <a:pt x="11978" y="0"/>
                        <a:pt x="26755" y="0"/>
                      </a:cubicBezTo>
                      <a:cubicBezTo>
                        <a:pt x="41531" y="0"/>
                        <a:pt x="53509" y="11978"/>
                        <a:pt x="53509" y="267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302" name="Forme libre : forme 301">
                  <a:extLst>
                    <a:ext uri="{FF2B5EF4-FFF2-40B4-BE49-F238E27FC236}">
                      <a16:creationId xmlns:a16="http://schemas.microsoft.com/office/drawing/2014/main" id="{119E8B8A-E9D8-87C8-4C5D-41E73DC03A6F}"/>
                    </a:ext>
                  </a:extLst>
                </p:cNvPr>
                <p:cNvSpPr/>
                <p:nvPr/>
              </p:nvSpPr>
              <p:spPr>
                <a:xfrm>
                  <a:off x="3238228" y="1427476"/>
                  <a:ext cx="53509" cy="53509"/>
                </a:xfrm>
                <a:custGeom>
                  <a:avLst/>
                  <a:gdLst>
                    <a:gd name="connsiteX0" fmla="*/ 53509 w 53509"/>
                    <a:gd name="connsiteY0" fmla="*/ 26755 h 53509"/>
                    <a:gd name="connsiteX1" fmla="*/ 26755 w 53509"/>
                    <a:gd name="connsiteY1" fmla="*/ 53509 h 53509"/>
                    <a:gd name="connsiteX2" fmla="*/ 0 w 53509"/>
                    <a:gd name="connsiteY2" fmla="*/ 26755 h 53509"/>
                    <a:gd name="connsiteX3" fmla="*/ 26755 w 53509"/>
                    <a:gd name="connsiteY3" fmla="*/ 0 h 53509"/>
                    <a:gd name="connsiteX4" fmla="*/ 53509 w 53509"/>
                    <a:gd name="connsiteY4" fmla="*/ 26755 h 53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509" h="53509">
                      <a:moveTo>
                        <a:pt x="53509" y="26755"/>
                      </a:moveTo>
                      <a:cubicBezTo>
                        <a:pt x="53509" y="41531"/>
                        <a:pt x="41531" y="53509"/>
                        <a:pt x="26755" y="53509"/>
                      </a:cubicBezTo>
                      <a:cubicBezTo>
                        <a:pt x="11978" y="53509"/>
                        <a:pt x="0" y="41531"/>
                        <a:pt x="0" y="26755"/>
                      </a:cubicBezTo>
                      <a:cubicBezTo>
                        <a:pt x="0" y="11978"/>
                        <a:pt x="11978" y="0"/>
                        <a:pt x="26755" y="0"/>
                      </a:cubicBezTo>
                      <a:cubicBezTo>
                        <a:pt x="41531" y="0"/>
                        <a:pt x="53509" y="11978"/>
                        <a:pt x="53509" y="267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303" name="Forme libre : forme 302">
                  <a:extLst>
                    <a:ext uri="{FF2B5EF4-FFF2-40B4-BE49-F238E27FC236}">
                      <a16:creationId xmlns:a16="http://schemas.microsoft.com/office/drawing/2014/main" id="{334A1726-4D55-3E66-F761-7845325A383A}"/>
                    </a:ext>
                  </a:extLst>
                </p:cNvPr>
                <p:cNvSpPr/>
                <p:nvPr/>
              </p:nvSpPr>
              <p:spPr>
                <a:xfrm>
                  <a:off x="3304725" y="1428352"/>
                  <a:ext cx="53509" cy="53509"/>
                </a:xfrm>
                <a:custGeom>
                  <a:avLst/>
                  <a:gdLst>
                    <a:gd name="connsiteX0" fmla="*/ 53509 w 53509"/>
                    <a:gd name="connsiteY0" fmla="*/ 26755 h 53509"/>
                    <a:gd name="connsiteX1" fmla="*/ 26755 w 53509"/>
                    <a:gd name="connsiteY1" fmla="*/ 53509 h 53509"/>
                    <a:gd name="connsiteX2" fmla="*/ 0 w 53509"/>
                    <a:gd name="connsiteY2" fmla="*/ 26755 h 53509"/>
                    <a:gd name="connsiteX3" fmla="*/ 26755 w 53509"/>
                    <a:gd name="connsiteY3" fmla="*/ 0 h 53509"/>
                    <a:gd name="connsiteX4" fmla="*/ 53509 w 53509"/>
                    <a:gd name="connsiteY4" fmla="*/ 26755 h 53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509" h="53509">
                      <a:moveTo>
                        <a:pt x="53509" y="26755"/>
                      </a:moveTo>
                      <a:cubicBezTo>
                        <a:pt x="53509" y="41531"/>
                        <a:pt x="41531" y="53509"/>
                        <a:pt x="26755" y="53509"/>
                      </a:cubicBezTo>
                      <a:cubicBezTo>
                        <a:pt x="11978" y="53509"/>
                        <a:pt x="0" y="41531"/>
                        <a:pt x="0" y="26755"/>
                      </a:cubicBezTo>
                      <a:cubicBezTo>
                        <a:pt x="0" y="11978"/>
                        <a:pt x="11978" y="0"/>
                        <a:pt x="26755" y="0"/>
                      </a:cubicBezTo>
                      <a:cubicBezTo>
                        <a:pt x="41531" y="0"/>
                        <a:pt x="53509" y="11978"/>
                        <a:pt x="53509" y="267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grpSp>
              <p:nvGrpSpPr>
                <p:cNvPr id="304" name="Graphique 9">
                  <a:extLst>
                    <a:ext uri="{FF2B5EF4-FFF2-40B4-BE49-F238E27FC236}">
                      <a16:creationId xmlns:a16="http://schemas.microsoft.com/office/drawing/2014/main" id="{82A07D5B-0281-73B8-36E9-D3EC89945C1A}"/>
                    </a:ext>
                  </a:extLst>
                </p:cNvPr>
                <p:cNvGrpSpPr/>
                <p:nvPr/>
              </p:nvGrpSpPr>
              <p:grpSpPr>
                <a:xfrm>
                  <a:off x="3176960" y="1433569"/>
                  <a:ext cx="172384" cy="43086"/>
                  <a:chOff x="3176960" y="1433569"/>
                  <a:chExt cx="172384" cy="43086"/>
                </a:xfrm>
                <a:solidFill>
                  <a:srgbClr val="8078D5"/>
                </a:solidFill>
              </p:grpSpPr>
              <p:sp>
                <p:nvSpPr>
                  <p:cNvPr id="312" name="Forme libre : forme 311">
                    <a:extLst>
                      <a:ext uri="{FF2B5EF4-FFF2-40B4-BE49-F238E27FC236}">
                        <a16:creationId xmlns:a16="http://schemas.microsoft.com/office/drawing/2014/main" id="{D50128FC-F3ED-221C-7016-CBA27196643B}"/>
                      </a:ext>
                    </a:extLst>
                  </p:cNvPr>
                  <p:cNvSpPr/>
                  <p:nvPr/>
                </p:nvSpPr>
                <p:spPr>
                  <a:xfrm>
                    <a:off x="3176960" y="1433569"/>
                    <a:ext cx="43074" cy="43074"/>
                  </a:xfrm>
                  <a:custGeom>
                    <a:avLst/>
                    <a:gdLst>
                      <a:gd name="connsiteX0" fmla="*/ 37432 w 43074"/>
                      <a:gd name="connsiteY0" fmla="*/ 15007 h 43074"/>
                      <a:gd name="connsiteX1" fmla="*/ 38721 w 43074"/>
                      <a:gd name="connsiteY1" fmla="*/ 21537 h 43074"/>
                      <a:gd name="connsiteX2" fmla="*/ 21537 w 43074"/>
                      <a:gd name="connsiteY2" fmla="*/ 38721 h 43074"/>
                      <a:gd name="connsiteX3" fmla="*/ 4354 w 43074"/>
                      <a:gd name="connsiteY3" fmla="*/ 21537 h 43074"/>
                      <a:gd name="connsiteX4" fmla="*/ 21537 w 43074"/>
                      <a:gd name="connsiteY4" fmla="*/ 4354 h 43074"/>
                      <a:gd name="connsiteX5" fmla="*/ 22401 w 43074"/>
                      <a:gd name="connsiteY5" fmla="*/ 4378 h 43074"/>
                      <a:gd name="connsiteX6" fmla="*/ 22401 w 43074"/>
                      <a:gd name="connsiteY6" fmla="*/ 24 h 43074"/>
                      <a:gd name="connsiteX7" fmla="*/ 21537 w 43074"/>
                      <a:gd name="connsiteY7" fmla="*/ 0 h 43074"/>
                      <a:gd name="connsiteX8" fmla="*/ 0 w 43074"/>
                      <a:gd name="connsiteY8" fmla="*/ 21537 h 43074"/>
                      <a:gd name="connsiteX9" fmla="*/ 21537 w 43074"/>
                      <a:gd name="connsiteY9" fmla="*/ 43075 h 43074"/>
                      <a:gd name="connsiteX10" fmla="*/ 43075 w 43074"/>
                      <a:gd name="connsiteY10" fmla="*/ 21537 h 43074"/>
                      <a:gd name="connsiteX11" fmla="*/ 41433 w 43074"/>
                      <a:gd name="connsiteY11" fmla="*/ 13268 h 43074"/>
                      <a:gd name="connsiteX12" fmla="*/ 37432 w 43074"/>
                      <a:gd name="connsiteY12" fmla="*/ 15007 h 43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3074" h="43074">
                        <a:moveTo>
                          <a:pt x="37432" y="15007"/>
                        </a:moveTo>
                        <a:cubicBezTo>
                          <a:pt x="38259" y="17026"/>
                          <a:pt x="38721" y="19227"/>
                          <a:pt x="38721" y="21537"/>
                        </a:cubicBezTo>
                        <a:cubicBezTo>
                          <a:pt x="38721" y="31023"/>
                          <a:pt x="31023" y="38721"/>
                          <a:pt x="21537" y="38721"/>
                        </a:cubicBezTo>
                        <a:cubicBezTo>
                          <a:pt x="12052" y="38721"/>
                          <a:pt x="4354" y="31023"/>
                          <a:pt x="4354" y="21537"/>
                        </a:cubicBezTo>
                        <a:cubicBezTo>
                          <a:pt x="4354" y="12052"/>
                          <a:pt x="12052" y="4354"/>
                          <a:pt x="21537" y="4354"/>
                        </a:cubicBezTo>
                        <a:cubicBezTo>
                          <a:pt x="21829" y="4354"/>
                          <a:pt x="22121" y="4354"/>
                          <a:pt x="22401" y="4378"/>
                        </a:cubicBezTo>
                        <a:lnTo>
                          <a:pt x="22401" y="24"/>
                        </a:lnTo>
                        <a:cubicBezTo>
                          <a:pt x="22109" y="24"/>
                          <a:pt x="21829" y="0"/>
                          <a:pt x="21537" y="0"/>
                        </a:cubicBezTo>
                        <a:cubicBezTo>
                          <a:pt x="9644" y="0"/>
                          <a:pt x="0" y="9644"/>
                          <a:pt x="0" y="21537"/>
                        </a:cubicBezTo>
                        <a:cubicBezTo>
                          <a:pt x="0" y="33431"/>
                          <a:pt x="9644" y="43075"/>
                          <a:pt x="21537" y="43075"/>
                        </a:cubicBezTo>
                        <a:cubicBezTo>
                          <a:pt x="33431" y="43075"/>
                          <a:pt x="43075" y="33431"/>
                          <a:pt x="43075" y="21537"/>
                        </a:cubicBezTo>
                        <a:cubicBezTo>
                          <a:pt x="43075" y="18607"/>
                          <a:pt x="42491" y="15822"/>
                          <a:pt x="41433" y="13268"/>
                        </a:cubicBezTo>
                        <a:lnTo>
                          <a:pt x="37432" y="15007"/>
                        </a:lnTo>
                        <a:close/>
                      </a:path>
                    </a:pathLst>
                  </a:custGeom>
                  <a:solidFill>
                    <a:srgbClr val="8078D5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313" name="Forme libre : forme 312">
                    <a:extLst>
                      <a:ext uri="{FF2B5EF4-FFF2-40B4-BE49-F238E27FC236}">
                        <a16:creationId xmlns:a16="http://schemas.microsoft.com/office/drawing/2014/main" id="{26DF66BA-7778-BE8B-C1DB-A50EFE240292}"/>
                      </a:ext>
                    </a:extLst>
                  </p:cNvPr>
                  <p:cNvSpPr/>
                  <p:nvPr/>
                </p:nvSpPr>
                <p:spPr>
                  <a:xfrm>
                    <a:off x="3243153" y="1433581"/>
                    <a:ext cx="32859" cy="43074"/>
                  </a:xfrm>
                  <a:custGeom>
                    <a:avLst/>
                    <a:gdLst>
                      <a:gd name="connsiteX0" fmla="*/ 30695 w 32859"/>
                      <a:gd name="connsiteY0" fmla="*/ 36070 h 43074"/>
                      <a:gd name="connsiteX1" fmla="*/ 21537 w 32859"/>
                      <a:gd name="connsiteY1" fmla="*/ 38721 h 43074"/>
                      <a:gd name="connsiteX2" fmla="*/ 4354 w 32859"/>
                      <a:gd name="connsiteY2" fmla="*/ 21537 h 43074"/>
                      <a:gd name="connsiteX3" fmla="*/ 21537 w 32859"/>
                      <a:gd name="connsiteY3" fmla="*/ 4354 h 43074"/>
                      <a:gd name="connsiteX4" fmla="*/ 22401 w 32859"/>
                      <a:gd name="connsiteY4" fmla="*/ 4378 h 43074"/>
                      <a:gd name="connsiteX5" fmla="*/ 22401 w 32859"/>
                      <a:gd name="connsiteY5" fmla="*/ 24 h 43074"/>
                      <a:gd name="connsiteX6" fmla="*/ 21537 w 32859"/>
                      <a:gd name="connsiteY6" fmla="*/ 0 h 43074"/>
                      <a:gd name="connsiteX7" fmla="*/ 0 w 32859"/>
                      <a:gd name="connsiteY7" fmla="*/ 21537 h 43074"/>
                      <a:gd name="connsiteX8" fmla="*/ 21537 w 32859"/>
                      <a:gd name="connsiteY8" fmla="*/ 43075 h 43074"/>
                      <a:gd name="connsiteX9" fmla="*/ 32859 w 32859"/>
                      <a:gd name="connsiteY9" fmla="*/ 39864 h 43074"/>
                      <a:gd name="connsiteX10" fmla="*/ 30695 w 32859"/>
                      <a:gd name="connsiteY10" fmla="*/ 36082 h 43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2859" h="43074">
                        <a:moveTo>
                          <a:pt x="30695" y="36070"/>
                        </a:moveTo>
                        <a:cubicBezTo>
                          <a:pt x="28044" y="37748"/>
                          <a:pt x="24906" y="38721"/>
                          <a:pt x="21537" y="38721"/>
                        </a:cubicBezTo>
                        <a:cubicBezTo>
                          <a:pt x="12052" y="38721"/>
                          <a:pt x="4354" y="31023"/>
                          <a:pt x="4354" y="21537"/>
                        </a:cubicBezTo>
                        <a:cubicBezTo>
                          <a:pt x="4354" y="12052"/>
                          <a:pt x="12052" y="4354"/>
                          <a:pt x="21537" y="4354"/>
                        </a:cubicBezTo>
                        <a:cubicBezTo>
                          <a:pt x="21829" y="4354"/>
                          <a:pt x="22121" y="4354"/>
                          <a:pt x="22401" y="4378"/>
                        </a:cubicBezTo>
                        <a:lnTo>
                          <a:pt x="22401" y="24"/>
                        </a:lnTo>
                        <a:cubicBezTo>
                          <a:pt x="22109" y="24"/>
                          <a:pt x="21829" y="0"/>
                          <a:pt x="21537" y="0"/>
                        </a:cubicBezTo>
                        <a:cubicBezTo>
                          <a:pt x="9644" y="0"/>
                          <a:pt x="0" y="9644"/>
                          <a:pt x="0" y="21537"/>
                        </a:cubicBezTo>
                        <a:cubicBezTo>
                          <a:pt x="0" y="33431"/>
                          <a:pt x="9644" y="43075"/>
                          <a:pt x="21537" y="43075"/>
                        </a:cubicBezTo>
                        <a:cubicBezTo>
                          <a:pt x="25684" y="43075"/>
                          <a:pt x="29564" y="41895"/>
                          <a:pt x="32859" y="39864"/>
                        </a:cubicBezTo>
                        <a:lnTo>
                          <a:pt x="30695" y="36082"/>
                        </a:lnTo>
                        <a:close/>
                      </a:path>
                    </a:pathLst>
                  </a:custGeom>
                  <a:solidFill>
                    <a:srgbClr val="8078D5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314" name="Forme libre : forme 313">
                    <a:extLst>
                      <a:ext uri="{FF2B5EF4-FFF2-40B4-BE49-F238E27FC236}">
                        <a16:creationId xmlns:a16="http://schemas.microsoft.com/office/drawing/2014/main" id="{FEC1F623-7546-C2E5-B676-5268A6C3FA0E}"/>
                      </a:ext>
                    </a:extLst>
                  </p:cNvPr>
                  <p:cNvSpPr/>
                  <p:nvPr/>
                </p:nvSpPr>
                <p:spPr>
                  <a:xfrm>
                    <a:off x="3310064" y="1433569"/>
                    <a:ext cx="39280" cy="43074"/>
                  </a:xfrm>
                  <a:custGeom>
                    <a:avLst/>
                    <a:gdLst>
                      <a:gd name="connsiteX0" fmla="*/ 35754 w 39280"/>
                      <a:gd name="connsiteY0" fmla="*/ 31193 h 43074"/>
                      <a:gd name="connsiteX1" fmla="*/ 21537 w 39280"/>
                      <a:gd name="connsiteY1" fmla="*/ 38721 h 43074"/>
                      <a:gd name="connsiteX2" fmla="*/ 4354 w 39280"/>
                      <a:gd name="connsiteY2" fmla="*/ 21537 h 43074"/>
                      <a:gd name="connsiteX3" fmla="*/ 21537 w 39280"/>
                      <a:gd name="connsiteY3" fmla="*/ 4354 h 43074"/>
                      <a:gd name="connsiteX4" fmla="*/ 22401 w 39280"/>
                      <a:gd name="connsiteY4" fmla="*/ 4378 h 43074"/>
                      <a:gd name="connsiteX5" fmla="*/ 22401 w 39280"/>
                      <a:gd name="connsiteY5" fmla="*/ 24 h 43074"/>
                      <a:gd name="connsiteX6" fmla="*/ 21537 w 39280"/>
                      <a:gd name="connsiteY6" fmla="*/ 0 h 43074"/>
                      <a:gd name="connsiteX7" fmla="*/ 0 w 39280"/>
                      <a:gd name="connsiteY7" fmla="*/ 21537 h 43074"/>
                      <a:gd name="connsiteX8" fmla="*/ 21537 w 39280"/>
                      <a:gd name="connsiteY8" fmla="*/ 43075 h 43074"/>
                      <a:gd name="connsiteX9" fmla="*/ 39281 w 39280"/>
                      <a:gd name="connsiteY9" fmla="*/ 33747 h 43074"/>
                      <a:gd name="connsiteX10" fmla="*/ 35754 w 39280"/>
                      <a:gd name="connsiteY10" fmla="*/ 31193 h 43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9280" h="43074">
                        <a:moveTo>
                          <a:pt x="35754" y="31193"/>
                        </a:moveTo>
                        <a:cubicBezTo>
                          <a:pt x="32665" y="35729"/>
                          <a:pt x="27448" y="38721"/>
                          <a:pt x="21537" y="38721"/>
                        </a:cubicBezTo>
                        <a:cubicBezTo>
                          <a:pt x="12052" y="38721"/>
                          <a:pt x="4354" y="31023"/>
                          <a:pt x="4354" y="21537"/>
                        </a:cubicBezTo>
                        <a:cubicBezTo>
                          <a:pt x="4354" y="12052"/>
                          <a:pt x="12052" y="4354"/>
                          <a:pt x="21537" y="4354"/>
                        </a:cubicBezTo>
                        <a:cubicBezTo>
                          <a:pt x="21829" y="4354"/>
                          <a:pt x="22121" y="4354"/>
                          <a:pt x="22401" y="4378"/>
                        </a:cubicBezTo>
                        <a:lnTo>
                          <a:pt x="22401" y="24"/>
                        </a:lnTo>
                        <a:cubicBezTo>
                          <a:pt x="22109" y="24"/>
                          <a:pt x="21829" y="0"/>
                          <a:pt x="21537" y="0"/>
                        </a:cubicBezTo>
                        <a:cubicBezTo>
                          <a:pt x="9644" y="0"/>
                          <a:pt x="0" y="9644"/>
                          <a:pt x="0" y="21537"/>
                        </a:cubicBezTo>
                        <a:cubicBezTo>
                          <a:pt x="0" y="33431"/>
                          <a:pt x="9644" y="43075"/>
                          <a:pt x="21537" y="43075"/>
                        </a:cubicBezTo>
                        <a:cubicBezTo>
                          <a:pt x="28895" y="43075"/>
                          <a:pt x="35389" y="39378"/>
                          <a:pt x="39281" y="33747"/>
                        </a:cubicBezTo>
                        <a:lnTo>
                          <a:pt x="35754" y="31193"/>
                        </a:lnTo>
                        <a:close/>
                      </a:path>
                    </a:pathLst>
                  </a:custGeom>
                  <a:solidFill>
                    <a:srgbClr val="8078D5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305" name="Graphique 9">
                  <a:extLst>
                    <a:ext uri="{FF2B5EF4-FFF2-40B4-BE49-F238E27FC236}">
                      <a16:creationId xmlns:a16="http://schemas.microsoft.com/office/drawing/2014/main" id="{E42D4522-CF97-2AA3-1BAE-D05073BC104D}"/>
                    </a:ext>
                  </a:extLst>
                </p:cNvPr>
                <p:cNvGrpSpPr/>
                <p:nvPr/>
              </p:nvGrpSpPr>
              <p:grpSpPr>
                <a:xfrm>
                  <a:off x="3171731" y="1492319"/>
                  <a:ext cx="186503" cy="54506"/>
                  <a:chOff x="3171731" y="1492319"/>
                  <a:chExt cx="186503" cy="54506"/>
                </a:xfrm>
                <a:solidFill>
                  <a:srgbClr val="FFFFFF"/>
                </a:solidFill>
              </p:grpSpPr>
              <p:sp>
                <p:nvSpPr>
                  <p:cNvPr id="306" name="Forme libre : forme 305">
                    <a:extLst>
                      <a:ext uri="{FF2B5EF4-FFF2-40B4-BE49-F238E27FC236}">
                        <a16:creationId xmlns:a16="http://schemas.microsoft.com/office/drawing/2014/main" id="{A0AAF065-C847-B092-4C20-09C821103A6E}"/>
                      </a:ext>
                    </a:extLst>
                  </p:cNvPr>
                  <p:cNvSpPr/>
                  <p:nvPr/>
                </p:nvSpPr>
                <p:spPr>
                  <a:xfrm>
                    <a:off x="3171743" y="1492319"/>
                    <a:ext cx="53496" cy="9899"/>
                  </a:xfrm>
                  <a:custGeom>
                    <a:avLst/>
                    <a:gdLst>
                      <a:gd name="connsiteX0" fmla="*/ 48547 w 53496"/>
                      <a:gd name="connsiteY0" fmla="*/ 0 h 9899"/>
                      <a:gd name="connsiteX1" fmla="*/ 4950 w 53496"/>
                      <a:gd name="connsiteY1" fmla="*/ 0 h 9899"/>
                      <a:gd name="connsiteX2" fmla="*/ 0 w 53496"/>
                      <a:gd name="connsiteY2" fmla="*/ 4950 h 9899"/>
                      <a:gd name="connsiteX3" fmla="*/ 4950 w 53496"/>
                      <a:gd name="connsiteY3" fmla="*/ 9899 h 9899"/>
                      <a:gd name="connsiteX4" fmla="*/ 48547 w 53496"/>
                      <a:gd name="connsiteY4" fmla="*/ 9899 h 9899"/>
                      <a:gd name="connsiteX5" fmla="*/ 53497 w 53496"/>
                      <a:gd name="connsiteY5" fmla="*/ 4950 h 9899"/>
                      <a:gd name="connsiteX6" fmla="*/ 48547 w 53496"/>
                      <a:gd name="connsiteY6" fmla="*/ 0 h 98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3496" h="9899">
                        <a:moveTo>
                          <a:pt x="48547" y="0"/>
                        </a:moveTo>
                        <a:lnTo>
                          <a:pt x="4950" y="0"/>
                        </a:lnTo>
                        <a:cubicBezTo>
                          <a:pt x="2213" y="0"/>
                          <a:pt x="0" y="2213"/>
                          <a:pt x="0" y="4950"/>
                        </a:cubicBezTo>
                        <a:cubicBezTo>
                          <a:pt x="0" y="7686"/>
                          <a:pt x="2213" y="9899"/>
                          <a:pt x="4950" y="9899"/>
                        </a:cubicBezTo>
                        <a:lnTo>
                          <a:pt x="48547" y="9899"/>
                        </a:lnTo>
                        <a:cubicBezTo>
                          <a:pt x="51284" y="9899"/>
                          <a:pt x="53497" y="7686"/>
                          <a:pt x="53497" y="4950"/>
                        </a:cubicBezTo>
                        <a:cubicBezTo>
                          <a:pt x="53497" y="2213"/>
                          <a:pt x="51284" y="0"/>
                          <a:pt x="4854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307" name="Forme libre : forme 306">
                    <a:extLst>
                      <a:ext uri="{FF2B5EF4-FFF2-40B4-BE49-F238E27FC236}">
                        <a16:creationId xmlns:a16="http://schemas.microsoft.com/office/drawing/2014/main" id="{C9C95DF2-2467-1879-480B-244E9362CA31}"/>
                      </a:ext>
                    </a:extLst>
                  </p:cNvPr>
                  <p:cNvSpPr/>
                  <p:nvPr/>
                </p:nvSpPr>
                <p:spPr>
                  <a:xfrm>
                    <a:off x="3238240" y="1492319"/>
                    <a:ext cx="53496" cy="9899"/>
                  </a:xfrm>
                  <a:custGeom>
                    <a:avLst/>
                    <a:gdLst>
                      <a:gd name="connsiteX0" fmla="*/ 48547 w 53496"/>
                      <a:gd name="connsiteY0" fmla="*/ 0 h 9899"/>
                      <a:gd name="connsiteX1" fmla="*/ 4950 w 53496"/>
                      <a:gd name="connsiteY1" fmla="*/ 0 h 9899"/>
                      <a:gd name="connsiteX2" fmla="*/ 0 w 53496"/>
                      <a:gd name="connsiteY2" fmla="*/ 4950 h 9899"/>
                      <a:gd name="connsiteX3" fmla="*/ 4950 w 53496"/>
                      <a:gd name="connsiteY3" fmla="*/ 9899 h 9899"/>
                      <a:gd name="connsiteX4" fmla="*/ 48547 w 53496"/>
                      <a:gd name="connsiteY4" fmla="*/ 9899 h 9899"/>
                      <a:gd name="connsiteX5" fmla="*/ 53497 w 53496"/>
                      <a:gd name="connsiteY5" fmla="*/ 4950 h 9899"/>
                      <a:gd name="connsiteX6" fmla="*/ 48547 w 53496"/>
                      <a:gd name="connsiteY6" fmla="*/ 0 h 98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3496" h="9899">
                        <a:moveTo>
                          <a:pt x="48547" y="0"/>
                        </a:moveTo>
                        <a:lnTo>
                          <a:pt x="4950" y="0"/>
                        </a:lnTo>
                        <a:cubicBezTo>
                          <a:pt x="2213" y="0"/>
                          <a:pt x="0" y="2213"/>
                          <a:pt x="0" y="4950"/>
                        </a:cubicBezTo>
                        <a:cubicBezTo>
                          <a:pt x="0" y="7686"/>
                          <a:pt x="2213" y="9899"/>
                          <a:pt x="4950" y="9899"/>
                        </a:cubicBezTo>
                        <a:lnTo>
                          <a:pt x="48547" y="9899"/>
                        </a:lnTo>
                        <a:cubicBezTo>
                          <a:pt x="51284" y="9899"/>
                          <a:pt x="53497" y="7686"/>
                          <a:pt x="53497" y="4950"/>
                        </a:cubicBezTo>
                        <a:cubicBezTo>
                          <a:pt x="53497" y="2213"/>
                          <a:pt x="51284" y="0"/>
                          <a:pt x="4854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308" name="Forme libre : forme 307">
                    <a:extLst>
                      <a:ext uri="{FF2B5EF4-FFF2-40B4-BE49-F238E27FC236}">
                        <a16:creationId xmlns:a16="http://schemas.microsoft.com/office/drawing/2014/main" id="{80957EB9-989A-E601-C7BB-750113D1E6DF}"/>
                      </a:ext>
                    </a:extLst>
                  </p:cNvPr>
                  <p:cNvSpPr/>
                  <p:nvPr/>
                </p:nvSpPr>
                <p:spPr>
                  <a:xfrm>
                    <a:off x="3304725" y="1492331"/>
                    <a:ext cx="53496" cy="9899"/>
                  </a:xfrm>
                  <a:custGeom>
                    <a:avLst/>
                    <a:gdLst>
                      <a:gd name="connsiteX0" fmla="*/ 4950 w 53496"/>
                      <a:gd name="connsiteY0" fmla="*/ 9899 h 9899"/>
                      <a:gd name="connsiteX1" fmla="*/ 48547 w 53496"/>
                      <a:gd name="connsiteY1" fmla="*/ 9899 h 9899"/>
                      <a:gd name="connsiteX2" fmla="*/ 53497 w 53496"/>
                      <a:gd name="connsiteY2" fmla="*/ 4950 h 9899"/>
                      <a:gd name="connsiteX3" fmla="*/ 48547 w 53496"/>
                      <a:gd name="connsiteY3" fmla="*/ 0 h 9899"/>
                      <a:gd name="connsiteX4" fmla="*/ 4950 w 53496"/>
                      <a:gd name="connsiteY4" fmla="*/ 0 h 9899"/>
                      <a:gd name="connsiteX5" fmla="*/ 0 w 53496"/>
                      <a:gd name="connsiteY5" fmla="*/ 4950 h 9899"/>
                      <a:gd name="connsiteX6" fmla="*/ 4950 w 53496"/>
                      <a:gd name="connsiteY6" fmla="*/ 9899 h 98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3496" h="9899">
                        <a:moveTo>
                          <a:pt x="4950" y="9899"/>
                        </a:moveTo>
                        <a:lnTo>
                          <a:pt x="48547" y="9899"/>
                        </a:lnTo>
                        <a:cubicBezTo>
                          <a:pt x="51284" y="9899"/>
                          <a:pt x="53497" y="7686"/>
                          <a:pt x="53497" y="4950"/>
                        </a:cubicBezTo>
                        <a:cubicBezTo>
                          <a:pt x="53497" y="2213"/>
                          <a:pt x="51284" y="0"/>
                          <a:pt x="48547" y="0"/>
                        </a:cubicBezTo>
                        <a:lnTo>
                          <a:pt x="4950" y="0"/>
                        </a:lnTo>
                        <a:cubicBezTo>
                          <a:pt x="2213" y="0"/>
                          <a:pt x="0" y="2213"/>
                          <a:pt x="0" y="4950"/>
                        </a:cubicBezTo>
                        <a:cubicBezTo>
                          <a:pt x="0" y="7686"/>
                          <a:pt x="2213" y="9899"/>
                          <a:pt x="4950" y="989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309" name="Forme libre : forme 308">
                    <a:extLst>
                      <a:ext uri="{FF2B5EF4-FFF2-40B4-BE49-F238E27FC236}">
                        <a16:creationId xmlns:a16="http://schemas.microsoft.com/office/drawing/2014/main" id="{A6DAA45A-904F-D95A-6313-F2ABE282F46B}"/>
                      </a:ext>
                    </a:extLst>
                  </p:cNvPr>
                  <p:cNvSpPr/>
                  <p:nvPr/>
                </p:nvSpPr>
                <p:spPr>
                  <a:xfrm>
                    <a:off x="3171731" y="1507740"/>
                    <a:ext cx="53509" cy="39085"/>
                  </a:xfrm>
                  <a:custGeom>
                    <a:avLst/>
                    <a:gdLst>
                      <a:gd name="connsiteX0" fmla="*/ 48560 w 53509"/>
                      <a:gd name="connsiteY0" fmla="*/ 0 h 39085"/>
                      <a:gd name="connsiteX1" fmla="*/ 53509 w 53509"/>
                      <a:gd name="connsiteY1" fmla="*/ 4950 h 39085"/>
                      <a:gd name="connsiteX2" fmla="*/ 53509 w 53509"/>
                      <a:gd name="connsiteY2" fmla="*/ 34136 h 39085"/>
                      <a:gd name="connsiteX3" fmla="*/ 48560 w 53509"/>
                      <a:gd name="connsiteY3" fmla="*/ 39086 h 39085"/>
                      <a:gd name="connsiteX4" fmla="*/ 4950 w 53509"/>
                      <a:gd name="connsiteY4" fmla="*/ 39086 h 39085"/>
                      <a:gd name="connsiteX5" fmla="*/ 0 w 53509"/>
                      <a:gd name="connsiteY5" fmla="*/ 34136 h 39085"/>
                      <a:gd name="connsiteX6" fmla="*/ 0 w 53509"/>
                      <a:gd name="connsiteY6" fmla="*/ 4950 h 39085"/>
                      <a:gd name="connsiteX7" fmla="*/ 4950 w 53509"/>
                      <a:gd name="connsiteY7" fmla="*/ 0 h 390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3509" h="39085">
                        <a:moveTo>
                          <a:pt x="48560" y="0"/>
                        </a:moveTo>
                        <a:cubicBezTo>
                          <a:pt x="51293" y="0"/>
                          <a:pt x="53509" y="2216"/>
                          <a:pt x="53509" y="4950"/>
                        </a:cubicBezTo>
                        <a:lnTo>
                          <a:pt x="53509" y="34136"/>
                        </a:lnTo>
                        <a:cubicBezTo>
                          <a:pt x="53509" y="36870"/>
                          <a:pt x="51293" y="39086"/>
                          <a:pt x="48560" y="39086"/>
                        </a:cubicBezTo>
                        <a:lnTo>
                          <a:pt x="4950" y="39086"/>
                        </a:lnTo>
                        <a:cubicBezTo>
                          <a:pt x="2216" y="39086"/>
                          <a:pt x="0" y="36870"/>
                          <a:pt x="0" y="34136"/>
                        </a:cubicBezTo>
                        <a:lnTo>
                          <a:pt x="0" y="4950"/>
                        </a:lnTo>
                        <a:cubicBezTo>
                          <a:pt x="0" y="2216"/>
                          <a:pt x="2216" y="0"/>
                          <a:pt x="495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310" name="Forme libre : forme 309">
                    <a:extLst>
                      <a:ext uri="{FF2B5EF4-FFF2-40B4-BE49-F238E27FC236}">
                        <a16:creationId xmlns:a16="http://schemas.microsoft.com/office/drawing/2014/main" id="{78083482-BD68-319A-175C-28388CC0CCE5}"/>
                      </a:ext>
                    </a:extLst>
                  </p:cNvPr>
                  <p:cNvSpPr/>
                  <p:nvPr/>
                </p:nvSpPr>
                <p:spPr>
                  <a:xfrm>
                    <a:off x="3238228" y="1507740"/>
                    <a:ext cx="53509" cy="39085"/>
                  </a:xfrm>
                  <a:custGeom>
                    <a:avLst/>
                    <a:gdLst>
                      <a:gd name="connsiteX0" fmla="*/ 48560 w 53509"/>
                      <a:gd name="connsiteY0" fmla="*/ 0 h 39085"/>
                      <a:gd name="connsiteX1" fmla="*/ 53509 w 53509"/>
                      <a:gd name="connsiteY1" fmla="*/ 4950 h 39085"/>
                      <a:gd name="connsiteX2" fmla="*/ 53509 w 53509"/>
                      <a:gd name="connsiteY2" fmla="*/ 34136 h 39085"/>
                      <a:gd name="connsiteX3" fmla="*/ 48560 w 53509"/>
                      <a:gd name="connsiteY3" fmla="*/ 39086 h 39085"/>
                      <a:gd name="connsiteX4" fmla="*/ 4950 w 53509"/>
                      <a:gd name="connsiteY4" fmla="*/ 39086 h 39085"/>
                      <a:gd name="connsiteX5" fmla="*/ 0 w 53509"/>
                      <a:gd name="connsiteY5" fmla="*/ 34136 h 39085"/>
                      <a:gd name="connsiteX6" fmla="*/ 0 w 53509"/>
                      <a:gd name="connsiteY6" fmla="*/ 4950 h 39085"/>
                      <a:gd name="connsiteX7" fmla="*/ 4950 w 53509"/>
                      <a:gd name="connsiteY7" fmla="*/ 0 h 390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3509" h="39085">
                        <a:moveTo>
                          <a:pt x="48560" y="0"/>
                        </a:moveTo>
                        <a:cubicBezTo>
                          <a:pt x="51293" y="0"/>
                          <a:pt x="53509" y="2216"/>
                          <a:pt x="53509" y="4950"/>
                        </a:cubicBezTo>
                        <a:lnTo>
                          <a:pt x="53509" y="34136"/>
                        </a:lnTo>
                        <a:cubicBezTo>
                          <a:pt x="53509" y="36870"/>
                          <a:pt x="51293" y="39086"/>
                          <a:pt x="48560" y="39086"/>
                        </a:cubicBezTo>
                        <a:lnTo>
                          <a:pt x="4950" y="39086"/>
                        </a:lnTo>
                        <a:cubicBezTo>
                          <a:pt x="2216" y="39086"/>
                          <a:pt x="0" y="36870"/>
                          <a:pt x="0" y="34136"/>
                        </a:cubicBezTo>
                        <a:lnTo>
                          <a:pt x="0" y="4950"/>
                        </a:lnTo>
                        <a:cubicBezTo>
                          <a:pt x="0" y="2216"/>
                          <a:pt x="2216" y="0"/>
                          <a:pt x="495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311" name="Forme libre : forme 310">
                    <a:extLst>
                      <a:ext uri="{FF2B5EF4-FFF2-40B4-BE49-F238E27FC236}">
                        <a16:creationId xmlns:a16="http://schemas.microsoft.com/office/drawing/2014/main" id="{4A04AD2F-F765-395A-3F44-E1C5A878527D}"/>
                      </a:ext>
                    </a:extLst>
                  </p:cNvPr>
                  <p:cNvSpPr/>
                  <p:nvPr/>
                </p:nvSpPr>
                <p:spPr>
                  <a:xfrm>
                    <a:off x="3304725" y="1507740"/>
                    <a:ext cx="53509" cy="39085"/>
                  </a:xfrm>
                  <a:custGeom>
                    <a:avLst/>
                    <a:gdLst>
                      <a:gd name="connsiteX0" fmla="*/ 48560 w 53509"/>
                      <a:gd name="connsiteY0" fmla="*/ 0 h 39085"/>
                      <a:gd name="connsiteX1" fmla="*/ 53509 w 53509"/>
                      <a:gd name="connsiteY1" fmla="*/ 4950 h 39085"/>
                      <a:gd name="connsiteX2" fmla="*/ 53509 w 53509"/>
                      <a:gd name="connsiteY2" fmla="*/ 34136 h 39085"/>
                      <a:gd name="connsiteX3" fmla="*/ 48560 w 53509"/>
                      <a:gd name="connsiteY3" fmla="*/ 39086 h 39085"/>
                      <a:gd name="connsiteX4" fmla="*/ 4950 w 53509"/>
                      <a:gd name="connsiteY4" fmla="*/ 39086 h 39085"/>
                      <a:gd name="connsiteX5" fmla="*/ 0 w 53509"/>
                      <a:gd name="connsiteY5" fmla="*/ 34136 h 39085"/>
                      <a:gd name="connsiteX6" fmla="*/ 0 w 53509"/>
                      <a:gd name="connsiteY6" fmla="*/ 4950 h 39085"/>
                      <a:gd name="connsiteX7" fmla="*/ 4950 w 53509"/>
                      <a:gd name="connsiteY7" fmla="*/ 0 h 390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3509" h="39085">
                        <a:moveTo>
                          <a:pt x="48560" y="0"/>
                        </a:moveTo>
                        <a:cubicBezTo>
                          <a:pt x="51293" y="0"/>
                          <a:pt x="53509" y="2216"/>
                          <a:pt x="53509" y="4950"/>
                        </a:cubicBezTo>
                        <a:lnTo>
                          <a:pt x="53509" y="34136"/>
                        </a:lnTo>
                        <a:cubicBezTo>
                          <a:pt x="53509" y="36870"/>
                          <a:pt x="51293" y="39086"/>
                          <a:pt x="48560" y="39086"/>
                        </a:cubicBezTo>
                        <a:lnTo>
                          <a:pt x="4950" y="39086"/>
                        </a:lnTo>
                        <a:cubicBezTo>
                          <a:pt x="2216" y="39086"/>
                          <a:pt x="0" y="36870"/>
                          <a:pt x="0" y="34136"/>
                        </a:cubicBezTo>
                        <a:lnTo>
                          <a:pt x="0" y="4950"/>
                        </a:lnTo>
                        <a:cubicBezTo>
                          <a:pt x="0" y="2216"/>
                          <a:pt x="2216" y="0"/>
                          <a:pt x="495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</p:grpSp>
        </p:grpSp>
        <p:grpSp>
          <p:nvGrpSpPr>
            <p:cNvPr id="169" name="Graphique 9">
              <a:extLst>
                <a:ext uri="{FF2B5EF4-FFF2-40B4-BE49-F238E27FC236}">
                  <a16:creationId xmlns:a16="http://schemas.microsoft.com/office/drawing/2014/main" id="{190F6A35-C553-C4EA-F74C-6D0C13CA8640}"/>
                </a:ext>
              </a:extLst>
            </p:cNvPr>
            <p:cNvGrpSpPr/>
            <p:nvPr/>
          </p:nvGrpSpPr>
          <p:grpSpPr>
            <a:xfrm>
              <a:off x="2476659" y="1842147"/>
              <a:ext cx="929937" cy="622784"/>
              <a:chOff x="2476659" y="1842147"/>
              <a:chExt cx="929937" cy="622784"/>
            </a:xfrm>
          </p:grpSpPr>
          <p:grpSp>
            <p:nvGrpSpPr>
              <p:cNvPr id="194" name="Graphique 9">
                <a:extLst>
                  <a:ext uri="{FF2B5EF4-FFF2-40B4-BE49-F238E27FC236}">
                    <a16:creationId xmlns:a16="http://schemas.microsoft.com/office/drawing/2014/main" id="{114D2BAB-BC04-478F-7F4F-47CCD0EB1477}"/>
                  </a:ext>
                </a:extLst>
              </p:cNvPr>
              <p:cNvGrpSpPr/>
              <p:nvPr/>
            </p:nvGrpSpPr>
            <p:grpSpPr>
              <a:xfrm>
                <a:off x="2685264" y="1842147"/>
                <a:ext cx="312056" cy="595945"/>
                <a:chOff x="2685264" y="1842147"/>
                <a:chExt cx="312056" cy="595945"/>
              </a:xfrm>
            </p:grpSpPr>
            <p:sp>
              <p:nvSpPr>
                <p:cNvPr id="270" name="Forme libre : forme 269">
                  <a:extLst>
                    <a:ext uri="{FF2B5EF4-FFF2-40B4-BE49-F238E27FC236}">
                      <a16:creationId xmlns:a16="http://schemas.microsoft.com/office/drawing/2014/main" id="{082B1447-13CA-579A-A63F-217D9ACA8A4D}"/>
                    </a:ext>
                  </a:extLst>
                </p:cNvPr>
                <p:cNvSpPr/>
                <p:nvPr/>
              </p:nvSpPr>
              <p:spPr>
                <a:xfrm>
                  <a:off x="2806032" y="2403737"/>
                  <a:ext cx="70651" cy="34131"/>
                </a:xfrm>
                <a:custGeom>
                  <a:avLst/>
                  <a:gdLst>
                    <a:gd name="connsiteX0" fmla="*/ 3357 w 70651"/>
                    <a:gd name="connsiteY0" fmla="*/ 0 h 34131"/>
                    <a:gd name="connsiteX1" fmla="*/ 37 w 70651"/>
                    <a:gd name="connsiteY1" fmla="*/ 23362 h 34131"/>
                    <a:gd name="connsiteX2" fmla="*/ 7626 w 70651"/>
                    <a:gd name="connsiteY2" fmla="*/ 32118 h 34131"/>
                    <a:gd name="connsiteX3" fmla="*/ 68140 w 70651"/>
                    <a:gd name="connsiteY3" fmla="*/ 34063 h 34131"/>
                    <a:gd name="connsiteX4" fmla="*/ 70475 w 70651"/>
                    <a:gd name="connsiteY4" fmla="*/ 30512 h 34131"/>
                    <a:gd name="connsiteX5" fmla="*/ 70475 w 70651"/>
                    <a:gd name="connsiteY5" fmla="*/ 30512 h 34131"/>
                    <a:gd name="connsiteX6" fmla="*/ 67520 w 70651"/>
                    <a:gd name="connsiteY6" fmla="*/ 27338 h 34131"/>
                    <a:gd name="connsiteX7" fmla="*/ 13013 w 70651"/>
                    <a:gd name="connsiteY7" fmla="*/ 1654 h 34131"/>
                    <a:gd name="connsiteX8" fmla="*/ 3357 w 70651"/>
                    <a:gd name="connsiteY8" fmla="*/ 0 h 341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651" h="34131">
                      <a:moveTo>
                        <a:pt x="3357" y="0"/>
                      </a:moveTo>
                      <a:cubicBezTo>
                        <a:pt x="3357" y="0"/>
                        <a:pt x="1168" y="11735"/>
                        <a:pt x="37" y="23362"/>
                      </a:cubicBezTo>
                      <a:cubicBezTo>
                        <a:pt x="-400" y="27910"/>
                        <a:pt x="3065" y="31887"/>
                        <a:pt x="7626" y="32118"/>
                      </a:cubicBezTo>
                      <a:cubicBezTo>
                        <a:pt x="23119" y="32908"/>
                        <a:pt x="56246" y="34477"/>
                        <a:pt x="68140" y="34063"/>
                      </a:cubicBezTo>
                      <a:cubicBezTo>
                        <a:pt x="69928" y="34003"/>
                        <a:pt x="71119" y="32178"/>
                        <a:pt x="70475" y="30512"/>
                      </a:cubicBezTo>
                      <a:lnTo>
                        <a:pt x="70475" y="30512"/>
                      </a:lnTo>
                      <a:cubicBezTo>
                        <a:pt x="69940" y="29114"/>
                        <a:pt x="68869" y="27983"/>
                        <a:pt x="67520" y="27338"/>
                      </a:cubicBezTo>
                      <a:lnTo>
                        <a:pt x="13013" y="1654"/>
                      </a:lnTo>
                      <a:lnTo>
                        <a:pt x="3357" y="0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71" name="Forme libre : forme 270">
                  <a:extLst>
                    <a:ext uri="{FF2B5EF4-FFF2-40B4-BE49-F238E27FC236}">
                      <a16:creationId xmlns:a16="http://schemas.microsoft.com/office/drawing/2014/main" id="{262B24C3-D6EC-27BD-1094-2C362C37B65A}"/>
                    </a:ext>
                  </a:extLst>
                </p:cNvPr>
                <p:cNvSpPr/>
                <p:nvPr/>
              </p:nvSpPr>
              <p:spPr>
                <a:xfrm>
                  <a:off x="2807747" y="2394762"/>
                  <a:ext cx="17682" cy="18023"/>
                </a:xfrm>
                <a:custGeom>
                  <a:avLst/>
                  <a:gdLst>
                    <a:gd name="connsiteX0" fmla="*/ 0 w 17682"/>
                    <a:gd name="connsiteY0" fmla="*/ 2043 h 18023"/>
                    <a:gd name="connsiteX1" fmla="*/ 1532 w 17682"/>
                    <a:gd name="connsiteY1" fmla="*/ 16114 h 18023"/>
                    <a:gd name="connsiteX2" fmla="*/ 17682 w 17682"/>
                    <a:gd name="connsiteY2" fmla="*/ 15700 h 18023"/>
                    <a:gd name="connsiteX3" fmla="*/ 13864 w 17682"/>
                    <a:gd name="connsiteY3" fmla="*/ 0 h 18023"/>
                    <a:gd name="connsiteX4" fmla="*/ 12 w 17682"/>
                    <a:gd name="connsiteY4" fmla="*/ 2043 h 180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82" h="18023">
                      <a:moveTo>
                        <a:pt x="0" y="2043"/>
                      </a:moveTo>
                      <a:lnTo>
                        <a:pt x="1532" y="16114"/>
                      </a:lnTo>
                      <a:cubicBezTo>
                        <a:pt x="1532" y="16114"/>
                        <a:pt x="11079" y="20674"/>
                        <a:pt x="17682" y="15700"/>
                      </a:cubicBezTo>
                      <a:lnTo>
                        <a:pt x="13864" y="0"/>
                      </a:lnTo>
                      <a:lnTo>
                        <a:pt x="12" y="2043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72" name="Forme libre : forme 271">
                  <a:extLst>
                    <a:ext uri="{FF2B5EF4-FFF2-40B4-BE49-F238E27FC236}">
                      <a16:creationId xmlns:a16="http://schemas.microsoft.com/office/drawing/2014/main" id="{5432DA62-0F13-9595-5FAE-9658774BDF25}"/>
                    </a:ext>
                  </a:extLst>
                </p:cNvPr>
                <p:cNvSpPr/>
                <p:nvPr/>
              </p:nvSpPr>
              <p:spPr>
                <a:xfrm>
                  <a:off x="2767852" y="2132118"/>
                  <a:ext cx="56555" cy="270404"/>
                </a:xfrm>
                <a:custGeom>
                  <a:avLst/>
                  <a:gdLst>
                    <a:gd name="connsiteX0" fmla="*/ 43678 w 56555"/>
                    <a:gd name="connsiteY0" fmla="*/ 389 h 270404"/>
                    <a:gd name="connsiteX1" fmla="*/ 56483 w 56555"/>
                    <a:gd name="connsiteY1" fmla="*/ 264213 h 270404"/>
                    <a:gd name="connsiteX2" fmla="*/ 54854 w 56555"/>
                    <a:gd name="connsiteY2" fmla="*/ 267375 h 270404"/>
                    <a:gd name="connsiteX3" fmla="*/ 39190 w 56555"/>
                    <a:gd name="connsiteY3" fmla="*/ 270403 h 270404"/>
                    <a:gd name="connsiteX4" fmla="*/ 34557 w 56555"/>
                    <a:gd name="connsiteY4" fmla="*/ 266986 h 270404"/>
                    <a:gd name="connsiteX5" fmla="*/ 1272 w 56555"/>
                    <a:gd name="connsiteY5" fmla="*/ 65099 h 270404"/>
                    <a:gd name="connsiteX6" fmla="*/ 1308 w 56555"/>
                    <a:gd name="connsiteY6" fmla="*/ 61694 h 270404"/>
                    <a:gd name="connsiteX7" fmla="*/ 4142 w 56555"/>
                    <a:gd name="connsiteY7" fmla="*/ 0 h 270404"/>
                    <a:gd name="connsiteX8" fmla="*/ 43665 w 56555"/>
                    <a:gd name="connsiteY8" fmla="*/ 389 h 270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6555" h="270404">
                      <a:moveTo>
                        <a:pt x="43678" y="389"/>
                      </a:moveTo>
                      <a:cubicBezTo>
                        <a:pt x="42924" y="4050"/>
                        <a:pt x="38059" y="183573"/>
                        <a:pt x="56483" y="264213"/>
                      </a:cubicBezTo>
                      <a:cubicBezTo>
                        <a:pt x="56787" y="265527"/>
                        <a:pt x="56106" y="266877"/>
                        <a:pt x="54854" y="267375"/>
                      </a:cubicBezTo>
                      <a:cubicBezTo>
                        <a:pt x="51898" y="268555"/>
                        <a:pt x="46110" y="270233"/>
                        <a:pt x="39190" y="270403"/>
                      </a:cubicBezTo>
                      <a:cubicBezTo>
                        <a:pt x="37050" y="270452"/>
                        <a:pt x="35140" y="269041"/>
                        <a:pt x="34557" y="266986"/>
                      </a:cubicBezTo>
                      <a:cubicBezTo>
                        <a:pt x="29254" y="248270"/>
                        <a:pt x="3850" y="154483"/>
                        <a:pt x="1272" y="65099"/>
                      </a:cubicBezTo>
                      <a:cubicBezTo>
                        <a:pt x="-1611" y="-34781"/>
                        <a:pt x="1308" y="61694"/>
                        <a:pt x="1308" y="61694"/>
                      </a:cubicBezTo>
                      <a:lnTo>
                        <a:pt x="4142" y="0"/>
                      </a:lnTo>
                      <a:lnTo>
                        <a:pt x="43665" y="389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73" name="Forme libre : forme 272">
                  <a:extLst>
                    <a:ext uri="{FF2B5EF4-FFF2-40B4-BE49-F238E27FC236}">
                      <a16:creationId xmlns:a16="http://schemas.microsoft.com/office/drawing/2014/main" id="{6CE95E07-E9CE-FA45-FE73-F3823D48C1D8}"/>
                    </a:ext>
                  </a:extLst>
                </p:cNvPr>
                <p:cNvSpPr/>
                <p:nvPr/>
              </p:nvSpPr>
              <p:spPr>
                <a:xfrm>
                  <a:off x="2739522" y="2409258"/>
                  <a:ext cx="28550" cy="28834"/>
                </a:xfrm>
                <a:custGeom>
                  <a:avLst/>
                  <a:gdLst>
                    <a:gd name="connsiteX0" fmla="*/ 6823 w 28550"/>
                    <a:gd name="connsiteY0" fmla="*/ 12 h 28834"/>
                    <a:gd name="connsiteX1" fmla="*/ 110 w 28550"/>
                    <a:gd name="connsiteY1" fmla="*/ 21647 h 28834"/>
                    <a:gd name="connsiteX2" fmla="*/ 4355 w 28550"/>
                    <a:gd name="connsiteY2" fmla="*/ 27545 h 28834"/>
                    <a:gd name="connsiteX3" fmla="*/ 23642 w 28550"/>
                    <a:gd name="connsiteY3" fmla="*/ 28834 h 28834"/>
                    <a:gd name="connsiteX4" fmla="*/ 28519 w 28550"/>
                    <a:gd name="connsiteY4" fmla="*/ 23435 h 28834"/>
                    <a:gd name="connsiteX5" fmla="*/ 19130 w 28550"/>
                    <a:gd name="connsiteY5" fmla="*/ 791 h 28834"/>
                    <a:gd name="connsiteX6" fmla="*/ 6811 w 28550"/>
                    <a:gd name="connsiteY6" fmla="*/ 0 h 288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550" h="28834">
                      <a:moveTo>
                        <a:pt x="6823" y="12"/>
                      </a:moveTo>
                      <a:cubicBezTo>
                        <a:pt x="6823" y="12"/>
                        <a:pt x="3467" y="5910"/>
                        <a:pt x="110" y="21647"/>
                      </a:cubicBezTo>
                      <a:cubicBezTo>
                        <a:pt x="-498" y="24493"/>
                        <a:pt x="1473" y="27229"/>
                        <a:pt x="4355" y="27545"/>
                      </a:cubicBezTo>
                      <a:cubicBezTo>
                        <a:pt x="9462" y="28092"/>
                        <a:pt x="17331" y="28822"/>
                        <a:pt x="23642" y="28834"/>
                      </a:cubicBezTo>
                      <a:cubicBezTo>
                        <a:pt x="26549" y="28834"/>
                        <a:pt x="28847" y="26329"/>
                        <a:pt x="28519" y="23435"/>
                      </a:cubicBezTo>
                      <a:cubicBezTo>
                        <a:pt x="27874" y="17670"/>
                        <a:pt x="25783" y="8209"/>
                        <a:pt x="19130" y="791"/>
                      </a:cubicBezTo>
                      <a:lnTo>
                        <a:pt x="6811" y="0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74" name="Forme libre : forme 273">
                  <a:extLst>
                    <a:ext uri="{FF2B5EF4-FFF2-40B4-BE49-F238E27FC236}">
                      <a16:creationId xmlns:a16="http://schemas.microsoft.com/office/drawing/2014/main" id="{B79180AD-4D14-DE10-2868-2275D0C6690E}"/>
                    </a:ext>
                  </a:extLst>
                </p:cNvPr>
                <p:cNvSpPr/>
                <p:nvPr/>
              </p:nvSpPr>
              <p:spPr>
                <a:xfrm>
                  <a:off x="2743622" y="2390445"/>
                  <a:ext cx="15164" cy="23605"/>
                </a:xfrm>
                <a:custGeom>
                  <a:avLst/>
                  <a:gdLst>
                    <a:gd name="connsiteX0" fmla="*/ 0 w 15164"/>
                    <a:gd name="connsiteY0" fmla="*/ 705 h 23605"/>
                    <a:gd name="connsiteX1" fmla="*/ 3697 w 15164"/>
                    <a:gd name="connsiteY1" fmla="*/ 22000 h 23605"/>
                    <a:gd name="connsiteX2" fmla="*/ 15165 w 15164"/>
                    <a:gd name="connsiteY2" fmla="*/ 22899 h 23605"/>
                    <a:gd name="connsiteX3" fmla="*/ 13523 w 15164"/>
                    <a:gd name="connsiteY3" fmla="*/ 0 h 23605"/>
                    <a:gd name="connsiteX4" fmla="*/ 0 w 15164"/>
                    <a:gd name="connsiteY4" fmla="*/ 693 h 236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164" h="23605">
                      <a:moveTo>
                        <a:pt x="0" y="705"/>
                      </a:moveTo>
                      <a:lnTo>
                        <a:pt x="3697" y="22000"/>
                      </a:lnTo>
                      <a:cubicBezTo>
                        <a:pt x="3697" y="22000"/>
                        <a:pt x="7528" y="24906"/>
                        <a:pt x="15165" y="22899"/>
                      </a:cubicBezTo>
                      <a:lnTo>
                        <a:pt x="13523" y="0"/>
                      </a:lnTo>
                      <a:lnTo>
                        <a:pt x="0" y="693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75" name="Forme libre : forme 274">
                  <a:extLst>
                    <a:ext uri="{FF2B5EF4-FFF2-40B4-BE49-F238E27FC236}">
                      <a16:creationId xmlns:a16="http://schemas.microsoft.com/office/drawing/2014/main" id="{C98D1632-F976-AE5F-7087-03728E680127}"/>
                    </a:ext>
                  </a:extLst>
                </p:cNvPr>
                <p:cNvSpPr/>
                <p:nvPr/>
              </p:nvSpPr>
              <p:spPr>
                <a:xfrm>
                  <a:off x="2728608" y="2128080"/>
                  <a:ext cx="84550" cy="274469"/>
                </a:xfrm>
                <a:custGeom>
                  <a:avLst/>
                  <a:gdLst>
                    <a:gd name="connsiteX0" fmla="*/ 6902 w 84550"/>
                    <a:gd name="connsiteY0" fmla="*/ 9206 h 274469"/>
                    <a:gd name="connsiteX1" fmla="*/ 14259 w 84550"/>
                    <a:gd name="connsiteY1" fmla="*/ 270720 h 274469"/>
                    <a:gd name="connsiteX2" fmla="*/ 17664 w 84550"/>
                    <a:gd name="connsiteY2" fmla="*/ 273979 h 274469"/>
                    <a:gd name="connsiteX3" fmla="*/ 29947 w 84550"/>
                    <a:gd name="connsiteY3" fmla="*/ 273602 h 274469"/>
                    <a:gd name="connsiteX4" fmla="*/ 32781 w 84550"/>
                    <a:gd name="connsiteY4" fmla="*/ 270039 h 274469"/>
                    <a:gd name="connsiteX5" fmla="*/ 48724 w 84550"/>
                    <a:gd name="connsiteY5" fmla="*/ 59176 h 274469"/>
                    <a:gd name="connsiteX6" fmla="*/ 53479 w 84550"/>
                    <a:gd name="connsiteY6" fmla="*/ 52512 h 274469"/>
                    <a:gd name="connsiteX7" fmla="*/ 82058 w 84550"/>
                    <a:gd name="connsiteY7" fmla="*/ 32604 h 274469"/>
                    <a:gd name="connsiteX8" fmla="*/ 84551 w 84550"/>
                    <a:gd name="connsiteY8" fmla="*/ 0 h 274469"/>
                    <a:gd name="connsiteX9" fmla="*/ 6902 w 84550"/>
                    <a:gd name="connsiteY9" fmla="*/ 9194 h 274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4550" h="274469">
                      <a:moveTo>
                        <a:pt x="6902" y="9206"/>
                      </a:moveTo>
                      <a:cubicBezTo>
                        <a:pt x="-9698" y="103783"/>
                        <a:pt x="8069" y="243369"/>
                        <a:pt x="14259" y="270720"/>
                      </a:cubicBezTo>
                      <a:cubicBezTo>
                        <a:pt x="14636" y="272398"/>
                        <a:pt x="15974" y="273687"/>
                        <a:pt x="17664" y="273979"/>
                      </a:cubicBezTo>
                      <a:cubicBezTo>
                        <a:pt x="20534" y="274477"/>
                        <a:pt x="25265" y="274915"/>
                        <a:pt x="29947" y="273602"/>
                      </a:cubicBezTo>
                      <a:cubicBezTo>
                        <a:pt x="31565" y="273152"/>
                        <a:pt x="32708" y="271705"/>
                        <a:pt x="32781" y="270039"/>
                      </a:cubicBezTo>
                      <a:cubicBezTo>
                        <a:pt x="33851" y="247990"/>
                        <a:pt x="33596" y="112552"/>
                        <a:pt x="48724" y="59176"/>
                      </a:cubicBezTo>
                      <a:cubicBezTo>
                        <a:pt x="49490" y="56476"/>
                        <a:pt x="51168" y="54117"/>
                        <a:pt x="53479" y="52512"/>
                      </a:cubicBezTo>
                      <a:lnTo>
                        <a:pt x="82058" y="32604"/>
                      </a:lnTo>
                      <a:lnTo>
                        <a:pt x="84551" y="0"/>
                      </a:lnTo>
                      <a:lnTo>
                        <a:pt x="6902" y="9194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grpSp>
              <p:nvGrpSpPr>
                <p:cNvPr id="276" name="Graphique 9">
                  <a:extLst>
                    <a:ext uri="{FF2B5EF4-FFF2-40B4-BE49-F238E27FC236}">
                      <a16:creationId xmlns:a16="http://schemas.microsoft.com/office/drawing/2014/main" id="{E7413389-9995-A648-2E20-B90B8DB25D2B}"/>
                    </a:ext>
                  </a:extLst>
                </p:cNvPr>
                <p:cNvGrpSpPr/>
                <p:nvPr/>
              </p:nvGrpSpPr>
              <p:grpSpPr>
                <a:xfrm>
                  <a:off x="2730321" y="1887157"/>
                  <a:ext cx="246526" cy="262533"/>
                  <a:chOff x="2730321" y="1887157"/>
                  <a:chExt cx="246526" cy="262533"/>
                </a:xfrm>
              </p:grpSpPr>
              <p:sp>
                <p:nvSpPr>
                  <p:cNvPr id="292" name="Forme libre : forme 291">
                    <a:extLst>
                      <a:ext uri="{FF2B5EF4-FFF2-40B4-BE49-F238E27FC236}">
                        <a16:creationId xmlns:a16="http://schemas.microsoft.com/office/drawing/2014/main" id="{2CDDF297-19C1-67E0-4876-9E415C527231}"/>
                      </a:ext>
                    </a:extLst>
                  </p:cNvPr>
                  <p:cNvSpPr/>
                  <p:nvPr/>
                </p:nvSpPr>
                <p:spPr>
                  <a:xfrm>
                    <a:off x="2730321" y="1951512"/>
                    <a:ext cx="174484" cy="198177"/>
                  </a:xfrm>
                  <a:custGeom>
                    <a:avLst/>
                    <a:gdLst>
                      <a:gd name="connsiteX0" fmla="*/ 106917 w 174484"/>
                      <a:gd name="connsiteY0" fmla="*/ 7236 h 198177"/>
                      <a:gd name="connsiteX1" fmla="*/ 7852 w 174484"/>
                      <a:gd name="connsiteY1" fmla="*/ 18643 h 198177"/>
                      <a:gd name="connsiteX2" fmla="*/ 3717 w 174484"/>
                      <a:gd name="connsiteY2" fmla="*/ 194797 h 198177"/>
                      <a:gd name="connsiteX3" fmla="*/ 81269 w 174484"/>
                      <a:gd name="connsiteY3" fmla="*/ 189702 h 198177"/>
                      <a:gd name="connsiteX4" fmla="*/ 116804 w 174484"/>
                      <a:gd name="connsiteY4" fmla="*/ 59590 h 198177"/>
                      <a:gd name="connsiteX5" fmla="*/ 174484 w 174484"/>
                      <a:gd name="connsiteY5" fmla="*/ 41883 h 198177"/>
                      <a:gd name="connsiteX6" fmla="*/ 154953 w 174484"/>
                      <a:gd name="connsiteY6" fmla="*/ 0 h 198177"/>
                      <a:gd name="connsiteX7" fmla="*/ 106917 w 174484"/>
                      <a:gd name="connsiteY7" fmla="*/ 7236 h 1981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74484" h="198177">
                        <a:moveTo>
                          <a:pt x="106917" y="7236"/>
                        </a:moveTo>
                        <a:cubicBezTo>
                          <a:pt x="59890" y="6008"/>
                          <a:pt x="7852" y="18643"/>
                          <a:pt x="7852" y="18643"/>
                        </a:cubicBezTo>
                        <a:cubicBezTo>
                          <a:pt x="-6948" y="100317"/>
                          <a:pt x="3717" y="194797"/>
                          <a:pt x="3717" y="194797"/>
                        </a:cubicBezTo>
                        <a:cubicBezTo>
                          <a:pt x="40043" y="204697"/>
                          <a:pt x="81269" y="189702"/>
                          <a:pt x="81269" y="189702"/>
                        </a:cubicBezTo>
                        <a:cubicBezTo>
                          <a:pt x="87654" y="155566"/>
                          <a:pt x="116804" y="59590"/>
                          <a:pt x="116804" y="59590"/>
                        </a:cubicBezTo>
                        <a:cubicBezTo>
                          <a:pt x="139813" y="56951"/>
                          <a:pt x="158809" y="50505"/>
                          <a:pt x="174484" y="41883"/>
                        </a:cubicBezTo>
                        <a:cubicBezTo>
                          <a:pt x="162724" y="27983"/>
                          <a:pt x="157288" y="10386"/>
                          <a:pt x="154953" y="0"/>
                        </a:cubicBezTo>
                        <a:cubicBezTo>
                          <a:pt x="138268" y="5010"/>
                          <a:pt x="121413" y="7613"/>
                          <a:pt x="106917" y="7236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93" name="Forme libre : forme 292">
                    <a:extLst>
                      <a:ext uri="{FF2B5EF4-FFF2-40B4-BE49-F238E27FC236}">
                        <a16:creationId xmlns:a16="http://schemas.microsoft.com/office/drawing/2014/main" id="{1E71C7A5-43D9-2981-F832-CCB366F41512}"/>
                      </a:ext>
                    </a:extLst>
                  </p:cNvPr>
                  <p:cNvSpPr/>
                  <p:nvPr/>
                </p:nvSpPr>
                <p:spPr>
                  <a:xfrm>
                    <a:off x="2885275" y="1887157"/>
                    <a:ext cx="91573" cy="106250"/>
                  </a:xfrm>
                  <a:custGeom>
                    <a:avLst/>
                    <a:gdLst>
                      <a:gd name="connsiteX0" fmla="*/ 91574 w 91573"/>
                      <a:gd name="connsiteY0" fmla="*/ 3635 h 106250"/>
                      <a:gd name="connsiteX1" fmla="*/ 81127 w 91573"/>
                      <a:gd name="connsiteY1" fmla="*/ 595 h 106250"/>
                      <a:gd name="connsiteX2" fmla="*/ 0 w 91573"/>
                      <a:gd name="connsiteY2" fmla="*/ 64368 h 106250"/>
                      <a:gd name="connsiteX3" fmla="*/ 19531 w 91573"/>
                      <a:gd name="connsiteY3" fmla="*/ 106251 h 106250"/>
                      <a:gd name="connsiteX4" fmla="*/ 91561 w 91573"/>
                      <a:gd name="connsiteY4" fmla="*/ 3635 h 1062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573" h="106250">
                        <a:moveTo>
                          <a:pt x="91574" y="3635"/>
                        </a:moveTo>
                        <a:cubicBezTo>
                          <a:pt x="87001" y="-1996"/>
                          <a:pt x="81127" y="595"/>
                          <a:pt x="81127" y="595"/>
                        </a:cubicBezTo>
                        <a:cubicBezTo>
                          <a:pt x="73928" y="29769"/>
                          <a:pt x="37408" y="53131"/>
                          <a:pt x="0" y="64368"/>
                        </a:cubicBezTo>
                        <a:cubicBezTo>
                          <a:pt x="2335" y="74766"/>
                          <a:pt x="7771" y="92351"/>
                          <a:pt x="19531" y="106251"/>
                        </a:cubicBezTo>
                        <a:cubicBezTo>
                          <a:pt x="81747" y="72042"/>
                          <a:pt x="91561" y="3635"/>
                          <a:pt x="91561" y="3635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77" name="Graphique 9">
                  <a:extLst>
                    <a:ext uri="{FF2B5EF4-FFF2-40B4-BE49-F238E27FC236}">
                      <a16:creationId xmlns:a16="http://schemas.microsoft.com/office/drawing/2014/main" id="{6115F043-C8BE-3440-F808-4A0615AF463B}"/>
                    </a:ext>
                  </a:extLst>
                </p:cNvPr>
                <p:cNvGrpSpPr/>
                <p:nvPr/>
              </p:nvGrpSpPr>
              <p:grpSpPr>
                <a:xfrm>
                  <a:off x="2966502" y="1842147"/>
                  <a:ext cx="30819" cy="51759"/>
                  <a:chOff x="2966502" y="1842147"/>
                  <a:chExt cx="30819" cy="51759"/>
                </a:xfrm>
                <a:solidFill>
                  <a:srgbClr val="F4A392"/>
                </a:solidFill>
              </p:grpSpPr>
              <p:sp>
                <p:nvSpPr>
                  <p:cNvPr id="290" name="Forme libre : forme 289">
                    <a:extLst>
                      <a:ext uri="{FF2B5EF4-FFF2-40B4-BE49-F238E27FC236}">
                        <a16:creationId xmlns:a16="http://schemas.microsoft.com/office/drawing/2014/main" id="{E6480A6E-5306-2283-111D-EFA14638BF0C}"/>
                      </a:ext>
                    </a:extLst>
                  </p:cNvPr>
                  <p:cNvSpPr/>
                  <p:nvPr/>
                </p:nvSpPr>
                <p:spPr>
                  <a:xfrm>
                    <a:off x="2966502" y="1842147"/>
                    <a:ext cx="30819" cy="51759"/>
                  </a:xfrm>
                  <a:custGeom>
                    <a:avLst/>
                    <a:gdLst>
                      <a:gd name="connsiteX0" fmla="*/ 9203 w 30819"/>
                      <a:gd name="connsiteY0" fmla="*/ 50055 h 51759"/>
                      <a:gd name="connsiteX1" fmla="*/ 812 w 30819"/>
                      <a:gd name="connsiteY1" fmla="*/ 47562 h 51759"/>
                      <a:gd name="connsiteX2" fmla="*/ 837 w 30819"/>
                      <a:gd name="connsiteY2" fmla="*/ 29187 h 51759"/>
                      <a:gd name="connsiteX3" fmla="*/ 29294 w 30819"/>
                      <a:gd name="connsiteY3" fmla="*/ 0 h 51759"/>
                      <a:gd name="connsiteX4" fmla="*/ 29792 w 30819"/>
                      <a:gd name="connsiteY4" fmla="*/ 6154 h 51759"/>
                      <a:gd name="connsiteX5" fmla="*/ 20684 w 30819"/>
                      <a:gd name="connsiteY5" fmla="*/ 15457 h 51759"/>
                      <a:gd name="connsiteX6" fmla="*/ 25852 w 30819"/>
                      <a:gd name="connsiteY6" fmla="*/ 25915 h 51759"/>
                      <a:gd name="connsiteX7" fmla="*/ 24502 w 30819"/>
                      <a:gd name="connsiteY7" fmla="*/ 35207 h 51759"/>
                      <a:gd name="connsiteX8" fmla="*/ 18628 w 30819"/>
                      <a:gd name="connsiteY8" fmla="*/ 44607 h 51759"/>
                      <a:gd name="connsiteX9" fmla="*/ 9203 w 30819"/>
                      <a:gd name="connsiteY9" fmla="*/ 50055 h 517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0819" h="51759">
                        <a:moveTo>
                          <a:pt x="9203" y="50055"/>
                        </a:moveTo>
                        <a:cubicBezTo>
                          <a:pt x="9678" y="51600"/>
                          <a:pt x="4047" y="53886"/>
                          <a:pt x="812" y="47562"/>
                        </a:cubicBezTo>
                        <a:cubicBezTo>
                          <a:pt x="727" y="44546"/>
                          <a:pt x="-988" y="31619"/>
                          <a:pt x="837" y="29187"/>
                        </a:cubicBezTo>
                        <a:cubicBezTo>
                          <a:pt x="10553" y="16211"/>
                          <a:pt x="29294" y="0"/>
                          <a:pt x="29294" y="0"/>
                        </a:cubicBezTo>
                        <a:cubicBezTo>
                          <a:pt x="32407" y="3125"/>
                          <a:pt x="29792" y="6154"/>
                          <a:pt x="29792" y="6154"/>
                        </a:cubicBezTo>
                        <a:lnTo>
                          <a:pt x="20684" y="15457"/>
                        </a:lnTo>
                        <a:cubicBezTo>
                          <a:pt x="22532" y="18886"/>
                          <a:pt x="24806" y="21781"/>
                          <a:pt x="25852" y="25915"/>
                        </a:cubicBezTo>
                        <a:cubicBezTo>
                          <a:pt x="26643" y="29041"/>
                          <a:pt x="26107" y="32373"/>
                          <a:pt x="24502" y="35207"/>
                        </a:cubicBezTo>
                        <a:cubicBezTo>
                          <a:pt x="22897" y="38040"/>
                          <a:pt x="20696" y="41725"/>
                          <a:pt x="18628" y="44607"/>
                        </a:cubicBezTo>
                        <a:cubicBezTo>
                          <a:pt x="14712" y="50068"/>
                          <a:pt x="9203" y="50055"/>
                          <a:pt x="9203" y="50055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91" name="Forme libre : forme 290">
                    <a:extLst>
                      <a:ext uri="{FF2B5EF4-FFF2-40B4-BE49-F238E27FC236}">
                        <a16:creationId xmlns:a16="http://schemas.microsoft.com/office/drawing/2014/main" id="{22A0BBE4-BAEA-3F69-FEF6-2AE7DC54A090}"/>
                      </a:ext>
                    </a:extLst>
                  </p:cNvPr>
                  <p:cNvSpPr/>
                  <p:nvPr/>
                </p:nvSpPr>
                <p:spPr>
                  <a:xfrm>
                    <a:off x="2972264" y="1863648"/>
                    <a:ext cx="12720" cy="21999"/>
                  </a:xfrm>
                  <a:custGeom>
                    <a:avLst/>
                    <a:gdLst>
                      <a:gd name="connsiteX0" fmla="*/ 10933 w 12720"/>
                      <a:gd name="connsiteY0" fmla="*/ 12 h 21999"/>
                      <a:gd name="connsiteX1" fmla="*/ 2651 w 12720"/>
                      <a:gd name="connsiteY1" fmla="*/ 6895 h 21999"/>
                      <a:gd name="connsiteX2" fmla="*/ 0 w 12720"/>
                      <a:gd name="connsiteY2" fmla="*/ 13803 h 21999"/>
                      <a:gd name="connsiteX3" fmla="*/ 7248 w 12720"/>
                      <a:gd name="connsiteY3" fmla="*/ 22000 h 21999"/>
                      <a:gd name="connsiteX4" fmla="*/ 11699 w 12720"/>
                      <a:gd name="connsiteY4" fmla="*/ 5302 h 21999"/>
                      <a:gd name="connsiteX5" fmla="*/ 10921 w 12720"/>
                      <a:gd name="connsiteY5" fmla="*/ 0 h 219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2720" h="21999">
                        <a:moveTo>
                          <a:pt x="10933" y="12"/>
                        </a:moveTo>
                        <a:lnTo>
                          <a:pt x="2651" y="6895"/>
                        </a:lnTo>
                        <a:lnTo>
                          <a:pt x="0" y="13803"/>
                        </a:lnTo>
                        <a:lnTo>
                          <a:pt x="7248" y="22000"/>
                        </a:lnTo>
                        <a:cubicBezTo>
                          <a:pt x="7248" y="22000"/>
                          <a:pt x="9838" y="8257"/>
                          <a:pt x="11699" y="5302"/>
                        </a:cubicBezTo>
                        <a:cubicBezTo>
                          <a:pt x="13560" y="2347"/>
                          <a:pt x="12623" y="888"/>
                          <a:pt x="10921" y="0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sp>
              <p:nvSpPr>
                <p:cNvPr id="278" name="Forme libre : forme 277">
                  <a:extLst>
                    <a:ext uri="{FF2B5EF4-FFF2-40B4-BE49-F238E27FC236}">
                      <a16:creationId xmlns:a16="http://schemas.microsoft.com/office/drawing/2014/main" id="{38549C10-F5D8-D873-BC2A-6FC973333628}"/>
                    </a:ext>
                  </a:extLst>
                </p:cNvPr>
                <p:cNvSpPr/>
                <p:nvPr/>
              </p:nvSpPr>
              <p:spPr>
                <a:xfrm>
                  <a:off x="2686367" y="1970168"/>
                  <a:ext cx="69415" cy="77819"/>
                </a:xfrm>
                <a:custGeom>
                  <a:avLst/>
                  <a:gdLst>
                    <a:gd name="connsiteX0" fmla="*/ 69416 w 69415"/>
                    <a:gd name="connsiteY0" fmla="*/ 45714 h 77819"/>
                    <a:gd name="connsiteX1" fmla="*/ 51807 w 69415"/>
                    <a:gd name="connsiteY1" fmla="*/ 0 h 77819"/>
                    <a:gd name="connsiteX2" fmla="*/ 0 w 69415"/>
                    <a:gd name="connsiteY2" fmla="*/ 67215 h 77819"/>
                    <a:gd name="connsiteX3" fmla="*/ 38101 w 69415"/>
                    <a:gd name="connsiteY3" fmla="*/ 77819 h 77819"/>
                    <a:gd name="connsiteX4" fmla="*/ 69416 w 69415"/>
                    <a:gd name="connsiteY4" fmla="*/ 45726 h 77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15" h="77819">
                      <a:moveTo>
                        <a:pt x="69416" y="45714"/>
                      </a:moveTo>
                      <a:lnTo>
                        <a:pt x="51807" y="0"/>
                      </a:lnTo>
                      <a:cubicBezTo>
                        <a:pt x="51807" y="0"/>
                        <a:pt x="7589" y="29430"/>
                        <a:pt x="0" y="67215"/>
                      </a:cubicBezTo>
                      <a:cubicBezTo>
                        <a:pt x="8294" y="67908"/>
                        <a:pt x="23386" y="70206"/>
                        <a:pt x="38101" y="77819"/>
                      </a:cubicBezTo>
                      <a:cubicBezTo>
                        <a:pt x="41518" y="59979"/>
                        <a:pt x="69416" y="45726"/>
                        <a:pt x="69416" y="45726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79" name="Forme libre : forme 278">
                  <a:extLst>
                    <a:ext uri="{FF2B5EF4-FFF2-40B4-BE49-F238E27FC236}">
                      <a16:creationId xmlns:a16="http://schemas.microsoft.com/office/drawing/2014/main" id="{A7E41095-CC8D-1304-B9C3-95E85D91FCAB}"/>
                    </a:ext>
                  </a:extLst>
                </p:cNvPr>
                <p:cNvSpPr/>
                <p:nvPr/>
              </p:nvSpPr>
              <p:spPr>
                <a:xfrm>
                  <a:off x="2685264" y="2037370"/>
                  <a:ext cx="114918" cy="59208"/>
                </a:xfrm>
                <a:custGeom>
                  <a:avLst/>
                  <a:gdLst>
                    <a:gd name="connsiteX0" fmla="*/ 108510 w 114918"/>
                    <a:gd name="connsiteY0" fmla="*/ 21732 h 59208"/>
                    <a:gd name="connsiteX1" fmla="*/ 42499 w 114918"/>
                    <a:gd name="connsiteY1" fmla="*/ 25174 h 59208"/>
                    <a:gd name="connsiteX2" fmla="*/ 39203 w 114918"/>
                    <a:gd name="connsiteY2" fmla="*/ 10604 h 59208"/>
                    <a:gd name="connsiteX3" fmla="*/ 1102 w 114918"/>
                    <a:gd name="connsiteY3" fmla="*/ 0 h 59208"/>
                    <a:gd name="connsiteX4" fmla="*/ 6441 w 114918"/>
                    <a:gd name="connsiteY4" fmla="*/ 35863 h 59208"/>
                    <a:gd name="connsiteX5" fmla="*/ 114919 w 114918"/>
                    <a:gd name="connsiteY5" fmla="*/ 33954 h 59208"/>
                    <a:gd name="connsiteX6" fmla="*/ 108510 w 114918"/>
                    <a:gd name="connsiteY6" fmla="*/ 21732 h 59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4918" h="59208">
                      <a:moveTo>
                        <a:pt x="108510" y="21732"/>
                      </a:moveTo>
                      <a:cubicBezTo>
                        <a:pt x="108510" y="21732"/>
                        <a:pt x="58917" y="49143"/>
                        <a:pt x="42499" y="25174"/>
                      </a:cubicBezTo>
                      <a:cubicBezTo>
                        <a:pt x="39094" y="20200"/>
                        <a:pt x="38316" y="15274"/>
                        <a:pt x="39203" y="10604"/>
                      </a:cubicBezTo>
                      <a:cubicBezTo>
                        <a:pt x="24488" y="2992"/>
                        <a:pt x="9396" y="693"/>
                        <a:pt x="1102" y="0"/>
                      </a:cubicBezTo>
                      <a:cubicBezTo>
                        <a:pt x="-1184" y="11395"/>
                        <a:pt x="-150" y="23532"/>
                        <a:pt x="6441" y="35863"/>
                      </a:cubicBezTo>
                      <a:cubicBezTo>
                        <a:pt x="35093" y="89482"/>
                        <a:pt x="114919" y="33954"/>
                        <a:pt x="114919" y="33954"/>
                      </a:cubicBezTo>
                      <a:lnTo>
                        <a:pt x="108510" y="21732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80" name="Forme libre : forme 279">
                  <a:extLst>
                    <a:ext uri="{FF2B5EF4-FFF2-40B4-BE49-F238E27FC236}">
                      <a16:creationId xmlns:a16="http://schemas.microsoft.com/office/drawing/2014/main" id="{1785388A-A313-32D1-F77D-46C4FE40AD8E}"/>
                    </a:ext>
                  </a:extLst>
                </p:cNvPr>
                <p:cNvSpPr/>
                <p:nvPr/>
              </p:nvSpPr>
              <p:spPr>
                <a:xfrm>
                  <a:off x="2774480" y="1920100"/>
                  <a:ext cx="45939" cy="49122"/>
                </a:xfrm>
                <a:custGeom>
                  <a:avLst/>
                  <a:gdLst>
                    <a:gd name="connsiteX0" fmla="*/ 15476 w 45939"/>
                    <a:gd name="connsiteY0" fmla="*/ 12 h 49122"/>
                    <a:gd name="connsiteX1" fmla="*/ 92 w 45939"/>
                    <a:gd name="connsiteY1" fmla="*/ 43148 h 49122"/>
                    <a:gd name="connsiteX2" fmla="*/ 785 w 45939"/>
                    <a:gd name="connsiteY2" fmla="*/ 45033 h 49122"/>
                    <a:gd name="connsiteX3" fmla="*/ 37305 w 45939"/>
                    <a:gd name="connsiteY3" fmla="*/ 42929 h 49122"/>
                    <a:gd name="connsiteX4" fmla="*/ 40734 w 45939"/>
                    <a:gd name="connsiteY4" fmla="*/ 37712 h 49122"/>
                    <a:gd name="connsiteX5" fmla="*/ 45939 w 45939"/>
                    <a:gd name="connsiteY5" fmla="*/ 292 h 49122"/>
                    <a:gd name="connsiteX6" fmla="*/ 15476 w 45939"/>
                    <a:gd name="connsiteY6" fmla="*/ 0 h 49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5939" h="49122">
                      <a:moveTo>
                        <a:pt x="15476" y="12"/>
                      </a:moveTo>
                      <a:lnTo>
                        <a:pt x="92" y="43148"/>
                      </a:lnTo>
                      <a:cubicBezTo>
                        <a:pt x="-164" y="43865"/>
                        <a:pt x="128" y="44656"/>
                        <a:pt x="785" y="45033"/>
                      </a:cubicBezTo>
                      <a:cubicBezTo>
                        <a:pt x="4847" y="47331"/>
                        <a:pt x="19477" y="53983"/>
                        <a:pt x="37305" y="42929"/>
                      </a:cubicBezTo>
                      <a:cubicBezTo>
                        <a:pt x="39166" y="41774"/>
                        <a:pt x="40430" y="39876"/>
                        <a:pt x="40734" y="37712"/>
                      </a:cubicBezTo>
                      <a:lnTo>
                        <a:pt x="45939" y="292"/>
                      </a:lnTo>
                      <a:lnTo>
                        <a:pt x="15476" y="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grpSp>
              <p:nvGrpSpPr>
                <p:cNvPr id="281" name="Graphique 9">
                  <a:extLst>
                    <a:ext uri="{FF2B5EF4-FFF2-40B4-BE49-F238E27FC236}">
                      <a16:creationId xmlns:a16="http://schemas.microsoft.com/office/drawing/2014/main" id="{7032DEB9-C056-4232-FF44-6F10F7E5A7E8}"/>
                    </a:ext>
                  </a:extLst>
                </p:cNvPr>
                <p:cNvGrpSpPr/>
                <p:nvPr/>
              </p:nvGrpSpPr>
              <p:grpSpPr>
                <a:xfrm>
                  <a:off x="2761714" y="1857839"/>
                  <a:ext cx="75309" cy="75149"/>
                  <a:chOff x="2761714" y="1857839"/>
                  <a:chExt cx="75309" cy="75149"/>
                </a:xfrm>
              </p:grpSpPr>
              <p:sp>
                <p:nvSpPr>
                  <p:cNvPr id="287" name="Forme libre : forme 286">
                    <a:extLst>
                      <a:ext uri="{FF2B5EF4-FFF2-40B4-BE49-F238E27FC236}">
                        <a16:creationId xmlns:a16="http://schemas.microsoft.com/office/drawing/2014/main" id="{ED661607-FF0F-C496-1E94-FC23A6D42093}"/>
                      </a:ext>
                    </a:extLst>
                  </p:cNvPr>
                  <p:cNvSpPr/>
                  <p:nvPr/>
                </p:nvSpPr>
                <p:spPr>
                  <a:xfrm>
                    <a:off x="2784422" y="1880333"/>
                    <a:ext cx="52600" cy="52654"/>
                  </a:xfrm>
                  <a:custGeom>
                    <a:avLst/>
                    <a:gdLst>
                      <a:gd name="connsiteX0" fmla="*/ 38478 w 52600"/>
                      <a:gd name="connsiteY0" fmla="*/ 0 h 52654"/>
                      <a:gd name="connsiteX1" fmla="*/ 52390 w 52600"/>
                      <a:gd name="connsiteY1" fmla="*/ 43573 h 52654"/>
                      <a:gd name="connsiteX2" fmla="*/ 12113 w 52600"/>
                      <a:gd name="connsiteY2" fmla="*/ 44644 h 52654"/>
                      <a:gd name="connsiteX3" fmla="*/ 0 w 52600"/>
                      <a:gd name="connsiteY3" fmla="*/ 11115 h 52654"/>
                      <a:gd name="connsiteX4" fmla="*/ 38478 w 52600"/>
                      <a:gd name="connsiteY4" fmla="*/ 0 h 526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600" h="52654">
                        <a:moveTo>
                          <a:pt x="38478" y="0"/>
                        </a:moveTo>
                        <a:cubicBezTo>
                          <a:pt x="38478" y="0"/>
                          <a:pt x="54616" y="31096"/>
                          <a:pt x="52390" y="43573"/>
                        </a:cubicBezTo>
                        <a:cubicBezTo>
                          <a:pt x="50165" y="56051"/>
                          <a:pt x="29807" y="54956"/>
                          <a:pt x="12113" y="44644"/>
                        </a:cubicBezTo>
                        <a:lnTo>
                          <a:pt x="0" y="11115"/>
                        </a:lnTo>
                        <a:lnTo>
                          <a:pt x="38478" y="0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88" name="Forme libre : forme 287">
                    <a:extLst>
                      <a:ext uri="{FF2B5EF4-FFF2-40B4-BE49-F238E27FC236}">
                        <a16:creationId xmlns:a16="http://schemas.microsoft.com/office/drawing/2014/main" id="{B8FCA298-8008-7A79-27C0-F4F7A3222F6D}"/>
                      </a:ext>
                    </a:extLst>
                  </p:cNvPr>
                  <p:cNvSpPr/>
                  <p:nvPr/>
                </p:nvSpPr>
                <p:spPr>
                  <a:xfrm>
                    <a:off x="2761714" y="1857839"/>
                    <a:ext cx="69680" cy="68632"/>
                  </a:xfrm>
                  <a:custGeom>
                    <a:avLst/>
                    <a:gdLst>
                      <a:gd name="connsiteX0" fmla="*/ 35769 w 69680"/>
                      <a:gd name="connsiteY0" fmla="*/ 50745 h 68632"/>
                      <a:gd name="connsiteX1" fmla="*/ 36341 w 69680"/>
                      <a:gd name="connsiteY1" fmla="*/ 48884 h 68632"/>
                      <a:gd name="connsiteX2" fmla="*/ 31866 w 69680"/>
                      <a:gd name="connsiteY2" fmla="*/ 39131 h 68632"/>
                      <a:gd name="connsiteX3" fmla="*/ 39430 w 69680"/>
                      <a:gd name="connsiteY3" fmla="*/ 34801 h 68632"/>
                      <a:gd name="connsiteX4" fmla="*/ 68957 w 69680"/>
                      <a:gd name="connsiteY4" fmla="*/ 19770 h 68632"/>
                      <a:gd name="connsiteX5" fmla="*/ 50460 w 69680"/>
                      <a:gd name="connsiteY5" fmla="*/ 6454 h 68632"/>
                      <a:gd name="connsiteX6" fmla="*/ 48441 w 69680"/>
                      <a:gd name="connsiteY6" fmla="*/ 6454 h 68632"/>
                      <a:gd name="connsiteX7" fmla="*/ 32474 w 69680"/>
                      <a:gd name="connsiteY7" fmla="*/ 1103 h 68632"/>
                      <a:gd name="connsiteX8" fmla="*/ 24107 w 69680"/>
                      <a:gd name="connsiteY8" fmla="*/ 12680 h 68632"/>
                      <a:gd name="connsiteX9" fmla="*/ 22587 w 69680"/>
                      <a:gd name="connsiteY9" fmla="*/ 13969 h 68632"/>
                      <a:gd name="connsiteX10" fmla="*/ 5342 w 69680"/>
                      <a:gd name="connsiteY10" fmla="*/ 21813 h 68632"/>
                      <a:gd name="connsiteX11" fmla="*/ 6060 w 69680"/>
                      <a:gd name="connsiteY11" fmla="*/ 36018 h 68632"/>
                      <a:gd name="connsiteX12" fmla="*/ 5500 w 69680"/>
                      <a:gd name="connsiteY12" fmla="*/ 38121 h 68632"/>
                      <a:gd name="connsiteX13" fmla="*/ 16 w 69680"/>
                      <a:gd name="connsiteY13" fmla="*/ 46804 h 68632"/>
                      <a:gd name="connsiteX14" fmla="*/ 12006 w 69680"/>
                      <a:gd name="connsiteY14" fmla="*/ 53931 h 68632"/>
                      <a:gd name="connsiteX15" fmla="*/ 13137 w 69680"/>
                      <a:gd name="connsiteY15" fmla="*/ 54344 h 68632"/>
                      <a:gd name="connsiteX16" fmla="*/ 35915 w 69680"/>
                      <a:gd name="connsiteY16" fmla="*/ 68622 h 68632"/>
                      <a:gd name="connsiteX17" fmla="*/ 37277 w 69680"/>
                      <a:gd name="connsiteY17" fmla="*/ 66931 h 68632"/>
                      <a:gd name="connsiteX18" fmla="*/ 32753 w 69680"/>
                      <a:gd name="connsiteY18" fmla="*/ 53347 h 68632"/>
                      <a:gd name="connsiteX19" fmla="*/ 33459 w 69680"/>
                      <a:gd name="connsiteY19" fmla="*/ 51766 h 68632"/>
                      <a:gd name="connsiteX20" fmla="*/ 35781 w 69680"/>
                      <a:gd name="connsiteY20" fmla="*/ 50769 h 68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69680" h="68632">
                        <a:moveTo>
                          <a:pt x="35769" y="50745"/>
                        </a:moveTo>
                        <a:cubicBezTo>
                          <a:pt x="36499" y="50429"/>
                          <a:pt x="36767" y="49553"/>
                          <a:pt x="36341" y="48884"/>
                        </a:cubicBezTo>
                        <a:cubicBezTo>
                          <a:pt x="35040" y="46865"/>
                          <a:pt x="32620" y="42730"/>
                          <a:pt x="31866" y="39131"/>
                        </a:cubicBezTo>
                        <a:cubicBezTo>
                          <a:pt x="31866" y="39131"/>
                          <a:pt x="28935" y="37209"/>
                          <a:pt x="39430" y="34801"/>
                        </a:cubicBezTo>
                        <a:cubicBezTo>
                          <a:pt x="49925" y="32394"/>
                          <a:pt x="65588" y="28648"/>
                          <a:pt x="68957" y="19770"/>
                        </a:cubicBezTo>
                        <a:cubicBezTo>
                          <a:pt x="72241" y="11111"/>
                          <a:pt x="64044" y="-10827"/>
                          <a:pt x="50460" y="6454"/>
                        </a:cubicBezTo>
                        <a:cubicBezTo>
                          <a:pt x="49949" y="7110"/>
                          <a:pt x="48940" y="7123"/>
                          <a:pt x="48441" y="6454"/>
                        </a:cubicBezTo>
                        <a:cubicBezTo>
                          <a:pt x="46264" y="3572"/>
                          <a:pt x="40537" y="-2424"/>
                          <a:pt x="32474" y="1103"/>
                        </a:cubicBezTo>
                        <a:cubicBezTo>
                          <a:pt x="24934" y="4399"/>
                          <a:pt x="24034" y="9895"/>
                          <a:pt x="24107" y="12680"/>
                        </a:cubicBezTo>
                        <a:cubicBezTo>
                          <a:pt x="24131" y="13495"/>
                          <a:pt x="23389" y="14127"/>
                          <a:pt x="22587" y="13969"/>
                        </a:cubicBezTo>
                        <a:cubicBezTo>
                          <a:pt x="18792" y="13203"/>
                          <a:pt x="9684" y="12498"/>
                          <a:pt x="5342" y="21813"/>
                        </a:cubicBezTo>
                        <a:cubicBezTo>
                          <a:pt x="1767" y="29487"/>
                          <a:pt x="4004" y="33865"/>
                          <a:pt x="6060" y="36018"/>
                        </a:cubicBezTo>
                        <a:cubicBezTo>
                          <a:pt x="6729" y="36711"/>
                          <a:pt x="6424" y="37854"/>
                          <a:pt x="5500" y="38121"/>
                        </a:cubicBezTo>
                        <a:cubicBezTo>
                          <a:pt x="2995" y="38863"/>
                          <a:pt x="-252" y="40943"/>
                          <a:pt x="16" y="46804"/>
                        </a:cubicBezTo>
                        <a:cubicBezTo>
                          <a:pt x="380" y="54892"/>
                          <a:pt x="9428" y="54271"/>
                          <a:pt x="12006" y="53931"/>
                        </a:cubicBezTo>
                        <a:cubicBezTo>
                          <a:pt x="12432" y="53870"/>
                          <a:pt x="12858" y="54028"/>
                          <a:pt x="13137" y="54344"/>
                        </a:cubicBezTo>
                        <a:cubicBezTo>
                          <a:pt x="15326" y="56813"/>
                          <a:pt x="25165" y="67272"/>
                          <a:pt x="35915" y="68622"/>
                        </a:cubicBezTo>
                        <a:cubicBezTo>
                          <a:pt x="36852" y="68743"/>
                          <a:pt x="37581" y="67831"/>
                          <a:pt x="37277" y="66931"/>
                        </a:cubicBezTo>
                        <a:lnTo>
                          <a:pt x="32753" y="53347"/>
                        </a:lnTo>
                        <a:cubicBezTo>
                          <a:pt x="32547" y="52715"/>
                          <a:pt x="32851" y="52034"/>
                          <a:pt x="33459" y="51766"/>
                        </a:cubicBezTo>
                        <a:lnTo>
                          <a:pt x="35781" y="50769"/>
                        </a:lnTo>
                        <a:close/>
                      </a:path>
                    </a:pathLst>
                  </a:custGeom>
                  <a:solidFill>
                    <a:srgbClr val="352213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89" name="Forme libre : forme 288">
                    <a:extLst>
                      <a:ext uri="{FF2B5EF4-FFF2-40B4-BE49-F238E27FC236}">
                        <a16:creationId xmlns:a16="http://schemas.microsoft.com/office/drawing/2014/main" id="{04F9B564-0D71-3426-97AC-0DC04CC85034}"/>
                      </a:ext>
                    </a:extLst>
                  </p:cNvPr>
                  <p:cNvSpPr/>
                  <p:nvPr/>
                </p:nvSpPr>
                <p:spPr>
                  <a:xfrm>
                    <a:off x="2786741" y="1906453"/>
                    <a:ext cx="16166" cy="10944"/>
                  </a:xfrm>
                  <a:custGeom>
                    <a:avLst/>
                    <a:gdLst>
                      <a:gd name="connsiteX0" fmla="*/ 12603 w 16166"/>
                      <a:gd name="connsiteY0" fmla="*/ 4065 h 10944"/>
                      <a:gd name="connsiteX1" fmla="*/ 53 w 16166"/>
                      <a:gd name="connsiteY1" fmla="*/ 2678 h 10944"/>
                      <a:gd name="connsiteX2" fmla="*/ 16167 w 16166"/>
                      <a:gd name="connsiteY2" fmla="*/ 10109 h 10944"/>
                      <a:gd name="connsiteX3" fmla="*/ 12603 w 16166"/>
                      <a:gd name="connsiteY3" fmla="*/ 4065 h 109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166" h="10944">
                        <a:moveTo>
                          <a:pt x="12603" y="4065"/>
                        </a:moveTo>
                        <a:cubicBezTo>
                          <a:pt x="12603" y="4065"/>
                          <a:pt x="977" y="-4071"/>
                          <a:pt x="53" y="2678"/>
                        </a:cubicBezTo>
                        <a:cubicBezTo>
                          <a:pt x="-871" y="9428"/>
                          <a:pt x="10500" y="12577"/>
                          <a:pt x="16167" y="10109"/>
                        </a:cubicBezTo>
                        <a:lnTo>
                          <a:pt x="12603" y="4065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82" name="Graphique 9">
                  <a:extLst>
                    <a:ext uri="{FF2B5EF4-FFF2-40B4-BE49-F238E27FC236}">
                      <a16:creationId xmlns:a16="http://schemas.microsoft.com/office/drawing/2014/main" id="{F8C487BD-2F96-B59A-5804-18C1AB659A93}"/>
                    </a:ext>
                  </a:extLst>
                </p:cNvPr>
                <p:cNvGrpSpPr/>
                <p:nvPr/>
              </p:nvGrpSpPr>
              <p:grpSpPr>
                <a:xfrm>
                  <a:off x="2783549" y="2000231"/>
                  <a:ext cx="123769" cy="106299"/>
                  <a:chOff x="2783549" y="2000231"/>
                  <a:chExt cx="123769" cy="106299"/>
                </a:xfrm>
              </p:grpSpPr>
              <p:grpSp>
                <p:nvGrpSpPr>
                  <p:cNvPr id="283" name="Graphique 9">
                    <a:extLst>
                      <a:ext uri="{FF2B5EF4-FFF2-40B4-BE49-F238E27FC236}">
                        <a16:creationId xmlns:a16="http://schemas.microsoft.com/office/drawing/2014/main" id="{DEDA8C94-C88D-1BBE-EC57-AC3AB5E773E0}"/>
                      </a:ext>
                    </a:extLst>
                  </p:cNvPr>
                  <p:cNvGrpSpPr/>
                  <p:nvPr/>
                </p:nvGrpSpPr>
                <p:grpSpPr>
                  <a:xfrm>
                    <a:off x="2783549" y="2000231"/>
                    <a:ext cx="123769" cy="106299"/>
                    <a:chOff x="2783549" y="2000231"/>
                    <a:chExt cx="123769" cy="106299"/>
                  </a:xfrm>
                </p:grpSpPr>
                <p:sp>
                  <p:nvSpPr>
                    <p:cNvPr id="285" name="Forme libre : forme 284">
                      <a:extLst>
                        <a:ext uri="{FF2B5EF4-FFF2-40B4-BE49-F238E27FC236}">
                          <a16:creationId xmlns:a16="http://schemas.microsoft.com/office/drawing/2014/main" id="{989F434D-8C42-0214-E83E-C34DAE8014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83549" y="2000231"/>
                      <a:ext cx="123769" cy="106299"/>
                    </a:xfrm>
                    <a:custGeom>
                      <a:avLst/>
                      <a:gdLst>
                        <a:gd name="connsiteX0" fmla="*/ 95 w 123769"/>
                        <a:gd name="connsiteY0" fmla="*/ 102189 h 106299"/>
                        <a:gd name="connsiteX1" fmla="*/ 27117 w 123769"/>
                        <a:gd name="connsiteY1" fmla="*/ 7843 h 106299"/>
                        <a:gd name="connsiteX2" fmla="*/ 29440 w 123769"/>
                        <a:gd name="connsiteY2" fmla="*/ 5860 h 106299"/>
                        <a:gd name="connsiteX3" fmla="*/ 64902 w 123769"/>
                        <a:gd name="connsiteY3" fmla="*/ 2297 h 106299"/>
                        <a:gd name="connsiteX4" fmla="*/ 121220 w 123769"/>
                        <a:gd name="connsiteY4" fmla="*/ 424 h 106299"/>
                        <a:gd name="connsiteX5" fmla="*/ 123482 w 123769"/>
                        <a:gd name="connsiteY5" fmla="*/ 4401 h 106299"/>
                        <a:gd name="connsiteX6" fmla="*/ 67638 w 123769"/>
                        <a:gd name="connsiteY6" fmla="*/ 105205 h 106299"/>
                        <a:gd name="connsiteX7" fmla="*/ 65413 w 123769"/>
                        <a:gd name="connsiteY7" fmla="*/ 106299 h 106299"/>
                        <a:gd name="connsiteX8" fmla="*/ 2734 w 123769"/>
                        <a:gd name="connsiteY8" fmla="*/ 105716 h 106299"/>
                        <a:gd name="connsiteX9" fmla="*/ 107 w 123769"/>
                        <a:gd name="connsiteY9" fmla="*/ 102201 h 1062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23769" h="106299">
                          <a:moveTo>
                            <a:pt x="95" y="102189"/>
                          </a:moveTo>
                          <a:lnTo>
                            <a:pt x="27117" y="7843"/>
                          </a:lnTo>
                          <a:cubicBezTo>
                            <a:pt x="27421" y="6772"/>
                            <a:pt x="28333" y="5994"/>
                            <a:pt x="29440" y="5860"/>
                          </a:cubicBezTo>
                          <a:cubicBezTo>
                            <a:pt x="34341" y="5289"/>
                            <a:pt x="48521" y="3684"/>
                            <a:pt x="64902" y="2297"/>
                          </a:cubicBezTo>
                          <a:cubicBezTo>
                            <a:pt x="84627" y="631"/>
                            <a:pt x="107539" y="-719"/>
                            <a:pt x="121220" y="424"/>
                          </a:cubicBezTo>
                          <a:cubicBezTo>
                            <a:pt x="123166" y="582"/>
                            <a:pt x="124346" y="2650"/>
                            <a:pt x="123482" y="4401"/>
                          </a:cubicBezTo>
                          <a:cubicBezTo>
                            <a:pt x="115699" y="20150"/>
                            <a:pt x="83679" y="84215"/>
                            <a:pt x="67638" y="105205"/>
                          </a:cubicBezTo>
                          <a:cubicBezTo>
                            <a:pt x="67103" y="105898"/>
                            <a:pt x="66288" y="106312"/>
                            <a:pt x="65413" y="106299"/>
                          </a:cubicBezTo>
                          <a:lnTo>
                            <a:pt x="2734" y="105716"/>
                          </a:lnTo>
                          <a:cubicBezTo>
                            <a:pt x="910" y="105703"/>
                            <a:pt x="-391" y="103952"/>
                            <a:pt x="107" y="102201"/>
                          </a:cubicBez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21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86" name="Forme libre : forme 285">
                      <a:extLst>
                        <a:ext uri="{FF2B5EF4-FFF2-40B4-BE49-F238E27FC236}">
                          <a16:creationId xmlns:a16="http://schemas.microsoft.com/office/drawing/2014/main" id="{7B91803A-4C2A-5A1B-7A58-2B1542997B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87556" y="2047461"/>
                      <a:ext cx="35989" cy="32345"/>
                    </a:xfrm>
                    <a:custGeom>
                      <a:avLst/>
                      <a:gdLst>
                        <a:gd name="connsiteX0" fmla="*/ 2607 w 35989"/>
                        <a:gd name="connsiteY0" fmla="*/ 32170 h 32345"/>
                        <a:gd name="connsiteX1" fmla="*/ 357 w 35989"/>
                        <a:gd name="connsiteY1" fmla="*/ 11204 h 32345"/>
                        <a:gd name="connsiteX2" fmla="*/ 14622 w 35989"/>
                        <a:gd name="connsiteY2" fmla="*/ 222 h 32345"/>
                        <a:gd name="connsiteX3" fmla="*/ 35989 w 35989"/>
                        <a:gd name="connsiteY3" fmla="*/ 5926 h 32345"/>
                        <a:gd name="connsiteX4" fmla="*/ 27951 w 35989"/>
                        <a:gd name="connsiteY4" fmla="*/ 10766 h 32345"/>
                        <a:gd name="connsiteX5" fmla="*/ 32572 w 35989"/>
                        <a:gd name="connsiteY5" fmla="*/ 14341 h 32345"/>
                        <a:gd name="connsiteX6" fmla="*/ 25616 w 35989"/>
                        <a:gd name="connsiteY6" fmla="*/ 17005 h 32345"/>
                        <a:gd name="connsiteX7" fmla="*/ 29909 w 35989"/>
                        <a:gd name="connsiteY7" fmla="*/ 21747 h 32345"/>
                        <a:gd name="connsiteX8" fmla="*/ 22575 w 35989"/>
                        <a:gd name="connsiteY8" fmla="*/ 23438 h 32345"/>
                        <a:gd name="connsiteX9" fmla="*/ 2595 w 35989"/>
                        <a:gd name="connsiteY9" fmla="*/ 32170 h 323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5989" h="32345">
                          <a:moveTo>
                            <a:pt x="2607" y="32170"/>
                          </a:moveTo>
                          <a:cubicBezTo>
                            <a:pt x="2607" y="32170"/>
                            <a:pt x="-1151" y="16688"/>
                            <a:pt x="357" y="11204"/>
                          </a:cubicBezTo>
                          <a:cubicBezTo>
                            <a:pt x="1877" y="5719"/>
                            <a:pt x="4820" y="-1347"/>
                            <a:pt x="14622" y="222"/>
                          </a:cubicBezTo>
                          <a:cubicBezTo>
                            <a:pt x="24424" y="1791"/>
                            <a:pt x="35989" y="5926"/>
                            <a:pt x="35989" y="5926"/>
                          </a:cubicBezTo>
                          <a:cubicBezTo>
                            <a:pt x="35989" y="5926"/>
                            <a:pt x="35405" y="13076"/>
                            <a:pt x="27951" y="10766"/>
                          </a:cubicBezTo>
                          <a:lnTo>
                            <a:pt x="32572" y="14341"/>
                          </a:lnTo>
                          <a:cubicBezTo>
                            <a:pt x="32572" y="14341"/>
                            <a:pt x="31915" y="20069"/>
                            <a:pt x="25616" y="17005"/>
                          </a:cubicBezTo>
                          <a:lnTo>
                            <a:pt x="29909" y="21747"/>
                          </a:lnTo>
                          <a:cubicBezTo>
                            <a:pt x="29909" y="21747"/>
                            <a:pt x="27209" y="26454"/>
                            <a:pt x="22575" y="23438"/>
                          </a:cubicBezTo>
                          <a:cubicBezTo>
                            <a:pt x="17942" y="20422"/>
                            <a:pt x="15729" y="34030"/>
                            <a:pt x="2595" y="32170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21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284" name="Forme libre : forme 283">
                    <a:extLst>
                      <a:ext uri="{FF2B5EF4-FFF2-40B4-BE49-F238E27FC236}">
                        <a16:creationId xmlns:a16="http://schemas.microsoft.com/office/drawing/2014/main" id="{DCBBB256-3C1E-3B16-45B4-6E39BFBD0A91}"/>
                      </a:ext>
                    </a:extLst>
                  </p:cNvPr>
                  <p:cNvSpPr/>
                  <p:nvPr/>
                </p:nvSpPr>
                <p:spPr>
                  <a:xfrm>
                    <a:off x="2846639" y="2022765"/>
                    <a:ext cx="15858" cy="15858"/>
                  </a:xfrm>
                  <a:custGeom>
                    <a:avLst/>
                    <a:gdLst>
                      <a:gd name="connsiteX0" fmla="*/ 0 w 15858"/>
                      <a:gd name="connsiteY0" fmla="*/ 7929 h 15858"/>
                      <a:gd name="connsiteX1" fmla="*/ 7929 w 15858"/>
                      <a:gd name="connsiteY1" fmla="*/ 15858 h 15858"/>
                      <a:gd name="connsiteX2" fmla="*/ 15858 w 15858"/>
                      <a:gd name="connsiteY2" fmla="*/ 7929 h 15858"/>
                      <a:gd name="connsiteX3" fmla="*/ 7929 w 15858"/>
                      <a:gd name="connsiteY3" fmla="*/ 0 h 15858"/>
                      <a:gd name="connsiteX4" fmla="*/ 0 w 15858"/>
                      <a:gd name="connsiteY4" fmla="*/ 7929 h 158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858" h="15858">
                        <a:moveTo>
                          <a:pt x="0" y="7929"/>
                        </a:moveTo>
                        <a:cubicBezTo>
                          <a:pt x="0" y="12307"/>
                          <a:pt x="3551" y="15858"/>
                          <a:pt x="7929" y="15858"/>
                        </a:cubicBezTo>
                        <a:cubicBezTo>
                          <a:pt x="12307" y="15858"/>
                          <a:pt x="15858" y="12307"/>
                          <a:pt x="15858" y="7929"/>
                        </a:cubicBezTo>
                        <a:cubicBezTo>
                          <a:pt x="15858" y="3551"/>
                          <a:pt x="12307" y="0"/>
                          <a:pt x="7929" y="0"/>
                        </a:cubicBezTo>
                        <a:cubicBezTo>
                          <a:pt x="3551" y="0"/>
                          <a:pt x="0" y="3551"/>
                          <a:pt x="0" y="7929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5" name="Graphique 9">
                <a:extLst>
                  <a:ext uri="{FF2B5EF4-FFF2-40B4-BE49-F238E27FC236}">
                    <a16:creationId xmlns:a16="http://schemas.microsoft.com/office/drawing/2014/main" id="{9B701A53-9C1E-8DBC-FA8D-56F6CD80F4B4}"/>
                  </a:ext>
                </a:extLst>
              </p:cNvPr>
              <p:cNvGrpSpPr/>
              <p:nvPr/>
            </p:nvGrpSpPr>
            <p:grpSpPr>
              <a:xfrm>
                <a:off x="2476659" y="2278730"/>
                <a:ext cx="126591" cy="162037"/>
                <a:chOff x="2476659" y="2278730"/>
                <a:chExt cx="126591" cy="162037"/>
              </a:xfrm>
              <a:solidFill>
                <a:srgbClr val="8078D5"/>
              </a:solidFill>
            </p:grpSpPr>
            <p:sp>
              <p:nvSpPr>
                <p:cNvPr id="267" name="Forme libre : forme 266">
                  <a:extLst>
                    <a:ext uri="{FF2B5EF4-FFF2-40B4-BE49-F238E27FC236}">
                      <a16:creationId xmlns:a16="http://schemas.microsoft.com/office/drawing/2014/main" id="{92F972B9-6B3F-FBBE-EA13-5B2EBB1652E7}"/>
                    </a:ext>
                  </a:extLst>
                </p:cNvPr>
                <p:cNvSpPr/>
                <p:nvPr/>
              </p:nvSpPr>
              <p:spPr>
                <a:xfrm>
                  <a:off x="2477846" y="2299966"/>
                  <a:ext cx="29338" cy="140801"/>
                </a:xfrm>
                <a:custGeom>
                  <a:avLst/>
                  <a:gdLst>
                    <a:gd name="connsiteX0" fmla="*/ 16119 w 29338"/>
                    <a:gd name="connsiteY0" fmla="*/ 0 h 140801"/>
                    <a:gd name="connsiteX1" fmla="*/ 5 w 29338"/>
                    <a:gd name="connsiteY1" fmla="*/ 136387 h 140801"/>
                    <a:gd name="connsiteX2" fmla="*/ 4225 w 29338"/>
                    <a:gd name="connsiteY2" fmla="*/ 140802 h 140801"/>
                    <a:gd name="connsiteX3" fmla="*/ 4225 w 29338"/>
                    <a:gd name="connsiteY3" fmla="*/ 140802 h 140801"/>
                    <a:gd name="connsiteX4" fmla="*/ 8397 w 29338"/>
                    <a:gd name="connsiteY4" fmla="*/ 137226 h 140801"/>
                    <a:gd name="connsiteX5" fmla="*/ 29338 w 29338"/>
                    <a:gd name="connsiteY5" fmla="*/ 3065 h 140801"/>
                    <a:gd name="connsiteX6" fmla="*/ 16131 w 29338"/>
                    <a:gd name="connsiteY6" fmla="*/ 0 h 140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338" h="140801">
                      <a:moveTo>
                        <a:pt x="16119" y="0"/>
                      </a:moveTo>
                      <a:cubicBezTo>
                        <a:pt x="13237" y="4256"/>
                        <a:pt x="1793" y="100755"/>
                        <a:pt x="5" y="136387"/>
                      </a:cubicBezTo>
                      <a:cubicBezTo>
                        <a:pt x="-116" y="138795"/>
                        <a:pt x="1817" y="140802"/>
                        <a:pt x="4225" y="140802"/>
                      </a:cubicBezTo>
                      <a:lnTo>
                        <a:pt x="4225" y="140802"/>
                      </a:lnTo>
                      <a:cubicBezTo>
                        <a:pt x="6305" y="140802"/>
                        <a:pt x="8080" y="139282"/>
                        <a:pt x="8397" y="137226"/>
                      </a:cubicBezTo>
                      <a:lnTo>
                        <a:pt x="29338" y="3065"/>
                      </a:lnTo>
                      <a:lnTo>
                        <a:pt x="16131" y="0"/>
                      </a:lnTo>
                      <a:close/>
                    </a:path>
                  </a:pathLst>
                </a:custGeom>
                <a:solidFill>
                  <a:srgbClr val="8078D5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68" name="Forme libre : forme 267">
                  <a:extLst>
                    <a:ext uri="{FF2B5EF4-FFF2-40B4-BE49-F238E27FC236}">
                      <a16:creationId xmlns:a16="http://schemas.microsoft.com/office/drawing/2014/main" id="{D7F40FB2-ACEB-461D-FC05-5FCE9E801E94}"/>
                    </a:ext>
                  </a:extLst>
                </p:cNvPr>
                <p:cNvSpPr/>
                <p:nvPr/>
              </p:nvSpPr>
              <p:spPr>
                <a:xfrm>
                  <a:off x="2572782" y="2299966"/>
                  <a:ext cx="29338" cy="140801"/>
                </a:xfrm>
                <a:custGeom>
                  <a:avLst/>
                  <a:gdLst>
                    <a:gd name="connsiteX0" fmla="*/ 13219 w 29338"/>
                    <a:gd name="connsiteY0" fmla="*/ 0 h 140801"/>
                    <a:gd name="connsiteX1" fmla="*/ 29333 w 29338"/>
                    <a:gd name="connsiteY1" fmla="*/ 136387 h 140801"/>
                    <a:gd name="connsiteX2" fmla="*/ 25113 w 29338"/>
                    <a:gd name="connsiteY2" fmla="*/ 140802 h 140801"/>
                    <a:gd name="connsiteX3" fmla="*/ 25113 w 29338"/>
                    <a:gd name="connsiteY3" fmla="*/ 140802 h 140801"/>
                    <a:gd name="connsiteX4" fmla="*/ 20942 w 29338"/>
                    <a:gd name="connsiteY4" fmla="*/ 137226 h 140801"/>
                    <a:gd name="connsiteX5" fmla="*/ 0 w 29338"/>
                    <a:gd name="connsiteY5" fmla="*/ 3065 h 140801"/>
                    <a:gd name="connsiteX6" fmla="*/ 13207 w 29338"/>
                    <a:gd name="connsiteY6" fmla="*/ 0 h 140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338" h="140801">
                      <a:moveTo>
                        <a:pt x="13219" y="0"/>
                      </a:moveTo>
                      <a:cubicBezTo>
                        <a:pt x="16101" y="4256"/>
                        <a:pt x="27545" y="100755"/>
                        <a:pt x="29333" y="136387"/>
                      </a:cubicBezTo>
                      <a:cubicBezTo>
                        <a:pt x="29454" y="138795"/>
                        <a:pt x="27521" y="140802"/>
                        <a:pt x="25113" y="140802"/>
                      </a:cubicBezTo>
                      <a:lnTo>
                        <a:pt x="25113" y="140802"/>
                      </a:lnTo>
                      <a:cubicBezTo>
                        <a:pt x="23033" y="140802"/>
                        <a:pt x="21258" y="139282"/>
                        <a:pt x="20942" y="137226"/>
                      </a:cubicBezTo>
                      <a:lnTo>
                        <a:pt x="0" y="3065"/>
                      </a:lnTo>
                      <a:lnTo>
                        <a:pt x="13207" y="0"/>
                      </a:lnTo>
                      <a:close/>
                    </a:path>
                  </a:pathLst>
                </a:custGeom>
                <a:solidFill>
                  <a:srgbClr val="8078D5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69" name="Forme libre : forme 268">
                  <a:extLst>
                    <a:ext uri="{FF2B5EF4-FFF2-40B4-BE49-F238E27FC236}">
                      <a16:creationId xmlns:a16="http://schemas.microsoft.com/office/drawing/2014/main" id="{7EDCDE37-9C73-E4AA-B780-AD2F00706EB7}"/>
                    </a:ext>
                  </a:extLst>
                </p:cNvPr>
                <p:cNvSpPr/>
                <p:nvPr/>
              </p:nvSpPr>
              <p:spPr>
                <a:xfrm>
                  <a:off x="2476659" y="2278730"/>
                  <a:ext cx="126591" cy="30310"/>
                </a:xfrm>
                <a:custGeom>
                  <a:avLst/>
                  <a:gdLst>
                    <a:gd name="connsiteX0" fmla="*/ 1 w 126591"/>
                    <a:gd name="connsiteY0" fmla="*/ 13708 h 30310"/>
                    <a:gd name="connsiteX1" fmla="*/ 1 w 126591"/>
                    <a:gd name="connsiteY1" fmla="*/ 14754 h 30310"/>
                    <a:gd name="connsiteX2" fmla="*/ 14606 w 126591"/>
                    <a:gd name="connsiteY2" fmla="*/ 28666 h 30310"/>
                    <a:gd name="connsiteX3" fmla="*/ 111372 w 126591"/>
                    <a:gd name="connsiteY3" fmla="*/ 30308 h 30310"/>
                    <a:gd name="connsiteX4" fmla="*/ 126525 w 126591"/>
                    <a:gd name="connsiteY4" fmla="*/ 17174 h 30310"/>
                    <a:gd name="connsiteX5" fmla="*/ 126574 w 126591"/>
                    <a:gd name="connsiteY5" fmla="*/ 16213 h 30310"/>
                    <a:gd name="connsiteX6" fmla="*/ 111993 w 126591"/>
                    <a:gd name="connsiteY6" fmla="*/ 1742 h 30310"/>
                    <a:gd name="connsiteX7" fmla="*/ 15178 w 126591"/>
                    <a:gd name="connsiteY7" fmla="*/ 3 h 30310"/>
                    <a:gd name="connsiteX8" fmla="*/ 1 w 126591"/>
                    <a:gd name="connsiteY8" fmla="*/ 13684 h 303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6591" h="30310">
                      <a:moveTo>
                        <a:pt x="1" y="13708"/>
                      </a:moveTo>
                      <a:lnTo>
                        <a:pt x="1" y="14754"/>
                      </a:lnTo>
                      <a:cubicBezTo>
                        <a:pt x="-72" y="22318"/>
                        <a:pt x="6446" y="28533"/>
                        <a:pt x="14606" y="28666"/>
                      </a:cubicBezTo>
                      <a:lnTo>
                        <a:pt x="111372" y="30308"/>
                      </a:lnTo>
                      <a:cubicBezTo>
                        <a:pt x="119423" y="30442"/>
                        <a:pt x="126124" y="24629"/>
                        <a:pt x="126525" y="17174"/>
                      </a:cubicBezTo>
                      <a:lnTo>
                        <a:pt x="126574" y="16213"/>
                      </a:lnTo>
                      <a:cubicBezTo>
                        <a:pt x="126975" y="8442"/>
                        <a:pt x="120384" y="1888"/>
                        <a:pt x="111993" y="1742"/>
                      </a:cubicBezTo>
                      <a:lnTo>
                        <a:pt x="15178" y="3"/>
                      </a:lnTo>
                      <a:cubicBezTo>
                        <a:pt x="6896" y="-143"/>
                        <a:pt x="74" y="6010"/>
                        <a:pt x="1" y="13684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96" name="Graphique 9">
                <a:extLst>
                  <a:ext uri="{FF2B5EF4-FFF2-40B4-BE49-F238E27FC236}">
                    <a16:creationId xmlns:a16="http://schemas.microsoft.com/office/drawing/2014/main" id="{65956371-534D-F437-89DE-E0398B282A74}"/>
                  </a:ext>
                </a:extLst>
              </p:cNvPr>
              <p:cNvGrpSpPr/>
              <p:nvPr/>
            </p:nvGrpSpPr>
            <p:grpSpPr>
              <a:xfrm>
                <a:off x="2505381" y="1991962"/>
                <a:ext cx="313627" cy="448802"/>
                <a:chOff x="2505381" y="1991962"/>
                <a:chExt cx="313627" cy="448802"/>
              </a:xfrm>
            </p:grpSpPr>
            <p:grpSp>
              <p:nvGrpSpPr>
                <p:cNvPr id="250" name="Graphique 9">
                  <a:extLst>
                    <a:ext uri="{FF2B5EF4-FFF2-40B4-BE49-F238E27FC236}">
                      <a16:creationId xmlns:a16="http://schemas.microsoft.com/office/drawing/2014/main" id="{0956AF0E-D9AF-3117-2C9C-D89B9A6E5135}"/>
                    </a:ext>
                  </a:extLst>
                </p:cNvPr>
                <p:cNvGrpSpPr/>
                <p:nvPr/>
              </p:nvGrpSpPr>
              <p:grpSpPr>
                <a:xfrm>
                  <a:off x="2652102" y="2415275"/>
                  <a:ext cx="70364" cy="19813"/>
                  <a:chOff x="2652102" y="2415275"/>
                  <a:chExt cx="70364" cy="19813"/>
                </a:xfrm>
              </p:grpSpPr>
              <p:sp>
                <p:nvSpPr>
                  <p:cNvPr id="265" name="Forme libre : forme 264">
                    <a:extLst>
                      <a:ext uri="{FF2B5EF4-FFF2-40B4-BE49-F238E27FC236}">
                        <a16:creationId xmlns:a16="http://schemas.microsoft.com/office/drawing/2014/main" id="{0A8F1218-DF86-C412-4797-F6EBDC9838F2}"/>
                      </a:ext>
                    </a:extLst>
                  </p:cNvPr>
                  <p:cNvSpPr/>
                  <p:nvPr/>
                </p:nvSpPr>
                <p:spPr>
                  <a:xfrm>
                    <a:off x="2652291" y="2430030"/>
                    <a:ext cx="70175" cy="5059"/>
                  </a:xfrm>
                  <a:custGeom>
                    <a:avLst/>
                    <a:gdLst>
                      <a:gd name="connsiteX0" fmla="*/ 28214 w 70175"/>
                      <a:gd name="connsiteY0" fmla="*/ 2821 h 5059"/>
                      <a:gd name="connsiteX1" fmla="*/ 0 w 70175"/>
                      <a:gd name="connsiteY1" fmla="*/ 0 h 5059"/>
                      <a:gd name="connsiteX2" fmla="*/ 6360 w 70175"/>
                      <a:gd name="connsiteY2" fmla="*/ 5059 h 5059"/>
                      <a:gd name="connsiteX3" fmla="*/ 67215 w 70175"/>
                      <a:gd name="connsiteY3" fmla="*/ 5059 h 5059"/>
                      <a:gd name="connsiteX4" fmla="*/ 70073 w 70175"/>
                      <a:gd name="connsiteY4" fmla="*/ 1326 h 5059"/>
                      <a:gd name="connsiteX5" fmla="*/ 28226 w 70175"/>
                      <a:gd name="connsiteY5" fmla="*/ 2833 h 50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0175" h="5059">
                        <a:moveTo>
                          <a:pt x="28214" y="2821"/>
                        </a:moveTo>
                        <a:cubicBezTo>
                          <a:pt x="11006" y="2821"/>
                          <a:pt x="3405" y="1350"/>
                          <a:pt x="0" y="0"/>
                        </a:cubicBezTo>
                        <a:cubicBezTo>
                          <a:pt x="657" y="2821"/>
                          <a:pt x="3174" y="5059"/>
                          <a:pt x="6360" y="5059"/>
                        </a:cubicBezTo>
                        <a:lnTo>
                          <a:pt x="67215" y="5059"/>
                        </a:lnTo>
                        <a:cubicBezTo>
                          <a:pt x="69270" y="5059"/>
                          <a:pt x="70559" y="3101"/>
                          <a:pt x="70073" y="1326"/>
                        </a:cubicBezTo>
                        <a:cubicBezTo>
                          <a:pt x="63141" y="1885"/>
                          <a:pt x="48401" y="2833"/>
                          <a:pt x="28226" y="2833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66" name="Forme libre : forme 265">
                    <a:extLst>
                      <a:ext uri="{FF2B5EF4-FFF2-40B4-BE49-F238E27FC236}">
                        <a16:creationId xmlns:a16="http://schemas.microsoft.com/office/drawing/2014/main" id="{25E92657-9BC5-000F-9124-62A7029E2AEC}"/>
                      </a:ext>
                    </a:extLst>
                  </p:cNvPr>
                  <p:cNvSpPr/>
                  <p:nvPr/>
                </p:nvSpPr>
                <p:spPr>
                  <a:xfrm>
                    <a:off x="2652102" y="2415275"/>
                    <a:ext cx="70249" cy="17575"/>
                  </a:xfrm>
                  <a:custGeom>
                    <a:avLst/>
                    <a:gdLst>
                      <a:gd name="connsiteX0" fmla="*/ 70249 w 70249"/>
                      <a:gd name="connsiteY0" fmla="*/ 16067 h 17575"/>
                      <a:gd name="connsiteX1" fmla="*/ 69751 w 70249"/>
                      <a:gd name="connsiteY1" fmla="*/ 15034 h 17575"/>
                      <a:gd name="connsiteX2" fmla="*/ 43130 w 70249"/>
                      <a:gd name="connsiteY2" fmla="*/ 3 h 17575"/>
                      <a:gd name="connsiteX3" fmla="*/ 3679 w 70249"/>
                      <a:gd name="connsiteY3" fmla="*/ 112 h 17575"/>
                      <a:gd name="connsiteX4" fmla="*/ 274 w 70249"/>
                      <a:gd name="connsiteY4" fmla="*/ 11385 h 17575"/>
                      <a:gd name="connsiteX5" fmla="*/ 177 w 70249"/>
                      <a:gd name="connsiteY5" fmla="*/ 14754 h 17575"/>
                      <a:gd name="connsiteX6" fmla="*/ 28391 w 70249"/>
                      <a:gd name="connsiteY6" fmla="*/ 17576 h 17575"/>
                      <a:gd name="connsiteX7" fmla="*/ 70237 w 70249"/>
                      <a:gd name="connsiteY7" fmla="*/ 16067 h 17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70249" h="17575">
                        <a:moveTo>
                          <a:pt x="70249" y="16067"/>
                        </a:moveTo>
                        <a:cubicBezTo>
                          <a:pt x="70152" y="15715"/>
                          <a:pt x="70006" y="15362"/>
                          <a:pt x="69751" y="15034"/>
                        </a:cubicBezTo>
                        <a:cubicBezTo>
                          <a:pt x="65117" y="9111"/>
                          <a:pt x="55802" y="-180"/>
                          <a:pt x="43130" y="3"/>
                        </a:cubicBezTo>
                        <a:cubicBezTo>
                          <a:pt x="24572" y="258"/>
                          <a:pt x="18102" y="2277"/>
                          <a:pt x="3679" y="112"/>
                        </a:cubicBezTo>
                        <a:lnTo>
                          <a:pt x="274" y="11385"/>
                        </a:lnTo>
                        <a:cubicBezTo>
                          <a:pt x="-67" y="12541"/>
                          <a:pt x="-79" y="13684"/>
                          <a:pt x="177" y="14754"/>
                        </a:cubicBezTo>
                        <a:cubicBezTo>
                          <a:pt x="3582" y="16104"/>
                          <a:pt x="11195" y="17576"/>
                          <a:pt x="28391" y="17576"/>
                        </a:cubicBezTo>
                        <a:cubicBezTo>
                          <a:pt x="48566" y="17576"/>
                          <a:pt x="63305" y="16627"/>
                          <a:pt x="70237" y="16067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sp>
              <p:nvSpPr>
                <p:cNvPr id="251" name="Forme libre : forme 250">
                  <a:extLst>
                    <a:ext uri="{FF2B5EF4-FFF2-40B4-BE49-F238E27FC236}">
                      <a16:creationId xmlns:a16="http://schemas.microsoft.com/office/drawing/2014/main" id="{3ECDDCEC-C670-C7B5-02A3-15427DC7217D}"/>
                    </a:ext>
                  </a:extLst>
                </p:cNvPr>
                <p:cNvSpPr/>
                <p:nvPr/>
              </p:nvSpPr>
              <p:spPr>
                <a:xfrm>
                  <a:off x="2655794" y="2403238"/>
                  <a:ext cx="18983" cy="16345"/>
                </a:xfrm>
                <a:custGeom>
                  <a:avLst/>
                  <a:gdLst>
                    <a:gd name="connsiteX0" fmla="*/ 4171 w 18983"/>
                    <a:gd name="connsiteY0" fmla="*/ 0 h 16345"/>
                    <a:gd name="connsiteX1" fmla="*/ 0 w 18983"/>
                    <a:gd name="connsiteY1" fmla="*/ 14204 h 16345"/>
                    <a:gd name="connsiteX2" fmla="*/ 17390 w 18983"/>
                    <a:gd name="connsiteY2" fmla="*/ 15031 h 16345"/>
                    <a:gd name="connsiteX3" fmla="*/ 18984 w 18983"/>
                    <a:gd name="connsiteY3" fmla="*/ 2724 h 16345"/>
                    <a:gd name="connsiteX4" fmla="*/ 4171 w 18983"/>
                    <a:gd name="connsiteY4" fmla="*/ 0 h 163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983" h="16345">
                      <a:moveTo>
                        <a:pt x="4171" y="0"/>
                      </a:moveTo>
                      <a:lnTo>
                        <a:pt x="0" y="14204"/>
                      </a:lnTo>
                      <a:cubicBezTo>
                        <a:pt x="0" y="14204"/>
                        <a:pt x="9255" y="18412"/>
                        <a:pt x="17390" y="15031"/>
                      </a:cubicBezTo>
                      <a:lnTo>
                        <a:pt x="18984" y="2724"/>
                      </a:lnTo>
                      <a:lnTo>
                        <a:pt x="4171" y="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grpSp>
              <p:nvGrpSpPr>
                <p:cNvPr id="252" name="Graphique 9">
                  <a:extLst>
                    <a:ext uri="{FF2B5EF4-FFF2-40B4-BE49-F238E27FC236}">
                      <a16:creationId xmlns:a16="http://schemas.microsoft.com/office/drawing/2014/main" id="{650ABBCB-EC73-6777-2138-2A86597C62DA}"/>
                    </a:ext>
                  </a:extLst>
                </p:cNvPr>
                <p:cNvGrpSpPr/>
                <p:nvPr/>
              </p:nvGrpSpPr>
              <p:grpSpPr>
                <a:xfrm>
                  <a:off x="2755953" y="2394747"/>
                  <a:ext cx="63055" cy="46018"/>
                  <a:chOff x="2755953" y="2394747"/>
                  <a:chExt cx="63055" cy="46018"/>
                </a:xfrm>
              </p:grpSpPr>
              <p:sp>
                <p:nvSpPr>
                  <p:cNvPr id="263" name="Forme libre : forme 262">
                    <a:extLst>
                      <a:ext uri="{FF2B5EF4-FFF2-40B4-BE49-F238E27FC236}">
                        <a16:creationId xmlns:a16="http://schemas.microsoft.com/office/drawing/2014/main" id="{F4D5CA58-0E30-A034-672C-EFF7E8ECD6A5}"/>
                      </a:ext>
                    </a:extLst>
                  </p:cNvPr>
                  <p:cNvSpPr/>
                  <p:nvPr/>
                </p:nvSpPr>
                <p:spPr>
                  <a:xfrm>
                    <a:off x="2762350" y="2396526"/>
                    <a:ext cx="56658" cy="44239"/>
                  </a:xfrm>
                  <a:custGeom>
                    <a:avLst/>
                    <a:gdLst>
                      <a:gd name="connsiteX0" fmla="*/ 23751 w 56658"/>
                      <a:gd name="connsiteY0" fmla="*/ 27375 h 44239"/>
                      <a:gd name="connsiteX1" fmla="*/ 0 w 56658"/>
                      <a:gd name="connsiteY1" fmla="*/ 42856 h 44239"/>
                      <a:gd name="connsiteX2" fmla="*/ 8112 w 56658"/>
                      <a:gd name="connsiteY2" fmla="*/ 42795 h 44239"/>
                      <a:gd name="connsiteX3" fmla="*/ 55552 w 56658"/>
                      <a:gd name="connsiteY3" fmla="*/ 4682 h 44239"/>
                      <a:gd name="connsiteX4" fmla="*/ 55443 w 56658"/>
                      <a:gd name="connsiteY4" fmla="*/ 0 h 44239"/>
                      <a:gd name="connsiteX5" fmla="*/ 23751 w 56658"/>
                      <a:gd name="connsiteY5" fmla="*/ 27375 h 442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6658" h="44239">
                        <a:moveTo>
                          <a:pt x="23751" y="27375"/>
                        </a:moveTo>
                        <a:cubicBezTo>
                          <a:pt x="10337" y="38150"/>
                          <a:pt x="3490" y="41774"/>
                          <a:pt x="0" y="42856"/>
                        </a:cubicBezTo>
                        <a:cubicBezTo>
                          <a:pt x="2274" y="44631"/>
                          <a:pt x="5631" y="44790"/>
                          <a:pt x="8112" y="42795"/>
                        </a:cubicBezTo>
                        <a:lnTo>
                          <a:pt x="55552" y="4682"/>
                        </a:lnTo>
                        <a:cubicBezTo>
                          <a:pt x="57145" y="3393"/>
                          <a:pt x="56939" y="1070"/>
                          <a:pt x="55443" y="0"/>
                        </a:cubicBezTo>
                        <a:cubicBezTo>
                          <a:pt x="50384" y="4779"/>
                          <a:pt x="39487" y="14739"/>
                          <a:pt x="23751" y="27375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64" name="Forme libre : forme 263">
                    <a:extLst>
                      <a:ext uri="{FF2B5EF4-FFF2-40B4-BE49-F238E27FC236}">
                        <a16:creationId xmlns:a16="http://schemas.microsoft.com/office/drawing/2014/main" id="{275710AF-F4AD-1122-1E37-6190BFD988F1}"/>
                      </a:ext>
                    </a:extLst>
                  </p:cNvPr>
                  <p:cNvSpPr/>
                  <p:nvPr/>
                </p:nvSpPr>
                <p:spPr>
                  <a:xfrm>
                    <a:off x="2755953" y="2394747"/>
                    <a:ext cx="61839" cy="44658"/>
                  </a:xfrm>
                  <a:custGeom>
                    <a:avLst/>
                    <a:gdLst>
                      <a:gd name="connsiteX0" fmla="*/ 61839 w 61839"/>
                      <a:gd name="connsiteY0" fmla="*/ 1779 h 44658"/>
                      <a:gd name="connsiteX1" fmla="*/ 60806 w 61839"/>
                      <a:gd name="connsiteY1" fmla="*/ 1292 h 44658"/>
                      <a:gd name="connsiteX2" fmla="*/ 30683 w 61839"/>
                      <a:gd name="connsiteY2" fmla="*/ 6303 h 44658"/>
                      <a:gd name="connsiteX3" fmla="*/ 0 w 61839"/>
                      <a:gd name="connsiteY3" fmla="*/ 31099 h 44658"/>
                      <a:gd name="connsiteX4" fmla="*/ 4378 w 61839"/>
                      <a:gd name="connsiteY4" fmla="*/ 41984 h 44658"/>
                      <a:gd name="connsiteX5" fmla="*/ 6397 w 61839"/>
                      <a:gd name="connsiteY5" fmla="*/ 44659 h 44658"/>
                      <a:gd name="connsiteX6" fmla="*/ 30148 w 61839"/>
                      <a:gd name="connsiteY6" fmla="*/ 29178 h 44658"/>
                      <a:gd name="connsiteX7" fmla="*/ 61839 w 61839"/>
                      <a:gd name="connsiteY7" fmla="*/ 1803 h 446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1839" h="44658">
                        <a:moveTo>
                          <a:pt x="61839" y="1779"/>
                        </a:moveTo>
                        <a:cubicBezTo>
                          <a:pt x="61535" y="1560"/>
                          <a:pt x="61207" y="1377"/>
                          <a:pt x="60806" y="1292"/>
                        </a:cubicBezTo>
                        <a:cubicBezTo>
                          <a:pt x="53497" y="-398"/>
                          <a:pt x="40448" y="-1772"/>
                          <a:pt x="30683" y="6303"/>
                        </a:cubicBezTo>
                        <a:cubicBezTo>
                          <a:pt x="16381" y="18123"/>
                          <a:pt x="12587" y="23742"/>
                          <a:pt x="0" y="31099"/>
                        </a:cubicBezTo>
                        <a:lnTo>
                          <a:pt x="4378" y="41984"/>
                        </a:lnTo>
                        <a:cubicBezTo>
                          <a:pt x="4828" y="43090"/>
                          <a:pt x="5533" y="43990"/>
                          <a:pt x="6397" y="44659"/>
                        </a:cubicBezTo>
                        <a:cubicBezTo>
                          <a:pt x="9887" y="43577"/>
                          <a:pt x="16746" y="39953"/>
                          <a:pt x="30148" y="29178"/>
                        </a:cubicBezTo>
                        <a:cubicBezTo>
                          <a:pt x="45884" y="16542"/>
                          <a:pt x="56768" y="6570"/>
                          <a:pt x="61839" y="1803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sp>
              <p:nvSpPr>
                <p:cNvPr id="253" name="Forme libre : forme 252">
                  <a:extLst>
                    <a:ext uri="{FF2B5EF4-FFF2-40B4-BE49-F238E27FC236}">
                      <a16:creationId xmlns:a16="http://schemas.microsoft.com/office/drawing/2014/main" id="{7AE9C0BA-9A19-50CD-2A00-B3EBD266959B}"/>
                    </a:ext>
                  </a:extLst>
                </p:cNvPr>
                <p:cNvSpPr/>
                <p:nvPr/>
              </p:nvSpPr>
              <p:spPr>
                <a:xfrm>
                  <a:off x="2550806" y="2241410"/>
                  <a:ext cx="150299" cy="168640"/>
                </a:xfrm>
                <a:custGeom>
                  <a:avLst/>
                  <a:gdLst>
                    <a:gd name="connsiteX0" fmla="*/ 19835 w 150299"/>
                    <a:gd name="connsiteY0" fmla="*/ 12 h 168640"/>
                    <a:gd name="connsiteX1" fmla="*/ 143952 w 150299"/>
                    <a:gd name="connsiteY1" fmla="*/ 18363 h 168640"/>
                    <a:gd name="connsiteX2" fmla="*/ 126707 w 150299"/>
                    <a:gd name="connsiteY2" fmla="*/ 167702 h 168640"/>
                    <a:gd name="connsiteX3" fmla="*/ 108161 w 150299"/>
                    <a:gd name="connsiteY3" fmla="*/ 166486 h 168640"/>
                    <a:gd name="connsiteX4" fmla="*/ 111518 w 150299"/>
                    <a:gd name="connsiteY4" fmla="*/ 41311 h 168640"/>
                    <a:gd name="connsiteX5" fmla="*/ 0 w 150299"/>
                    <a:gd name="connsiteY5" fmla="*/ 23070 h 168640"/>
                    <a:gd name="connsiteX6" fmla="*/ 19823 w 150299"/>
                    <a:gd name="connsiteY6" fmla="*/ 0 h 168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0299" h="168640">
                      <a:moveTo>
                        <a:pt x="19835" y="12"/>
                      </a:moveTo>
                      <a:cubicBezTo>
                        <a:pt x="19835" y="12"/>
                        <a:pt x="122828" y="8416"/>
                        <a:pt x="143952" y="18363"/>
                      </a:cubicBezTo>
                      <a:cubicBezTo>
                        <a:pt x="165076" y="28311"/>
                        <a:pt x="126707" y="167702"/>
                        <a:pt x="126707" y="167702"/>
                      </a:cubicBezTo>
                      <a:cubicBezTo>
                        <a:pt x="126707" y="167702"/>
                        <a:pt x="120955" y="170475"/>
                        <a:pt x="108161" y="166486"/>
                      </a:cubicBezTo>
                      <a:cubicBezTo>
                        <a:pt x="108161" y="166486"/>
                        <a:pt x="121283" y="63615"/>
                        <a:pt x="111518" y="41311"/>
                      </a:cubicBezTo>
                      <a:lnTo>
                        <a:pt x="0" y="23070"/>
                      </a:lnTo>
                      <a:lnTo>
                        <a:pt x="19823" y="0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54" name="Forme libre : forme 253">
                  <a:extLst>
                    <a:ext uri="{FF2B5EF4-FFF2-40B4-BE49-F238E27FC236}">
                      <a16:creationId xmlns:a16="http://schemas.microsoft.com/office/drawing/2014/main" id="{863C8C4A-1E8C-3C0E-96F9-2B1F485508D1}"/>
                    </a:ext>
                  </a:extLst>
                </p:cNvPr>
                <p:cNvSpPr/>
                <p:nvPr/>
              </p:nvSpPr>
              <p:spPr>
                <a:xfrm>
                  <a:off x="2745713" y="2400174"/>
                  <a:ext cx="22668" cy="25660"/>
                </a:xfrm>
                <a:custGeom>
                  <a:avLst/>
                  <a:gdLst>
                    <a:gd name="connsiteX0" fmla="*/ 12 w 22668"/>
                    <a:gd name="connsiteY0" fmla="*/ 6081 h 25660"/>
                    <a:gd name="connsiteX1" fmla="*/ 10240 w 22668"/>
                    <a:gd name="connsiteY1" fmla="*/ 25660 h 25660"/>
                    <a:gd name="connsiteX2" fmla="*/ 22668 w 22668"/>
                    <a:gd name="connsiteY2" fmla="*/ 16892 h 25660"/>
                    <a:gd name="connsiteX3" fmla="*/ 13377 w 22668"/>
                    <a:gd name="connsiteY3" fmla="*/ 0 h 25660"/>
                    <a:gd name="connsiteX4" fmla="*/ 0 w 22668"/>
                    <a:gd name="connsiteY4" fmla="*/ 6081 h 25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668" h="25660">
                      <a:moveTo>
                        <a:pt x="12" y="6081"/>
                      </a:moveTo>
                      <a:cubicBezTo>
                        <a:pt x="973" y="6956"/>
                        <a:pt x="10240" y="25660"/>
                        <a:pt x="10240" y="25660"/>
                      </a:cubicBezTo>
                      <a:cubicBezTo>
                        <a:pt x="10240" y="25660"/>
                        <a:pt x="20565" y="23422"/>
                        <a:pt x="22668" y="16892"/>
                      </a:cubicBezTo>
                      <a:lnTo>
                        <a:pt x="13377" y="0"/>
                      </a:lnTo>
                      <a:lnTo>
                        <a:pt x="0" y="6081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55" name="Forme libre : forme 254">
                  <a:extLst>
                    <a:ext uri="{FF2B5EF4-FFF2-40B4-BE49-F238E27FC236}">
                      <a16:creationId xmlns:a16="http://schemas.microsoft.com/office/drawing/2014/main" id="{1FE96BD0-7237-6CE1-DFE9-15370C220954}"/>
                    </a:ext>
                  </a:extLst>
                </p:cNvPr>
                <p:cNvSpPr/>
                <p:nvPr/>
              </p:nvSpPr>
              <p:spPr>
                <a:xfrm>
                  <a:off x="2505381" y="2240559"/>
                  <a:ext cx="256897" cy="170853"/>
                </a:xfrm>
                <a:custGeom>
                  <a:avLst/>
                  <a:gdLst>
                    <a:gd name="connsiteX0" fmla="*/ 3227 w 256897"/>
                    <a:gd name="connsiteY0" fmla="*/ 0 h 170853"/>
                    <a:gd name="connsiteX1" fmla="*/ 4 w 256897"/>
                    <a:gd name="connsiteY1" fmla="*/ 18813 h 170853"/>
                    <a:gd name="connsiteX2" fmla="*/ 26953 w 256897"/>
                    <a:gd name="connsiteY2" fmla="*/ 46443 h 170853"/>
                    <a:gd name="connsiteX3" fmla="*/ 148711 w 256897"/>
                    <a:gd name="connsiteY3" fmla="*/ 52001 h 170853"/>
                    <a:gd name="connsiteX4" fmla="*/ 154098 w 256897"/>
                    <a:gd name="connsiteY4" fmla="*/ 56391 h 170853"/>
                    <a:gd name="connsiteX5" fmla="*/ 239299 w 256897"/>
                    <a:gd name="connsiteY5" fmla="*/ 169259 h 170853"/>
                    <a:gd name="connsiteX6" fmla="*/ 246121 w 256897"/>
                    <a:gd name="connsiteY6" fmla="*/ 170001 h 170853"/>
                    <a:gd name="connsiteX7" fmla="*/ 255850 w 256897"/>
                    <a:gd name="connsiteY7" fmla="*/ 163859 h 170853"/>
                    <a:gd name="connsiteX8" fmla="*/ 256592 w 256897"/>
                    <a:gd name="connsiteY8" fmla="*/ 160831 h 170853"/>
                    <a:gd name="connsiteX9" fmla="*/ 185705 w 256897"/>
                    <a:gd name="connsiteY9" fmla="*/ 39779 h 170853"/>
                    <a:gd name="connsiteX10" fmla="*/ 169032 w 256897"/>
                    <a:gd name="connsiteY10" fmla="*/ 27411 h 170853"/>
                    <a:gd name="connsiteX11" fmla="*/ 65261 w 256897"/>
                    <a:gd name="connsiteY11" fmla="*/ 888 h 170853"/>
                    <a:gd name="connsiteX12" fmla="*/ 3227 w 256897"/>
                    <a:gd name="connsiteY12" fmla="*/ 24 h 1708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6897" h="170853">
                      <a:moveTo>
                        <a:pt x="3227" y="0"/>
                      </a:moveTo>
                      <a:cubicBezTo>
                        <a:pt x="3227" y="0"/>
                        <a:pt x="-130" y="8075"/>
                        <a:pt x="4" y="18813"/>
                      </a:cubicBezTo>
                      <a:cubicBezTo>
                        <a:pt x="198" y="33650"/>
                        <a:pt x="12129" y="45702"/>
                        <a:pt x="26953" y="46443"/>
                      </a:cubicBezTo>
                      <a:lnTo>
                        <a:pt x="148711" y="52001"/>
                      </a:lnTo>
                      <a:cubicBezTo>
                        <a:pt x="151277" y="52123"/>
                        <a:pt x="153453" y="53898"/>
                        <a:pt x="154098" y="56391"/>
                      </a:cubicBezTo>
                      <a:cubicBezTo>
                        <a:pt x="156956" y="67458"/>
                        <a:pt x="170941" y="101436"/>
                        <a:pt x="239299" y="169259"/>
                      </a:cubicBezTo>
                      <a:cubicBezTo>
                        <a:pt x="241123" y="171059"/>
                        <a:pt x="243957" y="171375"/>
                        <a:pt x="246121" y="170001"/>
                      </a:cubicBezTo>
                      <a:lnTo>
                        <a:pt x="255850" y="163859"/>
                      </a:lnTo>
                      <a:cubicBezTo>
                        <a:pt x="256872" y="163215"/>
                        <a:pt x="257200" y="161877"/>
                        <a:pt x="256592" y="160831"/>
                      </a:cubicBezTo>
                      <a:lnTo>
                        <a:pt x="185705" y="39779"/>
                      </a:lnTo>
                      <a:cubicBezTo>
                        <a:pt x="181983" y="33638"/>
                        <a:pt x="176000" y="29199"/>
                        <a:pt x="169032" y="27411"/>
                      </a:cubicBezTo>
                      <a:lnTo>
                        <a:pt x="65261" y="888"/>
                      </a:lnTo>
                      <a:lnTo>
                        <a:pt x="3227" y="24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56" name="Forme libre : forme 255">
                  <a:extLst>
                    <a:ext uri="{FF2B5EF4-FFF2-40B4-BE49-F238E27FC236}">
                      <a16:creationId xmlns:a16="http://schemas.microsoft.com/office/drawing/2014/main" id="{CB3A76D7-56BB-BCE4-6169-DD58465D58A0}"/>
                    </a:ext>
                  </a:extLst>
                </p:cNvPr>
                <p:cNvSpPr/>
                <p:nvPr/>
              </p:nvSpPr>
              <p:spPr>
                <a:xfrm>
                  <a:off x="2602248" y="2051465"/>
                  <a:ext cx="47829" cy="49568"/>
                </a:xfrm>
                <a:custGeom>
                  <a:avLst/>
                  <a:gdLst>
                    <a:gd name="connsiteX0" fmla="*/ 26341 w 47829"/>
                    <a:gd name="connsiteY0" fmla="*/ 0 h 49568"/>
                    <a:gd name="connsiteX1" fmla="*/ 0 w 47829"/>
                    <a:gd name="connsiteY1" fmla="*/ 34234 h 49568"/>
                    <a:gd name="connsiteX2" fmla="*/ 27484 w 47829"/>
                    <a:gd name="connsiteY2" fmla="*/ 49569 h 49568"/>
                    <a:gd name="connsiteX3" fmla="*/ 47830 w 47829"/>
                    <a:gd name="connsiteY3" fmla="*/ 18011 h 49568"/>
                    <a:gd name="connsiteX4" fmla="*/ 26341 w 47829"/>
                    <a:gd name="connsiteY4" fmla="*/ 0 h 49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29" h="49568">
                      <a:moveTo>
                        <a:pt x="26341" y="0"/>
                      </a:moveTo>
                      <a:cubicBezTo>
                        <a:pt x="26341" y="0"/>
                        <a:pt x="13304" y="23058"/>
                        <a:pt x="0" y="34234"/>
                      </a:cubicBezTo>
                      <a:lnTo>
                        <a:pt x="27484" y="49569"/>
                      </a:lnTo>
                      <a:cubicBezTo>
                        <a:pt x="27484" y="49569"/>
                        <a:pt x="33674" y="25161"/>
                        <a:pt x="47830" y="18011"/>
                      </a:cubicBezTo>
                      <a:lnTo>
                        <a:pt x="26341" y="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57" name="Forme libre : forme 256">
                  <a:extLst>
                    <a:ext uri="{FF2B5EF4-FFF2-40B4-BE49-F238E27FC236}">
                      <a16:creationId xmlns:a16="http://schemas.microsoft.com/office/drawing/2014/main" id="{BAB8AD9D-EB9D-7EEF-BEDE-B215692FA669}"/>
                    </a:ext>
                  </a:extLst>
                </p:cNvPr>
                <p:cNvSpPr/>
                <p:nvPr/>
              </p:nvSpPr>
              <p:spPr>
                <a:xfrm>
                  <a:off x="2506394" y="2081826"/>
                  <a:ext cx="215884" cy="163158"/>
                </a:xfrm>
                <a:custGeom>
                  <a:avLst/>
                  <a:gdLst>
                    <a:gd name="connsiteX0" fmla="*/ 0 w 215884"/>
                    <a:gd name="connsiteY0" fmla="*/ 159597 h 163158"/>
                    <a:gd name="connsiteX1" fmla="*/ 64247 w 215884"/>
                    <a:gd name="connsiteY1" fmla="*/ 159597 h 163158"/>
                    <a:gd name="connsiteX2" fmla="*/ 125126 w 215884"/>
                    <a:gd name="connsiteY2" fmla="*/ 84526 h 163158"/>
                    <a:gd name="connsiteX3" fmla="*/ 212516 w 215884"/>
                    <a:gd name="connsiteY3" fmla="*/ 133328 h 163158"/>
                    <a:gd name="connsiteX4" fmla="*/ 215885 w 215884"/>
                    <a:gd name="connsiteY4" fmla="*/ 125813 h 163158"/>
                    <a:gd name="connsiteX5" fmla="*/ 153097 w 215884"/>
                    <a:gd name="connsiteY5" fmla="*/ 69677 h 163158"/>
                    <a:gd name="connsiteX6" fmla="*/ 118936 w 215884"/>
                    <a:gd name="connsiteY6" fmla="*/ 12301 h 163158"/>
                    <a:gd name="connsiteX7" fmla="*/ 102956 w 215884"/>
                    <a:gd name="connsiteY7" fmla="*/ 942 h 163158"/>
                    <a:gd name="connsiteX8" fmla="*/ 98031 w 215884"/>
                    <a:gd name="connsiteY8" fmla="*/ 626 h 163158"/>
                    <a:gd name="connsiteX9" fmla="*/ 0 w 215884"/>
                    <a:gd name="connsiteY9" fmla="*/ 159584 h 163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15884" h="163158">
                      <a:moveTo>
                        <a:pt x="0" y="159597"/>
                      </a:moveTo>
                      <a:cubicBezTo>
                        <a:pt x="0" y="159597"/>
                        <a:pt x="32872" y="167611"/>
                        <a:pt x="64247" y="159597"/>
                      </a:cubicBezTo>
                      <a:cubicBezTo>
                        <a:pt x="64247" y="159597"/>
                        <a:pt x="108149" y="100578"/>
                        <a:pt x="125126" y="84526"/>
                      </a:cubicBezTo>
                      <a:cubicBezTo>
                        <a:pt x="125126" y="84526"/>
                        <a:pt x="152221" y="127272"/>
                        <a:pt x="212516" y="133328"/>
                      </a:cubicBezTo>
                      <a:lnTo>
                        <a:pt x="215885" y="125813"/>
                      </a:lnTo>
                      <a:cubicBezTo>
                        <a:pt x="215885" y="125813"/>
                        <a:pt x="167885" y="103680"/>
                        <a:pt x="153097" y="69677"/>
                      </a:cubicBezTo>
                      <a:cubicBezTo>
                        <a:pt x="138321" y="35674"/>
                        <a:pt x="132386" y="21178"/>
                        <a:pt x="118936" y="12301"/>
                      </a:cubicBezTo>
                      <a:cubicBezTo>
                        <a:pt x="110557" y="6779"/>
                        <a:pt x="105547" y="2997"/>
                        <a:pt x="102956" y="942"/>
                      </a:cubicBezTo>
                      <a:cubicBezTo>
                        <a:pt x="101534" y="-189"/>
                        <a:pt x="99576" y="-311"/>
                        <a:pt x="98031" y="626"/>
                      </a:cubicBezTo>
                      <a:cubicBezTo>
                        <a:pt x="83766" y="9321"/>
                        <a:pt x="16624" y="55302"/>
                        <a:pt x="0" y="159584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58" name="Forme libre : forme 257">
                  <a:extLst>
                    <a:ext uri="{FF2B5EF4-FFF2-40B4-BE49-F238E27FC236}">
                      <a16:creationId xmlns:a16="http://schemas.microsoft.com/office/drawing/2014/main" id="{BA826106-05C8-5730-C97B-65873E38BE51}"/>
                    </a:ext>
                  </a:extLst>
                </p:cNvPr>
                <p:cNvSpPr/>
                <p:nvPr/>
              </p:nvSpPr>
              <p:spPr>
                <a:xfrm>
                  <a:off x="2715286" y="2196886"/>
                  <a:ext cx="52365" cy="12612"/>
                </a:xfrm>
                <a:custGeom>
                  <a:avLst/>
                  <a:gdLst>
                    <a:gd name="connsiteX0" fmla="*/ 0 w 52365"/>
                    <a:gd name="connsiteY0" fmla="*/ 6824 h 12612"/>
                    <a:gd name="connsiteX1" fmla="*/ 6786 w 52365"/>
                    <a:gd name="connsiteY1" fmla="*/ 5012 h 12612"/>
                    <a:gd name="connsiteX2" fmla="*/ 27399 w 52365"/>
                    <a:gd name="connsiteY2" fmla="*/ 245 h 12612"/>
                    <a:gd name="connsiteX3" fmla="*/ 34647 w 52365"/>
                    <a:gd name="connsiteY3" fmla="*/ 1461 h 12612"/>
                    <a:gd name="connsiteX4" fmla="*/ 52366 w 52365"/>
                    <a:gd name="connsiteY4" fmla="*/ 12613 h 12612"/>
                    <a:gd name="connsiteX5" fmla="*/ 3429 w 52365"/>
                    <a:gd name="connsiteY5" fmla="*/ 12528 h 12612"/>
                    <a:gd name="connsiteX6" fmla="*/ 0 w 52365"/>
                    <a:gd name="connsiteY6" fmla="*/ 6824 h 126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2365" h="12612">
                      <a:moveTo>
                        <a:pt x="0" y="6824"/>
                      </a:moveTo>
                      <a:lnTo>
                        <a:pt x="6786" y="5012"/>
                      </a:lnTo>
                      <a:lnTo>
                        <a:pt x="27399" y="245"/>
                      </a:lnTo>
                      <a:cubicBezTo>
                        <a:pt x="29880" y="-327"/>
                        <a:pt x="32482" y="111"/>
                        <a:pt x="34647" y="1461"/>
                      </a:cubicBezTo>
                      <a:lnTo>
                        <a:pt x="52366" y="12613"/>
                      </a:lnTo>
                      <a:lnTo>
                        <a:pt x="3429" y="12528"/>
                      </a:lnTo>
                      <a:lnTo>
                        <a:pt x="0" y="6824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grpSp>
              <p:nvGrpSpPr>
                <p:cNvPr id="259" name="Graphique 9">
                  <a:extLst>
                    <a:ext uri="{FF2B5EF4-FFF2-40B4-BE49-F238E27FC236}">
                      <a16:creationId xmlns:a16="http://schemas.microsoft.com/office/drawing/2014/main" id="{61D36EE1-A792-B179-F816-F88217FD4D3D}"/>
                    </a:ext>
                  </a:extLst>
                </p:cNvPr>
                <p:cNvGrpSpPr/>
                <p:nvPr/>
              </p:nvGrpSpPr>
              <p:grpSpPr>
                <a:xfrm>
                  <a:off x="2594682" y="1991962"/>
                  <a:ext cx="71625" cy="82115"/>
                  <a:chOff x="2594682" y="1991962"/>
                  <a:chExt cx="71625" cy="82115"/>
                </a:xfrm>
              </p:grpSpPr>
              <p:sp>
                <p:nvSpPr>
                  <p:cNvPr id="260" name="Forme libre : forme 259">
                    <a:extLst>
                      <a:ext uri="{FF2B5EF4-FFF2-40B4-BE49-F238E27FC236}">
                        <a16:creationId xmlns:a16="http://schemas.microsoft.com/office/drawing/2014/main" id="{E787ECC3-0EDB-5D27-1947-90CA4005E08C}"/>
                      </a:ext>
                    </a:extLst>
                  </p:cNvPr>
                  <p:cNvSpPr/>
                  <p:nvPr/>
                </p:nvSpPr>
                <p:spPr>
                  <a:xfrm>
                    <a:off x="2612391" y="2016854"/>
                    <a:ext cx="53916" cy="57223"/>
                  </a:xfrm>
                  <a:custGeom>
                    <a:avLst/>
                    <a:gdLst>
                      <a:gd name="connsiteX0" fmla="*/ 36908 w 53916"/>
                      <a:gd name="connsiteY0" fmla="*/ 24 h 57223"/>
                      <a:gd name="connsiteX1" fmla="*/ 51781 w 53916"/>
                      <a:gd name="connsiteY1" fmla="*/ 32738 h 57223"/>
                      <a:gd name="connsiteX2" fmla="*/ 44254 w 53916"/>
                      <a:gd name="connsiteY2" fmla="*/ 55807 h 57223"/>
                      <a:gd name="connsiteX3" fmla="*/ 10956 w 53916"/>
                      <a:gd name="connsiteY3" fmla="*/ 43829 h 57223"/>
                      <a:gd name="connsiteX4" fmla="*/ 84 w 53916"/>
                      <a:gd name="connsiteY4" fmla="*/ 19434 h 57223"/>
                      <a:gd name="connsiteX5" fmla="*/ 36908 w 53916"/>
                      <a:gd name="connsiteY5" fmla="*/ 0 h 57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3916" h="57223">
                        <a:moveTo>
                          <a:pt x="36908" y="24"/>
                        </a:moveTo>
                        <a:cubicBezTo>
                          <a:pt x="36908" y="24"/>
                          <a:pt x="49580" y="21100"/>
                          <a:pt x="51781" y="32738"/>
                        </a:cubicBezTo>
                        <a:cubicBezTo>
                          <a:pt x="53983" y="44388"/>
                          <a:pt x="57509" y="51661"/>
                          <a:pt x="44254" y="55807"/>
                        </a:cubicBezTo>
                        <a:cubicBezTo>
                          <a:pt x="30998" y="59954"/>
                          <a:pt x="18679" y="54701"/>
                          <a:pt x="10956" y="43829"/>
                        </a:cubicBezTo>
                        <a:cubicBezTo>
                          <a:pt x="10956" y="43829"/>
                          <a:pt x="-1120" y="27095"/>
                          <a:pt x="84" y="19434"/>
                        </a:cubicBezTo>
                        <a:cubicBezTo>
                          <a:pt x="1288" y="11772"/>
                          <a:pt x="36908" y="0"/>
                          <a:pt x="36908" y="0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61" name="Forme libre : forme 260">
                    <a:extLst>
                      <a:ext uri="{FF2B5EF4-FFF2-40B4-BE49-F238E27FC236}">
                        <a16:creationId xmlns:a16="http://schemas.microsoft.com/office/drawing/2014/main" id="{059BB6A1-7F25-7522-2BA7-08418B4148A2}"/>
                      </a:ext>
                    </a:extLst>
                  </p:cNvPr>
                  <p:cNvSpPr/>
                  <p:nvPr/>
                </p:nvSpPr>
                <p:spPr>
                  <a:xfrm>
                    <a:off x="2594682" y="1991962"/>
                    <a:ext cx="66056" cy="73189"/>
                  </a:xfrm>
                  <a:custGeom>
                    <a:avLst/>
                    <a:gdLst>
                      <a:gd name="connsiteX0" fmla="*/ 32192 w 66056"/>
                      <a:gd name="connsiteY0" fmla="*/ 59721 h 73189"/>
                      <a:gd name="connsiteX1" fmla="*/ 33907 w 66056"/>
                      <a:gd name="connsiteY1" fmla="*/ 59490 h 73189"/>
                      <a:gd name="connsiteX2" fmla="*/ 30806 w 66056"/>
                      <a:gd name="connsiteY2" fmla="*/ 42562 h 73189"/>
                      <a:gd name="connsiteX3" fmla="*/ 64772 w 66056"/>
                      <a:gd name="connsiteY3" fmla="*/ 21523 h 73189"/>
                      <a:gd name="connsiteX4" fmla="*/ 55554 w 66056"/>
                      <a:gd name="connsiteY4" fmla="*/ 35 h 73189"/>
                      <a:gd name="connsiteX5" fmla="*/ 54447 w 66056"/>
                      <a:gd name="connsiteY5" fmla="*/ 618 h 73189"/>
                      <a:gd name="connsiteX6" fmla="*/ 54022 w 66056"/>
                      <a:gd name="connsiteY6" fmla="*/ 1761 h 73189"/>
                      <a:gd name="connsiteX7" fmla="*/ 52295 w 66056"/>
                      <a:gd name="connsiteY7" fmla="*/ 1810 h 73189"/>
                      <a:gd name="connsiteX8" fmla="*/ 52295 w 66056"/>
                      <a:gd name="connsiteY8" fmla="*/ 1810 h 73189"/>
                      <a:gd name="connsiteX9" fmla="*/ 50604 w 66056"/>
                      <a:gd name="connsiteY9" fmla="*/ 1774 h 73189"/>
                      <a:gd name="connsiteX10" fmla="*/ 33980 w 66056"/>
                      <a:gd name="connsiteY10" fmla="*/ 13156 h 73189"/>
                      <a:gd name="connsiteX11" fmla="*/ 8733 w 66056"/>
                      <a:gd name="connsiteY11" fmla="*/ 38281 h 73189"/>
                      <a:gd name="connsiteX12" fmla="*/ 7408 w 66056"/>
                      <a:gd name="connsiteY12" fmla="*/ 39230 h 73189"/>
                      <a:gd name="connsiteX13" fmla="*/ 1704 w 66056"/>
                      <a:gd name="connsiteY13" fmla="*/ 41115 h 73189"/>
                      <a:gd name="connsiteX14" fmla="*/ 11980 w 66056"/>
                      <a:gd name="connsiteY14" fmla="*/ 62275 h 73189"/>
                      <a:gd name="connsiteX15" fmla="*/ 12126 w 66056"/>
                      <a:gd name="connsiteY15" fmla="*/ 63759 h 73189"/>
                      <a:gd name="connsiteX16" fmla="*/ 15653 w 66056"/>
                      <a:gd name="connsiteY16" fmla="*/ 71214 h 73189"/>
                      <a:gd name="connsiteX17" fmla="*/ 29152 w 66056"/>
                      <a:gd name="connsiteY17" fmla="*/ 72515 h 73189"/>
                      <a:gd name="connsiteX18" fmla="*/ 29724 w 66056"/>
                      <a:gd name="connsiteY18" fmla="*/ 71469 h 73189"/>
                      <a:gd name="connsiteX19" fmla="*/ 27741 w 66056"/>
                      <a:gd name="connsiteY19" fmla="*/ 61302 h 73189"/>
                      <a:gd name="connsiteX20" fmla="*/ 28532 w 66056"/>
                      <a:gd name="connsiteY20" fmla="*/ 60208 h 73189"/>
                      <a:gd name="connsiteX21" fmla="*/ 32192 w 66056"/>
                      <a:gd name="connsiteY21" fmla="*/ 59721 h 731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66056" h="73189">
                        <a:moveTo>
                          <a:pt x="32192" y="59721"/>
                        </a:moveTo>
                        <a:lnTo>
                          <a:pt x="33907" y="59490"/>
                        </a:lnTo>
                        <a:cubicBezTo>
                          <a:pt x="33907" y="59490"/>
                          <a:pt x="24932" y="45931"/>
                          <a:pt x="30806" y="42562"/>
                        </a:cubicBezTo>
                        <a:cubicBezTo>
                          <a:pt x="36680" y="39193"/>
                          <a:pt x="60613" y="30948"/>
                          <a:pt x="64772" y="21523"/>
                        </a:cubicBezTo>
                        <a:cubicBezTo>
                          <a:pt x="68773" y="12439"/>
                          <a:pt x="62790" y="2175"/>
                          <a:pt x="55554" y="35"/>
                        </a:cubicBezTo>
                        <a:cubicBezTo>
                          <a:pt x="55092" y="-99"/>
                          <a:pt x="54618" y="168"/>
                          <a:pt x="54447" y="618"/>
                        </a:cubicBezTo>
                        <a:lnTo>
                          <a:pt x="54022" y="1761"/>
                        </a:lnTo>
                        <a:cubicBezTo>
                          <a:pt x="53730" y="2540"/>
                          <a:pt x="52635" y="2576"/>
                          <a:pt x="52295" y="1810"/>
                        </a:cubicBezTo>
                        <a:lnTo>
                          <a:pt x="52295" y="1810"/>
                        </a:lnTo>
                        <a:cubicBezTo>
                          <a:pt x="51979" y="1080"/>
                          <a:pt x="50933" y="1056"/>
                          <a:pt x="50604" y="1774"/>
                        </a:cubicBezTo>
                        <a:cubicBezTo>
                          <a:pt x="49327" y="4595"/>
                          <a:pt x="45484" y="9423"/>
                          <a:pt x="33980" y="13156"/>
                        </a:cubicBezTo>
                        <a:cubicBezTo>
                          <a:pt x="17648" y="18446"/>
                          <a:pt x="7481" y="26680"/>
                          <a:pt x="8733" y="38281"/>
                        </a:cubicBezTo>
                        <a:cubicBezTo>
                          <a:pt x="8819" y="39011"/>
                          <a:pt x="8077" y="39522"/>
                          <a:pt x="7408" y="39230"/>
                        </a:cubicBezTo>
                        <a:cubicBezTo>
                          <a:pt x="6070" y="38634"/>
                          <a:pt x="4051" y="38549"/>
                          <a:pt x="1704" y="41115"/>
                        </a:cubicBezTo>
                        <a:cubicBezTo>
                          <a:pt x="-2382" y="45590"/>
                          <a:pt x="817" y="55356"/>
                          <a:pt x="11980" y="62275"/>
                        </a:cubicBezTo>
                        <a:cubicBezTo>
                          <a:pt x="12516" y="62604"/>
                          <a:pt x="12601" y="63358"/>
                          <a:pt x="12126" y="63759"/>
                        </a:cubicBezTo>
                        <a:cubicBezTo>
                          <a:pt x="10460" y="65194"/>
                          <a:pt x="8113" y="68380"/>
                          <a:pt x="15653" y="71214"/>
                        </a:cubicBezTo>
                        <a:cubicBezTo>
                          <a:pt x="23376" y="74120"/>
                          <a:pt x="27595" y="73135"/>
                          <a:pt x="29152" y="72515"/>
                        </a:cubicBezTo>
                        <a:cubicBezTo>
                          <a:pt x="29566" y="72345"/>
                          <a:pt x="29809" y="71919"/>
                          <a:pt x="29724" y="71469"/>
                        </a:cubicBezTo>
                        <a:lnTo>
                          <a:pt x="27741" y="61302"/>
                        </a:lnTo>
                        <a:cubicBezTo>
                          <a:pt x="27644" y="60780"/>
                          <a:pt x="27997" y="60269"/>
                          <a:pt x="28532" y="60208"/>
                        </a:cubicBezTo>
                        <a:lnTo>
                          <a:pt x="32192" y="59721"/>
                        </a:lnTo>
                        <a:close/>
                      </a:path>
                    </a:pathLst>
                  </a:custGeom>
                  <a:solidFill>
                    <a:srgbClr val="82471F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62" name="Forme libre : forme 261">
                    <a:extLst>
                      <a:ext uri="{FF2B5EF4-FFF2-40B4-BE49-F238E27FC236}">
                        <a16:creationId xmlns:a16="http://schemas.microsoft.com/office/drawing/2014/main" id="{8749CE42-909F-1198-1C3B-F34322104021}"/>
                      </a:ext>
                    </a:extLst>
                  </p:cNvPr>
                  <p:cNvSpPr/>
                  <p:nvPr/>
                </p:nvSpPr>
                <p:spPr>
                  <a:xfrm>
                    <a:off x="2614462" y="2043802"/>
                    <a:ext cx="13117" cy="16456"/>
                  </a:xfrm>
                  <a:custGeom>
                    <a:avLst/>
                    <a:gdLst>
                      <a:gd name="connsiteX0" fmla="*/ 13118 w 13117"/>
                      <a:gd name="connsiteY0" fmla="*/ 9973 h 16456"/>
                      <a:gd name="connsiteX1" fmla="*/ 1650 w 13117"/>
                      <a:gd name="connsiteY1" fmla="*/ 1035 h 16456"/>
                      <a:gd name="connsiteX2" fmla="*/ 12291 w 13117"/>
                      <a:gd name="connsiteY2" fmla="*/ 16455 h 16456"/>
                      <a:gd name="connsiteX3" fmla="*/ 13106 w 13117"/>
                      <a:gd name="connsiteY3" fmla="*/ 9985 h 16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117" h="16456">
                        <a:moveTo>
                          <a:pt x="13118" y="9973"/>
                        </a:moveTo>
                        <a:cubicBezTo>
                          <a:pt x="13118" y="9973"/>
                          <a:pt x="7524" y="-3818"/>
                          <a:pt x="1650" y="1035"/>
                        </a:cubicBezTo>
                        <a:cubicBezTo>
                          <a:pt x="-4224" y="5887"/>
                          <a:pt x="7074" y="16601"/>
                          <a:pt x="12291" y="16455"/>
                        </a:cubicBezTo>
                        <a:lnTo>
                          <a:pt x="13106" y="9985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7" name="Graphique 9">
                <a:extLst>
                  <a:ext uri="{FF2B5EF4-FFF2-40B4-BE49-F238E27FC236}">
                    <a16:creationId xmlns:a16="http://schemas.microsoft.com/office/drawing/2014/main" id="{9502407B-964E-54BD-7A97-B2952058936B}"/>
                  </a:ext>
                </a:extLst>
              </p:cNvPr>
              <p:cNvGrpSpPr/>
              <p:nvPr/>
            </p:nvGrpSpPr>
            <p:grpSpPr>
              <a:xfrm>
                <a:off x="2691949" y="2114224"/>
                <a:ext cx="158480" cy="104870"/>
                <a:chOff x="2691949" y="2114224"/>
                <a:chExt cx="158480" cy="104870"/>
              </a:xfrm>
              <a:solidFill>
                <a:srgbClr val="332989"/>
              </a:solidFill>
            </p:grpSpPr>
            <p:sp>
              <p:nvSpPr>
                <p:cNvPr id="248" name="Forme libre : forme 247">
                  <a:extLst>
                    <a:ext uri="{FF2B5EF4-FFF2-40B4-BE49-F238E27FC236}">
                      <a16:creationId xmlns:a16="http://schemas.microsoft.com/office/drawing/2014/main" id="{F39C52EC-AF06-F7E6-D53A-ACD362BD8875}"/>
                    </a:ext>
                  </a:extLst>
                </p:cNvPr>
                <p:cNvSpPr/>
                <p:nvPr/>
              </p:nvSpPr>
              <p:spPr>
                <a:xfrm>
                  <a:off x="2691949" y="2209645"/>
                  <a:ext cx="113889" cy="9449"/>
                </a:xfrm>
                <a:custGeom>
                  <a:avLst/>
                  <a:gdLst>
                    <a:gd name="connsiteX0" fmla="*/ 4439 w 113889"/>
                    <a:gd name="connsiteY0" fmla="*/ 9450 h 9449"/>
                    <a:gd name="connsiteX1" fmla="*/ 4682 w 113889"/>
                    <a:gd name="connsiteY1" fmla="*/ 9450 h 9449"/>
                    <a:gd name="connsiteX2" fmla="*/ 109219 w 113889"/>
                    <a:gd name="connsiteY2" fmla="*/ 9340 h 9449"/>
                    <a:gd name="connsiteX3" fmla="*/ 113889 w 113889"/>
                    <a:gd name="connsiteY3" fmla="*/ 4670 h 9449"/>
                    <a:gd name="connsiteX4" fmla="*/ 109207 w 113889"/>
                    <a:gd name="connsiteY4" fmla="*/ 0 h 9449"/>
                    <a:gd name="connsiteX5" fmla="*/ 4670 w 113889"/>
                    <a:gd name="connsiteY5" fmla="*/ 110 h 9449"/>
                    <a:gd name="connsiteX6" fmla="*/ 0 w 113889"/>
                    <a:gd name="connsiteY6" fmla="*/ 4780 h 9449"/>
                    <a:gd name="connsiteX7" fmla="*/ 4439 w 113889"/>
                    <a:gd name="connsiteY7" fmla="*/ 9438 h 94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3889" h="9449">
                      <a:moveTo>
                        <a:pt x="4439" y="9450"/>
                      </a:moveTo>
                      <a:cubicBezTo>
                        <a:pt x="4524" y="9450"/>
                        <a:pt x="4597" y="9450"/>
                        <a:pt x="4682" y="9450"/>
                      </a:cubicBezTo>
                      <a:lnTo>
                        <a:pt x="109219" y="9340"/>
                      </a:lnTo>
                      <a:cubicBezTo>
                        <a:pt x="111798" y="9340"/>
                        <a:pt x="113901" y="7249"/>
                        <a:pt x="113889" y="4670"/>
                      </a:cubicBezTo>
                      <a:cubicBezTo>
                        <a:pt x="113889" y="2092"/>
                        <a:pt x="111785" y="-36"/>
                        <a:pt x="109207" y="0"/>
                      </a:cubicBezTo>
                      <a:lnTo>
                        <a:pt x="4670" y="110"/>
                      </a:lnTo>
                      <a:cubicBezTo>
                        <a:pt x="2092" y="110"/>
                        <a:pt x="-12" y="2202"/>
                        <a:pt x="0" y="4780"/>
                      </a:cubicBezTo>
                      <a:cubicBezTo>
                        <a:pt x="0" y="7285"/>
                        <a:pt x="1970" y="9316"/>
                        <a:pt x="4439" y="9438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49" name="Forme libre : forme 248">
                  <a:extLst>
                    <a:ext uri="{FF2B5EF4-FFF2-40B4-BE49-F238E27FC236}">
                      <a16:creationId xmlns:a16="http://schemas.microsoft.com/office/drawing/2014/main" id="{04D17B34-E8AA-C319-C40A-5F8703BE9A0F}"/>
                    </a:ext>
                  </a:extLst>
                </p:cNvPr>
                <p:cNvSpPr/>
                <p:nvPr/>
              </p:nvSpPr>
              <p:spPr>
                <a:xfrm>
                  <a:off x="2797110" y="2114224"/>
                  <a:ext cx="53319" cy="104197"/>
                </a:xfrm>
                <a:custGeom>
                  <a:avLst/>
                  <a:gdLst>
                    <a:gd name="connsiteX0" fmla="*/ 44531 w 53319"/>
                    <a:gd name="connsiteY0" fmla="*/ 2498 h 104197"/>
                    <a:gd name="connsiteX1" fmla="*/ 44421 w 53319"/>
                    <a:gd name="connsiteY1" fmla="*/ 2717 h 104197"/>
                    <a:gd name="connsiteX2" fmla="*/ 434 w 53319"/>
                    <a:gd name="connsiteY2" fmla="*/ 97550 h 104197"/>
                    <a:gd name="connsiteX3" fmla="*/ 2696 w 53319"/>
                    <a:gd name="connsiteY3" fmla="*/ 103764 h 104197"/>
                    <a:gd name="connsiteX4" fmla="*/ 8899 w 53319"/>
                    <a:gd name="connsiteY4" fmla="*/ 101478 h 104197"/>
                    <a:gd name="connsiteX5" fmla="*/ 52885 w 53319"/>
                    <a:gd name="connsiteY5" fmla="*/ 6645 h 104197"/>
                    <a:gd name="connsiteX6" fmla="*/ 50623 w 53319"/>
                    <a:gd name="connsiteY6" fmla="*/ 431 h 104197"/>
                    <a:gd name="connsiteX7" fmla="*/ 44519 w 53319"/>
                    <a:gd name="connsiteY7" fmla="*/ 2498 h 104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3319" h="104197">
                      <a:moveTo>
                        <a:pt x="44531" y="2498"/>
                      </a:moveTo>
                      <a:cubicBezTo>
                        <a:pt x="44494" y="2571"/>
                        <a:pt x="44458" y="2644"/>
                        <a:pt x="44421" y="2717"/>
                      </a:cubicBezTo>
                      <a:lnTo>
                        <a:pt x="434" y="97550"/>
                      </a:lnTo>
                      <a:cubicBezTo>
                        <a:pt x="-648" y="99897"/>
                        <a:pt x="361" y="102669"/>
                        <a:pt x="2696" y="103764"/>
                      </a:cubicBezTo>
                      <a:cubicBezTo>
                        <a:pt x="5031" y="104846"/>
                        <a:pt x="7853" y="103837"/>
                        <a:pt x="8899" y="101478"/>
                      </a:cubicBezTo>
                      <a:lnTo>
                        <a:pt x="52885" y="6645"/>
                      </a:lnTo>
                      <a:cubicBezTo>
                        <a:pt x="53968" y="4298"/>
                        <a:pt x="52958" y="1525"/>
                        <a:pt x="50623" y="431"/>
                      </a:cubicBezTo>
                      <a:cubicBezTo>
                        <a:pt x="48361" y="-615"/>
                        <a:pt x="45674" y="309"/>
                        <a:pt x="44519" y="2498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98" name="Graphique 9">
                <a:extLst>
                  <a:ext uri="{FF2B5EF4-FFF2-40B4-BE49-F238E27FC236}">
                    <a16:creationId xmlns:a16="http://schemas.microsoft.com/office/drawing/2014/main" id="{77B8DF48-2F1A-7B3E-E6FE-8D44C89B1AD2}"/>
                  </a:ext>
                </a:extLst>
              </p:cNvPr>
              <p:cNvGrpSpPr/>
              <p:nvPr/>
            </p:nvGrpSpPr>
            <p:grpSpPr>
              <a:xfrm>
                <a:off x="2874074" y="1980353"/>
                <a:ext cx="315325" cy="462482"/>
                <a:chOff x="2874074" y="1980353"/>
                <a:chExt cx="315325" cy="462482"/>
              </a:xfrm>
            </p:grpSpPr>
            <p:grpSp>
              <p:nvGrpSpPr>
                <p:cNvPr id="225" name="Graphique 9">
                  <a:extLst>
                    <a:ext uri="{FF2B5EF4-FFF2-40B4-BE49-F238E27FC236}">
                      <a16:creationId xmlns:a16="http://schemas.microsoft.com/office/drawing/2014/main" id="{7637743A-8608-5D87-2F4C-495A0413843A}"/>
                    </a:ext>
                  </a:extLst>
                </p:cNvPr>
                <p:cNvGrpSpPr/>
                <p:nvPr/>
              </p:nvGrpSpPr>
              <p:grpSpPr>
                <a:xfrm>
                  <a:off x="3051019" y="2287671"/>
                  <a:ext cx="121502" cy="148353"/>
                  <a:chOff x="3051019" y="2287671"/>
                  <a:chExt cx="121502" cy="148353"/>
                </a:xfrm>
                <a:solidFill>
                  <a:srgbClr val="8078D5"/>
                </a:solidFill>
              </p:grpSpPr>
              <p:sp>
                <p:nvSpPr>
                  <p:cNvPr id="245" name="Forme libre : forme 244">
                    <a:extLst>
                      <a:ext uri="{FF2B5EF4-FFF2-40B4-BE49-F238E27FC236}">
                        <a16:creationId xmlns:a16="http://schemas.microsoft.com/office/drawing/2014/main" id="{D3D10E8D-7167-2998-948E-AF99487C8C41}"/>
                      </a:ext>
                    </a:extLst>
                  </p:cNvPr>
                  <p:cNvSpPr/>
                  <p:nvPr/>
                </p:nvSpPr>
                <p:spPr>
                  <a:xfrm>
                    <a:off x="3104346" y="2314401"/>
                    <a:ext cx="11030" cy="119313"/>
                  </a:xfrm>
                  <a:custGeom>
                    <a:avLst/>
                    <a:gdLst>
                      <a:gd name="connsiteX0" fmla="*/ 0 w 11030"/>
                      <a:gd name="connsiteY0" fmla="*/ 0 h 119313"/>
                      <a:gd name="connsiteX1" fmla="*/ 11030 w 11030"/>
                      <a:gd name="connsiteY1" fmla="*/ 0 h 119313"/>
                      <a:gd name="connsiteX2" fmla="*/ 11030 w 11030"/>
                      <a:gd name="connsiteY2" fmla="*/ 119313 h 119313"/>
                      <a:gd name="connsiteX3" fmla="*/ 0 w 11030"/>
                      <a:gd name="connsiteY3" fmla="*/ 119313 h 1193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030" h="119313">
                        <a:moveTo>
                          <a:pt x="0" y="0"/>
                        </a:moveTo>
                        <a:lnTo>
                          <a:pt x="11030" y="0"/>
                        </a:lnTo>
                        <a:lnTo>
                          <a:pt x="11030" y="119313"/>
                        </a:lnTo>
                        <a:lnTo>
                          <a:pt x="0" y="119313"/>
                        </a:lnTo>
                        <a:close/>
                      </a:path>
                    </a:pathLst>
                  </a:custGeom>
                  <a:solidFill>
                    <a:srgbClr val="8078D5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46" name="Forme libre : forme 245">
                    <a:extLst>
                      <a:ext uri="{FF2B5EF4-FFF2-40B4-BE49-F238E27FC236}">
                        <a16:creationId xmlns:a16="http://schemas.microsoft.com/office/drawing/2014/main" id="{94106F7E-AE1B-22DA-A879-EDE2121C7486}"/>
                      </a:ext>
                    </a:extLst>
                  </p:cNvPr>
                  <p:cNvSpPr/>
                  <p:nvPr/>
                </p:nvSpPr>
                <p:spPr>
                  <a:xfrm>
                    <a:off x="3061551" y="2428838"/>
                    <a:ext cx="96644" cy="7187"/>
                  </a:xfrm>
                  <a:custGeom>
                    <a:avLst/>
                    <a:gdLst>
                      <a:gd name="connsiteX0" fmla="*/ 96633 w 96644"/>
                      <a:gd name="connsiteY0" fmla="*/ 7187 h 7187"/>
                      <a:gd name="connsiteX1" fmla="*/ 0 w 96644"/>
                      <a:gd name="connsiteY1" fmla="*/ 7187 h 7187"/>
                      <a:gd name="connsiteX2" fmla="*/ 7187 w 96644"/>
                      <a:gd name="connsiteY2" fmla="*/ 0 h 7187"/>
                      <a:gd name="connsiteX3" fmla="*/ 89457 w 96644"/>
                      <a:gd name="connsiteY3" fmla="*/ 0 h 7187"/>
                      <a:gd name="connsiteX4" fmla="*/ 96645 w 96644"/>
                      <a:gd name="connsiteY4" fmla="*/ 7187 h 7187"/>
                      <a:gd name="connsiteX5" fmla="*/ 96645 w 96644"/>
                      <a:gd name="connsiteY5" fmla="*/ 7187 h 71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6644" h="7187">
                        <a:moveTo>
                          <a:pt x="96633" y="7187"/>
                        </a:moveTo>
                        <a:lnTo>
                          <a:pt x="0" y="7187"/>
                        </a:lnTo>
                        <a:cubicBezTo>
                          <a:pt x="0" y="3223"/>
                          <a:pt x="3211" y="0"/>
                          <a:pt x="7187" y="0"/>
                        </a:cubicBezTo>
                        <a:lnTo>
                          <a:pt x="89457" y="0"/>
                        </a:lnTo>
                        <a:cubicBezTo>
                          <a:pt x="93422" y="0"/>
                          <a:pt x="96645" y="3211"/>
                          <a:pt x="96645" y="7187"/>
                        </a:cubicBezTo>
                        <a:lnTo>
                          <a:pt x="96645" y="7187"/>
                        </a:lnTo>
                        <a:close/>
                      </a:path>
                    </a:pathLst>
                  </a:custGeom>
                  <a:solidFill>
                    <a:srgbClr val="8078D5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47" name="Forme libre : forme 246">
                    <a:extLst>
                      <a:ext uri="{FF2B5EF4-FFF2-40B4-BE49-F238E27FC236}">
                        <a16:creationId xmlns:a16="http://schemas.microsoft.com/office/drawing/2014/main" id="{16A27DDC-95F6-4200-14B7-B09F969BA57F}"/>
                      </a:ext>
                    </a:extLst>
                  </p:cNvPr>
                  <p:cNvSpPr/>
                  <p:nvPr/>
                </p:nvSpPr>
                <p:spPr>
                  <a:xfrm>
                    <a:off x="3051019" y="2287671"/>
                    <a:ext cx="121502" cy="34452"/>
                  </a:xfrm>
                  <a:custGeom>
                    <a:avLst/>
                    <a:gdLst>
                      <a:gd name="connsiteX0" fmla="*/ 109633 w 121502"/>
                      <a:gd name="connsiteY0" fmla="*/ 0 h 34452"/>
                      <a:gd name="connsiteX1" fmla="*/ 121502 w 121502"/>
                      <a:gd name="connsiteY1" fmla="*/ 11869 h 34452"/>
                      <a:gd name="connsiteX2" fmla="*/ 121502 w 121502"/>
                      <a:gd name="connsiteY2" fmla="*/ 22583 h 34452"/>
                      <a:gd name="connsiteX3" fmla="*/ 109633 w 121502"/>
                      <a:gd name="connsiteY3" fmla="*/ 34453 h 34452"/>
                      <a:gd name="connsiteX4" fmla="*/ 11869 w 121502"/>
                      <a:gd name="connsiteY4" fmla="*/ 34453 h 34452"/>
                      <a:gd name="connsiteX5" fmla="*/ 0 w 121502"/>
                      <a:gd name="connsiteY5" fmla="*/ 22583 h 34452"/>
                      <a:gd name="connsiteX6" fmla="*/ 0 w 121502"/>
                      <a:gd name="connsiteY6" fmla="*/ 11869 h 34452"/>
                      <a:gd name="connsiteX7" fmla="*/ 11869 w 121502"/>
                      <a:gd name="connsiteY7" fmla="*/ 0 h 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21502" h="34452">
                        <a:moveTo>
                          <a:pt x="109633" y="0"/>
                        </a:moveTo>
                        <a:cubicBezTo>
                          <a:pt x="116188" y="0"/>
                          <a:pt x="121502" y="5314"/>
                          <a:pt x="121502" y="11869"/>
                        </a:cubicBezTo>
                        <a:lnTo>
                          <a:pt x="121502" y="22583"/>
                        </a:lnTo>
                        <a:cubicBezTo>
                          <a:pt x="121502" y="29139"/>
                          <a:pt x="116188" y="34453"/>
                          <a:pt x="109633" y="34453"/>
                        </a:cubicBezTo>
                        <a:lnTo>
                          <a:pt x="11869" y="34453"/>
                        </a:lnTo>
                        <a:cubicBezTo>
                          <a:pt x="5314" y="34453"/>
                          <a:pt x="0" y="29139"/>
                          <a:pt x="0" y="22583"/>
                        </a:cubicBezTo>
                        <a:lnTo>
                          <a:pt x="0" y="11869"/>
                        </a:lnTo>
                        <a:cubicBezTo>
                          <a:pt x="0" y="5314"/>
                          <a:pt x="5314" y="0"/>
                          <a:pt x="11869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26" name="Graphique 9">
                  <a:extLst>
                    <a:ext uri="{FF2B5EF4-FFF2-40B4-BE49-F238E27FC236}">
                      <a16:creationId xmlns:a16="http://schemas.microsoft.com/office/drawing/2014/main" id="{D193684C-2D60-BDB1-3DEC-70131D21F3F8}"/>
                    </a:ext>
                  </a:extLst>
                </p:cNvPr>
                <p:cNvGrpSpPr/>
                <p:nvPr/>
              </p:nvGrpSpPr>
              <p:grpSpPr>
                <a:xfrm>
                  <a:off x="2885919" y="2212442"/>
                  <a:ext cx="299027" cy="230393"/>
                  <a:chOff x="2885919" y="2212442"/>
                  <a:chExt cx="299027" cy="230393"/>
                </a:xfrm>
              </p:grpSpPr>
              <p:sp>
                <p:nvSpPr>
                  <p:cNvPr id="240" name="Forme libre : forme 239">
                    <a:extLst>
                      <a:ext uri="{FF2B5EF4-FFF2-40B4-BE49-F238E27FC236}">
                        <a16:creationId xmlns:a16="http://schemas.microsoft.com/office/drawing/2014/main" id="{1DCD3001-2EA9-BCFD-B4CC-06B2AA588D2C}"/>
                      </a:ext>
                    </a:extLst>
                  </p:cNvPr>
                  <p:cNvSpPr/>
                  <p:nvPr/>
                </p:nvSpPr>
                <p:spPr>
                  <a:xfrm>
                    <a:off x="2989460" y="2234831"/>
                    <a:ext cx="78450" cy="195782"/>
                  </a:xfrm>
                  <a:custGeom>
                    <a:avLst/>
                    <a:gdLst>
                      <a:gd name="connsiteX0" fmla="*/ 38951 w 78450"/>
                      <a:gd name="connsiteY0" fmla="*/ 12 h 195782"/>
                      <a:gd name="connsiteX1" fmla="*/ 4122 w 78450"/>
                      <a:gd name="connsiteY1" fmla="*/ 14873 h 195782"/>
                      <a:gd name="connsiteX2" fmla="*/ 72 w 78450"/>
                      <a:gd name="connsiteY2" fmla="*/ 23653 h 195782"/>
                      <a:gd name="connsiteX3" fmla="*/ 41274 w 78450"/>
                      <a:gd name="connsiteY3" fmla="*/ 153000 h 195782"/>
                      <a:gd name="connsiteX4" fmla="*/ 42612 w 78450"/>
                      <a:gd name="connsiteY4" fmla="*/ 162546 h 195782"/>
                      <a:gd name="connsiteX5" fmla="*/ 37407 w 78450"/>
                      <a:gd name="connsiteY5" fmla="*/ 186747 h 195782"/>
                      <a:gd name="connsiteX6" fmla="*/ 27763 w 78450"/>
                      <a:gd name="connsiteY6" fmla="*/ 195782 h 195782"/>
                      <a:gd name="connsiteX7" fmla="*/ 52596 w 78450"/>
                      <a:gd name="connsiteY7" fmla="*/ 195782 h 195782"/>
                      <a:gd name="connsiteX8" fmla="*/ 69135 w 78450"/>
                      <a:gd name="connsiteY8" fmla="*/ 151029 h 195782"/>
                      <a:gd name="connsiteX9" fmla="*/ 62070 w 78450"/>
                      <a:gd name="connsiteY9" fmla="*/ 148792 h 195782"/>
                      <a:gd name="connsiteX10" fmla="*/ 52730 w 78450"/>
                      <a:gd name="connsiteY10" fmla="*/ 136266 h 195782"/>
                      <a:gd name="connsiteX11" fmla="*/ 51903 w 78450"/>
                      <a:gd name="connsiteY11" fmla="*/ 88266 h 195782"/>
                      <a:gd name="connsiteX12" fmla="*/ 38793 w 78450"/>
                      <a:gd name="connsiteY12" fmla="*/ 52123 h 195782"/>
                      <a:gd name="connsiteX13" fmla="*/ 78451 w 78450"/>
                      <a:gd name="connsiteY13" fmla="*/ 50189 h 195782"/>
                      <a:gd name="connsiteX14" fmla="*/ 38951 w 78450"/>
                      <a:gd name="connsiteY14" fmla="*/ 0 h 1957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78450" h="195782">
                        <a:moveTo>
                          <a:pt x="38951" y="12"/>
                        </a:moveTo>
                        <a:cubicBezTo>
                          <a:pt x="38951" y="12"/>
                          <a:pt x="22558" y="2554"/>
                          <a:pt x="4122" y="14873"/>
                        </a:cubicBezTo>
                        <a:cubicBezTo>
                          <a:pt x="1215" y="16807"/>
                          <a:pt x="-366" y="20187"/>
                          <a:pt x="72" y="23653"/>
                        </a:cubicBezTo>
                        <a:cubicBezTo>
                          <a:pt x="2285" y="41141"/>
                          <a:pt x="11358" y="97727"/>
                          <a:pt x="41274" y="153000"/>
                        </a:cubicBezTo>
                        <a:cubicBezTo>
                          <a:pt x="42855" y="155918"/>
                          <a:pt x="43305" y="159311"/>
                          <a:pt x="42612" y="162546"/>
                        </a:cubicBezTo>
                        <a:lnTo>
                          <a:pt x="37407" y="186747"/>
                        </a:lnTo>
                        <a:lnTo>
                          <a:pt x="27763" y="195782"/>
                        </a:lnTo>
                        <a:lnTo>
                          <a:pt x="52596" y="195782"/>
                        </a:lnTo>
                        <a:lnTo>
                          <a:pt x="69135" y="151029"/>
                        </a:lnTo>
                        <a:lnTo>
                          <a:pt x="62070" y="148792"/>
                        </a:lnTo>
                        <a:cubicBezTo>
                          <a:pt x="56585" y="147053"/>
                          <a:pt x="52827" y="142018"/>
                          <a:pt x="52730" y="136266"/>
                        </a:cubicBezTo>
                        <a:lnTo>
                          <a:pt x="51903" y="88266"/>
                        </a:lnTo>
                        <a:cubicBezTo>
                          <a:pt x="52608" y="66874"/>
                          <a:pt x="38793" y="52123"/>
                          <a:pt x="38793" y="52123"/>
                        </a:cubicBezTo>
                        <a:lnTo>
                          <a:pt x="78451" y="50189"/>
                        </a:lnTo>
                        <a:lnTo>
                          <a:pt x="38951" y="0"/>
                        </a:lnTo>
                        <a:close/>
                      </a:path>
                    </a:pathLst>
                  </a:custGeom>
                  <a:solidFill>
                    <a:srgbClr val="C9764E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41" name="Forme libre : forme 240">
                    <a:extLst>
                      <a:ext uri="{FF2B5EF4-FFF2-40B4-BE49-F238E27FC236}">
                        <a16:creationId xmlns:a16="http://schemas.microsoft.com/office/drawing/2014/main" id="{5F41EA8B-DA24-8133-00E0-98455971B66D}"/>
                      </a:ext>
                    </a:extLst>
                  </p:cNvPr>
                  <p:cNvSpPr/>
                  <p:nvPr/>
                </p:nvSpPr>
                <p:spPr>
                  <a:xfrm>
                    <a:off x="3007395" y="2383519"/>
                    <a:ext cx="56551" cy="55363"/>
                  </a:xfrm>
                  <a:custGeom>
                    <a:avLst/>
                    <a:gdLst>
                      <a:gd name="connsiteX0" fmla="*/ 136 w 56551"/>
                      <a:gd name="connsiteY0" fmla="*/ 51460 h 55363"/>
                      <a:gd name="connsiteX1" fmla="*/ 37920 w 56551"/>
                      <a:gd name="connsiteY1" fmla="*/ 51849 h 55363"/>
                      <a:gd name="connsiteX2" fmla="*/ 56551 w 56551"/>
                      <a:gd name="connsiteY2" fmla="*/ 2743 h 55363"/>
                      <a:gd name="connsiteX3" fmla="*/ 44135 w 56551"/>
                      <a:gd name="connsiteY3" fmla="*/ 116 h 55363"/>
                      <a:gd name="connsiteX4" fmla="*/ 31268 w 56551"/>
                      <a:gd name="connsiteY4" fmla="*/ 42801 h 55363"/>
                      <a:gd name="connsiteX5" fmla="*/ 12783 w 56551"/>
                      <a:gd name="connsiteY5" fmla="*/ 43239 h 55363"/>
                      <a:gd name="connsiteX6" fmla="*/ 136 w 56551"/>
                      <a:gd name="connsiteY6" fmla="*/ 51472 h 553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6551" h="55363">
                        <a:moveTo>
                          <a:pt x="136" y="51460"/>
                        </a:moveTo>
                        <a:cubicBezTo>
                          <a:pt x="-2126" y="54415"/>
                          <a:pt x="24482" y="58331"/>
                          <a:pt x="37920" y="51849"/>
                        </a:cubicBezTo>
                        <a:cubicBezTo>
                          <a:pt x="37920" y="51849"/>
                          <a:pt x="56551" y="19428"/>
                          <a:pt x="56551" y="2743"/>
                        </a:cubicBezTo>
                        <a:cubicBezTo>
                          <a:pt x="56551" y="2743"/>
                          <a:pt x="55067" y="-663"/>
                          <a:pt x="44135" y="116"/>
                        </a:cubicBezTo>
                        <a:cubicBezTo>
                          <a:pt x="44135" y="116"/>
                          <a:pt x="37884" y="38496"/>
                          <a:pt x="31268" y="42801"/>
                        </a:cubicBezTo>
                        <a:cubicBezTo>
                          <a:pt x="24665" y="47106"/>
                          <a:pt x="12783" y="43239"/>
                          <a:pt x="12783" y="43239"/>
                        </a:cubicBezTo>
                        <a:cubicBezTo>
                          <a:pt x="12783" y="43239"/>
                          <a:pt x="3468" y="47106"/>
                          <a:pt x="136" y="51472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42" name="Forme libre : forme 241">
                    <a:extLst>
                      <a:ext uri="{FF2B5EF4-FFF2-40B4-BE49-F238E27FC236}">
                        <a16:creationId xmlns:a16="http://schemas.microsoft.com/office/drawing/2014/main" id="{3DAE4536-85C1-3C70-829E-73538742FF5B}"/>
                      </a:ext>
                    </a:extLst>
                  </p:cNvPr>
                  <p:cNvSpPr/>
                  <p:nvPr/>
                </p:nvSpPr>
                <p:spPr>
                  <a:xfrm>
                    <a:off x="2897351" y="2241009"/>
                    <a:ext cx="165537" cy="194162"/>
                  </a:xfrm>
                  <a:custGeom>
                    <a:avLst/>
                    <a:gdLst>
                      <a:gd name="connsiteX0" fmla="*/ 165538 w 165537"/>
                      <a:gd name="connsiteY0" fmla="*/ 46662 h 194162"/>
                      <a:gd name="connsiteX1" fmla="*/ 122840 w 165537"/>
                      <a:gd name="connsiteY1" fmla="*/ 41555 h 194162"/>
                      <a:gd name="connsiteX2" fmla="*/ 119885 w 165537"/>
                      <a:gd name="connsiteY2" fmla="*/ 72262 h 194162"/>
                      <a:gd name="connsiteX3" fmla="*/ 53156 w 165537"/>
                      <a:gd name="connsiteY3" fmla="*/ 167094 h 194162"/>
                      <a:gd name="connsiteX4" fmla="*/ 59699 w 165537"/>
                      <a:gd name="connsiteY4" fmla="*/ 187829 h 194162"/>
                      <a:gd name="connsiteX5" fmla="*/ 0 w 165537"/>
                      <a:gd name="connsiteY5" fmla="*/ 191417 h 194162"/>
                      <a:gd name="connsiteX6" fmla="*/ 40533 w 165537"/>
                      <a:gd name="connsiteY6" fmla="*/ 167094 h 194162"/>
                      <a:gd name="connsiteX7" fmla="*/ 101716 w 165537"/>
                      <a:gd name="connsiteY7" fmla="*/ 14739 h 194162"/>
                      <a:gd name="connsiteX8" fmla="*/ 144304 w 165537"/>
                      <a:gd name="connsiteY8" fmla="*/ 0 h 194162"/>
                      <a:gd name="connsiteX9" fmla="*/ 165538 w 165537"/>
                      <a:gd name="connsiteY9" fmla="*/ 46662 h 1941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65537" h="194162">
                        <a:moveTo>
                          <a:pt x="165538" y="46662"/>
                        </a:moveTo>
                        <a:cubicBezTo>
                          <a:pt x="165331" y="46297"/>
                          <a:pt x="122840" y="41555"/>
                          <a:pt x="122840" y="41555"/>
                        </a:cubicBezTo>
                        <a:cubicBezTo>
                          <a:pt x="122840" y="41555"/>
                          <a:pt x="124226" y="54470"/>
                          <a:pt x="119885" y="72262"/>
                        </a:cubicBezTo>
                        <a:cubicBezTo>
                          <a:pt x="115543" y="90041"/>
                          <a:pt x="53156" y="167094"/>
                          <a:pt x="53156" y="167094"/>
                        </a:cubicBezTo>
                        <a:lnTo>
                          <a:pt x="59699" y="187829"/>
                        </a:lnTo>
                        <a:cubicBezTo>
                          <a:pt x="39475" y="194870"/>
                          <a:pt x="19579" y="196001"/>
                          <a:pt x="0" y="191417"/>
                        </a:cubicBezTo>
                        <a:lnTo>
                          <a:pt x="40533" y="167094"/>
                        </a:lnTo>
                        <a:cubicBezTo>
                          <a:pt x="40533" y="167094"/>
                          <a:pt x="78476" y="37797"/>
                          <a:pt x="101716" y="14739"/>
                        </a:cubicBezTo>
                        <a:lnTo>
                          <a:pt x="144304" y="0"/>
                        </a:lnTo>
                        <a:lnTo>
                          <a:pt x="165538" y="46662"/>
                        </a:lnTo>
                        <a:close/>
                      </a:path>
                    </a:pathLst>
                  </a:custGeom>
                  <a:solidFill>
                    <a:srgbClr val="C9764E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43" name="Forme libre : forme 242">
                    <a:extLst>
                      <a:ext uri="{FF2B5EF4-FFF2-40B4-BE49-F238E27FC236}">
                        <a16:creationId xmlns:a16="http://schemas.microsoft.com/office/drawing/2014/main" id="{F8065FDB-371D-705E-AFEC-48E75EB104F6}"/>
                      </a:ext>
                    </a:extLst>
                  </p:cNvPr>
                  <p:cNvSpPr/>
                  <p:nvPr/>
                </p:nvSpPr>
                <p:spPr>
                  <a:xfrm>
                    <a:off x="2999480" y="2212442"/>
                    <a:ext cx="185466" cy="78585"/>
                  </a:xfrm>
                  <a:custGeom>
                    <a:avLst/>
                    <a:gdLst>
                      <a:gd name="connsiteX0" fmla="*/ 158703 w 185466"/>
                      <a:gd name="connsiteY0" fmla="*/ 0 h 78585"/>
                      <a:gd name="connsiteX1" fmla="*/ 185190 w 185466"/>
                      <a:gd name="connsiteY1" fmla="*/ 53023 h 78585"/>
                      <a:gd name="connsiteX2" fmla="*/ 152793 w 185466"/>
                      <a:gd name="connsiteY2" fmla="*/ 77491 h 78585"/>
                      <a:gd name="connsiteX3" fmla="*/ 58532 w 185466"/>
                      <a:gd name="connsiteY3" fmla="*/ 78585 h 78585"/>
                      <a:gd name="connsiteX4" fmla="*/ 0 w 185466"/>
                      <a:gd name="connsiteY4" fmla="*/ 28567 h 78585"/>
                      <a:gd name="connsiteX5" fmla="*/ 53740 w 185466"/>
                      <a:gd name="connsiteY5" fmla="*/ 9048 h 78585"/>
                      <a:gd name="connsiteX6" fmla="*/ 158691 w 185466"/>
                      <a:gd name="connsiteY6" fmla="*/ 0 h 785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5466" h="78585">
                        <a:moveTo>
                          <a:pt x="158703" y="0"/>
                        </a:moveTo>
                        <a:cubicBezTo>
                          <a:pt x="158703" y="0"/>
                          <a:pt x="183184" y="36411"/>
                          <a:pt x="185190" y="53023"/>
                        </a:cubicBezTo>
                        <a:cubicBezTo>
                          <a:pt x="187197" y="69635"/>
                          <a:pt x="178489" y="76384"/>
                          <a:pt x="152793" y="77491"/>
                        </a:cubicBezTo>
                        <a:cubicBezTo>
                          <a:pt x="127108" y="78610"/>
                          <a:pt x="58532" y="78585"/>
                          <a:pt x="58532" y="78585"/>
                        </a:cubicBezTo>
                        <a:lnTo>
                          <a:pt x="0" y="28567"/>
                        </a:lnTo>
                        <a:cubicBezTo>
                          <a:pt x="0" y="28567"/>
                          <a:pt x="42649" y="13353"/>
                          <a:pt x="53740" y="9048"/>
                        </a:cubicBezTo>
                        <a:cubicBezTo>
                          <a:pt x="64831" y="4743"/>
                          <a:pt x="158691" y="0"/>
                          <a:pt x="158691" y="0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44" name="Forme libre : forme 243">
                    <a:extLst>
                      <a:ext uri="{FF2B5EF4-FFF2-40B4-BE49-F238E27FC236}">
                        <a16:creationId xmlns:a16="http://schemas.microsoft.com/office/drawing/2014/main" id="{2F4A01F2-D740-FF53-EF3F-7C79A9D2F043}"/>
                      </a:ext>
                    </a:extLst>
                  </p:cNvPr>
                  <p:cNvSpPr/>
                  <p:nvPr/>
                </p:nvSpPr>
                <p:spPr>
                  <a:xfrm>
                    <a:off x="2885919" y="2421857"/>
                    <a:ext cx="72584" cy="20978"/>
                  </a:xfrm>
                  <a:custGeom>
                    <a:avLst/>
                    <a:gdLst>
                      <a:gd name="connsiteX0" fmla="*/ 68650 w 72584"/>
                      <a:gd name="connsiteY0" fmla="*/ 0 h 20978"/>
                      <a:gd name="connsiteX1" fmla="*/ 70936 w 72584"/>
                      <a:gd name="connsiteY1" fmla="*/ 14411 h 20978"/>
                      <a:gd name="connsiteX2" fmla="*/ 0 w 72584"/>
                      <a:gd name="connsiteY2" fmla="*/ 19811 h 20978"/>
                      <a:gd name="connsiteX3" fmla="*/ 20200 w 72584"/>
                      <a:gd name="connsiteY3" fmla="*/ 4463 h 20978"/>
                      <a:gd name="connsiteX4" fmla="*/ 18947 w 72584"/>
                      <a:gd name="connsiteY4" fmla="*/ 5424 h 20978"/>
                      <a:gd name="connsiteX5" fmla="*/ 20297 w 72584"/>
                      <a:gd name="connsiteY5" fmla="*/ 9084 h 20978"/>
                      <a:gd name="connsiteX6" fmla="*/ 68662 w 72584"/>
                      <a:gd name="connsiteY6" fmla="*/ 0 h 209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2584" h="20978">
                        <a:moveTo>
                          <a:pt x="68650" y="0"/>
                        </a:moveTo>
                        <a:cubicBezTo>
                          <a:pt x="68650" y="0"/>
                          <a:pt x="75691" y="6822"/>
                          <a:pt x="70936" y="14411"/>
                        </a:cubicBezTo>
                        <a:cubicBezTo>
                          <a:pt x="70936" y="14411"/>
                          <a:pt x="15153" y="24298"/>
                          <a:pt x="0" y="19811"/>
                        </a:cubicBezTo>
                        <a:cubicBezTo>
                          <a:pt x="0" y="19811"/>
                          <a:pt x="3150" y="12635"/>
                          <a:pt x="20200" y="4463"/>
                        </a:cubicBezTo>
                        <a:lnTo>
                          <a:pt x="18947" y="5424"/>
                        </a:lnTo>
                        <a:cubicBezTo>
                          <a:pt x="17354" y="6652"/>
                          <a:pt x="18290" y="9194"/>
                          <a:pt x="20297" y="9084"/>
                        </a:cubicBezTo>
                        <a:cubicBezTo>
                          <a:pt x="31534" y="8440"/>
                          <a:pt x="54798" y="6385"/>
                          <a:pt x="68662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27" name="Graphique 9">
                  <a:extLst>
                    <a:ext uri="{FF2B5EF4-FFF2-40B4-BE49-F238E27FC236}">
                      <a16:creationId xmlns:a16="http://schemas.microsoft.com/office/drawing/2014/main" id="{0CA86A25-1A7B-5796-BDF0-1D55DF06762C}"/>
                    </a:ext>
                  </a:extLst>
                </p:cNvPr>
                <p:cNvGrpSpPr/>
                <p:nvPr/>
              </p:nvGrpSpPr>
              <p:grpSpPr>
                <a:xfrm>
                  <a:off x="3006895" y="1980353"/>
                  <a:ext cx="182503" cy="239835"/>
                  <a:chOff x="3006895" y="1980353"/>
                  <a:chExt cx="182503" cy="239835"/>
                </a:xfrm>
              </p:grpSpPr>
              <p:sp>
                <p:nvSpPr>
                  <p:cNvPr id="232" name="Forme libre : forme 231">
                    <a:extLst>
                      <a:ext uri="{FF2B5EF4-FFF2-40B4-BE49-F238E27FC236}">
                        <a16:creationId xmlns:a16="http://schemas.microsoft.com/office/drawing/2014/main" id="{3C7B71AF-274A-9095-797E-B6747A399975}"/>
                      </a:ext>
                    </a:extLst>
                  </p:cNvPr>
                  <p:cNvSpPr/>
                  <p:nvPr/>
                </p:nvSpPr>
                <p:spPr>
                  <a:xfrm>
                    <a:off x="3034549" y="1980353"/>
                    <a:ext cx="154407" cy="158315"/>
                  </a:xfrm>
                  <a:custGeom>
                    <a:avLst/>
                    <a:gdLst>
                      <a:gd name="connsiteX0" fmla="*/ 17589 w 154407"/>
                      <a:gd name="connsiteY0" fmla="*/ 1161 h 158315"/>
                      <a:gd name="connsiteX1" fmla="*/ 89474 w 154407"/>
                      <a:gd name="connsiteY1" fmla="*/ 42046 h 158315"/>
                      <a:gd name="connsiteX2" fmla="*/ 91444 w 154407"/>
                      <a:gd name="connsiteY2" fmla="*/ 43846 h 158315"/>
                      <a:gd name="connsiteX3" fmla="*/ 117748 w 154407"/>
                      <a:gd name="connsiteY3" fmla="*/ 50206 h 158315"/>
                      <a:gd name="connsiteX4" fmla="*/ 115268 w 154407"/>
                      <a:gd name="connsiteY4" fmla="*/ 71634 h 158315"/>
                      <a:gd name="connsiteX5" fmla="*/ 116581 w 154407"/>
                      <a:gd name="connsiteY5" fmla="*/ 74310 h 158315"/>
                      <a:gd name="connsiteX6" fmla="*/ 153855 w 154407"/>
                      <a:gd name="connsiteY6" fmla="*/ 94157 h 158315"/>
                      <a:gd name="connsiteX7" fmla="*/ 135127 w 154407"/>
                      <a:gd name="connsiteY7" fmla="*/ 121459 h 158315"/>
                      <a:gd name="connsiteX8" fmla="*/ 134604 w 154407"/>
                      <a:gd name="connsiteY8" fmla="*/ 124329 h 158315"/>
                      <a:gd name="connsiteX9" fmla="*/ 141584 w 154407"/>
                      <a:gd name="connsiteY9" fmla="*/ 143045 h 158315"/>
                      <a:gd name="connsiteX10" fmla="*/ 101890 w 154407"/>
                      <a:gd name="connsiteY10" fmla="*/ 158198 h 158315"/>
                      <a:gd name="connsiteX11" fmla="*/ 101209 w 154407"/>
                      <a:gd name="connsiteY11" fmla="*/ 157991 h 158315"/>
                      <a:gd name="connsiteX12" fmla="*/ 48625 w 154407"/>
                      <a:gd name="connsiteY12" fmla="*/ 128001 h 158315"/>
                      <a:gd name="connsiteX13" fmla="*/ 47846 w 154407"/>
                      <a:gd name="connsiteY13" fmla="*/ 126895 h 158315"/>
                      <a:gd name="connsiteX14" fmla="*/ 37229 w 154407"/>
                      <a:gd name="connsiteY14" fmla="*/ 65590 h 158315"/>
                      <a:gd name="connsiteX15" fmla="*/ 37643 w 154407"/>
                      <a:gd name="connsiteY15" fmla="*/ 64228 h 158315"/>
                      <a:gd name="connsiteX16" fmla="*/ 3361 w 154407"/>
                      <a:gd name="connsiteY16" fmla="*/ 15851 h 158315"/>
                      <a:gd name="connsiteX17" fmla="*/ 17577 w 154407"/>
                      <a:gd name="connsiteY17" fmla="*/ 1161 h 1583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54407" h="158315">
                        <a:moveTo>
                          <a:pt x="17589" y="1161"/>
                        </a:moveTo>
                        <a:cubicBezTo>
                          <a:pt x="67632" y="-7352"/>
                          <a:pt x="91189" y="33473"/>
                          <a:pt x="89474" y="42046"/>
                        </a:cubicBezTo>
                        <a:cubicBezTo>
                          <a:pt x="89243" y="43190"/>
                          <a:pt x="90313" y="44150"/>
                          <a:pt x="91444" y="43846"/>
                        </a:cubicBezTo>
                        <a:cubicBezTo>
                          <a:pt x="97184" y="42302"/>
                          <a:pt x="109880" y="40356"/>
                          <a:pt x="117748" y="50206"/>
                        </a:cubicBezTo>
                        <a:cubicBezTo>
                          <a:pt x="124693" y="58914"/>
                          <a:pt x="119500" y="67123"/>
                          <a:pt x="115268" y="71634"/>
                        </a:cubicBezTo>
                        <a:cubicBezTo>
                          <a:pt x="114246" y="72729"/>
                          <a:pt x="115110" y="74492"/>
                          <a:pt x="116581" y="74310"/>
                        </a:cubicBezTo>
                        <a:cubicBezTo>
                          <a:pt x="127149" y="72972"/>
                          <a:pt x="150097" y="72656"/>
                          <a:pt x="153855" y="94157"/>
                        </a:cubicBezTo>
                        <a:cubicBezTo>
                          <a:pt x="157357" y="114211"/>
                          <a:pt x="143396" y="119866"/>
                          <a:pt x="135127" y="121459"/>
                        </a:cubicBezTo>
                        <a:cubicBezTo>
                          <a:pt x="133728" y="121726"/>
                          <a:pt x="133400" y="123575"/>
                          <a:pt x="134604" y="124329"/>
                        </a:cubicBezTo>
                        <a:cubicBezTo>
                          <a:pt x="138739" y="126943"/>
                          <a:pt x="143518" y="132355"/>
                          <a:pt x="141584" y="143045"/>
                        </a:cubicBezTo>
                        <a:cubicBezTo>
                          <a:pt x="138556" y="159791"/>
                          <a:pt x="105733" y="158416"/>
                          <a:pt x="101890" y="158198"/>
                        </a:cubicBezTo>
                        <a:cubicBezTo>
                          <a:pt x="101647" y="158185"/>
                          <a:pt x="101416" y="158112"/>
                          <a:pt x="101209" y="157991"/>
                        </a:cubicBezTo>
                        <a:lnTo>
                          <a:pt x="48625" y="128001"/>
                        </a:lnTo>
                        <a:cubicBezTo>
                          <a:pt x="48211" y="127770"/>
                          <a:pt x="47931" y="127369"/>
                          <a:pt x="47846" y="126895"/>
                        </a:cubicBezTo>
                        <a:lnTo>
                          <a:pt x="37229" y="65590"/>
                        </a:lnTo>
                        <a:cubicBezTo>
                          <a:pt x="37144" y="65092"/>
                          <a:pt x="37302" y="64593"/>
                          <a:pt x="37643" y="64228"/>
                        </a:cubicBezTo>
                        <a:lnTo>
                          <a:pt x="3361" y="15851"/>
                        </a:lnTo>
                        <a:cubicBezTo>
                          <a:pt x="-9080" y="14015"/>
                          <a:pt x="16981" y="1258"/>
                          <a:pt x="17577" y="1161"/>
                        </a:cubicBezTo>
                        <a:close/>
                      </a:path>
                    </a:pathLst>
                  </a:custGeom>
                  <a:solidFill>
                    <a:srgbClr val="352213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33" name="Forme libre : forme 232">
                    <a:extLst>
                      <a:ext uri="{FF2B5EF4-FFF2-40B4-BE49-F238E27FC236}">
                        <a16:creationId xmlns:a16="http://schemas.microsoft.com/office/drawing/2014/main" id="{A9CD2C0F-0499-1381-1AC1-4C0BA424CB1C}"/>
                      </a:ext>
                    </a:extLst>
                  </p:cNvPr>
                  <p:cNvSpPr/>
                  <p:nvPr/>
                </p:nvSpPr>
                <p:spPr>
                  <a:xfrm>
                    <a:off x="3041391" y="2075628"/>
                    <a:ext cx="141588" cy="131998"/>
                  </a:xfrm>
                  <a:custGeom>
                    <a:avLst/>
                    <a:gdLst>
                      <a:gd name="connsiteX0" fmla="*/ 50587 w 141588"/>
                      <a:gd name="connsiteY0" fmla="*/ 131987 h 131998"/>
                      <a:gd name="connsiteX1" fmla="*/ 8047 w 141588"/>
                      <a:gd name="connsiteY1" fmla="*/ 86857 h 131998"/>
                      <a:gd name="connsiteX2" fmla="*/ 1589 w 141588"/>
                      <a:gd name="connsiteY2" fmla="*/ 52526 h 131998"/>
                      <a:gd name="connsiteX3" fmla="*/ 20415 w 141588"/>
                      <a:gd name="connsiteY3" fmla="*/ 5109 h 131998"/>
                      <a:gd name="connsiteX4" fmla="*/ 53968 w 141588"/>
                      <a:gd name="connsiteY4" fmla="*/ 1 h 131998"/>
                      <a:gd name="connsiteX5" fmla="*/ 141589 w 141588"/>
                      <a:gd name="connsiteY5" fmla="*/ 109975 h 131998"/>
                      <a:gd name="connsiteX6" fmla="*/ 113837 w 141588"/>
                      <a:gd name="connsiteY6" fmla="*/ 118621 h 131998"/>
                      <a:gd name="connsiteX7" fmla="*/ 81184 w 141588"/>
                      <a:gd name="connsiteY7" fmla="*/ 73552 h 131998"/>
                      <a:gd name="connsiteX8" fmla="*/ 110249 w 141588"/>
                      <a:gd name="connsiteY8" fmla="*/ 125833 h 131998"/>
                      <a:gd name="connsiteX9" fmla="*/ 50587 w 141588"/>
                      <a:gd name="connsiteY9" fmla="*/ 131999 h 1319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41588" h="131998">
                        <a:moveTo>
                          <a:pt x="50587" y="131987"/>
                        </a:moveTo>
                        <a:cubicBezTo>
                          <a:pt x="50587" y="131987"/>
                          <a:pt x="22081" y="104843"/>
                          <a:pt x="8047" y="86857"/>
                        </a:cubicBezTo>
                        <a:cubicBezTo>
                          <a:pt x="459" y="77140"/>
                          <a:pt x="-1925" y="64346"/>
                          <a:pt x="1589" y="52526"/>
                        </a:cubicBezTo>
                        <a:cubicBezTo>
                          <a:pt x="7998" y="30939"/>
                          <a:pt x="19381" y="8587"/>
                          <a:pt x="20415" y="5109"/>
                        </a:cubicBezTo>
                        <a:cubicBezTo>
                          <a:pt x="22008" y="-230"/>
                          <a:pt x="53968" y="1"/>
                          <a:pt x="53968" y="1"/>
                        </a:cubicBezTo>
                        <a:cubicBezTo>
                          <a:pt x="53968" y="1"/>
                          <a:pt x="116865" y="40826"/>
                          <a:pt x="141589" y="109975"/>
                        </a:cubicBezTo>
                        <a:lnTo>
                          <a:pt x="113837" y="118621"/>
                        </a:lnTo>
                        <a:cubicBezTo>
                          <a:pt x="113837" y="118621"/>
                          <a:pt x="97419" y="91064"/>
                          <a:pt x="81184" y="73552"/>
                        </a:cubicBezTo>
                        <a:cubicBezTo>
                          <a:pt x="81184" y="73552"/>
                          <a:pt x="109264" y="110644"/>
                          <a:pt x="110249" y="125833"/>
                        </a:cubicBezTo>
                        <a:lnTo>
                          <a:pt x="50587" y="131999"/>
                        </a:lnTo>
                        <a:close/>
                      </a:path>
                    </a:pathLst>
                  </a:custGeom>
                  <a:solidFill>
                    <a:srgbClr val="FFD040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34" name="Forme libre : forme 233">
                    <a:extLst>
                      <a:ext uri="{FF2B5EF4-FFF2-40B4-BE49-F238E27FC236}">
                        <a16:creationId xmlns:a16="http://schemas.microsoft.com/office/drawing/2014/main" id="{3D195A03-22BB-758D-5836-8A75213AC47B}"/>
                      </a:ext>
                    </a:extLst>
                  </p:cNvPr>
                  <p:cNvSpPr/>
                  <p:nvPr/>
                </p:nvSpPr>
                <p:spPr>
                  <a:xfrm>
                    <a:off x="3057927" y="2035826"/>
                    <a:ext cx="35936" cy="44887"/>
                  </a:xfrm>
                  <a:custGeom>
                    <a:avLst/>
                    <a:gdLst>
                      <a:gd name="connsiteX0" fmla="*/ 12 w 35936"/>
                      <a:gd name="connsiteY0" fmla="*/ 15104 h 44887"/>
                      <a:gd name="connsiteX1" fmla="*/ 9340 w 35936"/>
                      <a:gd name="connsiteY1" fmla="*/ 44449 h 44887"/>
                      <a:gd name="connsiteX2" fmla="*/ 35936 w 35936"/>
                      <a:gd name="connsiteY2" fmla="*/ 40290 h 44887"/>
                      <a:gd name="connsiteX3" fmla="*/ 15335 w 35936"/>
                      <a:gd name="connsiteY3" fmla="*/ 0 h 44887"/>
                      <a:gd name="connsiteX4" fmla="*/ 0 w 35936"/>
                      <a:gd name="connsiteY4" fmla="*/ 15104 h 44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5936" h="44887">
                        <a:moveTo>
                          <a:pt x="12" y="15104"/>
                        </a:moveTo>
                        <a:cubicBezTo>
                          <a:pt x="340" y="16211"/>
                          <a:pt x="8683" y="43865"/>
                          <a:pt x="9340" y="44449"/>
                        </a:cubicBezTo>
                        <a:cubicBezTo>
                          <a:pt x="9996" y="45021"/>
                          <a:pt x="27642" y="45969"/>
                          <a:pt x="35936" y="40290"/>
                        </a:cubicBezTo>
                        <a:lnTo>
                          <a:pt x="15335" y="0"/>
                        </a:lnTo>
                        <a:lnTo>
                          <a:pt x="0" y="15104"/>
                        </a:lnTo>
                        <a:close/>
                      </a:path>
                    </a:pathLst>
                  </a:custGeom>
                  <a:solidFill>
                    <a:srgbClr val="C9764E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grpSp>
                <p:nvGrpSpPr>
                  <p:cNvPr id="235" name="Graphique 9">
                    <a:extLst>
                      <a:ext uri="{FF2B5EF4-FFF2-40B4-BE49-F238E27FC236}">
                        <a16:creationId xmlns:a16="http://schemas.microsoft.com/office/drawing/2014/main" id="{CEA73B07-6A9A-A2CE-E48A-95936D482ED2}"/>
                      </a:ext>
                    </a:extLst>
                  </p:cNvPr>
                  <p:cNvGrpSpPr/>
                  <p:nvPr/>
                </p:nvGrpSpPr>
                <p:grpSpPr>
                  <a:xfrm>
                    <a:off x="3006895" y="1985346"/>
                    <a:ext cx="81318" cy="85711"/>
                    <a:chOff x="3006895" y="1985346"/>
                    <a:chExt cx="81318" cy="85711"/>
                  </a:xfrm>
                </p:grpSpPr>
                <p:sp>
                  <p:nvSpPr>
                    <p:cNvPr id="237" name="Forme libre : forme 236">
                      <a:extLst>
                        <a:ext uri="{FF2B5EF4-FFF2-40B4-BE49-F238E27FC236}">
                          <a16:creationId xmlns:a16="http://schemas.microsoft.com/office/drawing/2014/main" id="{842A0782-9699-B975-8D77-AEFF0D530D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784" y="2005085"/>
                      <a:ext cx="52214" cy="65972"/>
                    </a:xfrm>
                    <a:custGeom>
                      <a:avLst/>
                      <a:gdLst>
                        <a:gd name="connsiteX0" fmla="*/ 711 w 52214"/>
                        <a:gd name="connsiteY0" fmla="*/ 10310 h 65972"/>
                        <a:gd name="connsiteX1" fmla="*/ 7838 w 52214"/>
                        <a:gd name="connsiteY1" fmla="*/ 47463 h 65972"/>
                        <a:gd name="connsiteX2" fmla="*/ 38520 w 52214"/>
                        <a:gd name="connsiteY2" fmla="*/ 61934 h 65972"/>
                        <a:gd name="connsiteX3" fmla="*/ 51910 w 52214"/>
                        <a:gd name="connsiteY3" fmla="*/ 22934 h 65972"/>
                        <a:gd name="connsiteX4" fmla="*/ 711 w 52214"/>
                        <a:gd name="connsiteY4" fmla="*/ 10310 h 659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2214" h="65972">
                          <a:moveTo>
                            <a:pt x="711" y="10310"/>
                          </a:moveTo>
                          <a:cubicBezTo>
                            <a:pt x="711" y="10310"/>
                            <a:pt x="-3326" y="26156"/>
                            <a:pt x="7838" y="47463"/>
                          </a:cubicBezTo>
                          <a:cubicBezTo>
                            <a:pt x="18989" y="68769"/>
                            <a:pt x="31625" y="68745"/>
                            <a:pt x="38520" y="61934"/>
                          </a:cubicBezTo>
                          <a:cubicBezTo>
                            <a:pt x="45428" y="55112"/>
                            <a:pt x="53941" y="43535"/>
                            <a:pt x="51910" y="22934"/>
                          </a:cubicBezTo>
                          <a:cubicBezTo>
                            <a:pt x="49891" y="2333"/>
                            <a:pt x="6524" y="-9841"/>
                            <a:pt x="711" y="10310"/>
                          </a:cubicBezTo>
                          <a:close/>
                        </a:path>
                      </a:pathLst>
                    </a:custGeom>
                    <a:solidFill>
                      <a:srgbClr val="C9764E"/>
                    </a:solidFill>
                    <a:ln w="121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38" name="Forme libre : forme 237">
                      <a:extLst>
                        <a:ext uri="{FF2B5EF4-FFF2-40B4-BE49-F238E27FC236}">
                          <a16:creationId xmlns:a16="http://schemas.microsoft.com/office/drawing/2014/main" id="{B1047188-1FFE-E770-E789-C335CB08D1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06895" y="1985346"/>
                      <a:ext cx="81318" cy="48157"/>
                    </a:xfrm>
                    <a:custGeom>
                      <a:avLst/>
                      <a:gdLst>
                        <a:gd name="connsiteX0" fmla="*/ 53366 w 81318"/>
                        <a:gd name="connsiteY0" fmla="*/ 43791 h 48157"/>
                        <a:gd name="connsiteX1" fmla="*/ 17503 w 81318"/>
                        <a:gd name="connsiteY1" fmla="*/ 37771 h 48157"/>
                        <a:gd name="connsiteX2" fmla="*/ 17187 w 81318"/>
                        <a:gd name="connsiteY2" fmla="*/ 45870 h 48157"/>
                        <a:gd name="connsiteX3" fmla="*/ 417 w 81318"/>
                        <a:gd name="connsiteY3" fmla="*/ 24819 h 48157"/>
                        <a:gd name="connsiteX4" fmla="*/ 44160 w 81318"/>
                        <a:gd name="connsiteY4" fmla="*/ 2601 h 48157"/>
                        <a:gd name="connsiteX5" fmla="*/ 81203 w 81318"/>
                        <a:gd name="connsiteY5" fmla="*/ 35169 h 48157"/>
                        <a:gd name="connsiteX6" fmla="*/ 69759 w 81318"/>
                        <a:gd name="connsiteY6" fmla="*/ 47828 h 48157"/>
                        <a:gd name="connsiteX7" fmla="*/ 59568 w 81318"/>
                        <a:gd name="connsiteY7" fmla="*/ 35229 h 48157"/>
                        <a:gd name="connsiteX8" fmla="*/ 55142 w 81318"/>
                        <a:gd name="connsiteY8" fmla="*/ 42940 h 48157"/>
                        <a:gd name="connsiteX9" fmla="*/ 53354 w 81318"/>
                        <a:gd name="connsiteY9" fmla="*/ 43791 h 481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81318" h="48157">
                          <a:moveTo>
                            <a:pt x="53366" y="43791"/>
                          </a:moveTo>
                          <a:cubicBezTo>
                            <a:pt x="53366" y="43791"/>
                            <a:pt x="34857" y="15492"/>
                            <a:pt x="17503" y="37771"/>
                          </a:cubicBezTo>
                          <a:lnTo>
                            <a:pt x="17187" y="45870"/>
                          </a:lnTo>
                          <a:cubicBezTo>
                            <a:pt x="17187" y="45870"/>
                            <a:pt x="-3135" y="43462"/>
                            <a:pt x="417" y="24819"/>
                          </a:cubicBezTo>
                          <a:cubicBezTo>
                            <a:pt x="3968" y="6176"/>
                            <a:pt x="21540" y="-5474"/>
                            <a:pt x="44160" y="2601"/>
                          </a:cubicBezTo>
                          <a:cubicBezTo>
                            <a:pt x="66780" y="10676"/>
                            <a:pt x="79744" y="18958"/>
                            <a:pt x="81203" y="35169"/>
                          </a:cubicBezTo>
                          <a:cubicBezTo>
                            <a:pt x="82662" y="51379"/>
                            <a:pt x="69759" y="47828"/>
                            <a:pt x="69759" y="47828"/>
                          </a:cubicBezTo>
                          <a:cubicBezTo>
                            <a:pt x="69759" y="47828"/>
                            <a:pt x="65552" y="36409"/>
                            <a:pt x="59568" y="35229"/>
                          </a:cubicBezTo>
                          <a:cubicBezTo>
                            <a:pt x="53585" y="34038"/>
                            <a:pt x="55142" y="42940"/>
                            <a:pt x="55142" y="42940"/>
                          </a:cubicBezTo>
                          <a:lnTo>
                            <a:pt x="53354" y="43791"/>
                          </a:lnTo>
                          <a:close/>
                        </a:path>
                      </a:pathLst>
                    </a:custGeom>
                    <a:solidFill>
                      <a:srgbClr val="352213"/>
                    </a:solidFill>
                    <a:ln w="121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39" name="Forme libre : forme 238">
                      <a:extLst>
                        <a:ext uri="{FF2B5EF4-FFF2-40B4-BE49-F238E27FC236}">
                          <a16:creationId xmlns:a16="http://schemas.microsoft.com/office/drawing/2014/main" id="{A903CD47-DA51-AA54-7E29-D8059FF2D3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60808" y="2011915"/>
                      <a:ext cx="12454" cy="20335"/>
                    </a:xfrm>
                    <a:custGeom>
                      <a:avLst/>
                      <a:gdLst>
                        <a:gd name="connsiteX0" fmla="*/ 4197 w 12454"/>
                        <a:gd name="connsiteY0" fmla="*/ 16845 h 20335"/>
                        <a:gd name="connsiteX1" fmla="*/ 4428 w 12454"/>
                        <a:gd name="connsiteY1" fmla="*/ 197 h 20335"/>
                        <a:gd name="connsiteX2" fmla="*/ 11676 w 12454"/>
                        <a:gd name="connsiteY2" fmla="*/ 20336 h 20335"/>
                        <a:gd name="connsiteX3" fmla="*/ 4197 w 12454"/>
                        <a:gd name="connsiteY3" fmla="*/ 16845 h 203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454" h="20335">
                          <a:moveTo>
                            <a:pt x="4197" y="16845"/>
                          </a:moveTo>
                          <a:cubicBezTo>
                            <a:pt x="4197" y="16845"/>
                            <a:pt x="-5398" y="2361"/>
                            <a:pt x="4428" y="197"/>
                          </a:cubicBezTo>
                          <a:cubicBezTo>
                            <a:pt x="14266" y="-1968"/>
                            <a:pt x="12734" y="14316"/>
                            <a:pt x="11676" y="20336"/>
                          </a:cubicBezTo>
                          <a:lnTo>
                            <a:pt x="4197" y="16845"/>
                          </a:lnTo>
                          <a:close/>
                        </a:path>
                      </a:pathLst>
                    </a:custGeom>
                    <a:solidFill>
                      <a:srgbClr val="C9764E"/>
                    </a:solidFill>
                    <a:ln w="121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236" name="Forme libre : forme 235">
                    <a:extLst>
                      <a:ext uri="{FF2B5EF4-FFF2-40B4-BE49-F238E27FC236}">
                        <a16:creationId xmlns:a16="http://schemas.microsoft.com/office/drawing/2014/main" id="{D81D7249-09B4-2B5B-9403-E1882C4D3BF2}"/>
                      </a:ext>
                    </a:extLst>
                  </p:cNvPr>
                  <p:cNvSpPr/>
                  <p:nvPr/>
                </p:nvSpPr>
                <p:spPr>
                  <a:xfrm>
                    <a:off x="3033884" y="2185615"/>
                    <a:ext cx="155515" cy="34574"/>
                  </a:xfrm>
                  <a:custGeom>
                    <a:avLst/>
                    <a:gdLst>
                      <a:gd name="connsiteX0" fmla="*/ 12 w 155515"/>
                      <a:gd name="connsiteY0" fmla="*/ 24018 h 34574"/>
                      <a:gd name="connsiteX1" fmla="*/ 20954 w 155515"/>
                      <a:gd name="connsiteY1" fmla="*/ 3831 h 34574"/>
                      <a:gd name="connsiteX2" fmla="*/ 49934 w 155515"/>
                      <a:gd name="connsiteY2" fmla="*/ 16077 h 34574"/>
                      <a:gd name="connsiteX3" fmla="*/ 95283 w 155515"/>
                      <a:gd name="connsiteY3" fmla="*/ 16077 h 34574"/>
                      <a:gd name="connsiteX4" fmla="*/ 111785 w 155515"/>
                      <a:gd name="connsiteY4" fmla="*/ 11614 h 34574"/>
                      <a:gd name="connsiteX5" fmla="*/ 149084 w 155515"/>
                      <a:gd name="connsiteY5" fmla="*/ 0 h 34574"/>
                      <a:gd name="connsiteX6" fmla="*/ 154945 w 155515"/>
                      <a:gd name="connsiteY6" fmla="*/ 16563 h 34574"/>
                      <a:gd name="connsiteX7" fmla="*/ 151309 w 155515"/>
                      <a:gd name="connsiteY7" fmla="*/ 28019 h 34574"/>
                      <a:gd name="connsiteX8" fmla="*/ 141884 w 155515"/>
                      <a:gd name="connsiteY8" fmla="*/ 33893 h 34574"/>
                      <a:gd name="connsiteX9" fmla="*/ 20783 w 155515"/>
                      <a:gd name="connsiteY9" fmla="*/ 32410 h 34574"/>
                      <a:gd name="connsiteX10" fmla="*/ 0 w 155515"/>
                      <a:gd name="connsiteY10" fmla="*/ 24043 h 34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515" h="34574">
                        <a:moveTo>
                          <a:pt x="12" y="24018"/>
                        </a:moveTo>
                        <a:lnTo>
                          <a:pt x="20954" y="3831"/>
                        </a:lnTo>
                        <a:lnTo>
                          <a:pt x="49934" y="16077"/>
                        </a:lnTo>
                        <a:cubicBezTo>
                          <a:pt x="49934" y="16077"/>
                          <a:pt x="78780" y="20540"/>
                          <a:pt x="95283" y="16077"/>
                        </a:cubicBezTo>
                        <a:lnTo>
                          <a:pt x="111785" y="11614"/>
                        </a:lnTo>
                        <a:lnTo>
                          <a:pt x="149084" y="0"/>
                        </a:lnTo>
                        <a:lnTo>
                          <a:pt x="154945" y="16563"/>
                        </a:lnTo>
                        <a:cubicBezTo>
                          <a:pt x="156429" y="20771"/>
                          <a:pt x="154945" y="25429"/>
                          <a:pt x="151309" y="28019"/>
                        </a:cubicBezTo>
                        <a:cubicBezTo>
                          <a:pt x="148086" y="30318"/>
                          <a:pt x="144304" y="32835"/>
                          <a:pt x="141884" y="33893"/>
                        </a:cubicBezTo>
                        <a:cubicBezTo>
                          <a:pt x="136971" y="36046"/>
                          <a:pt x="20783" y="32410"/>
                          <a:pt x="20783" y="32410"/>
                        </a:cubicBezTo>
                        <a:lnTo>
                          <a:pt x="0" y="24043"/>
                        </a:lnTo>
                        <a:close/>
                      </a:path>
                    </a:pathLst>
                  </a:custGeom>
                  <a:solidFill>
                    <a:srgbClr val="C9764E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28" name="Graphique 9">
                  <a:extLst>
                    <a:ext uri="{FF2B5EF4-FFF2-40B4-BE49-F238E27FC236}">
                      <a16:creationId xmlns:a16="http://schemas.microsoft.com/office/drawing/2014/main" id="{381BA3FE-E79B-52F8-FEED-13EB612F3BBD}"/>
                    </a:ext>
                  </a:extLst>
                </p:cNvPr>
                <p:cNvGrpSpPr/>
                <p:nvPr/>
              </p:nvGrpSpPr>
              <p:grpSpPr>
                <a:xfrm>
                  <a:off x="2874074" y="2108817"/>
                  <a:ext cx="244257" cy="110338"/>
                  <a:chOff x="2874074" y="2108817"/>
                  <a:chExt cx="244257" cy="110338"/>
                </a:xfrm>
              </p:grpSpPr>
              <p:sp>
                <p:nvSpPr>
                  <p:cNvPr id="229" name="Forme libre : forme 228">
                    <a:extLst>
                      <a:ext uri="{FF2B5EF4-FFF2-40B4-BE49-F238E27FC236}">
                        <a16:creationId xmlns:a16="http://schemas.microsoft.com/office/drawing/2014/main" id="{1B63ECB8-3EC0-95F4-7111-85E17EC4538D}"/>
                      </a:ext>
                    </a:extLst>
                  </p:cNvPr>
                  <p:cNvSpPr/>
                  <p:nvPr/>
                </p:nvSpPr>
                <p:spPr>
                  <a:xfrm>
                    <a:off x="2985945" y="2208136"/>
                    <a:ext cx="132386" cy="11018"/>
                  </a:xfrm>
                  <a:custGeom>
                    <a:avLst/>
                    <a:gdLst>
                      <a:gd name="connsiteX0" fmla="*/ 127218 w 132386"/>
                      <a:gd name="connsiteY0" fmla="*/ 11019 h 11018"/>
                      <a:gd name="connsiteX1" fmla="*/ 126938 w 132386"/>
                      <a:gd name="connsiteY1" fmla="*/ 11019 h 11018"/>
                      <a:gd name="connsiteX2" fmla="*/ 5436 w 132386"/>
                      <a:gd name="connsiteY2" fmla="*/ 10885 h 11018"/>
                      <a:gd name="connsiteX3" fmla="*/ 0 w 132386"/>
                      <a:gd name="connsiteY3" fmla="*/ 5437 h 11018"/>
                      <a:gd name="connsiteX4" fmla="*/ 5448 w 132386"/>
                      <a:gd name="connsiteY4" fmla="*/ 1 h 11018"/>
                      <a:gd name="connsiteX5" fmla="*/ 126950 w 132386"/>
                      <a:gd name="connsiteY5" fmla="*/ 134 h 11018"/>
                      <a:gd name="connsiteX6" fmla="*/ 132386 w 132386"/>
                      <a:gd name="connsiteY6" fmla="*/ 5583 h 11018"/>
                      <a:gd name="connsiteX7" fmla="*/ 127218 w 132386"/>
                      <a:gd name="connsiteY7" fmla="*/ 11007 h 110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2386" h="11018">
                        <a:moveTo>
                          <a:pt x="127218" y="11019"/>
                        </a:moveTo>
                        <a:cubicBezTo>
                          <a:pt x="127121" y="11019"/>
                          <a:pt x="127035" y="11019"/>
                          <a:pt x="126938" y="11019"/>
                        </a:cubicBezTo>
                        <a:lnTo>
                          <a:pt x="5436" y="10885"/>
                        </a:lnTo>
                        <a:cubicBezTo>
                          <a:pt x="2432" y="10885"/>
                          <a:pt x="0" y="8441"/>
                          <a:pt x="0" y="5437"/>
                        </a:cubicBezTo>
                        <a:cubicBezTo>
                          <a:pt x="0" y="2433"/>
                          <a:pt x="2444" y="-48"/>
                          <a:pt x="5448" y="1"/>
                        </a:cubicBezTo>
                        <a:lnTo>
                          <a:pt x="126950" y="134"/>
                        </a:lnTo>
                        <a:cubicBezTo>
                          <a:pt x="129954" y="134"/>
                          <a:pt x="132386" y="2579"/>
                          <a:pt x="132386" y="5583"/>
                        </a:cubicBezTo>
                        <a:cubicBezTo>
                          <a:pt x="132386" y="8489"/>
                          <a:pt x="130100" y="10873"/>
                          <a:pt x="127218" y="11007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30" name="Forme libre : forme 229">
                    <a:extLst>
                      <a:ext uri="{FF2B5EF4-FFF2-40B4-BE49-F238E27FC236}">
                        <a16:creationId xmlns:a16="http://schemas.microsoft.com/office/drawing/2014/main" id="{234A9091-BDA7-DA2E-245A-3F08E840150C}"/>
                      </a:ext>
                    </a:extLst>
                  </p:cNvPr>
                  <p:cNvSpPr/>
                  <p:nvPr/>
                </p:nvSpPr>
                <p:spPr>
                  <a:xfrm>
                    <a:off x="2874074" y="2108817"/>
                    <a:ext cx="173491" cy="110265"/>
                  </a:xfrm>
                  <a:custGeom>
                    <a:avLst/>
                    <a:gdLst>
                      <a:gd name="connsiteX0" fmla="*/ 8075 w 173491"/>
                      <a:gd name="connsiteY0" fmla="*/ 24 h 110265"/>
                      <a:gd name="connsiteX1" fmla="*/ 109268 w 173491"/>
                      <a:gd name="connsiteY1" fmla="*/ 24 h 110265"/>
                      <a:gd name="connsiteX2" fmla="*/ 126707 w 173491"/>
                      <a:gd name="connsiteY2" fmla="*/ 11079 h 110265"/>
                      <a:gd name="connsiteX3" fmla="*/ 173491 w 173491"/>
                      <a:gd name="connsiteY3" fmla="*/ 110265 h 110265"/>
                      <a:gd name="connsiteX4" fmla="*/ 47745 w 173491"/>
                      <a:gd name="connsiteY4" fmla="*/ 110265 h 110265"/>
                      <a:gd name="connsiteX5" fmla="*/ 36849 w 173491"/>
                      <a:gd name="connsiteY5" fmla="*/ 102847 h 110265"/>
                      <a:gd name="connsiteX6" fmla="*/ 572 w 173491"/>
                      <a:gd name="connsiteY6" fmla="*/ 11054 h 110265"/>
                      <a:gd name="connsiteX7" fmla="*/ 8088 w 173491"/>
                      <a:gd name="connsiteY7" fmla="*/ 0 h 1102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73491" h="110265">
                        <a:moveTo>
                          <a:pt x="8075" y="24"/>
                        </a:moveTo>
                        <a:lnTo>
                          <a:pt x="109268" y="24"/>
                        </a:lnTo>
                        <a:cubicBezTo>
                          <a:pt x="116735" y="24"/>
                          <a:pt x="123521" y="4329"/>
                          <a:pt x="126707" y="11079"/>
                        </a:cubicBezTo>
                        <a:lnTo>
                          <a:pt x="173491" y="110265"/>
                        </a:lnTo>
                        <a:lnTo>
                          <a:pt x="47745" y="110265"/>
                        </a:lnTo>
                        <a:cubicBezTo>
                          <a:pt x="42929" y="110265"/>
                          <a:pt x="38612" y="107322"/>
                          <a:pt x="36849" y="102847"/>
                        </a:cubicBezTo>
                        <a:lnTo>
                          <a:pt x="572" y="11054"/>
                        </a:lnTo>
                        <a:cubicBezTo>
                          <a:pt x="-1520" y="5752"/>
                          <a:pt x="2384" y="0"/>
                          <a:pt x="8088" y="0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31" name="Forme libre : forme 230">
                    <a:extLst>
                      <a:ext uri="{FF2B5EF4-FFF2-40B4-BE49-F238E27FC236}">
                        <a16:creationId xmlns:a16="http://schemas.microsoft.com/office/drawing/2014/main" id="{D7043A71-C9DF-546E-1D62-8E75A9FB6678}"/>
                      </a:ext>
                    </a:extLst>
                  </p:cNvPr>
                  <p:cNvSpPr/>
                  <p:nvPr/>
                </p:nvSpPr>
                <p:spPr>
                  <a:xfrm>
                    <a:off x="2937285" y="2149570"/>
                    <a:ext cx="17128" cy="25147"/>
                  </a:xfrm>
                  <a:custGeom>
                    <a:avLst/>
                    <a:gdLst>
                      <a:gd name="connsiteX0" fmla="*/ 16153 w 17128"/>
                      <a:gd name="connsiteY0" fmla="*/ 10129 h 25147"/>
                      <a:gd name="connsiteX1" fmla="*/ 12529 w 17128"/>
                      <a:gd name="connsiteY1" fmla="*/ 24905 h 25147"/>
                      <a:gd name="connsiteX2" fmla="*/ 976 w 17128"/>
                      <a:gd name="connsiteY2" fmla="*/ 15018 h 25147"/>
                      <a:gd name="connsiteX3" fmla="*/ 4600 w 17128"/>
                      <a:gd name="connsiteY3" fmla="*/ 242 h 25147"/>
                      <a:gd name="connsiteX4" fmla="*/ 16153 w 17128"/>
                      <a:gd name="connsiteY4" fmla="*/ 10129 h 251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28" h="25147">
                        <a:moveTo>
                          <a:pt x="16153" y="10129"/>
                        </a:moveTo>
                        <a:cubicBezTo>
                          <a:pt x="18342" y="16940"/>
                          <a:pt x="16724" y="23555"/>
                          <a:pt x="12529" y="24905"/>
                        </a:cubicBezTo>
                        <a:cubicBezTo>
                          <a:pt x="8333" y="26255"/>
                          <a:pt x="3165" y="21828"/>
                          <a:pt x="976" y="15018"/>
                        </a:cubicBezTo>
                        <a:cubicBezTo>
                          <a:pt x="-1213" y="8208"/>
                          <a:pt x="404" y="1592"/>
                          <a:pt x="4600" y="242"/>
                        </a:cubicBezTo>
                        <a:cubicBezTo>
                          <a:pt x="8795" y="-1108"/>
                          <a:pt x="13964" y="3319"/>
                          <a:pt x="16153" y="10129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99" name="Graphique 9">
                <a:extLst>
                  <a:ext uri="{FF2B5EF4-FFF2-40B4-BE49-F238E27FC236}">
                    <a16:creationId xmlns:a16="http://schemas.microsoft.com/office/drawing/2014/main" id="{B7AD3117-C158-6528-6D62-8CBDCDA02A6E}"/>
                  </a:ext>
                </a:extLst>
              </p:cNvPr>
              <p:cNvGrpSpPr/>
              <p:nvPr/>
            </p:nvGrpSpPr>
            <p:grpSpPr>
              <a:xfrm>
                <a:off x="3111776" y="1870921"/>
                <a:ext cx="294820" cy="594011"/>
                <a:chOff x="3111776" y="1870921"/>
                <a:chExt cx="294820" cy="594011"/>
              </a:xfrm>
            </p:grpSpPr>
            <p:grpSp>
              <p:nvGrpSpPr>
                <p:cNvPr id="209" name="Graphique 9">
                  <a:extLst>
                    <a:ext uri="{FF2B5EF4-FFF2-40B4-BE49-F238E27FC236}">
                      <a16:creationId xmlns:a16="http://schemas.microsoft.com/office/drawing/2014/main" id="{80E452EA-A230-8AB3-05D3-FDA9A6AE468B}"/>
                    </a:ext>
                  </a:extLst>
                </p:cNvPr>
                <p:cNvGrpSpPr/>
                <p:nvPr/>
              </p:nvGrpSpPr>
              <p:grpSpPr>
                <a:xfrm>
                  <a:off x="3185991" y="2137116"/>
                  <a:ext cx="220606" cy="327816"/>
                  <a:chOff x="3185991" y="2137116"/>
                  <a:chExt cx="220606" cy="327816"/>
                </a:xfrm>
              </p:grpSpPr>
              <p:sp>
                <p:nvSpPr>
                  <p:cNvPr id="219" name="Forme libre : forme 218">
                    <a:extLst>
                      <a:ext uri="{FF2B5EF4-FFF2-40B4-BE49-F238E27FC236}">
                        <a16:creationId xmlns:a16="http://schemas.microsoft.com/office/drawing/2014/main" id="{ACA74487-4808-5284-AD4E-0CE46DA03E14}"/>
                      </a:ext>
                    </a:extLst>
                  </p:cNvPr>
                  <p:cNvSpPr/>
                  <p:nvPr/>
                </p:nvSpPr>
                <p:spPr>
                  <a:xfrm>
                    <a:off x="3185991" y="2415716"/>
                    <a:ext cx="67475" cy="29825"/>
                  </a:xfrm>
                  <a:custGeom>
                    <a:avLst/>
                    <a:gdLst>
                      <a:gd name="connsiteX0" fmla="*/ 65688 w 67475"/>
                      <a:gd name="connsiteY0" fmla="*/ 5266 h 29825"/>
                      <a:gd name="connsiteX1" fmla="*/ 67463 w 67475"/>
                      <a:gd name="connsiteY1" fmla="*/ 20747 h 29825"/>
                      <a:gd name="connsiteX2" fmla="*/ 61455 w 67475"/>
                      <a:gd name="connsiteY2" fmla="*/ 27788 h 29825"/>
                      <a:gd name="connsiteX3" fmla="*/ 2632 w 67475"/>
                      <a:gd name="connsiteY3" fmla="*/ 28615 h 29825"/>
                      <a:gd name="connsiteX4" fmla="*/ 966 w 67475"/>
                      <a:gd name="connsiteY4" fmla="*/ 23398 h 29825"/>
                      <a:gd name="connsiteX5" fmla="*/ 56044 w 67475"/>
                      <a:gd name="connsiteY5" fmla="*/ 0 h 29825"/>
                      <a:gd name="connsiteX6" fmla="*/ 65688 w 67475"/>
                      <a:gd name="connsiteY6" fmla="*/ 5266 h 29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7475" h="29825">
                        <a:moveTo>
                          <a:pt x="65688" y="5266"/>
                        </a:moveTo>
                        <a:cubicBezTo>
                          <a:pt x="65688" y="5266"/>
                          <a:pt x="66964" y="12344"/>
                          <a:pt x="67463" y="20747"/>
                        </a:cubicBezTo>
                        <a:cubicBezTo>
                          <a:pt x="67682" y="24334"/>
                          <a:pt x="65019" y="27436"/>
                          <a:pt x="61455" y="27788"/>
                        </a:cubicBezTo>
                        <a:cubicBezTo>
                          <a:pt x="49015" y="28992"/>
                          <a:pt x="20716" y="31218"/>
                          <a:pt x="2632" y="28615"/>
                        </a:cubicBezTo>
                        <a:cubicBezTo>
                          <a:pt x="102" y="28250"/>
                          <a:pt x="-907" y="25137"/>
                          <a:pt x="966" y="23398"/>
                        </a:cubicBezTo>
                        <a:cubicBezTo>
                          <a:pt x="8421" y="16454"/>
                          <a:pt x="26419" y="2943"/>
                          <a:pt x="56044" y="0"/>
                        </a:cubicBezTo>
                        <a:lnTo>
                          <a:pt x="65688" y="5266"/>
                        </a:lnTo>
                        <a:close/>
                      </a:path>
                    </a:pathLst>
                  </a:custGeom>
                  <a:solidFill>
                    <a:srgbClr val="332989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20" name="Forme libre : forme 219">
                    <a:extLst>
                      <a:ext uri="{FF2B5EF4-FFF2-40B4-BE49-F238E27FC236}">
                        <a16:creationId xmlns:a16="http://schemas.microsoft.com/office/drawing/2014/main" id="{53F16D90-AADF-1B1C-BBD0-3A7A21DB277C}"/>
                      </a:ext>
                    </a:extLst>
                  </p:cNvPr>
                  <p:cNvSpPr/>
                  <p:nvPr/>
                </p:nvSpPr>
                <p:spPr>
                  <a:xfrm>
                    <a:off x="3236388" y="2398362"/>
                    <a:ext cx="21468" cy="25287"/>
                  </a:xfrm>
                  <a:custGeom>
                    <a:avLst/>
                    <a:gdLst>
                      <a:gd name="connsiteX0" fmla="*/ 21468 w 21468"/>
                      <a:gd name="connsiteY0" fmla="*/ 6664 h 25287"/>
                      <a:gd name="connsiteX1" fmla="*/ 15181 w 21468"/>
                      <a:gd name="connsiteY1" fmla="*/ 22073 h 25287"/>
                      <a:gd name="connsiteX2" fmla="*/ 9903 w 21468"/>
                      <a:gd name="connsiteY2" fmla="*/ 25259 h 25287"/>
                      <a:gd name="connsiteX3" fmla="*/ 4771 w 21468"/>
                      <a:gd name="connsiteY3" fmla="*/ 24262 h 25287"/>
                      <a:gd name="connsiteX4" fmla="*/ 283 w 21468"/>
                      <a:gd name="connsiteY4" fmla="*/ 15870 h 25287"/>
                      <a:gd name="connsiteX5" fmla="*/ 5026 w 21468"/>
                      <a:gd name="connsiteY5" fmla="*/ 0 h 25287"/>
                      <a:gd name="connsiteX6" fmla="*/ 21468 w 21468"/>
                      <a:gd name="connsiteY6" fmla="*/ 6664 h 252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468" h="25287">
                        <a:moveTo>
                          <a:pt x="21468" y="6664"/>
                        </a:moveTo>
                        <a:lnTo>
                          <a:pt x="15181" y="22073"/>
                        </a:lnTo>
                        <a:cubicBezTo>
                          <a:pt x="14317" y="24189"/>
                          <a:pt x="12177" y="25502"/>
                          <a:pt x="9903" y="25259"/>
                        </a:cubicBezTo>
                        <a:cubicBezTo>
                          <a:pt x="8358" y="25101"/>
                          <a:pt x="6534" y="24797"/>
                          <a:pt x="4771" y="24262"/>
                        </a:cubicBezTo>
                        <a:cubicBezTo>
                          <a:pt x="1220" y="23179"/>
                          <a:pt x="-775" y="19421"/>
                          <a:pt x="283" y="15870"/>
                        </a:cubicBezTo>
                        <a:lnTo>
                          <a:pt x="5026" y="0"/>
                        </a:lnTo>
                        <a:lnTo>
                          <a:pt x="21468" y="6664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21" name="Forme libre : forme 220">
                    <a:extLst>
                      <a:ext uri="{FF2B5EF4-FFF2-40B4-BE49-F238E27FC236}">
                        <a16:creationId xmlns:a16="http://schemas.microsoft.com/office/drawing/2014/main" id="{BDFC6C5C-106E-20BD-A9C2-7B1F30D83EA5}"/>
                      </a:ext>
                    </a:extLst>
                  </p:cNvPr>
                  <p:cNvSpPr/>
                  <p:nvPr/>
                </p:nvSpPr>
                <p:spPr>
                  <a:xfrm>
                    <a:off x="3347522" y="2433252"/>
                    <a:ext cx="37851" cy="31679"/>
                  </a:xfrm>
                  <a:custGeom>
                    <a:avLst/>
                    <a:gdLst>
                      <a:gd name="connsiteX0" fmla="*/ 17839 w 37851"/>
                      <a:gd name="connsiteY0" fmla="*/ 0 h 31679"/>
                      <a:gd name="connsiteX1" fmla="*/ 339 w 37851"/>
                      <a:gd name="connsiteY1" fmla="*/ 24043 h 31679"/>
                      <a:gd name="connsiteX2" fmla="*/ 5799 w 37851"/>
                      <a:gd name="connsiteY2" fmla="*/ 31680 h 31679"/>
                      <a:gd name="connsiteX3" fmla="*/ 31715 w 37851"/>
                      <a:gd name="connsiteY3" fmla="*/ 31680 h 31679"/>
                      <a:gd name="connsiteX4" fmla="*/ 37759 w 37851"/>
                      <a:gd name="connsiteY4" fmla="*/ 24529 h 31679"/>
                      <a:gd name="connsiteX5" fmla="*/ 17851 w 37851"/>
                      <a:gd name="connsiteY5" fmla="*/ 0 h 316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51" h="31679">
                        <a:moveTo>
                          <a:pt x="17839" y="0"/>
                        </a:moveTo>
                        <a:cubicBezTo>
                          <a:pt x="17839" y="0"/>
                          <a:pt x="5252" y="10532"/>
                          <a:pt x="339" y="24043"/>
                        </a:cubicBezTo>
                        <a:cubicBezTo>
                          <a:pt x="-1011" y="27764"/>
                          <a:pt x="1847" y="31680"/>
                          <a:pt x="5799" y="31680"/>
                        </a:cubicBezTo>
                        <a:lnTo>
                          <a:pt x="31715" y="31680"/>
                        </a:lnTo>
                        <a:cubicBezTo>
                          <a:pt x="35509" y="31680"/>
                          <a:pt x="38416" y="28263"/>
                          <a:pt x="37759" y="24529"/>
                        </a:cubicBezTo>
                        <a:cubicBezTo>
                          <a:pt x="36105" y="15201"/>
                          <a:pt x="31350" y="37"/>
                          <a:pt x="17851" y="0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22" name="Forme libre : forme 221">
                    <a:extLst>
                      <a:ext uri="{FF2B5EF4-FFF2-40B4-BE49-F238E27FC236}">
                        <a16:creationId xmlns:a16="http://schemas.microsoft.com/office/drawing/2014/main" id="{FE589DCA-C2C5-BCAC-EAD4-EFCE84CBC367}"/>
                      </a:ext>
                    </a:extLst>
                  </p:cNvPr>
                  <p:cNvSpPr/>
                  <p:nvPr/>
                </p:nvSpPr>
                <p:spPr>
                  <a:xfrm>
                    <a:off x="3361652" y="2417625"/>
                    <a:ext cx="19311" cy="22374"/>
                  </a:xfrm>
                  <a:custGeom>
                    <a:avLst/>
                    <a:gdLst>
                      <a:gd name="connsiteX0" fmla="*/ 19312 w 19311"/>
                      <a:gd name="connsiteY0" fmla="*/ 1921 h 22374"/>
                      <a:gd name="connsiteX1" fmla="*/ 14812 w 19311"/>
                      <a:gd name="connsiteY1" fmla="*/ 20613 h 22374"/>
                      <a:gd name="connsiteX2" fmla="*/ 11699 w 19311"/>
                      <a:gd name="connsiteY2" fmla="*/ 22231 h 22374"/>
                      <a:gd name="connsiteX3" fmla="*/ 2262 w 19311"/>
                      <a:gd name="connsiteY3" fmla="*/ 20516 h 22374"/>
                      <a:gd name="connsiteX4" fmla="*/ 243 w 19311"/>
                      <a:gd name="connsiteY4" fmla="*/ 18692 h 22374"/>
                      <a:gd name="connsiteX5" fmla="*/ 0 w 19311"/>
                      <a:gd name="connsiteY5" fmla="*/ 0 h 22374"/>
                      <a:gd name="connsiteX6" fmla="*/ 19312 w 19311"/>
                      <a:gd name="connsiteY6" fmla="*/ 1921 h 223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311" h="22374">
                        <a:moveTo>
                          <a:pt x="19312" y="1921"/>
                        </a:moveTo>
                        <a:cubicBezTo>
                          <a:pt x="19312" y="1921"/>
                          <a:pt x="16770" y="13183"/>
                          <a:pt x="14812" y="20613"/>
                        </a:cubicBezTo>
                        <a:cubicBezTo>
                          <a:pt x="14460" y="21963"/>
                          <a:pt x="13012" y="22705"/>
                          <a:pt x="11699" y="22231"/>
                        </a:cubicBezTo>
                        <a:cubicBezTo>
                          <a:pt x="7783" y="20832"/>
                          <a:pt x="4585" y="20212"/>
                          <a:pt x="2262" y="20516"/>
                        </a:cubicBezTo>
                        <a:cubicBezTo>
                          <a:pt x="1192" y="20662"/>
                          <a:pt x="255" y="19762"/>
                          <a:pt x="243" y="18692"/>
                        </a:cubicBezTo>
                        <a:lnTo>
                          <a:pt x="0" y="0"/>
                        </a:lnTo>
                        <a:lnTo>
                          <a:pt x="19312" y="1921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23" name="Forme libre : forme 222">
                    <a:extLst>
                      <a:ext uri="{FF2B5EF4-FFF2-40B4-BE49-F238E27FC236}">
                        <a16:creationId xmlns:a16="http://schemas.microsoft.com/office/drawing/2014/main" id="{4E45526B-CB91-8D0A-7526-9F69E3DC3ABB}"/>
                      </a:ext>
                    </a:extLst>
                  </p:cNvPr>
                  <p:cNvSpPr/>
                  <p:nvPr/>
                </p:nvSpPr>
                <p:spPr>
                  <a:xfrm>
                    <a:off x="3237401" y="2137116"/>
                    <a:ext cx="169195" cy="284960"/>
                  </a:xfrm>
                  <a:custGeom>
                    <a:avLst/>
                    <a:gdLst>
                      <a:gd name="connsiteX0" fmla="*/ 76591 w 169195"/>
                      <a:gd name="connsiteY0" fmla="*/ 29126 h 284960"/>
                      <a:gd name="connsiteX1" fmla="*/ 0 w 169195"/>
                      <a:gd name="connsiteY1" fmla="*/ 262766 h 284960"/>
                      <a:gd name="connsiteX2" fmla="*/ 21683 w 169195"/>
                      <a:gd name="connsiteY2" fmla="*/ 271984 h 284960"/>
                      <a:gd name="connsiteX3" fmla="*/ 112649 w 169195"/>
                      <a:gd name="connsiteY3" fmla="*/ 84216 h 284960"/>
                      <a:gd name="connsiteX4" fmla="*/ 120858 w 169195"/>
                      <a:gd name="connsiteY4" fmla="*/ 282978 h 284960"/>
                      <a:gd name="connsiteX5" fmla="*/ 146907 w 169195"/>
                      <a:gd name="connsiteY5" fmla="*/ 284960 h 284960"/>
                      <a:gd name="connsiteX6" fmla="*/ 157183 w 169195"/>
                      <a:gd name="connsiteY6" fmla="*/ 0 h 284960"/>
                      <a:gd name="connsiteX7" fmla="*/ 76579 w 169195"/>
                      <a:gd name="connsiteY7" fmla="*/ 29126 h 2849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69195" h="284960">
                        <a:moveTo>
                          <a:pt x="76591" y="29126"/>
                        </a:moveTo>
                        <a:lnTo>
                          <a:pt x="0" y="262766"/>
                        </a:lnTo>
                        <a:cubicBezTo>
                          <a:pt x="0" y="262766"/>
                          <a:pt x="14691" y="272386"/>
                          <a:pt x="21683" y="271984"/>
                        </a:cubicBezTo>
                        <a:lnTo>
                          <a:pt x="112649" y="84216"/>
                        </a:lnTo>
                        <a:cubicBezTo>
                          <a:pt x="112649" y="84216"/>
                          <a:pt x="128568" y="199917"/>
                          <a:pt x="120858" y="282978"/>
                        </a:cubicBezTo>
                        <a:lnTo>
                          <a:pt x="146907" y="284960"/>
                        </a:lnTo>
                        <a:cubicBezTo>
                          <a:pt x="146907" y="284960"/>
                          <a:pt x="189276" y="72699"/>
                          <a:pt x="157183" y="0"/>
                        </a:cubicBezTo>
                        <a:lnTo>
                          <a:pt x="76579" y="29126"/>
                        </a:lnTo>
                        <a:close/>
                      </a:path>
                    </a:pathLst>
                  </a:custGeom>
                  <a:solidFill>
                    <a:srgbClr val="332989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224" name="Forme libre : forme 223">
                    <a:extLst>
                      <a:ext uri="{FF2B5EF4-FFF2-40B4-BE49-F238E27FC236}">
                        <a16:creationId xmlns:a16="http://schemas.microsoft.com/office/drawing/2014/main" id="{16B3F101-5B1C-3D24-98C9-1C50B840A4D1}"/>
                      </a:ext>
                    </a:extLst>
                  </p:cNvPr>
                  <p:cNvSpPr/>
                  <p:nvPr/>
                </p:nvSpPr>
                <p:spPr>
                  <a:xfrm>
                    <a:off x="3345873" y="2194244"/>
                    <a:ext cx="4449" cy="25069"/>
                  </a:xfrm>
                  <a:custGeom>
                    <a:avLst/>
                    <a:gdLst>
                      <a:gd name="connsiteX0" fmla="*/ 3702 w 4449"/>
                      <a:gd name="connsiteY0" fmla="*/ 25069 h 25069"/>
                      <a:gd name="connsiteX1" fmla="*/ 3800 w 4449"/>
                      <a:gd name="connsiteY1" fmla="*/ 25069 h 25069"/>
                      <a:gd name="connsiteX2" fmla="*/ 4444 w 4449"/>
                      <a:gd name="connsiteY2" fmla="*/ 24242 h 25069"/>
                      <a:gd name="connsiteX3" fmla="*/ 1477 w 4449"/>
                      <a:gd name="connsiteY3" fmla="*/ 650 h 25069"/>
                      <a:gd name="connsiteX4" fmla="*/ 650 w 4449"/>
                      <a:gd name="connsiteY4" fmla="*/ 5 h 25069"/>
                      <a:gd name="connsiteX5" fmla="*/ 5 w 4449"/>
                      <a:gd name="connsiteY5" fmla="*/ 832 h 25069"/>
                      <a:gd name="connsiteX6" fmla="*/ 2973 w 4449"/>
                      <a:gd name="connsiteY6" fmla="*/ 24425 h 25069"/>
                      <a:gd name="connsiteX7" fmla="*/ 3702 w 4449"/>
                      <a:gd name="connsiteY7" fmla="*/ 25069 h 25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449" h="25069">
                        <a:moveTo>
                          <a:pt x="3702" y="25069"/>
                        </a:moveTo>
                        <a:cubicBezTo>
                          <a:pt x="3702" y="25069"/>
                          <a:pt x="3763" y="25069"/>
                          <a:pt x="3800" y="25069"/>
                        </a:cubicBezTo>
                        <a:cubicBezTo>
                          <a:pt x="4201" y="25021"/>
                          <a:pt x="4493" y="24644"/>
                          <a:pt x="4444" y="24242"/>
                        </a:cubicBezTo>
                        <a:lnTo>
                          <a:pt x="1477" y="650"/>
                        </a:lnTo>
                        <a:cubicBezTo>
                          <a:pt x="1428" y="249"/>
                          <a:pt x="1063" y="-43"/>
                          <a:pt x="650" y="5"/>
                        </a:cubicBezTo>
                        <a:cubicBezTo>
                          <a:pt x="249" y="54"/>
                          <a:pt x="-43" y="431"/>
                          <a:pt x="5" y="832"/>
                        </a:cubicBezTo>
                        <a:lnTo>
                          <a:pt x="2973" y="24425"/>
                        </a:lnTo>
                        <a:cubicBezTo>
                          <a:pt x="3021" y="24802"/>
                          <a:pt x="3337" y="25069"/>
                          <a:pt x="3702" y="25069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sp>
              <p:nvSpPr>
                <p:cNvPr id="210" name="Forme libre : forme 209">
                  <a:extLst>
                    <a:ext uri="{FF2B5EF4-FFF2-40B4-BE49-F238E27FC236}">
                      <a16:creationId xmlns:a16="http://schemas.microsoft.com/office/drawing/2014/main" id="{F5C8AD5A-707C-6758-0406-E3FC7E2EE5A9}"/>
                    </a:ext>
                  </a:extLst>
                </p:cNvPr>
                <p:cNvSpPr/>
                <p:nvPr/>
              </p:nvSpPr>
              <p:spPr>
                <a:xfrm>
                  <a:off x="3225082" y="1960645"/>
                  <a:ext cx="178257" cy="213386"/>
                </a:xfrm>
                <a:custGeom>
                  <a:avLst/>
                  <a:gdLst>
                    <a:gd name="connsiteX0" fmla="*/ 74560 w 178257"/>
                    <a:gd name="connsiteY0" fmla="*/ 0 h 213386"/>
                    <a:gd name="connsiteX1" fmla="*/ 127826 w 178257"/>
                    <a:gd name="connsiteY1" fmla="*/ 49715 h 213386"/>
                    <a:gd name="connsiteX2" fmla="*/ 178161 w 178257"/>
                    <a:gd name="connsiteY2" fmla="*/ 190298 h 213386"/>
                    <a:gd name="connsiteX3" fmla="*/ 174537 w 178257"/>
                    <a:gd name="connsiteY3" fmla="*/ 195612 h 213386"/>
                    <a:gd name="connsiteX4" fmla="*/ 71204 w 178257"/>
                    <a:gd name="connsiteY4" fmla="*/ 213307 h 213386"/>
                    <a:gd name="connsiteX5" fmla="*/ 64880 w 178257"/>
                    <a:gd name="connsiteY5" fmla="*/ 209221 h 213386"/>
                    <a:gd name="connsiteX6" fmla="*/ 40193 w 178257"/>
                    <a:gd name="connsiteY6" fmla="*/ 113804 h 213386"/>
                    <a:gd name="connsiteX7" fmla="*/ 30573 w 178257"/>
                    <a:gd name="connsiteY7" fmla="*/ 158168 h 213386"/>
                    <a:gd name="connsiteX8" fmla="*/ 0 w 178257"/>
                    <a:gd name="connsiteY8" fmla="*/ 150202 h 213386"/>
                    <a:gd name="connsiteX9" fmla="*/ 25733 w 178257"/>
                    <a:gd name="connsiteY9" fmla="*/ 19835 h 213386"/>
                    <a:gd name="connsiteX10" fmla="*/ 74560 w 178257"/>
                    <a:gd name="connsiteY10" fmla="*/ 0 h 213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78257" h="213386">
                      <a:moveTo>
                        <a:pt x="74560" y="0"/>
                      </a:moveTo>
                      <a:cubicBezTo>
                        <a:pt x="74560" y="0"/>
                        <a:pt x="136606" y="5509"/>
                        <a:pt x="127826" y="49715"/>
                      </a:cubicBezTo>
                      <a:cubicBezTo>
                        <a:pt x="127826" y="49715"/>
                        <a:pt x="162120" y="114266"/>
                        <a:pt x="178161" y="190298"/>
                      </a:cubicBezTo>
                      <a:cubicBezTo>
                        <a:pt x="178684" y="192767"/>
                        <a:pt x="177030" y="195187"/>
                        <a:pt x="174537" y="195612"/>
                      </a:cubicBezTo>
                      <a:lnTo>
                        <a:pt x="71204" y="213307"/>
                      </a:lnTo>
                      <a:cubicBezTo>
                        <a:pt x="68358" y="213793"/>
                        <a:pt x="65609" y="212018"/>
                        <a:pt x="64880" y="209221"/>
                      </a:cubicBezTo>
                      <a:lnTo>
                        <a:pt x="40193" y="113804"/>
                      </a:lnTo>
                      <a:lnTo>
                        <a:pt x="30573" y="158168"/>
                      </a:lnTo>
                      <a:lnTo>
                        <a:pt x="0" y="150202"/>
                      </a:lnTo>
                      <a:lnTo>
                        <a:pt x="25733" y="19835"/>
                      </a:lnTo>
                      <a:cubicBezTo>
                        <a:pt x="25733" y="19835"/>
                        <a:pt x="29321" y="815"/>
                        <a:pt x="74560" y="0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11" name="Forme libre : forme 210">
                  <a:extLst>
                    <a:ext uri="{FF2B5EF4-FFF2-40B4-BE49-F238E27FC236}">
                      <a16:creationId xmlns:a16="http://schemas.microsoft.com/office/drawing/2014/main" id="{25BA2436-D648-1A9E-BA3D-377411E7D7C0}"/>
                    </a:ext>
                  </a:extLst>
                </p:cNvPr>
                <p:cNvSpPr/>
                <p:nvPr/>
              </p:nvSpPr>
              <p:spPr>
                <a:xfrm>
                  <a:off x="3249599" y="2119823"/>
                  <a:ext cx="77040" cy="81625"/>
                </a:xfrm>
                <a:custGeom>
                  <a:avLst/>
                  <a:gdLst>
                    <a:gd name="connsiteX0" fmla="*/ 21379 w 77040"/>
                    <a:gd name="connsiteY0" fmla="*/ 68054 h 81625"/>
                    <a:gd name="connsiteX1" fmla="*/ 32045 w 77040"/>
                    <a:gd name="connsiteY1" fmla="*/ 66667 h 81625"/>
                    <a:gd name="connsiteX2" fmla="*/ 39232 w 77040"/>
                    <a:gd name="connsiteY2" fmla="*/ 68455 h 81625"/>
                    <a:gd name="connsiteX3" fmla="*/ 42455 w 77040"/>
                    <a:gd name="connsiteY3" fmla="*/ 66218 h 81625"/>
                    <a:gd name="connsiteX4" fmla="*/ 49897 w 77040"/>
                    <a:gd name="connsiteY4" fmla="*/ 0 h 81625"/>
                    <a:gd name="connsiteX5" fmla="*/ 77041 w 77040"/>
                    <a:gd name="connsiteY5" fmla="*/ 3563 h 81625"/>
                    <a:gd name="connsiteX6" fmla="*/ 59918 w 77040"/>
                    <a:gd name="connsiteY6" fmla="*/ 81626 h 81625"/>
                    <a:gd name="connsiteX7" fmla="*/ 0 w 77040"/>
                    <a:gd name="connsiteY7" fmla="*/ 81626 h 81625"/>
                    <a:gd name="connsiteX8" fmla="*/ 21379 w 77040"/>
                    <a:gd name="connsiteY8" fmla="*/ 68042 h 81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7040" h="81625">
                      <a:moveTo>
                        <a:pt x="21379" y="68054"/>
                      </a:moveTo>
                      <a:cubicBezTo>
                        <a:pt x="24639" y="66266"/>
                        <a:pt x="28445" y="65768"/>
                        <a:pt x="32045" y="66667"/>
                      </a:cubicBezTo>
                      <a:lnTo>
                        <a:pt x="39232" y="68455"/>
                      </a:lnTo>
                      <a:cubicBezTo>
                        <a:pt x="40764" y="68832"/>
                        <a:pt x="42272" y="67786"/>
                        <a:pt x="42455" y="66218"/>
                      </a:cubicBezTo>
                      <a:lnTo>
                        <a:pt x="49897" y="0"/>
                      </a:lnTo>
                      <a:cubicBezTo>
                        <a:pt x="59201" y="4415"/>
                        <a:pt x="72626" y="3892"/>
                        <a:pt x="77041" y="3563"/>
                      </a:cubicBezTo>
                      <a:lnTo>
                        <a:pt x="59918" y="81626"/>
                      </a:lnTo>
                      <a:lnTo>
                        <a:pt x="0" y="81626"/>
                      </a:lnTo>
                      <a:lnTo>
                        <a:pt x="21379" y="68042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12" name="Forme libre : forme 211">
                  <a:extLst>
                    <a:ext uri="{FF2B5EF4-FFF2-40B4-BE49-F238E27FC236}">
                      <a16:creationId xmlns:a16="http://schemas.microsoft.com/office/drawing/2014/main" id="{EE57F39B-C8E3-2738-CA6F-6D32518DEE49}"/>
                    </a:ext>
                  </a:extLst>
                </p:cNvPr>
                <p:cNvSpPr/>
                <p:nvPr/>
              </p:nvSpPr>
              <p:spPr>
                <a:xfrm>
                  <a:off x="3111776" y="1999221"/>
                  <a:ext cx="143890" cy="129679"/>
                </a:xfrm>
                <a:custGeom>
                  <a:avLst/>
                  <a:gdLst>
                    <a:gd name="connsiteX0" fmla="*/ 0 w 143890"/>
                    <a:gd name="connsiteY0" fmla="*/ 45021 h 129679"/>
                    <a:gd name="connsiteX1" fmla="*/ 1812 w 143890"/>
                    <a:gd name="connsiteY1" fmla="*/ 39001 h 129679"/>
                    <a:gd name="connsiteX2" fmla="*/ 8768 w 143890"/>
                    <a:gd name="connsiteY2" fmla="*/ 31388 h 129679"/>
                    <a:gd name="connsiteX3" fmla="*/ 41530 w 143890"/>
                    <a:gd name="connsiteY3" fmla="*/ 18217 h 129679"/>
                    <a:gd name="connsiteX4" fmla="*/ 34611 w 143890"/>
                    <a:gd name="connsiteY4" fmla="*/ 11164 h 129679"/>
                    <a:gd name="connsiteX5" fmla="*/ 28931 w 143890"/>
                    <a:gd name="connsiteY5" fmla="*/ 0 h 129679"/>
                    <a:gd name="connsiteX6" fmla="*/ 53898 w 143890"/>
                    <a:gd name="connsiteY6" fmla="*/ 11954 h 129679"/>
                    <a:gd name="connsiteX7" fmla="*/ 69659 w 143890"/>
                    <a:gd name="connsiteY7" fmla="*/ 29114 h 129679"/>
                    <a:gd name="connsiteX8" fmla="*/ 143891 w 143890"/>
                    <a:gd name="connsiteY8" fmla="*/ 119605 h 129679"/>
                    <a:gd name="connsiteX9" fmla="*/ 135171 w 143890"/>
                    <a:gd name="connsiteY9" fmla="*/ 125588 h 129679"/>
                    <a:gd name="connsiteX10" fmla="*/ 101436 w 143890"/>
                    <a:gd name="connsiteY10" fmla="*/ 117306 h 129679"/>
                    <a:gd name="connsiteX11" fmla="*/ 61231 w 143890"/>
                    <a:gd name="connsiteY11" fmla="*/ 40205 h 129679"/>
                    <a:gd name="connsiteX12" fmla="*/ 12 w 143890"/>
                    <a:gd name="connsiteY12" fmla="*/ 45021 h 1296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43890" h="129679">
                      <a:moveTo>
                        <a:pt x="0" y="45021"/>
                      </a:moveTo>
                      <a:lnTo>
                        <a:pt x="1812" y="39001"/>
                      </a:lnTo>
                      <a:cubicBezTo>
                        <a:pt x="2858" y="35535"/>
                        <a:pt x="5412" y="32738"/>
                        <a:pt x="8768" y="31388"/>
                      </a:cubicBezTo>
                      <a:lnTo>
                        <a:pt x="41530" y="18217"/>
                      </a:lnTo>
                      <a:cubicBezTo>
                        <a:pt x="41530" y="18217"/>
                        <a:pt x="42029" y="14022"/>
                        <a:pt x="34611" y="11164"/>
                      </a:cubicBezTo>
                      <a:cubicBezTo>
                        <a:pt x="27192" y="8306"/>
                        <a:pt x="28931" y="0"/>
                        <a:pt x="28931" y="0"/>
                      </a:cubicBezTo>
                      <a:cubicBezTo>
                        <a:pt x="28931" y="0"/>
                        <a:pt x="39062" y="4621"/>
                        <a:pt x="53898" y="11954"/>
                      </a:cubicBezTo>
                      <a:cubicBezTo>
                        <a:pt x="62387" y="16150"/>
                        <a:pt x="67142" y="23544"/>
                        <a:pt x="69659" y="29114"/>
                      </a:cubicBezTo>
                      <a:lnTo>
                        <a:pt x="143891" y="119605"/>
                      </a:lnTo>
                      <a:lnTo>
                        <a:pt x="135171" y="125588"/>
                      </a:lnTo>
                      <a:cubicBezTo>
                        <a:pt x="123716" y="133457"/>
                        <a:pt x="107955" y="129589"/>
                        <a:pt x="101436" y="117306"/>
                      </a:cubicBezTo>
                      <a:lnTo>
                        <a:pt x="61231" y="40205"/>
                      </a:lnTo>
                      <a:cubicBezTo>
                        <a:pt x="41044" y="46273"/>
                        <a:pt x="20613" y="47429"/>
                        <a:pt x="12" y="45021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grpSp>
              <p:nvGrpSpPr>
                <p:cNvPr id="213" name="Graphique 9">
                  <a:extLst>
                    <a:ext uri="{FF2B5EF4-FFF2-40B4-BE49-F238E27FC236}">
                      <a16:creationId xmlns:a16="http://schemas.microsoft.com/office/drawing/2014/main" id="{7460D223-428C-892A-1E46-6F52AD736110}"/>
                    </a:ext>
                  </a:extLst>
                </p:cNvPr>
                <p:cNvGrpSpPr/>
                <p:nvPr/>
              </p:nvGrpSpPr>
              <p:grpSpPr>
                <a:xfrm>
                  <a:off x="3207917" y="1870921"/>
                  <a:ext cx="90703" cy="110589"/>
                  <a:chOff x="3207917" y="1870921"/>
                  <a:chExt cx="90703" cy="110589"/>
                </a:xfrm>
              </p:grpSpPr>
              <p:sp>
                <p:nvSpPr>
                  <p:cNvPr id="214" name="Forme libre : forme 213">
                    <a:extLst>
                      <a:ext uri="{FF2B5EF4-FFF2-40B4-BE49-F238E27FC236}">
                        <a16:creationId xmlns:a16="http://schemas.microsoft.com/office/drawing/2014/main" id="{5F3512E8-BACC-050D-9FB9-43B124546A52}"/>
                      </a:ext>
                    </a:extLst>
                  </p:cNvPr>
                  <p:cNvSpPr/>
                  <p:nvPr/>
                </p:nvSpPr>
                <p:spPr>
                  <a:xfrm>
                    <a:off x="3259765" y="1917806"/>
                    <a:ext cx="38854" cy="63704"/>
                  </a:xfrm>
                  <a:custGeom>
                    <a:avLst/>
                    <a:gdLst>
                      <a:gd name="connsiteX0" fmla="*/ 19774 w 38854"/>
                      <a:gd name="connsiteY0" fmla="*/ 628 h 63704"/>
                      <a:gd name="connsiteX1" fmla="*/ 38855 w 38854"/>
                      <a:gd name="connsiteY1" fmla="*/ 54040 h 63704"/>
                      <a:gd name="connsiteX2" fmla="*/ 9620 w 38854"/>
                      <a:gd name="connsiteY2" fmla="*/ 62784 h 63704"/>
                      <a:gd name="connsiteX3" fmla="*/ 0 w 38854"/>
                      <a:gd name="connsiteY3" fmla="*/ 32162 h 63704"/>
                      <a:gd name="connsiteX4" fmla="*/ 19762 w 38854"/>
                      <a:gd name="connsiteY4" fmla="*/ 628 h 637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8854" h="63704">
                        <a:moveTo>
                          <a:pt x="19774" y="628"/>
                        </a:moveTo>
                        <a:lnTo>
                          <a:pt x="38855" y="54040"/>
                        </a:lnTo>
                        <a:cubicBezTo>
                          <a:pt x="38855" y="54040"/>
                          <a:pt x="21951" y="67247"/>
                          <a:pt x="9620" y="62784"/>
                        </a:cubicBezTo>
                        <a:lnTo>
                          <a:pt x="0" y="32162"/>
                        </a:lnTo>
                        <a:cubicBezTo>
                          <a:pt x="0" y="32162"/>
                          <a:pt x="7345" y="-5258"/>
                          <a:pt x="19762" y="628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grpSp>
                <p:nvGrpSpPr>
                  <p:cNvPr id="215" name="Graphique 9">
                    <a:extLst>
                      <a:ext uri="{FF2B5EF4-FFF2-40B4-BE49-F238E27FC236}">
                        <a16:creationId xmlns:a16="http://schemas.microsoft.com/office/drawing/2014/main" id="{77205F43-24B9-5AC3-EE1C-F4008492758D}"/>
                      </a:ext>
                    </a:extLst>
                  </p:cNvPr>
                  <p:cNvGrpSpPr/>
                  <p:nvPr/>
                </p:nvGrpSpPr>
                <p:grpSpPr>
                  <a:xfrm>
                    <a:off x="3207917" y="1870921"/>
                    <a:ext cx="77148" cy="97237"/>
                    <a:chOff x="3207917" y="1870921"/>
                    <a:chExt cx="77148" cy="97237"/>
                  </a:xfrm>
                </p:grpSpPr>
                <p:sp>
                  <p:nvSpPr>
                    <p:cNvPr id="216" name="Forme libre : forme 215">
                      <a:extLst>
                        <a:ext uri="{FF2B5EF4-FFF2-40B4-BE49-F238E27FC236}">
                          <a16:creationId xmlns:a16="http://schemas.microsoft.com/office/drawing/2014/main" id="{7EDCECC5-A6AC-7B38-BAD0-918EE5E071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22577" y="1888626"/>
                      <a:ext cx="47404" cy="62667"/>
                    </a:xfrm>
                    <a:custGeom>
                      <a:avLst/>
                      <a:gdLst>
                        <a:gd name="connsiteX0" fmla="*/ 0 w 47404"/>
                        <a:gd name="connsiteY0" fmla="*/ 10629 h 62667"/>
                        <a:gd name="connsiteX1" fmla="*/ 18388 w 47404"/>
                        <a:gd name="connsiteY1" fmla="*/ 62667 h 62667"/>
                        <a:gd name="connsiteX2" fmla="*/ 47404 w 47404"/>
                        <a:gd name="connsiteY2" fmla="*/ 51552 h 62667"/>
                        <a:gd name="connsiteX3" fmla="*/ 37189 w 47404"/>
                        <a:gd name="connsiteY3" fmla="*/ 414 h 62667"/>
                        <a:gd name="connsiteX4" fmla="*/ 0 w 47404"/>
                        <a:gd name="connsiteY4" fmla="*/ 10629 h 626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7404" h="62667">
                          <a:moveTo>
                            <a:pt x="0" y="10629"/>
                          </a:moveTo>
                          <a:cubicBezTo>
                            <a:pt x="0" y="11456"/>
                            <a:pt x="18388" y="62667"/>
                            <a:pt x="18388" y="62667"/>
                          </a:cubicBezTo>
                          <a:lnTo>
                            <a:pt x="47404" y="51552"/>
                          </a:lnTo>
                          <a:lnTo>
                            <a:pt x="37189" y="414"/>
                          </a:lnTo>
                          <a:cubicBezTo>
                            <a:pt x="37189" y="414"/>
                            <a:pt x="0" y="-3149"/>
                            <a:pt x="0" y="10629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21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17" name="Forme libre : forme 216">
                      <a:extLst>
                        <a:ext uri="{FF2B5EF4-FFF2-40B4-BE49-F238E27FC236}">
                          <a16:creationId xmlns:a16="http://schemas.microsoft.com/office/drawing/2014/main" id="{F44AC3F3-20B9-3E27-E4E3-66AC37B842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7917" y="1870921"/>
                      <a:ext cx="74583" cy="97237"/>
                    </a:xfrm>
                    <a:custGeom>
                      <a:avLst/>
                      <a:gdLst>
                        <a:gd name="connsiteX0" fmla="*/ 46765 w 74583"/>
                        <a:gd name="connsiteY0" fmla="*/ 30585 h 97237"/>
                        <a:gd name="connsiteX1" fmla="*/ 54244 w 74583"/>
                        <a:gd name="connsiteY1" fmla="*/ 57084 h 97237"/>
                        <a:gd name="connsiteX2" fmla="*/ 54390 w 74583"/>
                        <a:gd name="connsiteY2" fmla="*/ 58118 h 97237"/>
                        <a:gd name="connsiteX3" fmla="*/ 46279 w 74583"/>
                        <a:gd name="connsiteY3" fmla="*/ 66703 h 97237"/>
                        <a:gd name="connsiteX4" fmla="*/ 29119 w 74583"/>
                        <a:gd name="connsiteY4" fmla="*/ 66934 h 97237"/>
                        <a:gd name="connsiteX5" fmla="*/ 27137 w 74583"/>
                        <a:gd name="connsiteY5" fmla="*/ 71714 h 97237"/>
                        <a:gd name="connsiteX6" fmla="*/ 37596 w 74583"/>
                        <a:gd name="connsiteY6" fmla="*/ 95306 h 97237"/>
                        <a:gd name="connsiteX7" fmla="*/ 42533 w 74583"/>
                        <a:gd name="connsiteY7" fmla="*/ 96887 h 97237"/>
                        <a:gd name="connsiteX8" fmla="*/ 67415 w 74583"/>
                        <a:gd name="connsiteY8" fmla="*/ 82245 h 97237"/>
                        <a:gd name="connsiteX9" fmla="*/ 68777 w 74583"/>
                        <a:gd name="connsiteY9" fmla="*/ 78548 h 97237"/>
                        <a:gd name="connsiteX10" fmla="*/ 63548 w 74583"/>
                        <a:gd name="connsiteY10" fmla="*/ 45251 h 97237"/>
                        <a:gd name="connsiteX11" fmla="*/ 72352 w 74583"/>
                        <a:gd name="connsiteY11" fmla="*/ 33880 h 97237"/>
                        <a:gd name="connsiteX12" fmla="*/ 74128 w 74583"/>
                        <a:gd name="connsiteY12" fmla="*/ 31485 h 97237"/>
                        <a:gd name="connsiteX13" fmla="*/ 65408 w 74583"/>
                        <a:gd name="connsiteY13" fmla="*/ 18059 h 97237"/>
                        <a:gd name="connsiteX14" fmla="*/ 62283 w 74583"/>
                        <a:gd name="connsiteY14" fmla="*/ 13474 h 97237"/>
                        <a:gd name="connsiteX15" fmla="*/ 54767 w 74583"/>
                        <a:gd name="connsiteY15" fmla="*/ 607 h 97237"/>
                        <a:gd name="connsiteX16" fmla="*/ 38702 w 74583"/>
                        <a:gd name="connsiteY16" fmla="*/ 7016 h 97237"/>
                        <a:gd name="connsiteX17" fmla="*/ 33935 w 74583"/>
                        <a:gd name="connsiteY17" fmla="*/ 8293 h 97237"/>
                        <a:gd name="connsiteX18" fmla="*/ 30530 w 74583"/>
                        <a:gd name="connsiteY18" fmla="*/ 8901 h 97237"/>
                        <a:gd name="connsiteX19" fmla="*/ 24985 w 74583"/>
                        <a:gd name="connsiteY19" fmla="*/ 8062 h 97237"/>
                        <a:gd name="connsiteX20" fmla="*/ 10829 w 74583"/>
                        <a:gd name="connsiteY20" fmla="*/ 3392 h 97237"/>
                        <a:gd name="connsiteX21" fmla="*/ 3155 w 74583"/>
                        <a:gd name="connsiteY21" fmla="*/ 30974 h 97237"/>
                        <a:gd name="connsiteX22" fmla="*/ 28523 w 74583"/>
                        <a:gd name="connsiteY22" fmla="*/ 28335 h 97237"/>
                        <a:gd name="connsiteX23" fmla="*/ 44576 w 74583"/>
                        <a:gd name="connsiteY23" fmla="*/ 28092 h 97237"/>
                        <a:gd name="connsiteX24" fmla="*/ 46753 w 74583"/>
                        <a:gd name="connsiteY24" fmla="*/ 30573 h 972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74583" h="97237">
                          <a:moveTo>
                            <a:pt x="46765" y="30585"/>
                          </a:moveTo>
                          <a:lnTo>
                            <a:pt x="54244" y="57084"/>
                          </a:lnTo>
                          <a:cubicBezTo>
                            <a:pt x="54342" y="57424"/>
                            <a:pt x="54390" y="57765"/>
                            <a:pt x="54390" y="58118"/>
                          </a:cubicBezTo>
                          <a:cubicBezTo>
                            <a:pt x="54390" y="60282"/>
                            <a:pt x="53855" y="67713"/>
                            <a:pt x="46279" y="66703"/>
                          </a:cubicBezTo>
                          <a:cubicBezTo>
                            <a:pt x="39408" y="65791"/>
                            <a:pt x="33120" y="65049"/>
                            <a:pt x="29119" y="66934"/>
                          </a:cubicBezTo>
                          <a:cubicBezTo>
                            <a:pt x="27320" y="67774"/>
                            <a:pt x="26468" y="69841"/>
                            <a:pt x="27137" y="71714"/>
                          </a:cubicBezTo>
                          <a:cubicBezTo>
                            <a:pt x="28803" y="76371"/>
                            <a:pt x="32768" y="86781"/>
                            <a:pt x="37596" y="95306"/>
                          </a:cubicBezTo>
                          <a:cubicBezTo>
                            <a:pt x="38569" y="97033"/>
                            <a:pt x="40721" y="97714"/>
                            <a:pt x="42533" y="96887"/>
                          </a:cubicBezTo>
                          <a:cubicBezTo>
                            <a:pt x="47981" y="94406"/>
                            <a:pt x="59328" y="88861"/>
                            <a:pt x="67415" y="82245"/>
                          </a:cubicBezTo>
                          <a:cubicBezTo>
                            <a:pt x="68509" y="81345"/>
                            <a:pt x="69032" y="79947"/>
                            <a:pt x="68777" y="78548"/>
                          </a:cubicBezTo>
                          <a:cubicBezTo>
                            <a:pt x="67500" y="71775"/>
                            <a:pt x="63718" y="51149"/>
                            <a:pt x="63548" y="45251"/>
                          </a:cubicBezTo>
                          <a:cubicBezTo>
                            <a:pt x="63390" y="39706"/>
                            <a:pt x="69616" y="35473"/>
                            <a:pt x="72352" y="33880"/>
                          </a:cubicBezTo>
                          <a:cubicBezTo>
                            <a:pt x="73252" y="33357"/>
                            <a:pt x="73885" y="32494"/>
                            <a:pt x="74128" y="31485"/>
                          </a:cubicBezTo>
                          <a:cubicBezTo>
                            <a:pt x="74991" y="27921"/>
                            <a:pt x="75721" y="19834"/>
                            <a:pt x="65408" y="18059"/>
                          </a:cubicBezTo>
                          <a:cubicBezTo>
                            <a:pt x="63256" y="17682"/>
                            <a:pt x="61845" y="15626"/>
                            <a:pt x="62283" y="13474"/>
                          </a:cubicBezTo>
                          <a:cubicBezTo>
                            <a:pt x="63158" y="9205"/>
                            <a:pt x="62879" y="2918"/>
                            <a:pt x="54767" y="607"/>
                          </a:cubicBezTo>
                          <a:cubicBezTo>
                            <a:pt x="46522" y="-1740"/>
                            <a:pt x="41341" y="3210"/>
                            <a:pt x="38702" y="7016"/>
                          </a:cubicBezTo>
                          <a:cubicBezTo>
                            <a:pt x="37632" y="8549"/>
                            <a:pt x="35638" y="9047"/>
                            <a:pt x="33935" y="8293"/>
                          </a:cubicBezTo>
                          <a:cubicBezTo>
                            <a:pt x="32962" y="7855"/>
                            <a:pt x="31783" y="7843"/>
                            <a:pt x="30530" y="8901"/>
                          </a:cubicBezTo>
                          <a:cubicBezTo>
                            <a:pt x="28828" y="10336"/>
                            <a:pt x="26237" y="9899"/>
                            <a:pt x="24985" y="8062"/>
                          </a:cubicBezTo>
                          <a:cubicBezTo>
                            <a:pt x="22577" y="4523"/>
                            <a:pt x="18223" y="997"/>
                            <a:pt x="10829" y="3392"/>
                          </a:cubicBezTo>
                          <a:cubicBezTo>
                            <a:pt x="-2281" y="7637"/>
                            <a:pt x="-1661" y="22753"/>
                            <a:pt x="3155" y="30974"/>
                          </a:cubicBezTo>
                          <a:cubicBezTo>
                            <a:pt x="7959" y="39195"/>
                            <a:pt x="21920" y="33783"/>
                            <a:pt x="28523" y="28335"/>
                          </a:cubicBezTo>
                          <a:cubicBezTo>
                            <a:pt x="33546" y="24200"/>
                            <a:pt x="41195" y="26669"/>
                            <a:pt x="44576" y="28092"/>
                          </a:cubicBezTo>
                          <a:cubicBezTo>
                            <a:pt x="45646" y="28542"/>
                            <a:pt x="46449" y="29454"/>
                            <a:pt x="46753" y="30573"/>
                          </a:cubicBezTo>
                          <a:close/>
                        </a:path>
                      </a:pathLst>
                    </a:custGeom>
                    <a:solidFill>
                      <a:srgbClr val="E9552B"/>
                    </a:solidFill>
                    <a:ln w="121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18" name="Forme libre : forme 217">
                      <a:extLst>
                        <a:ext uri="{FF2B5EF4-FFF2-40B4-BE49-F238E27FC236}">
                          <a16:creationId xmlns:a16="http://schemas.microsoft.com/office/drawing/2014/main" id="{681C42D8-AE05-8D34-5A5A-86C0CAFC7B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9710" y="1903910"/>
                      <a:ext cx="15355" cy="22118"/>
                    </a:xfrm>
                    <a:custGeom>
                      <a:avLst/>
                      <a:gdLst>
                        <a:gd name="connsiteX0" fmla="*/ 4382 w 15355"/>
                        <a:gd name="connsiteY0" fmla="*/ 21930 h 22118"/>
                        <a:gd name="connsiteX1" fmla="*/ 1755 w 15355"/>
                        <a:gd name="connsiteY1" fmla="*/ 2643 h 22118"/>
                        <a:gd name="connsiteX2" fmla="*/ 15351 w 15355"/>
                        <a:gd name="connsiteY2" fmla="*/ 10268 h 22118"/>
                        <a:gd name="connsiteX3" fmla="*/ 4394 w 15355"/>
                        <a:gd name="connsiteY3" fmla="*/ 21930 h 221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5355" h="22118">
                          <a:moveTo>
                            <a:pt x="4382" y="21930"/>
                          </a:moveTo>
                          <a:cubicBezTo>
                            <a:pt x="4382" y="21930"/>
                            <a:pt x="-3377" y="7252"/>
                            <a:pt x="1755" y="2643"/>
                          </a:cubicBezTo>
                          <a:cubicBezTo>
                            <a:pt x="6887" y="-1966"/>
                            <a:pt x="15582" y="-1212"/>
                            <a:pt x="15351" y="10268"/>
                          </a:cubicBezTo>
                          <a:cubicBezTo>
                            <a:pt x="15059" y="24545"/>
                            <a:pt x="4394" y="21930"/>
                            <a:pt x="4394" y="21930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21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fr-FR"/>
                    </a:p>
                  </p:txBody>
                </p:sp>
              </p:grpSp>
            </p:grpSp>
          </p:grpSp>
          <p:grpSp>
            <p:nvGrpSpPr>
              <p:cNvPr id="200" name="Graphique 9">
                <a:extLst>
                  <a:ext uri="{FF2B5EF4-FFF2-40B4-BE49-F238E27FC236}">
                    <a16:creationId xmlns:a16="http://schemas.microsoft.com/office/drawing/2014/main" id="{FBEC86BB-383A-DC92-9B1B-D9081DCAF2D2}"/>
                  </a:ext>
                </a:extLst>
              </p:cNvPr>
              <p:cNvGrpSpPr/>
              <p:nvPr/>
            </p:nvGrpSpPr>
            <p:grpSpPr>
              <a:xfrm>
                <a:off x="2639357" y="2227464"/>
                <a:ext cx="661180" cy="218083"/>
                <a:chOff x="2639357" y="2227464"/>
                <a:chExt cx="661180" cy="218083"/>
              </a:xfrm>
              <a:solidFill>
                <a:srgbClr val="B1ABE5"/>
              </a:solidFill>
            </p:grpSpPr>
            <p:sp>
              <p:nvSpPr>
                <p:cNvPr id="205" name="Forme libre : forme 204">
                  <a:extLst>
                    <a:ext uri="{FF2B5EF4-FFF2-40B4-BE49-F238E27FC236}">
                      <a16:creationId xmlns:a16="http://schemas.microsoft.com/office/drawing/2014/main" id="{196BF00C-6B76-4AA4-C410-29EEB2364257}"/>
                    </a:ext>
                  </a:extLst>
                </p:cNvPr>
                <p:cNvSpPr/>
                <p:nvPr/>
              </p:nvSpPr>
              <p:spPr>
                <a:xfrm>
                  <a:off x="2639357" y="2227464"/>
                  <a:ext cx="90433" cy="218083"/>
                </a:xfrm>
                <a:custGeom>
                  <a:avLst/>
                  <a:gdLst>
                    <a:gd name="connsiteX0" fmla="*/ 3936 w 90433"/>
                    <a:gd name="connsiteY0" fmla="*/ 218083 h 218083"/>
                    <a:gd name="connsiteX1" fmla="*/ 2379 w 90433"/>
                    <a:gd name="connsiteY1" fmla="*/ 217730 h 218083"/>
                    <a:gd name="connsiteX2" fmla="*/ 324 w 90433"/>
                    <a:gd name="connsiteY2" fmla="*/ 212088 h 218083"/>
                    <a:gd name="connsiteX3" fmla="*/ 82886 w 90433"/>
                    <a:gd name="connsiteY3" fmla="*/ 2600 h 218083"/>
                    <a:gd name="connsiteX4" fmla="*/ 88054 w 90433"/>
                    <a:gd name="connsiteY4" fmla="*/ 350 h 218083"/>
                    <a:gd name="connsiteX5" fmla="*/ 90110 w 90433"/>
                    <a:gd name="connsiteY5" fmla="*/ 5993 h 218083"/>
                    <a:gd name="connsiteX6" fmla="*/ 7547 w 90433"/>
                    <a:gd name="connsiteY6" fmla="*/ 215481 h 218083"/>
                    <a:gd name="connsiteX7" fmla="*/ 3923 w 90433"/>
                    <a:gd name="connsiteY7" fmla="*/ 218083 h 218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0433" h="218083">
                      <a:moveTo>
                        <a:pt x="3936" y="218083"/>
                      </a:moveTo>
                      <a:cubicBezTo>
                        <a:pt x="3413" y="218083"/>
                        <a:pt x="2890" y="217974"/>
                        <a:pt x="2379" y="217730"/>
                      </a:cubicBezTo>
                      <a:cubicBezTo>
                        <a:pt x="385" y="216794"/>
                        <a:pt x="-540" y="214264"/>
                        <a:pt x="324" y="212088"/>
                      </a:cubicBezTo>
                      <a:lnTo>
                        <a:pt x="82886" y="2600"/>
                      </a:lnTo>
                      <a:cubicBezTo>
                        <a:pt x="83749" y="423"/>
                        <a:pt x="86060" y="-587"/>
                        <a:pt x="88054" y="350"/>
                      </a:cubicBezTo>
                      <a:cubicBezTo>
                        <a:pt x="90049" y="1286"/>
                        <a:pt x="90973" y="3816"/>
                        <a:pt x="90110" y="5993"/>
                      </a:cubicBezTo>
                      <a:lnTo>
                        <a:pt x="7547" y="215481"/>
                      </a:lnTo>
                      <a:cubicBezTo>
                        <a:pt x="6903" y="217110"/>
                        <a:pt x="5456" y="218083"/>
                        <a:pt x="3923" y="218083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06" name="Forme libre : forme 205">
                  <a:extLst>
                    <a:ext uri="{FF2B5EF4-FFF2-40B4-BE49-F238E27FC236}">
                      <a16:creationId xmlns:a16="http://schemas.microsoft.com/office/drawing/2014/main" id="{40DE5947-64C0-9C49-0A9D-10ECCE3EE5A8}"/>
                    </a:ext>
                  </a:extLst>
                </p:cNvPr>
                <p:cNvSpPr/>
                <p:nvPr/>
              </p:nvSpPr>
              <p:spPr>
                <a:xfrm>
                  <a:off x="2649791" y="2227464"/>
                  <a:ext cx="90433" cy="218083"/>
                </a:xfrm>
                <a:custGeom>
                  <a:avLst/>
                  <a:gdLst>
                    <a:gd name="connsiteX0" fmla="*/ 86510 w 90433"/>
                    <a:gd name="connsiteY0" fmla="*/ 218083 h 218083"/>
                    <a:gd name="connsiteX1" fmla="*/ 82886 w 90433"/>
                    <a:gd name="connsiteY1" fmla="*/ 215481 h 218083"/>
                    <a:gd name="connsiteX2" fmla="*/ 324 w 90433"/>
                    <a:gd name="connsiteY2" fmla="*/ 5993 h 218083"/>
                    <a:gd name="connsiteX3" fmla="*/ 2379 w 90433"/>
                    <a:gd name="connsiteY3" fmla="*/ 350 h 218083"/>
                    <a:gd name="connsiteX4" fmla="*/ 7547 w 90433"/>
                    <a:gd name="connsiteY4" fmla="*/ 2600 h 218083"/>
                    <a:gd name="connsiteX5" fmla="*/ 90110 w 90433"/>
                    <a:gd name="connsiteY5" fmla="*/ 212088 h 218083"/>
                    <a:gd name="connsiteX6" fmla="*/ 88054 w 90433"/>
                    <a:gd name="connsiteY6" fmla="*/ 217730 h 218083"/>
                    <a:gd name="connsiteX7" fmla="*/ 86498 w 90433"/>
                    <a:gd name="connsiteY7" fmla="*/ 218083 h 218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0433" h="218083">
                      <a:moveTo>
                        <a:pt x="86510" y="218083"/>
                      </a:moveTo>
                      <a:cubicBezTo>
                        <a:pt x="84990" y="218083"/>
                        <a:pt x="83530" y="217110"/>
                        <a:pt x="82886" y="215481"/>
                      </a:cubicBezTo>
                      <a:lnTo>
                        <a:pt x="324" y="5993"/>
                      </a:lnTo>
                      <a:cubicBezTo>
                        <a:pt x="-540" y="3816"/>
                        <a:pt x="384" y="1286"/>
                        <a:pt x="2379" y="350"/>
                      </a:cubicBezTo>
                      <a:cubicBezTo>
                        <a:pt x="4373" y="-587"/>
                        <a:pt x="6696" y="423"/>
                        <a:pt x="7547" y="2600"/>
                      </a:cubicBezTo>
                      <a:lnTo>
                        <a:pt x="90110" y="212088"/>
                      </a:lnTo>
                      <a:cubicBezTo>
                        <a:pt x="90973" y="214264"/>
                        <a:pt x="90049" y="216794"/>
                        <a:pt x="88054" y="217730"/>
                      </a:cubicBezTo>
                      <a:cubicBezTo>
                        <a:pt x="87544" y="217974"/>
                        <a:pt x="87021" y="218083"/>
                        <a:pt x="86498" y="218083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07" name="Forme libre : forme 206">
                  <a:extLst>
                    <a:ext uri="{FF2B5EF4-FFF2-40B4-BE49-F238E27FC236}">
                      <a16:creationId xmlns:a16="http://schemas.microsoft.com/office/drawing/2014/main" id="{18890013-D1E1-01F9-6832-99014AC77BE6}"/>
                    </a:ext>
                  </a:extLst>
                </p:cNvPr>
                <p:cNvSpPr/>
                <p:nvPr/>
              </p:nvSpPr>
              <p:spPr>
                <a:xfrm>
                  <a:off x="3199670" y="2227464"/>
                  <a:ext cx="90433" cy="218083"/>
                </a:xfrm>
                <a:custGeom>
                  <a:avLst/>
                  <a:gdLst>
                    <a:gd name="connsiteX0" fmla="*/ 3936 w 90433"/>
                    <a:gd name="connsiteY0" fmla="*/ 218083 h 218083"/>
                    <a:gd name="connsiteX1" fmla="*/ 2379 w 90433"/>
                    <a:gd name="connsiteY1" fmla="*/ 217730 h 218083"/>
                    <a:gd name="connsiteX2" fmla="*/ 324 w 90433"/>
                    <a:gd name="connsiteY2" fmla="*/ 212088 h 218083"/>
                    <a:gd name="connsiteX3" fmla="*/ 82886 w 90433"/>
                    <a:gd name="connsiteY3" fmla="*/ 2600 h 218083"/>
                    <a:gd name="connsiteX4" fmla="*/ 88054 w 90433"/>
                    <a:gd name="connsiteY4" fmla="*/ 350 h 218083"/>
                    <a:gd name="connsiteX5" fmla="*/ 90109 w 90433"/>
                    <a:gd name="connsiteY5" fmla="*/ 5993 h 218083"/>
                    <a:gd name="connsiteX6" fmla="*/ 7547 w 90433"/>
                    <a:gd name="connsiteY6" fmla="*/ 215481 h 218083"/>
                    <a:gd name="connsiteX7" fmla="*/ 3923 w 90433"/>
                    <a:gd name="connsiteY7" fmla="*/ 218083 h 218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0433" h="218083">
                      <a:moveTo>
                        <a:pt x="3936" y="218083"/>
                      </a:moveTo>
                      <a:cubicBezTo>
                        <a:pt x="3413" y="218083"/>
                        <a:pt x="2890" y="217974"/>
                        <a:pt x="2379" y="217730"/>
                      </a:cubicBezTo>
                      <a:cubicBezTo>
                        <a:pt x="385" y="216794"/>
                        <a:pt x="-540" y="214264"/>
                        <a:pt x="324" y="212088"/>
                      </a:cubicBezTo>
                      <a:lnTo>
                        <a:pt x="82886" y="2600"/>
                      </a:lnTo>
                      <a:cubicBezTo>
                        <a:pt x="83749" y="423"/>
                        <a:pt x="86060" y="-587"/>
                        <a:pt x="88054" y="350"/>
                      </a:cubicBezTo>
                      <a:cubicBezTo>
                        <a:pt x="90049" y="1286"/>
                        <a:pt x="90973" y="3816"/>
                        <a:pt x="90109" y="5993"/>
                      </a:cubicBezTo>
                      <a:lnTo>
                        <a:pt x="7547" y="215481"/>
                      </a:lnTo>
                      <a:cubicBezTo>
                        <a:pt x="6903" y="217110"/>
                        <a:pt x="5456" y="218083"/>
                        <a:pt x="3923" y="218083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08" name="Forme libre : forme 207">
                  <a:extLst>
                    <a:ext uri="{FF2B5EF4-FFF2-40B4-BE49-F238E27FC236}">
                      <a16:creationId xmlns:a16="http://schemas.microsoft.com/office/drawing/2014/main" id="{324C9C93-9710-5483-7667-78B2FFDBE181}"/>
                    </a:ext>
                  </a:extLst>
                </p:cNvPr>
                <p:cNvSpPr/>
                <p:nvPr/>
              </p:nvSpPr>
              <p:spPr>
                <a:xfrm>
                  <a:off x="3210104" y="2227464"/>
                  <a:ext cx="90433" cy="218083"/>
                </a:xfrm>
                <a:custGeom>
                  <a:avLst/>
                  <a:gdLst>
                    <a:gd name="connsiteX0" fmla="*/ 86510 w 90433"/>
                    <a:gd name="connsiteY0" fmla="*/ 218083 h 218083"/>
                    <a:gd name="connsiteX1" fmla="*/ 82886 w 90433"/>
                    <a:gd name="connsiteY1" fmla="*/ 215481 h 218083"/>
                    <a:gd name="connsiteX2" fmla="*/ 324 w 90433"/>
                    <a:gd name="connsiteY2" fmla="*/ 5993 h 218083"/>
                    <a:gd name="connsiteX3" fmla="*/ 2379 w 90433"/>
                    <a:gd name="connsiteY3" fmla="*/ 350 h 218083"/>
                    <a:gd name="connsiteX4" fmla="*/ 7547 w 90433"/>
                    <a:gd name="connsiteY4" fmla="*/ 2600 h 218083"/>
                    <a:gd name="connsiteX5" fmla="*/ 90110 w 90433"/>
                    <a:gd name="connsiteY5" fmla="*/ 212088 h 218083"/>
                    <a:gd name="connsiteX6" fmla="*/ 88054 w 90433"/>
                    <a:gd name="connsiteY6" fmla="*/ 217730 h 218083"/>
                    <a:gd name="connsiteX7" fmla="*/ 86498 w 90433"/>
                    <a:gd name="connsiteY7" fmla="*/ 218083 h 218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0433" h="218083">
                      <a:moveTo>
                        <a:pt x="86510" y="218083"/>
                      </a:moveTo>
                      <a:cubicBezTo>
                        <a:pt x="84990" y="218083"/>
                        <a:pt x="83530" y="217110"/>
                        <a:pt x="82886" y="215481"/>
                      </a:cubicBezTo>
                      <a:lnTo>
                        <a:pt x="324" y="5993"/>
                      </a:lnTo>
                      <a:cubicBezTo>
                        <a:pt x="-540" y="3816"/>
                        <a:pt x="385" y="1286"/>
                        <a:pt x="2379" y="350"/>
                      </a:cubicBezTo>
                      <a:cubicBezTo>
                        <a:pt x="4373" y="-587"/>
                        <a:pt x="6696" y="423"/>
                        <a:pt x="7547" y="2600"/>
                      </a:cubicBezTo>
                      <a:lnTo>
                        <a:pt x="90110" y="212088"/>
                      </a:lnTo>
                      <a:cubicBezTo>
                        <a:pt x="90973" y="214264"/>
                        <a:pt x="90049" y="216794"/>
                        <a:pt x="88054" y="217730"/>
                      </a:cubicBezTo>
                      <a:cubicBezTo>
                        <a:pt x="87544" y="217974"/>
                        <a:pt x="87021" y="218083"/>
                        <a:pt x="86498" y="218083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</p:grpSp>
          <p:grpSp>
            <p:nvGrpSpPr>
              <p:cNvPr id="201" name="Graphique 9">
                <a:extLst>
                  <a:ext uri="{FF2B5EF4-FFF2-40B4-BE49-F238E27FC236}">
                    <a16:creationId xmlns:a16="http://schemas.microsoft.com/office/drawing/2014/main" id="{1633E350-B10B-5BBB-C3E2-1DCDED9986BE}"/>
                  </a:ext>
                </a:extLst>
              </p:cNvPr>
              <p:cNvGrpSpPr/>
              <p:nvPr/>
            </p:nvGrpSpPr>
            <p:grpSpPr>
              <a:xfrm>
                <a:off x="3187978" y="2200135"/>
                <a:ext cx="135244" cy="17925"/>
                <a:chOff x="3187978" y="2200135"/>
                <a:chExt cx="135244" cy="17925"/>
              </a:xfrm>
            </p:grpSpPr>
            <p:sp>
              <p:nvSpPr>
                <p:cNvPr id="203" name="Forme libre : forme 202">
                  <a:extLst>
                    <a:ext uri="{FF2B5EF4-FFF2-40B4-BE49-F238E27FC236}">
                      <a16:creationId xmlns:a16="http://schemas.microsoft.com/office/drawing/2014/main" id="{FED605A0-F2A5-E9B5-9D84-0EDB865F58DE}"/>
                    </a:ext>
                  </a:extLst>
                </p:cNvPr>
                <p:cNvSpPr/>
                <p:nvPr/>
              </p:nvSpPr>
              <p:spPr>
                <a:xfrm>
                  <a:off x="3191626" y="2202932"/>
                  <a:ext cx="119580" cy="12343"/>
                </a:xfrm>
                <a:custGeom>
                  <a:avLst/>
                  <a:gdLst>
                    <a:gd name="connsiteX0" fmla="*/ 0 w 119580"/>
                    <a:gd name="connsiteY0" fmla="*/ 12344 h 12343"/>
                    <a:gd name="connsiteX1" fmla="*/ 119581 w 119580"/>
                    <a:gd name="connsiteY1" fmla="*/ 12344 h 12343"/>
                    <a:gd name="connsiteX2" fmla="*/ 119581 w 119580"/>
                    <a:gd name="connsiteY2" fmla="*/ 0 h 12343"/>
                    <a:gd name="connsiteX3" fmla="*/ 0 w 119580"/>
                    <a:gd name="connsiteY3" fmla="*/ 0 h 12343"/>
                    <a:gd name="connsiteX4" fmla="*/ 0 w 119580"/>
                    <a:gd name="connsiteY4" fmla="*/ 12344 h 123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9580" h="12343">
                      <a:moveTo>
                        <a:pt x="0" y="12344"/>
                      </a:moveTo>
                      <a:lnTo>
                        <a:pt x="119581" y="12344"/>
                      </a:lnTo>
                      <a:cubicBezTo>
                        <a:pt x="119581" y="12344"/>
                        <a:pt x="119581" y="0"/>
                        <a:pt x="119581" y="0"/>
                      </a:cubicBezTo>
                      <a:lnTo>
                        <a:pt x="0" y="0"/>
                      </a:lnTo>
                      <a:cubicBezTo>
                        <a:pt x="2554" y="0"/>
                        <a:pt x="2554" y="12344"/>
                        <a:pt x="0" y="12344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  <p:sp>
              <p:nvSpPr>
                <p:cNvPr id="204" name="Forme libre : forme 203">
                  <a:extLst>
                    <a:ext uri="{FF2B5EF4-FFF2-40B4-BE49-F238E27FC236}">
                      <a16:creationId xmlns:a16="http://schemas.microsoft.com/office/drawing/2014/main" id="{A79ED4DC-1083-D06C-9BF2-3339956E91EC}"/>
                    </a:ext>
                  </a:extLst>
                </p:cNvPr>
                <p:cNvSpPr/>
                <p:nvPr/>
              </p:nvSpPr>
              <p:spPr>
                <a:xfrm>
                  <a:off x="3187978" y="2200135"/>
                  <a:ext cx="135244" cy="17925"/>
                </a:xfrm>
                <a:custGeom>
                  <a:avLst/>
                  <a:gdLst>
                    <a:gd name="connsiteX0" fmla="*/ 121806 w 135244"/>
                    <a:gd name="connsiteY0" fmla="*/ 15141 h 17925"/>
                    <a:gd name="connsiteX1" fmla="*/ 123229 w 135244"/>
                    <a:gd name="connsiteY1" fmla="*/ 13718 h 17925"/>
                    <a:gd name="connsiteX2" fmla="*/ 123229 w 135244"/>
                    <a:gd name="connsiteY2" fmla="*/ 4220 h 17925"/>
                    <a:gd name="connsiteX3" fmla="*/ 121806 w 135244"/>
                    <a:gd name="connsiteY3" fmla="*/ 2797 h 17925"/>
                    <a:gd name="connsiteX4" fmla="*/ 1423 w 135244"/>
                    <a:gd name="connsiteY4" fmla="*/ 2797 h 17925"/>
                    <a:gd name="connsiteX5" fmla="*/ 0 w 135244"/>
                    <a:gd name="connsiteY5" fmla="*/ 1399 h 17925"/>
                    <a:gd name="connsiteX6" fmla="*/ 1423 w 135244"/>
                    <a:gd name="connsiteY6" fmla="*/ 0 h 17925"/>
                    <a:gd name="connsiteX7" fmla="*/ 130076 w 135244"/>
                    <a:gd name="connsiteY7" fmla="*/ 0 h 17925"/>
                    <a:gd name="connsiteX8" fmla="*/ 135244 w 135244"/>
                    <a:gd name="connsiteY8" fmla="*/ 5168 h 17925"/>
                    <a:gd name="connsiteX9" fmla="*/ 135244 w 135244"/>
                    <a:gd name="connsiteY9" fmla="*/ 13061 h 17925"/>
                    <a:gd name="connsiteX10" fmla="*/ 130380 w 135244"/>
                    <a:gd name="connsiteY10" fmla="*/ 17926 h 17925"/>
                    <a:gd name="connsiteX11" fmla="*/ 1435 w 135244"/>
                    <a:gd name="connsiteY11" fmla="*/ 17926 h 17925"/>
                    <a:gd name="connsiteX12" fmla="*/ 12 w 135244"/>
                    <a:gd name="connsiteY12" fmla="*/ 16527 h 17925"/>
                    <a:gd name="connsiteX13" fmla="*/ 1435 w 135244"/>
                    <a:gd name="connsiteY13" fmla="*/ 15128 h 17925"/>
                    <a:gd name="connsiteX14" fmla="*/ 121818 w 135244"/>
                    <a:gd name="connsiteY14" fmla="*/ 15128 h 17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35244" h="17925">
                      <a:moveTo>
                        <a:pt x="121806" y="15141"/>
                      </a:moveTo>
                      <a:cubicBezTo>
                        <a:pt x="122584" y="15141"/>
                        <a:pt x="123229" y="14496"/>
                        <a:pt x="123229" y="13718"/>
                      </a:cubicBezTo>
                      <a:lnTo>
                        <a:pt x="123229" y="4220"/>
                      </a:lnTo>
                      <a:cubicBezTo>
                        <a:pt x="123229" y="3442"/>
                        <a:pt x="122584" y="2797"/>
                        <a:pt x="121806" y="2797"/>
                      </a:cubicBezTo>
                      <a:lnTo>
                        <a:pt x="1423" y="2797"/>
                      </a:lnTo>
                      <a:cubicBezTo>
                        <a:pt x="645" y="2797"/>
                        <a:pt x="0" y="2165"/>
                        <a:pt x="0" y="1399"/>
                      </a:cubicBezTo>
                      <a:cubicBezTo>
                        <a:pt x="0" y="632"/>
                        <a:pt x="645" y="0"/>
                        <a:pt x="1423" y="0"/>
                      </a:cubicBezTo>
                      <a:lnTo>
                        <a:pt x="130076" y="0"/>
                      </a:lnTo>
                      <a:cubicBezTo>
                        <a:pt x="132934" y="0"/>
                        <a:pt x="135244" y="2311"/>
                        <a:pt x="135244" y="5168"/>
                      </a:cubicBezTo>
                      <a:lnTo>
                        <a:pt x="135244" y="13061"/>
                      </a:lnTo>
                      <a:cubicBezTo>
                        <a:pt x="135244" y="15749"/>
                        <a:pt x="133067" y="17926"/>
                        <a:pt x="130380" y="17926"/>
                      </a:cubicBezTo>
                      <a:lnTo>
                        <a:pt x="1435" y="17926"/>
                      </a:lnTo>
                      <a:cubicBezTo>
                        <a:pt x="657" y="17926"/>
                        <a:pt x="12" y="17293"/>
                        <a:pt x="12" y="16527"/>
                      </a:cubicBezTo>
                      <a:cubicBezTo>
                        <a:pt x="12" y="15761"/>
                        <a:pt x="657" y="15128"/>
                        <a:pt x="1435" y="15128"/>
                      </a:cubicBezTo>
                      <a:lnTo>
                        <a:pt x="121818" y="15128"/>
                      </a:lnTo>
                      <a:close/>
                    </a:path>
                  </a:pathLst>
                </a:custGeom>
                <a:solidFill>
                  <a:srgbClr val="4438B7"/>
                </a:solidFill>
                <a:ln w="12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fr-FR"/>
                </a:p>
              </p:txBody>
            </p:sp>
          </p:grpSp>
          <p:sp>
            <p:nvSpPr>
              <p:cNvPr id="202" name="Forme libre : forme 201">
                <a:extLst>
                  <a:ext uri="{FF2B5EF4-FFF2-40B4-BE49-F238E27FC236}">
                    <a16:creationId xmlns:a16="http://schemas.microsoft.com/office/drawing/2014/main" id="{51611418-2E1E-340D-675E-54E508294424}"/>
                  </a:ext>
                </a:extLst>
              </p:cNvPr>
              <p:cNvSpPr/>
              <p:nvPr/>
            </p:nvSpPr>
            <p:spPr>
              <a:xfrm>
                <a:off x="2596925" y="2218000"/>
                <a:ext cx="731740" cy="23008"/>
              </a:xfrm>
              <a:custGeom>
                <a:avLst/>
                <a:gdLst>
                  <a:gd name="connsiteX0" fmla="*/ 731612 w 731740"/>
                  <a:gd name="connsiteY0" fmla="*/ 5594 h 23008"/>
                  <a:gd name="connsiteX1" fmla="*/ 730116 w 731740"/>
                  <a:gd name="connsiteY1" fmla="*/ 1715 h 23008"/>
                  <a:gd name="connsiteX2" fmla="*/ 724656 w 731740"/>
                  <a:gd name="connsiteY2" fmla="*/ 0 h 23008"/>
                  <a:gd name="connsiteX3" fmla="*/ 8157 w 731740"/>
                  <a:gd name="connsiteY3" fmla="*/ 0 h 23008"/>
                  <a:gd name="connsiteX4" fmla="*/ 1286 w 731740"/>
                  <a:gd name="connsiteY4" fmla="*/ 2493 h 23008"/>
                  <a:gd name="connsiteX5" fmla="*/ 751 w 731740"/>
                  <a:gd name="connsiteY5" fmla="*/ 7674 h 23008"/>
                  <a:gd name="connsiteX6" fmla="*/ 8509 w 731740"/>
                  <a:gd name="connsiteY6" fmla="*/ 18826 h 23008"/>
                  <a:gd name="connsiteX7" fmla="*/ 18384 w 731740"/>
                  <a:gd name="connsiteY7" fmla="*/ 23009 h 23008"/>
                  <a:gd name="connsiteX8" fmla="*/ 719743 w 731740"/>
                  <a:gd name="connsiteY8" fmla="*/ 23009 h 23008"/>
                  <a:gd name="connsiteX9" fmla="*/ 727830 w 731740"/>
                  <a:gd name="connsiteY9" fmla="*/ 18582 h 23008"/>
                  <a:gd name="connsiteX10" fmla="*/ 731624 w 731740"/>
                  <a:gd name="connsiteY10" fmla="*/ 5582 h 23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1740" h="23008">
                    <a:moveTo>
                      <a:pt x="731612" y="5594"/>
                    </a:moveTo>
                    <a:cubicBezTo>
                      <a:pt x="732013" y="4220"/>
                      <a:pt x="731466" y="2797"/>
                      <a:pt x="730116" y="1715"/>
                    </a:cubicBezTo>
                    <a:cubicBezTo>
                      <a:pt x="728766" y="632"/>
                      <a:pt x="726759" y="0"/>
                      <a:pt x="724656" y="0"/>
                    </a:cubicBezTo>
                    <a:lnTo>
                      <a:pt x="8157" y="0"/>
                    </a:lnTo>
                    <a:cubicBezTo>
                      <a:pt x="5372" y="0"/>
                      <a:pt x="2781" y="936"/>
                      <a:pt x="1286" y="2493"/>
                    </a:cubicBezTo>
                    <a:cubicBezTo>
                      <a:pt x="-210" y="4050"/>
                      <a:pt x="-417" y="5995"/>
                      <a:pt x="751" y="7674"/>
                    </a:cubicBezTo>
                    <a:lnTo>
                      <a:pt x="8509" y="18826"/>
                    </a:lnTo>
                    <a:cubicBezTo>
                      <a:pt x="10285" y="21379"/>
                      <a:pt x="14140" y="23009"/>
                      <a:pt x="18384" y="23009"/>
                    </a:cubicBezTo>
                    <a:lnTo>
                      <a:pt x="719743" y="23009"/>
                    </a:lnTo>
                    <a:cubicBezTo>
                      <a:pt x="723683" y="23009"/>
                      <a:pt x="727076" y="21148"/>
                      <a:pt x="727830" y="18582"/>
                    </a:cubicBezTo>
                    <a:lnTo>
                      <a:pt x="731624" y="5582"/>
                    </a:lnTo>
                    <a:close/>
                  </a:path>
                </a:pathLst>
              </a:custGeom>
              <a:solidFill>
                <a:srgbClr val="B1ABE5"/>
              </a:solidFill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grpSp>
          <p:nvGrpSpPr>
            <p:cNvPr id="170" name="Graphique 9">
              <a:extLst>
                <a:ext uri="{FF2B5EF4-FFF2-40B4-BE49-F238E27FC236}">
                  <a16:creationId xmlns:a16="http://schemas.microsoft.com/office/drawing/2014/main" id="{9216F6B8-667C-F8C8-9960-1C39E35C9712}"/>
                </a:ext>
              </a:extLst>
            </p:cNvPr>
            <p:cNvGrpSpPr/>
            <p:nvPr/>
          </p:nvGrpSpPr>
          <p:grpSpPr>
            <a:xfrm>
              <a:off x="2611062" y="1287464"/>
              <a:ext cx="468915" cy="397682"/>
              <a:chOff x="2611062" y="1287464"/>
              <a:chExt cx="468915" cy="397682"/>
            </a:xfrm>
          </p:grpSpPr>
          <p:grpSp>
            <p:nvGrpSpPr>
              <p:cNvPr id="171" name="Graphique 9">
                <a:extLst>
                  <a:ext uri="{FF2B5EF4-FFF2-40B4-BE49-F238E27FC236}">
                    <a16:creationId xmlns:a16="http://schemas.microsoft.com/office/drawing/2014/main" id="{96A98DF1-89C2-B96B-F6C7-CB40E57869D7}"/>
                  </a:ext>
                </a:extLst>
              </p:cNvPr>
              <p:cNvGrpSpPr/>
              <p:nvPr/>
            </p:nvGrpSpPr>
            <p:grpSpPr>
              <a:xfrm>
                <a:off x="2611062" y="1287464"/>
                <a:ext cx="334909" cy="334661"/>
                <a:chOff x="2611062" y="1287464"/>
                <a:chExt cx="334909" cy="334661"/>
              </a:xfrm>
            </p:grpSpPr>
            <p:grpSp>
              <p:nvGrpSpPr>
                <p:cNvPr id="183" name="Graphique 9">
                  <a:extLst>
                    <a:ext uri="{FF2B5EF4-FFF2-40B4-BE49-F238E27FC236}">
                      <a16:creationId xmlns:a16="http://schemas.microsoft.com/office/drawing/2014/main" id="{B1712A3A-B2B5-5B87-9D41-70BAA5A8886B}"/>
                    </a:ext>
                  </a:extLst>
                </p:cNvPr>
                <p:cNvGrpSpPr/>
                <p:nvPr/>
              </p:nvGrpSpPr>
              <p:grpSpPr>
                <a:xfrm>
                  <a:off x="2695116" y="1287464"/>
                  <a:ext cx="250855" cy="205179"/>
                  <a:chOff x="2695116" y="1287464"/>
                  <a:chExt cx="250855" cy="205179"/>
                </a:xfrm>
                <a:solidFill>
                  <a:srgbClr val="DAD9FC"/>
                </a:solidFill>
              </p:grpSpPr>
              <p:sp>
                <p:nvSpPr>
                  <p:cNvPr id="192" name="Forme libre : forme 191">
                    <a:extLst>
                      <a:ext uri="{FF2B5EF4-FFF2-40B4-BE49-F238E27FC236}">
                        <a16:creationId xmlns:a16="http://schemas.microsoft.com/office/drawing/2014/main" id="{493C418A-C733-F144-0B7F-FCAD02BDAF0E}"/>
                      </a:ext>
                    </a:extLst>
                  </p:cNvPr>
                  <p:cNvSpPr/>
                  <p:nvPr/>
                </p:nvSpPr>
                <p:spPr>
                  <a:xfrm>
                    <a:off x="2722045" y="1287464"/>
                    <a:ext cx="223926" cy="205179"/>
                  </a:xfrm>
                  <a:custGeom>
                    <a:avLst/>
                    <a:gdLst>
                      <a:gd name="connsiteX0" fmla="*/ 215450 w 223926"/>
                      <a:gd name="connsiteY0" fmla="*/ 205099 h 205179"/>
                      <a:gd name="connsiteX1" fmla="*/ 212203 w 223926"/>
                      <a:gd name="connsiteY1" fmla="*/ 200137 h 205179"/>
                      <a:gd name="connsiteX2" fmla="*/ 214404 w 223926"/>
                      <a:gd name="connsiteY2" fmla="*/ 186723 h 205179"/>
                      <a:gd name="connsiteX3" fmla="*/ 218989 w 223926"/>
                      <a:gd name="connsiteY3" fmla="*/ 183051 h 205179"/>
                      <a:gd name="connsiteX4" fmla="*/ 219074 w 223926"/>
                      <a:gd name="connsiteY4" fmla="*/ 183051 h 205179"/>
                      <a:gd name="connsiteX5" fmla="*/ 222735 w 223926"/>
                      <a:gd name="connsiteY5" fmla="*/ 187721 h 205179"/>
                      <a:gd name="connsiteX6" fmla="*/ 220424 w 223926"/>
                      <a:gd name="connsiteY6" fmla="*/ 201840 h 205179"/>
                      <a:gd name="connsiteX7" fmla="*/ 215900 w 223926"/>
                      <a:gd name="connsiteY7" fmla="*/ 205160 h 205179"/>
                      <a:gd name="connsiteX8" fmla="*/ 215462 w 223926"/>
                      <a:gd name="connsiteY8" fmla="*/ 205087 h 205179"/>
                      <a:gd name="connsiteX9" fmla="*/ 215535 w 223926"/>
                      <a:gd name="connsiteY9" fmla="*/ 164687 h 205179"/>
                      <a:gd name="connsiteX10" fmla="*/ 214733 w 223926"/>
                      <a:gd name="connsiteY10" fmla="*/ 151128 h 205179"/>
                      <a:gd name="connsiteX11" fmla="*/ 218478 w 223926"/>
                      <a:gd name="connsiteY11" fmla="*/ 146531 h 205179"/>
                      <a:gd name="connsiteX12" fmla="*/ 223075 w 223926"/>
                      <a:gd name="connsiteY12" fmla="*/ 150276 h 205179"/>
                      <a:gd name="connsiteX13" fmla="*/ 223926 w 223926"/>
                      <a:gd name="connsiteY13" fmla="*/ 164541 h 205179"/>
                      <a:gd name="connsiteX14" fmla="*/ 219804 w 223926"/>
                      <a:gd name="connsiteY14" fmla="*/ 168810 h 205179"/>
                      <a:gd name="connsiteX15" fmla="*/ 219305 w 223926"/>
                      <a:gd name="connsiteY15" fmla="*/ 168786 h 205179"/>
                      <a:gd name="connsiteX16" fmla="*/ 215535 w 223926"/>
                      <a:gd name="connsiteY16" fmla="*/ 164687 h 205179"/>
                      <a:gd name="connsiteX17" fmla="*/ 210963 w 223926"/>
                      <a:gd name="connsiteY17" fmla="*/ 129396 h 205179"/>
                      <a:gd name="connsiteX18" fmla="*/ 207156 w 223926"/>
                      <a:gd name="connsiteY18" fmla="*/ 116359 h 205179"/>
                      <a:gd name="connsiteX19" fmla="*/ 209783 w 223926"/>
                      <a:gd name="connsiteY19" fmla="*/ 111044 h 205179"/>
                      <a:gd name="connsiteX20" fmla="*/ 215097 w 223926"/>
                      <a:gd name="connsiteY20" fmla="*/ 113671 h 205179"/>
                      <a:gd name="connsiteX21" fmla="*/ 219111 w 223926"/>
                      <a:gd name="connsiteY21" fmla="*/ 127401 h 205179"/>
                      <a:gd name="connsiteX22" fmla="*/ 216046 w 223926"/>
                      <a:gd name="connsiteY22" fmla="*/ 132472 h 205179"/>
                      <a:gd name="connsiteX23" fmla="*/ 214623 w 223926"/>
                      <a:gd name="connsiteY23" fmla="*/ 132570 h 205179"/>
                      <a:gd name="connsiteX24" fmla="*/ 210975 w 223926"/>
                      <a:gd name="connsiteY24" fmla="*/ 129396 h 205179"/>
                      <a:gd name="connsiteX25" fmla="*/ 198619 w 223926"/>
                      <a:gd name="connsiteY25" fmla="*/ 96001 h 205179"/>
                      <a:gd name="connsiteX26" fmla="*/ 191991 w 223926"/>
                      <a:gd name="connsiteY26" fmla="*/ 84144 h 205179"/>
                      <a:gd name="connsiteX27" fmla="*/ 193365 w 223926"/>
                      <a:gd name="connsiteY27" fmla="*/ 78367 h 205179"/>
                      <a:gd name="connsiteX28" fmla="*/ 199142 w 223926"/>
                      <a:gd name="connsiteY28" fmla="*/ 79742 h 205179"/>
                      <a:gd name="connsiteX29" fmla="*/ 206122 w 223926"/>
                      <a:gd name="connsiteY29" fmla="*/ 92231 h 205179"/>
                      <a:gd name="connsiteX30" fmla="*/ 204262 w 223926"/>
                      <a:gd name="connsiteY30" fmla="*/ 97862 h 205179"/>
                      <a:gd name="connsiteX31" fmla="*/ 201951 w 223926"/>
                      <a:gd name="connsiteY31" fmla="*/ 98287 h 205179"/>
                      <a:gd name="connsiteX32" fmla="*/ 198619 w 223926"/>
                      <a:gd name="connsiteY32" fmla="*/ 96001 h 205179"/>
                      <a:gd name="connsiteX33" fmla="*/ 179137 w 223926"/>
                      <a:gd name="connsiteY33" fmla="*/ 66194 h 205179"/>
                      <a:gd name="connsiteX34" fmla="*/ 170040 w 223926"/>
                      <a:gd name="connsiteY34" fmla="*/ 56100 h 205179"/>
                      <a:gd name="connsiteX35" fmla="*/ 170101 w 223926"/>
                      <a:gd name="connsiteY35" fmla="*/ 50166 h 205179"/>
                      <a:gd name="connsiteX36" fmla="*/ 176036 w 223926"/>
                      <a:gd name="connsiteY36" fmla="*/ 50227 h 205179"/>
                      <a:gd name="connsiteX37" fmla="*/ 185607 w 223926"/>
                      <a:gd name="connsiteY37" fmla="*/ 60855 h 205179"/>
                      <a:gd name="connsiteX38" fmla="*/ 185047 w 223926"/>
                      <a:gd name="connsiteY38" fmla="*/ 66766 h 205179"/>
                      <a:gd name="connsiteX39" fmla="*/ 181958 w 223926"/>
                      <a:gd name="connsiteY39" fmla="*/ 67702 h 205179"/>
                      <a:gd name="connsiteX40" fmla="*/ 179149 w 223926"/>
                      <a:gd name="connsiteY40" fmla="*/ 66206 h 205179"/>
                      <a:gd name="connsiteX41" fmla="*/ 153550 w 223926"/>
                      <a:gd name="connsiteY41" fmla="*/ 41446 h 205179"/>
                      <a:gd name="connsiteX42" fmla="*/ 142447 w 223926"/>
                      <a:gd name="connsiteY42" fmla="*/ 33614 h 205179"/>
                      <a:gd name="connsiteX43" fmla="*/ 141194 w 223926"/>
                      <a:gd name="connsiteY43" fmla="*/ 27814 h 205179"/>
                      <a:gd name="connsiteX44" fmla="*/ 146995 w 223926"/>
                      <a:gd name="connsiteY44" fmla="*/ 26561 h 205179"/>
                      <a:gd name="connsiteX45" fmla="*/ 158682 w 223926"/>
                      <a:gd name="connsiteY45" fmla="*/ 34806 h 205179"/>
                      <a:gd name="connsiteX46" fmla="*/ 159436 w 223926"/>
                      <a:gd name="connsiteY46" fmla="*/ 40692 h 205179"/>
                      <a:gd name="connsiteX47" fmla="*/ 155690 w 223926"/>
                      <a:gd name="connsiteY47" fmla="*/ 42297 h 205179"/>
                      <a:gd name="connsiteX48" fmla="*/ 153550 w 223926"/>
                      <a:gd name="connsiteY48" fmla="*/ 41446 h 205179"/>
                      <a:gd name="connsiteX49" fmla="*/ 222 w 223926"/>
                      <a:gd name="connsiteY49" fmla="*/ 14047 h 205179"/>
                      <a:gd name="connsiteX50" fmla="*/ 2849 w 223926"/>
                      <a:gd name="connsiteY50" fmla="*/ 8733 h 205179"/>
                      <a:gd name="connsiteX51" fmla="*/ 16591 w 223926"/>
                      <a:gd name="connsiteY51" fmla="*/ 4744 h 205179"/>
                      <a:gd name="connsiteX52" fmla="*/ 21662 w 223926"/>
                      <a:gd name="connsiteY52" fmla="*/ 7821 h 205179"/>
                      <a:gd name="connsiteX53" fmla="*/ 18585 w 223926"/>
                      <a:gd name="connsiteY53" fmla="*/ 12892 h 205179"/>
                      <a:gd name="connsiteX54" fmla="*/ 5536 w 223926"/>
                      <a:gd name="connsiteY54" fmla="*/ 16674 h 205179"/>
                      <a:gd name="connsiteX55" fmla="*/ 3773 w 223926"/>
                      <a:gd name="connsiteY55" fmla="*/ 16868 h 205179"/>
                      <a:gd name="connsiteX56" fmla="*/ 222 w 223926"/>
                      <a:gd name="connsiteY56" fmla="*/ 14035 h 205179"/>
                      <a:gd name="connsiteX57" fmla="*/ 123123 w 223926"/>
                      <a:gd name="connsiteY57" fmla="*/ 22986 h 205179"/>
                      <a:gd name="connsiteX58" fmla="*/ 110560 w 223926"/>
                      <a:gd name="connsiteY58" fmla="*/ 17829 h 205179"/>
                      <a:gd name="connsiteX59" fmla="*/ 108043 w 223926"/>
                      <a:gd name="connsiteY59" fmla="*/ 12454 h 205179"/>
                      <a:gd name="connsiteX60" fmla="*/ 113418 w 223926"/>
                      <a:gd name="connsiteY60" fmla="*/ 9937 h 205179"/>
                      <a:gd name="connsiteX61" fmla="*/ 126637 w 223926"/>
                      <a:gd name="connsiteY61" fmla="*/ 15373 h 205179"/>
                      <a:gd name="connsiteX62" fmla="*/ 128680 w 223926"/>
                      <a:gd name="connsiteY62" fmla="*/ 20942 h 205179"/>
                      <a:gd name="connsiteX63" fmla="*/ 124448 w 223926"/>
                      <a:gd name="connsiteY63" fmla="*/ 23363 h 205179"/>
                      <a:gd name="connsiteX64" fmla="*/ 123110 w 223926"/>
                      <a:gd name="connsiteY64" fmla="*/ 22998 h 205179"/>
                      <a:gd name="connsiteX65" fmla="*/ 35745 w 223926"/>
                      <a:gd name="connsiteY65" fmla="*/ 5413 h 205179"/>
                      <a:gd name="connsiteX66" fmla="*/ 39502 w 223926"/>
                      <a:gd name="connsiteY66" fmla="*/ 816 h 205179"/>
                      <a:gd name="connsiteX67" fmla="*/ 53780 w 223926"/>
                      <a:gd name="connsiteY67" fmla="*/ 1 h 205179"/>
                      <a:gd name="connsiteX68" fmla="*/ 58036 w 223926"/>
                      <a:gd name="connsiteY68" fmla="*/ 4136 h 205179"/>
                      <a:gd name="connsiteX69" fmla="*/ 53901 w 223926"/>
                      <a:gd name="connsiteY69" fmla="*/ 8392 h 205179"/>
                      <a:gd name="connsiteX70" fmla="*/ 40329 w 223926"/>
                      <a:gd name="connsiteY70" fmla="*/ 9170 h 205179"/>
                      <a:gd name="connsiteX71" fmla="*/ 39490 w 223926"/>
                      <a:gd name="connsiteY71" fmla="*/ 9170 h 205179"/>
                      <a:gd name="connsiteX72" fmla="*/ 35745 w 223926"/>
                      <a:gd name="connsiteY72" fmla="*/ 5413 h 205179"/>
                      <a:gd name="connsiteX73" fmla="*/ 89351 w 223926"/>
                      <a:gd name="connsiteY73" fmla="*/ 11797 h 205179"/>
                      <a:gd name="connsiteX74" fmla="*/ 75949 w 223926"/>
                      <a:gd name="connsiteY74" fmla="*/ 9572 h 205179"/>
                      <a:gd name="connsiteX75" fmla="*/ 72301 w 223926"/>
                      <a:gd name="connsiteY75" fmla="*/ 4902 h 205179"/>
                      <a:gd name="connsiteX76" fmla="*/ 76886 w 223926"/>
                      <a:gd name="connsiteY76" fmla="*/ 1241 h 205179"/>
                      <a:gd name="connsiteX77" fmla="*/ 76971 w 223926"/>
                      <a:gd name="connsiteY77" fmla="*/ 1241 h 205179"/>
                      <a:gd name="connsiteX78" fmla="*/ 91078 w 223926"/>
                      <a:gd name="connsiteY78" fmla="*/ 3576 h 205179"/>
                      <a:gd name="connsiteX79" fmla="*/ 94325 w 223926"/>
                      <a:gd name="connsiteY79" fmla="*/ 8550 h 205179"/>
                      <a:gd name="connsiteX80" fmla="*/ 89801 w 223926"/>
                      <a:gd name="connsiteY80" fmla="*/ 11858 h 205179"/>
                      <a:gd name="connsiteX81" fmla="*/ 89351 w 223926"/>
                      <a:gd name="connsiteY81" fmla="*/ 11785 h 2051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</a:cxnLst>
                    <a:rect l="l" t="t" r="r" b="b"/>
                    <a:pathLst>
                      <a:path w="223926" h="205179">
                        <a:moveTo>
                          <a:pt x="215450" y="205099"/>
                        </a:moveTo>
                        <a:cubicBezTo>
                          <a:pt x="213176" y="204625"/>
                          <a:pt x="211729" y="202399"/>
                          <a:pt x="212203" y="200137"/>
                        </a:cubicBezTo>
                        <a:cubicBezTo>
                          <a:pt x="213115" y="195735"/>
                          <a:pt x="213857" y="191223"/>
                          <a:pt x="214404" y="186723"/>
                        </a:cubicBezTo>
                        <a:cubicBezTo>
                          <a:pt x="214684" y="184449"/>
                          <a:pt x="216727" y="182820"/>
                          <a:pt x="218989" y="183051"/>
                        </a:cubicBezTo>
                        <a:cubicBezTo>
                          <a:pt x="219013" y="183051"/>
                          <a:pt x="219038" y="183051"/>
                          <a:pt x="219074" y="183051"/>
                        </a:cubicBezTo>
                        <a:cubicBezTo>
                          <a:pt x="221373" y="183330"/>
                          <a:pt x="223014" y="185422"/>
                          <a:pt x="222735" y="187721"/>
                        </a:cubicBezTo>
                        <a:cubicBezTo>
                          <a:pt x="222163" y="192451"/>
                          <a:pt x="221385" y="197194"/>
                          <a:pt x="220424" y="201840"/>
                        </a:cubicBezTo>
                        <a:cubicBezTo>
                          <a:pt x="219986" y="203956"/>
                          <a:pt x="218004" y="205366"/>
                          <a:pt x="215900" y="205160"/>
                        </a:cubicBezTo>
                        <a:cubicBezTo>
                          <a:pt x="215754" y="205148"/>
                          <a:pt x="215608" y="205123"/>
                          <a:pt x="215462" y="205087"/>
                        </a:cubicBezTo>
                        <a:close/>
                        <a:moveTo>
                          <a:pt x="215535" y="164687"/>
                        </a:moveTo>
                        <a:cubicBezTo>
                          <a:pt x="215462" y="160163"/>
                          <a:pt x="215195" y="155603"/>
                          <a:pt x="214733" y="151128"/>
                        </a:cubicBezTo>
                        <a:cubicBezTo>
                          <a:pt x="214501" y="148829"/>
                          <a:pt x="216180" y="146762"/>
                          <a:pt x="218478" y="146531"/>
                        </a:cubicBezTo>
                        <a:cubicBezTo>
                          <a:pt x="220789" y="146300"/>
                          <a:pt x="222844" y="147978"/>
                          <a:pt x="223075" y="150276"/>
                        </a:cubicBezTo>
                        <a:cubicBezTo>
                          <a:pt x="223562" y="154983"/>
                          <a:pt x="223841" y="159786"/>
                          <a:pt x="223926" y="164541"/>
                        </a:cubicBezTo>
                        <a:cubicBezTo>
                          <a:pt x="223963" y="166852"/>
                          <a:pt x="222114" y="168761"/>
                          <a:pt x="219804" y="168810"/>
                        </a:cubicBezTo>
                        <a:cubicBezTo>
                          <a:pt x="219633" y="168810"/>
                          <a:pt x="219463" y="168810"/>
                          <a:pt x="219305" y="168786"/>
                        </a:cubicBezTo>
                        <a:cubicBezTo>
                          <a:pt x="217226" y="168579"/>
                          <a:pt x="215572" y="166828"/>
                          <a:pt x="215535" y="164687"/>
                        </a:cubicBezTo>
                        <a:close/>
                        <a:moveTo>
                          <a:pt x="210963" y="129396"/>
                        </a:moveTo>
                        <a:cubicBezTo>
                          <a:pt x="209880" y="125018"/>
                          <a:pt x="208603" y="120627"/>
                          <a:pt x="207156" y="116359"/>
                        </a:cubicBezTo>
                        <a:cubicBezTo>
                          <a:pt x="206414" y="114170"/>
                          <a:pt x="207582" y="111786"/>
                          <a:pt x="209783" y="111044"/>
                        </a:cubicBezTo>
                        <a:cubicBezTo>
                          <a:pt x="211972" y="110303"/>
                          <a:pt x="214356" y="111470"/>
                          <a:pt x="215097" y="113671"/>
                        </a:cubicBezTo>
                        <a:cubicBezTo>
                          <a:pt x="216630" y="118171"/>
                          <a:pt x="217980" y="122792"/>
                          <a:pt x="219111" y="127401"/>
                        </a:cubicBezTo>
                        <a:cubicBezTo>
                          <a:pt x="219670" y="129651"/>
                          <a:pt x="218284" y="131925"/>
                          <a:pt x="216046" y="132472"/>
                        </a:cubicBezTo>
                        <a:cubicBezTo>
                          <a:pt x="215572" y="132594"/>
                          <a:pt x="215085" y="132618"/>
                          <a:pt x="214623" y="132570"/>
                        </a:cubicBezTo>
                        <a:cubicBezTo>
                          <a:pt x="212908" y="132399"/>
                          <a:pt x="211413" y="131171"/>
                          <a:pt x="210975" y="129396"/>
                        </a:cubicBezTo>
                        <a:close/>
                        <a:moveTo>
                          <a:pt x="198619" y="96001"/>
                        </a:moveTo>
                        <a:cubicBezTo>
                          <a:pt x="196588" y="91964"/>
                          <a:pt x="194363" y="87975"/>
                          <a:pt x="191991" y="84144"/>
                        </a:cubicBezTo>
                        <a:cubicBezTo>
                          <a:pt x="190775" y="82174"/>
                          <a:pt x="191395" y="79584"/>
                          <a:pt x="193365" y="78367"/>
                        </a:cubicBezTo>
                        <a:cubicBezTo>
                          <a:pt x="195335" y="77151"/>
                          <a:pt x="197926" y="77772"/>
                          <a:pt x="199142" y="79742"/>
                        </a:cubicBezTo>
                        <a:cubicBezTo>
                          <a:pt x="201635" y="83779"/>
                          <a:pt x="203982" y="87987"/>
                          <a:pt x="206122" y="92231"/>
                        </a:cubicBezTo>
                        <a:cubicBezTo>
                          <a:pt x="207168" y="94299"/>
                          <a:pt x="206329" y="96828"/>
                          <a:pt x="204262" y="97862"/>
                        </a:cubicBezTo>
                        <a:cubicBezTo>
                          <a:pt x="203520" y="98239"/>
                          <a:pt x="202729" y="98373"/>
                          <a:pt x="201951" y="98287"/>
                        </a:cubicBezTo>
                        <a:cubicBezTo>
                          <a:pt x="200577" y="98154"/>
                          <a:pt x="199288" y="97327"/>
                          <a:pt x="198619" y="96001"/>
                        </a:cubicBezTo>
                        <a:close/>
                        <a:moveTo>
                          <a:pt x="179137" y="66194"/>
                        </a:moveTo>
                        <a:cubicBezTo>
                          <a:pt x="176267" y="62728"/>
                          <a:pt x="173214" y="59323"/>
                          <a:pt x="170040" y="56100"/>
                        </a:cubicBezTo>
                        <a:cubicBezTo>
                          <a:pt x="168423" y="54446"/>
                          <a:pt x="168447" y="51795"/>
                          <a:pt x="170101" y="50166"/>
                        </a:cubicBezTo>
                        <a:cubicBezTo>
                          <a:pt x="171755" y="48548"/>
                          <a:pt x="174418" y="48573"/>
                          <a:pt x="176036" y="50227"/>
                        </a:cubicBezTo>
                        <a:cubicBezTo>
                          <a:pt x="179368" y="53619"/>
                          <a:pt x="182578" y="57195"/>
                          <a:pt x="185607" y="60855"/>
                        </a:cubicBezTo>
                        <a:cubicBezTo>
                          <a:pt x="187078" y="62643"/>
                          <a:pt x="186835" y="65282"/>
                          <a:pt x="185047" y="66766"/>
                        </a:cubicBezTo>
                        <a:cubicBezTo>
                          <a:pt x="184147" y="67508"/>
                          <a:pt x="183028" y="67812"/>
                          <a:pt x="181958" y="67702"/>
                        </a:cubicBezTo>
                        <a:cubicBezTo>
                          <a:pt x="180900" y="67593"/>
                          <a:pt x="179879" y="67082"/>
                          <a:pt x="179149" y="66206"/>
                        </a:cubicBezTo>
                        <a:close/>
                        <a:moveTo>
                          <a:pt x="153550" y="41446"/>
                        </a:moveTo>
                        <a:cubicBezTo>
                          <a:pt x="149974" y="38686"/>
                          <a:pt x="146241" y="36059"/>
                          <a:pt x="142447" y="33614"/>
                        </a:cubicBezTo>
                        <a:cubicBezTo>
                          <a:pt x="140501" y="32362"/>
                          <a:pt x="139941" y="29759"/>
                          <a:pt x="141194" y="27814"/>
                        </a:cubicBezTo>
                        <a:cubicBezTo>
                          <a:pt x="142447" y="25868"/>
                          <a:pt x="145037" y="25308"/>
                          <a:pt x="146995" y="26561"/>
                        </a:cubicBezTo>
                        <a:cubicBezTo>
                          <a:pt x="150984" y="29127"/>
                          <a:pt x="154912" y="31912"/>
                          <a:pt x="158682" y="34806"/>
                        </a:cubicBezTo>
                        <a:cubicBezTo>
                          <a:pt x="160518" y="36217"/>
                          <a:pt x="160859" y="38856"/>
                          <a:pt x="159436" y="40692"/>
                        </a:cubicBezTo>
                        <a:cubicBezTo>
                          <a:pt x="158512" y="41884"/>
                          <a:pt x="157089" y="42443"/>
                          <a:pt x="155690" y="42297"/>
                        </a:cubicBezTo>
                        <a:cubicBezTo>
                          <a:pt x="154936" y="42224"/>
                          <a:pt x="154194" y="41945"/>
                          <a:pt x="153550" y="41446"/>
                        </a:cubicBezTo>
                        <a:close/>
                        <a:moveTo>
                          <a:pt x="222" y="14047"/>
                        </a:moveTo>
                        <a:cubicBezTo>
                          <a:pt x="-520" y="11858"/>
                          <a:pt x="660" y="9474"/>
                          <a:pt x="2849" y="8733"/>
                        </a:cubicBezTo>
                        <a:cubicBezTo>
                          <a:pt x="7348" y="7212"/>
                          <a:pt x="11970" y="5875"/>
                          <a:pt x="16591" y="4744"/>
                        </a:cubicBezTo>
                        <a:cubicBezTo>
                          <a:pt x="18841" y="4197"/>
                          <a:pt x="21115" y="5571"/>
                          <a:pt x="21662" y="7821"/>
                        </a:cubicBezTo>
                        <a:cubicBezTo>
                          <a:pt x="22209" y="10070"/>
                          <a:pt x="20835" y="12345"/>
                          <a:pt x="18585" y="12892"/>
                        </a:cubicBezTo>
                        <a:cubicBezTo>
                          <a:pt x="14195" y="13962"/>
                          <a:pt x="9805" y="15239"/>
                          <a:pt x="5536" y="16674"/>
                        </a:cubicBezTo>
                        <a:cubicBezTo>
                          <a:pt x="4953" y="16868"/>
                          <a:pt x="4357" y="16929"/>
                          <a:pt x="3773" y="16868"/>
                        </a:cubicBezTo>
                        <a:cubicBezTo>
                          <a:pt x="2192" y="16710"/>
                          <a:pt x="757" y="15640"/>
                          <a:pt x="222" y="14035"/>
                        </a:cubicBezTo>
                        <a:close/>
                        <a:moveTo>
                          <a:pt x="123123" y="22986"/>
                        </a:moveTo>
                        <a:cubicBezTo>
                          <a:pt x="119024" y="21088"/>
                          <a:pt x="114804" y="19361"/>
                          <a:pt x="110560" y="17829"/>
                        </a:cubicBezTo>
                        <a:cubicBezTo>
                          <a:pt x="108383" y="17039"/>
                          <a:pt x="107252" y="14631"/>
                          <a:pt x="108043" y="12454"/>
                        </a:cubicBezTo>
                        <a:cubicBezTo>
                          <a:pt x="108833" y="10277"/>
                          <a:pt x="111229" y="9158"/>
                          <a:pt x="113418" y="9937"/>
                        </a:cubicBezTo>
                        <a:cubicBezTo>
                          <a:pt x="117881" y="11554"/>
                          <a:pt x="122332" y="13378"/>
                          <a:pt x="126637" y="15373"/>
                        </a:cubicBezTo>
                        <a:cubicBezTo>
                          <a:pt x="128741" y="16346"/>
                          <a:pt x="129653" y="18839"/>
                          <a:pt x="128680" y="20942"/>
                        </a:cubicBezTo>
                        <a:cubicBezTo>
                          <a:pt x="127914" y="22609"/>
                          <a:pt x="126187" y="23533"/>
                          <a:pt x="124448" y="23363"/>
                        </a:cubicBezTo>
                        <a:cubicBezTo>
                          <a:pt x="123998" y="23314"/>
                          <a:pt x="123548" y="23192"/>
                          <a:pt x="123110" y="22998"/>
                        </a:cubicBezTo>
                        <a:close/>
                        <a:moveTo>
                          <a:pt x="35745" y="5413"/>
                        </a:moveTo>
                        <a:cubicBezTo>
                          <a:pt x="35514" y="3114"/>
                          <a:pt x="37192" y="1047"/>
                          <a:pt x="39502" y="816"/>
                        </a:cubicBezTo>
                        <a:cubicBezTo>
                          <a:pt x="44221" y="341"/>
                          <a:pt x="49025" y="74"/>
                          <a:pt x="53780" y="1"/>
                        </a:cubicBezTo>
                        <a:cubicBezTo>
                          <a:pt x="56102" y="-48"/>
                          <a:pt x="58000" y="1813"/>
                          <a:pt x="58036" y="4136"/>
                        </a:cubicBezTo>
                        <a:cubicBezTo>
                          <a:pt x="58073" y="6446"/>
                          <a:pt x="56224" y="8356"/>
                          <a:pt x="53901" y="8392"/>
                        </a:cubicBezTo>
                        <a:cubicBezTo>
                          <a:pt x="49389" y="8465"/>
                          <a:pt x="44817" y="8720"/>
                          <a:pt x="40329" y="9170"/>
                        </a:cubicBezTo>
                        <a:cubicBezTo>
                          <a:pt x="40037" y="9195"/>
                          <a:pt x="39758" y="9195"/>
                          <a:pt x="39490" y="9170"/>
                        </a:cubicBezTo>
                        <a:cubicBezTo>
                          <a:pt x="37544" y="8976"/>
                          <a:pt x="35939" y="7431"/>
                          <a:pt x="35745" y="5413"/>
                        </a:cubicBezTo>
                        <a:close/>
                        <a:moveTo>
                          <a:pt x="89351" y="11797"/>
                        </a:moveTo>
                        <a:cubicBezTo>
                          <a:pt x="84936" y="10873"/>
                          <a:pt x="80437" y="10119"/>
                          <a:pt x="75949" y="9572"/>
                        </a:cubicBezTo>
                        <a:cubicBezTo>
                          <a:pt x="73651" y="9292"/>
                          <a:pt x="72009" y="7200"/>
                          <a:pt x="72301" y="4902"/>
                        </a:cubicBezTo>
                        <a:cubicBezTo>
                          <a:pt x="72581" y="2628"/>
                          <a:pt x="74624" y="1010"/>
                          <a:pt x="76886" y="1241"/>
                        </a:cubicBezTo>
                        <a:cubicBezTo>
                          <a:pt x="76910" y="1241"/>
                          <a:pt x="76947" y="1241"/>
                          <a:pt x="76971" y="1241"/>
                        </a:cubicBezTo>
                        <a:cubicBezTo>
                          <a:pt x="81689" y="1813"/>
                          <a:pt x="86432" y="2603"/>
                          <a:pt x="91078" y="3576"/>
                        </a:cubicBezTo>
                        <a:cubicBezTo>
                          <a:pt x="93340" y="4051"/>
                          <a:pt x="94799" y="6276"/>
                          <a:pt x="94325" y="8550"/>
                        </a:cubicBezTo>
                        <a:cubicBezTo>
                          <a:pt x="93875" y="10666"/>
                          <a:pt x="91905" y="12077"/>
                          <a:pt x="89801" y="11858"/>
                        </a:cubicBezTo>
                        <a:cubicBezTo>
                          <a:pt x="89655" y="11846"/>
                          <a:pt x="89509" y="11822"/>
                          <a:pt x="89351" y="11785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193" name="Forme libre : forme 192">
                    <a:extLst>
                      <a:ext uri="{FF2B5EF4-FFF2-40B4-BE49-F238E27FC236}">
                        <a16:creationId xmlns:a16="http://schemas.microsoft.com/office/drawing/2014/main" id="{8EED0F1E-E931-4CAE-F338-740B04469561}"/>
                      </a:ext>
                    </a:extLst>
                  </p:cNvPr>
                  <p:cNvSpPr/>
                  <p:nvPr/>
                </p:nvSpPr>
                <p:spPr>
                  <a:xfrm>
                    <a:off x="2695116" y="1304745"/>
                    <a:ext cx="14321" cy="11527"/>
                  </a:xfrm>
                  <a:custGeom>
                    <a:avLst/>
                    <a:gdLst>
                      <a:gd name="connsiteX0" fmla="*/ 3777 w 14321"/>
                      <a:gd name="connsiteY0" fmla="*/ 11505 h 11527"/>
                      <a:gd name="connsiteX1" fmla="*/ 6234 w 14321"/>
                      <a:gd name="connsiteY1" fmla="*/ 10994 h 11527"/>
                      <a:gd name="connsiteX2" fmla="*/ 12010 w 14321"/>
                      <a:gd name="connsiteY2" fmla="*/ 7942 h 11527"/>
                      <a:gd name="connsiteX3" fmla="*/ 13871 w 14321"/>
                      <a:gd name="connsiteY3" fmla="*/ 2311 h 11527"/>
                      <a:gd name="connsiteX4" fmla="*/ 8240 w 14321"/>
                      <a:gd name="connsiteY4" fmla="*/ 450 h 11527"/>
                      <a:gd name="connsiteX5" fmla="*/ 2160 w 14321"/>
                      <a:gd name="connsiteY5" fmla="*/ 3661 h 11527"/>
                      <a:gd name="connsiteX6" fmla="*/ 530 w 14321"/>
                      <a:gd name="connsiteY6" fmla="*/ 9364 h 11527"/>
                      <a:gd name="connsiteX7" fmla="*/ 3777 w 14321"/>
                      <a:gd name="connsiteY7" fmla="*/ 11505 h 11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4321" h="11527">
                        <a:moveTo>
                          <a:pt x="3777" y="11505"/>
                        </a:moveTo>
                        <a:cubicBezTo>
                          <a:pt x="4604" y="11590"/>
                          <a:pt x="5455" y="11432"/>
                          <a:pt x="6234" y="10994"/>
                        </a:cubicBezTo>
                        <a:cubicBezTo>
                          <a:pt x="8119" y="9948"/>
                          <a:pt x="10064" y="8915"/>
                          <a:pt x="12010" y="7942"/>
                        </a:cubicBezTo>
                        <a:cubicBezTo>
                          <a:pt x="14078" y="6896"/>
                          <a:pt x="14917" y="4378"/>
                          <a:pt x="13871" y="2311"/>
                        </a:cubicBezTo>
                        <a:cubicBezTo>
                          <a:pt x="12825" y="244"/>
                          <a:pt x="10308" y="-595"/>
                          <a:pt x="8240" y="450"/>
                        </a:cubicBezTo>
                        <a:cubicBezTo>
                          <a:pt x="6197" y="1484"/>
                          <a:pt x="4154" y="2554"/>
                          <a:pt x="2160" y="3661"/>
                        </a:cubicBezTo>
                        <a:cubicBezTo>
                          <a:pt x="141" y="4780"/>
                          <a:pt x="-601" y="7334"/>
                          <a:pt x="530" y="9364"/>
                        </a:cubicBezTo>
                        <a:cubicBezTo>
                          <a:pt x="1223" y="10617"/>
                          <a:pt x="2464" y="11371"/>
                          <a:pt x="3777" y="11505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84" name="Graphique 9">
                  <a:extLst>
                    <a:ext uri="{FF2B5EF4-FFF2-40B4-BE49-F238E27FC236}">
                      <a16:creationId xmlns:a16="http://schemas.microsoft.com/office/drawing/2014/main" id="{2BB630A6-4A32-C113-E819-C5CD9EDF037E}"/>
                    </a:ext>
                  </a:extLst>
                </p:cNvPr>
                <p:cNvGrpSpPr/>
                <p:nvPr/>
              </p:nvGrpSpPr>
              <p:grpSpPr>
                <a:xfrm>
                  <a:off x="2611062" y="1402219"/>
                  <a:ext cx="257278" cy="219905"/>
                  <a:chOff x="2611062" y="1402219"/>
                  <a:chExt cx="257278" cy="219905"/>
                </a:xfrm>
                <a:solidFill>
                  <a:srgbClr val="DAD9FC"/>
                </a:solidFill>
              </p:grpSpPr>
              <p:sp>
                <p:nvSpPr>
                  <p:cNvPr id="189" name="Forme libre : forme 188">
                    <a:extLst>
                      <a:ext uri="{FF2B5EF4-FFF2-40B4-BE49-F238E27FC236}">
                        <a16:creationId xmlns:a16="http://schemas.microsoft.com/office/drawing/2014/main" id="{53782E18-5F84-55BC-B3B4-AE17F97140D3}"/>
                      </a:ext>
                    </a:extLst>
                  </p:cNvPr>
                  <p:cNvSpPr/>
                  <p:nvPr/>
                </p:nvSpPr>
                <p:spPr>
                  <a:xfrm>
                    <a:off x="2616420" y="1402219"/>
                    <a:ext cx="10253" cy="14843"/>
                  </a:xfrm>
                  <a:custGeom>
                    <a:avLst/>
                    <a:gdLst>
                      <a:gd name="connsiteX0" fmla="*/ 3778 w 10253"/>
                      <a:gd name="connsiteY0" fmla="*/ 14822 h 14843"/>
                      <a:gd name="connsiteX1" fmla="*/ 8253 w 10253"/>
                      <a:gd name="connsiteY1" fmla="*/ 11721 h 14843"/>
                      <a:gd name="connsiteX2" fmla="*/ 10065 w 10253"/>
                      <a:gd name="connsiteY2" fmla="*/ 5446 h 14843"/>
                      <a:gd name="connsiteX3" fmla="*/ 7305 w 10253"/>
                      <a:gd name="connsiteY3" fmla="*/ 192 h 14843"/>
                      <a:gd name="connsiteX4" fmla="*/ 2051 w 10253"/>
                      <a:gd name="connsiteY4" fmla="*/ 2953 h 14843"/>
                      <a:gd name="connsiteX5" fmla="*/ 142 w 10253"/>
                      <a:gd name="connsiteY5" fmla="*/ 9569 h 14843"/>
                      <a:gd name="connsiteX6" fmla="*/ 3121 w 10253"/>
                      <a:gd name="connsiteY6" fmla="*/ 14701 h 14843"/>
                      <a:gd name="connsiteX7" fmla="*/ 3778 w 10253"/>
                      <a:gd name="connsiteY7" fmla="*/ 14822 h 148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253" h="14843">
                        <a:moveTo>
                          <a:pt x="3778" y="14822"/>
                        </a:moveTo>
                        <a:cubicBezTo>
                          <a:pt x="5797" y="15029"/>
                          <a:pt x="7718" y="13740"/>
                          <a:pt x="8253" y="11721"/>
                        </a:cubicBezTo>
                        <a:cubicBezTo>
                          <a:pt x="8813" y="9629"/>
                          <a:pt x="9421" y="7513"/>
                          <a:pt x="10065" y="5446"/>
                        </a:cubicBezTo>
                        <a:cubicBezTo>
                          <a:pt x="10746" y="3233"/>
                          <a:pt x="9518" y="885"/>
                          <a:pt x="7305" y="192"/>
                        </a:cubicBezTo>
                        <a:cubicBezTo>
                          <a:pt x="5079" y="-501"/>
                          <a:pt x="2744" y="740"/>
                          <a:pt x="2051" y="2953"/>
                        </a:cubicBezTo>
                        <a:cubicBezTo>
                          <a:pt x="1370" y="5142"/>
                          <a:pt x="738" y="7367"/>
                          <a:pt x="142" y="9569"/>
                        </a:cubicBezTo>
                        <a:cubicBezTo>
                          <a:pt x="-454" y="11806"/>
                          <a:pt x="884" y="14105"/>
                          <a:pt x="3121" y="14701"/>
                        </a:cubicBezTo>
                        <a:cubicBezTo>
                          <a:pt x="3340" y="14761"/>
                          <a:pt x="3559" y="14798"/>
                          <a:pt x="3778" y="14822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190" name="Forme libre : forme 189">
                    <a:extLst>
                      <a:ext uri="{FF2B5EF4-FFF2-40B4-BE49-F238E27FC236}">
                        <a16:creationId xmlns:a16="http://schemas.microsoft.com/office/drawing/2014/main" id="{99E8B52F-3083-7CFC-913F-19D14F1397B9}"/>
                      </a:ext>
                    </a:extLst>
                  </p:cNvPr>
                  <p:cNvSpPr/>
                  <p:nvPr/>
                </p:nvSpPr>
                <p:spPr>
                  <a:xfrm>
                    <a:off x="2611062" y="1430548"/>
                    <a:ext cx="231284" cy="191577"/>
                  </a:xfrm>
                  <a:custGeom>
                    <a:avLst/>
                    <a:gdLst>
                      <a:gd name="connsiteX0" fmla="*/ 142179 w 231284"/>
                      <a:gd name="connsiteY0" fmla="*/ 190047 h 191577"/>
                      <a:gd name="connsiteX1" fmla="*/ 138652 w 231284"/>
                      <a:gd name="connsiteY1" fmla="*/ 185268 h 191577"/>
                      <a:gd name="connsiteX2" fmla="*/ 143432 w 231284"/>
                      <a:gd name="connsiteY2" fmla="*/ 181753 h 191577"/>
                      <a:gd name="connsiteX3" fmla="*/ 156724 w 231284"/>
                      <a:gd name="connsiteY3" fmla="*/ 183200 h 191577"/>
                      <a:gd name="connsiteX4" fmla="*/ 160628 w 231284"/>
                      <a:gd name="connsiteY4" fmla="*/ 187663 h 191577"/>
                      <a:gd name="connsiteX5" fmla="*/ 156165 w 231284"/>
                      <a:gd name="connsiteY5" fmla="*/ 191567 h 191577"/>
                      <a:gd name="connsiteX6" fmla="*/ 150376 w 231284"/>
                      <a:gd name="connsiteY6" fmla="*/ 191081 h 191577"/>
                      <a:gd name="connsiteX7" fmla="*/ 142179 w 231284"/>
                      <a:gd name="connsiteY7" fmla="*/ 190047 h 191577"/>
                      <a:gd name="connsiteX8" fmla="*/ 174552 w 231284"/>
                      <a:gd name="connsiteY8" fmla="*/ 187651 h 191577"/>
                      <a:gd name="connsiteX9" fmla="*/ 178444 w 231284"/>
                      <a:gd name="connsiteY9" fmla="*/ 183176 h 191577"/>
                      <a:gd name="connsiteX10" fmla="*/ 191736 w 231284"/>
                      <a:gd name="connsiteY10" fmla="*/ 181704 h 191577"/>
                      <a:gd name="connsiteX11" fmla="*/ 196515 w 231284"/>
                      <a:gd name="connsiteY11" fmla="*/ 185219 h 191577"/>
                      <a:gd name="connsiteX12" fmla="*/ 193001 w 231284"/>
                      <a:gd name="connsiteY12" fmla="*/ 189998 h 191577"/>
                      <a:gd name="connsiteX13" fmla="*/ 179015 w 231284"/>
                      <a:gd name="connsiteY13" fmla="*/ 191543 h 191577"/>
                      <a:gd name="connsiteX14" fmla="*/ 178298 w 231284"/>
                      <a:gd name="connsiteY14" fmla="*/ 191543 h 191577"/>
                      <a:gd name="connsiteX15" fmla="*/ 174540 w 231284"/>
                      <a:gd name="connsiteY15" fmla="*/ 187651 h 191577"/>
                      <a:gd name="connsiteX16" fmla="*/ 119863 w 231284"/>
                      <a:gd name="connsiteY16" fmla="*/ 185097 h 191577"/>
                      <a:gd name="connsiteX17" fmla="*/ 106547 w 231284"/>
                      <a:gd name="connsiteY17" fmla="*/ 180549 h 191577"/>
                      <a:gd name="connsiteX18" fmla="*/ 104163 w 231284"/>
                      <a:gd name="connsiteY18" fmla="*/ 175113 h 191577"/>
                      <a:gd name="connsiteX19" fmla="*/ 109599 w 231284"/>
                      <a:gd name="connsiteY19" fmla="*/ 172730 h 191577"/>
                      <a:gd name="connsiteX20" fmla="*/ 122247 w 231284"/>
                      <a:gd name="connsiteY20" fmla="*/ 177047 h 191577"/>
                      <a:gd name="connsiteX21" fmla="*/ 125081 w 231284"/>
                      <a:gd name="connsiteY21" fmla="*/ 182252 h 191577"/>
                      <a:gd name="connsiteX22" fmla="*/ 120642 w 231284"/>
                      <a:gd name="connsiteY22" fmla="*/ 185243 h 191577"/>
                      <a:gd name="connsiteX23" fmla="*/ 119876 w 231284"/>
                      <a:gd name="connsiteY23" fmla="*/ 185097 h 191577"/>
                      <a:gd name="connsiteX24" fmla="*/ 210099 w 231284"/>
                      <a:gd name="connsiteY24" fmla="*/ 182167 h 191577"/>
                      <a:gd name="connsiteX25" fmla="*/ 212921 w 231284"/>
                      <a:gd name="connsiteY25" fmla="*/ 176949 h 191577"/>
                      <a:gd name="connsiteX26" fmla="*/ 225556 w 231284"/>
                      <a:gd name="connsiteY26" fmla="*/ 172596 h 191577"/>
                      <a:gd name="connsiteX27" fmla="*/ 230992 w 231284"/>
                      <a:gd name="connsiteY27" fmla="*/ 174967 h 191577"/>
                      <a:gd name="connsiteX28" fmla="*/ 228621 w 231284"/>
                      <a:gd name="connsiteY28" fmla="*/ 180403 h 191577"/>
                      <a:gd name="connsiteX29" fmla="*/ 215316 w 231284"/>
                      <a:gd name="connsiteY29" fmla="*/ 184988 h 191577"/>
                      <a:gd name="connsiteX30" fmla="*/ 213699 w 231284"/>
                      <a:gd name="connsiteY30" fmla="*/ 185146 h 191577"/>
                      <a:gd name="connsiteX31" fmla="*/ 210099 w 231284"/>
                      <a:gd name="connsiteY31" fmla="*/ 182167 h 191577"/>
                      <a:gd name="connsiteX32" fmla="*/ 85885 w 231284"/>
                      <a:gd name="connsiteY32" fmla="*/ 170808 h 191577"/>
                      <a:gd name="connsiteX33" fmla="*/ 73894 w 231284"/>
                      <a:gd name="connsiteY33" fmla="*/ 163438 h 191577"/>
                      <a:gd name="connsiteX34" fmla="*/ 72763 w 231284"/>
                      <a:gd name="connsiteY34" fmla="*/ 157613 h 191577"/>
                      <a:gd name="connsiteX35" fmla="*/ 78589 w 231284"/>
                      <a:gd name="connsiteY35" fmla="*/ 156482 h 191577"/>
                      <a:gd name="connsiteX36" fmla="*/ 89971 w 231284"/>
                      <a:gd name="connsiteY36" fmla="*/ 163475 h 191577"/>
                      <a:gd name="connsiteX37" fmla="*/ 91589 w 231284"/>
                      <a:gd name="connsiteY37" fmla="*/ 169178 h 191577"/>
                      <a:gd name="connsiteX38" fmla="*/ 87503 w 231284"/>
                      <a:gd name="connsiteY38" fmla="*/ 171307 h 191577"/>
                      <a:gd name="connsiteX39" fmla="*/ 85885 w 231284"/>
                      <a:gd name="connsiteY39" fmla="*/ 170796 h 191577"/>
                      <a:gd name="connsiteX40" fmla="*/ 55859 w 231284"/>
                      <a:gd name="connsiteY40" fmla="*/ 149417 h 191577"/>
                      <a:gd name="connsiteX41" fmla="*/ 45766 w 231284"/>
                      <a:gd name="connsiteY41" fmla="*/ 139615 h 191577"/>
                      <a:gd name="connsiteX42" fmla="*/ 45924 w 231284"/>
                      <a:gd name="connsiteY42" fmla="*/ 133680 h 191577"/>
                      <a:gd name="connsiteX43" fmla="*/ 51858 w 231284"/>
                      <a:gd name="connsiteY43" fmla="*/ 133838 h 191577"/>
                      <a:gd name="connsiteX44" fmla="*/ 61453 w 231284"/>
                      <a:gd name="connsiteY44" fmla="*/ 143154 h 191577"/>
                      <a:gd name="connsiteX45" fmla="*/ 61782 w 231284"/>
                      <a:gd name="connsiteY45" fmla="*/ 149076 h 191577"/>
                      <a:gd name="connsiteX46" fmla="*/ 58231 w 231284"/>
                      <a:gd name="connsiteY46" fmla="*/ 150450 h 191577"/>
                      <a:gd name="connsiteX47" fmla="*/ 55859 w 231284"/>
                      <a:gd name="connsiteY47" fmla="*/ 149404 h 191577"/>
                      <a:gd name="connsiteX48" fmla="*/ 31209 w 231284"/>
                      <a:gd name="connsiteY48" fmla="*/ 121993 h 191577"/>
                      <a:gd name="connsiteX49" fmla="*/ 23486 w 231284"/>
                      <a:gd name="connsiteY49" fmla="*/ 110221 h 191577"/>
                      <a:gd name="connsiteX50" fmla="*/ 24933 w 231284"/>
                      <a:gd name="connsiteY50" fmla="*/ 104469 h 191577"/>
                      <a:gd name="connsiteX51" fmla="*/ 30686 w 231284"/>
                      <a:gd name="connsiteY51" fmla="*/ 105916 h 191577"/>
                      <a:gd name="connsiteX52" fmla="*/ 38019 w 231284"/>
                      <a:gd name="connsiteY52" fmla="*/ 117092 h 191577"/>
                      <a:gd name="connsiteX53" fmla="*/ 37058 w 231284"/>
                      <a:gd name="connsiteY53" fmla="*/ 122942 h 191577"/>
                      <a:gd name="connsiteX54" fmla="*/ 34188 w 231284"/>
                      <a:gd name="connsiteY54" fmla="*/ 123708 h 191577"/>
                      <a:gd name="connsiteX55" fmla="*/ 31196 w 231284"/>
                      <a:gd name="connsiteY55" fmla="*/ 121981 h 191577"/>
                      <a:gd name="connsiteX56" fmla="*/ 13137 w 231284"/>
                      <a:gd name="connsiteY56" fmla="*/ 89839 h 191577"/>
                      <a:gd name="connsiteX57" fmla="*/ 8188 w 231284"/>
                      <a:gd name="connsiteY57" fmla="*/ 76656 h 191577"/>
                      <a:gd name="connsiteX58" fmla="*/ 10863 w 231284"/>
                      <a:gd name="connsiteY58" fmla="*/ 71366 h 191577"/>
                      <a:gd name="connsiteX59" fmla="*/ 16153 w 231284"/>
                      <a:gd name="connsiteY59" fmla="*/ 74042 h 191577"/>
                      <a:gd name="connsiteX60" fmla="*/ 20859 w 231284"/>
                      <a:gd name="connsiteY60" fmla="*/ 86556 h 191577"/>
                      <a:gd name="connsiteX61" fmla="*/ 18634 w 231284"/>
                      <a:gd name="connsiteY61" fmla="*/ 92052 h 191577"/>
                      <a:gd name="connsiteX62" fmla="*/ 16579 w 231284"/>
                      <a:gd name="connsiteY62" fmla="*/ 92369 h 191577"/>
                      <a:gd name="connsiteX63" fmla="*/ 13137 w 231284"/>
                      <a:gd name="connsiteY63" fmla="*/ 89839 h 191577"/>
                      <a:gd name="connsiteX64" fmla="*/ 2557 w 231284"/>
                      <a:gd name="connsiteY64" fmla="*/ 54487 h 191577"/>
                      <a:gd name="connsiteX65" fmla="*/ 635 w 231284"/>
                      <a:gd name="connsiteY65" fmla="*/ 40550 h 191577"/>
                      <a:gd name="connsiteX66" fmla="*/ 4418 w 231284"/>
                      <a:gd name="connsiteY66" fmla="*/ 35977 h 191577"/>
                      <a:gd name="connsiteX67" fmla="*/ 8990 w 231284"/>
                      <a:gd name="connsiteY67" fmla="*/ 39759 h 191577"/>
                      <a:gd name="connsiteX68" fmla="*/ 10814 w 231284"/>
                      <a:gd name="connsiteY68" fmla="*/ 52991 h 191577"/>
                      <a:gd name="connsiteX69" fmla="*/ 7434 w 231284"/>
                      <a:gd name="connsiteY69" fmla="*/ 57867 h 191577"/>
                      <a:gd name="connsiteX70" fmla="*/ 6266 w 231284"/>
                      <a:gd name="connsiteY70" fmla="*/ 57916 h 191577"/>
                      <a:gd name="connsiteX71" fmla="*/ 2569 w 231284"/>
                      <a:gd name="connsiteY71" fmla="*/ 54487 h 191577"/>
                      <a:gd name="connsiteX72" fmla="*/ 3 w 231284"/>
                      <a:gd name="connsiteY72" fmla="*/ 17711 h 191577"/>
                      <a:gd name="connsiteX73" fmla="*/ 733 w 231284"/>
                      <a:gd name="connsiteY73" fmla="*/ 7386 h 191577"/>
                      <a:gd name="connsiteX74" fmla="*/ 1146 w 231284"/>
                      <a:gd name="connsiteY74" fmla="*/ 3689 h 191577"/>
                      <a:gd name="connsiteX75" fmla="*/ 5816 w 231284"/>
                      <a:gd name="connsiteY75" fmla="*/ 41 h 191577"/>
                      <a:gd name="connsiteX76" fmla="*/ 9465 w 231284"/>
                      <a:gd name="connsiteY76" fmla="*/ 4711 h 191577"/>
                      <a:gd name="connsiteX77" fmla="*/ 9075 w 231284"/>
                      <a:gd name="connsiteY77" fmla="*/ 8226 h 191577"/>
                      <a:gd name="connsiteX78" fmla="*/ 8382 w 231284"/>
                      <a:gd name="connsiteY78" fmla="*/ 18040 h 191577"/>
                      <a:gd name="connsiteX79" fmla="*/ 4028 w 231284"/>
                      <a:gd name="connsiteY79" fmla="*/ 22065 h 191577"/>
                      <a:gd name="connsiteX80" fmla="*/ 3773 w 231284"/>
                      <a:gd name="connsiteY80" fmla="*/ 22053 h 191577"/>
                      <a:gd name="connsiteX81" fmla="*/ 3 w 231284"/>
                      <a:gd name="connsiteY81" fmla="*/ 17711 h 1915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</a:cxnLst>
                    <a:rect l="l" t="t" r="r" b="b"/>
                    <a:pathLst>
                      <a:path w="231284" h="191577">
                        <a:moveTo>
                          <a:pt x="142179" y="190047"/>
                        </a:moveTo>
                        <a:cubicBezTo>
                          <a:pt x="139893" y="189706"/>
                          <a:pt x="138312" y="187566"/>
                          <a:pt x="138652" y="185268"/>
                        </a:cubicBezTo>
                        <a:cubicBezTo>
                          <a:pt x="138993" y="182981"/>
                          <a:pt x="141133" y="181400"/>
                          <a:pt x="143432" y="181753"/>
                        </a:cubicBezTo>
                        <a:cubicBezTo>
                          <a:pt x="147798" y="182410"/>
                          <a:pt x="152249" y="182896"/>
                          <a:pt x="156724" y="183200"/>
                        </a:cubicBezTo>
                        <a:cubicBezTo>
                          <a:pt x="159022" y="183346"/>
                          <a:pt x="160786" y="185353"/>
                          <a:pt x="160628" y="187663"/>
                        </a:cubicBezTo>
                        <a:cubicBezTo>
                          <a:pt x="160470" y="189974"/>
                          <a:pt x="158475" y="191725"/>
                          <a:pt x="156165" y="191567"/>
                        </a:cubicBezTo>
                        <a:cubicBezTo>
                          <a:pt x="154219" y="191433"/>
                          <a:pt x="152297" y="191275"/>
                          <a:pt x="150376" y="191081"/>
                        </a:cubicBezTo>
                        <a:cubicBezTo>
                          <a:pt x="147640" y="190801"/>
                          <a:pt x="144879" y="190460"/>
                          <a:pt x="142179" y="190047"/>
                        </a:cubicBezTo>
                        <a:close/>
                        <a:moveTo>
                          <a:pt x="174552" y="187651"/>
                        </a:moveTo>
                        <a:cubicBezTo>
                          <a:pt x="174394" y="185341"/>
                          <a:pt x="176133" y="183334"/>
                          <a:pt x="178444" y="183176"/>
                        </a:cubicBezTo>
                        <a:cubicBezTo>
                          <a:pt x="182883" y="182872"/>
                          <a:pt x="187358" y="182373"/>
                          <a:pt x="191736" y="181704"/>
                        </a:cubicBezTo>
                        <a:cubicBezTo>
                          <a:pt x="194022" y="181352"/>
                          <a:pt x="196163" y="182921"/>
                          <a:pt x="196515" y="185219"/>
                        </a:cubicBezTo>
                        <a:cubicBezTo>
                          <a:pt x="196868" y="187505"/>
                          <a:pt x="195299" y="189646"/>
                          <a:pt x="193001" y="189998"/>
                        </a:cubicBezTo>
                        <a:cubicBezTo>
                          <a:pt x="188392" y="190704"/>
                          <a:pt x="183685" y="191227"/>
                          <a:pt x="179015" y="191543"/>
                        </a:cubicBezTo>
                        <a:cubicBezTo>
                          <a:pt x="178772" y="191555"/>
                          <a:pt x="178529" y="191555"/>
                          <a:pt x="178298" y="191543"/>
                        </a:cubicBezTo>
                        <a:cubicBezTo>
                          <a:pt x="176303" y="191336"/>
                          <a:pt x="174686" y="189731"/>
                          <a:pt x="174540" y="187651"/>
                        </a:cubicBezTo>
                        <a:close/>
                        <a:moveTo>
                          <a:pt x="119863" y="185097"/>
                        </a:moveTo>
                        <a:cubicBezTo>
                          <a:pt x="115388" y="183772"/>
                          <a:pt x="110913" y="182252"/>
                          <a:pt x="106547" y="180549"/>
                        </a:cubicBezTo>
                        <a:cubicBezTo>
                          <a:pt x="104394" y="179710"/>
                          <a:pt x="103324" y="177278"/>
                          <a:pt x="104163" y="175113"/>
                        </a:cubicBezTo>
                        <a:cubicBezTo>
                          <a:pt x="105003" y="172961"/>
                          <a:pt x="107435" y="171890"/>
                          <a:pt x="109599" y="172730"/>
                        </a:cubicBezTo>
                        <a:cubicBezTo>
                          <a:pt x="113746" y="174347"/>
                          <a:pt x="117991" y="175794"/>
                          <a:pt x="122247" y="177047"/>
                        </a:cubicBezTo>
                        <a:cubicBezTo>
                          <a:pt x="124473" y="177703"/>
                          <a:pt x="125737" y="180038"/>
                          <a:pt x="125081" y="182252"/>
                        </a:cubicBezTo>
                        <a:cubicBezTo>
                          <a:pt x="124497" y="184222"/>
                          <a:pt x="122612" y="185438"/>
                          <a:pt x="120642" y="185243"/>
                        </a:cubicBezTo>
                        <a:cubicBezTo>
                          <a:pt x="120386" y="185219"/>
                          <a:pt x="120131" y="185170"/>
                          <a:pt x="119876" y="185097"/>
                        </a:cubicBezTo>
                        <a:close/>
                        <a:moveTo>
                          <a:pt x="210099" y="182167"/>
                        </a:moveTo>
                        <a:cubicBezTo>
                          <a:pt x="209443" y="179953"/>
                          <a:pt x="210695" y="177606"/>
                          <a:pt x="212921" y="176949"/>
                        </a:cubicBezTo>
                        <a:cubicBezTo>
                          <a:pt x="217177" y="175685"/>
                          <a:pt x="221421" y="174213"/>
                          <a:pt x="225556" y="172596"/>
                        </a:cubicBezTo>
                        <a:cubicBezTo>
                          <a:pt x="227709" y="171744"/>
                          <a:pt x="230141" y="172802"/>
                          <a:pt x="230992" y="174967"/>
                        </a:cubicBezTo>
                        <a:cubicBezTo>
                          <a:pt x="231843" y="177120"/>
                          <a:pt x="230773" y="179552"/>
                          <a:pt x="228621" y="180403"/>
                        </a:cubicBezTo>
                        <a:cubicBezTo>
                          <a:pt x="224267" y="182118"/>
                          <a:pt x="219792" y="183662"/>
                          <a:pt x="215316" y="184988"/>
                        </a:cubicBezTo>
                        <a:cubicBezTo>
                          <a:pt x="214769" y="185146"/>
                          <a:pt x="214222" y="185195"/>
                          <a:pt x="213699" y="185146"/>
                        </a:cubicBezTo>
                        <a:cubicBezTo>
                          <a:pt x="212057" y="184976"/>
                          <a:pt x="210598" y="183845"/>
                          <a:pt x="210099" y="182167"/>
                        </a:cubicBezTo>
                        <a:close/>
                        <a:moveTo>
                          <a:pt x="85885" y="170808"/>
                        </a:moveTo>
                        <a:cubicBezTo>
                          <a:pt x="81811" y="168534"/>
                          <a:pt x="77786" y="166053"/>
                          <a:pt x="73894" y="163438"/>
                        </a:cubicBezTo>
                        <a:cubicBezTo>
                          <a:pt x="71973" y="162149"/>
                          <a:pt x="71462" y="159535"/>
                          <a:pt x="72763" y="157613"/>
                        </a:cubicBezTo>
                        <a:cubicBezTo>
                          <a:pt x="74052" y="155692"/>
                          <a:pt x="76667" y="155181"/>
                          <a:pt x="78589" y="156482"/>
                        </a:cubicBezTo>
                        <a:cubicBezTo>
                          <a:pt x="82273" y="158963"/>
                          <a:pt x="86104" y="161322"/>
                          <a:pt x="89971" y="163475"/>
                        </a:cubicBezTo>
                        <a:cubicBezTo>
                          <a:pt x="91990" y="164606"/>
                          <a:pt x="92720" y="167160"/>
                          <a:pt x="91589" y="169178"/>
                        </a:cubicBezTo>
                        <a:cubicBezTo>
                          <a:pt x="90750" y="170686"/>
                          <a:pt x="89120" y="171477"/>
                          <a:pt x="87503" y="171307"/>
                        </a:cubicBezTo>
                        <a:cubicBezTo>
                          <a:pt x="86955" y="171246"/>
                          <a:pt x="86396" y="171088"/>
                          <a:pt x="85885" y="170796"/>
                        </a:cubicBezTo>
                        <a:close/>
                        <a:moveTo>
                          <a:pt x="55859" y="149417"/>
                        </a:moveTo>
                        <a:cubicBezTo>
                          <a:pt x="52369" y="146303"/>
                          <a:pt x="48976" y="143008"/>
                          <a:pt x="45766" y="139615"/>
                        </a:cubicBezTo>
                        <a:cubicBezTo>
                          <a:pt x="44172" y="137936"/>
                          <a:pt x="44245" y="135273"/>
                          <a:pt x="45924" y="133680"/>
                        </a:cubicBezTo>
                        <a:cubicBezTo>
                          <a:pt x="47614" y="132087"/>
                          <a:pt x="50265" y="132160"/>
                          <a:pt x="51858" y="133838"/>
                        </a:cubicBezTo>
                        <a:cubicBezTo>
                          <a:pt x="54911" y="137061"/>
                          <a:pt x="58133" y="140198"/>
                          <a:pt x="61453" y="143154"/>
                        </a:cubicBezTo>
                        <a:cubicBezTo>
                          <a:pt x="63180" y="144698"/>
                          <a:pt x="63326" y="147349"/>
                          <a:pt x="61782" y="149076"/>
                        </a:cubicBezTo>
                        <a:cubicBezTo>
                          <a:pt x="60845" y="150122"/>
                          <a:pt x="59520" y="150584"/>
                          <a:pt x="58231" y="150450"/>
                        </a:cubicBezTo>
                        <a:cubicBezTo>
                          <a:pt x="57379" y="150365"/>
                          <a:pt x="56553" y="150012"/>
                          <a:pt x="55859" y="149404"/>
                        </a:cubicBezTo>
                        <a:close/>
                        <a:moveTo>
                          <a:pt x="31209" y="121993"/>
                        </a:moveTo>
                        <a:cubicBezTo>
                          <a:pt x="28485" y="118187"/>
                          <a:pt x="25882" y="114234"/>
                          <a:pt x="23486" y="110221"/>
                        </a:cubicBezTo>
                        <a:cubicBezTo>
                          <a:pt x="22295" y="108227"/>
                          <a:pt x="22951" y="105661"/>
                          <a:pt x="24933" y="104469"/>
                        </a:cubicBezTo>
                        <a:cubicBezTo>
                          <a:pt x="26928" y="103277"/>
                          <a:pt x="29494" y="103934"/>
                          <a:pt x="30686" y="105916"/>
                        </a:cubicBezTo>
                        <a:cubicBezTo>
                          <a:pt x="32960" y="109723"/>
                          <a:pt x="35429" y="113480"/>
                          <a:pt x="38019" y="117092"/>
                        </a:cubicBezTo>
                        <a:cubicBezTo>
                          <a:pt x="39369" y="118977"/>
                          <a:pt x="38943" y="121592"/>
                          <a:pt x="37058" y="122942"/>
                        </a:cubicBezTo>
                        <a:cubicBezTo>
                          <a:pt x="36195" y="123562"/>
                          <a:pt x="35173" y="123805"/>
                          <a:pt x="34188" y="123708"/>
                        </a:cubicBezTo>
                        <a:cubicBezTo>
                          <a:pt x="33033" y="123586"/>
                          <a:pt x="31926" y="123003"/>
                          <a:pt x="31196" y="121981"/>
                        </a:cubicBezTo>
                        <a:close/>
                        <a:moveTo>
                          <a:pt x="13137" y="89839"/>
                        </a:moveTo>
                        <a:cubicBezTo>
                          <a:pt x="11313" y="85534"/>
                          <a:pt x="9647" y="81095"/>
                          <a:pt x="8188" y="76656"/>
                        </a:cubicBezTo>
                        <a:cubicBezTo>
                          <a:pt x="7470" y="74455"/>
                          <a:pt x="8662" y="72084"/>
                          <a:pt x="10863" y="71366"/>
                        </a:cubicBezTo>
                        <a:cubicBezTo>
                          <a:pt x="13064" y="70649"/>
                          <a:pt x="15436" y="71841"/>
                          <a:pt x="16153" y="74042"/>
                        </a:cubicBezTo>
                        <a:cubicBezTo>
                          <a:pt x="17540" y="78262"/>
                          <a:pt x="19120" y="82469"/>
                          <a:pt x="20859" y="86556"/>
                        </a:cubicBezTo>
                        <a:cubicBezTo>
                          <a:pt x="21759" y="88684"/>
                          <a:pt x="20774" y="91152"/>
                          <a:pt x="18634" y="92052"/>
                        </a:cubicBezTo>
                        <a:cubicBezTo>
                          <a:pt x="17965" y="92344"/>
                          <a:pt x="17260" y="92429"/>
                          <a:pt x="16579" y="92369"/>
                        </a:cubicBezTo>
                        <a:cubicBezTo>
                          <a:pt x="15107" y="92223"/>
                          <a:pt x="13757" y="91298"/>
                          <a:pt x="13137" y="89839"/>
                        </a:cubicBezTo>
                        <a:close/>
                        <a:moveTo>
                          <a:pt x="2557" y="54487"/>
                        </a:moveTo>
                        <a:cubicBezTo>
                          <a:pt x="1718" y="49890"/>
                          <a:pt x="1073" y="45208"/>
                          <a:pt x="635" y="40550"/>
                        </a:cubicBezTo>
                        <a:cubicBezTo>
                          <a:pt x="417" y="38239"/>
                          <a:pt x="2107" y="36196"/>
                          <a:pt x="4418" y="35977"/>
                        </a:cubicBezTo>
                        <a:cubicBezTo>
                          <a:pt x="6716" y="35758"/>
                          <a:pt x="8771" y="37449"/>
                          <a:pt x="8990" y="39759"/>
                        </a:cubicBezTo>
                        <a:cubicBezTo>
                          <a:pt x="9416" y="44186"/>
                          <a:pt x="10024" y="48637"/>
                          <a:pt x="10814" y="52991"/>
                        </a:cubicBezTo>
                        <a:cubicBezTo>
                          <a:pt x="11228" y="55265"/>
                          <a:pt x="9720" y="57454"/>
                          <a:pt x="7434" y="57867"/>
                        </a:cubicBezTo>
                        <a:cubicBezTo>
                          <a:pt x="7032" y="57940"/>
                          <a:pt x="6643" y="57953"/>
                          <a:pt x="6266" y="57916"/>
                        </a:cubicBezTo>
                        <a:cubicBezTo>
                          <a:pt x="4454" y="57734"/>
                          <a:pt x="2910" y="56372"/>
                          <a:pt x="2569" y="54487"/>
                        </a:cubicBezTo>
                        <a:close/>
                        <a:moveTo>
                          <a:pt x="3" y="17711"/>
                        </a:moveTo>
                        <a:cubicBezTo>
                          <a:pt x="137" y="14270"/>
                          <a:pt x="380" y="10804"/>
                          <a:pt x="733" y="7386"/>
                        </a:cubicBezTo>
                        <a:cubicBezTo>
                          <a:pt x="854" y="6146"/>
                          <a:pt x="1000" y="4918"/>
                          <a:pt x="1146" y="3689"/>
                        </a:cubicBezTo>
                        <a:cubicBezTo>
                          <a:pt x="1426" y="1391"/>
                          <a:pt x="3506" y="-287"/>
                          <a:pt x="5816" y="41"/>
                        </a:cubicBezTo>
                        <a:cubicBezTo>
                          <a:pt x="8115" y="321"/>
                          <a:pt x="9744" y="2413"/>
                          <a:pt x="9465" y="4711"/>
                        </a:cubicBezTo>
                        <a:cubicBezTo>
                          <a:pt x="9319" y="5878"/>
                          <a:pt x="9185" y="7046"/>
                          <a:pt x="9075" y="8226"/>
                        </a:cubicBezTo>
                        <a:cubicBezTo>
                          <a:pt x="8747" y="11473"/>
                          <a:pt x="8516" y="14768"/>
                          <a:pt x="8382" y="18040"/>
                        </a:cubicBezTo>
                        <a:cubicBezTo>
                          <a:pt x="8285" y="20350"/>
                          <a:pt x="6339" y="22150"/>
                          <a:pt x="4028" y="22065"/>
                        </a:cubicBezTo>
                        <a:cubicBezTo>
                          <a:pt x="3943" y="22065"/>
                          <a:pt x="3858" y="22065"/>
                          <a:pt x="3773" y="22053"/>
                        </a:cubicBezTo>
                        <a:cubicBezTo>
                          <a:pt x="1584" y="21834"/>
                          <a:pt x="-82" y="19937"/>
                          <a:pt x="3" y="17711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191" name="Forme libre : forme 190">
                    <a:extLst>
                      <a:ext uri="{FF2B5EF4-FFF2-40B4-BE49-F238E27FC236}">
                        <a16:creationId xmlns:a16="http://schemas.microsoft.com/office/drawing/2014/main" id="{0770746E-9314-120F-1F97-310354BE8202}"/>
                      </a:ext>
                    </a:extLst>
                  </p:cNvPr>
                  <p:cNvSpPr/>
                  <p:nvPr/>
                </p:nvSpPr>
                <p:spPr>
                  <a:xfrm>
                    <a:off x="2854166" y="1589840"/>
                    <a:ext cx="14174" cy="11793"/>
                  </a:xfrm>
                  <a:custGeom>
                    <a:avLst/>
                    <a:gdLst>
                      <a:gd name="connsiteX0" fmla="*/ 3795 w 14174"/>
                      <a:gd name="connsiteY0" fmla="*/ 11771 h 11793"/>
                      <a:gd name="connsiteX1" fmla="*/ 6264 w 14174"/>
                      <a:gd name="connsiteY1" fmla="*/ 11261 h 11793"/>
                      <a:gd name="connsiteX2" fmla="*/ 12186 w 14174"/>
                      <a:gd name="connsiteY2" fmla="*/ 7770 h 11793"/>
                      <a:gd name="connsiteX3" fmla="*/ 13548 w 14174"/>
                      <a:gd name="connsiteY3" fmla="*/ 1994 h 11793"/>
                      <a:gd name="connsiteX4" fmla="*/ 7772 w 14174"/>
                      <a:gd name="connsiteY4" fmla="*/ 632 h 11793"/>
                      <a:gd name="connsiteX5" fmla="*/ 2141 w 14174"/>
                      <a:gd name="connsiteY5" fmla="*/ 3952 h 11793"/>
                      <a:gd name="connsiteX6" fmla="*/ 536 w 14174"/>
                      <a:gd name="connsiteY6" fmla="*/ 9667 h 11793"/>
                      <a:gd name="connsiteX7" fmla="*/ 3771 w 14174"/>
                      <a:gd name="connsiteY7" fmla="*/ 11784 h 117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4174" h="11793">
                        <a:moveTo>
                          <a:pt x="3795" y="11771"/>
                        </a:moveTo>
                        <a:cubicBezTo>
                          <a:pt x="4622" y="11857"/>
                          <a:pt x="5485" y="11698"/>
                          <a:pt x="6264" y="11261"/>
                        </a:cubicBezTo>
                        <a:cubicBezTo>
                          <a:pt x="8246" y="10154"/>
                          <a:pt x="10240" y="8974"/>
                          <a:pt x="12186" y="7770"/>
                        </a:cubicBezTo>
                        <a:cubicBezTo>
                          <a:pt x="14156" y="6554"/>
                          <a:pt x="14764" y="3964"/>
                          <a:pt x="13548" y="1994"/>
                        </a:cubicBezTo>
                        <a:cubicBezTo>
                          <a:pt x="12332" y="24"/>
                          <a:pt x="9754" y="-597"/>
                          <a:pt x="7772" y="632"/>
                        </a:cubicBezTo>
                        <a:cubicBezTo>
                          <a:pt x="5911" y="1775"/>
                          <a:pt x="4026" y="2894"/>
                          <a:pt x="2141" y="3952"/>
                        </a:cubicBezTo>
                        <a:cubicBezTo>
                          <a:pt x="122" y="5083"/>
                          <a:pt x="-595" y="7637"/>
                          <a:pt x="536" y="9667"/>
                        </a:cubicBezTo>
                        <a:cubicBezTo>
                          <a:pt x="1229" y="10908"/>
                          <a:pt x="2457" y="11650"/>
                          <a:pt x="3771" y="11784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85" name="Graphique 9">
                  <a:extLst>
                    <a:ext uri="{FF2B5EF4-FFF2-40B4-BE49-F238E27FC236}">
                      <a16:creationId xmlns:a16="http://schemas.microsoft.com/office/drawing/2014/main" id="{C2E280B3-ECDA-7D45-9F33-1EC2FAE8A871}"/>
                    </a:ext>
                  </a:extLst>
                </p:cNvPr>
                <p:cNvGrpSpPr/>
                <p:nvPr/>
              </p:nvGrpSpPr>
              <p:grpSpPr>
                <a:xfrm>
                  <a:off x="2652814" y="1328010"/>
                  <a:ext cx="251334" cy="251334"/>
                  <a:chOff x="2652814" y="1328010"/>
                  <a:chExt cx="251334" cy="251334"/>
                </a:xfrm>
              </p:grpSpPr>
              <p:sp>
                <p:nvSpPr>
                  <p:cNvPr id="186" name="Forme libre : forme 185">
                    <a:extLst>
                      <a:ext uri="{FF2B5EF4-FFF2-40B4-BE49-F238E27FC236}">
                        <a16:creationId xmlns:a16="http://schemas.microsoft.com/office/drawing/2014/main" id="{7C272C1B-B5B4-58B5-95A2-DC21F5B942F8}"/>
                      </a:ext>
                    </a:extLst>
                  </p:cNvPr>
                  <p:cNvSpPr/>
                  <p:nvPr/>
                </p:nvSpPr>
                <p:spPr>
                  <a:xfrm>
                    <a:off x="2652814" y="1328010"/>
                    <a:ext cx="251334" cy="251334"/>
                  </a:xfrm>
                  <a:custGeom>
                    <a:avLst/>
                    <a:gdLst>
                      <a:gd name="connsiteX0" fmla="*/ 224653 w 251334"/>
                      <a:gd name="connsiteY0" fmla="*/ 204393 h 251334"/>
                      <a:gd name="connsiteX1" fmla="*/ 225030 w 251334"/>
                      <a:gd name="connsiteY1" fmla="*/ 202143 h 251334"/>
                      <a:gd name="connsiteX2" fmla="*/ 214584 w 251334"/>
                      <a:gd name="connsiteY2" fmla="*/ 180690 h 251334"/>
                      <a:gd name="connsiteX3" fmla="*/ 227474 w 251334"/>
                      <a:gd name="connsiteY3" fmla="*/ 149582 h 251334"/>
                      <a:gd name="connsiteX4" fmla="*/ 250009 w 251334"/>
                      <a:gd name="connsiteY4" fmla="*/ 141811 h 251334"/>
                      <a:gd name="connsiteX5" fmla="*/ 251335 w 251334"/>
                      <a:gd name="connsiteY5" fmla="*/ 139963 h 251334"/>
                      <a:gd name="connsiteX6" fmla="*/ 251335 w 251334"/>
                      <a:gd name="connsiteY6" fmla="*/ 111348 h 251334"/>
                      <a:gd name="connsiteX7" fmla="*/ 250009 w 251334"/>
                      <a:gd name="connsiteY7" fmla="*/ 109499 h 251334"/>
                      <a:gd name="connsiteX8" fmla="*/ 227462 w 251334"/>
                      <a:gd name="connsiteY8" fmla="*/ 101728 h 251334"/>
                      <a:gd name="connsiteX9" fmla="*/ 214559 w 251334"/>
                      <a:gd name="connsiteY9" fmla="*/ 70620 h 251334"/>
                      <a:gd name="connsiteX10" fmla="*/ 225006 w 251334"/>
                      <a:gd name="connsiteY10" fmla="*/ 49168 h 251334"/>
                      <a:gd name="connsiteX11" fmla="*/ 224629 w 251334"/>
                      <a:gd name="connsiteY11" fmla="*/ 46918 h 251334"/>
                      <a:gd name="connsiteX12" fmla="*/ 204393 w 251334"/>
                      <a:gd name="connsiteY12" fmla="*/ 26682 h 251334"/>
                      <a:gd name="connsiteX13" fmla="*/ 202143 w 251334"/>
                      <a:gd name="connsiteY13" fmla="*/ 26305 h 251334"/>
                      <a:gd name="connsiteX14" fmla="*/ 180690 w 251334"/>
                      <a:gd name="connsiteY14" fmla="*/ 36751 h 251334"/>
                      <a:gd name="connsiteX15" fmla="*/ 149582 w 251334"/>
                      <a:gd name="connsiteY15" fmla="*/ 23860 h 251334"/>
                      <a:gd name="connsiteX16" fmla="*/ 141811 w 251334"/>
                      <a:gd name="connsiteY16" fmla="*/ 1326 h 251334"/>
                      <a:gd name="connsiteX17" fmla="*/ 139963 w 251334"/>
                      <a:gd name="connsiteY17" fmla="*/ 0 h 251334"/>
                      <a:gd name="connsiteX18" fmla="*/ 111348 w 251334"/>
                      <a:gd name="connsiteY18" fmla="*/ 0 h 251334"/>
                      <a:gd name="connsiteX19" fmla="*/ 109499 w 251334"/>
                      <a:gd name="connsiteY19" fmla="*/ 1326 h 251334"/>
                      <a:gd name="connsiteX20" fmla="*/ 101728 w 251334"/>
                      <a:gd name="connsiteY20" fmla="*/ 23872 h 251334"/>
                      <a:gd name="connsiteX21" fmla="*/ 70620 w 251334"/>
                      <a:gd name="connsiteY21" fmla="*/ 36775 h 251334"/>
                      <a:gd name="connsiteX22" fmla="*/ 49168 w 251334"/>
                      <a:gd name="connsiteY22" fmla="*/ 26329 h 251334"/>
                      <a:gd name="connsiteX23" fmla="*/ 46918 w 251334"/>
                      <a:gd name="connsiteY23" fmla="*/ 26706 h 251334"/>
                      <a:gd name="connsiteX24" fmla="*/ 26682 w 251334"/>
                      <a:gd name="connsiteY24" fmla="*/ 46942 h 251334"/>
                      <a:gd name="connsiteX25" fmla="*/ 26305 w 251334"/>
                      <a:gd name="connsiteY25" fmla="*/ 49192 h 251334"/>
                      <a:gd name="connsiteX26" fmla="*/ 36751 w 251334"/>
                      <a:gd name="connsiteY26" fmla="*/ 70644 h 251334"/>
                      <a:gd name="connsiteX27" fmla="*/ 23860 w 251334"/>
                      <a:gd name="connsiteY27" fmla="*/ 101752 h 251334"/>
                      <a:gd name="connsiteX28" fmla="*/ 1326 w 251334"/>
                      <a:gd name="connsiteY28" fmla="*/ 109523 h 251334"/>
                      <a:gd name="connsiteX29" fmla="*/ 0 w 251334"/>
                      <a:gd name="connsiteY29" fmla="*/ 111372 h 251334"/>
                      <a:gd name="connsiteX30" fmla="*/ 0 w 251334"/>
                      <a:gd name="connsiteY30" fmla="*/ 139987 h 251334"/>
                      <a:gd name="connsiteX31" fmla="*/ 1326 w 251334"/>
                      <a:gd name="connsiteY31" fmla="*/ 141836 h 251334"/>
                      <a:gd name="connsiteX32" fmla="*/ 23872 w 251334"/>
                      <a:gd name="connsiteY32" fmla="*/ 149607 h 251334"/>
                      <a:gd name="connsiteX33" fmla="*/ 36775 w 251334"/>
                      <a:gd name="connsiteY33" fmla="*/ 180715 h 251334"/>
                      <a:gd name="connsiteX34" fmla="*/ 26329 w 251334"/>
                      <a:gd name="connsiteY34" fmla="*/ 202167 h 251334"/>
                      <a:gd name="connsiteX35" fmla="*/ 26706 w 251334"/>
                      <a:gd name="connsiteY35" fmla="*/ 204417 h 251334"/>
                      <a:gd name="connsiteX36" fmla="*/ 46942 w 251334"/>
                      <a:gd name="connsiteY36" fmla="*/ 224653 h 251334"/>
                      <a:gd name="connsiteX37" fmla="*/ 49192 w 251334"/>
                      <a:gd name="connsiteY37" fmla="*/ 225030 h 251334"/>
                      <a:gd name="connsiteX38" fmla="*/ 70644 w 251334"/>
                      <a:gd name="connsiteY38" fmla="*/ 214584 h 251334"/>
                      <a:gd name="connsiteX39" fmla="*/ 101752 w 251334"/>
                      <a:gd name="connsiteY39" fmla="*/ 227474 h 251334"/>
                      <a:gd name="connsiteX40" fmla="*/ 109523 w 251334"/>
                      <a:gd name="connsiteY40" fmla="*/ 250009 h 251334"/>
                      <a:gd name="connsiteX41" fmla="*/ 111372 w 251334"/>
                      <a:gd name="connsiteY41" fmla="*/ 251335 h 251334"/>
                      <a:gd name="connsiteX42" fmla="*/ 139987 w 251334"/>
                      <a:gd name="connsiteY42" fmla="*/ 251335 h 251334"/>
                      <a:gd name="connsiteX43" fmla="*/ 141836 w 251334"/>
                      <a:gd name="connsiteY43" fmla="*/ 250009 h 251334"/>
                      <a:gd name="connsiteX44" fmla="*/ 149607 w 251334"/>
                      <a:gd name="connsiteY44" fmla="*/ 227462 h 251334"/>
                      <a:gd name="connsiteX45" fmla="*/ 180715 w 251334"/>
                      <a:gd name="connsiteY45" fmla="*/ 214559 h 251334"/>
                      <a:gd name="connsiteX46" fmla="*/ 202167 w 251334"/>
                      <a:gd name="connsiteY46" fmla="*/ 225006 h 251334"/>
                      <a:gd name="connsiteX47" fmla="*/ 204417 w 251334"/>
                      <a:gd name="connsiteY47" fmla="*/ 224629 h 251334"/>
                      <a:gd name="connsiteX48" fmla="*/ 224653 w 251334"/>
                      <a:gd name="connsiteY48" fmla="*/ 204393 h 2513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251334" h="251334">
                        <a:moveTo>
                          <a:pt x="224653" y="204393"/>
                        </a:moveTo>
                        <a:cubicBezTo>
                          <a:pt x="225249" y="203797"/>
                          <a:pt x="225395" y="202897"/>
                          <a:pt x="225030" y="202143"/>
                        </a:cubicBezTo>
                        <a:lnTo>
                          <a:pt x="214584" y="180690"/>
                        </a:lnTo>
                        <a:cubicBezTo>
                          <a:pt x="220457" y="171217"/>
                          <a:pt x="224860" y="160746"/>
                          <a:pt x="227474" y="149582"/>
                        </a:cubicBezTo>
                        <a:lnTo>
                          <a:pt x="250009" y="141811"/>
                        </a:lnTo>
                        <a:cubicBezTo>
                          <a:pt x="250800" y="141544"/>
                          <a:pt x="251335" y="140790"/>
                          <a:pt x="251335" y="139963"/>
                        </a:cubicBezTo>
                        <a:lnTo>
                          <a:pt x="251335" y="111348"/>
                        </a:lnTo>
                        <a:cubicBezTo>
                          <a:pt x="251335" y="110508"/>
                          <a:pt x="250800" y="109767"/>
                          <a:pt x="250009" y="109499"/>
                        </a:cubicBezTo>
                        <a:lnTo>
                          <a:pt x="227462" y="101728"/>
                        </a:lnTo>
                        <a:cubicBezTo>
                          <a:pt x="224848" y="90564"/>
                          <a:pt x="220433" y="80093"/>
                          <a:pt x="214559" y="70620"/>
                        </a:cubicBezTo>
                        <a:lnTo>
                          <a:pt x="225006" y="49168"/>
                        </a:lnTo>
                        <a:cubicBezTo>
                          <a:pt x="225371" y="48414"/>
                          <a:pt x="225225" y="47514"/>
                          <a:pt x="224629" y="46918"/>
                        </a:cubicBezTo>
                        <a:lnTo>
                          <a:pt x="204393" y="26682"/>
                        </a:lnTo>
                        <a:cubicBezTo>
                          <a:pt x="203797" y="26086"/>
                          <a:pt x="202897" y="25940"/>
                          <a:pt x="202143" y="26305"/>
                        </a:cubicBezTo>
                        <a:lnTo>
                          <a:pt x="180690" y="36751"/>
                        </a:lnTo>
                        <a:cubicBezTo>
                          <a:pt x="171217" y="30877"/>
                          <a:pt x="160746" y="26475"/>
                          <a:pt x="149582" y="23860"/>
                        </a:cubicBezTo>
                        <a:lnTo>
                          <a:pt x="141811" y="1326"/>
                        </a:lnTo>
                        <a:cubicBezTo>
                          <a:pt x="141544" y="535"/>
                          <a:pt x="140790" y="0"/>
                          <a:pt x="139963" y="0"/>
                        </a:cubicBezTo>
                        <a:lnTo>
                          <a:pt x="111348" y="0"/>
                        </a:lnTo>
                        <a:cubicBezTo>
                          <a:pt x="110508" y="0"/>
                          <a:pt x="109767" y="535"/>
                          <a:pt x="109499" y="1326"/>
                        </a:cubicBezTo>
                        <a:lnTo>
                          <a:pt x="101728" y="23872"/>
                        </a:lnTo>
                        <a:cubicBezTo>
                          <a:pt x="90564" y="26487"/>
                          <a:pt x="80093" y="30902"/>
                          <a:pt x="70620" y="36775"/>
                        </a:cubicBezTo>
                        <a:lnTo>
                          <a:pt x="49168" y="26329"/>
                        </a:lnTo>
                        <a:cubicBezTo>
                          <a:pt x="48414" y="25964"/>
                          <a:pt x="47514" y="26110"/>
                          <a:pt x="46918" y="26706"/>
                        </a:cubicBezTo>
                        <a:lnTo>
                          <a:pt x="26682" y="46942"/>
                        </a:lnTo>
                        <a:cubicBezTo>
                          <a:pt x="26086" y="47538"/>
                          <a:pt x="25940" y="48438"/>
                          <a:pt x="26305" y="49192"/>
                        </a:cubicBezTo>
                        <a:lnTo>
                          <a:pt x="36751" y="70644"/>
                        </a:lnTo>
                        <a:cubicBezTo>
                          <a:pt x="30877" y="80118"/>
                          <a:pt x="26475" y="90588"/>
                          <a:pt x="23860" y="101752"/>
                        </a:cubicBezTo>
                        <a:lnTo>
                          <a:pt x="1326" y="109523"/>
                        </a:lnTo>
                        <a:cubicBezTo>
                          <a:pt x="535" y="109791"/>
                          <a:pt x="0" y="110545"/>
                          <a:pt x="0" y="111372"/>
                        </a:cubicBezTo>
                        <a:lnTo>
                          <a:pt x="0" y="139987"/>
                        </a:lnTo>
                        <a:cubicBezTo>
                          <a:pt x="0" y="140826"/>
                          <a:pt x="535" y="141568"/>
                          <a:pt x="1326" y="141836"/>
                        </a:cubicBezTo>
                        <a:lnTo>
                          <a:pt x="23872" y="149607"/>
                        </a:lnTo>
                        <a:cubicBezTo>
                          <a:pt x="26487" y="160770"/>
                          <a:pt x="30901" y="171241"/>
                          <a:pt x="36775" y="180715"/>
                        </a:cubicBezTo>
                        <a:lnTo>
                          <a:pt x="26329" y="202167"/>
                        </a:lnTo>
                        <a:cubicBezTo>
                          <a:pt x="25964" y="202921"/>
                          <a:pt x="26110" y="203821"/>
                          <a:pt x="26706" y="204417"/>
                        </a:cubicBezTo>
                        <a:lnTo>
                          <a:pt x="46942" y="224653"/>
                        </a:lnTo>
                        <a:cubicBezTo>
                          <a:pt x="47538" y="225249"/>
                          <a:pt x="48438" y="225395"/>
                          <a:pt x="49192" y="225030"/>
                        </a:cubicBezTo>
                        <a:lnTo>
                          <a:pt x="70644" y="214584"/>
                        </a:lnTo>
                        <a:cubicBezTo>
                          <a:pt x="80118" y="220457"/>
                          <a:pt x="90588" y="224860"/>
                          <a:pt x="101752" y="227474"/>
                        </a:cubicBezTo>
                        <a:lnTo>
                          <a:pt x="109523" y="250009"/>
                        </a:lnTo>
                        <a:cubicBezTo>
                          <a:pt x="109791" y="250800"/>
                          <a:pt x="110545" y="251335"/>
                          <a:pt x="111372" y="251335"/>
                        </a:cubicBezTo>
                        <a:lnTo>
                          <a:pt x="139987" y="251335"/>
                        </a:lnTo>
                        <a:cubicBezTo>
                          <a:pt x="140826" y="251335"/>
                          <a:pt x="141568" y="250800"/>
                          <a:pt x="141836" y="250009"/>
                        </a:cubicBezTo>
                        <a:lnTo>
                          <a:pt x="149607" y="227462"/>
                        </a:lnTo>
                        <a:cubicBezTo>
                          <a:pt x="160770" y="224848"/>
                          <a:pt x="171241" y="220433"/>
                          <a:pt x="180715" y="214559"/>
                        </a:cubicBezTo>
                        <a:lnTo>
                          <a:pt x="202167" y="225006"/>
                        </a:lnTo>
                        <a:cubicBezTo>
                          <a:pt x="202921" y="225371"/>
                          <a:pt x="203821" y="225225"/>
                          <a:pt x="204417" y="224629"/>
                        </a:cubicBezTo>
                        <a:lnTo>
                          <a:pt x="224653" y="204393"/>
                        </a:lnTo>
                        <a:close/>
                      </a:path>
                    </a:pathLst>
                  </a:custGeom>
                  <a:solidFill>
                    <a:srgbClr val="DAD9FC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187" name="Forme libre : forme 186">
                    <a:extLst>
                      <a:ext uri="{FF2B5EF4-FFF2-40B4-BE49-F238E27FC236}">
                        <a16:creationId xmlns:a16="http://schemas.microsoft.com/office/drawing/2014/main" id="{B06A9678-C096-C87D-044F-82002966BEF1}"/>
                      </a:ext>
                    </a:extLst>
                  </p:cNvPr>
                  <p:cNvSpPr/>
                  <p:nvPr/>
                </p:nvSpPr>
                <p:spPr>
                  <a:xfrm>
                    <a:off x="2749713" y="1424908"/>
                    <a:ext cx="57537" cy="57548"/>
                  </a:xfrm>
                  <a:custGeom>
                    <a:avLst/>
                    <a:gdLst>
                      <a:gd name="connsiteX0" fmla="*/ 21734 w 57537"/>
                      <a:gd name="connsiteY0" fmla="*/ 56661 h 57548"/>
                      <a:gd name="connsiteX1" fmla="*/ 877 w 57537"/>
                      <a:gd name="connsiteY1" fmla="*/ 21734 h 57548"/>
                      <a:gd name="connsiteX2" fmla="*/ 14023 w 57537"/>
                      <a:gd name="connsiteY2" fmla="*/ 4076 h 57548"/>
                      <a:gd name="connsiteX3" fmla="*/ 35804 w 57537"/>
                      <a:gd name="connsiteY3" fmla="*/ 890 h 57548"/>
                      <a:gd name="connsiteX4" fmla="*/ 56660 w 57537"/>
                      <a:gd name="connsiteY4" fmla="*/ 35817 h 57548"/>
                      <a:gd name="connsiteX5" fmla="*/ 25893 w 57537"/>
                      <a:gd name="connsiteY5" fmla="*/ 57403 h 57548"/>
                      <a:gd name="connsiteX6" fmla="*/ 21734 w 57537"/>
                      <a:gd name="connsiteY6" fmla="*/ 56673 h 57548"/>
                      <a:gd name="connsiteX7" fmla="*/ 17465 w 57537"/>
                      <a:gd name="connsiteY7" fmla="*/ 9828 h 57548"/>
                      <a:gd name="connsiteX8" fmla="*/ 7383 w 57537"/>
                      <a:gd name="connsiteY8" fmla="*/ 23376 h 57548"/>
                      <a:gd name="connsiteX9" fmla="*/ 23375 w 57537"/>
                      <a:gd name="connsiteY9" fmla="*/ 50155 h 57548"/>
                      <a:gd name="connsiteX10" fmla="*/ 50154 w 57537"/>
                      <a:gd name="connsiteY10" fmla="*/ 34163 h 57548"/>
                      <a:gd name="connsiteX11" fmla="*/ 34162 w 57537"/>
                      <a:gd name="connsiteY11" fmla="*/ 7384 h 57548"/>
                      <a:gd name="connsiteX12" fmla="*/ 30940 w 57537"/>
                      <a:gd name="connsiteY12" fmla="*/ 6812 h 57548"/>
                      <a:gd name="connsiteX13" fmla="*/ 17465 w 57537"/>
                      <a:gd name="connsiteY13" fmla="*/ 9828 h 575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7537" h="57548">
                        <a:moveTo>
                          <a:pt x="21734" y="56661"/>
                        </a:moveTo>
                        <a:cubicBezTo>
                          <a:pt x="6350" y="52782"/>
                          <a:pt x="-3002" y="37106"/>
                          <a:pt x="877" y="21734"/>
                        </a:cubicBezTo>
                        <a:cubicBezTo>
                          <a:pt x="2762" y="14279"/>
                          <a:pt x="7432" y="8016"/>
                          <a:pt x="14023" y="4076"/>
                        </a:cubicBezTo>
                        <a:cubicBezTo>
                          <a:pt x="20615" y="136"/>
                          <a:pt x="28361" y="-995"/>
                          <a:pt x="35804" y="890"/>
                        </a:cubicBezTo>
                        <a:cubicBezTo>
                          <a:pt x="51188" y="4769"/>
                          <a:pt x="60540" y="20445"/>
                          <a:pt x="56660" y="35817"/>
                        </a:cubicBezTo>
                        <a:cubicBezTo>
                          <a:pt x="53134" y="49814"/>
                          <a:pt x="39842" y="58814"/>
                          <a:pt x="25893" y="57403"/>
                        </a:cubicBezTo>
                        <a:cubicBezTo>
                          <a:pt x="24506" y="57257"/>
                          <a:pt x="23120" y="57026"/>
                          <a:pt x="21734" y="56673"/>
                        </a:cubicBezTo>
                        <a:close/>
                        <a:moveTo>
                          <a:pt x="17465" y="9828"/>
                        </a:moveTo>
                        <a:cubicBezTo>
                          <a:pt x="12406" y="12844"/>
                          <a:pt x="8831" y="17660"/>
                          <a:pt x="7383" y="23376"/>
                        </a:cubicBezTo>
                        <a:cubicBezTo>
                          <a:pt x="4404" y="35172"/>
                          <a:pt x="11579" y="47188"/>
                          <a:pt x="23375" y="50155"/>
                        </a:cubicBezTo>
                        <a:cubicBezTo>
                          <a:pt x="35172" y="53134"/>
                          <a:pt x="47187" y="45959"/>
                          <a:pt x="50154" y="34163"/>
                        </a:cubicBezTo>
                        <a:cubicBezTo>
                          <a:pt x="53134" y="22367"/>
                          <a:pt x="45959" y="10351"/>
                          <a:pt x="34162" y="7384"/>
                        </a:cubicBezTo>
                        <a:cubicBezTo>
                          <a:pt x="33092" y="7117"/>
                          <a:pt x="32022" y="6922"/>
                          <a:pt x="30940" y="6812"/>
                        </a:cubicBezTo>
                        <a:cubicBezTo>
                          <a:pt x="26258" y="6338"/>
                          <a:pt x="21576" y="7372"/>
                          <a:pt x="17465" y="982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188" name="Forme libre : forme 187">
                    <a:extLst>
                      <a:ext uri="{FF2B5EF4-FFF2-40B4-BE49-F238E27FC236}">
                        <a16:creationId xmlns:a16="http://schemas.microsoft.com/office/drawing/2014/main" id="{953E24EB-FF64-30FE-FDFC-52D57127C8D9}"/>
                      </a:ext>
                    </a:extLst>
                  </p:cNvPr>
                  <p:cNvSpPr/>
                  <p:nvPr/>
                </p:nvSpPr>
                <p:spPr>
                  <a:xfrm>
                    <a:off x="2707345" y="1382480"/>
                    <a:ext cx="141470" cy="141458"/>
                  </a:xfrm>
                  <a:custGeom>
                    <a:avLst/>
                    <a:gdLst>
                      <a:gd name="connsiteX0" fmla="*/ 63493 w 141470"/>
                      <a:gd name="connsiteY0" fmla="*/ 141094 h 141458"/>
                      <a:gd name="connsiteX1" fmla="*/ 70754 w 141470"/>
                      <a:gd name="connsiteY1" fmla="*/ 141459 h 141458"/>
                      <a:gd name="connsiteX2" fmla="*/ 70754 w 141470"/>
                      <a:gd name="connsiteY2" fmla="*/ 141459 h 141458"/>
                      <a:gd name="connsiteX3" fmla="*/ 73064 w 141470"/>
                      <a:gd name="connsiteY3" fmla="*/ 141422 h 141458"/>
                      <a:gd name="connsiteX4" fmla="*/ 84325 w 141470"/>
                      <a:gd name="connsiteY4" fmla="*/ 140157 h 141458"/>
                      <a:gd name="connsiteX5" fmla="*/ 84471 w 141470"/>
                      <a:gd name="connsiteY5" fmla="*/ 140133 h 141458"/>
                      <a:gd name="connsiteX6" fmla="*/ 84897 w 141470"/>
                      <a:gd name="connsiteY6" fmla="*/ 140048 h 141458"/>
                      <a:gd name="connsiteX7" fmla="*/ 85724 w 141470"/>
                      <a:gd name="connsiteY7" fmla="*/ 139878 h 141458"/>
                      <a:gd name="connsiteX8" fmla="*/ 87037 w 141470"/>
                      <a:gd name="connsiteY8" fmla="*/ 138406 h 141458"/>
                      <a:gd name="connsiteX9" fmla="*/ 87013 w 141470"/>
                      <a:gd name="connsiteY9" fmla="*/ 137883 h 141458"/>
                      <a:gd name="connsiteX10" fmla="*/ 85019 w 141470"/>
                      <a:gd name="connsiteY10" fmla="*/ 136594 h 141458"/>
                      <a:gd name="connsiteX11" fmla="*/ 70754 w 141470"/>
                      <a:gd name="connsiteY11" fmla="*/ 138102 h 141458"/>
                      <a:gd name="connsiteX12" fmla="*/ 13888 w 141470"/>
                      <a:gd name="connsiteY12" fmla="*/ 106848 h 141458"/>
                      <a:gd name="connsiteX13" fmla="*/ 3369 w 141470"/>
                      <a:gd name="connsiteY13" fmla="*/ 70729 h 141458"/>
                      <a:gd name="connsiteX14" fmla="*/ 3721 w 141470"/>
                      <a:gd name="connsiteY14" fmla="*/ 63810 h 141458"/>
                      <a:gd name="connsiteX15" fmla="*/ 23106 w 141470"/>
                      <a:gd name="connsiteY15" fmla="*/ 23094 h 141458"/>
                      <a:gd name="connsiteX16" fmla="*/ 70741 w 141470"/>
                      <a:gd name="connsiteY16" fmla="*/ 3356 h 141458"/>
                      <a:gd name="connsiteX17" fmla="*/ 138126 w 141470"/>
                      <a:gd name="connsiteY17" fmla="*/ 70729 h 141458"/>
                      <a:gd name="connsiteX18" fmla="*/ 137786 w 141470"/>
                      <a:gd name="connsiteY18" fmla="*/ 77564 h 141458"/>
                      <a:gd name="connsiteX19" fmla="*/ 128580 w 141470"/>
                      <a:gd name="connsiteY19" fmla="*/ 105328 h 141458"/>
                      <a:gd name="connsiteX20" fmla="*/ 128349 w 141470"/>
                      <a:gd name="connsiteY20" fmla="*/ 106021 h 141458"/>
                      <a:gd name="connsiteX21" fmla="*/ 129152 w 141470"/>
                      <a:gd name="connsiteY21" fmla="*/ 107626 h 141458"/>
                      <a:gd name="connsiteX22" fmla="*/ 131450 w 141470"/>
                      <a:gd name="connsiteY22" fmla="*/ 107055 h 141458"/>
                      <a:gd name="connsiteX23" fmla="*/ 141106 w 141470"/>
                      <a:gd name="connsiteY23" fmla="*/ 77904 h 141458"/>
                      <a:gd name="connsiteX24" fmla="*/ 141471 w 141470"/>
                      <a:gd name="connsiteY24" fmla="*/ 70729 h 141458"/>
                      <a:gd name="connsiteX25" fmla="*/ 70729 w 141470"/>
                      <a:gd name="connsiteY25" fmla="*/ 0 h 141458"/>
                      <a:gd name="connsiteX26" fmla="*/ 20710 w 141470"/>
                      <a:gd name="connsiteY26" fmla="*/ 20723 h 141458"/>
                      <a:gd name="connsiteX27" fmla="*/ 365 w 141470"/>
                      <a:gd name="connsiteY27" fmla="*/ 63469 h 141458"/>
                      <a:gd name="connsiteX28" fmla="*/ 0 w 141470"/>
                      <a:gd name="connsiteY28" fmla="*/ 70741 h 141458"/>
                      <a:gd name="connsiteX29" fmla="*/ 20723 w 141470"/>
                      <a:gd name="connsiteY29" fmla="*/ 120760 h 141458"/>
                      <a:gd name="connsiteX30" fmla="*/ 63481 w 141470"/>
                      <a:gd name="connsiteY30" fmla="*/ 141106 h 1414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141470" h="141458">
                        <a:moveTo>
                          <a:pt x="63493" y="141094"/>
                        </a:moveTo>
                        <a:cubicBezTo>
                          <a:pt x="65889" y="141337"/>
                          <a:pt x="68309" y="141459"/>
                          <a:pt x="70754" y="141459"/>
                        </a:cubicBezTo>
                        <a:lnTo>
                          <a:pt x="70754" y="141459"/>
                        </a:lnTo>
                        <a:cubicBezTo>
                          <a:pt x="71520" y="141459"/>
                          <a:pt x="72286" y="141446"/>
                          <a:pt x="73064" y="141422"/>
                        </a:cubicBezTo>
                        <a:cubicBezTo>
                          <a:pt x="76846" y="141301"/>
                          <a:pt x="80628" y="140875"/>
                          <a:pt x="84325" y="140157"/>
                        </a:cubicBezTo>
                        <a:cubicBezTo>
                          <a:pt x="84374" y="140157"/>
                          <a:pt x="84423" y="140133"/>
                          <a:pt x="84471" y="140133"/>
                        </a:cubicBezTo>
                        <a:cubicBezTo>
                          <a:pt x="84617" y="140109"/>
                          <a:pt x="84751" y="140072"/>
                          <a:pt x="84897" y="140048"/>
                        </a:cubicBezTo>
                        <a:cubicBezTo>
                          <a:pt x="85177" y="139987"/>
                          <a:pt x="85456" y="139938"/>
                          <a:pt x="85724" y="139878"/>
                        </a:cubicBezTo>
                        <a:cubicBezTo>
                          <a:pt x="86454" y="139720"/>
                          <a:pt x="86964" y="139111"/>
                          <a:pt x="87037" y="138406"/>
                        </a:cubicBezTo>
                        <a:cubicBezTo>
                          <a:pt x="87050" y="138236"/>
                          <a:pt x="87037" y="138053"/>
                          <a:pt x="87013" y="137883"/>
                        </a:cubicBezTo>
                        <a:cubicBezTo>
                          <a:pt x="86819" y="136983"/>
                          <a:pt x="85919" y="136400"/>
                          <a:pt x="85019" y="136594"/>
                        </a:cubicBezTo>
                        <a:cubicBezTo>
                          <a:pt x="80361" y="137604"/>
                          <a:pt x="75557" y="138114"/>
                          <a:pt x="70754" y="138102"/>
                        </a:cubicBezTo>
                        <a:cubicBezTo>
                          <a:pt x="46881" y="138102"/>
                          <a:pt x="25867" y="125625"/>
                          <a:pt x="13888" y="106848"/>
                        </a:cubicBezTo>
                        <a:cubicBezTo>
                          <a:pt x="7224" y="96401"/>
                          <a:pt x="3369" y="84009"/>
                          <a:pt x="3369" y="70729"/>
                        </a:cubicBezTo>
                        <a:cubicBezTo>
                          <a:pt x="3369" y="68407"/>
                          <a:pt x="3490" y="66084"/>
                          <a:pt x="3721" y="63810"/>
                        </a:cubicBezTo>
                        <a:cubicBezTo>
                          <a:pt x="5278" y="48426"/>
                          <a:pt x="12027" y="34173"/>
                          <a:pt x="23106" y="23094"/>
                        </a:cubicBezTo>
                        <a:cubicBezTo>
                          <a:pt x="35827" y="10361"/>
                          <a:pt x="52755" y="3356"/>
                          <a:pt x="70741" y="3356"/>
                        </a:cubicBezTo>
                        <a:cubicBezTo>
                          <a:pt x="107906" y="3356"/>
                          <a:pt x="138126" y="33577"/>
                          <a:pt x="138126" y="70729"/>
                        </a:cubicBezTo>
                        <a:cubicBezTo>
                          <a:pt x="138126" y="73016"/>
                          <a:pt x="138017" y="75302"/>
                          <a:pt x="137786" y="77564"/>
                        </a:cubicBezTo>
                        <a:cubicBezTo>
                          <a:pt x="136789" y="87378"/>
                          <a:pt x="133663" y="96864"/>
                          <a:pt x="128580" y="105328"/>
                        </a:cubicBezTo>
                        <a:cubicBezTo>
                          <a:pt x="128446" y="105547"/>
                          <a:pt x="128373" y="105778"/>
                          <a:pt x="128349" y="106021"/>
                        </a:cubicBezTo>
                        <a:cubicBezTo>
                          <a:pt x="128288" y="106641"/>
                          <a:pt x="128580" y="107286"/>
                          <a:pt x="129152" y="107626"/>
                        </a:cubicBezTo>
                        <a:cubicBezTo>
                          <a:pt x="129954" y="108101"/>
                          <a:pt x="130976" y="107845"/>
                          <a:pt x="131450" y="107055"/>
                        </a:cubicBezTo>
                        <a:cubicBezTo>
                          <a:pt x="136777" y="98165"/>
                          <a:pt x="140060" y="88205"/>
                          <a:pt x="141106" y="77904"/>
                        </a:cubicBezTo>
                        <a:cubicBezTo>
                          <a:pt x="141349" y="75533"/>
                          <a:pt x="141471" y="73137"/>
                          <a:pt x="141471" y="70729"/>
                        </a:cubicBezTo>
                        <a:cubicBezTo>
                          <a:pt x="141471" y="31728"/>
                          <a:pt x="109718" y="0"/>
                          <a:pt x="70729" y="0"/>
                        </a:cubicBezTo>
                        <a:cubicBezTo>
                          <a:pt x="51831" y="0"/>
                          <a:pt x="34076" y="7358"/>
                          <a:pt x="20710" y="20723"/>
                        </a:cubicBezTo>
                        <a:cubicBezTo>
                          <a:pt x="9084" y="32349"/>
                          <a:pt x="1994" y="47319"/>
                          <a:pt x="365" y="63469"/>
                        </a:cubicBezTo>
                        <a:cubicBezTo>
                          <a:pt x="122" y="65865"/>
                          <a:pt x="0" y="68297"/>
                          <a:pt x="0" y="70741"/>
                        </a:cubicBezTo>
                        <a:cubicBezTo>
                          <a:pt x="0" y="89640"/>
                          <a:pt x="7358" y="107395"/>
                          <a:pt x="20723" y="120760"/>
                        </a:cubicBezTo>
                        <a:cubicBezTo>
                          <a:pt x="32361" y="132399"/>
                          <a:pt x="47331" y="139476"/>
                          <a:pt x="63481" y="14110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72" name="Graphique 9">
                <a:extLst>
                  <a:ext uri="{FF2B5EF4-FFF2-40B4-BE49-F238E27FC236}">
                    <a16:creationId xmlns:a16="http://schemas.microsoft.com/office/drawing/2014/main" id="{1A25D9EE-0403-0BC7-0991-71F8A230D229}"/>
                  </a:ext>
                </a:extLst>
              </p:cNvPr>
              <p:cNvGrpSpPr/>
              <p:nvPr/>
            </p:nvGrpSpPr>
            <p:grpSpPr>
              <a:xfrm>
                <a:off x="2863456" y="1461376"/>
                <a:ext cx="216520" cy="223770"/>
                <a:chOff x="2863456" y="1461376"/>
                <a:chExt cx="216520" cy="223770"/>
              </a:xfrm>
            </p:grpSpPr>
            <p:grpSp>
              <p:nvGrpSpPr>
                <p:cNvPr id="173" name="Graphique 9">
                  <a:extLst>
                    <a:ext uri="{FF2B5EF4-FFF2-40B4-BE49-F238E27FC236}">
                      <a16:creationId xmlns:a16="http://schemas.microsoft.com/office/drawing/2014/main" id="{83B81A13-B6C6-B3EC-3BFC-2BF1FB992160}"/>
                    </a:ext>
                  </a:extLst>
                </p:cNvPr>
                <p:cNvGrpSpPr/>
                <p:nvPr/>
              </p:nvGrpSpPr>
              <p:grpSpPr>
                <a:xfrm>
                  <a:off x="2957366" y="1461376"/>
                  <a:ext cx="122611" cy="155643"/>
                  <a:chOff x="2957366" y="1461376"/>
                  <a:chExt cx="122611" cy="155643"/>
                </a:xfrm>
                <a:solidFill>
                  <a:srgbClr val="DAD9FC"/>
                </a:solidFill>
              </p:grpSpPr>
              <p:sp>
                <p:nvSpPr>
                  <p:cNvPr id="181" name="Forme libre : forme 180">
                    <a:extLst>
                      <a:ext uri="{FF2B5EF4-FFF2-40B4-BE49-F238E27FC236}">
                        <a16:creationId xmlns:a16="http://schemas.microsoft.com/office/drawing/2014/main" id="{86EACB05-F454-2340-CFF2-85206343AEB3}"/>
                      </a:ext>
                    </a:extLst>
                  </p:cNvPr>
                  <p:cNvSpPr/>
                  <p:nvPr/>
                </p:nvSpPr>
                <p:spPr>
                  <a:xfrm>
                    <a:off x="3066894" y="1605766"/>
                    <a:ext cx="7431" cy="11254"/>
                  </a:xfrm>
                  <a:custGeom>
                    <a:avLst/>
                    <a:gdLst>
                      <a:gd name="connsiteX0" fmla="*/ 2318 w 7431"/>
                      <a:gd name="connsiteY0" fmla="*/ 11242 h 11254"/>
                      <a:gd name="connsiteX1" fmla="*/ 4982 w 7431"/>
                      <a:gd name="connsiteY1" fmla="*/ 9637 h 11254"/>
                      <a:gd name="connsiteX2" fmla="*/ 7292 w 7431"/>
                      <a:gd name="connsiteY2" fmla="*/ 3422 h 11254"/>
                      <a:gd name="connsiteX3" fmla="*/ 5675 w 7431"/>
                      <a:gd name="connsiteY3" fmla="*/ 139 h 11254"/>
                      <a:gd name="connsiteX4" fmla="*/ 2391 w 7431"/>
                      <a:gd name="connsiteY4" fmla="*/ 1756 h 11254"/>
                      <a:gd name="connsiteX5" fmla="*/ 190 w 7431"/>
                      <a:gd name="connsiteY5" fmla="*/ 7679 h 11254"/>
                      <a:gd name="connsiteX6" fmla="*/ 1613 w 7431"/>
                      <a:gd name="connsiteY6" fmla="*/ 11060 h 11254"/>
                      <a:gd name="connsiteX7" fmla="*/ 2330 w 7431"/>
                      <a:gd name="connsiteY7" fmla="*/ 11242 h 112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7431" h="11254">
                        <a:moveTo>
                          <a:pt x="2318" y="11242"/>
                        </a:moveTo>
                        <a:cubicBezTo>
                          <a:pt x="3437" y="11351"/>
                          <a:pt x="4532" y="10731"/>
                          <a:pt x="4982" y="9637"/>
                        </a:cubicBezTo>
                        <a:cubicBezTo>
                          <a:pt x="5809" y="7606"/>
                          <a:pt x="6587" y="5514"/>
                          <a:pt x="7292" y="3422"/>
                        </a:cubicBezTo>
                        <a:cubicBezTo>
                          <a:pt x="7754" y="2073"/>
                          <a:pt x="7025" y="601"/>
                          <a:pt x="5675" y="139"/>
                        </a:cubicBezTo>
                        <a:cubicBezTo>
                          <a:pt x="4325" y="-323"/>
                          <a:pt x="2853" y="406"/>
                          <a:pt x="2391" y="1756"/>
                        </a:cubicBezTo>
                        <a:cubicBezTo>
                          <a:pt x="1722" y="3739"/>
                          <a:pt x="981" y="5733"/>
                          <a:pt x="190" y="7679"/>
                        </a:cubicBezTo>
                        <a:cubicBezTo>
                          <a:pt x="-345" y="9004"/>
                          <a:pt x="287" y="10512"/>
                          <a:pt x="1613" y="11060"/>
                        </a:cubicBezTo>
                        <a:cubicBezTo>
                          <a:pt x="1844" y="11157"/>
                          <a:pt x="2087" y="11218"/>
                          <a:pt x="2330" y="11242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182" name="Forme libre : forme 181">
                    <a:extLst>
                      <a:ext uri="{FF2B5EF4-FFF2-40B4-BE49-F238E27FC236}">
                        <a16:creationId xmlns:a16="http://schemas.microsoft.com/office/drawing/2014/main" id="{F9A1C1D1-C7CE-14EB-AC48-4BC84F52A334}"/>
                      </a:ext>
                    </a:extLst>
                  </p:cNvPr>
                  <p:cNvSpPr/>
                  <p:nvPr/>
                </p:nvSpPr>
                <p:spPr>
                  <a:xfrm>
                    <a:off x="2957366" y="1461376"/>
                    <a:ext cx="122611" cy="136551"/>
                  </a:xfrm>
                  <a:custGeom>
                    <a:avLst/>
                    <a:gdLst>
                      <a:gd name="connsiteX0" fmla="*/ 117355 w 122611"/>
                      <a:gd name="connsiteY0" fmla="*/ 136526 h 136551"/>
                      <a:gd name="connsiteX1" fmla="*/ 115336 w 122611"/>
                      <a:gd name="connsiteY1" fmla="*/ 133462 h 136551"/>
                      <a:gd name="connsiteX2" fmla="*/ 116978 w 122611"/>
                      <a:gd name="connsiteY2" fmla="*/ 122711 h 136551"/>
                      <a:gd name="connsiteX3" fmla="*/ 117185 w 122611"/>
                      <a:gd name="connsiteY3" fmla="*/ 120425 h 136551"/>
                      <a:gd name="connsiteX4" fmla="*/ 119970 w 122611"/>
                      <a:gd name="connsiteY4" fmla="*/ 118053 h 136551"/>
                      <a:gd name="connsiteX5" fmla="*/ 122341 w 122611"/>
                      <a:gd name="connsiteY5" fmla="*/ 120838 h 136551"/>
                      <a:gd name="connsiteX6" fmla="*/ 122122 w 122611"/>
                      <a:gd name="connsiteY6" fmla="*/ 123222 h 136551"/>
                      <a:gd name="connsiteX7" fmla="*/ 120395 w 122611"/>
                      <a:gd name="connsiteY7" fmla="*/ 134483 h 136551"/>
                      <a:gd name="connsiteX8" fmla="*/ 117598 w 122611"/>
                      <a:gd name="connsiteY8" fmla="*/ 136538 h 136551"/>
                      <a:gd name="connsiteX9" fmla="*/ 117331 w 122611"/>
                      <a:gd name="connsiteY9" fmla="*/ 136502 h 136551"/>
                      <a:gd name="connsiteX10" fmla="*/ 117440 w 122611"/>
                      <a:gd name="connsiteY10" fmla="*/ 107291 h 136551"/>
                      <a:gd name="connsiteX11" fmla="*/ 116078 w 122611"/>
                      <a:gd name="connsiteY11" fmla="*/ 94205 h 136551"/>
                      <a:gd name="connsiteX12" fmla="*/ 118206 w 122611"/>
                      <a:gd name="connsiteY12" fmla="*/ 91226 h 136551"/>
                      <a:gd name="connsiteX13" fmla="*/ 121186 w 122611"/>
                      <a:gd name="connsiteY13" fmla="*/ 93354 h 136551"/>
                      <a:gd name="connsiteX14" fmla="*/ 122609 w 122611"/>
                      <a:gd name="connsiteY14" fmla="*/ 107072 h 136551"/>
                      <a:gd name="connsiteX15" fmla="*/ 120128 w 122611"/>
                      <a:gd name="connsiteY15" fmla="*/ 109772 h 136551"/>
                      <a:gd name="connsiteX16" fmla="*/ 119751 w 122611"/>
                      <a:gd name="connsiteY16" fmla="*/ 109759 h 136551"/>
                      <a:gd name="connsiteX17" fmla="*/ 117428 w 122611"/>
                      <a:gd name="connsiteY17" fmla="*/ 107291 h 136551"/>
                      <a:gd name="connsiteX18" fmla="*/ 113111 w 122611"/>
                      <a:gd name="connsiteY18" fmla="*/ 81387 h 136551"/>
                      <a:gd name="connsiteX19" fmla="*/ 108575 w 122611"/>
                      <a:gd name="connsiteY19" fmla="*/ 69032 h 136551"/>
                      <a:gd name="connsiteX20" fmla="*/ 109900 w 122611"/>
                      <a:gd name="connsiteY20" fmla="*/ 65614 h 136551"/>
                      <a:gd name="connsiteX21" fmla="*/ 113318 w 122611"/>
                      <a:gd name="connsiteY21" fmla="*/ 66940 h 136551"/>
                      <a:gd name="connsiteX22" fmla="*/ 118073 w 122611"/>
                      <a:gd name="connsiteY22" fmla="*/ 79892 h 136551"/>
                      <a:gd name="connsiteX23" fmla="*/ 116334 w 122611"/>
                      <a:gd name="connsiteY23" fmla="*/ 83114 h 136551"/>
                      <a:gd name="connsiteX24" fmla="*/ 115336 w 122611"/>
                      <a:gd name="connsiteY24" fmla="*/ 83212 h 136551"/>
                      <a:gd name="connsiteX25" fmla="*/ 113111 w 122611"/>
                      <a:gd name="connsiteY25" fmla="*/ 81375 h 136551"/>
                      <a:gd name="connsiteX26" fmla="*/ 102555 w 122611"/>
                      <a:gd name="connsiteY26" fmla="*/ 57345 h 136551"/>
                      <a:gd name="connsiteX27" fmla="*/ 95137 w 122611"/>
                      <a:gd name="connsiteY27" fmla="*/ 46485 h 136551"/>
                      <a:gd name="connsiteX28" fmla="*/ 95587 w 122611"/>
                      <a:gd name="connsiteY28" fmla="*/ 42849 h 136551"/>
                      <a:gd name="connsiteX29" fmla="*/ 99223 w 122611"/>
                      <a:gd name="connsiteY29" fmla="*/ 43299 h 136551"/>
                      <a:gd name="connsiteX30" fmla="*/ 106994 w 122611"/>
                      <a:gd name="connsiteY30" fmla="*/ 54694 h 136551"/>
                      <a:gd name="connsiteX31" fmla="*/ 106094 w 122611"/>
                      <a:gd name="connsiteY31" fmla="*/ 58245 h 136551"/>
                      <a:gd name="connsiteX32" fmla="*/ 104513 w 122611"/>
                      <a:gd name="connsiteY32" fmla="*/ 58597 h 136551"/>
                      <a:gd name="connsiteX33" fmla="*/ 102543 w 122611"/>
                      <a:gd name="connsiteY33" fmla="*/ 57345 h 136551"/>
                      <a:gd name="connsiteX34" fmla="*/ 86454 w 122611"/>
                      <a:gd name="connsiteY34" fmla="*/ 36598 h 136551"/>
                      <a:gd name="connsiteX35" fmla="*/ 76627 w 122611"/>
                      <a:gd name="connsiteY35" fmla="*/ 27866 h 136551"/>
                      <a:gd name="connsiteX36" fmla="*/ 76190 w 122611"/>
                      <a:gd name="connsiteY36" fmla="*/ 24230 h 136551"/>
                      <a:gd name="connsiteX37" fmla="*/ 79826 w 122611"/>
                      <a:gd name="connsiteY37" fmla="*/ 23792 h 136551"/>
                      <a:gd name="connsiteX38" fmla="*/ 90126 w 122611"/>
                      <a:gd name="connsiteY38" fmla="*/ 32950 h 136551"/>
                      <a:gd name="connsiteX39" fmla="*/ 90126 w 122611"/>
                      <a:gd name="connsiteY39" fmla="*/ 36610 h 136551"/>
                      <a:gd name="connsiteX40" fmla="*/ 88035 w 122611"/>
                      <a:gd name="connsiteY40" fmla="*/ 37352 h 136551"/>
                      <a:gd name="connsiteX41" fmla="*/ 86466 w 122611"/>
                      <a:gd name="connsiteY41" fmla="*/ 36598 h 136551"/>
                      <a:gd name="connsiteX42" fmla="*/ 65804 w 122611"/>
                      <a:gd name="connsiteY42" fmla="*/ 20399 h 136551"/>
                      <a:gd name="connsiteX43" fmla="*/ 54154 w 122611"/>
                      <a:gd name="connsiteY43" fmla="*/ 14331 h 136551"/>
                      <a:gd name="connsiteX44" fmla="*/ 52840 w 122611"/>
                      <a:gd name="connsiteY44" fmla="*/ 10914 h 136551"/>
                      <a:gd name="connsiteX45" fmla="*/ 56258 w 122611"/>
                      <a:gd name="connsiteY45" fmla="*/ 9600 h 136551"/>
                      <a:gd name="connsiteX46" fmla="*/ 68479 w 122611"/>
                      <a:gd name="connsiteY46" fmla="*/ 15960 h 136551"/>
                      <a:gd name="connsiteX47" fmla="*/ 69367 w 122611"/>
                      <a:gd name="connsiteY47" fmla="*/ 19512 h 136551"/>
                      <a:gd name="connsiteX48" fmla="*/ 66886 w 122611"/>
                      <a:gd name="connsiteY48" fmla="*/ 20752 h 136551"/>
                      <a:gd name="connsiteX49" fmla="*/ 65816 w 122611"/>
                      <a:gd name="connsiteY49" fmla="*/ 20399 h 136551"/>
                      <a:gd name="connsiteX50" fmla="*/ 41822 w 122611"/>
                      <a:gd name="connsiteY50" fmla="*/ 9746 h 136551"/>
                      <a:gd name="connsiteX51" fmla="*/ 29029 w 122611"/>
                      <a:gd name="connsiteY51" fmla="*/ 6718 h 136551"/>
                      <a:gd name="connsiteX52" fmla="*/ 26913 w 122611"/>
                      <a:gd name="connsiteY52" fmla="*/ 3726 h 136551"/>
                      <a:gd name="connsiteX53" fmla="*/ 29904 w 122611"/>
                      <a:gd name="connsiteY53" fmla="*/ 1610 h 136551"/>
                      <a:gd name="connsiteX54" fmla="*/ 43318 w 122611"/>
                      <a:gd name="connsiteY54" fmla="*/ 4784 h 136551"/>
                      <a:gd name="connsiteX55" fmla="*/ 45045 w 122611"/>
                      <a:gd name="connsiteY55" fmla="*/ 8019 h 136551"/>
                      <a:gd name="connsiteX56" fmla="*/ 42309 w 122611"/>
                      <a:gd name="connsiteY56" fmla="*/ 9843 h 136551"/>
                      <a:gd name="connsiteX57" fmla="*/ 41822 w 122611"/>
                      <a:gd name="connsiteY57" fmla="*/ 9746 h 136551"/>
                      <a:gd name="connsiteX58" fmla="*/ 12 w 122611"/>
                      <a:gd name="connsiteY58" fmla="*/ 3082 h 136551"/>
                      <a:gd name="connsiteX59" fmla="*/ 2396 w 122611"/>
                      <a:gd name="connsiteY59" fmla="*/ 309 h 136551"/>
                      <a:gd name="connsiteX60" fmla="*/ 14374 w 122611"/>
                      <a:gd name="connsiteY60" fmla="*/ 54 h 136551"/>
                      <a:gd name="connsiteX61" fmla="*/ 16186 w 122611"/>
                      <a:gd name="connsiteY61" fmla="*/ 127 h 136551"/>
                      <a:gd name="connsiteX62" fmla="*/ 18643 w 122611"/>
                      <a:gd name="connsiteY62" fmla="*/ 2839 h 136551"/>
                      <a:gd name="connsiteX63" fmla="*/ 15931 w 122611"/>
                      <a:gd name="connsiteY63" fmla="*/ 5295 h 136551"/>
                      <a:gd name="connsiteX64" fmla="*/ 14216 w 122611"/>
                      <a:gd name="connsiteY64" fmla="*/ 5234 h 136551"/>
                      <a:gd name="connsiteX65" fmla="*/ 2785 w 122611"/>
                      <a:gd name="connsiteY65" fmla="*/ 5478 h 136551"/>
                      <a:gd name="connsiteX66" fmla="*/ 2323 w 122611"/>
                      <a:gd name="connsiteY66" fmla="*/ 5478 h 136551"/>
                      <a:gd name="connsiteX67" fmla="*/ 0 w 122611"/>
                      <a:gd name="connsiteY67" fmla="*/ 3094 h 1365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</a:cxnLst>
                    <a:rect l="l" t="t" r="r" b="b"/>
                    <a:pathLst>
                      <a:path w="122611" h="136551">
                        <a:moveTo>
                          <a:pt x="117355" y="136526"/>
                        </a:moveTo>
                        <a:cubicBezTo>
                          <a:pt x="115957" y="136234"/>
                          <a:pt x="115057" y="134872"/>
                          <a:pt x="115336" y="133462"/>
                        </a:cubicBezTo>
                        <a:cubicBezTo>
                          <a:pt x="116066" y="129923"/>
                          <a:pt x="116613" y="126311"/>
                          <a:pt x="116978" y="122711"/>
                        </a:cubicBezTo>
                        <a:cubicBezTo>
                          <a:pt x="117051" y="121957"/>
                          <a:pt x="117124" y="121191"/>
                          <a:pt x="117185" y="120425"/>
                        </a:cubicBezTo>
                        <a:cubicBezTo>
                          <a:pt x="117294" y="119002"/>
                          <a:pt x="118547" y="117932"/>
                          <a:pt x="119970" y="118053"/>
                        </a:cubicBezTo>
                        <a:cubicBezTo>
                          <a:pt x="121320" y="118211"/>
                          <a:pt x="122463" y="119415"/>
                          <a:pt x="122341" y="120838"/>
                        </a:cubicBezTo>
                        <a:cubicBezTo>
                          <a:pt x="122280" y="121641"/>
                          <a:pt x="122207" y="122431"/>
                          <a:pt x="122122" y="123222"/>
                        </a:cubicBezTo>
                        <a:cubicBezTo>
                          <a:pt x="121745" y="126992"/>
                          <a:pt x="121162" y="130774"/>
                          <a:pt x="120395" y="134483"/>
                        </a:cubicBezTo>
                        <a:cubicBezTo>
                          <a:pt x="120128" y="135796"/>
                          <a:pt x="118912" y="136672"/>
                          <a:pt x="117598" y="136538"/>
                        </a:cubicBezTo>
                        <a:cubicBezTo>
                          <a:pt x="117513" y="136538"/>
                          <a:pt x="117428" y="136514"/>
                          <a:pt x="117331" y="136502"/>
                        </a:cubicBezTo>
                        <a:close/>
                        <a:moveTo>
                          <a:pt x="117440" y="107291"/>
                        </a:moveTo>
                        <a:cubicBezTo>
                          <a:pt x="117258" y="102913"/>
                          <a:pt x="116796" y="98510"/>
                          <a:pt x="116078" y="94205"/>
                        </a:cubicBezTo>
                        <a:cubicBezTo>
                          <a:pt x="115847" y="92795"/>
                          <a:pt x="116796" y="91457"/>
                          <a:pt x="118206" y="91226"/>
                        </a:cubicBezTo>
                        <a:cubicBezTo>
                          <a:pt x="119605" y="90995"/>
                          <a:pt x="120955" y="91943"/>
                          <a:pt x="121186" y="93354"/>
                        </a:cubicBezTo>
                        <a:cubicBezTo>
                          <a:pt x="121940" y="97866"/>
                          <a:pt x="122414" y="102487"/>
                          <a:pt x="122609" y="107072"/>
                        </a:cubicBezTo>
                        <a:cubicBezTo>
                          <a:pt x="122670" y="108507"/>
                          <a:pt x="121563" y="109711"/>
                          <a:pt x="120128" y="109772"/>
                        </a:cubicBezTo>
                        <a:cubicBezTo>
                          <a:pt x="120006" y="109772"/>
                          <a:pt x="119873" y="109772"/>
                          <a:pt x="119751" y="109759"/>
                        </a:cubicBezTo>
                        <a:cubicBezTo>
                          <a:pt x="118486" y="109638"/>
                          <a:pt x="117477" y="108592"/>
                          <a:pt x="117428" y="107291"/>
                        </a:cubicBezTo>
                        <a:close/>
                        <a:moveTo>
                          <a:pt x="113111" y="81387"/>
                        </a:moveTo>
                        <a:cubicBezTo>
                          <a:pt x="111858" y="77204"/>
                          <a:pt x="110338" y="73045"/>
                          <a:pt x="108575" y="69032"/>
                        </a:cubicBezTo>
                        <a:cubicBezTo>
                          <a:pt x="108003" y="67718"/>
                          <a:pt x="108599" y="66198"/>
                          <a:pt x="109900" y="65614"/>
                        </a:cubicBezTo>
                        <a:cubicBezTo>
                          <a:pt x="111214" y="65043"/>
                          <a:pt x="112734" y="65627"/>
                          <a:pt x="113318" y="66940"/>
                        </a:cubicBezTo>
                        <a:cubicBezTo>
                          <a:pt x="115166" y="71136"/>
                          <a:pt x="116759" y="75501"/>
                          <a:pt x="118073" y="79892"/>
                        </a:cubicBezTo>
                        <a:cubicBezTo>
                          <a:pt x="118486" y="81266"/>
                          <a:pt x="117696" y="82713"/>
                          <a:pt x="116334" y="83114"/>
                        </a:cubicBezTo>
                        <a:cubicBezTo>
                          <a:pt x="116005" y="83212"/>
                          <a:pt x="115665" y="83236"/>
                          <a:pt x="115336" y="83212"/>
                        </a:cubicBezTo>
                        <a:cubicBezTo>
                          <a:pt x="114327" y="83114"/>
                          <a:pt x="113427" y="82409"/>
                          <a:pt x="113111" y="81375"/>
                        </a:cubicBezTo>
                        <a:close/>
                        <a:moveTo>
                          <a:pt x="102555" y="57345"/>
                        </a:moveTo>
                        <a:cubicBezTo>
                          <a:pt x="100317" y="53587"/>
                          <a:pt x="97824" y="49927"/>
                          <a:pt x="95137" y="46485"/>
                        </a:cubicBezTo>
                        <a:cubicBezTo>
                          <a:pt x="94261" y="45354"/>
                          <a:pt x="94468" y="43724"/>
                          <a:pt x="95587" y="42849"/>
                        </a:cubicBezTo>
                        <a:cubicBezTo>
                          <a:pt x="96718" y="41973"/>
                          <a:pt x="98347" y="42180"/>
                          <a:pt x="99223" y="43299"/>
                        </a:cubicBezTo>
                        <a:cubicBezTo>
                          <a:pt x="102032" y="46911"/>
                          <a:pt x="104647" y="50741"/>
                          <a:pt x="106994" y="54694"/>
                        </a:cubicBezTo>
                        <a:cubicBezTo>
                          <a:pt x="107723" y="55922"/>
                          <a:pt x="107322" y="57515"/>
                          <a:pt x="106094" y="58245"/>
                        </a:cubicBezTo>
                        <a:cubicBezTo>
                          <a:pt x="105595" y="58537"/>
                          <a:pt x="105048" y="58646"/>
                          <a:pt x="104513" y="58597"/>
                        </a:cubicBezTo>
                        <a:cubicBezTo>
                          <a:pt x="103722" y="58512"/>
                          <a:pt x="102981" y="58075"/>
                          <a:pt x="102543" y="57345"/>
                        </a:cubicBezTo>
                        <a:close/>
                        <a:moveTo>
                          <a:pt x="86454" y="36598"/>
                        </a:moveTo>
                        <a:cubicBezTo>
                          <a:pt x="83365" y="33497"/>
                          <a:pt x="80057" y="30554"/>
                          <a:pt x="76627" y="27866"/>
                        </a:cubicBezTo>
                        <a:cubicBezTo>
                          <a:pt x="75509" y="26978"/>
                          <a:pt x="75302" y="25361"/>
                          <a:pt x="76190" y="24230"/>
                        </a:cubicBezTo>
                        <a:cubicBezTo>
                          <a:pt x="77077" y="23099"/>
                          <a:pt x="78707" y="22904"/>
                          <a:pt x="79826" y="23792"/>
                        </a:cubicBezTo>
                        <a:cubicBezTo>
                          <a:pt x="83426" y="26614"/>
                          <a:pt x="86891" y="29703"/>
                          <a:pt x="90126" y="32950"/>
                        </a:cubicBezTo>
                        <a:cubicBezTo>
                          <a:pt x="91136" y="33959"/>
                          <a:pt x="91136" y="35601"/>
                          <a:pt x="90126" y="36610"/>
                        </a:cubicBezTo>
                        <a:cubicBezTo>
                          <a:pt x="89555" y="37182"/>
                          <a:pt x="88776" y="37425"/>
                          <a:pt x="88035" y="37352"/>
                        </a:cubicBezTo>
                        <a:cubicBezTo>
                          <a:pt x="87463" y="37291"/>
                          <a:pt x="86904" y="37048"/>
                          <a:pt x="86466" y="36598"/>
                        </a:cubicBezTo>
                        <a:close/>
                        <a:moveTo>
                          <a:pt x="65804" y="20399"/>
                        </a:moveTo>
                        <a:cubicBezTo>
                          <a:pt x="62058" y="18149"/>
                          <a:pt x="58142" y="16106"/>
                          <a:pt x="54154" y="14331"/>
                        </a:cubicBezTo>
                        <a:cubicBezTo>
                          <a:pt x="52852" y="13747"/>
                          <a:pt x="52256" y="12215"/>
                          <a:pt x="52840" y="10914"/>
                        </a:cubicBezTo>
                        <a:cubicBezTo>
                          <a:pt x="53424" y="9612"/>
                          <a:pt x="54944" y="9016"/>
                          <a:pt x="56258" y="9600"/>
                        </a:cubicBezTo>
                        <a:cubicBezTo>
                          <a:pt x="60441" y="11461"/>
                          <a:pt x="64551" y="13601"/>
                          <a:pt x="68479" y="15960"/>
                        </a:cubicBezTo>
                        <a:cubicBezTo>
                          <a:pt x="69708" y="16702"/>
                          <a:pt x="70097" y="18295"/>
                          <a:pt x="69367" y="19512"/>
                        </a:cubicBezTo>
                        <a:cubicBezTo>
                          <a:pt x="68832" y="20399"/>
                          <a:pt x="67847" y="20849"/>
                          <a:pt x="66886" y="20752"/>
                        </a:cubicBezTo>
                        <a:cubicBezTo>
                          <a:pt x="66522" y="20715"/>
                          <a:pt x="66145" y="20594"/>
                          <a:pt x="65816" y="20399"/>
                        </a:cubicBezTo>
                        <a:close/>
                        <a:moveTo>
                          <a:pt x="41822" y="9746"/>
                        </a:moveTo>
                        <a:cubicBezTo>
                          <a:pt x="37651" y="8481"/>
                          <a:pt x="33346" y="7460"/>
                          <a:pt x="29029" y="6718"/>
                        </a:cubicBezTo>
                        <a:cubicBezTo>
                          <a:pt x="27618" y="6475"/>
                          <a:pt x="26669" y="5137"/>
                          <a:pt x="26913" y="3726"/>
                        </a:cubicBezTo>
                        <a:cubicBezTo>
                          <a:pt x="27156" y="2316"/>
                          <a:pt x="28494" y="1391"/>
                          <a:pt x="29904" y="1610"/>
                        </a:cubicBezTo>
                        <a:cubicBezTo>
                          <a:pt x="34440" y="2389"/>
                          <a:pt x="38952" y="3459"/>
                          <a:pt x="43318" y="4784"/>
                        </a:cubicBezTo>
                        <a:cubicBezTo>
                          <a:pt x="44692" y="5198"/>
                          <a:pt x="45458" y="6645"/>
                          <a:pt x="45045" y="8019"/>
                        </a:cubicBezTo>
                        <a:cubicBezTo>
                          <a:pt x="44680" y="9223"/>
                          <a:pt x="43513" y="9965"/>
                          <a:pt x="42309" y="9843"/>
                        </a:cubicBezTo>
                        <a:cubicBezTo>
                          <a:pt x="42151" y="9831"/>
                          <a:pt x="41980" y="9795"/>
                          <a:pt x="41822" y="9746"/>
                        </a:cubicBezTo>
                        <a:close/>
                        <a:moveTo>
                          <a:pt x="12" y="3082"/>
                        </a:moveTo>
                        <a:cubicBezTo>
                          <a:pt x="-97" y="1659"/>
                          <a:pt x="973" y="418"/>
                          <a:pt x="2396" y="309"/>
                        </a:cubicBezTo>
                        <a:cubicBezTo>
                          <a:pt x="6348" y="17"/>
                          <a:pt x="10373" y="-68"/>
                          <a:pt x="14374" y="54"/>
                        </a:cubicBezTo>
                        <a:cubicBezTo>
                          <a:pt x="14983" y="66"/>
                          <a:pt x="15591" y="90"/>
                          <a:pt x="16186" y="127"/>
                        </a:cubicBezTo>
                        <a:cubicBezTo>
                          <a:pt x="17609" y="151"/>
                          <a:pt x="18716" y="1416"/>
                          <a:pt x="18643" y="2839"/>
                        </a:cubicBezTo>
                        <a:cubicBezTo>
                          <a:pt x="18570" y="4274"/>
                          <a:pt x="17354" y="5368"/>
                          <a:pt x="15931" y="5295"/>
                        </a:cubicBezTo>
                        <a:cubicBezTo>
                          <a:pt x="15360" y="5271"/>
                          <a:pt x="14800" y="5246"/>
                          <a:pt x="14216" y="5234"/>
                        </a:cubicBezTo>
                        <a:cubicBezTo>
                          <a:pt x="10398" y="5113"/>
                          <a:pt x="6543" y="5198"/>
                          <a:pt x="2785" y="5478"/>
                        </a:cubicBezTo>
                        <a:cubicBezTo>
                          <a:pt x="2627" y="5478"/>
                          <a:pt x="2481" y="5478"/>
                          <a:pt x="2323" y="5478"/>
                        </a:cubicBezTo>
                        <a:cubicBezTo>
                          <a:pt x="1094" y="5356"/>
                          <a:pt x="97" y="4371"/>
                          <a:pt x="0" y="3094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74" name="Graphique 9">
                  <a:extLst>
                    <a:ext uri="{FF2B5EF4-FFF2-40B4-BE49-F238E27FC236}">
                      <a16:creationId xmlns:a16="http://schemas.microsoft.com/office/drawing/2014/main" id="{F4C34A58-CAA0-BDFD-A8ED-E3BAB9653DF1}"/>
                    </a:ext>
                  </a:extLst>
                </p:cNvPr>
                <p:cNvGrpSpPr/>
                <p:nvPr/>
              </p:nvGrpSpPr>
              <p:grpSpPr>
                <a:xfrm>
                  <a:off x="2863456" y="1609600"/>
                  <a:ext cx="164674" cy="75546"/>
                  <a:chOff x="2863456" y="1609600"/>
                  <a:chExt cx="164674" cy="75546"/>
                </a:xfrm>
                <a:solidFill>
                  <a:srgbClr val="DAD9FC"/>
                </a:solidFill>
              </p:grpSpPr>
              <p:sp>
                <p:nvSpPr>
                  <p:cNvPr id="179" name="Forme libre : forme 178">
                    <a:extLst>
                      <a:ext uri="{FF2B5EF4-FFF2-40B4-BE49-F238E27FC236}">
                        <a16:creationId xmlns:a16="http://schemas.microsoft.com/office/drawing/2014/main" id="{3602B407-8D6B-29FE-43A6-73B74D00C2E5}"/>
                      </a:ext>
                    </a:extLst>
                  </p:cNvPr>
                  <p:cNvSpPr/>
                  <p:nvPr/>
                </p:nvSpPr>
                <p:spPr>
                  <a:xfrm>
                    <a:off x="2863456" y="1609600"/>
                    <a:ext cx="146928" cy="75546"/>
                  </a:xfrm>
                  <a:custGeom>
                    <a:avLst/>
                    <a:gdLst>
                      <a:gd name="connsiteX0" fmla="*/ 91927 w 146928"/>
                      <a:gd name="connsiteY0" fmla="*/ 74804 h 75546"/>
                      <a:gd name="connsiteX1" fmla="*/ 78574 w 146928"/>
                      <a:gd name="connsiteY1" fmla="*/ 72457 h 75546"/>
                      <a:gd name="connsiteX2" fmla="*/ 76653 w 146928"/>
                      <a:gd name="connsiteY2" fmla="*/ 69332 h 75546"/>
                      <a:gd name="connsiteX3" fmla="*/ 79778 w 146928"/>
                      <a:gd name="connsiteY3" fmla="*/ 67411 h 75546"/>
                      <a:gd name="connsiteX4" fmla="*/ 92511 w 146928"/>
                      <a:gd name="connsiteY4" fmla="*/ 69648 h 75546"/>
                      <a:gd name="connsiteX5" fmla="*/ 94785 w 146928"/>
                      <a:gd name="connsiteY5" fmla="*/ 72518 h 75546"/>
                      <a:gd name="connsiteX6" fmla="*/ 91952 w 146928"/>
                      <a:gd name="connsiteY6" fmla="*/ 74804 h 75546"/>
                      <a:gd name="connsiteX7" fmla="*/ 91915 w 146928"/>
                      <a:gd name="connsiteY7" fmla="*/ 74804 h 75546"/>
                      <a:gd name="connsiteX8" fmla="*/ 102872 w 146928"/>
                      <a:gd name="connsiteY8" fmla="*/ 72956 h 75546"/>
                      <a:gd name="connsiteX9" fmla="*/ 105451 w 146928"/>
                      <a:gd name="connsiteY9" fmla="*/ 70353 h 75546"/>
                      <a:gd name="connsiteX10" fmla="*/ 118366 w 146928"/>
                      <a:gd name="connsiteY10" fmla="*/ 69502 h 75546"/>
                      <a:gd name="connsiteX11" fmla="*/ 121260 w 146928"/>
                      <a:gd name="connsiteY11" fmla="*/ 71752 h 75546"/>
                      <a:gd name="connsiteX12" fmla="*/ 119022 w 146928"/>
                      <a:gd name="connsiteY12" fmla="*/ 74646 h 75546"/>
                      <a:gd name="connsiteX13" fmla="*/ 105487 w 146928"/>
                      <a:gd name="connsiteY13" fmla="*/ 75546 h 75546"/>
                      <a:gd name="connsiteX14" fmla="*/ 105207 w 146928"/>
                      <a:gd name="connsiteY14" fmla="*/ 75534 h 75546"/>
                      <a:gd name="connsiteX15" fmla="*/ 102885 w 146928"/>
                      <a:gd name="connsiteY15" fmla="*/ 72968 h 75546"/>
                      <a:gd name="connsiteX16" fmla="*/ 65598 w 146928"/>
                      <a:gd name="connsiteY16" fmla="*/ 68493 h 75546"/>
                      <a:gd name="connsiteX17" fmla="*/ 53206 w 146928"/>
                      <a:gd name="connsiteY17" fmla="*/ 62984 h 75546"/>
                      <a:gd name="connsiteX18" fmla="*/ 52100 w 146928"/>
                      <a:gd name="connsiteY18" fmla="*/ 59494 h 75546"/>
                      <a:gd name="connsiteX19" fmla="*/ 55590 w 146928"/>
                      <a:gd name="connsiteY19" fmla="*/ 58387 h 75546"/>
                      <a:gd name="connsiteX20" fmla="*/ 67410 w 146928"/>
                      <a:gd name="connsiteY20" fmla="*/ 63653 h 75546"/>
                      <a:gd name="connsiteX21" fmla="*/ 68931 w 146928"/>
                      <a:gd name="connsiteY21" fmla="*/ 66985 h 75546"/>
                      <a:gd name="connsiteX22" fmla="*/ 66243 w 146928"/>
                      <a:gd name="connsiteY22" fmla="*/ 68651 h 75546"/>
                      <a:gd name="connsiteX23" fmla="*/ 65598 w 146928"/>
                      <a:gd name="connsiteY23" fmla="*/ 68493 h 75546"/>
                      <a:gd name="connsiteX24" fmla="*/ 129201 w 146928"/>
                      <a:gd name="connsiteY24" fmla="*/ 70232 h 75546"/>
                      <a:gd name="connsiteX25" fmla="*/ 131074 w 146928"/>
                      <a:gd name="connsiteY25" fmla="*/ 67082 h 75546"/>
                      <a:gd name="connsiteX26" fmla="*/ 143393 w 146928"/>
                      <a:gd name="connsiteY26" fmla="*/ 63130 h 75546"/>
                      <a:gd name="connsiteX27" fmla="*/ 146750 w 146928"/>
                      <a:gd name="connsiteY27" fmla="*/ 64601 h 75546"/>
                      <a:gd name="connsiteX28" fmla="*/ 145278 w 146928"/>
                      <a:gd name="connsiteY28" fmla="*/ 67958 h 75546"/>
                      <a:gd name="connsiteX29" fmla="*/ 132351 w 146928"/>
                      <a:gd name="connsiteY29" fmla="*/ 72093 h 75546"/>
                      <a:gd name="connsiteX30" fmla="*/ 131451 w 146928"/>
                      <a:gd name="connsiteY30" fmla="*/ 72153 h 75546"/>
                      <a:gd name="connsiteX31" fmla="*/ 129201 w 146928"/>
                      <a:gd name="connsiteY31" fmla="*/ 70220 h 75546"/>
                      <a:gd name="connsiteX32" fmla="*/ 41568 w 146928"/>
                      <a:gd name="connsiteY32" fmla="*/ 56003 h 75546"/>
                      <a:gd name="connsiteX33" fmla="*/ 30866 w 146928"/>
                      <a:gd name="connsiteY33" fmla="*/ 47673 h 75546"/>
                      <a:gd name="connsiteX34" fmla="*/ 30635 w 146928"/>
                      <a:gd name="connsiteY34" fmla="*/ 44012 h 75546"/>
                      <a:gd name="connsiteX35" fmla="*/ 34296 w 146928"/>
                      <a:gd name="connsiteY35" fmla="*/ 43781 h 75546"/>
                      <a:gd name="connsiteX36" fmla="*/ 44499 w 146928"/>
                      <a:gd name="connsiteY36" fmla="*/ 51723 h 75546"/>
                      <a:gd name="connsiteX37" fmla="*/ 45168 w 146928"/>
                      <a:gd name="connsiteY37" fmla="*/ 55322 h 75546"/>
                      <a:gd name="connsiteX38" fmla="*/ 42772 w 146928"/>
                      <a:gd name="connsiteY38" fmla="*/ 56429 h 75546"/>
                      <a:gd name="connsiteX39" fmla="*/ 41568 w 146928"/>
                      <a:gd name="connsiteY39" fmla="*/ 55991 h 75546"/>
                      <a:gd name="connsiteX40" fmla="*/ 21235 w 146928"/>
                      <a:gd name="connsiteY40" fmla="*/ 38114 h 75546"/>
                      <a:gd name="connsiteX41" fmla="*/ 12831 w 146928"/>
                      <a:gd name="connsiteY41" fmla="*/ 27461 h 75546"/>
                      <a:gd name="connsiteX42" fmla="*/ 13476 w 146928"/>
                      <a:gd name="connsiteY42" fmla="*/ 23861 h 75546"/>
                      <a:gd name="connsiteX43" fmla="*/ 17088 w 146928"/>
                      <a:gd name="connsiteY43" fmla="*/ 24506 h 75546"/>
                      <a:gd name="connsiteX44" fmla="*/ 25102 w 146928"/>
                      <a:gd name="connsiteY44" fmla="*/ 34661 h 75546"/>
                      <a:gd name="connsiteX45" fmla="*/ 24895 w 146928"/>
                      <a:gd name="connsiteY45" fmla="*/ 38321 h 75546"/>
                      <a:gd name="connsiteX46" fmla="*/ 22913 w 146928"/>
                      <a:gd name="connsiteY46" fmla="*/ 38966 h 75546"/>
                      <a:gd name="connsiteX47" fmla="*/ 21247 w 146928"/>
                      <a:gd name="connsiteY47" fmla="*/ 38114 h 75546"/>
                      <a:gd name="connsiteX48" fmla="*/ 5778 w 146928"/>
                      <a:gd name="connsiteY48" fmla="*/ 15872 h 75546"/>
                      <a:gd name="connsiteX49" fmla="*/ 171 w 146928"/>
                      <a:gd name="connsiteY49" fmla="*/ 3516 h 75546"/>
                      <a:gd name="connsiteX50" fmla="*/ 1667 w 146928"/>
                      <a:gd name="connsiteY50" fmla="*/ 171 h 75546"/>
                      <a:gd name="connsiteX51" fmla="*/ 5012 w 146928"/>
                      <a:gd name="connsiteY51" fmla="*/ 1667 h 75546"/>
                      <a:gd name="connsiteX52" fmla="*/ 10350 w 146928"/>
                      <a:gd name="connsiteY52" fmla="*/ 13451 h 75546"/>
                      <a:gd name="connsiteX53" fmla="*/ 9268 w 146928"/>
                      <a:gd name="connsiteY53" fmla="*/ 16954 h 75546"/>
                      <a:gd name="connsiteX54" fmla="*/ 7796 w 146928"/>
                      <a:gd name="connsiteY54" fmla="*/ 17246 h 75546"/>
                      <a:gd name="connsiteX55" fmla="*/ 5766 w 146928"/>
                      <a:gd name="connsiteY55" fmla="*/ 15884 h 755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</a:cxnLst>
                    <a:rect l="l" t="t" r="r" b="b"/>
                    <a:pathLst>
                      <a:path w="146928" h="75546">
                        <a:moveTo>
                          <a:pt x="91927" y="74804"/>
                        </a:moveTo>
                        <a:cubicBezTo>
                          <a:pt x="87440" y="74294"/>
                          <a:pt x="82952" y="73503"/>
                          <a:pt x="78574" y="72457"/>
                        </a:cubicBezTo>
                        <a:cubicBezTo>
                          <a:pt x="77188" y="72129"/>
                          <a:pt x="76325" y="70730"/>
                          <a:pt x="76653" y="69332"/>
                        </a:cubicBezTo>
                        <a:cubicBezTo>
                          <a:pt x="76981" y="67933"/>
                          <a:pt x="78392" y="67094"/>
                          <a:pt x="79778" y="67411"/>
                        </a:cubicBezTo>
                        <a:cubicBezTo>
                          <a:pt x="83950" y="68408"/>
                          <a:pt x="88243" y="69162"/>
                          <a:pt x="92511" y="69648"/>
                        </a:cubicBezTo>
                        <a:cubicBezTo>
                          <a:pt x="93934" y="69806"/>
                          <a:pt x="94956" y="71095"/>
                          <a:pt x="94785" y="72518"/>
                        </a:cubicBezTo>
                        <a:cubicBezTo>
                          <a:pt x="94627" y="73929"/>
                          <a:pt x="93362" y="74950"/>
                          <a:pt x="91952" y="74804"/>
                        </a:cubicBezTo>
                        <a:cubicBezTo>
                          <a:pt x="91952" y="74804"/>
                          <a:pt x="91927" y="74804"/>
                          <a:pt x="91915" y="74804"/>
                        </a:cubicBezTo>
                        <a:close/>
                        <a:moveTo>
                          <a:pt x="102872" y="72956"/>
                        </a:moveTo>
                        <a:cubicBezTo>
                          <a:pt x="102872" y="71521"/>
                          <a:pt x="104016" y="70353"/>
                          <a:pt x="105451" y="70353"/>
                        </a:cubicBezTo>
                        <a:cubicBezTo>
                          <a:pt x="109756" y="70329"/>
                          <a:pt x="114097" y="70037"/>
                          <a:pt x="118366" y="69502"/>
                        </a:cubicBezTo>
                        <a:cubicBezTo>
                          <a:pt x="119776" y="69332"/>
                          <a:pt x="121078" y="70329"/>
                          <a:pt x="121260" y="71752"/>
                        </a:cubicBezTo>
                        <a:cubicBezTo>
                          <a:pt x="121443" y="73175"/>
                          <a:pt x="120433" y="74464"/>
                          <a:pt x="119022" y="74646"/>
                        </a:cubicBezTo>
                        <a:cubicBezTo>
                          <a:pt x="114547" y="75218"/>
                          <a:pt x="109999" y="75510"/>
                          <a:pt x="105487" y="75546"/>
                        </a:cubicBezTo>
                        <a:cubicBezTo>
                          <a:pt x="105390" y="75546"/>
                          <a:pt x="105305" y="75546"/>
                          <a:pt x="105207" y="75534"/>
                        </a:cubicBezTo>
                        <a:cubicBezTo>
                          <a:pt x="103906" y="75400"/>
                          <a:pt x="102885" y="74306"/>
                          <a:pt x="102885" y="72968"/>
                        </a:cubicBezTo>
                        <a:close/>
                        <a:moveTo>
                          <a:pt x="65598" y="68493"/>
                        </a:moveTo>
                        <a:cubicBezTo>
                          <a:pt x="61366" y="66912"/>
                          <a:pt x="57195" y="65051"/>
                          <a:pt x="53206" y="62984"/>
                        </a:cubicBezTo>
                        <a:cubicBezTo>
                          <a:pt x="51942" y="62327"/>
                          <a:pt x="51443" y="60758"/>
                          <a:pt x="52100" y="59494"/>
                        </a:cubicBezTo>
                        <a:cubicBezTo>
                          <a:pt x="52756" y="58217"/>
                          <a:pt x="54313" y="57730"/>
                          <a:pt x="55590" y="58387"/>
                        </a:cubicBezTo>
                        <a:cubicBezTo>
                          <a:pt x="59396" y="60369"/>
                          <a:pt x="63373" y="62133"/>
                          <a:pt x="67410" y="63653"/>
                        </a:cubicBezTo>
                        <a:cubicBezTo>
                          <a:pt x="68748" y="64151"/>
                          <a:pt x="69429" y="65647"/>
                          <a:pt x="68931" y="66985"/>
                        </a:cubicBezTo>
                        <a:cubicBezTo>
                          <a:pt x="68505" y="68116"/>
                          <a:pt x="67386" y="68773"/>
                          <a:pt x="66243" y="68651"/>
                        </a:cubicBezTo>
                        <a:cubicBezTo>
                          <a:pt x="66024" y="68627"/>
                          <a:pt x="65805" y="68578"/>
                          <a:pt x="65598" y="68493"/>
                        </a:cubicBezTo>
                        <a:close/>
                        <a:moveTo>
                          <a:pt x="129201" y="70232"/>
                        </a:moveTo>
                        <a:cubicBezTo>
                          <a:pt x="128849" y="68846"/>
                          <a:pt x="129688" y="67435"/>
                          <a:pt x="131074" y="67082"/>
                        </a:cubicBezTo>
                        <a:cubicBezTo>
                          <a:pt x="135245" y="66024"/>
                          <a:pt x="139392" y="64699"/>
                          <a:pt x="143393" y="63130"/>
                        </a:cubicBezTo>
                        <a:cubicBezTo>
                          <a:pt x="144731" y="62619"/>
                          <a:pt x="146227" y="63276"/>
                          <a:pt x="146750" y="64601"/>
                        </a:cubicBezTo>
                        <a:cubicBezTo>
                          <a:pt x="147273" y="65939"/>
                          <a:pt x="146604" y="67435"/>
                          <a:pt x="145278" y="67958"/>
                        </a:cubicBezTo>
                        <a:cubicBezTo>
                          <a:pt x="141071" y="69600"/>
                          <a:pt x="136729" y="70986"/>
                          <a:pt x="132351" y="72093"/>
                        </a:cubicBezTo>
                        <a:cubicBezTo>
                          <a:pt x="132047" y="72166"/>
                          <a:pt x="131743" y="72190"/>
                          <a:pt x="131451" y="72153"/>
                        </a:cubicBezTo>
                        <a:cubicBezTo>
                          <a:pt x="130393" y="72044"/>
                          <a:pt x="129481" y="71302"/>
                          <a:pt x="129201" y="70220"/>
                        </a:cubicBezTo>
                        <a:close/>
                        <a:moveTo>
                          <a:pt x="41568" y="56003"/>
                        </a:moveTo>
                        <a:cubicBezTo>
                          <a:pt x="37847" y="53449"/>
                          <a:pt x="34247" y="50652"/>
                          <a:pt x="30866" y="47673"/>
                        </a:cubicBezTo>
                        <a:cubicBezTo>
                          <a:pt x="29796" y="46724"/>
                          <a:pt x="29687" y="45095"/>
                          <a:pt x="30635" y="44012"/>
                        </a:cubicBezTo>
                        <a:cubicBezTo>
                          <a:pt x="31584" y="42942"/>
                          <a:pt x="33213" y="42833"/>
                          <a:pt x="34296" y="43781"/>
                        </a:cubicBezTo>
                        <a:cubicBezTo>
                          <a:pt x="37518" y="46627"/>
                          <a:pt x="40960" y="49303"/>
                          <a:pt x="44499" y="51723"/>
                        </a:cubicBezTo>
                        <a:cubicBezTo>
                          <a:pt x="45679" y="52525"/>
                          <a:pt x="45983" y="54143"/>
                          <a:pt x="45168" y="55322"/>
                        </a:cubicBezTo>
                        <a:cubicBezTo>
                          <a:pt x="44608" y="56125"/>
                          <a:pt x="43684" y="56526"/>
                          <a:pt x="42772" y="56429"/>
                        </a:cubicBezTo>
                        <a:cubicBezTo>
                          <a:pt x="42359" y="56393"/>
                          <a:pt x="41945" y="56247"/>
                          <a:pt x="41568" y="55991"/>
                        </a:cubicBezTo>
                        <a:close/>
                        <a:moveTo>
                          <a:pt x="21235" y="38114"/>
                        </a:moveTo>
                        <a:cubicBezTo>
                          <a:pt x="18231" y="34746"/>
                          <a:pt x="15397" y="31158"/>
                          <a:pt x="12831" y="27461"/>
                        </a:cubicBezTo>
                        <a:cubicBezTo>
                          <a:pt x="12016" y="26281"/>
                          <a:pt x="12308" y="24676"/>
                          <a:pt x="13476" y="23861"/>
                        </a:cubicBezTo>
                        <a:cubicBezTo>
                          <a:pt x="14643" y="23047"/>
                          <a:pt x="16261" y="23338"/>
                          <a:pt x="17088" y="24506"/>
                        </a:cubicBezTo>
                        <a:cubicBezTo>
                          <a:pt x="19544" y="28033"/>
                          <a:pt x="22232" y="31450"/>
                          <a:pt x="25102" y="34661"/>
                        </a:cubicBezTo>
                        <a:cubicBezTo>
                          <a:pt x="26050" y="35731"/>
                          <a:pt x="25965" y="37360"/>
                          <a:pt x="24895" y="38321"/>
                        </a:cubicBezTo>
                        <a:cubicBezTo>
                          <a:pt x="24336" y="38820"/>
                          <a:pt x="23606" y="39039"/>
                          <a:pt x="22913" y="38966"/>
                        </a:cubicBezTo>
                        <a:cubicBezTo>
                          <a:pt x="22293" y="38905"/>
                          <a:pt x="21685" y="38613"/>
                          <a:pt x="21247" y="38114"/>
                        </a:cubicBezTo>
                        <a:close/>
                        <a:moveTo>
                          <a:pt x="5778" y="15872"/>
                        </a:moveTo>
                        <a:cubicBezTo>
                          <a:pt x="3662" y="11883"/>
                          <a:pt x="1777" y="7711"/>
                          <a:pt x="171" y="3516"/>
                        </a:cubicBezTo>
                        <a:cubicBezTo>
                          <a:pt x="-339" y="2178"/>
                          <a:pt x="330" y="682"/>
                          <a:pt x="1667" y="171"/>
                        </a:cubicBezTo>
                        <a:cubicBezTo>
                          <a:pt x="3005" y="-339"/>
                          <a:pt x="4501" y="330"/>
                          <a:pt x="5012" y="1667"/>
                        </a:cubicBezTo>
                        <a:cubicBezTo>
                          <a:pt x="6544" y="5680"/>
                          <a:pt x="8344" y="9645"/>
                          <a:pt x="10350" y="13451"/>
                        </a:cubicBezTo>
                        <a:cubicBezTo>
                          <a:pt x="11019" y="14716"/>
                          <a:pt x="10533" y="16285"/>
                          <a:pt x="9268" y="16954"/>
                        </a:cubicBezTo>
                        <a:cubicBezTo>
                          <a:pt x="8794" y="17209"/>
                          <a:pt x="8295" y="17294"/>
                          <a:pt x="7796" y="17246"/>
                        </a:cubicBezTo>
                        <a:cubicBezTo>
                          <a:pt x="6970" y="17161"/>
                          <a:pt x="6191" y="16674"/>
                          <a:pt x="5766" y="15884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180" name="Forme libre : forme 179">
                    <a:extLst>
                      <a:ext uri="{FF2B5EF4-FFF2-40B4-BE49-F238E27FC236}">
                        <a16:creationId xmlns:a16="http://schemas.microsoft.com/office/drawing/2014/main" id="{97F90715-AC30-861F-8263-F7CA96B4452B}"/>
                      </a:ext>
                    </a:extLst>
                  </p:cNvPr>
                  <p:cNvSpPr/>
                  <p:nvPr/>
                </p:nvSpPr>
                <p:spPr>
                  <a:xfrm>
                    <a:off x="3017347" y="1663719"/>
                    <a:ext cx="10784" cy="8414"/>
                  </a:xfrm>
                  <a:custGeom>
                    <a:avLst/>
                    <a:gdLst>
                      <a:gd name="connsiteX0" fmla="*/ 2333 w 10784"/>
                      <a:gd name="connsiteY0" fmla="*/ 8391 h 8414"/>
                      <a:gd name="connsiteX1" fmla="*/ 3816 w 10784"/>
                      <a:gd name="connsiteY1" fmla="*/ 8099 h 8414"/>
                      <a:gd name="connsiteX2" fmla="*/ 9556 w 10784"/>
                      <a:gd name="connsiteY2" fmla="*/ 4791 h 8414"/>
                      <a:gd name="connsiteX3" fmla="*/ 10396 w 10784"/>
                      <a:gd name="connsiteY3" fmla="*/ 1228 h 8414"/>
                      <a:gd name="connsiteX4" fmla="*/ 6832 w 10784"/>
                      <a:gd name="connsiteY4" fmla="*/ 389 h 8414"/>
                      <a:gd name="connsiteX5" fmla="*/ 1360 w 10784"/>
                      <a:gd name="connsiteY5" fmla="*/ 3550 h 8414"/>
                      <a:gd name="connsiteX6" fmla="*/ 314 w 10784"/>
                      <a:gd name="connsiteY6" fmla="*/ 7065 h 8414"/>
                      <a:gd name="connsiteX7" fmla="*/ 2333 w 10784"/>
                      <a:gd name="connsiteY7" fmla="*/ 8415 h 84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784" h="8414">
                        <a:moveTo>
                          <a:pt x="2333" y="8391"/>
                        </a:moveTo>
                        <a:cubicBezTo>
                          <a:pt x="2831" y="8439"/>
                          <a:pt x="3342" y="8354"/>
                          <a:pt x="3816" y="8099"/>
                        </a:cubicBezTo>
                        <a:cubicBezTo>
                          <a:pt x="5774" y="7053"/>
                          <a:pt x="7696" y="5934"/>
                          <a:pt x="9556" y="4791"/>
                        </a:cubicBezTo>
                        <a:cubicBezTo>
                          <a:pt x="10773" y="4037"/>
                          <a:pt x="11150" y="2444"/>
                          <a:pt x="10396" y="1228"/>
                        </a:cubicBezTo>
                        <a:cubicBezTo>
                          <a:pt x="9642" y="12"/>
                          <a:pt x="8048" y="-365"/>
                          <a:pt x="6832" y="389"/>
                        </a:cubicBezTo>
                        <a:cubicBezTo>
                          <a:pt x="5069" y="1483"/>
                          <a:pt x="3220" y="2541"/>
                          <a:pt x="1360" y="3550"/>
                        </a:cubicBezTo>
                        <a:cubicBezTo>
                          <a:pt x="95" y="4231"/>
                          <a:pt x="-367" y="5800"/>
                          <a:pt x="314" y="7065"/>
                        </a:cubicBezTo>
                        <a:cubicBezTo>
                          <a:pt x="740" y="7856"/>
                          <a:pt x="1506" y="8330"/>
                          <a:pt x="2333" y="8415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75" name="Graphique 9">
                  <a:extLst>
                    <a:ext uri="{FF2B5EF4-FFF2-40B4-BE49-F238E27FC236}">
                      <a16:creationId xmlns:a16="http://schemas.microsoft.com/office/drawing/2014/main" id="{EF687FB8-C91F-F7A0-5DC0-B7131266FB64}"/>
                    </a:ext>
                  </a:extLst>
                </p:cNvPr>
                <p:cNvGrpSpPr/>
                <p:nvPr/>
              </p:nvGrpSpPr>
              <p:grpSpPr>
                <a:xfrm>
                  <a:off x="2884119" y="1488282"/>
                  <a:ext cx="168176" cy="168176"/>
                  <a:chOff x="2884119" y="1488282"/>
                  <a:chExt cx="168176" cy="168176"/>
                </a:xfrm>
              </p:grpSpPr>
              <p:sp>
                <p:nvSpPr>
                  <p:cNvPr id="176" name="Forme libre : forme 175">
                    <a:extLst>
                      <a:ext uri="{FF2B5EF4-FFF2-40B4-BE49-F238E27FC236}">
                        <a16:creationId xmlns:a16="http://schemas.microsoft.com/office/drawing/2014/main" id="{B741F38A-2C37-A5DE-8035-809121B12D9A}"/>
                      </a:ext>
                    </a:extLst>
                  </p:cNvPr>
                  <p:cNvSpPr/>
                  <p:nvPr/>
                </p:nvSpPr>
                <p:spPr>
                  <a:xfrm>
                    <a:off x="2884119" y="1488282"/>
                    <a:ext cx="168176" cy="168176"/>
                  </a:xfrm>
                  <a:custGeom>
                    <a:avLst/>
                    <a:gdLst>
                      <a:gd name="connsiteX0" fmla="*/ 150324 w 168176"/>
                      <a:gd name="connsiteY0" fmla="*/ 136777 h 168176"/>
                      <a:gd name="connsiteX1" fmla="*/ 150579 w 168176"/>
                      <a:gd name="connsiteY1" fmla="*/ 135269 h 168176"/>
                      <a:gd name="connsiteX2" fmla="*/ 143587 w 168176"/>
                      <a:gd name="connsiteY2" fmla="*/ 120918 h 168176"/>
                      <a:gd name="connsiteX3" fmla="*/ 152209 w 168176"/>
                      <a:gd name="connsiteY3" fmla="*/ 100098 h 168176"/>
                      <a:gd name="connsiteX4" fmla="*/ 167289 w 168176"/>
                      <a:gd name="connsiteY4" fmla="*/ 94894 h 168176"/>
                      <a:gd name="connsiteX5" fmla="*/ 168177 w 168176"/>
                      <a:gd name="connsiteY5" fmla="*/ 93653 h 168176"/>
                      <a:gd name="connsiteX6" fmla="*/ 168177 w 168176"/>
                      <a:gd name="connsiteY6" fmla="*/ 74499 h 168176"/>
                      <a:gd name="connsiteX7" fmla="*/ 167289 w 168176"/>
                      <a:gd name="connsiteY7" fmla="*/ 73259 h 168176"/>
                      <a:gd name="connsiteX8" fmla="*/ 152209 w 168176"/>
                      <a:gd name="connsiteY8" fmla="*/ 68054 h 168176"/>
                      <a:gd name="connsiteX9" fmla="*/ 143575 w 168176"/>
                      <a:gd name="connsiteY9" fmla="*/ 47246 h 168176"/>
                      <a:gd name="connsiteX10" fmla="*/ 150567 w 168176"/>
                      <a:gd name="connsiteY10" fmla="*/ 32896 h 168176"/>
                      <a:gd name="connsiteX11" fmla="*/ 150312 w 168176"/>
                      <a:gd name="connsiteY11" fmla="*/ 31388 h 168176"/>
                      <a:gd name="connsiteX12" fmla="*/ 136764 w 168176"/>
                      <a:gd name="connsiteY12" fmla="*/ 17853 h 168176"/>
                      <a:gd name="connsiteX13" fmla="*/ 135256 w 168176"/>
                      <a:gd name="connsiteY13" fmla="*/ 17597 h 168176"/>
                      <a:gd name="connsiteX14" fmla="*/ 120906 w 168176"/>
                      <a:gd name="connsiteY14" fmla="*/ 24590 h 168176"/>
                      <a:gd name="connsiteX15" fmla="*/ 100086 w 168176"/>
                      <a:gd name="connsiteY15" fmla="*/ 15968 h 168176"/>
                      <a:gd name="connsiteX16" fmla="*/ 94881 w 168176"/>
                      <a:gd name="connsiteY16" fmla="*/ 888 h 168176"/>
                      <a:gd name="connsiteX17" fmla="*/ 93641 w 168176"/>
                      <a:gd name="connsiteY17" fmla="*/ 0 h 168176"/>
                      <a:gd name="connsiteX18" fmla="*/ 74487 w 168176"/>
                      <a:gd name="connsiteY18" fmla="*/ 0 h 168176"/>
                      <a:gd name="connsiteX19" fmla="*/ 73247 w 168176"/>
                      <a:gd name="connsiteY19" fmla="*/ 888 h 168176"/>
                      <a:gd name="connsiteX20" fmla="*/ 68042 w 168176"/>
                      <a:gd name="connsiteY20" fmla="*/ 15968 h 168176"/>
                      <a:gd name="connsiteX21" fmla="*/ 47234 w 168176"/>
                      <a:gd name="connsiteY21" fmla="*/ 24602 h 168176"/>
                      <a:gd name="connsiteX22" fmla="*/ 32884 w 168176"/>
                      <a:gd name="connsiteY22" fmla="*/ 17609 h 168176"/>
                      <a:gd name="connsiteX23" fmla="*/ 31388 w 168176"/>
                      <a:gd name="connsiteY23" fmla="*/ 17865 h 168176"/>
                      <a:gd name="connsiteX24" fmla="*/ 17853 w 168176"/>
                      <a:gd name="connsiteY24" fmla="*/ 31412 h 168176"/>
                      <a:gd name="connsiteX25" fmla="*/ 17597 w 168176"/>
                      <a:gd name="connsiteY25" fmla="*/ 32908 h 168176"/>
                      <a:gd name="connsiteX26" fmla="*/ 24590 w 168176"/>
                      <a:gd name="connsiteY26" fmla="*/ 47258 h 168176"/>
                      <a:gd name="connsiteX27" fmla="*/ 15968 w 168176"/>
                      <a:gd name="connsiteY27" fmla="*/ 68078 h 168176"/>
                      <a:gd name="connsiteX28" fmla="*/ 888 w 168176"/>
                      <a:gd name="connsiteY28" fmla="*/ 73283 h 168176"/>
                      <a:gd name="connsiteX29" fmla="*/ 0 w 168176"/>
                      <a:gd name="connsiteY29" fmla="*/ 74524 h 168176"/>
                      <a:gd name="connsiteX30" fmla="*/ 0 w 168176"/>
                      <a:gd name="connsiteY30" fmla="*/ 93677 h 168176"/>
                      <a:gd name="connsiteX31" fmla="*/ 888 w 168176"/>
                      <a:gd name="connsiteY31" fmla="*/ 94918 h 168176"/>
                      <a:gd name="connsiteX32" fmla="*/ 15968 w 168176"/>
                      <a:gd name="connsiteY32" fmla="*/ 100123 h 168176"/>
                      <a:gd name="connsiteX33" fmla="*/ 24602 w 168176"/>
                      <a:gd name="connsiteY33" fmla="*/ 120931 h 168176"/>
                      <a:gd name="connsiteX34" fmla="*/ 17609 w 168176"/>
                      <a:gd name="connsiteY34" fmla="*/ 135281 h 168176"/>
                      <a:gd name="connsiteX35" fmla="*/ 17865 w 168176"/>
                      <a:gd name="connsiteY35" fmla="*/ 136789 h 168176"/>
                      <a:gd name="connsiteX36" fmla="*/ 31412 w 168176"/>
                      <a:gd name="connsiteY36" fmla="*/ 150324 h 168176"/>
                      <a:gd name="connsiteX37" fmla="*/ 32920 w 168176"/>
                      <a:gd name="connsiteY37" fmla="*/ 150579 h 168176"/>
                      <a:gd name="connsiteX38" fmla="*/ 47270 w 168176"/>
                      <a:gd name="connsiteY38" fmla="*/ 143587 h 168176"/>
                      <a:gd name="connsiteX39" fmla="*/ 68090 w 168176"/>
                      <a:gd name="connsiteY39" fmla="*/ 152209 h 168176"/>
                      <a:gd name="connsiteX40" fmla="*/ 73295 w 168176"/>
                      <a:gd name="connsiteY40" fmla="*/ 167289 h 168176"/>
                      <a:gd name="connsiteX41" fmla="*/ 74536 w 168176"/>
                      <a:gd name="connsiteY41" fmla="*/ 168177 h 168176"/>
                      <a:gd name="connsiteX42" fmla="*/ 93690 w 168176"/>
                      <a:gd name="connsiteY42" fmla="*/ 168177 h 168176"/>
                      <a:gd name="connsiteX43" fmla="*/ 94930 w 168176"/>
                      <a:gd name="connsiteY43" fmla="*/ 167289 h 168176"/>
                      <a:gd name="connsiteX44" fmla="*/ 100135 w 168176"/>
                      <a:gd name="connsiteY44" fmla="*/ 152209 h 168176"/>
                      <a:gd name="connsiteX45" fmla="*/ 120943 w 168176"/>
                      <a:gd name="connsiteY45" fmla="*/ 143575 h 168176"/>
                      <a:gd name="connsiteX46" fmla="*/ 135293 w 168176"/>
                      <a:gd name="connsiteY46" fmla="*/ 150567 h 168176"/>
                      <a:gd name="connsiteX47" fmla="*/ 136789 w 168176"/>
                      <a:gd name="connsiteY47" fmla="*/ 150312 h 168176"/>
                      <a:gd name="connsiteX48" fmla="*/ 150324 w 168176"/>
                      <a:gd name="connsiteY48" fmla="*/ 136764 h 1681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168176" h="168176">
                        <a:moveTo>
                          <a:pt x="150324" y="136777"/>
                        </a:moveTo>
                        <a:cubicBezTo>
                          <a:pt x="150725" y="136375"/>
                          <a:pt x="150823" y="135779"/>
                          <a:pt x="150579" y="135269"/>
                        </a:cubicBezTo>
                        <a:lnTo>
                          <a:pt x="143587" y="120918"/>
                        </a:lnTo>
                        <a:cubicBezTo>
                          <a:pt x="147515" y="114582"/>
                          <a:pt x="150470" y="107578"/>
                          <a:pt x="152209" y="100098"/>
                        </a:cubicBezTo>
                        <a:lnTo>
                          <a:pt x="167289" y="94894"/>
                        </a:lnTo>
                        <a:cubicBezTo>
                          <a:pt x="167824" y="94711"/>
                          <a:pt x="168177" y="94212"/>
                          <a:pt x="168177" y="93653"/>
                        </a:cubicBezTo>
                        <a:lnTo>
                          <a:pt x="168177" y="74499"/>
                        </a:lnTo>
                        <a:cubicBezTo>
                          <a:pt x="168177" y="73940"/>
                          <a:pt x="167824" y="73441"/>
                          <a:pt x="167289" y="73259"/>
                        </a:cubicBezTo>
                        <a:lnTo>
                          <a:pt x="152209" y="68054"/>
                        </a:lnTo>
                        <a:cubicBezTo>
                          <a:pt x="150458" y="60587"/>
                          <a:pt x="147515" y="53570"/>
                          <a:pt x="143575" y="47246"/>
                        </a:cubicBezTo>
                        <a:lnTo>
                          <a:pt x="150567" y="32896"/>
                        </a:lnTo>
                        <a:cubicBezTo>
                          <a:pt x="150810" y="32397"/>
                          <a:pt x="150713" y="31789"/>
                          <a:pt x="150312" y="31388"/>
                        </a:cubicBezTo>
                        <a:lnTo>
                          <a:pt x="136764" y="17853"/>
                        </a:lnTo>
                        <a:cubicBezTo>
                          <a:pt x="136363" y="17451"/>
                          <a:pt x="135767" y="17354"/>
                          <a:pt x="135256" y="17597"/>
                        </a:cubicBezTo>
                        <a:lnTo>
                          <a:pt x="120906" y="24590"/>
                        </a:lnTo>
                        <a:cubicBezTo>
                          <a:pt x="114570" y="20662"/>
                          <a:pt x="107565" y="17707"/>
                          <a:pt x="100086" y="15968"/>
                        </a:cubicBezTo>
                        <a:lnTo>
                          <a:pt x="94881" y="888"/>
                        </a:lnTo>
                        <a:cubicBezTo>
                          <a:pt x="94699" y="353"/>
                          <a:pt x="94200" y="0"/>
                          <a:pt x="93641" y="0"/>
                        </a:cubicBezTo>
                        <a:lnTo>
                          <a:pt x="74487" y="0"/>
                        </a:lnTo>
                        <a:cubicBezTo>
                          <a:pt x="73928" y="0"/>
                          <a:pt x="73429" y="353"/>
                          <a:pt x="73247" y="888"/>
                        </a:cubicBezTo>
                        <a:lnTo>
                          <a:pt x="68042" y="15968"/>
                        </a:lnTo>
                        <a:cubicBezTo>
                          <a:pt x="60575" y="17719"/>
                          <a:pt x="53558" y="20662"/>
                          <a:pt x="47234" y="24602"/>
                        </a:cubicBezTo>
                        <a:lnTo>
                          <a:pt x="32884" y="17609"/>
                        </a:lnTo>
                        <a:cubicBezTo>
                          <a:pt x="32385" y="17366"/>
                          <a:pt x="31777" y="17463"/>
                          <a:pt x="31388" y="17865"/>
                        </a:cubicBezTo>
                        <a:lnTo>
                          <a:pt x="17853" y="31412"/>
                        </a:lnTo>
                        <a:cubicBezTo>
                          <a:pt x="17451" y="31814"/>
                          <a:pt x="17354" y="32409"/>
                          <a:pt x="17597" y="32908"/>
                        </a:cubicBezTo>
                        <a:lnTo>
                          <a:pt x="24590" y="47258"/>
                        </a:lnTo>
                        <a:cubicBezTo>
                          <a:pt x="20662" y="53594"/>
                          <a:pt x="17707" y="60599"/>
                          <a:pt x="15968" y="68078"/>
                        </a:cubicBezTo>
                        <a:lnTo>
                          <a:pt x="888" y="73283"/>
                        </a:lnTo>
                        <a:cubicBezTo>
                          <a:pt x="353" y="73466"/>
                          <a:pt x="0" y="73964"/>
                          <a:pt x="0" y="74524"/>
                        </a:cubicBezTo>
                        <a:lnTo>
                          <a:pt x="0" y="93677"/>
                        </a:lnTo>
                        <a:cubicBezTo>
                          <a:pt x="0" y="94237"/>
                          <a:pt x="353" y="94735"/>
                          <a:pt x="888" y="94918"/>
                        </a:cubicBezTo>
                        <a:lnTo>
                          <a:pt x="15968" y="100123"/>
                        </a:lnTo>
                        <a:cubicBezTo>
                          <a:pt x="17719" y="107590"/>
                          <a:pt x="20662" y="114607"/>
                          <a:pt x="24602" y="120931"/>
                        </a:cubicBezTo>
                        <a:lnTo>
                          <a:pt x="17609" y="135281"/>
                        </a:lnTo>
                        <a:cubicBezTo>
                          <a:pt x="17366" y="135779"/>
                          <a:pt x="17463" y="136387"/>
                          <a:pt x="17865" y="136789"/>
                        </a:cubicBezTo>
                        <a:lnTo>
                          <a:pt x="31412" y="150324"/>
                        </a:lnTo>
                        <a:cubicBezTo>
                          <a:pt x="31814" y="150725"/>
                          <a:pt x="32409" y="150823"/>
                          <a:pt x="32920" y="150579"/>
                        </a:cubicBezTo>
                        <a:lnTo>
                          <a:pt x="47270" y="143587"/>
                        </a:lnTo>
                        <a:cubicBezTo>
                          <a:pt x="53606" y="147515"/>
                          <a:pt x="60611" y="150470"/>
                          <a:pt x="68090" y="152209"/>
                        </a:cubicBezTo>
                        <a:lnTo>
                          <a:pt x="73295" y="167289"/>
                        </a:lnTo>
                        <a:cubicBezTo>
                          <a:pt x="73478" y="167812"/>
                          <a:pt x="73976" y="168177"/>
                          <a:pt x="74536" y="168177"/>
                        </a:cubicBezTo>
                        <a:lnTo>
                          <a:pt x="93690" y="168177"/>
                        </a:lnTo>
                        <a:cubicBezTo>
                          <a:pt x="94249" y="168177"/>
                          <a:pt x="94748" y="167824"/>
                          <a:pt x="94930" y="167289"/>
                        </a:cubicBezTo>
                        <a:lnTo>
                          <a:pt x="100135" y="152209"/>
                        </a:lnTo>
                        <a:cubicBezTo>
                          <a:pt x="107602" y="150458"/>
                          <a:pt x="114619" y="147515"/>
                          <a:pt x="120943" y="143575"/>
                        </a:cubicBezTo>
                        <a:lnTo>
                          <a:pt x="135293" y="150567"/>
                        </a:lnTo>
                        <a:cubicBezTo>
                          <a:pt x="135791" y="150811"/>
                          <a:pt x="136400" y="150713"/>
                          <a:pt x="136789" y="150312"/>
                        </a:cubicBezTo>
                        <a:lnTo>
                          <a:pt x="150324" y="136764"/>
                        </a:lnTo>
                        <a:close/>
                      </a:path>
                    </a:pathLst>
                  </a:custGeom>
                  <a:solidFill>
                    <a:srgbClr val="DAD9FC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177" name="Forme libre : forme 176">
                    <a:extLst>
                      <a:ext uri="{FF2B5EF4-FFF2-40B4-BE49-F238E27FC236}">
                        <a16:creationId xmlns:a16="http://schemas.microsoft.com/office/drawing/2014/main" id="{7D73EDA7-DFA6-5318-80D3-3B481EF47C0F}"/>
                      </a:ext>
                    </a:extLst>
                  </p:cNvPr>
                  <p:cNvSpPr/>
                  <p:nvPr/>
                </p:nvSpPr>
                <p:spPr>
                  <a:xfrm>
                    <a:off x="2948616" y="1552800"/>
                    <a:ext cx="39201" cy="39183"/>
                  </a:xfrm>
                  <a:custGeom>
                    <a:avLst/>
                    <a:gdLst>
                      <a:gd name="connsiteX0" fmla="*/ 14807 w 39201"/>
                      <a:gd name="connsiteY0" fmla="*/ 38584 h 39183"/>
                      <a:gd name="connsiteX1" fmla="*/ 2779 w 39201"/>
                      <a:gd name="connsiteY1" fmla="*/ 29633 h 39183"/>
                      <a:gd name="connsiteX2" fmla="*/ 602 w 39201"/>
                      <a:gd name="connsiteY2" fmla="*/ 14796 h 39183"/>
                      <a:gd name="connsiteX3" fmla="*/ 24402 w 39201"/>
                      <a:gd name="connsiteY3" fmla="*/ 592 h 39183"/>
                      <a:gd name="connsiteX4" fmla="*/ 38606 w 39201"/>
                      <a:gd name="connsiteY4" fmla="*/ 24379 h 39183"/>
                      <a:gd name="connsiteX5" fmla="*/ 29655 w 39201"/>
                      <a:gd name="connsiteY5" fmla="*/ 36407 h 39183"/>
                      <a:gd name="connsiteX6" fmla="*/ 17677 w 39201"/>
                      <a:gd name="connsiteY6" fmla="*/ 39082 h 39183"/>
                      <a:gd name="connsiteX7" fmla="*/ 14819 w 39201"/>
                      <a:gd name="connsiteY7" fmla="*/ 38584 h 39183"/>
                      <a:gd name="connsiteX8" fmla="*/ 5625 w 39201"/>
                      <a:gd name="connsiteY8" fmla="*/ 16061 h 39183"/>
                      <a:gd name="connsiteX9" fmla="*/ 7230 w 39201"/>
                      <a:gd name="connsiteY9" fmla="*/ 26982 h 39183"/>
                      <a:gd name="connsiteX10" fmla="*/ 16083 w 39201"/>
                      <a:gd name="connsiteY10" fmla="*/ 33573 h 39183"/>
                      <a:gd name="connsiteX11" fmla="*/ 16083 w 39201"/>
                      <a:gd name="connsiteY11" fmla="*/ 33573 h 39183"/>
                      <a:gd name="connsiteX12" fmla="*/ 27004 w 39201"/>
                      <a:gd name="connsiteY12" fmla="*/ 31968 h 39183"/>
                      <a:gd name="connsiteX13" fmla="*/ 33596 w 39201"/>
                      <a:gd name="connsiteY13" fmla="*/ 23115 h 39183"/>
                      <a:gd name="connsiteX14" fmla="*/ 23149 w 39201"/>
                      <a:gd name="connsiteY14" fmla="*/ 5615 h 39183"/>
                      <a:gd name="connsiteX15" fmla="*/ 21070 w 39201"/>
                      <a:gd name="connsiteY15" fmla="*/ 5250 h 39183"/>
                      <a:gd name="connsiteX16" fmla="*/ 5649 w 39201"/>
                      <a:gd name="connsiteY16" fmla="*/ 16061 h 391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39201" h="39183">
                        <a:moveTo>
                          <a:pt x="14807" y="38584"/>
                        </a:moveTo>
                        <a:cubicBezTo>
                          <a:pt x="9735" y="37307"/>
                          <a:pt x="5455" y="34120"/>
                          <a:pt x="2779" y="29633"/>
                        </a:cubicBezTo>
                        <a:cubicBezTo>
                          <a:pt x="92" y="25145"/>
                          <a:pt x="-675" y="19867"/>
                          <a:pt x="602" y="14796"/>
                        </a:cubicBezTo>
                        <a:cubicBezTo>
                          <a:pt x="3241" y="4326"/>
                          <a:pt x="13907" y="-2035"/>
                          <a:pt x="24402" y="592"/>
                        </a:cubicBezTo>
                        <a:cubicBezTo>
                          <a:pt x="34872" y="3243"/>
                          <a:pt x="41245" y="13909"/>
                          <a:pt x="38606" y="24379"/>
                        </a:cubicBezTo>
                        <a:cubicBezTo>
                          <a:pt x="37329" y="29450"/>
                          <a:pt x="34143" y="33731"/>
                          <a:pt x="29655" y="36407"/>
                        </a:cubicBezTo>
                        <a:cubicBezTo>
                          <a:pt x="26007" y="38584"/>
                          <a:pt x="21836" y="39508"/>
                          <a:pt x="17677" y="39082"/>
                        </a:cubicBezTo>
                        <a:cubicBezTo>
                          <a:pt x="16716" y="38985"/>
                          <a:pt x="15767" y="38815"/>
                          <a:pt x="14819" y="38584"/>
                        </a:cubicBezTo>
                        <a:close/>
                        <a:moveTo>
                          <a:pt x="5625" y="16061"/>
                        </a:moveTo>
                        <a:cubicBezTo>
                          <a:pt x="4688" y="19795"/>
                          <a:pt x="5248" y="23674"/>
                          <a:pt x="7230" y="26982"/>
                        </a:cubicBezTo>
                        <a:cubicBezTo>
                          <a:pt x="9200" y="30290"/>
                          <a:pt x="12350" y="32625"/>
                          <a:pt x="16083" y="33573"/>
                        </a:cubicBezTo>
                        <a:lnTo>
                          <a:pt x="16083" y="33573"/>
                        </a:lnTo>
                        <a:cubicBezTo>
                          <a:pt x="19817" y="34510"/>
                          <a:pt x="23696" y="33950"/>
                          <a:pt x="27004" y="31968"/>
                        </a:cubicBezTo>
                        <a:cubicBezTo>
                          <a:pt x="30312" y="29998"/>
                          <a:pt x="32647" y="26848"/>
                          <a:pt x="33596" y="23115"/>
                        </a:cubicBezTo>
                        <a:cubicBezTo>
                          <a:pt x="35541" y="15404"/>
                          <a:pt x="30859" y="7560"/>
                          <a:pt x="23149" y="5615"/>
                        </a:cubicBezTo>
                        <a:cubicBezTo>
                          <a:pt x="22456" y="5444"/>
                          <a:pt x="21763" y="5323"/>
                          <a:pt x="21070" y="5250"/>
                        </a:cubicBezTo>
                        <a:cubicBezTo>
                          <a:pt x="14077" y="4544"/>
                          <a:pt x="7425" y="9056"/>
                          <a:pt x="5649" y="1606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  <p:sp>
                <p:nvSpPr>
                  <p:cNvPr id="178" name="Forme libre : forme 177">
                    <a:extLst>
                      <a:ext uri="{FF2B5EF4-FFF2-40B4-BE49-F238E27FC236}">
                        <a16:creationId xmlns:a16="http://schemas.microsoft.com/office/drawing/2014/main" id="{0B4939E5-84A4-009F-3A0F-DEADFF347798}"/>
                      </a:ext>
                    </a:extLst>
                  </p:cNvPr>
                  <p:cNvSpPr/>
                  <p:nvPr/>
                </p:nvSpPr>
                <p:spPr>
                  <a:xfrm>
                    <a:off x="2919156" y="1523257"/>
                    <a:ext cx="97593" cy="97617"/>
                  </a:xfrm>
                  <a:custGeom>
                    <a:avLst/>
                    <a:gdLst>
                      <a:gd name="connsiteX0" fmla="*/ 43841 w 97593"/>
                      <a:gd name="connsiteY0" fmla="*/ 97362 h 97617"/>
                      <a:gd name="connsiteX1" fmla="*/ 48803 w 97593"/>
                      <a:gd name="connsiteY1" fmla="*/ 97618 h 97617"/>
                      <a:gd name="connsiteX2" fmla="*/ 58690 w 97593"/>
                      <a:gd name="connsiteY2" fmla="*/ 96608 h 97617"/>
                      <a:gd name="connsiteX3" fmla="*/ 59128 w 97593"/>
                      <a:gd name="connsiteY3" fmla="*/ 96511 h 97617"/>
                      <a:gd name="connsiteX4" fmla="*/ 61158 w 97593"/>
                      <a:gd name="connsiteY4" fmla="*/ 94237 h 97617"/>
                      <a:gd name="connsiteX5" fmla="*/ 61110 w 97593"/>
                      <a:gd name="connsiteY5" fmla="*/ 93422 h 97617"/>
                      <a:gd name="connsiteX6" fmla="*/ 58033 w 97593"/>
                      <a:gd name="connsiteY6" fmla="*/ 91440 h 97617"/>
                      <a:gd name="connsiteX7" fmla="*/ 48803 w 97593"/>
                      <a:gd name="connsiteY7" fmla="*/ 92425 h 97617"/>
                      <a:gd name="connsiteX8" fmla="*/ 48803 w 97593"/>
                      <a:gd name="connsiteY8" fmla="*/ 92425 h 97617"/>
                      <a:gd name="connsiteX9" fmla="*/ 48292 w 97593"/>
                      <a:gd name="connsiteY9" fmla="*/ 92425 h 97617"/>
                      <a:gd name="connsiteX10" fmla="*/ 27642 w 97593"/>
                      <a:gd name="connsiteY10" fmla="*/ 86977 h 97617"/>
                      <a:gd name="connsiteX11" fmla="*/ 18242 w 97593"/>
                      <a:gd name="connsiteY11" fmla="*/ 79935 h 97617"/>
                      <a:gd name="connsiteX12" fmla="*/ 18169 w 97593"/>
                      <a:gd name="connsiteY12" fmla="*/ 79862 h 97617"/>
                      <a:gd name="connsiteX13" fmla="*/ 17962 w 97593"/>
                      <a:gd name="connsiteY13" fmla="*/ 79656 h 97617"/>
                      <a:gd name="connsiteX14" fmla="*/ 5181 w 97593"/>
                      <a:gd name="connsiteY14" fmla="*/ 48815 h 97617"/>
                      <a:gd name="connsiteX15" fmla="*/ 5400 w 97593"/>
                      <a:gd name="connsiteY15" fmla="*/ 44327 h 97617"/>
                      <a:gd name="connsiteX16" fmla="*/ 17950 w 97593"/>
                      <a:gd name="connsiteY16" fmla="*/ 17962 h 97617"/>
                      <a:gd name="connsiteX17" fmla="*/ 48791 w 97593"/>
                      <a:gd name="connsiteY17" fmla="*/ 5181 h 97617"/>
                      <a:gd name="connsiteX18" fmla="*/ 79631 w 97593"/>
                      <a:gd name="connsiteY18" fmla="*/ 17950 h 97617"/>
                      <a:gd name="connsiteX19" fmla="*/ 92413 w 97593"/>
                      <a:gd name="connsiteY19" fmla="*/ 48791 h 97617"/>
                      <a:gd name="connsiteX20" fmla="*/ 92194 w 97593"/>
                      <a:gd name="connsiteY20" fmla="*/ 53217 h 97617"/>
                      <a:gd name="connsiteX21" fmla="*/ 86235 w 97593"/>
                      <a:gd name="connsiteY21" fmla="*/ 71191 h 97617"/>
                      <a:gd name="connsiteX22" fmla="*/ 85882 w 97593"/>
                      <a:gd name="connsiteY22" fmla="*/ 72262 h 97617"/>
                      <a:gd name="connsiteX23" fmla="*/ 87123 w 97593"/>
                      <a:gd name="connsiteY23" fmla="*/ 74743 h 97617"/>
                      <a:gd name="connsiteX24" fmla="*/ 90674 w 97593"/>
                      <a:gd name="connsiteY24" fmla="*/ 73855 h 97617"/>
                      <a:gd name="connsiteX25" fmla="*/ 97338 w 97593"/>
                      <a:gd name="connsiteY25" fmla="*/ 53752 h 97617"/>
                      <a:gd name="connsiteX26" fmla="*/ 97593 w 97593"/>
                      <a:gd name="connsiteY26" fmla="*/ 48803 h 97617"/>
                      <a:gd name="connsiteX27" fmla="*/ 83292 w 97593"/>
                      <a:gd name="connsiteY27" fmla="*/ 14289 h 97617"/>
                      <a:gd name="connsiteX28" fmla="*/ 48791 w 97593"/>
                      <a:gd name="connsiteY28" fmla="*/ 0 h 97617"/>
                      <a:gd name="connsiteX29" fmla="*/ 14289 w 97593"/>
                      <a:gd name="connsiteY29" fmla="*/ 14302 h 97617"/>
                      <a:gd name="connsiteX30" fmla="*/ 255 w 97593"/>
                      <a:gd name="connsiteY30" fmla="*/ 43792 h 97617"/>
                      <a:gd name="connsiteX31" fmla="*/ 0 w 97593"/>
                      <a:gd name="connsiteY31" fmla="*/ 48803 h 97617"/>
                      <a:gd name="connsiteX32" fmla="*/ 43853 w 97593"/>
                      <a:gd name="connsiteY32" fmla="*/ 97350 h 976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97593" h="97617">
                        <a:moveTo>
                          <a:pt x="43841" y="97362"/>
                        </a:moveTo>
                        <a:cubicBezTo>
                          <a:pt x="45471" y="97533"/>
                          <a:pt x="47124" y="97605"/>
                          <a:pt x="48803" y="97618"/>
                        </a:cubicBezTo>
                        <a:cubicBezTo>
                          <a:pt x="52123" y="97618"/>
                          <a:pt x="55455" y="97277"/>
                          <a:pt x="58690" y="96608"/>
                        </a:cubicBezTo>
                        <a:cubicBezTo>
                          <a:pt x="58836" y="96572"/>
                          <a:pt x="58982" y="96547"/>
                          <a:pt x="59128" y="96511"/>
                        </a:cubicBezTo>
                        <a:cubicBezTo>
                          <a:pt x="60259" y="96268"/>
                          <a:pt x="61049" y="95331"/>
                          <a:pt x="61158" y="94237"/>
                        </a:cubicBezTo>
                        <a:cubicBezTo>
                          <a:pt x="61183" y="93969"/>
                          <a:pt x="61171" y="93702"/>
                          <a:pt x="61110" y="93422"/>
                        </a:cubicBezTo>
                        <a:cubicBezTo>
                          <a:pt x="60806" y="92023"/>
                          <a:pt x="59432" y="91136"/>
                          <a:pt x="58033" y="91440"/>
                        </a:cubicBezTo>
                        <a:cubicBezTo>
                          <a:pt x="55005" y="92096"/>
                          <a:pt x="51904" y="92425"/>
                          <a:pt x="48803" y="92425"/>
                        </a:cubicBezTo>
                        <a:lnTo>
                          <a:pt x="48803" y="92425"/>
                        </a:lnTo>
                        <a:cubicBezTo>
                          <a:pt x="48632" y="92425"/>
                          <a:pt x="48462" y="92425"/>
                          <a:pt x="48292" y="92425"/>
                        </a:cubicBezTo>
                        <a:cubicBezTo>
                          <a:pt x="40947" y="92352"/>
                          <a:pt x="33893" y="90455"/>
                          <a:pt x="27642" y="86977"/>
                        </a:cubicBezTo>
                        <a:cubicBezTo>
                          <a:pt x="24249" y="85092"/>
                          <a:pt x="21087" y="82732"/>
                          <a:pt x="18242" y="79935"/>
                        </a:cubicBezTo>
                        <a:cubicBezTo>
                          <a:pt x="18217" y="79911"/>
                          <a:pt x="18193" y="79887"/>
                          <a:pt x="18169" y="79862"/>
                        </a:cubicBezTo>
                        <a:cubicBezTo>
                          <a:pt x="18096" y="79789"/>
                          <a:pt x="18023" y="79729"/>
                          <a:pt x="17962" y="79656"/>
                        </a:cubicBezTo>
                        <a:cubicBezTo>
                          <a:pt x="9729" y="71422"/>
                          <a:pt x="5181" y="60465"/>
                          <a:pt x="5181" y="48815"/>
                        </a:cubicBezTo>
                        <a:cubicBezTo>
                          <a:pt x="5181" y="47307"/>
                          <a:pt x="5254" y="45811"/>
                          <a:pt x="5400" y="44327"/>
                        </a:cubicBezTo>
                        <a:cubicBezTo>
                          <a:pt x="6409" y="34367"/>
                          <a:pt x="10775" y="25137"/>
                          <a:pt x="17950" y="17962"/>
                        </a:cubicBezTo>
                        <a:cubicBezTo>
                          <a:pt x="26183" y="9729"/>
                          <a:pt x="37140" y="5193"/>
                          <a:pt x="48791" y="5181"/>
                        </a:cubicBezTo>
                        <a:cubicBezTo>
                          <a:pt x="60429" y="5181"/>
                          <a:pt x="71398" y="9717"/>
                          <a:pt x="79631" y="17950"/>
                        </a:cubicBezTo>
                        <a:cubicBezTo>
                          <a:pt x="87864" y="26183"/>
                          <a:pt x="92413" y="37140"/>
                          <a:pt x="92413" y="48791"/>
                        </a:cubicBezTo>
                        <a:cubicBezTo>
                          <a:pt x="92413" y="50274"/>
                          <a:pt x="92340" y="51746"/>
                          <a:pt x="92194" y="53217"/>
                        </a:cubicBezTo>
                        <a:cubicBezTo>
                          <a:pt x="91549" y="59565"/>
                          <a:pt x="89518" y="65707"/>
                          <a:pt x="86235" y="71191"/>
                        </a:cubicBezTo>
                        <a:cubicBezTo>
                          <a:pt x="86028" y="71532"/>
                          <a:pt x="85919" y="71897"/>
                          <a:pt x="85882" y="72262"/>
                        </a:cubicBezTo>
                        <a:cubicBezTo>
                          <a:pt x="85785" y="73222"/>
                          <a:pt x="86235" y="74207"/>
                          <a:pt x="87123" y="74743"/>
                        </a:cubicBezTo>
                        <a:cubicBezTo>
                          <a:pt x="88351" y="75472"/>
                          <a:pt x="89944" y="75083"/>
                          <a:pt x="90674" y="73855"/>
                        </a:cubicBezTo>
                        <a:cubicBezTo>
                          <a:pt x="94346" y="67726"/>
                          <a:pt x="96620" y="60854"/>
                          <a:pt x="97338" y="53752"/>
                        </a:cubicBezTo>
                        <a:cubicBezTo>
                          <a:pt x="97508" y="52111"/>
                          <a:pt x="97593" y="50457"/>
                          <a:pt x="97593" y="48803"/>
                        </a:cubicBezTo>
                        <a:cubicBezTo>
                          <a:pt x="97593" y="35766"/>
                          <a:pt x="92510" y="23508"/>
                          <a:pt x="83292" y="14289"/>
                        </a:cubicBezTo>
                        <a:cubicBezTo>
                          <a:pt x="74074" y="5071"/>
                          <a:pt x="61827" y="-12"/>
                          <a:pt x="48791" y="0"/>
                        </a:cubicBezTo>
                        <a:cubicBezTo>
                          <a:pt x="35754" y="0"/>
                          <a:pt x="23508" y="5071"/>
                          <a:pt x="14289" y="14302"/>
                        </a:cubicBezTo>
                        <a:cubicBezTo>
                          <a:pt x="6263" y="22328"/>
                          <a:pt x="1374" y="32653"/>
                          <a:pt x="255" y="43792"/>
                        </a:cubicBezTo>
                        <a:cubicBezTo>
                          <a:pt x="85" y="45446"/>
                          <a:pt x="0" y="47125"/>
                          <a:pt x="0" y="48803"/>
                        </a:cubicBezTo>
                        <a:cubicBezTo>
                          <a:pt x="0" y="74037"/>
                          <a:pt x="19263" y="94857"/>
                          <a:pt x="43853" y="9735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fr-FR"/>
                  </a:p>
                </p:txBody>
              </p:sp>
            </p:grpSp>
          </p:grpSp>
        </p:grp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10EB0ABB-C412-F5D0-D847-2A114CA54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88" y="6409897"/>
            <a:ext cx="1000265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008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3411F-C2B3-29A0-8D17-5DD8AD0C9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DC4B32-8C60-1D3C-819E-E86C3EE44103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rPr lang="fr-FR" sz="2400" b="1" kern="0">
                <a:solidFill>
                  <a:srgbClr val="000000"/>
                </a:solidFill>
                <a:latin typeface="Century Gothic" panose="020F0302020204030204"/>
                <a:ea typeface="Fira Sans Medium"/>
                <a:cs typeface="Fira Sans Medium"/>
                <a:sym typeface="Fira Sans Medium"/>
              </a:rPr>
              <a:t>Projet proposé</a:t>
            </a:r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B635EB8-85CD-EB56-A6CE-580C94271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68" y="6394255"/>
            <a:ext cx="1209844" cy="35247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022B114-A764-4618-2D8E-CFDAE03CA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314" y="4663055"/>
            <a:ext cx="2986337" cy="30125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A099B76-7D67-68F0-0F2A-DFC8DBBA2DBD}"/>
              </a:ext>
            </a:extLst>
          </p:cNvPr>
          <p:cNvSpPr txBox="1"/>
          <p:nvPr/>
        </p:nvSpPr>
        <p:spPr>
          <a:xfrm>
            <a:off x="534572" y="1794835"/>
            <a:ext cx="11274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/>
              <a:t>Sujet n°3 - </a:t>
            </a:r>
            <a:r>
              <a:rPr lang="fr-FR" sz="2000" b="1" err="1"/>
              <a:t>CozyCloud</a:t>
            </a:r>
            <a:r>
              <a:rPr lang="fr-FR" sz="2000" b="1"/>
              <a:t> (ou équivalent)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41E13D2-8C0C-A089-D0F8-116DDC31C1BF}"/>
              </a:ext>
            </a:extLst>
          </p:cNvPr>
          <p:cNvSpPr txBox="1"/>
          <p:nvPr/>
        </p:nvSpPr>
        <p:spPr>
          <a:xfrm>
            <a:off x="534707" y="2724939"/>
            <a:ext cx="86129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u="sng"/>
              <a:t>Objectifs : </a:t>
            </a:r>
          </a:p>
          <a:p>
            <a:endParaRPr lang="fr-FR"/>
          </a:p>
          <a:p>
            <a:r>
              <a:rPr lang="fr-FR"/>
              <a:t>● Héberger un Cozy Cloud avec le module </a:t>
            </a:r>
            <a:r>
              <a:rPr lang="fr-FR" err="1"/>
              <a:t>OnlyOffice</a:t>
            </a: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● Utiliser Terraform (pour automatiser la création de l’infrastructure)</a:t>
            </a:r>
          </a:p>
          <a:p>
            <a:endParaRPr lang="fr-FR"/>
          </a:p>
          <a:p>
            <a:r>
              <a:rPr lang="fr-FR">
                <a:solidFill>
                  <a:schemeClr val="accent6">
                    <a:lumMod val="10000"/>
                  </a:schemeClr>
                </a:solidFill>
              </a:rPr>
              <a:t>● </a:t>
            </a:r>
            <a:r>
              <a:rPr lang="fr-FR"/>
              <a:t>Être capable de se connecter à son Cozy Cloud </a:t>
            </a:r>
          </a:p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698AFAA-0CD8-5159-D452-AD615D7AF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901" y="5711560"/>
            <a:ext cx="5250005" cy="114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20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1064B-4262-DF49-52C4-F0EB816A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12632C-7471-4DC1-3A20-824062AD7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r>
              <a:rPr lang="fr-FR" sz="2800" kern="0">
                <a:solidFill>
                  <a:srgbClr val="000000"/>
                </a:solidFill>
                <a:latin typeface="Century Gothic" panose="020F0302020204030204"/>
                <a:ea typeface="Fira Sans Medium"/>
                <a:cs typeface="Fira Sans Medium"/>
                <a:sym typeface="Fira Sans Medium"/>
              </a:rPr>
              <a:t>Schéma projet</a:t>
            </a:r>
            <a:endParaRPr lang="fr-FR" sz="2800" b="1" kern="0">
              <a:solidFill>
                <a:srgbClr val="000000"/>
              </a:solidFill>
              <a:latin typeface="Century Gothic" panose="020F0302020204030204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0" name="TextBox 61">
            <a:extLst>
              <a:ext uri="{FF2B5EF4-FFF2-40B4-BE49-F238E27FC236}">
                <a16:creationId xmlns:a16="http://schemas.microsoft.com/office/drawing/2014/main" id="{D9251E82-654E-C72F-0226-A21C6819AA59}"/>
              </a:ext>
            </a:extLst>
          </p:cNvPr>
          <p:cNvSpPr txBox="1"/>
          <p:nvPr/>
        </p:nvSpPr>
        <p:spPr>
          <a:xfrm>
            <a:off x="814921" y="3164592"/>
            <a:ext cx="268192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/>
              <a:t>1ère proposition : </a:t>
            </a:r>
          </a:p>
          <a:p>
            <a:endParaRPr lang="fr-FR" sz="1400">
              <a:solidFill>
                <a:schemeClr val="tx1"/>
              </a:solidFill>
              <a:latin typeface="+mj-lt"/>
            </a:endParaRPr>
          </a:p>
          <a:p>
            <a:r>
              <a:rPr lang="fr-FR" sz="1400">
                <a:latin typeface="+mj-lt"/>
              </a:rPr>
              <a:t>High </a:t>
            </a:r>
            <a:r>
              <a:rPr lang="fr-FR" sz="1400" err="1">
                <a:latin typeface="+mj-lt"/>
              </a:rPr>
              <a:t>availability</a:t>
            </a:r>
            <a:r>
              <a:rPr lang="fr-FR" sz="1400">
                <a:latin typeface="+mj-lt"/>
              </a:rPr>
              <a:t> : Eclater les différentes ressources pour fonctionner en micro-services</a:t>
            </a:r>
          </a:p>
          <a:p>
            <a:endParaRPr lang="fr-FR" sz="14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D3E1FA6-87F9-1A4A-D781-EFE4290D6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45" y="2516648"/>
            <a:ext cx="1000265" cy="35247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C3741A8-038A-FF18-0F42-41BFE5085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848" y="1693392"/>
            <a:ext cx="3153103" cy="376270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792C8CE-3525-9C04-6A44-99FAC079F868}"/>
              </a:ext>
            </a:extLst>
          </p:cNvPr>
          <p:cNvSpPr txBox="1"/>
          <p:nvPr/>
        </p:nvSpPr>
        <p:spPr>
          <a:xfrm>
            <a:off x="814921" y="3164592"/>
            <a:ext cx="31531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latin typeface="+mj-lt"/>
              </a:rPr>
              <a:t>2</a:t>
            </a:r>
            <a:r>
              <a:rPr lang="fr-FR" sz="1600" baseline="30000">
                <a:latin typeface="+mj-lt"/>
              </a:rPr>
              <a:t>ème</a:t>
            </a:r>
            <a:r>
              <a:rPr lang="fr-FR" sz="1600">
                <a:latin typeface="+mj-lt"/>
              </a:rPr>
              <a:t> proposition :</a:t>
            </a:r>
          </a:p>
          <a:p>
            <a:endParaRPr lang="fr-FR" sz="1600">
              <a:latin typeface="+mj-lt"/>
            </a:endParaRPr>
          </a:p>
          <a:p>
            <a:r>
              <a:rPr lang="fr-FR" sz="1600">
                <a:latin typeface="+mj-lt"/>
              </a:rPr>
              <a:t>Sécurisation d’accès à </a:t>
            </a:r>
            <a:r>
              <a:rPr lang="fr-FR" sz="1600" err="1">
                <a:latin typeface="+mj-lt"/>
              </a:rPr>
              <a:t>CozyCloud</a:t>
            </a:r>
            <a:r>
              <a:rPr lang="fr-FR" sz="1600">
                <a:latin typeface="+mj-lt"/>
              </a:rPr>
              <a:t> &amp; </a:t>
            </a:r>
            <a:r>
              <a:rPr lang="fr-FR" sz="1600" err="1">
                <a:latin typeface="+mj-lt"/>
              </a:rPr>
              <a:t>OnlyOffice</a:t>
            </a:r>
            <a:endParaRPr lang="fr-FR" sz="1600">
              <a:solidFill>
                <a:schemeClr val="tx1"/>
              </a:solidFill>
              <a:latin typeface="+mj-lt"/>
            </a:endParaRPr>
          </a:p>
          <a:p>
            <a:endParaRPr lang="fr-FR" sz="160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3968736-4C65-1D26-391B-1ED446DCC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901" y="5711560"/>
            <a:ext cx="5250005" cy="114644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1B8A632-C398-91FB-017C-CED9A7CC7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88" y="6409897"/>
            <a:ext cx="1000265" cy="35247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3891CD1-B9E4-EA1D-6339-53BA79AD1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5640" y="1406451"/>
            <a:ext cx="5900010" cy="410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0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C57D3-7245-C9E0-966B-B4E428A5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BE07E4-412D-FBD5-E1EE-24F1242F4D29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rPr lang="fr-FR" sz="2400" kern="0">
                <a:solidFill>
                  <a:srgbClr val="000000"/>
                </a:solidFill>
                <a:latin typeface="Century Gothic" panose="020F0302020204030204"/>
                <a:sym typeface="Fira Sans Medium"/>
              </a:rPr>
              <a:t>Nouveaux objectifs</a:t>
            </a:r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AE96460-0763-E17E-AA66-7384A63EF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68" y="6394255"/>
            <a:ext cx="1209844" cy="35247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8AB6498-8890-4A86-6D6C-16C3651A5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314" y="4663055"/>
            <a:ext cx="2986337" cy="30125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9D29E40-F094-FEC3-1313-EDE4B548437A}"/>
              </a:ext>
            </a:extLst>
          </p:cNvPr>
          <p:cNvSpPr txBox="1"/>
          <p:nvPr/>
        </p:nvSpPr>
        <p:spPr>
          <a:xfrm>
            <a:off x="534706" y="1847142"/>
            <a:ext cx="861294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u="sng"/>
              <a:t>Objectifs : </a:t>
            </a:r>
          </a:p>
          <a:p>
            <a:endParaRPr lang="fr-FR"/>
          </a:p>
          <a:p>
            <a:r>
              <a:rPr lang="fr-FR"/>
              <a:t>● Héberger un Cozy Cloud avec le module </a:t>
            </a:r>
            <a:r>
              <a:rPr lang="fr-FR" err="1"/>
              <a:t>OnlyOffice</a:t>
            </a: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● Utiliser </a:t>
            </a:r>
            <a:r>
              <a:rPr lang="fr-FR" err="1"/>
              <a:t>Terraform</a:t>
            </a:r>
            <a:r>
              <a:rPr lang="fr-FR"/>
              <a:t> (pour automatiser la création de l’infrastructure)</a:t>
            </a:r>
          </a:p>
          <a:p>
            <a:endParaRPr lang="fr-FR"/>
          </a:p>
          <a:p>
            <a:r>
              <a:rPr lang="fr-FR">
                <a:solidFill>
                  <a:schemeClr val="accent6">
                    <a:lumMod val="10000"/>
                  </a:schemeClr>
                </a:solidFill>
              </a:rPr>
              <a:t>● </a:t>
            </a:r>
            <a:r>
              <a:rPr lang="fr-FR"/>
              <a:t>Être capable de se connecter à son Cozy Cloud </a:t>
            </a:r>
          </a:p>
          <a:p>
            <a:endParaRPr lang="fr-FR"/>
          </a:p>
          <a:p>
            <a:r>
              <a:rPr lang="fr-FR">
                <a:solidFill>
                  <a:srgbClr val="362D95"/>
                </a:solidFill>
              </a:rPr>
              <a:t>● Création d’une machine rebond ( Bastion ) </a:t>
            </a:r>
            <a:r>
              <a:rPr lang="fr-FR" err="1">
                <a:solidFill>
                  <a:srgbClr val="362D95"/>
                </a:solidFill>
              </a:rPr>
              <a:t>OpenVPN</a:t>
            </a:r>
            <a:endParaRPr lang="fr-FR">
              <a:solidFill>
                <a:srgbClr val="362D95"/>
              </a:solidFill>
            </a:endParaRPr>
          </a:p>
          <a:p>
            <a:endParaRPr lang="fr-FR">
              <a:solidFill>
                <a:srgbClr val="362D95"/>
              </a:solidFill>
            </a:endParaRPr>
          </a:p>
          <a:p>
            <a:r>
              <a:rPr lang="fr-FR">
                <a:solidFill>
                  <a:srgbClr val="362D95"/>
                </a:solidFill>
              </a:rPr>
              <a:t>● Accès à </a:t>
            </a:r>
            <a:r>
              <a:rPr lang="fr-FR" err="1">
                <a:solidFill>
                  <a:srgbClr val="362D95"/>
                </a:solidFill>
              </a:rPr>
              <a:t>CozyCloud</a:t>
            </a:r>
            <a:r>
              <a:rPr lang="fr-FR">
                <a:solidFill>
                  <a:srgbClr val="362D95"/>
                </a:solidFill>
              </a:rPr>
              <a:t> exclusivement par la machine Bastion</a:t>
            </a:r>
          </a:p>
          <a:p>
            <a:endParaRPr lang="fr-FR"/>
          </a:p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28230A8-F98F-DC47-8050-CBC23AF49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901" y="5711560"/>
            <a:ext cx="5250005" cy="1146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594FB8-5CEE-B448-3791-0DEFFDF6893E}"/>
              </a:ext>
            </a:extLst>
          </p:cNvPr>
          <p:cNvSpPr/>
          <p:nvPr/>
        </p:nvSpPr>
        <p:spPr>
          <a:xfrm>
            <a:off x="486748" y="4003040"/>
            <a:ext cx="8708859" cy="135128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highlight>
                <a:srgbClr val="000080"/>
              </a:highlight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04FCAB-51AD-DCC7-FCB9-F445AAB0F4EC}"/>
              </a:ext>
            </a:extLst>
          </p:cNvPr>
          <p:cNvSpPr/>
          <p:nvPr/>
        </p:nvSpPr>
        <p:spPr>
          <a:xfrm>
            <a:off x="175852" y="1730234"/>
            <a:ext cx="11425767" cy="3940829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42227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E5E3F-1A07-F2F8-FD2F-D743D1420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DB6DF8-3B9A-19CD-3B68-1CC080B4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r>
              <a:rPr lang="fr-FR" sz="2800" kern="0">
                <a:solidFill>
                  <a:srgbClr val="000000"/>
                </a:solidFill>
                <a:latin typeface="Century Gothic" panose="020F0302020204030204"/>
                <a:ea typeface="Fira Sans Medium"/>
                <a:cs typeface="Fira Sans Medium"/>
                <a:sym typeface="Fira Sans Medium"/>
              </a:rPr>
              <a:t>Architecture choisie</a:t>
            </a:r>
            <a:endParaRPr lang="fr-FR" sz="2800" b="1" kern="0">
              <a:solidFill>
                <a:srgbClr val="000000"/>
              </a:solidFill>
              <a:latin typeface="Century Gothic" panose="020F0302020204030204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08262ED-1251-825D-D796-048A6EF3C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551" y="5706643"/>
            <a:ext cx="5250005" cy="11464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6984811-B4B9-91B8-E05C-467B398D05F5}"/>
              </a:ext>
            </a:extLst>
          </p:cNvPr>
          <p:cNvSpPr/>
          <p:nvPr/>
        </p:nvSpPr>
        <p:spPr>
          <a:xfrm>
            <a:off x="438792" y="2258008"/>
            <a:ext cx="3573370" cy="3041780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10" name="TextBox 61">
            <a:extLst>
              <a:ext uri="{FF2B5EF4-FFF2-40B4-BE49-F238E27FC236}">
                <a16:creationId xmlns:a16="http://schemas.microsoft.com/office/drawing/2014/main" id="{EA76B902-ECE3-AE21-9C62-CD68C5584BB9}"/>
              </a:ext>
            </a:extLst>
          </p:cNvPr>
          <p:cNvSpPr txBox="1"/>
          <p:nvPr/>
        </p:nvSpPr>
        <p:spPr>
          <a:xfrm>
            <a:off x="814920" y="2589652"/>
            <a:ext cx="268192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/>
              <a:t>Nous avons modifié notre approche pour adopter une infrastructure plus complexe et sécurisée, en déployant deux </a:t>
            </a:r>
            <a:r>
              <a:rPr lang="fr-FR" sz="1400" b="1"/>
              <a:t>VPC</a:t>
            </a:r>
            <a:r>
              <a:rPr lang="fr-FR" sz="1400"/>
              <a:t> : un avec un </a:t>
            </a:r>
            <a:r>
              <a:rPr lang="fr-FR" sz="1400" b="1" err="1"/>
              <a:t>subnet</a:t>
            </a:r>
            <a:r>
              <a:rPr lang="fr-FR" sz="1400" b="1"/>
              <a:t> </a:t>
            </a:r>
            <a:r>
              <a:rPr lang="fr-FR" sz="1400" b="1" err="1"/>
              <a:t>private</a:t>
            </a:r>
            <a:r>
              <a:rPr lang="fr-FR" sz="1400"/>
              <a:t> et l'autre avec un </a:t>
            </a:r>
            <a:r>
              <a:rPr lang="fr-FR" sz="1400" b="1" err="1"/>
              <a:t>subnet</a:t>
            </a:r>
            <a:r>
              <a:rPr lang="fr-FR" sz="1400" b="1"/>
              <a:t> public</a:t>
            </a:r>
            <a:r>
              <a:rPr lang="fr-FR" sz="1400"/>
              <a:t>, tout en mettant en place du </a:t>
            </a:r>
            <a:r>
              <a:rPr lang="fr-FR" sz="1400" b="1" err="1"/>
              <a:t>peering</a:t>
            </a:r>
            <a:r>
              <a:rPr lang="fr-FR" sz="1400"/>
              <a:t> pour assurer la communication entre les deux.</a:t>
            </a:r>
            <a:endParaRPr lang="fr-FR" sz="14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26B9A38-78EC-8487-8538-9E2133C51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88" y="6409897"/>
            <a:ext cx="1000265" cy="35247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E886960-EEE9-8B75-7845-4C0442B87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3415" y="1205128"/>
            <a:ext cx="5980004" cy="419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742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>
            <a:extLst>
              <a:ext uri="{FF2B5EF4-FFF2-40B4-BE49-F238E27FC236}">
                <a16:creationId xmlns:a16="http://schemas.microsoft.com/office/drawing/2014/main" id="{0D8E6DFA-78B2-15DA-CBA3-B2BA0DA4A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16" y="6386729"/>
            <a:ext cx="1000265" cy="37140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0FC54E8-C201-71C9-9000-8BA41FC09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r>
              <a:rPr lang="fr-FR" sz="2800" b="1" kern="0">
                <a:solidFill>
                  <a:srgbClr val="000000"/>
                </a:solidFill>
                <a:ea typeface="Fira Sans Medium"/>
                <a:cs typeface="Fira Sans Medium"/>
                <a:sym typeface="Fira Sans Medium"/>
              </a:rPr>
              <a:t>Présentation des outils</a:t>
            </a:r>
          </a:p>
        </p:txBody>
      </p:sp>
      <p:pic>
        <p:nvPicPr>
          <p:cNvPr id="18" name="Image 17" descr="Une image contenant logo, Graphique, Police, symbole&#10;&#10;Description générée automatiquement">
            <a:extLst>
              <a:ext uri="{FF2B5EF4-FFF2-40B4-BE49-F238E27FC236}">
                <a16:creationId xmlns:a16="http://schemas.microsoft.com/office/drawing/2014/main" id="{6EA21ED6-4AA2-BCEC-541F-D2B4CB25E0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6303" y="662878"/>
            <a:ext cx="2042579" cy="1143844"/>
          </a:xfrm>
          <a:prstGeom prst="rect">
            <a:avLst/>
          </a:prstGeom>
        </p:spPr>
      </p:pic>
      <p:pic>
        <p:nvPicPr>
          <p:cNvPr id="20" name="Image 19" descr="Une image contenant Bleu électrique, symbole, bleu, Rectangle&#10;&#10;Description générée automatiquement">
            <a:extLst>
              <a:ext uri="{FF2B5EF4-FFF2-40B4-BE49-F238E27FC236}">
                <a16:creationId xmlns:a16="http://schemas.microsoft.com/office/drawing/2014/main" id="{15A9B3C3-CFF6-15A0-9120-A5A115AC4D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036" y="2145470"/>
            <a:ext cx="1483913" cy="148391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C9C2A5A-BC85-7D84-A88E-3C157D6D5732}"/>
              </a:ext>
            </a:extLst>
          </p:cNvPr>
          <p:cNvSpPr/>
          <p:nvPr/>
        </p:nvSpPr>
        <p:spPr>
          <a:xfrm>
            <a:off x="481763" y="1337187"/>
            <a:ext cx="4861761" cy="5397628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pic>
        <p:nvPicPr>
          <p:cNvPr id="25" name="Image 24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BF39A0C-B23C-1E0C-70DD-A4C16921AC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811" y="4343808"/>
            <a:ext cx="4362450" cy="104775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61FC2C9D-2878-BC1E-CFC2-6E33F1B7D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31" y="1425670"/>
            <a:ext cx="446960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Git &amp; GitHub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400">
                <a:latin typeface="+mj-lt"/>
              </a:rPr>
              <a:t>Le principe de </a:t>
            </a:r>
            <a:r>
              <a:rPr lang="fr-FR" altLang="fr-FR" sz="1400" b="1">
                <a:latin typeface="+mj-lt"/>
              </a:rPr>
              <a:t>Git</a:t>
            </a:r>
            <a:r>
              <a:rPr lang="fr-FR" altLang="fr-FR" sz="1400">
                <a:latin typeface="+mj-lt"/>
              </a:rPr>
              <a:t> est de </a:t>
            </a:r>
            <a:r>
              <a:rPr lang="fr-FR" altLang="fr-FR" sz="1400" b="1">
                <a:latin typeface="+mj-lt"/>
              </a:rPr>
              <a:t>versionner</a:t>
            </a:r>
            <a:r>
              <a:rPr lang="fr-FR" altLang="fr-FR" sz="1400">
                <a:latin typeface="+mj-lt"/>
              </a:rPr>
              <a:t> son code</a:t>
            </a: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Le principe de </a:t>
            </a:r>
            <a:r>
              <a:rPr kumimoji="0" lang="fr-FR" altLang="fr-FR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GitHub</a:t>
            </a: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est un </a:t>
            </a:r>
            <a:r>
              <a:rPr kumimoji="0" lang="fr-FR" altLang="fr-FR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gestionnaire</a:t>
            </a: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code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Configurer et utiliser </a:t>
            </a:r>
            <a:r>
              <a:rPr kumimoji="0" lang="fr-FR" altLang="fr-FR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GitHub</a:t>
            </a: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avec Visual Studio Code.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1400">
                <a:latin typeface="+mj-lt"/>
              </a:rPr>
              <a:t> git </a:t>
            </a:r>
            <a:r>
              <a:rPr lang="fr-FR" altLang="fr-FR" sz="1400" b="1">
                <a:latin typeface="+mj-lt"/>
              </a:rPr>
              <a:t>clone</a:t>
            </a:r>
            <a:r>
              <a:rPr lang="fr-FR" altLang="fr-FR" sz="1400">
                <a:latin typeface="+mj-lt"/>
              </a:rPr>
              <a:t>, </a:t>
            </a:r>
            <a:r>
              <a:rPr lang="fr-FR" altLang="fr-FR" sz="1400" b="1">
                <a:latin typeface="+mj-lt"/>
              </a:rPr>
              <a:t>push</a:t>
            </a:r>
            <a:r>
              <a:rPr lang="fr-FR" altLang="fr-FR" sz="1400">
                <a:latin typeface="+mj-lt"/>
              </a:rPr>
              <a:t> , </a:t>
            </a:r>
            <a:r>
              <a:rPr lang="fr-FR" altLang="fr-FR" sz="1400" b="1">
                <a:latin typeface="+mj-lt"/>
              </a:rPr>
              <a:t>pull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Visual Studio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Découverte et prise en main de Visual Studio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r-FR" altLang="fr-FR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</a:t>
            </a: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r-FR" altLang="fr-FR" sz="1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friendly</a:t>
            </a: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, </a:t>
            </a:r>
            <a:r>
              <a:rPr kumimoji="0" lang="fr-FR" altLang="fr-FR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indentation</a:t>
            </a: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, </a:t>
            </a:r>
            <a:r>
              <a:rPr kumimoji="0" lang="fr-FR" altLang="fr-FR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sng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Terraform</a:t>
            </a:r>
            <a:endParaRPr kumimoji="0" lang="fr-FR" altLang="fr-FR" sz="1600" b="1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Apprentissage des commandes essentielles de </a:t>
            </a:r>
            <a:r>
              <a:rPr kumimoji="0" lang="fr-FR" altLang="fr-FR" sz="1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Terraform</a:t>
            </a: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terraform</a:t>
            </a:r>
            <a:r>
              <a:rPr kumimoji="0" lang="fr-FR" altLang="fr-FR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init</a:t>
            </a: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: Initialisation du projet.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terraform</a:t>
            </a:r>
            <a:r>
              <a:rPr kumimoji="0" lang="fr-FR" altLang="fr-FR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plan </a:t>
            </a: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Prévisualisation des changements.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terraform</a:t>
            </a:r>
            <a:r>
              <a:rPr kumimoji="0" lang="fr-FR" altLang="fr-FR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r-FR" altLang="fr-FR" sz="1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apply</a:t>
            </a:r>
            <a:r>
              <a:rPr kumimoji="0" lang="fr-FR" altLang="fr-FR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Application des modifications.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terraform</a:t>
            </a:r>
            <a:r>
              <a:rPr kumimoji="0" lang="fr-FR" altLang="fr-FR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destroy </a:t>
            </a:r>
            <a:r>
              <a:rPr kumimoji="0" lang="fr-FR" altLang="fr-F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Suppression des ressources.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299C4A5-F247-6595-9668-77618BD97B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743" y="5727888"/>
            <a:ext cx="5273326" cy="112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03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9FE0028A-AE5B-5669-BDEF-3E8DB3F6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6C74D8-3EB2-B3FD-A55B-79D01290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kern="0">
                <a:solidFill>
                  <a:srgbClr val="000000"/>
                </a:solidFill>
                <a:latin typeface="Century Gothic" panose="020F0302020204030204"/>
                <a:ea typeface="Fira Sans Medium"/>
                <a:cs typeface="Fira Sans Medium"/>
                <a:sym typeface="Fira Sans Medium"/>
              </a:rPr>
              <a:t>Réalisation « à la main » </a:t>
            </a:r>
            <a:endParaRPr lang="fr-FR"/>
          </a:p>
        </p:txBody>
      </p:sp>
      <p:sp>
        <p:nvSpPr>
          <p:cNvPr id="2323" name="Rectangle 2322">
            <a:extLst>
              <a:ext uri="{FF2B5EF4-FFF2-40B4-BE49-F238E27FC236}">
                <a16:creationId xmlns:a16="http://schemas.microsoft.com/office/drawing/2014/main" id="{A8D2B7B7-86D3-6B99-C0AC-D47B70CA2F77}"/>
              </a:ext>
            </a:extLst>
          </p:cNvPr>
          <p:cNvSpPr/>
          <p:nvPr/>
        </p:nvSpPr>
        <p:spPr>
          <a:xfrm>
            <a:off x="438791" y="1455575"/>
            <a:ext cx="4384822" cy="4730369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15" name="TextBox 61">
            <a:extLst>
              <a:ext uri="{FF2B5EF4-FFF2-40B4-BE49-F238E27FC236}">
                <a16:creationId xmlns:a16="http://schemas.microsoft.com/office/drawing/2014/main" id="{3F4AC5FB-DDC2-0D52-A055-93467093D3DB}"/>
              </a:ext>
            </a:extLst>
          </p:cNvPr>
          <p:cNvSpPr txBox="1"/>
          <p:nvPr/>
        </p:nvSpPr>
        <p:spPr>
          <a:xfrm>
            <a:off x="678581" y="1613118"/>
            <a:ext cx="389762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>
                <a:latin typeface="+mj-lt"/>
              </a:rPr>
              <a:t>Cette étape nous permet d’avoir une première approche avant l’automatisation</a:t>
            </a:r>
          </a:p>
          <a:p>
            <a:endParaRPr lang="fr-FR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>
                <a:solidFill>
                  <a:schemeClr val="tx1"/>
                </a:solidFill>
                <a:latin typeface="+mj-lt"/>
              </a:rPr>
              <a:t>Détermine les besoins de notre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>
                <a:solidFill>
                  <a:schemeClr val="tx1"/>
                </a:solidFill>
                <a:latin typeface="+mj-lt"/>
              </a:rPr>
              <a:t>Créer deux équipes de travail pour répartir les tâches de façon agile</a:t>
            </a:r>
          </a:p>
        </p:txBody>
      </p:sp>
      <p:pic>
        <p:nvPicPr>
          <p:cNvPr id="6" name="Image 5" descr="Une image contenant texte, Police&#10;&#10;Description générée automatiquement">
            <a:extLst>
              <a:ext uri="{FF2B5EF4-FFF2-40B4-BE49-F238E27FC236}">
                <a16:creationId xmlns:a16="http://schemas.microsoft.com/office/drawing/2014/main" id="{47AA64BB-32DF-E6BE-EB16-CC809936D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656" y="3487693"/>
            <a:ext cx="1506855" cy="1084068"/>
          </a:xfrm>
          <a:prstGeom prst="rect">
            <a:avLst/>
          </a:prstGeom>
        </p:spPr>
      </p:pic>
      <p:sp>
        <p:nvSpPr>
          <p:cNvPr id="11" name="TextBox 61">
            <a:extLst>
              <a:ext uri="{FF2B5EF4-FFF2-40B4-BE49-F238E27FC236}">
                <a16:creationId xmlns:a16="http://schemas.microsoft.com/office/drawing/2014/main" id="{6EF03870-3838-AFE4-58A8-C15747B666DA}"/>
              </a:ext>
            </a:extLst>
          </p:cNvPr>
          <p:cNvSpPr txBox="1"/>
          <p:nvPr/>
        </p:nvSpPr>
        <p:spPr>
          <a:xfrm>
            <a:off x="678581" y="4644199"/>
            <a:ext cx="39670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>
                <a:solidFill>
                  <a:schemeClr val="tx1"/>
                </a:solidFill>
                <a:latin typeface="+mj-lt"/>
              </a:rPr>
              <a:t>Groupe Bastion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>
                <a:latin typeface="+mj-lt"/>
              </a:rPr>
              <a:t>Faire une AMI Bastion fonctionnelle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>
              <a:latin typeface="+mj-lt"/>
            </a:endParaRPr>
          </a:p>
          <a:p>
            <a:r>
              <a:rPr lang="fr-FR" sz="1400">
                <a:solidFill>
                  <a:schemeClr val="tx1"/>
                </a:solidFill>
                <a:latin typeface="+mj-lt"/>
              </a:rPr>
              <a:t>Groupe </a:t>
            </a:r>
            <a:r>
              <a:rPr lang="fr-FR" sz="1400" err="1">
                <a:solidFill>
                  <a:schemeClr val="tx1"/>
                </a:solidFill>
                <a:latin typeface="+mj-lt"/>
              </a:rPr>
              <a:t>Cozycloud</a:t>
            </a:r>
            <a:r>
              <a:rPr lang="fr-FR" sz="140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>
                <a:latin typeface="+mj-lt"/>
              </a:rPr>
              <a:t>Faire une AMI </a:t>
            </a:r>
            <a:r>
              <a:rPr lang="fr-FR" sz="1400" err="1">
                <a:latin typeface="+mj-lt"/>
              </a:rPr>
              <a:t>CozyCloud</a:t>
            </a:r>
            <a:r>
              <a:rPr lang="fr-FR" sz="1400">
                <a:latin typeface="+mj-lt"/>
              </a:rPr>
              <a:t> fonctionnelle</a:t>
            </a:r>
            <a:endParaRPr lang="fr-FR" sz="1400">
              <a:solidFill>
                <a:schemeClr val="tx1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0002289-7120-8330-5632-32ABC5BC5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88" y="6409897"/>
            <a:ext cx="1000265" cy="35247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20FAF09-5438-84E5-ADFD-2B926962C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3415" y="1205128"/>
            <a:ext cx="5980004" cy="419019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7081A3B-7E81-83EF-8680-7AA3362E182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11" t="2585" r="1100" b="2329"/>
          <a:stretch/>
        </p:blipFill>
        <p:spPr>
          <a:xfrm>
            <a:off x="6345567" y="5733678"/>
            <a:ext cx="5243501" cy="111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824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00B222-4775-8D84-95B3-31EFBE3BF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r>
              <a:rPr lang="fr-FR" sz="2800" b="1"/>
              <a:t>Développement du Code </a:t>
            </a:r>
            <a:r>
              <a:rPr lang="fr-FR" sz="2800" b="1" err="1"/>
              <a:t>Terraform</a:t>
            </a:r>
            <a:endParaRPr lang="fr-FR" sz="3200" b="1" kern="0">
              <a:solidFill>
                <a:srgbClr val="000000"/>
              </a:solidFill>
              <a:latin typeface="Century Gothic" panose="020F0302020204030204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BAEC25-41F3-2C85-896E-3976117E9B0A}"/>
              </a:ext>
            </a:extLst>
          </p:cNvPr>
          <p:cNvSpPr/>
          <p:nvPr/>
        </p:nvSpPr>
        <p:spPr>
          <a:xfrm>
            <a:off x="481763" y="1459838"/>
            <a:ext cx="4861761" cy="4737762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3" name="TextBox 61">
            <a:extLst>
              <a:ext uri="{FF2B5EF4-FFF2-40B4-BE49-F238E27FC236}">
                <a16:creationId xmlns:a16="http://schemas.microsoft.com/office/drawing/2014/main" id="{4141C908-A344-4A36-2784-6CE7118710FE}"/>
              </a:ext>
            </a:extLst>
          </p:cNvPr>
          <p:cNvSpPr txBox="1"/>
          <p:nvPr/>
        </p:nvSpPr>
        <p:spPr>
          <a:xfrm>
            <a:off x="623064" y="1597339"/>
            <a:ext cx="427491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u="sng">
                <a:solidFill>
                  <a:srgbClr val="000000"/>
                </a:solidFill>
                <a:latin typeface="Century Gothic" panose="020F0302020204030204"/>
              </a:rPr>
              <a:t>M</a:t>
            </a:r>
            <a:r>
              <a:rPr kumimoji="0" lang="fr-FR" sz="16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ain.tf (Fichier principal)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400" b="1">
              <a:solidFill>
                <a:srgbClr val="000000"/>
              </a:solidFill>
              <a:latin typeface="Century Gothic" panose="020F0302020204030204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400">
                <a:solidFill>
                  <a:srgbClr val="000000"/>
                </a:solidFill>
                <a:latin typeface="Century Gothic" panose="020F0302020204030204"/>
              </a:rPr>
              <a:t>C</a:t>
            </a:r>
            <a:r>
              <a:rPr kumimoji="0" lang="fr-FR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réé l’infrastructure de manière 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déclaratif</a:t>
            </a:r>
            <a:r>
              <a:rPr kumimoji="0" lang="fr-FR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  (VPC, </a:t>
            </a:r>
            <a:r>
              <a:rPr kumimoji="0" lang="fr-FR" sz="140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subnets</a:t>
            </a:r>
            <a:r>
              <a:rPr kumimoji="0" lang="fr-FR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, EC2, </a:t>
            </a:r>
            <a:r>
              <a:rPr kumimoji="0" lang="fr-FR" sz="140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security</a:t>
            </a:r>
            <a:r>
              <a:rPr kumimoji="0" lang="fr-FR" sz="14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 groups</a:t>
            </a:r>
            <a:r>
              <a:rPr kumimoji="0" lang="fr-FR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, </a:t>
            </a:r>
            <a:r>
              <a:rPr kumimoji="0" lang="fr-FR" sz="140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peering</a:t>
            </a:r>
            <a:r>
              <a:rPr kumimoji="0" lang="fr-FR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).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u="sng">
                <a:solidFill>
                  <a:srgbClr val="000000"/>
                </a:solidFill>
                <a:latin typeface="Century Gothic" panose="020F0302020204030204"/>
              </a:rPr>
              <a:t>V</a:t>
            </a:r>
            <a:r>
              <a:rPr kumimoji="0" lang="fr-FR" sz="16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ariables.tf (Déclaration des variables)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Stocke les paramètres réutilisables (CIDR, AMI, type d’instance).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Permet de 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personnaliser</a:t>
            </a:r>
            <a:r>
              <a:rPr kumimoji="0" lang="fr-FR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 le déploiement sans modifier main.tf.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u="sng">
                <a:solidFill>
                  <a:srgbClr val="000000"/>
                </a:solidFill>
                <a:latin typeface="Century Gothic" panose="020F0302020204030204"/>
              </a:rPr>
              <a:t>O</a:t>
            </a:r>
            <a:r>
              <a:rPr kumimoji="0" lang="fr-FR" sz="16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utputs.tf (Affichage des informations)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Donne les détails utiles après le 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déploiement</a:t>
            </a:r>
            <a:r>
              <a:rPr kumimoji="0" lang="fr-FR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 (IP du bastion, ID des VPC</a:t>
            </a:r>
            <a:r>
              <a:rPr lang="fr-FR" sz="1400">
                <a:solidFill>
                  <a:srgbClr val="000000"/>
                </a:solidFill>
                <a:latin typeface="Century Gothic" panose="020F0302020204030204"/>
              </a:rPr>
              <a:t>…</a:t>
            </a:r>
            <a:r>
              <a:rPr kumimoji="0" lang="fr-FR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).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Facilite l’accès </a:t>
            </a:r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rapide</a:t>
            </a:r>
            <a:r>
              <a:rPr kumimoji="0" lang="fr-FR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 aux ressources créées.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0E06147-2F16-B551-E6B2-2E9FA401E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37525"/>
            <a:ext cx="5229955" cy="217200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55DE2FA-63F1-A3B4-A588-AE43C572B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88" y="6409897"/>
            <a:ext cx="1000265" cy="352474"/>
          </a:xfrm>
          <a:prstGeom prst="rect">
            <a:avLst/>
          </a:prstGeom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59F737DD-4BF3-DCA9-859C-FE7D39789D9E}"/>
              </a:ext>
            </a:extLst>
          </p:cNvPr>
          <p:cNvGrpSpPr/>
          <p:nvPr/>
        </p:nvGrpSpPr>
        <p:grpSpPr>
          <a:xfrm>
            <a:off x="6289598" y="5756163"/>
            <a:ext cx="5272309" cy="1069363"/>
            <a:chOff x="467188" y="3906833"/>
            <a:chExt cx="10965314" cy="2286918"/>
          </a:xfrm>
        </p:grpSpPr>
        <p:sp>
          <p:nvSpPr>
            <p:cNvPr id="7" name="Google Shape;448;p19">
              <a:extLst>
                <a:ext uri="{FF2B5EF4-FFF2-40B4-BE49-F238E27FC236}">
                  <a16:creationId xmlns:a16="http://schemas.microsoft.com/office/drawing/2014/main" id="{02A5E3C0-5CA0-5E78-5F3E-92301607D621}"/>
                </a:ext>
              </a:extLst>
            </p:cNvPr>
            <p:cNvSpPr/>
            <p:nvPr/>
          </p:nvSpPr>
          <p:spPr>
            <a:xfrm>
              <a:off x="2313602" y="3909201"/>
              <a:ext cx="1843743" cy="1764987"/>
            </a:xfrm>
            <a:custGeom>
              <a:avLst/>
              <a:gdLst/>
              <a:ahLst/>
              <a:cxnLst/>
              <a:rect l="l" t="t" r="r" b="b"/>
              <a:pathLst>
                <a:path w="42818" h="40989" extrusionOk="0">
                  <a:moveTo>
                    <a:pt x="20534" y="373"/>
                  </a:moveTo>
                  <a:cubicBezTo>
                    <a:pt x="25225" y="373"/>
                    <a:pt x="29912" y="2162"/>
                    <a:pt x="33475" y="5741"/>
                  </a:cubicBezTo>
                  <a:cubicBezTo>
                    <a:pt x="38827" y="11061"/>
                    <a:pt x="40347" y="19295"/>
                    <a:pt x="37243" y="26167"/>
                  </a:cubicBezTo>
                  <a:lnTo>
                    <a:pt x="37212" y="26294"/>
                  </a:lnTo>
                  <a:lnTo>
                    <a:pt x="40030" y="29144"/>
                  </a:lnTo>
                  <a:lnTo>
                    <a:pt x="41994" y="27181"/>
                  </a:lnTo>
                  <a:cubicBezTo>
                    <a:pt x="42057" y="27117"/>
                    <a:pt x="42120" y="27101"/>
                    <a:pt x="42172" y="27101"/>
                  </a:cubicBezTo>
                  <a:cubicBezTo>
                    <a:pt x="42223" y="27101"/>
                    <a:pt x="42263" y="27117"/>
                    <a:pt x="42279" y="27117"/>
                  </a:cubicBezTo>
                  <a:cubicBezTo>
                    <a:pt x="42310" y="27117"/>
                    <a:pt x="42437" y="27181"/>
                    <a:pt x="42437" y="27339"/>
                  </a:cubicBezTo>
                  <a:lnTo>
                    <a:pt x="42057" y="40228"/>
                  </a:lnTo>
                  <a:lnTo>
                    <a:pt x="29168" y="40608"/>
                  </a:lnTo>
                  <a:cubicBezTo>
                    <a:pt x="29009" y="40608"/>
                    <a:pt x="28946" y="40482"/>
                    <a:pt x="28946" y="40450"/>
                  </a:cubicBezTo>
                  <a:cubicBezTo>
                    <a:pt x="28914" y="40418"/>
                    <a:pt x="28883" y="40292"/>
                    <a:pt x="29009" y="40165"/>
                  </a:cubicBezTo>
                  <a:lnTo>
                    <a:pt x="30973" y="38201"/>
                  </a:lnTo>
                  <a:lnTo>
                    <a:pt x="28123" y="35383"/>
                  </a:lnTo>
                  <a:lnTo>
                    <a:pt x="28028" y="35415"/>
                  </a:lnTo>
                  <a:cubicBezTo>
                    <a:pt x="25640" y="36488"/>
                    <a:pt x="23093" y="37008"/>
                    <a:pt x="20563" y="37008"/>
                  </a:cubicBezTo>
                  <a:cubicBezTo>
                    <a:pt x="15777" y="37008"/>
                    <a:pt x="11050" y="35147"/>
                    <a:pt x="7569" y="31646"/>
                  </a:cubicBezTo>
                  <a:cubicBezTo>
                    <a:pt x="412" y="24520"/>
                    <a:pt x="412" y="12866"/>
                    <a:pt x="7569" y="5741"/>
                  </a:cubicBezTo>
                  <a:cubicBezTo>
                    <a:pt x="11148" y="2162"/>
                    <a:pt x="15843" y="373"/>
                    <a:pt x="20534" y="373"/>
                  </a:cubicBezTo>
                  <a:close/>
                  <a:moveTo>
                    <a:pt x="20522" y="1"/>
                  </a:moveTo>
                  <a:cubicBezTo>
                    <a:pt x="15732" y="1"/>
                    <a:pt x="10942" y="1830"/>
                    <a:pt x="7284" y="5487"/>
                  </a:cubicBezTo>
                  <a:cubicBezTo>
                    <a:pt x="1" y="12771"/>
                    <a:pt x="1" y="24647"/>
                    <a:pt x="7284" y="31931"/>
                  </a:cubicBezTo>
                  <a:cubicBezTo>
                    <a:pt x="10849" y="35495"/>
                    <a:pt x="15676" y="37386"/>
                    <a:pt x="20554" y="37386"/>
                  </a:cubicBezTo>
                  <a:cubicBezTo>
                    <a:pt x="23088" y="37386"/>
                    <a:pt x="25635" y="36876"/>
                    <a:pt x="28028" y="35826"/>
                  </a:cubicBezTo>
                  <a:lnTo>
                    <a:pt x="30435" y="38201"/>
                  </a:lnTo>
                  <a:lnTo>
                    <a:pt x="28724" y="39912"/>
                  </a:lnTo>
                  <a:cubicBezTo>
                    <a:pt x="28534" y="40102"/>
                    <a:pt x="28503" y="40355"/>
                    <a:pt x="28598" y="40608"/>
                  </a:cubicBezTo>
                  <a:cubicBezTo>
                    <a:pt x="28693" y="40830"/>
                    <a:pt x="28914" y="40988"/>
                    <a:pt x="29168" y="40988"/>
                  </a:cubicBezTo>
                  <a:lnTo>
                    <a:pt x="29199" y="40988"/>
                  </a:lnTo>
                  <a:lnTo>
                    <a:pt x="42405" y="40608"/>
                  </a:lnTo>
                  <a:lnTo>
                    <a:pt x="42817" y="27371"/>
                  </a:lnTo>
                  <a:cubicBezTo>
                    <a:pt x="42817" y="27117"/>
                    <a:pt x="42659" y="26864"/>
                    <a:pt x="42437" y="26769"/>
                  </a:cubicBezTo>
                  <a:cubicBezTo>
                    <a:pt x="42356" y="26738"/>
                    <a:pt x="42271" y="26724"/>
                    <a:pt x="42189" y="26724"/>
                  </a:cubicBezTo>
                  <a:cubicBezTo>
                    <a:pt x="42014" y="26724"/>
                    <a:pt x="41848" y="26788"/>
                    <a:pt x="41740" y="26896"/>
                  </a:cubicBezTo>
                  <a:lnTo>
                    <a:pt x="40030" y="28606"/>
                  </a:lnTo>
                  <a:lnTo>
                    <a:pt x="37655" y="26231"/>
                  </a:lnTo>
                  <a:cubicBezTo>
                    <a:pt x="40727" y="19200"/>
                    <a:pt x="39175" y="10903"/>
                    <a:pt x="33760" y="5487"/>
                  </a:cubicBezTo>
                  <a:cubicBezTo>
                    <a:pt x="30102" y="1830"/>
                    <a:pt x="25312" y="1"/>
                    <a:pt x="20522" y="1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Century Gothic" panose="020F0302020204030204"/>
                <a:cs typeface="Arial"/>
                <a:sym typeface="Arial"/>
              </a:endParaRPr>
            </a:p>
          </p:txBody>
        </p:sp>
        <p:sp>
          <p:nvSpPr>
            <p:cNvPr id="3" name="Google Shape;457;p19">
              <a:extLst>
                <a:ext uri="{FF2B5EF4-FFF2-40B4-BE49-F238E27FC236}">
                  <a16:creationId xmlns:a16="http://schemas.microsoft.com/office/drawing/2014/main" id="{DB22A61E-7C67-DE43-F0DF-FF020B6C0AFE}"/>
                </a:ext>
              </a:extLst>
            </p:cNvPr>
            <p:cNvSpPr/>
            <p:nvPr/>
          </p:nvSpPr>
          <p:spPr>
            <a:xfrm>
              <a:off x="467188" y="4428936"/>
              <a:ext cx="1843743" cy="1764815"/>
            </a:xfrm>
            <a:custGeom>
              <a:avLst/>
              <a:gdLst/>
              <a:ahLst/>
              <a:cxnLst/>
              <a:rect l="l" t="t" r="r" b="b"/>
              <a:pathLst>
                <a:path w="42818" h="40985" extrusionOk="0">
                  <a:moveTo>
                    <a:pt x="29119" y="380"/>
                  </a:moveTo>
                  <a:cubicBezTo>
                    <a:pt x="29134" y="380"/>
                    <a:pt x="29150" y="381"/>
                    <a:pt x="29168" y="385"/>
                  </a:cubicBezTo>
                  <a:lnTo>
                    <a:pt x="42025" y="733"/>
                  </a:lnTo>
                  <a:lnTo>
                    <a:pt x="42405" y="13622"/>
                  </a:lnTo>
                  <a:cubicBezTo>
                    <a:pt x="42437" y="13781"/>
                    <a:pt x="42310" y="13844"/>
                    <a:pt x="42279" y="13844"/>
                  </a:cubicBezTo>
                  <a:cubicBezTo>
                    <a:pt x="42263" y="13860"/>
                    <a:pt x="42215" y="13876"/>
                    <a:pt x="42160" y="13876"/>
                  </a:cubicBezTo>
                  <a:cubicBezTo>
                    <a:pt x="42105" y="13876"/>
                    <a:pt x="42041" y="13860"/>
                    <a:pt x="41994" y="13812"/>
                  </a:cubicBezTo>
                  <a:lnTo>
                    <a:pt x="40030" y="11849"/>
                  </a:lnTo>
                  <a:lnTo>
                    <a:pt x="37180" y="14667"/>
                  </a:lnTo>
                  <a:lnTo>
                    <a:pt x="37243" y="14794"/>
                  </a:lnTo>
                  <a:cubicBezTo>
                    <a:pt x="40315" y="21698"/>
                    <a:pt x="38795" y="29900"/>
                    <a:pt x="33475" y="35252"/>
                  </a:cubicBezTo>
                  <a:cubicBezTo>
                    <a:pt x="29896" y="38815"/>
                    <a:pt x="25201" y="40596"/>
                    <a:pt x="20506" y="40596"/>
                  </a:cubicBezTo>
                  <a:cubicBezTo>
                    <a:pt x="15811" y="40596"/>
                    <a:pt x="11116" y="38815"/>
                    <a:pt x="7538" y="35252"/>
                  </a:cubicBezTo>
                  <a:cubicBezTo>
                    <a:pt x="412" y="28095"/>
                    <a:pt x="412" y="16472"/>
                    <a:pt x="7538" y="9315"/>
                  </a:cubicBezTo>
                  <a:cubicBezTo>
                    <a:pt x="11053" y="5832"/>
                    <a:pt x="15772" y="3963"/>
                    <a:pt x="20554" y="3963"/>
                  </a:cubicBezTo>
                  <a:cubicBezTo>
                    <a:pt x="23087" y="3963"/>
                    <a:pt x="25621" y="4470"/>
                    <a:pt x="27996" y="5547"/>
                  </a:cubicBezTo>
                  <a:lnTo>
                    <a:pt x="28123" y="5610"/>
                  </a:lnTo>
                  <a:lnTo>
                    <a:pt x="30941" y="2760"/>
                  </a:lnTo>
                  <a:lnTo>
                    <a:pt x="28978" y="796"/>
                  </a:lnTo>
                  <a:cubicBezTo>
                    <a:pt x="28883" y="670"/>
                    <a:pt x="28914" y="543"/>
                    <a:pt x="28914" y="511"/>
                  </a:cubicBezTo>
                  <a:cubicBezTo>
                    <a:pt x="28943" y="483"/>
                    <a:pt x="28996" y="380"/>
                    <a:pt x="29119" y="380"/>
                  </a:cubicBezTo>
                  <a:close/>
                  <a:moveTo>
                    <a:pt x="29128" y="1"/>
                  </a:moveTo>
                  <a:cubicBezTo>
                    <a:pt x="28878" y="1"/>
                    <a:pt x="28685" y="153"/>
                    <a:pt x="28598" y="385"/>
                  </a:cubicBezTo>
                  <a:cubicBezTo>
                    <a:pt x="28471" y="606"/>
                    <a:pt x="28534" y="891"/>
                    <a:pt x="28724" y="1081"/>
                  </a:cubicBezTo>
                  <a:lnTo>
                    <a:pt x="30435" y="2760"/>
                  </a:lnTo>
                  <a:lnTo>
                    <a:pt x="28028" y="5135"/>
                  </a:lnTo>
                  <a:cubicBezTo>
                    <a:pt x="25647" y="4090"/>
                    <a:pt x="23112" y="3584"/>
                    <a:pt x="20591" y="3584"/>
                  </a:cubicBezTo>
                  <a:cubicBezTo>
                    <a:pt x="15700" y="3584"/>
                    <a:pt x="10858" y="5489"/>
                    <a:pt x="7284" y="9062"/>
                  </a:cubicBezTo>
                  <a:cubicBezTo>
                    <a:pt x="1" y="16346"/>
                    <a:pt x="1" y="28222"/>
                    <a:pt x="7284" y="35505"/>
                  </a:cubicBezTo>
                  <a:cubicBezTo>
                    <a:pt x="10926" y="39147"/>
                    <a:pt x="15708" y="40984"/>
                    <a:pt x="20522" y="40984"/>
                  </a:cubicBezTo>
                  <a:cubicBezTo>
                    <a:pt x="25304" y="40984"/>
                    <a:pt x="30086" y="39147"/>
                    <a:pt x="33728" y="35505"/>
                  </a:cubicBezTo>
                  <a:cubicBezTo>
                    <a:pt x="39144" y="30090"/>
                    <a:pt x="40727" y="21761"/>
                    <a:pt x="37655" y="14762"/>
                  </a:cubicBezTo>
                  <a:lnTo>
                    <a:pt x="40030" y="12355"/>
                  </a:lnTo>
                  <a:lnTo>
                    <a:pt x="41709" y="14066"/>
                  </a:lnTo>
                  <a:cubicBezTo>
                    <a:pt x="41831" y="14188"/>
                    <a:pt x="41994" y="14258"/>
                    <a:pt x="42153" y="14258"/>
                  </a:cubicBezTo>
                  <a:cubicBezTo>
                    <a:pt x="42240" y="14258"/>
                    <a:pt x="42327" y="14237"/>
                    <a:pt x="42405" y="14192"/>
                  </a:cubicBezTo>
                  <a:cubicBezTo>
                    <a:pt x="42659" y="14097"/>
                    <a:pt x="42817" y="13876"/>
                    <a:pt x="42786" y="13591"/>
                  </a:cubicBezTo>
                  <a:lnTo>
                    <a:pt x="42405" y="385"/>
                  </a:lnTo>
                  <a:lnTo>
                    <a:pt x="29199" y="5"/>
                  </a:lnTo>
                  <a:cubicBezTo>
                    <a:pt x="29175" y="2"/>
                    <a:pt x="29151" y="1"/>
                    <a:pt x="29128" y="1"/>
                  </a:cubicBezTo>
                  <a:close/>
                </a:path>
              </a:pathLst>
            </a:custGeom>
            <a:solidFill>
              <a:srgbClr val="BBB6E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Century Gothic" panose="020F0302020204030204"/>
                <a:cs typeface="Arial"/>
                <a:sym typeface="Arial"/>
              </a:endParaRPr>
            </a:p>
          </p:txBody>
        </p:sp>
        <p:sp>
          <p:nvSpPr>
            <p:cNvPr id="9" name="Google Shape;467;p19">
              <a:extLst>
                <a:ext uri="{FF2B5EF4-FFF2-40B4-BE49-F238E27FC236}">
                  <a16:creationId xmlns:a16="http://schemas.microsoft.com/office/drawing/2014/main" id="{A3ACD42E-6A1D-57AB-6E0F-A26C222991FA}"/>
                </a:ext>
              </a:extLst>
            </p:cNvPr>
            <p:cNvSpPr/>
            <p:nvPr/>
          </p:nvSpPr>
          <p:spPr>
            <a:xfrm>
              <a:off x="7816023" y="4428936"/>
              <a:ext cx="1843700" cy="1764815"/>
            </a:xfrm>
            <a:custGeom>
              <a:avLst/>
              <a:gdLst/>
              <a:ahLst/>
              <a:cxnLst/>
              <a:rect l="l" t="t" r="r" b="b"/>
              <a:pathLst>
                <a:path w="42817" h="40985" extrusionOk="0">
                  <a:moveTo>
                    <a:pt x="29119" y="380"/>
                  </a:moveTo>
                  <a:cubicBezTo>
                    <a:pt x="29134" y="380"/>
                    <a:pt x="29150" y="381"/>
                    <a:pt x="29167" y="385"/>
                  </a:cubicBezTo>
                  <a:lnTo>
                    <a:pt x="42057" y="733"/>
                  </a:lnTo>
                  <a:lnTo>
                    <a:pt x="42437" y="13622"/>
                  </a:lnTo>
                  <a:cubicBezTo>
                    <a:pt x="42437" y="13781"/>
                    <a:pt x="42310" y="13844"/>
                    <a:pt x="42278" y="13844"/>
                  </a:cubicBezTo>
                  <a:cubicBezTo>
                    <a:pt x="42263" y="13860"/>
                    <a:pt x="42223" y="13876"/>
                    <a:pt x="42172" y="13876"/>
                  </a:cubicBezTo>
                  <a:cubicBezTo>
                    <a:pt x="42120" y="13876"/>
                    <a:pt x="42057" y="13860"/>
                    <a:pt x="41993" y="13812"/>
                  </a:cubicBezTo>
                  <a:lnTo>
                    <a:pt x="40030" y="11849"/>
                  </a:lnTo>
                  <a:lnTo>
                    <a:pt x="37211" y="14667"/>
                  </a:lnTo>
                  <a:lnTo>
                    <a:pt x="37243" y="14794"/>
                  </a:lnTo>
                  <a:cubicBezTo>
                    <a:pt x="40347" y="21698"/>
                    <a:pt x="38826" y="29900"/>
                    <a:pt x="33474" y="35252"/>
                  </a:cubicBezTo>
                  <a:cubicBezTo>
                    <a:pt x="29912" y="38815"/>
                    <a:pt x="25225" y="40596"/>
                    <a:pt x="20534" y="40596"/>
                  </a:cubicBezTo>
                  <a:cubicBezTo>
                    <a:pt x="15843" y="40596"/>
                    <a:pt x="11148" y="38815"/>
                    <a:pt x="7569" y="35252"/>
                  </a:cubicBezTo>
                  <a:cubicBezTo>
                    <a:pt x="412" y="28095"/>
                    <a:pt x="412" y="16472"/>
                    <a:pt x="7569" y="9315"/>
                  </a:cubicBezTo>
                  <a:cubicBezTo>
                    <a:pt x="11053" y="5832"/>
                    <a:pt x="15803" y="3963"/>
                    <a:pt x="20585" y="3963"/>
                  </a:cubicBezTo>
                  <a:cubicBezTo>
                    <a:pt x="23087" y="3963"/>
                    <a:pt x="25620" y="4470"/>
                    <a:pt x="27996" y="5547"/>
                  </a:cubicBezTo>
                  <a:lnTo>
                    <a:pt x="28122" y="5610"/>
                  </a:lnTo>
                  <a:lnTo>
                    <a:pt x="30973" y="2760"/>
                  </a:lnTo>
                  <a:lnTo>
                    <a:pt x="29009" y="796"/>
                  </a:lnTo>
                  <a:cubicBezTo>
                    <a:pt x="28882" y="670"/>
                    <a:pt x="28914" y="543"/>
                    <a:pt x="28946" y="511"/>
                  </a:cubicBezTo>
                  <a:cubicBezTo>
                    <a:pt x="28946" y="483"/>
                    <a:pt x="28996" y="380"/>
                    <a:pt x="29119" y="380"/>
                  </a:cubicBezTo>
                  <a:close/>
                  <a:moveTo>
                    <a:pt x="29134" y="1"/>
                  </a:moveTo>
                  <a:cubicBezTo>
                    <a:pt x="28904" y="1"/>
                    <a:pt x="28684" y="153"/>
                    <a:pt x="28597" y="385"/>
                  </a:cubicBezTo>
                  <a:cubicBezTo>
                    <a:pt x="28502" y="606"/>
                    <a:pt x="28566" y="891"/>
                    <a:pt x="28724" y="1081"/>
                  </a:cubicBezTo>
                  <a:lnTo>
                    <a:pt x="30434" y="2760"/>
                  </a:lnTo>
                  <a:lnTo>
                    <a:pt x="28059" y="5135"/>
                  </a:lnTo>
                  <a:cubicBezTo>
                    <a:pt x="25667" y="4090"/>
                    <a:pt x="23126" y="3584"/>
                    <a:pt x="20599" y="3584"/>
                  </a:cubicBezTo>
                  <a:cubicBezTo>
                    <a:pt x="15699" y="3584"/>
                    <a:pt x="10857" y="5489"/>
                    <a:pt x="7284" y="9062"/>
                  </a:cubicBezTo>
                  <a:cubicBezTo>
                    <a:pt x="0" y="16346"/>
                    <a:pt x="0" y="28222"/>
                    <a:pt x="7284" y="35505"/>
                  </a:cubicBezTo>
                  <a:cubicBezTo>
                    <a:pt x="10958" y="39147"/>
                    <a:pt x="15740" y="40984"/>
                    <a:pt x="20522" y="40984"/>
                  </a:cubicBezTo>
                  <a:cubicBezTo>
                    <a:pt x="25304" y="40984"/>
                    <a:pt x="30118" y="39147"/>
                    <a:pt x="33759" y="35505"/>
                  </a:cubicBezTo>
                  <a:cubicBezTo>
                    <a:pt x="39175" y="30090"/>
                    <a:pt x="40727" y="21761"/>
                    <a:pt x="37655" y="14762"/>
                  </a:cubicBezTo>
                  <a:lnTo>
                    <a:pt x="40030" y="12355"/>
                  </a:lnTo>
                  <a:lnTo>
                    <a:pt x="41740" y="14066"/>
                  </a:lnTo>
                  <a:cubicBezTo>
                    <a:pt x="41863" y="14188"/>
                    <a:pt x="42012" y="14258"/>
                    <a:pt x="42170" y="14258"/>
                  </a:cubicBezTo>
                  <a:cubicBezTo>
                    <a:pt x="42257" y="14258"/>
                    <a:pt x="42347" y="14237"/>
                    <a:pt x="42437" y="14192"/>
                  </a:cubicBezTo>
                  <a:cubicBezTo>
                    <a:pt x="42658" y="14097"/>
                    <a:pt x="42817" y="13876"/>
                    <a:pt x="42817" y="13591"/>
                  </a:cubicBezTo>
                  <a:lnTo>
                    <a:pt x="42437" y="385"/>
                  </a:lnTo>
                  <a:lnTo>
                    <a:pt x="29199" y="5"/>
                  </a:lnTo>
                  <a:cubicBezTo>
                    <a:pt x="29178" y="2"/>
                    <a:pt x="29156" y="1"/>
                    <a:pt x="29134" y="1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Century Gothic" panose="020F0302020204030204"/>
                <a:cs typeface="Arial"/>
                <a:sym typeface="Arial"/>
              </a:endParaRPr>
            </a:p>
          </p:txBody>
        </p:sp>
        <p:sp>
          <p:nvSpPr>
            <p:cNvPr id="11" name="Google Shape;468;p19">
              <a:extLst>
                <a:ext uri="{FF2B5EF4-FFF2-40B4-BE49-F238E27FC236}">
                  <a16:creationId xmlns:a16="http://schemas.microsoft.com/office/drawing/2014/main" id="{FB9FAE7C-22E5-01BD-12BC-A9978C551F62}"/>
                </a:ext>
              </a:extLst>
            </p:cNvPr>
            <p:cNvSpPr/>
            <p:nvPr/>
          </p:nvSpPr>
          <p:spPr>
            <a:xfrm>
              <a:off x="8015090" y="4704562"/>
              <a:ext cx="1369179" cy="1367803"/>
            </a:xfrm>
            <a:custGeom>
              <a:avLst/>
              <a:gdLst/>
              <a:ahLst/>
              <a:cxnLst/>
              <a:rect l="l" t="t" r="r" b="b"/>
              <a:pathLst>
                <a:path w="31797" h="31765" extrusionOk="0">
                  <a:moveTo>
                    <a:pt x="15899" y="1"/>
                  </a:moveTo>
                  <a:cubicBezTo>
                    <a:pt x="7126" y="1"/>
                    <a:pt x="1" y="7095"/>
                    <a:pt x="1" y="15867"/>
                  </a:cubicBezTo>
                  <a:cubicBezTo>
                    <a:pt x="1" y="24639"/>
                    <a:pt x="7126" y="31765"/>
                    <a:pt x="15899" y="31765"/>
                  </a:cubicBezTo>
                  <a:cubicBezTo>
                    <a:pt x="24671" y="31765"/>
                    <a:pt x="31797" y="24639"/>
                    <a:pt x="31797" y="15867"/>
                  </a:cubicBezTo>
                  <a:cubicBezTo>
                    <a:pt x="31797" y="7095"/>
                    <a:pt x="24671" y="1"/>
                    <a:pt x="15899" y="1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Century Gothic" panose="020F0302020204030204"/>
                <a:cs typeface="Arial"/>
                <a:sym typeface="Arial"/>
              </a:endParaRPr>
            </a:p>
          </p:txBody>
        </p:sp>
        <p:sp>
          <p:nvSpPr>
            <p:cNvPr id="4" name="Google Shape;475;p19">
              <a:extLst>
                <a:ext uri="{FF2B5EF4-FFF2-40B4-BE49-F238E27FC236}">
                  <a16:creationId xmlns:a16="http://schemas.microsoft.com/office/drawing/2014/main" id="{53C8B073-22E1-F01F-23DC-040ECFF021DB}"/>
                </a:ext>
              </a:extLst>
            </p:cNvPr>
            <p:cNvSpPr/>
            <p:nvPr/>
          </p:nvSpPr>
          <p:spPr>
            <a:xfrm>
              <a:off x="4140939" y="4428936"/>
              <a:ext cx="1843700" cy="1764815"/>
            </a:xfrm>
            <a:custGeom>
              <a:avLst/>
              <a:gdLst/>
              <a:ahLst/>
              <a:cxnLst/>
              <a:rect l="l" t="t" r="r" b="b"/>
              <a:pathLst>
                <a:path w="42817" h="40985" extrusionOk="0">
                  <a:moveTo>
                    <a:pt x="29150" y="380"/>
                  </a:moveTo>
                  <a:cubicBezTo>
                    <a:pt x="29165" y="380"/>
                    <a:pt x="29182" y="381"/>
                    <a:pt x="29199" y="385"/>
                  </a:cubicBezTo>
                  <a:lnTo>
                    <a:pt x="42057" y="733"/>
                  </a:lnTo>
                  <a:lnTo>
                    <a:pt x="42437" y="13622"/>
                  </a:lnTo>
                  <a:cubicBezTo>
                    <a:pt x="42437" y="13781"/>
                    <a:pt x="42310" y="13844"/>
                    <a:pt x="42278" y="13844"/>
                  </a:cubicBezTo>
                  <a:cubicBezTo>
                    <a:pt x="42262" y="13860"/>
                    <a:pt x="42223" y="13876"/>
                    <a:pt x="42175" y="13876"/>
                  </a:cubicBezTo>
                  <a:cubicBezTo>
                    <a:pt x="42128" y="13876"/>
                    <a:pt x="42072" y="13860"/>
                    <a:pt x="42025" y="13812"/>
                  </a:cubicBezTo>
                  <a:lnTo>
                    <a:pt x="40030" y="11849"/>
                  </a:lnTo>
                  <a:lnTo>
                    <a:pt x="37211" y="14667"/>
                  </a:lnTo>
                  <a:lnTo>
                    <a:pt x="37243" y="14794"/>
                  </a:lnTo>
                  <a:cubicBezTo>
                    <a:pt x="40346" y="21698"/>
                    <a:pt x="38826" y="29900"/>
                    <a:pt x="33506" y="35252"/>
                  </a:cubicBezTo>
                  <a:cubicBezTo>
                    <a:pt x="29927" y="38815"/>
                    <a:pt x="25232" y="40596"/>
                    <a:pt x="20537" y="40596"/>
                  </a:cubicBezTo>
                  <a:cubicBezTo>
                    <a:pt x="15843" y="40596"/>
                    <a:pt x="11148" y="38815"/>
                    <a:pt x="7569" y="35252"/>
                  </a:cubicBezTo>
                  <a:cubicBezTo>
                    <a:pt x="412" y="28095"/>
                    <a:pt x="412" y="16472"/>
                    <a:pt x="7569" y="9315"/>
                  </a:cubicBezTo>
                  <a:cubicBezTo>
                    <a:pt x="11053" y="5832"/>
                    <a:pt x="15803" y="3963"/>
                    <a:pt x="20585" y="3963"/>
                  </a:cubicBezTo>
                  <a:cubicBezTo>
                    <a:pt x="23118" y="3963"/>
                    <a:pt x="25652" y="4470"/>
                    <a:pt x="28027" y="5547"/>
                  </a:cubicBezTo>
                  <a:lnTo>
                    <a:pt x="28122" y="5610"/>
                  </a:lnTo>
                  <a:lnTo>
                    <a:pt x="30972" y="2760"/>
                  </a:lnTo>
                  <a:lnTo>
                    <a:pt x="29009" y="796"/>
                  </a:lnTo>
                  <a:cubicBezTo>
                    <a:pt x="28882" y="670"/>
                    <a:pt x="28946" y="543"/>
                    <a:pt x="28946" y="511"/>
                  </a:cubicBezTo>
                  <a:cubicBezTo>
                    <a:pt x="28974" y="483"/>
                    <a:pt x="29027" y="380"/>
                    <a:pt x="29150" y="380"/>
                  </a:cubicBezTo>
                  <a:close/>
                  <a:moveTo>
                    <a:pt x="29135" y="1"/>
                  </a:moveTo>
                  <a:cubicBezTo>
                    <a:pt x="28909" y="1"/>
                    <a:pt x="28713" y="153"/>
                    <a:pt x="28597" y="385"/>
                  </a:cubicBezTo>
                  <a:cubicBezTo>
                    <a:pt x="28502" y="606"/>
                    <a:pt x="28566" y="891"/>
                    <a:pt x="28724" y="1081"/>
                  </a:cubicBezTo>
                  <a:lnTo>
                    <a:pt x="30434" y="2760"/>
                  </a:lnTo>
                  <a:lnTo>
                    <a:pt x="28059" y="5135"/>
                  </a:lnTo>
                  <a:cubicBezTo>
                    <a:pt x="25667" y="4090"/>
                    <a:pt x="23129" y="3584"/>
                    <a:pt x="20608" y="3584"/>
                  </a:cubicBezTo>
                  <a:cubicBezTo>
                    <a:pt x="15717" y="3584"/>
                    <a:pt x="10889" y="5489"/>
                    <a:pt x="7316" y="9062"/>
                  </a:cubicBezTo>
                  <a:cubicBezTo>
                    <a:pt x="0" y="16346"/>
                    <a:pt x="0" y="28222"/>
                    <a:pt x="7316" y="35505"/>
                  </a:cubicBezTo>
                  <a:cubicBezTo>
                    <a:pt x="10958" y="39147"/>
                    <a:pt x="15740" y="40984"/>
                    <a:pt x="20522" y="40984"/>
                  </a:cubicBezTo>
                  <a:cubicBezTo>
                    <a:pt x="25335" y="40984"/>
                    <a:pt x="30117" y="39147"/>
                    <a:pt x="33759" y="35505"/>
                  </a:cubicBezTo>
                  <a:cubicBezTo>
                    <a:pt x="39175" y="30090"/>
                    <a:pt x="40727" y="21761"/>
                    <a:pt x="37655" y="14762"/>
                  </a:cubicBezTo>
                  <a:lnTo>
                    <a:pt x="40030" y="12355"/>
                  </a:lnTo>
                  <a:lnTo>
                    <a:pt x="41740" y="14066"/>
                  </a:lnTo>
                  <a:cubicBezTo>
                    <a:pt x="41863" y="14188"/>
                    <a:pt x="42025" y="14258"/>
                    <a:pt x="42184" y="14258"/>
                  </a:cubicBezTo>
                  <a:cubicBezTo>
                    <a:pt x="42272" y="14258"/>
                    <a:pt x="42358" y="14237"/>
                    <a:pt x="42437" y="14192"/>
                  </a:cubicBezTo>
                  <a:cubicBezTo>
                    <a:pt x="42690" y="14097"/>
                    <a:pt x="42817" y="13876"/>
                    <a:pt x="42817" y="13591"/>
                  </a:cubicBezTo>
                  <a:lnTo>
                    <a:pt x="42437" y="385"/>
                  </a:lnTo>
                  <a:lnTo>
                    <a:pt x="29199" y="5"/>
                  </a:lnTo>
                  <a:cubicBezTo>
                    <a:pt x="29177" y="2"/>
                    <a:pt x="29156" y="1"/>
                    <a:pt x="29135" y="1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Century Gothic" panose="020F0302020204030204"/>
                <a:cs typeface="Arial"/>
                <a:sym typeface="Arial"/>
              </a:endParaRPr>
            </a:p>
          </p:txBody>
        </p:sp>
        <p:sp>
          <p:nvSpPr>
            <p:cNvPr id="5" name="Google Shape;489;p19">
              <a:extLst>
                <a:ext uri="{FF2B5EF4-FFF2-40B4-BE49-F238E27FC236}">
                  <a16:creationId xmlns:a16="http://schemas.microsoft.com/office/drawing/2014/main" id="{4DE22530-6D1F-734E-3EC9-A0DC0E2D236A}"/>
                </a:ext>
              </a:extLst>
            </p:cNvPr>
            <p:cNvSpPr/>
            <p:nvPr/>
          </p:nvSpPr>
          <p:spPr>
            <a:xfrm>
              <a:off x="5988686" y="3909201"/>
              <a:ext cx="1843743" cy="1764987"/>
            </a:xfrm>
            <a:custGeom>
              <a:avLst/>
              <a:gdLst/>
              <a:ahLst/>
              <a:cxnLst/>
              <a:rect l="l" t="t" r="r" b="b"/>
              <a:pathLst>
                <a:path w="42818" h="40989" extrusionOk="0">
                  <a:moveTo>
                    <a:pt x="20510" y="373"/>
                  </a:moveTo>
                  <a:cubicBezTo>
                    <a:pt x="25201" y="373"/>
                    <a:pt x="29896" y="2162"/>
                    <a:pt x="33475" y="5741"/>
                  </a:cubicBezTo>
                  <a:cubicBezTo>
                    <a:pt x="38795" y="11061"/>
                    <a:pt x="40315" y="19295"/>
                    <a:pt x="37243" y="26167"/>
                  </a:cubicBezTo>
                  <a:lnTo>
                    <a:pt x="37180" y="26294"/>
                  </a:lnTo>
                  <a:lnTo>
                    <a:pt x="40030" y="29144"/>
                  </a:lnTo>
                  <a:lnTo>
                    <a:pt x="41994" y="27181"/>
                  </a:lnTo>
                  <a:cubicBezTo>
                    <a:pt x="42057" y="27117"/>
                    <a:pt x="42121" y="27101"/>
                    <a:pt x="42172" y="27101"/>
                  </a:cubicBezTo>
                  <a:cubicBezTo>
                    <a:pt x="42223" y="27101"/>
                    <a:pt x="42263" y="27117"/>
                    <a:pt x="42279" y="27117"/>
                  </a:cubicBezTo>
                  <a:cubicBezTo>
                    <a:pt x="42311" y="27117"/>
                    <a:pt x="42437" y="27181"/>
                    <a:pt x="42437" y="27339"/>
                  </a:cubicBezTo>
                  <a:lnTo>
                    <a:pt x="42057" y="40228"/>
                  </a:lnTo>
                  <a:lnTo>
                    <a:pt x="29168" y="40608"/>
                  </a:lnTo>
                  <a:cubicBezTo>
                    <a:pt x="29010" y="40608"/>
                    <a:pt x="28946" y="40482"/>
                    <a:pt x="28946" y="40450"/>
                  </a:cubicBezTo>
                  <a:cubicBezTo>
                    <a:pt x="28915" y="40418"/>
                    <a:pt x="28883" y="40292"/>
                    <a:pt x="28978" y="40165"/>
                  </a:cubicBezTo>
                  <a:lnTo>
                    <a:pt x="30941" y="38201"/>
                  </a:lnTo>
                  <a:lnTo>
                    <a:pt x="28123" y="35383"/>
                  </a:lnTo>
                  <a:lnTo>
                    <a:pt x="27996" y="35415"/>
                  </a:lnTo>
                  <a:cubicBezTo>
                    <a:pt x="25619" y="36488"/>
                    <a:pt x="23080" y="37008"/>
                    <a:pt x="20554" y="37008"/>
                  </a:cubicBezTo>
                  <a:cubicBezTo>
                    <a:pt x="15777" y="37008"/>
                    <a:pt x="11050" y="35147"/>
                    <a:pt x="7570" y="31646"/>
                  </a:cubicBezTo>
                  <a:cubicBezTo>
                    <a:pt x="412" y="24520"/>
                    <a:pt x="412" y="12866"/>
                    <a:pt x="7570" y="5741"/>
                  </a:cubicBezTo>
                  <a:cubicBezTo>
                    <a:pt x="11132" y="2162"/>
                    <a:pt x="15819" y="373"/>
                    <a:pt x="20510" y="373"/>
                  </a:cubicBezTo>
                  <a:close/>
                  <a:moveTo>
                    <a:pt x="20506" y="1"/>
                  </a:moveTo>
                  <a:cubicBezTo>
                    <a:pt x="15716" y="1"/>
                    <a:pt x="10926" y="1830"/>
                    <a:pt x="7285" y="5487"/>
                  </a:cubicBezTo>
                  <a:cubicBezTo>
                    <a:pt x="1" y="12771"/>
                    <a:pt x="1" y="24647"/>
                    <a:pt x="7285" y="31931"/>
                  </a:cubicBezTo>
                  <a:cubicBezTo>
                    <a:pt x="10849" y="35495"/>
                    <a:pt x="15676" y="37386"/>
                    <a:pt x="20555" y="37386"/>
                  </a:cubicBezTo>
                  <a:cubicBezTo>
                    <a:pt x="23088" y="37386"/>
                    <a:pt x="25636" y="36876"/>
                    <a:pt x="28028" y="35826"/>
                  </a:cubicBezTo>
                  <a:lnTo>
                    <a:pt x="30435" y="38201"/>
                  </a:lnTo>
                  <a:lnTo>
                    <a:pt x="28725" y="39912"/>
                  </a:lnTo>
                  <a:cubicBezTo>
                    <a:pt x="28534" y="40102"/>
                    <a:pt x="28471" y="40355"/>
                    <a:pt x="28598" y="40608"/>
                  </a:cubicBezTo>
                  <a:cubicBezTo>
                    <a:pt x="28693" y="40830"/>
                    <a:pt x="28915" y="40988"/>
                    <a:pt x="29168" y="40988"/>
                  </a:cubicBezTo>
                  <a:lnTo>
                    <a:pt x="42406" y="40608"/>
                  </a:lnTo>
                  <a:lnTo>
                    <a:pt x="42786" y="27371"/>
                  </a:lnTo>
                  <a:cubicBezTo>
                    <a:pt x="42817" y="27117"/>
                    <a:pt x="42659" y="26864"/>
                    <a:pt x="42406" y="26769"/>
                  </a:cubicBezTo>
                  <a:cubicBezTo>
                    <a:pt x="42334" y="26738"/>
                    <a:pt x="42257" y="26724"/>
                    <a:pt x="42178" y="26724"/>
                  </a:cubicBezTo>
                  <a:cubicBezTo>
                    <a:pt x="42011" y="26724"/>
                    <a:pt x="41838" y="26788"/>
                    <a:pt x="41709" y="26896"/>
                  </a:cubicBezTo>
                  <a:lnTo>
                    <a:pt x="40030" y="28606"/>
                  </a:lnTo>
                  <a:lnTo>
                    <a:pt x="37655" y="26231"/>
                  </a:lnTo>
                  <a:cubicBezTo>
                    <a:pt x="40727" y="19200"/>
                    <a:pt x="39144" y="10903"/>
                    <a:pt x="33728" y="5487"/>
                  </a:cubicBezTo>
                  <a:cubicBezTo>
                    <a:pt x="30086" y="1830"/>
                    <a:pt x="25296" y="1"/>
                    <a:pt x="20506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Century Gothic" panose="020F0302020204030204"/>
                <a:cs typeface="Arial"/>
                <a:sym typeface="Arial"/>
              </a:endParaRPr>
            </a:p>
          </p:txBody>
        </p:sp>
        <p:sp>
          <p:nvSpPr>
            <p:cNvPr id="14" name="Google Shape;495;p19">
              <a:extLst>
                <a:ext uri="{FF2B5EF4-FFF2-40B4-BE49-F238E27FC236}">
                  <a16:creationId xmlns:a16="http://schemas.microsoft.com/office/drawing/2014/main" id="{548A6758-6EBB-7863-43E9-5F9449DEF552}"/>
                </a:ext>
              </a:extLst>
            </p:cNvPr>
            <p:cNvSpPr/>
            <p:nvPr/>
          </p:nvSpPr>
          <p:spPr>
            <a:xfrm>
              <a:off x="9661057" y="3906833"/>
              <a:ext cx="1771445" cy="1614621"/>
            </a:xfrm>
            <a:custGeom>
              <a:avLst/>
              <a:gdLst/>
              <a:ahLst/>
              <a:cxnLst/>
              <a:rect l="l" t="t" r="r" b="b"/>
              <a:pathLst>
                <a:path w="41139" h="37497" extrusionOk="0">
                  <a:moveTo>
                    <a:pt x="20554" y="380"/>
                  </a:moveTo>
                  <a:cubicBezTo>
                    <a:pt x="25272" y="380"/>
                    <a:pt x="29959" y="2186"/>
                    <a:pt x="33570" y="5764"/>
                  </a:cubicBezTo>
                  <a:cubicBezTo>
                    <a:pt x="40727" y="12921"/>
                    <a:pt x="40727" y="24575"/>
                    <a:pt x="33570" y="31733"/>
                  </a:cubicBezTo>
                  <a:cubicBezTo>
                    <a:pt x="29975" y="35311"/>
                    <a:pt x="25264" y="37101"/>
                    <a:pt x="20558" y="37101"/>
                  </a:cubicBezTo>
                  <a:cubicBezTo>
                    <a:pt x="15851" y="37101"/>
                    <a:pt x="11148" y="35311"/>
                    <a:pt x="7569" y="31733"/>
                  </a:cubicBezTo>
                  <a:cubicBezTo>
                    <a:pt x="412" y="24575"/>
                    <a:pt x="412" y="12921"/>
                    <a:pt x="7569" y="5764"/>
                  </a:cubicBezTo>
                  <a:cubicBezTo>
                    <a:pt x="11148" y="2186"/>
                    <a:pt x="15867" y="380"/>
                    <a:pt x="20554" y="380"/>
                  </a:cubicBezTo>
                  <a:close/>
                  <a:moveTo>
                    <a:pt x="20554" y="0"/>
                  </a:moveTo>
                  <a:cubicBezTo>
                    <a:pt x="15550" y="0"/>
                    <a:pt x="10863" y="1964"/>
                    <a:pt x="7316" y="5511"/>
                  </a:cubicBezTo>
                  <a:cubicBezTo>
                    <a:pt x="0" y="12795"/>
                    <a:pt x="0" y="24702"/>
                    <a:pt x="7316" y="32018"/>
                  </a:cubicBezTo>
                  <a:cubicBezTo>
                    <a:pt x="10863" y="35565"/>
                    <a:pt x="15550" y="37496"/>
                    <a:pt x="20554" y="37496"/>
                  </a:cubicBezTo>
                  <a:cubicBezTo>
                    <a:pt x="25589" y="37496"/>
                    <a:pt x="30276" y="35565"/>
                    <a:pt x="33823" y="32018"/>
                  </a:cubicBezTo>
                  <a:cubicBezTo>
                    <a:pt x="41139" y="24702"/>
                    <a:pt x="41139" y="12795"/>
                    <a:pt x="33823" y="5511"/>
                  </a:cubicBezTo>
                  <a:cubicBezTo>
                    <a:pt x="30276" y="1964"/>
                    <a:pt x="25589" y="0"/>
                    <a:pt x="20554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Century Gothic" panose="020F0302020204030204"/>
                <a:cs typeface="Arial"/>
                <a:sym typeface="Arial"/>
              </a:endParaRPr>
            </a:p>
          </p:txBody>
        </p:sp>
        <p:grpSp>
          <p:nvGrpSpPr>
            <p:cNvPr id="15" name="Graphique 28">
              <a:extLst>
                <a:ext uri="{FF2B5EF4-FFF2-40B4-BE49-F238E27FC236}">
                  <a16:creationId xmlns:a16="http://schemas.microsoft.com/office/drawing/2014/main" id="{9922DE19-C3CC-25CD-9744-7464C1B249D5}"/>
                </a:ext>
              </a:extLst>
            </p:cNvPr>
            <p:cNvGrpSpPr/>
            <p:nvPr/>
          </p:nvGrpSpPr>
          <p:grpSpPr>
            <a:xfrm>
              <a:off x="945637" y="4936365"/>
              <a:ext cx="886892" cy="857367"/>
              <a:chOff x="0" y="0"/>
              <a:chExt cx="1177908" cy="1177334"/>
            </a:xfrm>
          </p:grpSpPr>
          <p:grpSp>
            <p:nvGrpSpPr>
              <p:cNvPr id="3028" name="Graphique 28">
                <a:extLst>
                  <a:ext uri="{FF2B5EF4-FFF2-40B4-BE49-F238E27FC236}">
                    <a16:creationId xmlns:a16="http://schemas.microsoft.com/office/drawing/2014/main" id="{C805F1FA-D91B-5CA0-1FF8-19F2DDEF2AD5}"/>
                  </a:ext>
                </a:extLst>
              </p:cNvPr>
              <p:cNvGrpSpPr/>
              <p:nvPr/>
            </p:nvGrpSpPr>
            <p:grpSpPr>
              <a:xfrm>
                <a:off x="87978" y="31629"/>
                <a:ext cx="600610" cy="592331"/>
                <a:chOff x="87978" y="31629"/>
                <a:chExt cx="600610" cy="592331"/>
              </a:xfrm>
            </p:grpSpPr>
            <p:grpSp>
              <p:nvGrpSpPr>
                <p:cNvPr id="3113" name="Graphique 28">
                  <a:extLst>
                    <a:ext uri="{FF2B5EF4-FFF2-40B4-BE49-F238E27FC236}">
                      <a16:creationId xmlns:a16="http://schemas.microsoft.com/office/drawing/2014/main" id="{C89DB41E-76A6-5279-B21B-357730C7EFCC}"/>
                    </a:ext>
                  </a:extLst>
                </p:cNvPr>
                <p:cNvGrpSpPr/>
                <p:nvPr/>
              </p:nvGrpSpPr>
              <p:grpSpPr>
                <a:xfrm>
                  <a:off x="87978" y="31629"/>
                  <a:ext cx="534879" cy="295042"/>
                  <a:chOff x="87978" y="31629"/>
                  <a:chExt cx="534879" cy="295042"/>
                </a:xfrm>
                <a:solidFill>
                  <a:srgbClr val="B1ABE5"/>
                </a:solidFill>
              </p:grpSpPr>
              <p:sp>
                <p:nvSpPr>
                  <p:cNvPr id="3122" name="Forme libre : forme 3121">
                    <a:extLst>
                      <a:ext uri="{FF2B5EF4-FFF2-40B4-BE49-F238E27FC236}">
                        <a16:creationId xmlns:a16="http://schemas.microsoft.com/office/drawing/2014/main" id="{9CF9AC9D-517F-61E5-67CB-3A5492D86DF0}"/>
                      </a:ext>
                    </a:extLst>
                  </p:cNvPr>
                  <p:cNvSpPr/>
                  <p:nvPr/>
                </p:nvSpPr>
                <p:spPr>
                  <a:xfrm>
                    <a:off x="87978" y="308782"/>
                    <a:ext cx="6262" cy="17889"/>
                  </a:xfrm>
                  <a:custGeom>
                    <a:avLst/>
                    <a:gdLst>
                      <a:gd name="connsiteX0" fmla="*/ 1783 w 6262"/>
                      <a:gd name="connsiteY0" fmla="*/ 17617 h 17889"/>
                      <a:gd name="connsiteX1" fmla="*/ 2 w 6262"/>
                      <a:gd name="connsiteY1" fmla="*/ 14870 h 17889"/>
                      <a:gd name="connsiteX2" fmla="*/ 213 w 6262"/>
                      <a:gd name="connsiteY2" fmla="*/ 2827 h 17889"/>
                      <a:gd name="connsiteX3" fmla="*/ 3352 w 6262"/>
                      <a:gd name="connsiteY3" fmla="*/ 5 h 17889"/>
                      <a:gd name="connsiteX4" fmla="*/ 6069 w 6262"/>
                      <a:gd name="connsiteY4" fmla="*/ 14946 h 17889"/>
                      <a:gd name="connsiteX5" fmla="*/ 3051 w 6262"/>
                      <a:gd name="connsiteY5" fmla="*/ 17889 h 17889"/>
                      <a:gd name="connsiteX6" fmla="*/ 1798 w 6262"/>
                      <a:gd name="connsiteY6" fmla="*/ 17602 h 17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262" h="17889">
                        <a:moveTo>
                          <a:pt x="1783" y="17617"/>
                        </a:moveTo>
                        <a:cubicBezTo>
                          <a:pt x="726" y="17134"/>
                          <a:pt x="2" y="16078"/>
                          <a:pt x="2" y="14870"/>
                        </a:cubicBezTo>
                        <a:cubicBezTo>
                          <a:pt x="-13" y="10886"/>
                          <a:pt x="62" y="6826"/>
                          <a:pt x="213" y="2827"/>
                        </a:cubicBezTo>
                        <a:cubicBezTo>
                          <a:pt x="274" y="1182"/>
                          <a:pt x="1677" y="-86"/>
                          <a:pt x="3352" y="5"/>
                        </a:cubicBezTo>
                        <a:cubicBezTo>
                          <a:pt x="7412" y="201"/>
                          <a:pt x="6024" y="4170"/>
                          <a:pt x="6069" y="14946"/>
                        </a:cubicBezTo>
                        <a:cubicBezTo>
                          <a:pt x="6069" y="16591"/>
                          <a:pt x="4726" y="17919"/>
                          <a:pt x="3051" y="17889"/>
                        </a:cubicBezTo>
                        <a:cubicBezTo>
                          <a:pt x="2598" y="17889"/>
                          <a:pt x="2175" y="17783"/>
                          <a:pt x="1798" y="17602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23" name="Forme libre : forme 3122">
                    <a:extLst>
                      <a:ext uri="{FF2B5EF4-FFF2-40B4-BE49-F238E27FC236}">
                        <a16:creationId xmlns:a16="http://schemas.microsoft.com/office/drawing/2014/main" id="{4C5DD3C7-1542-8B2D-A81D-21440AABDCD2}"/>
                      </a:ext>
                    </a:extLst>
                  </p:cNvPr>
                  <p:cNvSpPr/>
                  <p:nvPr/>
                </p:nvSpPr>
                <p:spPr>
                  <a:xfrm>
                    <a:off x="91968" y="31629"/>
                    <a:ext cx="496271" cy="246205"/>
                  </a:xfrm>
                  <a:custGeom>
                    <a:avLst/>
                    <a:gdLst>
                      <a:gd name="connsiteX0" fmla="*/ 57 w 496271"/>
                      <a:gd name="connsiteY0" fmla="*/ 242672 h 246205"/>
                      <a:gd name="connsiteX1" fmla="*/ 4811 w 496271"/>
                      <a:gd name="connsiteY1" fmla="*/ 220109 h 246205"/>
                      <a:gd name="connsiteX2" fmla="*/ 8478 w 496271"/>
                      <a:gd name="connsiteY2" fmla="*/ 217996 h 246205"/>
                      <a:gd name="connsiteX3" fmla="*/ 6018 w 496271"/>
                      <a:gd name="connsiteY3" fmla="*/ 243759 h 246205"/>
                      <a:gd name="connsiteX4" fmla="*/ 2532 w 496271"/>
                      <a:gd name="connsiteY4" fmla="*/ 246159 h 246205"/>
                      <a:gd name="connsiteX5" fmla="*/ 42 w 496271"/>
                      <a:gd name="connsiteY5" fmla="*/ 242687 h 246205"/>
                      <a:gd name="connsiteX6" fmla="*/ 16296 w 496271"/>
                      <a:gd name="connsiteY6" fmla="*/ 184492 h 246205"/>
                      <a:gd name="connsiteX7" fmla="*/ 25593 w 496271"/>
                      <a:gd name="connsiteY7" fmla="*/ 163423 h 246205"/>
                      <a:gd name="connsiteX8" fmla="*/ 31056 w 496271"/>
                      <a:gd name="connsiteY8" fmla="*/ 166094 h 246205"/>
                      <a:gd name="connsiteX9" fmla="*/ 21956 w 496271"/>
                      <a:gd name="connsiteY9" fmla="*/ 186755 h 246205"/>
                      <a:gd name="connsiteX10" fmla="*/ 18032 w 496271"/>
                      <a:gd name="connsiteY10" fmla="*/ 188400 h 246205"/>
                      <a:gd name="connsiteX11" fmla="*/ 16296 w 496271"/>
                      <a:gd name="connsiteY11" fmla="*/ 184507 h 246205"/>
                      <a:gd name="connsiteX12" fmla="*/ 44171 w 496271"/>
                      <a:gd name="connsiteY12" fmla="*/ 130944 h 246205"/>
                      <a:gd name="connsiteX13" fmla="*/ 57649 w 496271"/>
                      <a:gd name="connsiteY13" fmla="*/ 112260 h 246205"/>
                      <a:gd name="connsiteX14" fmla="*/ 62463 w 496271"/>
                      <a:gd name="connsiteY14" fmla="*/ 115957 h 246205"/>
                      <a:gd name="connsiteX15" fmla="*/ 49258 w 496271"/>
                      <a:gd name="connsiteY15" fmla="*/ 134264 h 246205"/>
                      <a:gd name="connsiteX16" fmla="*/ 44171 w 496271"/>
                      <a:gd name="connsiteY16" fmla="*/ 130944 h 246205"/>
                      <a:gd name="connsiteX17" fmla="*/ 82702 w 496271"/>
                      <a:gd name="connsiteY17" fmla="*/ 88535 h 246205"/>
                      <a:gd name="connsiteX18" fmla="*/ 82672 w 496271"/>
                      <a:gd name="connsiteY18" fmla="*/ 84309 h 246205"/>
                      <a:gd name="connsiteX19" fmla="*/ 99817 w 496271"/>
                      <a:gd name="connsiteY19" fmla="*/ 68794 h 246205"/>
                      <a:gd name="connsiteX20" fmla="*/ 103786 w 496271"/>
                      <a:gd name="connsiteY20" fmla="*/ 73382 h 246205"/>
                      <a:gd name="connsiteX21" fmla="*/ 86988 w 496271"/>
                      <a:gd name="connsiteY21" fmla="*/ 88580 h 246205"/>
                      <a:gd name="connsiteX22" fmla="*/ 82702 w 496271"/>
                      <a:gd name="connsiteY22" fmla="*/ 88535 h 246205"/>
                      <a:gd name="connsiteX23" fmla="*/ 129337 w 496271"/>
                      <a:gd name="connsiteY23" fmla="*/ 50713 h 246205"/>
                      <a:gd name="connsiteX24" fmla="*/ 130183 w 496271"/>
                      <a:gd name="connsiteY24" fmla="*/ 46593 h 246205"/>
                      <a:gd name="connsiteX25" fmla="*/ 150225 w 496271"/>
                      <a:gd name="connsiteY25" fmla="*/ 34897 h 246205"/>
                      <a:gd name="connsiteX26" fmla="*/ 153168 w 496271"/>
                      <a:gd name="connsiteY26" fmla="*/ 40164 h 246205"/>
                      <a:gd name="connsiteX27" fmla="*/ 133533 w 496271"/>
                      <a:gd name="connsiteY27" fmla="*/ 51619 h 246205"/>
                      <a:gd name="connsiteX28" fmla="*/ 129337 w 496271"/>
                      <a:gd name="connsiteY28" fmla="*/ 50713 h 246205"/>
                      <a:gd name="connsiteX29" fmla="*/ 184515 w 496271"/>
                      <a:gd name="connsiteY29" fmla="*/ 24785 h 246205"/>
                      <a:gd name="connsiteX30" fmla="*/ 182945 w 496271"/>
                      <a:gd name="connsiteY30" fmla="*/ 23155 h 246205"/>
                      <a:gd name="connsiteX31" fmla="*/ 184620 w 496271"/>
                      <a:gd name="connsiteY31" fmla="*/ 19306 h 246205"/>
                      <a:gd name="connsiteX32" fmla="*/ 206716 w 496271"/>
                      <a:gd name="connsiteY32" fmla="*/ 11896 h 246205"/>
                      <a:gd name="connsiteX33" fmla="*/ 210519 w 496271"/>
                      <a:gd name="connsiteY33" fmla="*/ 13918 h 246205"/>
                      <a:gd name="connsiteX34" fmla="*/ 208542 w 496271"/>
                      <a:gd name="connsiteY34" fmla="*/ 17631 h 246205"/>
                      <a:gd name="connsiteX35" fmla="*/ 186884 w 496271"/>
                      <a:gd name="connsiteY35" fmla="*/ 24890 h 246205"/>
                      <a:gd name="connsiteX36" fmla="*/ 184515 w 496271"/>
                      <a:gd name="connsiteY36" fmla="*/ 24800 h 246205"/>
                      <a:gd name="connsiteX37" fmla="*/ 243028 w 496271"/>
                      <a:gd name="connsiteY37" fmla="*/ 9179 h 246205"/>
                      <a:gd name="connsiteX38" fmla="*/ 241292 w 496271"/>
                      <a:gd name="connsiteY38" fmla="*/ 6961 h 246205"/>
                      <a:gd name="connsiteX39" fmla="*/ 243737 w 496271"/>
                      <a:gd name="connsiteY39" fmla="*/ 3535 h 246205"/>
                      <a:gd name="connsiteX40" fmla="*/ 266964 w 496271"/>
                      <a:gd name="connsiteY40" fmla="*/ 728 h 246205"/>
                      <a:gd name="connsiteX41" fmla="*/ 270284 w 496271"/>
                      <a:gd name="connsiteY41" fmla="*/ 3459 h 246205"/>
                      <a:gd name="connsiteX42" fmla="*/ 267568 w 496271"/>
                      <a:gd name="connsiteY42" fmla="*/ 6674 h 246205"/>
                      <a:gd name="connsiteX43" fmla="*/ 244809 w 496271"/>
                      <a:gd name="connsiteY43" fmla="*/ 9421 h 246205"/>
                      <a:gd name="connsiteX44" fmla="*/ 243028 w 496271"/>
                      <a:gd name="connsiteY44" fmla="*/ 9179 h 246205"/>
                      <a:gd name="connsiteX45" fmla="*/ 301948 w 496271"/>
                      <a:gd name="connsiteY45" fmla="*/ 2856 h 246205"/>
                      <a:gd name="connsiteX46" fmla="*/ 305057 w 496271"/>
                      <a:gd name="connsiteY46" fmla="*/ 3 h 246205"/>
                      <a:gd name="connsiteX47" fmla="*/ 328480 w 496271"/>
                      <a:gd name="connsiteY47" fmla="*/ 1950 h 246205"/>
                      <a:gd name="connsiteX48" fmla="*/ 327831 w 496271"/>
                      <a:gd name="connsiteY48" fmla="*/ 7881 h 246205"/>
                      <a:gd name="connsiteX49" fmla="*/ 304891 w 496271"/>
                      <a:gd name="connsiteY49" fmla="*/ 5980 h 246205"/>
                      <a:gd name="connsiteX50" fmla="*/ 301948 w 496271"/>
                      <a:gd name="connsiteY50" fmla="*/ 2856 h 246205"/>
                      <a:gd name="connsiteX51" fmla="*/ 491206 w 496271"/>
                      <a:gd name="connsiteY51" fmla="*/ 81185 h 246205"/>
                      <a:gd name="connsiteX52" fmla="*/ 472718 w 496271"/>
                      <a:gd name="connsiteY52" fmla="*/ 62425 h 246205"/>
                      <a:gd name="connsiteX53" fmla="*/ 476958 w 496271"/>
                      <a:gd name="connsiteY53" fmla="*/ 61897 h 246205"/>
                      <a:gd name="connsiteX54" fmla="*/ 495205 w 496271"/>
                      <a:gd name="connsiteY54" fmla="*/ 76778 h 246205"/>
                      <a:gd name="connsiteX55" fmla="*/ 491206 w 496271"/>
                      <a:gd name="connsiteY55" fmla="*/ 81200 h 246205"/>
                      <a:gd name="connsiteX56" fmla="*/ 362393 w 496271"/>
                      <a:gd name="connsiteY56" fmla="*/ 11111 h 246205"/>
                      <a:gd name="connsiteX57" fmla="*/ 366045 w 496271"/>
                      <a:gd name="connsiteY57" fmla="*/ 8968 h 246205"/>
                      <a:gd name="connsiteX58" fmla="*/ 388638 w 496271"/>
                      <a:gd name="connsiteY58" fmla="*/ 15578 h 246205"/>
                      <a:gd name="connsiteX59" fmla="*/ 386782 w 496271"/>
                      <a:gd name="connsiteY59" fmla="*/ 21223 h 246205"/>
                      <a:gd name="connsiteX60" fmla="*/ 364642 w 496271"/>
                      <a:gd name="connsiteY60" fmla="*/ 14748 h 246205"/>
                      <a:gd name="connsiteX61" fmla="*/ 362393 w 496271"/>
                      <a:gd name="connsiteY61" fmla="*/ 11111 h 246205"/>
                      <a:gd name="connsiteX62" fmla="*/ 442035 w 496271"/>
                      <a:gd name="connsiteY62" fmla="*/ 45974 h 246205"/>
                      <a:gd name="connsiteX63" fmla="*/ 420106 w 496271"/>
                      <a:gd name="connsiteY63" fmla="*/ 31259 h 246205"/>
                      <a:gd name="connsiteX64" fmla="*/ 424135 w 496271"/>
                      <a:gd name="connsiteY64" fmla="*/ 29886 h 246205"/>
                      <a:gd name="connsiteX65" fmla="*/ 445008 w 496271"/>
                      <a:gd name="connsiteY65" fmla="*/ 40828 h 246205"/>
                      <a:gd name="connsiteX66" fmla="*/ 446155 w 496271"/>
                      <a:gd name="connsiteY66" fmla="*/ 44918 h 246205"/>
                      <a:gd name="connsiteX67" fmla="*/ 442035 w 496271"/>
                      <a:gd name="connsiteY67" fmla="*/ 45974 h 2462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</a:cxnLst>
                    <a:rect l="l" t="t" r="r" b="b"/>
                    <a:pathLst>
                      <a:path w="496271" h="246205">
                        <a:moveTo>
                          <a:pt x="57" y="242672"/>
                        </a:moveTo>
                        <a:cubicBezTo>
                          <a:pt x="1339" y="235126"/>
                          <a:pt x="2939" y="227535"/>
                          <a:pt x="4811" y="220109"/>
                        </a:cubicBezTo>
                        <a:cubicBezTo>
                          <a:pt x="5218" y="218510"/>
                          <a:pt x="6863" y="217574"/>
                          <a:pt x="8478" y="217996"/>
                        </a:cubicBezTo>
                        <a:cubicBezTo>
                          <a:pt x="12900" y="219189"/>
                          <a:pt x="9791" y="221498"/>
                          <a:pt x="6018" y="243759"/>
                        </a:cubicBezTo>
                        <a:cubicBezTo>
                          <a:pt x="5746" y="245374"/>
                          <a:pt x="4177" y="246445"/>
                          <a:pt x="2532" y="246159"/>
                        </a:cubicBezTo>
                        <a:cubicBezTo>
                          <a:pt x="857" y="245857"/>
                          <a:pt x="-230" y="244287"/>
                          <a:pt x="42" y="242687"/>
                        </a:cubicBezTo>
                        <a:close/>
                        <a:moveTo>
                          <a:pt x="16296" y="184492"/>
                        </a:moveTo>
                        <a:cubicBezTo>
                          <a:pt x="19118" y="177338"/>
                          <a:pt x="22288" y="170169"/>
                          <a:pt x="25593" y="163423"/>
                        </a:cubicBezTo>
                        <a:cubicBezTo>
                          <a:pt x="27359" y="159801"/>
                          <a:pt x="32762" y="162623"/>
                          <a:pt x="31056" y="166094"/>
                        </a:cubicBezTo>
                        <a:cubicBezTo>
                          <a:pt x="27766" y="172825"/>
                          <a:pt x="24717" y="179753"/>
                          <a:pt x="21956" y="186755"/>
                        </a:cubicBezTo>
                        <a:cubicBezTo>
                          <a:pt x="21352" y="188280"/>
                          <a:pt x="19601" y="189019"/>
                          <a:pt x="18032" y="188400"/>
                        </a:cubicBezTo>
                        <a:cubicBezTo>
                          <a:pt x="16447" y="187767"/>
                          <a:pt x="15707" y="186031"/>
                          <a:pt x="16296" y="184507"/>
                        </a:cubicBezTo>
                        <a:close/>
                        <a:moveTo>
                          <a:pt x="44171" y="130944"/>
                        </a:moveTo>
                        <a:cubicBezTo>
                          <a:pt x="48397" y="124575"/>
                          <a:pt x="52925" y="118282"/>
                          <a:pt x="57649" y="112260"/>
                        </a:cubicBezTo>
                        <a:cubicBezTo>
                          <a:pt x="60094" y="109151"/>
                          <a:pt x="64893" y="112863"/>
                          <a:pt x="62463" y="115957"/>
                        </a:cubicBezTo>
                        <a:cubicBezTo>
                          <a:pt x="57830" y="121858"/>
                          <a:pt x="53393" y="128031"/>
                          <a:pt x="49258" y="134264"/>
                        </a:cubicBezTo>
                        <a:cubicBezTo>
                          <a:pt x="47084" y="137554"/>
                          <a:pt x="41998" y="134219"/>
                          <a:pt x="44171" y="130944"/>
                        </a:cubicBezTo>
                        <a:close/>
                        <a:moveTo>
                          <a:pt x="82702" y="88535"/>
                        </a:moveTo>
                        <a:cubicBezTo>
                          <a:pt x="81510" y="87357"/>
                          <a:pt x="81495" y="85471"/>
                          <a:pt x="82672" y="84309"/>
                        </a:cubicBezTo>
                        <a:cubicBezTo>
                          <a:pt x="88150" y="78936"/>
                          <a:pt x="93916" y="73729"/>
                          <a:pt x="99817" y="68794"/>
                        </a:cubicBezTo>
                        <a:cubicBezTo>
                          <a:pt x="102850" y="66258"/>
                          <a:pt x="106820" y="70846"/>
                          <a:pt x="103786" y="73382"/>
                        </a:cubicBezTo>
                        <a:cubicBezTo>
                          <a:pt x="98006" y="78212"/>
                          <a:pt x="92346" y="83328"/>
                          <a:pt x="86988" y="88580"/>
                        </a:cubicBezTo>
                        <a:cubicBezTo>
                          <a:pt x="85811" y="89727"/>
                          <a:pt x="83894" y="89712"/>
                          <a:pt x="82702" y="88535"/>
                        </a:cubicBezTo>
                        <a:close/>
                        <a:moveTo>
                          <a:pt x="129337" y="50713"/>
                        </a:moveTo>
                        <a:cubicBezTo>
                          <a:pt x="128417" y="49325"/>
                          <a:pt x="128794" y="47484"/>
                          <a:pt x="130183" y="46593"/>
                        </a:cubicBezTo>
                        <a:cubicBezTo>
                          <a:pt x="136672" y="42458"/>
                          <a:pt x="143418" y="38519"/>
                          <a:pt x="150225" y="34897"/>
                        </a:cubicBezTo>
                        <a:cubicBezTo>
                          <a:pt x="153727" y="33040"/>
                          <a:pt x="156670" y="38292"/>
                          <a:pt x="153168" y="40164"/>
                        </a:cubicBezTo>
                        <a:cubicBezTo>
                          <a:pt x="146497" y="43710"/>
                          <a:pt x="139887" y="47559"/>
                          <a:pt x="133533" y="51619"/>
                        </a:cubicBezTo>
                        <a:cubicBezTo>
                          <a:pt x="132145" y="52509"/>
                          <a:pt x="130258" y="52102"/>
                          <a:pt x="129337" y="50713"/>
                        </a:cubicBezTo>
                        <a:close/>
                        <a:moveTo>
                          <a:pt x="184515" y="24785"/>
                        </a:moveTo>
                        <a:cubicBezTo>
                          <a:pt x="183821" y="24468"/>
                          <a:pt x="183247" y="23894"/>
                          <a:pt x="182945" y="23155"/>
                        </a:cubicBezTo>
                        <a:cubicBezTo>
                          <a:pt x="182326" y="21615"/>
                          <a:pt x="183066" y="19895"/>
                          <a:pt x="184620" y="19306"/>
                        </a:cubicBezTo>
                        <a:cubicBezTo>
                          <a:pt x="191865" y="16559"/>
                          <a:pt x="199290" y="14069"/>
                          <a:pt x="206716" y="11896"/>
                        </a:cubicBezTo>
                        <a:cubicBezTo>
                          <a:pt x="208315" y="11428"/>
                          <a:pt x="210006" y="12334"/>
                          <a:pt x="210519" y="13918"/>
                        </a:cubicBezTo>
                        <a:cubicBezTo>
                          <a:pt x="211017" y="15503"/>
                          <a:pt x="210126" y="17163"/>
                          <a:pt x="208542" y="17631"/>
                        </a:cubicBezTo>
                        <a:cubicBezTo>
                          <a:pt x="201267" y="19759"/>
                          <a:pt x="193978" y="22204"/>
                          <a:pt x="186884" y="24890"/>
                        </a:cubicBezTo>
                        <a:cubicBezTo>
                          <a:pt x="186084" y="25192"/>
                          <a:pt x="185239" y="25132"/>
                          <a:pt x="184515" y="24800"/>
                        </a:cubicBezTo>
                        <a:close/>
                        <a:moveTo>
                          <a:pt x="243028" y="9179"/>
                        </a:moveTo>
                        <a:cubicBezTo>
                          <a:pt x="242152" y="8772"/>
                          <a:pt x="241473" y="7972"/>
                          <a:pt x="241292" y="6961"/>
                        </a:cubicBezTo>
                        <a:cubicBezTo>
                          <a:pt x="240990" y="5331"/>
                          <a:pt x="242092" y="3806"/>
                          <a:pt x="243737" y="3535"/>
                        </a:cubicBezTo>
                        <a:cubicBezTo>
                          <a:pt x="251404" y="2312"/>
                          <a:pt x="259222" y="1361"/>
                          <a:pt x="266964" y="728"/>
                        </a:cubicBezTo>
                        <a:cubicBezTo>
                          <a:pt x="268624" y="592"/>
                          <a:pt x="270118" y="1814"/>
                          <a:pt x="270284" y="3459"/>
                        </a:cubicBezTo>
                        <a:cubicBezTo>
                          <a:pt x="270450" y="5104"/>
                          <a:pt x="269243" y="6538"/>
                          <a:pt x="267568" y="6674"/>
                        </a:cubicBezTo>
                        <a:cubicBezTo>
                          <a:pt x="259976" y="7293"/>
                          <a:pt x="252309" y="8228"/>
                          <a:pt x="244809" y="9421"/>
                        </a:cubicBezTo>
                        <a:cubicBezTo>
                          <a:pt x="244190" y="9526"/>
                          <a:pt x="243571" y="9421"/>
                          <a:pt x="243028" y="9179"/>
                        </a:cubicBezTo>
                        <a:close/>
                        <a:moveTo>
                          <a:pt x="301948" y="2856"/>
                        </a:moveTo>
                        <a:cubicBezTo>
                          <a:pt x="301993" y="1211"/>
                          <a:pt x="303382" y="-72"/>
                          <a:pt x="305057" y="3"/>
                        </a:cubicBezTo>
                        <a:cubicBezTo>
                          <a:pt x="312830" y="350"/>
                          <a:pt x="320723" y="999"/>
                          <a:pt x="328480" y="1950"/>
                        </a:cubicBezTo>
                        <a:cubicBezTo>
                          <a:pt x="332480" y="2448"/>
                          <a:pt x="331816" y="8364"/>
                          <a:pt x="327831" y="7881"/>
                        </a:cubicBezTo>
                        <a:cubicBezTo>
                          <a:pt x="320225" y="6946"/>
                          <a:pt x="312513" y="6312"/>
                          <a:pt x="304891" y="5980"/>
                        </a:cubicBezTo>
                        <a:cubicBezTo>
                          <a:pt x="303216" y="5904"/>
                          <a:pt x="301903" y="4516"/>
                          <a:pt x="301948" y="2856"/>
                        </a:cubicBezTo>
                        <a:close/>
                        <a:moveTo>
                          <a:pt x="491206" y="81185"/>
                        </a:moveTo>
                        <a:cubicBezTo>
                          <a:pt x="474061" y="66062"/>
                          <a:pt x="469971" y="66002"/>
                          <a:pt x="472718" y="62425"/>
                        </a:cubicBezTo>
                        <a:cubicBezTo>
                          <a:pt x="473714" y="61127"/>
                          <a:pt x="475615" y="60886"/>
                          <a:pt x="476958" y="61897"/>
                        </a:cubicBezTo>
                        <a:cubicBezTo>
                          <a:pt x="483207" y="66606"/>
                          <a:pt x="489334" y="71601"/>
                          <a:pt x="495205" y="76778"/>
                        </a:cubicBezTo>
                        <a:cubicBezTo>
                          <a:pt x="498208" y="79434"/>
                          <a:pt x="494224" y="83856"/>
                          <a:pt x="491206" y="81200"/>
                        </a:cubicBezTo>
                        <a:close/>
                        <a:moveTo>
                          <a:pt x="362393" y="11111"/>
                        </a:moveTo>
                        <a:cubicBezTo>
                          <a:pt x="362785" y="9511"/>
                          <a:pt x="364415" y="8545"/>
                          <a:pt x="366045" y="8968"/>
                        </a:cubicBezTo>
                        <a:cubicBezTo>
                          <a:pt x="373621" y="10870"/>
                          <a:pt x="381213" y="13088"/>
                          <a:pt x="388638" y="15578"/>
                        </a:cubicBezTo>
                        <a:cubicBezTo>
                          <a:pt x="392457" y="16861"/>
                          <a:pt x="390600" y="22506"/>
                          <a:pt x="386782" y="21223"/>
                        </a:cubicBezTo>
                        <a:cubicBezTo>
                          <a:pt x="379507" y="18793"/>
                          <a:pt x="372052" y="16620"/>
                          <a:pt x="364642" y="14748"/>
                        </a:cubicBezTo>
                        <a:cubicBezTo>
                          <a:pt x="362996" y="14326"/>
                          <a:pt x="362015" y="12696"/>
                          <a:pt x="362393" y="11111"/>
                        </a:cubicBezTo>
                        <a:close/>
                        <a:moveTo>
                          <a:pt x="442035" y="45974"/>
                        </a:moveTo>
                        <a:cubicBezTo>
                          <a:pt x="422234" y="34610"/>
                          <a:pt x="418159" y="35349"/>
                          <a:pt x="420106" y="31259"/>
                        </a:cubicBezTo>
                        <a:cubicBezTo>
                          <a:pt x="421343" y="28663"/>
                          <a:pt x="424498" y="29901"/>
                          <a:pt x="424135" y="29886"/>
                        </a:cubicBezTo>
                        <a:cubicBezTo>
                          <a:pt x="431214" y="33267"/>
                          <a:pt x="438247" y="36934"/>
                          <a:pt x="445008" y="40828"/>
                        </a:cubicBezTo>
                        <a:cubicBezTo>
                          <a:pt x="446472" y="41658"/>
                          <a:pt x="446985" y="43499"/>
                          <a:pt x="446155" y="44918"/>
                        </a:cubicBezTo>
                        <a:cubicBezTo>
                          <a:pt x="445370" y="46276"/>
                          <a:pt x="443574" y="46850"/>
                          <a:pt x="442035" y="45974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24" name="Forme libre : forme 3123">
                    <a:extLst>
                      <a:ext uri="{FF2B5EF4-FFF2-40B4-BE49-F238E27FC236}">
                        <a16:creationId xmlns:a16="http://schemas.microsoft.com/office/drawing/2014/main" id="{AF8FFB28-5F92-448A-8E1E-17E696E0EF44}"/>
                      </a:ext>
                    </a:extLst>
                  </p:cNvPr>
                  <p:cNvSpPr/>
                  <p:nvPr/>
                </p:nvSpPr>
                <p:spPr>
                  <a:xfrm>
                    <a:off x="608975" y="134497"/>
                    <a:ext cx="13882" cy="15094"/>
                  </a:xfrm>
                  <a:custGeom>
                    <a:avLst/>
                    <a:gdLst>
                      <a:gd name="connsiteX0" fmla="*/ 8518 w 13882"/>
                      <a:gd name="connsiteY0" fmla="*/ 14070 h 15094"/>
                      <a:gd name="connsiteX1" fmla="*/ 1048 w 13882"/>
                      <a:gd name="connsiteY1" fmla="*/ 714 h 15094"/>
                      <a:gd name="connsiteX2" fmla="*/ 5319 w 13882"/>
                      <a:gd name="connsiteY2" fmla="*/ 1061 h 15094"/>
                      <a:gd name="connsiteX3" fmla="*/ 12774 w 13882"/>
                      <a:gd name="connsiteY3" fmla="*/ 14583 h 15094"/>
                      <a:gd name="connsiteX4" fmla="*/ 8518 w 13882"/>
                      <a:gd name="connsiteY4" fmla="*/ 14070 h 150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882" h="15094">
                        <a:moveTo>
                          <a:pt x="8518" y="14070"/>
                        </a:moveTo>
                        <a:cubicBezTo>
                          <a:pt x="2089" y="6162"/>
                          <a:pt x="-2046" y="3340"/>
                          <a:pt x="1048" y="714"/>
                        </a:cubicBezTo>
                        <a:cubicBezTo>
                          <a:pt x="2300" y="-358"/>
                          <a:pt x="4217" y="-207"/>
                          <a:pt x="5319" y="1061"/>
                        </a:cubicBezTo>
                        <a:cubicBezTo>
                          <a:pt x="12291" y="8984"/>
                          <a:pt x="15838" y="12184"/>
                          <a:pt x="12774" y="14583"/>
                        </a:cubicBezTo>
                        <a:cubicBezTo>
                          <a:pt x="11854" y="15308"/>
                          <a:pt x="9560" y="15368"/>
                          <a:pt x="8518" y="14070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114" name="Graphique 28">
                  <a:extLst>
                    <a:ext uri="{FF2B5EF4-FFF2-40B4-BE49-F238E27FC236}">
                      <a16:creationId xmlns:a16="http://schemas.microsoft.com/office/drawing/2014/main" id="{A5FD230F-18C4-7F41-22D3-71F3C972EBE7}"/>
                    </a:ext>
                  </a:extLst>
                </p:cNvPr>
                <p:cNvGrpSpPr/>
                <p:nvPr/>
              </p:nvGrpSpPr>
              <p:grpSpPr>
                <a:xfrm>
                  <a:off x="146241" y="353535"/>
                  <a:ext cx="542347" cy="270425"/>
                  <a:chOff x="146241" y="353535"/>
                  <a:chExt cx="542347" cy="270425"/>
                </a:xfrm>
                <a:solidFill>
                  <a:srgbClr val="B1ABE5"/>
                </a:solidFill>
              </p:grpSpPr>
              <p:sp>
                <p:nvSpPr>
                  <p:cNvPr id="3119" name="Forme libre : forme 3118">
                    <a:extLst>
                      <a:ext uri="{FF2B5EF4-FFF2-40B4-BE49-F238E27FC236}">
                        <a16:creationId xmlns:a16="http://schemas.microsoft.com/office/drawing/2014/main" id="{30D0EB7A-6E1A-CECD-C0C7-8686852FC207}"/>
                      </a:ext>
                    </a:extLst>
                  </p:cNvPr>
                  <p:cNvSpPr/>
                  <p:nvPr/>
                </p:nvSpPr>
                <p:spPr>
                  <a:xfrm>
                    <a:off x="681296" y="353535"/>
                    <a:ext cx="7292" cy="17811"/>
                  </a:xfrm>
                  <a:custGeom>
                    <a:avLst/>
                    <a:gdLst>
                      <a:gd name="connsiteX0" fmla="*/ 1789 w 7292"/>
                      <a:gd name="connsiteY0" fmla="*/ 17523 h 17811"/>
                      <a:gd name="connsiteX1" fmla="*/ 23 w 7292"/>
                      <a:gd name="connsiteY1" fmla="*/ 14413 h 17811"/>
                      <a:gd name="connsiteX2" fmla="*/ 1245 w 7292"/>
                      <a:gd name="connsiteY2" fmla="*/ 2687 h 17811"/>
                      <a:gd name="connsiteX3" fmla="*/ 4505 w 7292"/>
                      <a:gd name="connsiteY3" fmla="*/ 15 h 17811"/>
                      <a:gd name="connsiteX4" fmla="*/ 7282 w 7292"/>
                      <a:gd name="connsiteY4" fmla="*/ 3275 h 17811"/>
                      <a:gd name="connsiteX5" fmla="*/ 6030 w 7292"/>
                      <a:gd name="connsiteY5" fmla="*/ 15244 h 17811"/>
                      <a:gd name="connsiteX6" fmla="*/ 2649 w 7292"/>
                      <a:gd name="connsiteY6" fmla="*/ 17779 h 17811"/>
                      <a:gd name="connsiteX7" fmla="*/ 1774 w 7292"/>
                      <a:gd name="connsiteY7" fmla="*/ 17523 h 178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7292" h="17811">
                        <a:moveTo>
                          <a:pt x="1789" y="17523"/>
                        </a:moveTo>
                        <a:cubicBezTo>
                          <a:pt x="611" y="16979"/>
                          <a:pt x="-143" y="15727"/>
                          <a:pt x="23" y="14413"/>
                        </a:cubicBezTo>
                        <a:cubicBezTo>
                          <a:pt x="506" y="10520"/>
                          <a:pt x="913" y="6581"/>
                          <a:pt x="1245" y="2687"/>
                        </a:cubicBezTo>
                        <a:cubicBezTo>
                          <a:pt x="1381" y="1042"/>
                          <a:pt x="2845" y="-151"/>
                          <a:pt x="4505" y="15"/>
                        </a:cubicBezTo>
                        <a:cubicBezTo>
                          <a:pt x="6165" y="181"/>
                          <a:pt x="7418" y="1645"/>
                          <a:pt x="7282" y="3275"/>
                        </a:cubicBezTo>
                        <a:cubicBezTo>
                          <a:pt x="6950" y="7245"/>
                          <a:pt x="6528" y="11274"/>
                          <a:pt x="6030" y="15244"/>
                        </a:cubicBezTo>
                        <a:cubicBezTo>
                          <a:pt x="5818" y="16874"/>
                          <a:pt x="4309" y="18021"/>
                          <a:pt x="2649" y="17779"/>
                        </a:cubicBezTo>
                        <a:cubicBezTo>
                          <a:pt x="2332" y="17734"/>
                          <a:pt x="2045" y="17643"/>
                          <a:pt x="1774" y="1752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20" name="Forme libre : forme 3119">
                    <a:extLst>
                      <a:ext uri="{FF2B5EF4-FFF2-40B4-BE49-F238E27FC236}">
                        <a16:creationId xmlns:a16="http://schemas.microsoft.com/office/drawing/2014/main" id="{EEEB3658-9196-7A20-2F84-0CFE0AA04AAB}"/>
                      </a:ext>
                    </a:extLst>
                  </p:cNvPr>
                  <p:cNvSpPr/>
                  <p:nvPr/>
                </p:nvSpPr>
                <p:spPr>
                  <a:xfrm>
                    <a:off x="181281" y="404553"/>
                    <a:ext cx="498386" cy="219407"/>
                  </a:xfrm>
                  <a:custGeom>
                    <a:avLst/>
                    <a:gdLst>
                      <a:gd name="connsiteX0" fmla="*/ 76080 w 498386"/>
                      <a:gd name="connsiteY0" fmla="*/ 187396 h 219407"/>
                      <a:gd name="connsiteX1" fmla="*/ 53818 w 498386"/>
                      <a:gd name="connsiteY1" fmla="*/ 175231 h 219407"/>
                      <a:gd name="connsiteX2" fmla="*/ 52762 w 498386"/>
                      <a:gd name="connsiteY2" fmla="*/ 171126 h 219407"/>
                      <a:gd name="connsiteX3" fmla="*/ 78721 w 498386"/>
                      <a:gd name="connsiteY3" fmla="*/ 182068 h 219407"/>
                      <a:gd name="connsiteX4" fmla="*/ 80124 w 498386"/>
                      <a:gd name="connsiteY4" fmla="*/ 186083 h 219407"/>
                      <a:gd name="connsiteX5" fmla="*/ 76080 w 498386"/>
                      <a:gd name="connsiteY5" fmla="*/ 187396 h 219407"/>
                      <a:gd name="connsiteX6" fmla="*/ 112211 w 498386"/>
                      <a:gd name="connsiteY6" fmla="*/ 199379 h 219407"/>
                      <a:gd name="connsiteX7" fmla="*/ 139860 w 498386"/>
                      <a:gd name="connsiteY7" fmla="*/ 204556 h 219407"/>
                      <a:gd name="connsiteX8" fmla="*/ 142108 w 498386"/>
                      <a:gd name="connsiteY8" fmla="*/ 208193 h 219407"/>
                      <a:gd name="connsiteX9" fmla="*/ 138456 w 498386"/>
                      <a:gd name="connsiteY9" fmla="*/ 210351 h 219407"/>
                      <a:gd name="connsiteX10" fmla="*/ 114142 w 498386"/>
                      <a:gd name="connsiteY10" fmla="*/ 203182 h 219407"/>
                      <a:gd name="connsiteX11" fmla="*/ 112211 w 498386"/>
                      <a:gd name="connsiteY11" fmla="*/ 199379 h 219407"/>
                      <a:gd name="connsiteX12" fmla="*/ 20027 w 498386"/>
                      <a:gd name="connsiteY12" fmla="*/ 151687 h 219407"/>
                      <a:gd name="connsiteX13" fmla="*/ 950 w 498386"/>
                      <a:gd name="connsiteY13" fmla="*/ 135041 h 219407"/>
                      <a:gd name="connsiteX14" fmla="*/ 829 w 498386"/>
                      <a:gd name="connsiteY14" fmla="*/ 130815 h 219407"/>
                      <a:gd name="connsiteX15" fmla="*/ 23815 w 498386"/>
                      <a:gd name="connsiteY15" fmla="*/ 147084 h 219407"/>
                      <a:gd name="connsiteX16" fmla="*/ 24298 w 498386"/>
                      <a:gd name="connsiteY16" fmla="*/ 151295 h 219407"/>
                      <a:gd name="connsiteX17" fmla="*/ 20042 w 498386"/>
                      <a:gd name="connsiteY17" fmla="*/ 151702 h 219407"/>
                      <a:gd name="connsiteX18" fmla="*/ 177983 w 498386"/>
                      <a:gd name="connsiteY18" fmla="*/ 217384 h 219407"/>
                      <a:gd name="connsiteX19" fmla="*/ 176217 w 498386"/>
                      <a:gd name="connsiteY19" fmla="*/ 214351 h 219407"/>
                      <a:gd name="connsiteX20" fmla="*/ 179522 w 498386"/>
                      <a:gd name="connsiteY20" fmla="*/ 211725 h 219407"/>
                      <a:gd name="connsiteX21" fmla="*/ 204243 w 498386"/>
                      <a:gd name="connsiteY21" fmla="*/ 213445 h 219407"/>
                      <a:gd name="connsiteX22" fmla="*/ 207247 w 498386"/>
                      <a:gd name="connsiteY22" fmla="*/ 216509 h 219407"/>
                      <a:gd name="connsiteX23" fmla="*/ 204183 w 498386"/>
                      <a:gd name="connsiteY23" fmla="*/ 219407 h 219407"/>
                      <a:gd name="connsiteX24" fmla="*/ 178949 w 498386"/>
                      <a:gd name="connsiteY24" fmla="*/ 217641 h 219407"/>
                      <a:gd name="connsiteX25" fmla="*/ 177998 w 498386"/>
                      <a:gd name="connsiteY25" fmla="*/ 217369 h 219407"/>
                      <a:gd name="connsiteX26" fmla="*/ 243483 w 498386"/>
                      <a:gd name="connsiteY26" fmla="*/ 217520 h 219407"/>
                      <a:gd name="connsiteX27" fmla="*/ 241718 w 498386"/>
                      <a:gd name="connsiteY27" fmla="*/ 215135 h 219407"/>
                      <a:gd name="connsiteX28" fmla="*/ 244344 w 498386"/>
                      <a:gd name="connsiteY28" fmla="*/ 211845 h 219407"/>
                      <a:gd name="connsiteX29" fmla="*/ 268748 w 498386"/>
                      <a:gd name="connsiteY29" fmla="*/ 208178 h 219407"/>
                      <a:gd name="connsiteX30" fmla="*/ 272340 w 498386"/>
                      <a:gd name="connsiteY30" fmla="*/ 210532 h 219407"/>
                      <a:gd name="connsiteX31" fmla="*/ 270016 w 498386"/>
                      <a:gd name="connsiteY31" fmla="*/ 214034 h 219407"/>
                      <a:gd name="connsiteX32" fmla="*/ 245113 w 498386"/>
                      <a:gd name="connsiteY32" fmla="*/ 217777 h 219407"/>
                      <a:gd name="connsiteX33" fmla="*/ 243499 w 498386"/>
                      <a:gd name="connsiteY33" fmla="*/ 217505 h 219407"/>
                      <a:gd name="connsiteX34" fmla="*/ 307188 w 498386"/>
                      <a:gd name="connsiteY34" fmla="*/ 203484 h 219407"/>
                      <a:gd name="connsiteX35" fmla="*/ 305588 w 498386"/>
                      <a:gd name="connsiteY35" fmla="*/ 201749 h 219407"/>
                      <a:gd name="connsiteX36" fmla="*/ 307414 w 498386"/>
                      <a:gd name="connsiteY36" fmla="*/ 197960 h 219407"/>
                      <a:gd name="connsiteX37" fmla="*/ 330325 w 498386"/>
                      <a:gd name="connsiteY37" fmla="*/ 189116 h 219407"/>
                      <a:gd name="connsiteX38" fmla="*/ 334339 w 498386"/>
                      <a:gd name="connsiteY38" fmla="*/ 190656 h 219407"/>
                      <a:gd name="connsiteX39" fmla="*/ 332845 w 498386"/>
                      <a:gd name="connsiteY39" fmla="*/ 194595 h 219407"/>
                      <a:gd name="connsiteX40" fmla="*/ 309452 w 498386"/>
                      <a:gd name="connsiteY40" fmla="*/ 203620 h 219407"/>
                      <a:gd name="connsiteX41" fmla="*/ 307173 w 498386"/>
                      <a:gd name="connsiteY41" fmla="*/ 203499 h 219407"/>
                      <a:gd name="connsiteX42" fmla="*/ 366033 w 498386"/>
                      <a:gd name="connsiteY42" fmla="*/ 176046 h 219407"/>
                      <a:gd name="connsiteX43" fmla="*/ 364720 w 498386"/>
                      <a:gd name="connsiteY43" fmla="*/ 174899 h 219407"/>
                      <a:gd name="connsiteX44" fmla="*/ 365656 w 498386"/>
                      <a:gd name="connsiteY44" fmla="*/ 170794 h 219407"/>
                      <a:gd name="connsiteX45" fmla="*/ 385985 w 498386"/>
                      <a:gd name="connsiteY45" fmla="*/ 157211 h 219407"/>
                      <a:gd name="connsiteX46" fmla="*/ 390226 w 498386"/>
                      <a:gd name="connsiteY46" fmla="*/ 157860 h 219407"/>
                      <a:gd name="connsiteX47" fmla="*/ 389652 w 498386"/>
                      <a:gd name="connsiteY47" fmla="*/ 162026 h 219407"/>
                      <a:gd name="connsiteX48" fmla="*/ 368901 w 498386"/>
                      <a:gd name="connsiteY48" fmla="*/ 175880 h 219407"/>
                      <a:gd name="connsiteX49" fmla="*/ 366033 w 498386"/>
                      <a:gd name="connsiteY49" fmla="*/ 176031 h 219407"/>
                      <a:gd name="connsiteX50" fmla="*/ 416290 w 498386"/>
                      <a:gd name="connsiteY50" fmla="*/ 135886 h 219407"/>
                      <a:gd name="connsiteX51" fmla="*/ 433013 w 498386"/>
                      <a:gd name="connsiteY51" fmla="*/ 113972 h 219407"/>
                      <a:gd name="connsiteX52" fmla="*/ 437646 w 498386"/>
                      <a:gd name="connsiteY52" fmla="*/ 117896 h 219407"/>
                      <a:gd name="connsiteX53" fmla="*/ 420561 w 498386"/>
                      <a:gd name="connsiteY53" fmla="*/ 135961 h 219407"/>
                      <a:gd name="connsiteX54" fmla="*/ 416275 w 498386"/>
                      <a:gd name="connsiteY54" fmla="*/ 135901 h 219407"/>
                      <a:gd name="connsiteX55" fmla="*/ 457704 w 498386"/>
                      <a:gd name="connsiteY55" fmla="*/ 86489 h 219407"/>
                      <a:gd name="connsiteX56" fmla="*/ 469053 w 498386"/>
                      <a:gd name="connsiteY56" fmla="*/ 61405 h 219407"/>
                      <a:gd name="connsiteX57" fmla="*/ 474441 w 498386"/>
                      <a:gd name="connsiteY57" fmla="*/ 64243 h 219407"/>
                      <a:gd name="connsiteX58" fmla="*/ 461899 w 498386"/>
                      <a:gd name="connsiteY58" fmla="*/ 85628 h 219407"/>
                      <a:gd name="connsiteX59" fmla="*/ 457719 w 498386"/>
                      <a:gd name="connsiteY59" fmla="*/ 86489 h 219407"/>
                      <a:gd name="connsiteX60" fmla="*/ 486681 w 498386"/>
                      <a:gd name="connsiteY60" fmla="*/ 29077 h 219407"/>
                      <a:gd name="connsiteX61" fmla="*/ 485081 w 498386"/>
                      <a:gd name="connsiteY61" fmla="*/ 25335 h 219407"/>
                      <a:gd name="connsiteX62" fmla="*/ 492416 w 498386"/>
                      <a:gd name="connsiteY62" fmla="*/ 2168 h 219407"/>
                      <a:gd name="connsiteX63" fmla="*/ 496129 w 498386"/>
                      <a:gd name="connsiteY63" fmla="*/ 115 h 219407"/>
                      <a:gd name="connsiteX64" fmla="*/ 498287 w 498386"/>
                      <a:gd name="connsiteY64" fmla="*/ 3798 h 219407"/>
                      <a:gd name="connsiteX65" fmla="*/ 490786 w 498386"/>
                      <a:gd name="connsiteY65" fmla="*/ 27448 h 219407"/>
                      <a:gd name="connsiteX66" fmla="*/ 486922 w 498386"/>
                      <a:gd name="connsiteY66" fmla="*/ 29183 h 219407"/>
                      <a:gd name="connsiteX67" fmla="*/ 486696 w 498386"/>
                      <a:gd name="connsiteY67" fmla="*/ 29093 h 2194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</a:cxnLst>
                    <a:rect l="l" t="t" r="r" b="b"/>
                    <a:pathLst>
                      <a:path w="498386" h="219407">
                        <a:moveTo>
                          <a:pt x="76080" y="187396"/>
                        </a:moveTo>
                        <a:cubicBezTo>
                          <a:pt x="68518" y="183653"/>
                          <a:pt x="61033" y="179563"/>
                          <a:pt x="53818" y="175231"/>
                        </a:cubicBezTo>
                        <a:cubicBezTo>
                          <a:pt x="52385" y="174371"/>
                          <a:pt x="51902" y="172530"/>
                          <a:pt x="52762" y="171126"/>
                        </a:cubicBezTo>
                        <a:cubicBezTo>
                          <a:pt x="55162" y="167172"/>
                          <a:pt x="56610" y="171141"/>
                          <a:pt x="78721" y="182068"/>
                        </a:cubicBezTo>
                        <a:cubicBezTo>
                          <a:pt x="80230" y="182808"/>
                          <a:pt x="80864" y="184604"/>
                          <a:pt x="80124" y="186083"/>
                        </a:cubicBezTo>
                        <a:cubicBezTo>
                          <a:pt x="78857" y="188648"/>
                          <a:pt x="75717" y="187381"/>
                          <a:pt x="76080" y="187396"/>
                        </a:cubicBezTo>
                        <a:close/>
                        <a:moveTo>
                          <a:pt x="112211" y="199379"/>
                        </a:moveTo>
                        <a:cubicBezTo>
                          <a:pt x="113674" y="195002"/>
                          <a:pt x="116074" y="198594"/>
                          <a:pt x="139860" y="204556"/>
                        </a:cubicBezTo>
                        <a:cubicBezTo>
                          <a:pt x="141490" y="204963"/>
                          <a:pt x="142501" y="206593"/>
                          <a:pt x="142108" y="208193"/>
                        </a:cubicBezTo>
                        <a:cubicBezTo>
                          <a:pt x="141716" y="209793"/>
                          <a:pt x="140086" y="210759"/>
                          <a:pt x="138456" y="210351"/>
                        </a:cubicBezTo>
                        <a:cubicBezTo>
                          <a:pt x="130321" y="208314"/>
                          <a:pt x="122141" y="205899"/>
                          <a:pt x="114142" y="203182"/>
                        </a:cubicBezTo>
                        <a:cubicBezTo>
                          <a:pt x="112543" y="202639"/>
                          <a:pt x="111682" y="200934"/>
                          <a:pt x="112211" y="199379"/>
                        </a:cubicBezTo>
                        <a:close/>
                        <a:moveTo>
                          <a:pt x="20027" y="151687"/>
                        </a:moveTo>
                        <a:cubicBezTo>
                          <a:pt x="13477" y="146420"/>
                          <a:pt x="7047" y="140821"/>
                          <a:pt x="950" y="135041"/>
                        </a:cubicBezTo>
                        <a:cubicBezTo>
                          <a:pt x="-272" y="133894"/>
                          <a:pt x="-318" y="131992"/>
                          <a:pt x="829" y="130815"/>
                        </a:cubicBezTo>
                        <a:cubicBezTo>
                          <a:pt x="4074" y="127494"/>
                          <a:pt x="4587" y="131660"/>
                          <a:pt x="23815" y="147084"/>
                        </a:cubicBezTo>
                        <a:cubicBezTo>
                          <a:pt x="25128" y="148141"/>
                          <a:pt x="25339" y="150012"/>
                          <a:pt x="24298" y="151295"/>
                        </a:cubicBezTo>
                        <a:cubicBezTo>
                          <a:pt x="23256" y="152563"/>
                          <a:pt x="21355" y="152744"/>
                          <a:pt x="20042" y="151702"/>
                        </a:cubicBezTo>
                        <a:close/>
                        <a:moveTo>
                          <a:pt x="177983" y="217384"/>
                        </a:moveTo>
                        <a:cubicBezTo>
                          <a:pt x="176836" y="216856"/>
                          <a:pt x="176081" y="215649"/>
                          <a:pt x="176217" y="214351"/>
                        </a:cubicBezTo>
                        <a:cubicBezTo>
                          <a:pt x="176383" y="212706"/>
                          <a:pt x="177862" y="211528"/>
                          <a:pt x="179522" y="211725"/>
                        </a:cubicBezTo>
                        <a:cubicBezTo>
                          <a:pt x="187717" y="212645"/>
                          <a:pt x="196033" y="213219"/>
                          <a:pt x="204243" y="213445"/>
                        </a:cubicBezTo>
                        <a:cubicBezTo>
                          <a:pt x="205919" y="213490"/>
                          <a:pt x="207262" y="214864"/>
                          <a:pt x="207247" y="216509"/>
                        </a:cubicBezTo>
                        <a:cubicBezTo>
                          <a:pt x="207232" y="218154"/>
                          <a:pt x="205858" y="219452"/>
                          <a:pt x="204183" y="219407"/>
                        </a:cubicBezTo>
                        <a:cubicBezTo>
                          <a:pt x="195807" y="219180"/>
                          <a:pt x="187325" y="218577"/>
                          <a:pt x="178949" y="217641"/>
                        </a:cubicBezTo>
                        <a:cubicBezTo>
                          <a:pt x="178617" y="217596"/>
                          <a:pt x="178285" y="217505"/>
                          <a:pt x="177998" y="217369"/>
                        </a:cubicBezTo>
                        <a:close/>
                        <a:moveTo>
                          <a:pt x="243483" y="217520"/>
                        </a:moveTo>
                        <a:cubicBezTo>
                          <a:pt x="242548" y="217097"/>
                          <a:pt x="241853" y="216222"/>
                          <a:pt x="241718" y="215135"/>
                        </a:cubicBezTo>
                        <a:cubicBezTo>
                          <a:pt x="241506" y="213490"/>
                          <a:pt x="242684" y="212026"/>
                          <a:pt x="244344" y="211845"/>
                        </a:cubicBezTo>
                        <a:cubicBezTo>
                          <a:pt x="252494" y="210970"/>
                          <a:pt x="260704" y="209732"/>
                          <a:pt x="268748" y="208178"/>
                        </a:cubicBezTo>
                        <a:cubicBezTo>
                          <a:pt x="270378" y="207861"/>
                          <a:pt x="271993" y="208917"/>
                          <a:pt x="272340" y="210532"/>
                        </a:cubicBezTo>
                        <a:cubicBezTo>
                          <a:pt x="272687" y="212147"/>
                          <a:pt x="271646" y="213717"/>
                          <a:pt x="270016" y="214034"/>
                        </a:cubicBezTo>
                        <a:cubicBezTo>
                          <a:pt x="261805" y="215618"/>
                          <a:pt x="253429" y="216886"/>
                          <a:pt x="245113" y="217777"/>
                        </a:cubicBezTo>
                        <a:cubicBezTo>
                          <a:pt x="244540" y="217837"/>
                          <a:pt x="243981" y="217731"/>
                          <a:pt x="243499" y="217505"/>
                        </a:cubicBezTo>
                        <a:close/>
                        <a:moveTo>
                          <a:pt x="307188" y="203484"/>
                        </a:moveTo>
                        <a:cubicBezTo>
                          <a:pt x="306464" y="203152"/>
                          <a:pt x="305875" y="202548"/>
                          <a:pt x="305588" y="201749"/>
                        </a:cubicBezTo>
                        <a:cubicBezTo>
                          <a:pt x="305015" y="200194"/>
                          <a:pt x="305830" y="198489"/>
                          <a:pt x="307414" y="197960"/>
                        </a:cubicBezTo>
                        <a:cubicBezTo>
                          <a:pt x="315142" y="195349"/>
                          <a:pt x="322854" y="192376"/>
                          <a:pt x="330325" y="189116"/>
                        </a:cubicBezTo>
                        <a:cubicBezTo>
                          <a:pt x="331849" y="188452"/>
                          <a:pt x="333645" y="189147"/>
                          <a:pt x="334339" y="190656"/>
                        </a:cubicBezTo>
                        <a:cubicBezTo>
                          <a:pt x="335033" y="192165"/>
                          <a:pt x="334369" y="193931"/>
                          <a:pt x="332845" y="194595"/>
                        </a:cubicBezTo>
                        <a:cubicBezTo>
                          <a:pt x="325223" y="197915"/>
                          <a:pt x="317345" y="200949"/>
                          <a:pt x="309452" y="203620"/>
                        </a:cubicBezTo>
                        <a:cubicBezTo>
                          <a:pt x="308682" y="203877"/>
                          <a:pt x="307867" y="203816"/>
                          <a:pt x="307173" y="203499"/>
                        </a:cubicBezTo>
                        <a:close/>
                        <a:moveTo>
                          <a:pt x="366033" y="176046"/>
                        </a:moveTo>
                        <a:cubicBezTo>
                          <a:pt x="365520" y="175805"/>
                          <a:pt x="365052" y="175412"/>
                          <a:pt x="364720" y="174899"/>
                        </a:cubicBezTo>
                        <a:cubicBezTo>
                          <a:pt x="363829" y="173496"/>
                          <a:pt x="364237" y="171655"/>
                          <a:pt x="365656" y="170794"/>
                        </a:cubicBezTo>
                        <a:cubicBezTo>
                          <a:pt x="372598" y="166568"/>
                          <a:pt x="379435" y="162011"/>
                          <a:pt x="385985" y="157211"/>
                        </a:cubicBezTo>
                        <a:cubicBezTo>
                          <a:pt x="387313" y="156230"/>
                          <a:pt x="389215" y="156517"/>
                          <a:pt x="390226" y="157860"/>
                        </a:cubicBezTo>
                        <a:cubicBezTo>
                          <a:pt x="391237" y="159188"/>
                          <a:pt x="390981" y="161060"/>
                          <a:pt x="389652" y="162026"/>
                        </a:cubicBezTo>
                        <a:cubicBezTo>
                          <a:pt x="382967" y="166916"/>
                          <a:pt x="375994" y="171579"/>
                          <a:pt x="368901" y="175880"/>
                        </a:cubicBezTo>
                        <a:cubicBezTo>
                          <a:pt x="368010" y="176424"/>
                          <a:pt x="366923" y="176439"/>
                          <a:pt x="366033" y="176031"/>
                        </a:cubicBezTo>
                        <a:close/>
                        <a:moveTo>
                          <a:pt x="416290" y="135886"/>
                        </a:moveTo>
                        <a:cubicBezTo>
                          <a:pt x="412955" y="132550"/>
                          <a:pt x="417181" y="132233"/>
                          <a:pt x="433013" y="113972"/>
                        </a:cubicBezTo>
                        <a:cubicBezTo>
                          <a:pt x="435593" y="110999"/>
                          <a:pt x="440227" y="114923"/>
                          <a:pt x="437646" y="117896"/>
                        </a:cubicBezTo>
                        <a:cubicBezTo>
                          <a:pt x="432243" y="124129"/>
                          <a:pt x="426493" y="130211"/>
                          <a:pt x="420561" y="135961"/>
                        </a:cubicBezTo>
                        <a:cubicBezTo>
                          <a:pt x="419384" y="137108"/>
                          <a:pt x="417468" y="137078"/>
                          <a:pt x="416275" y="135901"/>
                        </a:cubicBezTo>
                        <a:close/>
                        <a:moveTo>
                          <a:pt x="457704" y="86489"/>
                        </a:moveTo>
                        <a:cubicBezTo>
                          <a:pt x="453719" y="83953"/>
                          <a:pt x="457734" y="82746"/>
                          <a:pt x="469053" y="61405"/>
                        </a:cubicBezTo>
                        <a:cubicBezTo>
                          <a:pt x="470894" y="57949"/>
                          <a:pt x="476282" y="60756"/>
                          <a:pt x="474441" y="64243"/>
                        </a:cubicBezTo>
                        <a:cubicBezTo>
                          <a:pt x="470577" y="71532"/>
                          <a:pt x="466352" y="78716"/>
                          <a:pt x="461899" y="85628"/>
                        </a:cubicBezTo>
                        <a:cubicBezTo>
                          <a:pt x="460994" y="87032"/>
                          <a:pt x="459092" y="87379"/>
                          <a:pt x="457719" y="86489"/>
                        </a:cubicBezTo>
                        <a:close/>
                        <a:moveTo>
                          <a:pt x="486681" y="29077"/>
                        </a:moveTo>
                        <a:cubicBezTo>
                          <a:pt x="485262" y="28429"/>
                          <a:pt x="484538" y="26799"/>
                          <a:pt x="485081" y="25335"/>
                        </a:cubicBezTo>
                        <a:cubicBezTo>
                          <a:pt x="487858" y="17713"/>
                          <a:pt x="490318" y="9925"/>
                          <a:pt x="492416" y="2168"/>
                        </a:cubicBezTo>
                        <a:cubicBezTo>
                          <a:pt x="492839" y="583"/>
                          <a:pt x="494499" y="-337"/>
                          <a:pt x="496129" y="115"/>
                        </a:cubicBezTo>
                        <a:cubicBezTo>
                          <a:pt x="497744" y="583"/>
                          <a:pt x="498709" y="2213"/>
                          <a:pt x="498287" y="3798"/>
                        </a:cubicBezTo>
                        <a:cubicBezTo>
                          <a:pt x="496144" y="11721"/>
                          <a:pt x="493623" y="19675"/>
                          <a:pt x="490786" y="27448"/>
                        </a:cubicBezTo>
                        <a:cubicBezTo>
                          <a:pt x="490228" y="28987"/>
                          <a:pt x="488492" y="29772"/>
                          <a:pt x="486922" y="29183"/>
                        </a:cubicBezTo>
                        <a:cubicBezTo>
                          <a:pt x="486847" y="29153"/>
                          <a:pt x="486771" y="29123"/>
                          <a:pt x="486696" y="2909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21" name="Forme libre : forme 3120">
                    <a:extLst>
                      <a:ext uri="{FF2B5EF4-FFF2-40B4-BE49-F238E27FC236}">
                        <a16:creationId xmlns:a16="http://schemas.microsoft.com/office/drawing/2014/main" id="{CF9ED23D-DFF1-FB93-D4AD-C332A26E536C}"/>
                      </a:ext>
                    </a:extLst>
                  </p:cNvPr>
                  <p:cNvSpPr/>
                  <p:nvPr/>
                </p:nvSpPr>
                <p:spPr>
                  <a:xfrm>
                    <a:off x="146241" y="494717"/>
                    <a:ext cx="13409" cy="15649"/>
                  </a:xfrm>
                  <a:custGeom>
                    <a:avLst/>
                    <a:gdLst>
                      <a:gd name="connsiteX0" fmla="*/ 8024 w 13409"/>
                      <a:gd name="connsiteY0" fmla="*/ 14495 h 15649"/>
                      <a:gd name="connsiteX1" fmla="*/ 1202 w 13409"/>
                      <a:gd name="connsiteY1" fmla="*/ 656 h 15649"/>
                      <a:gd name="connsiteX2" fmla="*/ 12748 w 13409"/>
                      <a:gd name="connsiteY2" fmla="*/ 10843 h 15649"/>
                      <a:gd name="connsiteX3" fmla="*/ 12280 w 13409"/>
                      <a:gd name="connsiteY3" fmla="*/ 15024 h 15649"/>
                      <a:gd name="connsiteX4" fmla="*/ 8024 w 13409"/>
                      <a:gd name="connsiteY4" fmla="*/ 14495 h 156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09" h="15649">
                        <a:moveTo>
                          <a:pt x="8024" y="14495"/>
                        </a:moveTo>
                        <a:cubicBezTo>
                          <a:pt x="1413" y="6270"/>
                          <a:pt x="-1967" y="2905"/>
                          <a:pt x="1202" y="656"/>
                        </a:cubicBezTo>
                        <a:cubicBezTo>
                          <a:pt x="4507" y="-1699"/>
                          <a:pt x="5986" y="2422"/>
                          <a:pt x="12748" y="10843"/>
                        </a:cubicBezTo>
                        <a:cubicBezTo>
                          <a:pt x="13789" y="12141"/>
                          <a:pt x="13578" y="14028"/>
                          <a:pt x="12280" y="15024"/>
                        </a:cubicBezTo>
                        <a:cubicBezTo>
                          <a:pt x="10967" y="16035"/>
                          <a:pt x="9065" y="15793"/>
                          <a:pt x="8024" y="14495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115" name="Graphique 28">
                  <a:extLst>
                    <a:ext uri="{FF2B5EF4-FFF2-40B4-BE49-F238E27FC236}">
                      <a16:creationId xmlns:a16="http://schemas.microsoft.com/office/drawing/2014/main" id="{A1DEB94E-F644-F67D-B4A7-6861E79F9781}"/>
                    </a:ext>
                  </a:extLst>
                </p:cNvPr>
                <p:cNvGrpSpPr/>
                <p:nvPr/>
              </p:nvGrpSpPr>
              <p:grpSpPr>
                <a:xfrm>
                  <a:off x="167203" y="106481"/>
                  <a:ext cx="444861" cy="438091"/>
                  <a:chOff x="167203" y="106481"/>
                  <a:chExt cx="444861" cy="438091"/>
                </a:xfrm>
              </p:grpSpPr>
              <p:sp>
                <p:nvSpPr>
                  <p:cNvPr id="3116" name="Forme libre : forme 3115">
                    <a:extLst>
                      <a:ext uri="{FF2B5EF4-FFF2-40B4-BE49-F238E27FC236}">
                        <a16:creationId xmlns:a16="http://schemas.microsoft.com/office/drawing/2014/main" id="{B3DD0E8C-0841-589A-690D-31E71E6FA0C5}"/>
                      </a:ext>
                    </a:extLst>
                  </p:cNvPr>
                  <p:cNvSpPr/>
                  <p:nvPr/>
                </p:nvSpPr>
                <p:spPr>
                  <a:xfrm>
                    <a:off x="167203" y="106481"/>
                    <a:ext cx="444861" cy="438091"/>
                  </a:xfrm>
                  <a:custGeom>
                    <a:avLst/>
                    <a:gdLst>
                      <a:gd name="connsiteX0" fmla="*/ 25472 w 444861"/>
                      <a:gd name="connsiteY0" fmla="*/ 329897 h 438091"/>
                      <a:gd name="connsiteX1" fmla="*/ 68847 w 444861"/>
                      <a:gd name="connsiteY1" fmla="*/ 327618 h 438091"/>
                      <a:gd name="connsiteX2" fmla="*/ 112660 w 444861"/>
                      <a:gd name="connsiteY2" fmla="*/ 370706 h 438091"/>
                      <a:gd name="connsiteX3" fmla="*/ 112690 w 444861"/>
                      <a:gd name="connsiteY3" fmla="*/ 416904 h 438091"/>
                      <a:gd name="connsiteX4" fmla="*/ 161076 w 444861"/>
                      <a:gd name="connsiteY4" fmla="*/ 436916 h 438091"/>
                      <a:gd name="connsiteX5" fmla="*/ 165106 w 444861"/>
                      <a:gd name="connsiteY5" fmla="*/ 436026 h 438091"/>
                      <a:gd name="connsiteX6" fmla="*/ 193585 w 444861"/>
                      <a:gd name="connsiteY6" fmla="*/ 404181 h 438091"/>
                      <a:gd name="connsiteX7" fmla="*/ 254951 w 444861"/>
                      <a:gd name="connsiteY7" fmla="*/ 404604 h 438091"/>
                      <a:gd name="connsiteX8" fmla="*/ 284109 w 444861"/>
                      <a:gd name="connsiteY8" fmla="*/ 436886 h 438091"/>
                      <a:gd name="connsiteX9" fmla="*/ 288154 w 444861"/>
                      <a:gd name="connsiteY9" fmla="*/ 437837 h 438091"/>
                      <a:gd name="connsiteX10" fmla="*/ 336147 w 444861"/>
                      <a:gd name="connsiteY10" fmla="*/ 418519 h 438091"/>
                      <a:gd name="connsiteX11" fmla="*/ 338305 w 444861"/>
                      <a:gd name="connsiteY11" fmla="*/ 415063 h 438091"/>
                      <a:gd name="connsiteX12" fmla="*/ 335242 w 444861"/>
                      <a:gd name="connsiteY12" fmla="*/ 372276 h 438091"/>
                      <a:gd name="connsiteX13" fmla="*/ 378209 w 444861"/>
                      <a:gd name="connsiteY13" fmla="*/ 329852 h 438091"/>
                      <a:gd name="connsiteX14" fmla="*/ 421615 w 444861"/>
                      <a:gd name="connsiteY14" fmla="*/ 332764 h 438091"/>
                      <a:gd name="connsiteX15" fmla="*/ 425116 w 444861"/>
                      <a:gd name="connsiteY15" fmla="*/ 330621 h 438091"/>
                      <a:gd name="connsiteX16" fmla="*/ 444600 w 444861"/>
                      <a:gd name="connsiteY16" fmla="*/ 283292 h 438091"/>
                      <a:gd name="connsiteX17" fmla="*/ 443635 w 444861"/>
                      <a:gd name="connsiteY17" fmla="*/ 279307 h 438091"/>
                      <a:gd name="connsiteX18" fmla="*/ 410809 w 444861"/>
                      <a:gd name="connsiteY18" fmla="*/ 250692 h 438091"/>
                      <a:gd name="connsiteX19" fmla="*/ 410175 w 444861"/>
                      <a:gd name="connsiteY19" fmla="*/ 190233 h 438091"/>
                      <a:gd name="connsiteX20" fmla="*/ 443333 w 444861"/>
                      <a:gd name="connsiteY20" fmla="*/ 158086 h 438091"/>
                      <a:gd name="connsiteX21" fmla="*/ 419351 w 444861"/>
                      <a:gd name="connsiteY21" fmla="*/ 108266 h 438091"/>
                      <a:gd name="connsiteX22" fmla="*/ 375976 w 444861"/>
                      <a:gd name="connsiteY22" fmla="*/ 110545 h 438091"/>
                      <a:gd name="connsiteX23" fmla="*/ 332163 w 444861"/>
                      <a:gd name="connsiteY23" fmla="*/ 67457 h 438091"/>
                      <a:gd name="connsiteX24" fmla="*/ 332133 w 444861"/>
                      <a:gd name="connsiteY24" fmla="*/ 21259 h 438091"/>
                      <a:gd name="connsiteX25" fmla="*/ 279717 w 444861"/>
                      <a:gd name="connsiteY25" fmla="*/ 2137 h 438091"/>
                      <a:gd name="connsiteX26" fmla="*/ 251238 w 444861"/>
                      <a:gd name="connsiteY26" fmla="*/ 33982 h 438091"/>
                      <a:gd name="connsiteX27" fmla="*/ 189872 w 444861"/>
                      <a:gd name="connsiteY27" fmla="*/ 33559 h 438091"/>
                      <a:gd name="connsiteX28" fmla="*/ 156669 w 444861"/>
                      <a:gd name="connsiteY28" fmla="*/ 326 h 438091"/>
                      <a:gd name="connsiteX29" fmla="*/ 106518 w 444861"/>
                      <a:gd name="connsiteY29" fmla="*/ 23085 h 438091"/>
                      <a:gd name="connsiteX30" fmla="*/ 109581 w 444861"/>
                      <a:gd name="connsiteY30" fmla="*/ 65872 h 438091"/>
                      <a:gd name="connsiteX31" fmla="*/ 66614 w 444861"/>
                      <a:gd name="connsiteY31" fmla="*/ 108296 h 438091"/>
                      <a:gd name="connsiteX32" fmla="*/ 19722 w 444861"/>
                      <a:gd name="connsiteY32" fmla="*/ 107527 h 438091"/>
                      <a:gd name="connsiteX33" fmla="*/ 1219 w 444861"/>
                      <a:gd name="connsiteY33" fmla="*/ 158856 h 438091"/>
                      <a:gd name="connsiteX34" fmla="*/ 34044 w 444861"/>
                      <a:gd name="connsiteY34" fmla="*/ 187471 h 438091"/>
                      <a:gd name="connsiteX35" fmla="*/ 34678 w 444861"/>
                      <a:gd name="connsiteY35" fmla="*/ 247930 h 438091"/>
                      <a:gd name="connsiteX36" fmla="*/ 1520 w 444861"/>
                      <a:gd name="connsiteY36" fmla="*/ 280077 h 438091"/>
                      <a:gd name="connsiteX37" fmla="*/ 25502 w 444861"/>
                      <a:gd name="connsiteY37" fmla="*/ 329897 h 4380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44861" h="438091">
                        <a:moveTo>
                          <a:pt x="25472" y="329897"/>
                        </a:moveTo>
                        <a:lnTo>
                          <a:pt x="68847" y="327618"/>
                        </a:lnTo>
                        <a:cubicBezTo>
                          <a:pt x="80861" y="343963"/>
                          <a:pt x="95561" y="358572"/>
                          <a:pt x="112660" y="370706"/>
                        </a:cubicBezTo>
                        <a:cubicBezTo>
                          <a:pt x="111408" y="412286"/>
                          <a:pt x="108374" y="415108"/>
                          <a:pt x="112690" y="416904"/>
                        </a:cubicBezTo>
                        <a:lnTo>
                          <a:pt x="161076" y="436916"/>
                        </a:lnTo>
                        <a:cubicBezTo>
                          <a:pt x="162495" y="437505"/>
                          <a:pt x="164110" y="437143"/>
                          <a:pt x="165106" y="436026"/>
                        </a:cubicBezTo>
                        <a:lnTo>
                          <a:pt x="193585" y="404181"/>
                        </a:lnTo>
                        <a:cubicBezTo>
                          <a:pt x="214247" y="407667"/>
                          <a:pt x="234953" y="407698"/>
                          <a:pt x="254951" y="404604"/>
                        </a:cubicBezTo>
                        <a:lnTo>
                          <a:pt x="284109" y="436886"/>
                        </a:lnTo>
                        <a:cubicBezTo>
                          <a:pt x="285135" y="438018"/>
                          <a:pt x="286765" y="438395"/>
                          <a:pt x="288154" y="437837"/>
                        </a:cubicBezTo>
                        <a:lnTo>
                          <a:pt x="336147" y="418519"/>
                        </a:lnTo>
                        <a:cubicBezTo>
                          <a:pt x="337551" y="417960"/>
                          <a:pt x="338426" y="416572"/>
                          <a:pt x="338305" y="415063"/>
                        </a:cubicBezTo>
                        <a:lnTo>
                          <a:pt x="335242" y="372276"/>
                        </a:lnTo>
                        <a:cubicBezTo>
                          <a:pt x="351617" y="360730"/>
                          <a:pt x="366196" y="346483"/>
                          <a:pt x="378209" y="329852"/>
                        </a:cubicBezTo>
                        <a:lnTo>
                          <a:pt x="421615" y="332764"/>
                        </a:lnTo>
                        <a:cubicBezTo>
                          <a:pt x="423139" y="332870"/>
                          <a:pt x="424543" y="332010"/>
                          <a:pt x="425116" y="330621"/>
                        </a:cubicBezTo>
                        <a:lnTo>
                          <a:pt x="444600" y="283292"/>
                        </a:lnTo>
                        <a:cubicBezTo>
                          <a:pt x="445174" y="281903"/>
                          <a:pt x="444782" y="280303"/>
                          <a:pt x="443635" y="279307"/>
                        </a:cubicBezTo>
                        <a:lnTo>
                          <a:pt x="410809" y="250692"/>
                        </a:lnTo>
                        <a:cubicBezTo>
                          <a:pt x="413993" y="230393"/>
                          <a:pt x="413661" y="209988"/>
                          <a:pt x="410175" y="190233"/>
                        </a:cubicBezTo>
                        <a:cubicBezTo>
                          <a:pt x="441099" y="162055"/>
                          <a:pt x="445144" y="162327"/>
                          <a:pt x="443333" y="158086"/>
                        </a:cubicBezTo>
                        <a:cubicBezTo>
                          <a:pt x="422460" y="111722"/>
                          <a:pt x="424105" y="108025"/>
                          <a:pt x="419351" y="108266"/>
                        </a:cubicBezTo>
                        <a:lnTo>
                          <a:pt x="375976" y="110545"/>
                        </a:lnTo>
                        <a:cubicBezTo>
                          <a:pt x="363962" y="94200"/>
                          <a:pt x="349262" y="79591"/>
                          <a:pt x="332163" y="67457"/>
                        </a:cubicBezTo>
                        <a:cubicBezTo>
                          <a:pt x="333415" y="25908"/>
                          <a:pt x="336464" y="23055"/>
                          <a:pt x="332133" y="21259"/>
                        </a:cubicBezTo>
                        <a:cubicBezTo>
                          <a:pt x="283716" y="2198"/>
                          <a:pt x="282781" y="-1289"/>
                          <a:pt x="279717" y="2137"/>
                        </a:cubicBezTo>
                        <a:lnTo>
                          <a:pt x="251238" y="33982"/>
                        </a:lnTo>
                        <a:cubicBezTo>
                          <a:pt x="230576" y="30496"/>
                          <a:pt x="209870" y="30465"/>
                          <a:pt x="189872" y="33559"/>
                        </a:cubicBezTo>
                        <a:cubicBezTo>
                          <a:pt x="161091" y="2967"/>
                          <a:pt x="161001" y="-1410"/>
                          <a:pt x="156669" y="326"/>
                        </a:cubicBezTo>
                        <a:cubicBezTo>
                          <a:pt x="109521" y="20278"/>
                          <a:pt x="106186" y="18467"/>
                          <a:pt x="106518" y="23085"/>
                        </a:cubicBezTo>
                        <a:lnTo>
                          <a:pt x="109581" y="65872"/>
                        </a:lnTo>
                        <a:cubicBezTo>
                          <a:pt x="93206" y="77418"/>
                          <a:pt x="78627" y="91665"/>
                          <a:pt x="66614" y="108296"/>
                        </a:cubicBezTo>
                        <a:cubicBezTo>
                          <a:pt x="25125" y="106365"/>
                          <a:pt x="21488" y="103210"/>
                          <a:pt x="19722" y="107527"/>
                        </a:cubicBezTo>
                        <a:cubicBezTo>
                          <a:pt x="1294" y="154690"/>
                          <a:pt x="-2328" y="155747"/>
                          <a:pt x="1219" y="158856"/>
                        </a:cubicBezTo>
                        <a:lnTo>
                          <a:pt x="34044" y="187471"/>
                        </a:lnTo>
                        <a:cubicBezTo>
                          <a:pt x="30875" y="207770"/>
                          <a:pt x="31192" y="228175"/>
                          <a:pt x="34678" y="247930"/>
                        </a:cubicBezTo>
                        <a:cubicBezTo>
                          <a:pt x="3860" y="276002"/>
                          <a:pt x="-306" y="275821"/>
                          <a:pt x="1520" y="280077"/>
                        </a:cubicBezTo>
                        <a:cubicBezTo>
                          <a:pt x="22393" y="326441"/>
                          <a:pt x="20748" y="330138"/>
                          <a:pt x="25502" y="329897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17" name="Forme libre : forme 3116">
                    <a:extLst>
                      <a:ext uri="{FF2B5EF4-FFF2-40B4-BE49-F238E27FC236}">
                        <a16:creationId xmlns:a16="http://schemas.microsoft.com/office/drawing/2014/main" id="{9D5EADD2-3A84-2AED-7146-685CAF95F4AA}"/>
                      </a:ext>
                    </a:extLst>
                  </p:cNvPr>
                  <p:cNvSpPr/>
                  <p:nvPr/>
                </p:nvSpPr>
                <p:spPr>
                  <a:xfrm>
                    <a:off x="338751" y="275447"/>
                    <a:ext cx="101726" cy="100229"/>
                  </a:xfrm>
                  <a:custGeom>
                    <a:avLst/>
                    <a:gdLst>
                      <a:gd name="connsiteX0" fmla="*/ 470 w 101726"/>
                      <a:gd name="connsiteY0" fmla="*/ 42486 h 100229"/>
                      <a:gd name="connsiteX1" fmla="*/ 57731 w 101726"/>
                      <a:gd name="connsiteY1" fmla="*/ 589 h 100229"/>
                      <a:gd name="connsiteX2" fmla="*/ 101257 w 101726"/>
                      <a:gd name="connsiteY2" fmla="*/ 57744 h 100229"/>
                      <a:gd name="connsiteX3" fmla="*/ 43996 w 101726"/>
                      <a:gd name="connsiteY3" fmla="*/ 99640 h 100229"/>
                      <a:gd name="connsiteX4" fmla="*/ 43996 w 101726"/>
                      <a:gd name="connsiteY4" fmla="*/ 99640 h 100229"/>
                      <a:gd name="connsiteX5" fmla="*/ 470 w 101726"/>
                      <a:gd name="connsiteY5" fmla="*/ 42486 h 100229"/>
                      <a:gd name="connsiteX6" fmla="*/ 44615 w 101726"/>
                      <a:gd name="connsiteY6" fmla="*/ 95218 h 100229"/>
                      <a:gd name="connsiteX7" fmla="*/ 44645 w 101726"/>
                      <a:gd name="connsiteY7" fmla="*/ 95218 h 100229"/>
                      <a:gd name="connsiteX8" fmla="*/ 44615 w 101726"/>
                      <a:gd name="connsiteY8" fmla="*/ 95218 h 100229"/>
                      <a:gd name="connsiteX9" fmla="*/ 56508 w 101726"/>
                      <a:gd name="connsiteY9" fmla="*/ 9449 h 100229"/>
                      <a:gd name="connsiteX10" fmla="*/ 9480 w 101726"/>
                      <a:gd name="connsiteY10" fmla="*/ 43859 h 100229"/>
                      <a:gd name="connsiteX11" fmla="*/ 45234 w 101726"/>
                      <a:gd name="connsiteY11" fmla="*/ 90796 h 100229"/>
                      <a:gd name="connsiteX12" fmla="*/ 92262 w 101726"/>
                      <a:gd name="connsiteY12" fmla="*/ 56386 h 100229"/>
                      <a:gd name="connsiteX13" fmla="*/ 56508 w 101726"/>
                      <a:gd name="connsiteY13" fmla="*/ 9449 h 100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01726" h="100229">
                        <a:moveTo>
                          <a:pt x="470" y="42486"/>
                        </a:moveTo>
                        <a:cubicBezTo>
                          <a:pt x="4258" y="15184"/>
                          <a:pt x="29946" y="-3621"/>
                          <a:pt x="57731" y="589"/>
                        </a:cubicBezTo>
                        <a:cubicBezTo>
                          <a:pt x="85515" y="4800"/>
                          <a:pt x="105045" y="30427"/>
                          <a:pt x="101257" y="57744"/>
                        </a:cubicBezTo>
                        <a:cubicBezTo>
                          <a:pt x="97469" y="85046"/>
                          <a:pt x="71781" y="103851"/>
                          <a:pt x="43996" y="99640"/>
                        </a:cubicBezTo>
                        <a:lnTo>
                          <a:pt x="43996" y="99640"/>
                        </a:lnTo>
                        <a:cubicBezTo>
                          <a:pt x="16196" y="95429"/>
                          <a:pt x="-3318" y="69788"/>
                          <a:pt x="470" y="42486"/>
                        </a:cubicBezTo>
                        <a:close/>
                        <a:moveTo>
                          <a:pt x="44615" y="95218"/>
                        </a:moveTo>
                        <a:lnTo>
                          <a:pt x="44645" y="95218"/>
                        </a:lnTo>
                        <a:cubicBezTo>
                          <a:pt x="44645" y="95218"/>
                          <a:pt x="44615" y="95218"/>
                          <a:pt x="44615" y="95218"/>
                        </a:cubicBezTo>
                        <a:close/>
                        <a:moveTo>
                          <a:pt x="56508" y="9449"/>
                        </a:moveTo>
                        <a:cubicBezTo>
                          <a:pt x="33960" y="6038"/>
                          <a:pt x="12635" y="21100"/>
                          <a:pt x="9480" y="43859"/>
                        </a:cubicBezTo>
                        <a:cubicBezTo>
                          <a:pt x="6371" y="66286"/>
                          <a:pt x="22399" y="87355"/>
                          <a:pt x="45234" y="90796"/>
                        </a:cubicBezTo>
                        <a:cubicBezTo>
                          <a:pt x="68054" y="94252"/>
                          <a:pt x="89153" y="78813"/>
                          <a:pt x="92262" y="56386"/>
                        </a:cubicBezTo>
                        <a:cubicBezTo>
                          <a:pt x="95371" y="33928"/>
                          <a:pt x="79297" y="12890"/>
                          <a:pt x="56508" y="9449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18" name="Forme libre : forme 3117">
                    <a:extLst>
                      <a:ext uri="{FF2B5EF4-FFF2-40B4-BE49-F238E27FC236}">
                        <a16:creationId xmlns:a16="http://schemas.microsoft.com/office/drawing/2014/main" id="{4449D839-FEA4-80BC-6A6A-73E4C9B0EB1E}"/>
                      </a:ext>
                    </a:extLst>
                  </p:cNvPr>
                  <p:cNvSpPr/>
                  <p:nvPr/>
                </p:nvSpPr>
                <p:spPr>
                  <a:xfrm>
                    <a:off x="260154" y="196874"/>
                    <a:ext cx="260914" cy="256785"/>
                  </a:xfrm>
                  <a:custGeom>
                    <a:avLst/>
                    <a:gdLst>
                      <a:gd name="connsiteX0" fmla="*/ 76833 w 260914"/>
                      <a:gd name="connsiteY0" fmla="*/ 244393 h 256785"/>
                      <a:gd name="connsiteX1" fmla="*/ 76833 w 260914"/>
                      <a:gd name="connsiteY1" fmla="*/ 244393 h 256785"/>
                      <a:gd name="connsiteX2" fmla="*/ 57229 w 260914"/>
                      <a:gd name="connsiteY2" fmla="*/ 233285 h 256785"/>
                      <a:gd name="connsiteX3" fmla="*/ 55629 w 260914"/>
                      <a:gd name="connsiteY3" fmla="*/ 227716 h 256785"/>
                      <a:gd name="connsiteX4" fmla="*/ 56006 w 260914"/>
                      <a:gd name="connsiteY4" fmla="*/ 227052 h 256785"/>
                      <a:gd name="connsiteX5" fmla="*/ 62315 w 260914"/>
                      <a:gd name="connsiteY5" fmla="*/ 225965 h 256785"/>
                      <a:gd name="connsiteX6" fmla="*/ 85134 w 260914"/>
                      <a:gd name="connsiteY6" fmla="*/ 238296 h 256785"/>
                      <a:gd name="connsiteX7" fmla="*/ 85134 w 260914"/>
                      <a:gd name="connsiteY7" fmla="*/ 238296 h 256785"/>
                      <a:gd name="connsiteX8" fmla="*/ 241023 w 260914"/>
                      <a:gd name="connsiteY8" fmla="*/ 179240 h 256785"/>
                      <a:gd name="connsiteX9" fmla="*/ 242970 w 260914"/>
                      <a:gd name="connsiteY9" fmla="*/ 174772 h 256785"/>
                      <a:gd name="connsiteX10" fmla="*/ 175733 w 260914"/>
                      <a:gd name="connsiteY10" fmla="*/ 18129 h 256785"/>
                      <a:gd name="connsiteX11" fmla="*/ 17883 w 260914"/>
                      <a:gd name="connsiteY11" fmla="*/ 81668 h 256785"/>
                      <a:gd name="connsiteX12" fmla="*/ 10231 w 260914"/>
                      <a:gd name="connsiteY12" fmla="*/ 147319 h 256785"/>
                      <a:gd name="connsiteX13" fmla="*/ 1598 w 260914"/>
                      <a:gd name="connsiteY13" fmla="*/ 146037 h 256785"/>
                      <a:gd name="connsiteX14" fmla="*/ 11559 w 260914"/>
                      <a:gd name="connsiteY14" fmla="*/ 73367 h 256785"/>
                      <a:gd name="connsiteX15" fmla="*/ 250410 w 260914"/>
                      <a:gd name="connsiteY15" fmla="*/ 79932 h 256785"/>
                      <a:gd name="connsiteX16" fmla="*/ 251406 w 260914"/>
                      <a:gd name="connsiteY16" fmla="*/ 178274 h 256785"/>
                      <a:gd name="connsiteX17" fmla="*/ 249293 w 260914"/>
                      <a:gd name="connsiteY17" fmla="*/ 183118 h 256785"/>
                      <a:gd name="connsiteX18" fmla="*/ 181544 w 260914"/>
                      <a:gd name="connsiteY18" fmla="*/ 247291 h 256785"/>
                      <a:gd name="connsiteX19" fmla="*/ 81738 w 260914"/>
                      <a:gd name="connsiteY19" fmla="*/ 246566 h 256785"/>
                      <a:gd name="connsiteX20" fmla="*/ 76833 w 260914"/>
                      <a:gd name="connsiteY20" fmla="*/ 244423 h 2567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260914" h="256785">
                        <a:moveTo>
                          <a:pt x="76833" y="244393"/>
                        </a:moveTo>
                        <a:lnTo>
                          <a:pt x="76833" y="244393"/>
                        </a:lnTo>
                        <a:cubicBezTo>
                          <a:pt x="69982" y="241239"/>
                          <a:pt x="63401" y="237511"/>
                          <a:pt x="57229" y="233285"/>
                        </a:cubicBezTo>
                        <a:cubicBezTo>
                          <a:pt x="55372" y="232017"/>
                          <a:pt x="54738" y="229648"/>
                          <a:pt x="55629" y="227716"/>
                        </a:cubicBezTo>
                        <a:cubicBezTo>
                          <a:pt x="55734" y="227490"/>
                          <a:pt x="55870" y="227263"/>
                          <a:pt x="56006" y="227052"/>
                        </a:cubicBezTo>
                        <a:cubicBezTo>
                          <a:pt x="57410" y="225030"/>
                          <a:pt x="60247" y="224547"/>
                          <a:pt x="62315" y="225965"/>
                        </a:cubicBezTo>
                        <a:cubicBezTo>
                          <a:pt x="69423" y="230825"/>
                          <a:pt x="77105" y="234975"/>
                          <a:pt x="85134" y="238296"/>
                        </a:cubicBezTo>
                        <a:lnTo>
                          <a:pt x="85134" y="238296"/>
                        </a:lnTo>
                        <a:cubicBezTo>
                          <a:pt x="145639" y="263334"/>
                          <a:pt x="214475" y="236847"/>
                          <a:pt x="241023" y="179240"/>
                        </a:cubicBezTo>
                        <a:cubicBezTo>
                          <a:pt x="241702" y="177776"/>
                          <a:pt x="242351" y="176282"/>
                          <a:pt x="242970" y="174772"/>
                        </a:cubicBezTo>
                        <a:cubicBezTo>
                          <a:pt x="268098" y="113694"/>
                          <a:pt x="237672" y="43771"/>
                          <a:pt x="175733" y="18129"/>
                        </a:cubicBezTo>
                        <a:cubicBezTo>
                          <a:pt x="113870" y="-7467"/>
                          <a:pt x="42981" y="20755"/>
                          <a:pt x="17883" y="81668"/>
                        </a:cubicBezTo>
                        <a:cubicBezTo>
                          <a:pt x="2972" y="117920"/>
                          <a:pt x="11936" y="143607"/>
                          <a:pt x="10231" y="147319"/>
                        </a:cubicBezTo>
                        <a:cubicBezTo>
                          <a:pt x="8375" y="151334"/>
                          <a:pt x="2308" y="150428"/>
                          <a:pt x="1598" y="146037"/>
                        </a:cubicBezTo>
                        <a:cubicBezTo>
                          <a:pt x="-2250" y="122085"/>
                          <a:pt x="768" y="96745"/>
                          <a:pt x="11559" y="73367"/>
                        </a:cubicBezTo>
                        <a:cubicBezTo>
                          <a:pt x="58059" y="-27540"/>
                          <a:pt x="206054" y="-23420"/>
                          <a:pt x="250410" y="79932"/>
                        </a:cubicBezTo>
                        <a:cubicBezTo>
                          <a:pt x="264069" y="111732"/>
                          <a:pt x="264416" y="146655"/>
                          <a:pt x="251406" y="178274"/>
                        </a:cubicBezTo>
                        <a:cubicBezTo>
                          <a:pt x="250727" y="179904"/>
                          <a:pt x="250033" y="181519"/>
                          <a:pt x="249293" y="183118"/>
                        </a:cubicBezTo>
                        <a:cubicBezTo>
                          <a:pt x="235816" y="212382"/>
                          <a:pt x="211925" y="235051"/>
                          <a:pt x="181544" y="247291"/>
                        </a:cubicBezTo>
                        <a:cubicBezTo>
                          <a:pt x="149503" y="260195"/>
                          <a:pt x="114051" y="259938"/>
                          <a:pt x="81738" y="246566"/>
                        </a:cubicBezTo>
                        <a:cubicBezTo>
                          <a:pt x="80093" y="245887"/>
                          <a:pt x="78448" y="245163"/>
                          <a:pt x="76833" y="244423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029" name="Graphique 28">
                <a:extLst>
                  <a:ext uri="{FF2B5EF4-FFF2-40B4-BE49-F238E27FC236}">
                    <a16:creationId xmlns:a16="http://schemas.microsoft.com/office/drawing/2014/main" id="{55CE7B14-7E31-D853-5CF2-CCC37E6AEA54}"/>
                  </a:ext>
                </a:extLst>
              </p:cNvPr>
              <p:cNvGrpSpPr/>
              <p:nvPr/>
            </p:nvGrpSpPr>
            <p:grpSpPr>
              <a:xfrm>
                <a:off x="623274" y="0"/>
                <a:ext cx="230973" cy="230828"/>
                <a:chOff x="623274" y="0"/>
                <a:chExt cx="230973" cy="230828"/>
              </a:xfrm>
            </p:grpSpPr>
            <p:sp>
              <p:nvSpPr>
                <p:cNvPr id="3101" name="Forme libre : forme 3100">
                  <a:extLst>
                    <a:ext uri="{FF2B5EF4-FFF2-40B4-BE49-F238E27FC236}">
                      <a16:creationId xmlns:a16="http://schemas.microsoft.com/office/drawing/2014/main" id="{9E756D94-4A40-D309-62E5-822E7CEAF43D}"/>
                    </a:ext>
                  </a:extLst>
                </p:cNvPr>
                <p:cNvSpPr/>
                <p:nvPr/>
              </p:nvSpPr>
              <p:spPr>
                <a:xfrm>
                  <a:off x="647130" y="23234"/>
                  <a:ext cx="183983" cy="184050"/>
                </a:xfrm>
                <a:custGeom>
                  <a:avLst/>
                  <a:gdLst>
                    <a:gd name="connsiteX0" fmla="*/ 32921 w 183983"/>
                    <a:gd name="connsiteY0" fmla="*/ 142236 h 184050"/>
                    <a:gd name="connsiteX1" fmla="*/ 51937 w 183983"/>
                    <a:gd name="connsiteY1" fmla="*/ 158415 h 184050"/>
                    <a:gd name="connsiteX2" fmla="*/ 52299 w 183983"/>
                    <a:gd name="connsiteY2" fmla="*/ 176088 h 184050"/>
                    <a:gd name="connsiteX3" fmla="*/ 73504 w 183983"/>
                    <a:gd name="connsiteY3" fmla="*/ 183951 h 184050"/>
                    <a:gd name="connsiteX4" fmla="*/ 85729 w 183983"/>
                    <a:gd name="connsiteY4" fmla="*/ 169297 h 184050"/>
                    <a:gd name="connsiteX5" fmla="*/ 110616 w 183983"/>
                    <a:gd name="connsiteY5" fmla="*/ 167274 h 184050"/>
                    <a:gd name="connsiteX6" fmla="*/ 123369 w 183983"/>
                    <a:gd name="connsiteY6" fmla="*/ 179529 h 184050"/>
                    <a:gd name="connsiteX7" fmla="*/ 143925 w 183983"/>
                    <a:gd name="connsiteY7" fmla="*/ 170097 h 184050"/>
                    <a:gd name="connsiteX8" fmla="*/ 144694 w 183983"/>
                    <a:gd name="connsiteY8" fmla="*/ 168603 h 184050"/>
                    <a:gd name="connsiteX9" fmla="*/ 142204 w 183983"/>
                    <a:gd name="connsiteY9" fmla="*/ 151080 h 184050"/>
                    <a:gd name="connsiteX10" fmla="*/ 158383 w 183983"/>
                    <a:gd name="connsiteY10" fmla="*/ 132064 h 184050"/>
                    <a:gd name="connsiteX11" fmla="*/ 177414 w 183983"/>
                    <a:gd name="connsiteY11" fmla="*/ 130706 h 184050"/>
                    <a:gd name="connsiteX12" fmla="*/ 183421 w 183983"/>
                    <a:gd name="connsiteY12" fmla="*/ 108897 h 184050"/>
                    <a:gd name="connsiteX13" fmla="*/ 169280 w 183983"/>
                    <a:gd name="connsiteY13" fmla="*/ 98287 h 184050"/>
                    <a:gd name="connsiteX14" fmla="*/ 167257 w 183983"/>
                    <a:gd name="connsiteY14" fmla="*/ 73400 h 184050"/>
                    <a:gd name="connsiteX15" fmla="*/ 179512 w 183983"/>
                    <a:gd name="connsiteY15" fmla="*/ 60647 h 184050"/>
                    <a:gd name="connsiteX16" fmla="*/ 170080 w 183983"/>
                    <a:gd name="connsiteY16" fmla="*/ 40092 h 184050"/>
                    <a:gd name="connsiteX17" fmla="*/ 151063 w 183983"/>
                    <a:gd name="connsiteY17" fmla="*/ 41812 h 184050"/>
                    <a:gd name="connsiteX18" fmla="*/ 132047 w 183983"/>
                    <a:gd name="connsiteY18" fmla="*/ 25633 h 184050"/>
                    <a:gd name="connsiteX19" fmla="*/ 131685 w 183983"/>
                    <a:gd name="connsiteY19" fmla="*/ 7960 h 184050"/>
                    <a:gd name="connsiteX20" fmla="*/ 110480 w 183983"/>
                    <a:gd name="connsiteY20" fmla="*/ 97 h 184050"/>
                    <a:gd name="connsiteX21" fmla="*/ 98255 w 183983"/>
                    <a:gd name="connsiteY21" fmla="*/ 14752 h 184050"/>
                    <a:gd name="connsiteX22" fmla="*/ 73368 w 183983"/>
                    <a:gd name="connsiteY22" fmla="*/ 16774 h 184050"/>
                    <a:gd name="connsiteX23" fmla="*/ 60615 w 183983"/>
                    <a:gd name="connsiteY23" fmla="*/ 4519 h 184050"/>
                    <a:gd name="connsiteX24" fmla="*/ 58940 w 183983"/>
                    <a:gd name="connsiteY24" fmla="*/ 4277 h 184050"/>
                    <a:gd name="connsiteX25" fmla="*/ 40059 w 183983"/>
                    <a:gd name="connsiteY25" fmla="*/ 13952 h 184050"/>
                    <a:gd name="connsiteX26" fmla="*/ 39290 w 183983"/>
                    <a:gd name="connsiteY26" fmla="*/ 15446 h 184050"/>
                    <a:gd name="connsiteX27" fmla="*/ 41780 w 183983"/>
                    <a:gd name="connsiteY27" fmla="*/ 32968 h 184050"/>
                    <a:gd name="connsiteX28" fmla="*/ 25601 w 183983"/>
                    <a:gd name="connsiteY28" fmla="*/ 51984 h 184050"/>
                    <a:gd name="connsiteX29" fmla="*/ 6570 w 183983"/>
                    <a:gd name="connsiteY29" fmla="*/ 53343 h 184050"/>
                    <a:gd name="connsiteX30" fmla="*/ 563 w 183983"/>
                    <a:gd name="connsiteY30" fmla="*/ 75151 h 184050"/>
                    <a:gd name="connsiteX31" fmla="*/ 14704 w 183983"/>
                    <a:gd name="connsiteY31" fmla="*/ 85761 h 184050"/>
                    <a:gd name="connsiteX32" fmla="*/ 16727 w 183983"/>
                    <a:gd name="connsiteY32" fmla="*/ 110648 h 184050"/>
                    <a:gd name="connsiteX33" fmla="*/ 4230 w 183983"/>
                    <a:gd name="connsiteY33" fmla="*/ 125076 h 184050"/>
                    <a:gd name="connsiteX34" fmla="*/ 13904 w 183983"/>
                    <a:gd name="connsiteY34" fmla="*/ 143957 h 184050"/>
                    <a:gd name="connsiteX35" fmla="*/ 32921 w 183983"/>
                    <a:gd name="connsiteY35" fmla="*/ 142236 h 184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183983" h="184050">
                      <a:moveTo>
                        <a:pt x="32921" y="142236"/>
                      </a:moveTo>
                      <a:cubicBezTo>
                        <a:pt x="38263" y="148530"/>
                        <a:pt x="44647" y="154038"/>
                        <a:pt x="51937" y="158415"/>
                      </a:cubicBezTo>
                      <a:lnTo>
                        <a:pt x="52299" y="176088"/>
                      </a:lnTo>
                      <a:cubicBezTo>
                        <a:pt x="52344" y="178050"/>
                        <a:pt x="54020" y="177296"/>
                        <a:pt x="73504" y="183951"/>
                      </a:cubicBezTo>
                      <a:cubicBezTo>
                        <a:pt x="75315" y="184540"/>
                        <a:pt x="75104" y="182850"/>
                        <a:pt x="85729" y="169297"/>
                      </a:cubicBezTo>
                      <a:cubicBezTo>
                        <a:pt x="94211" y="169991"/>
                        <a:pt x="102602" y="169267"/>
                        <a:pt x="110616" y="167274"/>
                      </a:cubicBezTo>
                      <a:lnTo>
                        <a:pt x="123369" y="179529"/>
                      </a:lnTo>
                      <a:cubicBezTo>
                        <a:pt x="124788" y="180888"/>
                        <a:pt x="125437" y="179167"/>
                        <a:pt x="143925" y="170097"/>
                      </a:cubicBezTo>
                      <a:cubicBezTo>
                        <a:pt x="144483" y="169810"/>
                        <a:pt x="144785" y="169206"/>
                        <a:pt x="144694" y="168603"/>
                      </a:cubicBezTo>
                      <a:lnTo>
                        <a:pt x="142204" y="151080"/>
                      </a:lnTo>
                      <a:cubicBezTo>
                        <a:pt x="148498" y="145738"/>
                        <a:pt x="154006" y="139354"/>
                        <a:pt x="158383" y="132064"/>
                      </a:cubicBezTo>
                      <a:cubicBezTo>
                        <a:pt x="175271" y="131370"/>
                        <a:pt x="176826" y="132532"/>
                        <a:pt x="177414" y="130706"/>
                      </a:cubicBezTo>
                      <a:cubicBezTo>
                        <a:pt x="183512" y="110588"/>
                        <a:pt x="184946" y="110044"/>
                        <a:pt x="183421" y="108897"/>
                      </a:cubicBezTo>
                      <a:lnTo>
                        <a:pt x="169280" y="98287"/>
                      </a:lnTo>
                      <a:cubicBezTo>
                        <a:pt x="169974" y="89821"/>
                        <a:pt x="169249" y="81414"/>
                        <a:pt x="167257" y="73400"/>
                      </a:cubicBezTo>
                      <a:lnTo>
                        <a:pt x="179512" y="60647"/>
                      </a:lnTo>
                      <a:cubicBezTo>
                        <a:pt x="180871" y="59229"/>
                        <a:pt x="179150" y="58580"/>
                        <a:pt x="170080" y="40092"/>
                      </a:cubicBezTo>
                      <a:cubicBezTo>
                        <a:pt x="169219" y="38416"/>
                        <a:pt x="168238" y="39729"/>
                        <a:pt x="151063" y="41812"/>
                      </a:cubicBezTo>
                      <a:cubicBezTo>
                        <a:pt x="145721" y="35503"/>
                        <a:pt x="139337" y="30010"/>
                        <a:pt x="132047" y="25633"/>
                      </a:cubicBezTo>
                      <a:lnTo>
                        <a:pt x="131685" y="7960"/>
                      </a:lnTo>
                      <a:cubicBezTo>
                        <a:pt x="131639" y="5998"/>
                        <a:pt x="129964" y="6753"/>
                        <a:pt x="110480" y="97"/>
                      </a:cubicBezTo>
                      <a:cubicBezTo>
                        <a:pt x="108684" y="-477"/>
                        <a:pt x="108926" y="1138"/>
                        <a:pt x="98255" y="14752"/>
                      </a:cubicBezTo>
                      <a:cubicBezTo>
                        <a:pt x="89773" y="14057"/>
                        <a:pt x="81382" y="14782"/>
                        <a:pt x="73368" y="16774"/>
                      </a:cubicBezTo>
                      <a:lnTo>
                        <a:pt x="60615" y="4519"/>
                      </a:lnTo>
                      <a:cubicBezTo>
                        <a:pt x="60162" y="4096"/>
                        <a:pt x="59498" y="3991"/>
                        <a:pt x="58940" y="4277"/>
                      </a:cubicBezTo>
                      <a:lnTo>
                        <a:pt x="40059" y="13952"/>
                      </a:lnTo>
                      <a:cubicBezTo>
                        <a:pt x="39501" y="14238"/>
                        <a:pt x="39199" y="14842"/>
                        <a:pt x="39290" y="15446"/>
                      </a:cubicBezTo>
                      <a:lnTo>
                        <a:pt x="41780" y="32968"/>
                      </a:lnTo>
                      <a:cubicBezTo>
                        <a:pt x="35486" y="38311"/>
                        <a:pt x="29993" y="44695"/>
                        <a:pt x="25601" y="51984"/>
                      </a:cubicBezTo>
                      <a:cubicBezTo>
                        <a:pt x="8713" y="52679"/>
                        <a:pt x="7158" y="51516"/>
                        <a:pt x="6570" y="53343"/>
                      </a:cubicBezTo>
                      <a:cubicBezTo>
                        <a:pt x="472" y="73446"/>
                        <a:pt x="-962" y="74004"/>
                        <a:pt x="563" y="75151"/>
                      </a:cubicBezTo>
                      <a:lnTo>
                        <a:pt x="14704" y="85761"/>
                      </a:lnTo>
                      <a:cubicBezTo>
                        <a:pt x="14010" y="94228"/>
                        <a:pt x="14734" y="102634"/>
                        <a:pt x="16727" y="110648"/>
                      </a:cubicBezTo>
                      <a:cubicBezTo>
                        <a:pt x="5272" y="123084"/>
                        <a:pt x="3340" y="123356"/>
                        <a:pt x="4230" y="125076"/>
                      </a:cubicBezTo>
                      <a:lnTo>
                        <a:pt x="13904" y="143957"/>
                      </a:lnTo>
                      <a:cubicBezTo>
                        <a:pt x="14765" y="145647"/>
                        <a:pt x="15836" y="144304"/>
                        <a:pt x="32921" y="142236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02" name="Graphique 28">
                  <a:extLst>
                    <a:ext uri="{FF2B5EF4-FFF2-40B4-BE49-F238E27FC236}">
                      <a16:creationId xmlns:a16="http://schemas.microsoft.com/office/drawing/2014/main" id="{D7288D50-B8C6-BB97-D850-E22332359457}"/>
                    </a:ext>
                  </a:extLst>
                </p:cNvPr>
                <p:cNvGrpSpPr/>
                <p:nvPr/>
              </p:nvGrpSpPr>
              <p:grpSpPr>
                <a:xfrm>
                  <a:off x="623274" y="0"/>
                  <a:ext cx="230973" cy="230828"/>
                  <a:chOff x="623274" y="0"/>
                  <a:chExt cx="230973" cy="230828"/>
                </a:xfrm>
              </p:grpSpPr>
              <p:sp>
                <p:nvSpPr>
                  <p:cNvPr id="3103" name="Forme libre : forme 3102">
                    <a:extLst>
                      <a:ext uri="{FF2B5EF4-FFF2-40B4-BE49-F238E27FC236}">
                        <a16:creationId xmlns:a16="http://schemas.microsoft.com/office/drawing/2014/main" id="{A4419788-DC0B-ACC0-E7C7-8995AC249798}"/>
                      </a:ext>
                    </a:extLst>
                  </p:cNvPr>
                  <p:cNvSpPr/>
                  <p:nvPr/>
                </p:nvSpPr>
                <p:spPr>
                  <a:xfrm>
                    <a:off x="716979" y="93130"/>
                    <a:ext cx="44286" cy="44286"/>
                  </a:xfrm>
                  <a:custGeom>
                    <a:avLst/>
                    <a:gdLst>
                      <a:gd name="connsiteX0" fmla="*/ 48 w 44286"/>
                      <a:gd name="connsiteY0" fmla="*/ 20710 h 44286"/>
                      <a:gd name="connsiteX1" fmla="*/ 23577 w 44286"/>
                      <a:gd name="connsiteY1" fmla="*/ 48 h 44286"/>
                      <a:gd name="connsiteX2" fmla="*/ 44238 w 44286"/>
                      <a:gd name="connsiteY2" fmla="*/ 23577 h 44286"/>
                      <a:gd name="connsiteX3" fmla="*/ 20709 w 44286"/>
                      <a:gd name="connsiteY3" fmla="*/ 44238 h 44286"/>
                      <a:gd name="connsiteX4" fmla="*/ 20709 w 44286"/>
                      <a:gd name="connsiteY4" fmla="*/ 44238 h 44286"/>
                      <a:gd name="connsiteX5" fmla="*/ 48 w 44286"/>
                      <a:gd name="connsiteY5" fmla="*/ 20710 h 44286"/>
                      <a:gd name="connsiteX6" fmla="*/ 20921 w 44286"/>
                      <a:gd name="connsiteY6" fmla="*/ 40948 h 44286"/>
                      <a:gd name="connsiteX7" fmla="*/ 20936 w 44286"/>
                      <a:gd name="connsiteY7" fmla="*/ 40948 h 44286"/>
                      <a:gd name="connsiteX8" fmla="*/ 20921 w 44286"/>
                      <a:gd name="connsiteY8" fmla="*/ 40948 h 44286"/>
                      <a:gd name="connsiteX9" fmla="*/ 6628 w 44286"/>
                      <a:gd name="connsiteY9" fmla="*/ 21132 h 44286"/>
                      <a:gd name="connsiteX10" fmla="*/ 21132 w 44286"/>
                      <a:gd name="connsiteY10" fmla="*/ 37643 h 44286"/>
                      <a:gd name="connsiteX11" fmla="*/ 21132 w 44286"/>
                      <a:gd name="connsiteY11" fmla="*/ 37643 h 44286"/>
                      <a:gd name="connsiteX12" fmla="*/ 33825 w 44286"/>
                      <a:gd name="connsiteY12" fmla="*/ 11881 h 44286"/>
                      <a:gd name="connsiteX13" fmla="*/ 6628 w 44286"/>
                      <a:gd name="connsiteY13" fmla="*/ 21132 h 442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44286" h="44286">
                        <a:moveTo>
                          <a:pt x="48" y="20710"/>
                        </a:moveTo>
                        <a:cubicBezTo>
                          <a:pt x="848" y="8500"/>
                          <a:pt x="11367" y="-752"/>
                          <a:pt x="23577" y="48"/>
                        </a:cubicBezTo>
                        <a:cubicBezTo>
                          <a:pt x="35787" y="833"/>
                          <a:pt x="45038" y="11367"/>
                          <a:pt x="44238" y="23577"/>
                        </a:cubicBezTo>
                        <a:cubicBezTo>
                          <a:pt x="43454" y="35757"/>
                          <a:pt x="32889" y="45038"/>
                          <a:pt x="20709" y="44238"/>
                        </a:cubicBezTo>
                        <a:lnTo>
                          <a:pt x="20709" y="44238"/>
                        </a:lnTo>
                        <a:cubicBezTo>
                          <a:pt x="8530" y="43454"/>
                          <a:pt x="-752" y="32889"/>
                          <a:pt x="48" y="20710"/>
                        </a:cubicBezTo>
                        <a:close/>
                        <a:moveTo>
                          <a:pt x="20921" y="40948"/>
                        </a:moveTo>
                        <a:lnTo>
                          <a:pt x="20936" y="40948"/>
                        </a:lnTo>
                        <a:cubicBezTo>
                          <a:pt x="20936" y="40948"/>
                          <a:pt x="20921" y="40948"/>
                          <a:pt x="20921" y="40948"/>
                        </a:cubicBezTo>
                        <a:close/>
                        <a:moveTo>
                          <a:pt x="6628" y="21132"/>
                        </a:moveTo>
                        <a:cubicBezTo>
                          <a:pt x="6070" y="29689"/>
                          <a:pt x="12590" y="37100"/>
                          <a:pt x="21132" y="37643"/>
                        </a:cubicBezTo>
                        <a:lnTo>
                          <a:pt x="21132" y="37643"/>
                        </a:lnTo>
                        <a:cubicBezTo>
                          <a:pt x="34866" y="38534"/>
                          <a:pt x="42925" y="22249"/>
                          <a:pt x="33825" y="11881"/>
                        </a:cubicBezTo>
                        <a:cubicBezTo>
                          <a:pt x="24754" y="1542"/>
                          <a:pt x="7534" y="7308"/>
                          <a:pt x="6628" y="21132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3104" name="Graphique 28">
                    <a:extLst>
                      <a:ext uri="{FF2B5EF4-FFF2-40B4-BE49-F238E27FC236}">
                        <a16:creationId xmlns:a16="http://schemas.microsoft.com/office/drawing/2014/main" id="{D1568B3C-CDE6-F276-8B60-286609D5CB21}"/>
                      </a:ext>
                    </a:extLst>
                  </p:cNvPr>
                  <p:cNvGrpSpPr/>
                  <p:nvPr/>
                </p:nvGrpSpPr>
                <p:grpSpPr>
                  <a:xfrm>
                    <a:off x="623274" y="0"/>
                    <a:ext cx="182524" cy="149958"/>
                    <a:chOff x="623274" y="0"/>
                    <a:chExt cx="182524" cy="149958"/>
                  </a:xfrm>
                  <a:solidFill>
                    <a:srgbClr val="B1ABE5"/>
                  </a:solidFill>
                </p:grpSpPr>
                <p:sp>
                  <p:nvSpPr>
                    <p:cNvPr id="3110" name="Forme libre : forme 3109">
                      <a:extLst>
                        <a:ext uri="{FF2B5EF4-FFF2-40B4-BE49-F238E27FC236}">
                          <a16:creationId xmlns:a16="http://schemas.microsoft.com/office/drawing/2014/main" id="{A1A02C1E-35F3-6D83-5FFC-6FDCBD9566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5699" y="137018"/>
                      <a:ext cx="6586" cy="12940"/>
                    </a:xfrm>
                    <a:custGeom>
                      <a:avLst/>
                      <a:gdLst>
                        <a:gd name="connsiteX0" fmla="*/ 2284 w 6586"/>
                        <a:gd name="connsiteY0" fmla="*/ 11383 h 12940"/>
                        <a:gd name="connsiteX1" fmla="*/ 50 w 6586"/>
                        <a:gd name="connsiteY1" fmla="*/ 2690 h 12940"/>
                        <a:gd name="connsiteX2" fmla="*/ 1740 w 6586"/>
                        <a:gd name="connsiteY2" fmla="*/ 79 h 12940"/>
                        <a:gd name="connsiteX3" fmla="*/ 6495 w 6586"/>
                        <a:gd name="connsiteY3" fmla="*/ 10115 h 12940"/>
                        <a:gd name="connsiteX4" fmla="*/ 5015 w 6586"/>
                        <a:gd name="connsiteY4" fmla="*/ 12847 h 12940"/>
                        <a:gd name="connsiteX5" fmla="*/ 2284 w 6586"/>
                        <a:gd name="connsiteY5" fmla="*/ 11368 h 129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6586" h="12940">
                          <a:moveTo>
                            <a:pt x="2284" y="11383"/>
                          </a:moveTo>
                          <a:cubicBezTo>
                            <a:pt x="1439" y="8531"/>
                            <a:pt x="684" y="5618"/>
                            <a:pt x="50" y="2690"/>
                          </a:cubicBezTo>
                          <a:cubicBezTo>
                            <a:pt x="-206" y="1498"/>
                            <a:pt x="548" y="336"/>
                            <a:pt x="1740" y="79"/>
                          </a:cubicBezTo>
                          <a:cubicBezTo>
                            <a:pt x="4729" y="-570"/>
                            <a:pt x="4306" y="2781"/>
                            <a:pt x="6495" y="10115"/>
                          </a:cubicBezTo>
                          <a:cubicBezTo>
                            <a:pt x="6842" y="11277"/>
                            <a:pt x="6178" y="12500"/>
                            <a:pt x="5015" y="12847"/>
                          </a:cubicBezTo>
                          <a:cubicBezTo>
                            <a:pt x="3853" y="13194"/>
                            <a:pt x="2631" y="12545"/>
                            <a:pt x="2284" y="11368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50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111" name="Forme libre : forme 3110">
                      <a:extLst>
                        <a:ext uri="{FF2B5EF4-FFF2-40B4-BE49-F238E27FC236}">
                          <a16:creationId xmlns:a16="http://schemas.microsoft.com/office/drawing/2014/main" id="{C837CE47-E9F2-3A13-A7D4-5A34E070C3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274" y="0"/>
                      <a:ext cx="148393" cy="112697"/>
                    </a:xfrm>
                    <a:custGeom>
                      <a:avLst/>
                      <a:gdLst>
                        <a:gd name="connsiteX0" fmla="*/ 0 w 148393"/>
                        <a:gd name="connsiteY0" fmla="*/ 110399 h 112697"/>
                        <a:gd name="connsiteX1" fmla="*/ 2158 w 148393"/>
                        <a:gd name="connsiteY1" fmla="*/ 92409 h 112697"/>
                        <a:gd name="connsiteX2" fmla="*/ 6475 w 148393"/>
                        <a:gd name="connsiteY2" fmla="*/ 93269 h 112697"/>
                        <a:gd name="connsiteX3" fmla="*/ 2113 w 148393"/>
                        <a:gd name="connsiteY3" fmla="*/ 112693 h 112697"/>
                        <a:gd name="connsiteX4" fmla="*/ 15 w 148393"/>
                        <a:gd name="connsiteY4" fmla="*/ 110399 h 112697"/>
                        <a:gd name="connsiteX5" fmla="*/ 12557 w 148393"/>
                        <a:gd name="connsiteY5" fmla="*/ 67477 h 112697"/>
                        <a:gd name="connsiteX6" fmla="*/ 11546 w 148393"/>
                        <a:gd name="connsiteY6" fmla="*/ 64534 h 112697"/>
                        <a:gd name="connsiteX7" fmla="*/ 20737 w 148393"/>
                        <a:gd name="connsiteY7" fmla="*/ 48913 h 112697"/>
                        <a:gd name="connsiteX8" fmla="*/ 24344 w 148393"/>
                        <a:gd name="connsiteY8" fmla="*/ 51433 h 112697"/>
                        <a:gd name="connsiteX9" fmla="*/ 15515 w 148393"/>
                        <a:gd name="connsiteY9" fmla="*/ 66465 h 112697"/>
                        <a:gd name="connsiteX10" fmla="*/ 12572 w 148393"/>
                        <a:gd name="connsiteY10" fmla="*/ 67477 h 112697"/>
                        <a:gd name="connsiteX11" fmla="*/ 40991 w 148393"/>
                        <a:gd name="connsiteY11" fmla="*/ 30802 h 112697"/>
                        <a:gd name="connsiteX12" fmla="*/ 40236 w 148393"/>
                        <a:gd name="connsiteY12" fmla="*/ 30229 h 112697"/>
                        <a:gd name="connsiteX13" fmla="*/ 40478 w 148393"/>
                        <a:gd name="connsiteY13" fmla="*/ 27120 h 112697"/>
                        <a:gd name="connsiteX14" fmla="*/ 55117 w 148393"/>
                        <a:gd name="connsiteY14" fmla="*/ 16449 h 112697"/>
                        <a:gd name="connsiteX15" fmla="*/ 58151 w 148393"/>
                        <a:gd name="connsiteY15" fmla="*/ 17174 h 112697"/>
                        <a:gd name="connsiteX16" fmla="*/ 57426 w 148393"/>
                        <a:gd name="connsiteY16" fmla="*/ 20207 h 112697"/>
                        <a:gd name="connsiteX17" fmla="*/ 43330 w 148393"/>
                        <a:gd name="connsiteY17" fmla="*/ 30485 h 112697"/>
                        <a:gd name="connsiteX18" fmla="*/ 40976 w 148393"/>
                        <a:gd name="connsiteY18" fmla="*/ 30817 h 112697"/>
                        <a:gd name="connsiteX19" fmla="*/ 81634 w 148393"/>
                        <a:gd name="connsiteY19" fmla="*/ 8435 h 112697"/>
                        <a:gd name="connsiteX20" fmla="*/ 80457 w 148393"/>
                        <a:gd name="connsiteY20" fmla="*/ 7077 h 112697"/>
                        <a:gd name="connsiteX21" fmla="*/ 81921 w 148393"/>
                        <a:gd name="connsiteY21" fmla="*/ 4330 h 112697"/>
                        <a:gd name="connsiteX22" fmla="*/ 99609 w 148393"/>
                        <a:gd name="connsiteY22" fmla="*/ 406 h 112697"/>
                        <a:gd name="connsiteX23" fmla="*/ 102099 w 148393"/>
                        <a:gd name="connsiteY23" fmla="*/ 2278 h 112697"/>
                        <a:gd name="connsiteX24" fmla="*/ 100228 w 148393"/>
                        <a:gd name="connsiteY24" fmla="*/ 4768 h 112697"/>
                        <a:gd name="connsiteX25" fmla="*/ 83204 w 148393"/>
                        <a:gd name="connsiteY25" fmla="*/ 8541 h 112697"/>
                        <a:gd name="connsiteX26" fmla="*/ 81634 w 148393"/>
                        <a:gd name="connsiteY26" fmla="*/ 8435 h 112697"/>
                        <a:gd name="connsiteX27" fmla="*/ 126564 w 148393"/>
                        <a:gd name="connsiteY27" fmla="*/ 1961 h 112697"/>
                        <a:gd name="connsiteX28" fmla="*/ 128994 w 148393"/>
                        <a:gd name="connsiteY28" fmla="*/ 14 h 112697"/>
                        <a:gd name="connsiteX29" fmla="*/ 146788 w 148393"/>
                        <a:gd name="connsiteY29" fmla="*/ 3440 h 112697"/>
                        <a:gd name="connsiteX30" fmla="*/ 145626 w 148393"/>
                        <a:gd name="connsiteY30" fmla="*/ 7681 h 112697"/>
                        <a:gd name="connsiteX31" fmla="*/ 128496 w 148393"/>
                        <a:gd name="connsiteY31" fmla="*/ 4376 h 112697"/>
                        <a:gd name="connsiteX32" fmla="*/ 126549 w 148393"/>
                        <a:gd name="connsiteY32" fmla="*/ 1946 h 1126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</a:cxnLst>
                      <a:rect l="l" t="t" r="r" b="b"/>
                      <a:pathLst>
                        <a:path w="148393" h="112697">
                          <a:moveTo>
                            <a:pt x="0" y="110399"/>
                          </a:moveTo>
                          <a:cubicBezTo>
                            <a:pt x="241" y="104558"/>
                            <a:pt x="936" y="98491"/>
                            <a:pt x="2158" y="92409"/>
                          </a:cubicBezTo>
                          <a:cubicBezTo>
                            <a:pt x="2732" y="89541"/>
                            <a:pt x="7048" y="90432"/>
                            <a:pt x="6475" y="93269"/>
                          </a:cubicBezTo>
                          <a:cubicBezTo>
                            <a:pt x="3320" y="109026"/>
                            <a:pt x="5780" y="112844"/>
                            <a:pt x="2113" y="112693"/>
                          </a:cubicBezTo>
                          <a:cubicBezTo>
                            <a:pt x="890" y="112633"/>
                            <a:pt x="-45" y="111606"/>
                            <a:pt x="15" y="110399"/>
                          </a:cubicBezTo>
                          <a:close/>
                          <a:moveTo>
                            <a:pt x="12557" y="67477"/>
                          </a:moveTo>
                          <a:cubicBezTo>
                            <a:pt x="11470" y="66948"/>
                            <a:pt x="11017" y="65635"/>
                            <a:pt x="11546" y="64534"/>
                          </a:cubicBezTo>
                          <a:cubicBezTo>
                            <a:pt x="14187" y="59115"/>
                            <a:pt x="17266" y="53863"/>
                            <a:pt x="20737" y="48913"/>
                          </a:cubicBezTo>
                          <a:cubicBezTo>
                            <a:pt x="22412" y="46528"/>
                            <a:pt x="26004" y="49049"/>
                            <a:pt x="24344" y="51433"/>
                          </a:cubicBezTo>
                          <a:cubicBezTo>
                            <a:pt x="21024" y="56187"/>
                            <a:pt x="18050" y="61258"/>
                            <a:pt x="15515" y="66465"/>
                          </a:cubicBezTo>
                          <a:cubicBezTo>
                            <a:pt x="14579" y="68382"/>
                            <a:pt x="12300" y="67477"/>
                            <a:pt x="12572" y="67477"/>
                          </a:cubicBezTo>
                          <a:close/>
                          <a:moveTo>
                            <a:pt x="40991" y="30802"/>
                          </a:moveTo>
                          <a:cubicBezTo>
                            <a:pt x="40704" y="30666"/>
                            <a:pt x="40447" y="30485"/>
                            <a:pt x="40236" y="30229"/>
                          </a:cubicBezTo>
                          <a:cubicBezTo>
                            <a:pt x="39451" y="29308"/>
                            <a:pt x="39557" y="27920"/>
                            <a:pt x="40478" y="27120"/>
                          </a:cubicBezTo>
                          <a:cubicBezTo>
                            <a:pt x="45066" y="23196"/>
                            <a:pt x="49986" y="19604"/>
                            <a:pt x="55117" y="16449"/>
                          </a:cubicBezTo>
                          <a:cubicBezTo>
                            <a:pt x="56143" y="15816"/>
                            <a:pt x="57502" y="16132"/>
                            <a:pt x="58151" y="17174"/>
                          </a:cubicBezTo>
                          <a:cubicBezTo>
                            <a:pt x="58785" y="18215"/>
                            <a:pt x="58468" y="19558"/>
                            <a:pt x="57426" y="20207"/>
                          </a:cubicBezTo>
                          <a:cubicBezTo>
                            <a:pt x="52491" y="23256"/>
                            <a:pt x="47752" y="26712"/>
                            <a:pt x="43330" y="30485"/>
                          </a:cubicBezTo>
                          <a:cubicBezTo>
                            <a:pt x="42651" y="31059"/>
                            <a:pt x="41730" y="31164"/>
                            <a:pt x="40976" y="30817"/>
                          </a:cubicBezTo>
                          <a:close/>
                          <a:moveTo>
                            <a:pt x="81634" y="8435"/>
                          </a:moveTo>
                          <a:cubicBezTo>
                            <a:pt x="81091" y="8179"/>
                            <a:pt x="80638" y="7711"/>
                            <a:pt x="80457" y="7077"/>
                          </a:cubicBezTo>
                          <a:cubicBezTo>
                            <a:pt x="80095" y="5915"/>
                            <a:pt x="80759" y="4693"/>
                            <a:pt x="81921" y="4330"/>
                          </a:cubicBezTo>
                          <a:cubicBezTo>
                            <a:pt x="87686" y="2564"/>
                            <a:pt x="93633" y="1236"/>
                            <a:pt x="99609" y="406"/>
                          </a:cubicBezTo>
                          <a:cubicBezTo>
                            <a:pt x="100817" y="240"/>
                            <a:pt x="101918" y="1070"/>
                            <a:pt x="102099" y="2278"/>
                          </a:cubicBezTo>
                          <a:cubicBezTo>
                            <a:pt x="102265" y="3485"/>
                            <a:pt x="101435" y="4587"/>
                            <a:pt x="100228" y="4768"/>
                          </a:cubicBezTo>
                          <a:cubicBezTo>
                            <a:pt x="94478" y="5568"/>
                            <a:pt x="88758" y="6851"/>
                            <a:pt x="83204" y="8541"/>
                          </a:cubicBezTo>
                          <a:cubicBezTo>
                            <a:pt x="82661" y="8707"/>
                            <a:pt x="82117" y="8662"/>
                            <a:pt x="81634" y="8435"/>
                          </a:cubicBezTo>
                          <a:close/>
                          <a:moveTo>
                            <a:pt x="126564" y="1961"/>
                          </a:moveTo>
                          <a:cubicBezTo>
                            <a:pt x="126700" y="753"/>
                            <a:pt x="127787" y="-122"/>
                            <a:pt x="128994" y="14"/>
                          </a:cubicBezTo>
                          <a:cubicBezTo>
                            <a:pt x="135001" y="693"/>
                            <a:pt x="140992" y="1855"/>
                            <a:pt x="146788" y="3440"/>
                          </a:cubicBezTo>
                          <a:cubicBezTo>
                            <a:pt x="149580" y="4194"/>
                            <a:pt x="148433" y="8450"/>
                            <a:pt x="145626" y="7681"/>
                          </a:cubicBezTo>
                          <a:cubicBezTo>
                            <a:pt x="140042" y="6141"/>
                            <a:pt x="134291" y="5040"/>
                            <a:pt x="128496" y="4376"/>
                          </a:cubicBezTo>
                          <a:cubicBezTo>
                            <a:pt x="127258" y="4225"/>
                            <a:pt x="126428" y="3123"/>
                            <a:pt x="126549" y="1946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50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112" name="Forme libre : forme 3111">
                      <a:extLst>
                        <a:ext uri="{FF2B5EF4-FFF2-40B4-BE49-F238E27FC236}">
                          <a16:creationId xmlns:a16="http://schemas.microsoft.com/office/drawing/2014/main" id="{FB42DB59-108C-FA7E-CDE3-4CC4EEAD9E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894" y="14570"/>
                      <a:ext cx="11904" cy="9124"/>
                    </a:xfrm>
                    <a:custGeom>
                      <a:avLst/>
                      <a:gdLst>
                        <a:gd name="connsiteX0" fmla="*/ 8465 w 11904"/>
                        <a:gd name="connsiteY0" fmla="*/ 8731 h 9124"/>
                        <a:gd name="connsiteX1" fmla="*/ 376 w 11904"/>
                        <a:gd name="connsiteY1" fmla="*/ 1109 h 9124"/>
                        <a:gd name="connsiteX2" fmla="*/ 3379 w 11904"/>
                        <a:gd name="connsiteY2" fmla="*/ 309 h 9124"/>
                        <a:gd name="connsiteX3" fmla="*/ 10955 w 11904"/>
                        <a:gd name="connsiteY3" fmla="*/ 5108 h 9124"/>
                        <a:gd name="connsiteX4" fmla="*/ 11514 w 11904"/>
                        <a:gd name="connsiteY4" fmla="*/ 8172 h 9124"/>
                        <a:gd name="connsiteX5" fmla="*/ 8450 w 11904"/>
                        <a:gd name="connsiteY5" fmla="*/ 8731 h 91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1904" h="9124">
                          <a:moveTo>
                            <a:pt x="8465" y="8731"/>
                          </a:moveTo>
                          <a:cubicBezTo>
                            <a:pt x="1824" y="4158"/>
                            <a:pt x="-1103" y="3675"/>
                            <a:pt x="376" y="1109"/>
                          </a:cubicBezTo>
                          <a:cubicBezTo>
                            <a:pt x="979" y="53"/>
                            <a:pt x="2307" y="-325"/>
                            <a:pt x="3379" y="309"/>
                          </a:cubicBezTo>
                          <a:cubicBezTo>
                            <a:pt x="5945" y="1788"/>
                            <a:pt x="8495" y="3403"/>
                            <a:pt x="10955" y="5108"/>
                          </a:cubicBezTo>
                          <a:cubicBezTo>
                            <a:pt x="11951" y="5803"/>
                            <a:pt x="12208" y="7161"/>
                            <a:pt x="11514" y="8172"/>
                          </a:cubicBezTo>
                          <a:cubicBezTo>
                            <a:pt x="10835" y="9153"/>
                            <a:pt x="9476" y="9440"/>
                            <a:pt x="8450" y="8731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50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105" name="Graphique 28">
                    <a:extLst>
                      <a:ext uri="{FF2B5EF4-FFF2-40B4-BE49-F238E27FC236}">
                        <a16:creationId xmlns:a16="http://schemas.microsoft.com/office/drawing/2014/main" id="{BC1B66D2-7733-C3FF-6210-3DC639938B08}"/>
                      </a:ext>
                    </a:extLst>
                  </p:cNvPr>
                  <p:cNvGrpSpPr/>
                  <p:nvPr/>
                </p:nvGrpSpPr>
                <p:grpSpPr>
                  <a:xfrm>
                    <a:off x="668192" y="89873"/>
                    <a:ext cx="186055" cy="140955"/>
                    <a:chOff x="668192" y="89873"/>
                    <a:chExt cx="186055" cy="140955"/>
                  </a:xfrm>
                  <a:solidFill>
                    <a:srgbClr val="B1ABE5"/>
                  </a:solidFill>
                </p:grpSpPr>
                <p:sp>
                  <p:nvSpPr>
                    <p:cNvPr id="3107" name="Forme libre : forme 3106">
                      <a:extLst>
                        <a:ext uri="{FF2B5EF4-FFF2-40B4-BE49-F238E27FC236}">
                          <a16:creationId xmlns:a16="http://schemas.microsoft.com/office/drawing/2014/main" id="{6F1D2287-065F-EE7D-942D-FE976390A2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452" y="89873"/>
                      <a:ext cx="5751" cy="13071"/>
                    </a:xfrm>
                    <a:custGeom>
                      <a:avLst/>
                      <a:gdLst>
                        <a:gd name="connsiteX0" fmla="*/ 1372 w 5751"/>
                        <a:gd name="connsiteY0" fmla="*/ 11153 h 13071"/>
                        <a:gd name="connsiteX1" fmla="*/ 1659 w 5751"/>
                        <a:gd name="connsiteY1" fmla="*/ 45 h 13071"/>
                        <a:gd name="connsiteX2" fmla="*/ 4255 w 5751"/>
                        <a:gd name="connsiteY2" fmla="*/ 1750 h 13071"/>
                        <a:gd name="connsiteX3" fmla="*/ 5734 w 5751"/>
                        <a:gd name="connsiteY3" fmla="*/ 10594 h 13071"/>
                        <a:gd name="connsiteX4" fmla="*/ 3832 w 5751"/>
                        <a:gd name="connsiteY4" fmla="*/ 13055 h 13071"/>
                        <a:gd name="connsiteX5" fmla="*/ 1372 w 5751"/>
                        <a:gd name="connsiteY5" fmla="*/ 11153 h 130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5751" h="13071">
                          <a:moveTo>
                            <a:pt x="1372" y="11153"/>
                          </a:moveTo>
                          <a:cubicBezTo>
                            <a:pt x="346" y="3124"/>
                            <a:pt x="-1254" y="649"/>
                            <a:pt x="1659" y="45"/>
                          </a:cubicBezTo>
                          <a:cubicBezTo>
                            <a:pt x="2851" y="-197"/>
                            <a:pt x="4013" y="558"/>
                            <a:pt x="4255" y="1750"/>
                          </a:cubicBezTo>
                          <a:cubicBezTo>
                            <a:pt x="4859" y="4648"/>
                            <a:pt x="5357" y="7636"/>
                            <a:pt x="5734" y="10594"/>
                          </a:cubicBezTo>
                          <a:cubicBezTo>
                            <a:pt x="5885" y="11802"/>
                            <a:pt x="5040" y="12904"/>
                            <a:pt x="3832" y="13055"/>
                          </a:cubicBezTo>
                          <a:cubicBezTo>
                            <a:pt x="2625" y="13205"/>
                            <a:pt x="1523" y="12360"/>
                            <a:pt x="1372" y="11153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50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108" name="Forme libre : forme 3107">
                      <a:extLst>
                        <a:ext uri="{FF2B5EF4-FFF2-40B4-BE49-F238E27FC236}">
                          <a16:creationId xmlns:a16="http://schemas.microsoft.com/office/drawing/2014/main" id="{14C37E9C-8E07-B22F-9678-E38C85DD35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1072" y="126904"/>
                      <a:ext cx="153175" cy="103924"/>
                    </a:xfrm>
                    <a:custGeom>
                      <a:avLst/>
                      <a:gdLst>
                        <a:gd name="connsiteX0" fmla="*/ 123 w 153175"/>
                        <a:gd name="connsiteY0" fmla="*/ 95645 h 103924"/>
                        <a:gd name="connsiteX1" fmla="*/ 19547 w 153175"/>
                        <a:gd name="connsiteY1" fmla="*/ 98362 h 103924"/>
                        <a:gd name="connsiteX2" fmla="*/ 18822 w 153175"/>
                        <a:gd name="connsiteY2" fmla="*/ 102708 h 103924"/>
                        <a:gd name="connsiteX3" fmla="*/ 1511 w 153175"/>
                        <a:gd name="connsiteY3" fmla="*/ 98422 h 103924"/>
                        <a:gd name="connsiteX4" fmla="*/ 108 w 153175"/>
                        <a:gd name="connsiteY4" fmla="*/ 95645 h 103924"/>
                        <a:gd name="connsiteX5" fmla="*/ 45339 w 153175"/>
                        <a:gd name="connsiteY5" fmla="*/ 101908 h 103924"/>
                        <a:gd name="connsiteX6" fmla="*/ 47347 w 153175"/>
                        <a:gd name="connsiteY6" fmla="*/ 99539 h 103924"/>
                        <a:gd name="connsiteX7" fmla="*/ 66921 w 153175"/>
                        <a:gd name="connsiteY7" fmla="*/ 98437 h 103924"/>
                        <a:gd name="connsiteX8" fmla="*/ 65306 w 153175"/>
                        <a:gd name="connsiteY8" fmla="*/ 101093 h 103924"/>
                        <a:gd name="connsiteX9" fmla="*/ 47709 w 153175"/>
                        <a:gd name="connsiteY9" fmla="*/ 103916 h 103924"/>
                        <a:gd name="connsiteX10" fmla="*/ 45339 w 153175"/>
                        <a:gd name="connsiteY10" fmla="*/ 101908 h 103924"/>
                        <a:gd name="connsiteX11" fmla="*/ 89364 w 153175"/>
                        <a:gd name="connsiteY11" fmla="*/ 89925 h 103924"/>
                        <a:gd name="connsiteX12" fmla="*/ 104758 w 153175"/>
                        <a:gd name="connsiteY12" fmla="*/ 77776 h 103924"/>
                        <a:gd name="connsiteX13" fmla="*/ 107384 w 153175"/>
                        <a:gd name="connsiteY13" fmla="*/ 81307 h 103924"/>
                        <a:gd name="connsiteX14" fmla="*/ 92322 w 153175"/>
                        <a:gd name="connsiteY14" fmla="*/ 90846 h 103924"/>
                        <a:gd name="connsiteX15" fmla="*/ 89348 w 153175"/>
                        <a:gd name="connsiteY15" fmla="*/ 89940 h 103924"/>
                        <a:gd name="connsiteX16" fmla="*/ 125147 w 153175"/>
                        <a:gd name="connsiteY16" fmla="*/ 61582 h 103924"/>
                        <a:gd name="connsiteX17" fmla="*/ 134565 w 153175"/>
                        <a:gd name="connsiteY17" fmla="*/ 44377 h 103924"/>
                        <a:gd name="connsiteX18" fmla="*/ 138368 w 153175"/>
                        <a:gd name="connsiteY18" fmla="*/ 46595 h 103924"/>
                        <a:gd name="connsiteX19" fmla="*/ 128241 w 153175"/>
                        <a:gd name="connsiteY19" fmla="*/ 61265 h 103924"/>
                        <a:gd name="connsiteX20" fmla="*/ 125147 w 153175"/>
                        <a:gd name="connsiteY20" fmla="*/ 61597 h 103924"/>
                        <a:gd name="connsiteX21" fmla="*/ 145416 w 153175"/>
                        <a:gd name="connsiteY21" fmla="*/ 18765 h 103924"/>
                        <a:gd name="connsiteX22" fmla="*/ 151242 w 153175"/>
                        <a:gd name="connsiteY22" fmla="*/ 35 h 103924"/>
                        <a:gd name="connsiteX23" fmla="*/ 153159 w 153175"/>
                        <a:gd name="connsiteY23" fmla="*/ 2480 h 103924"/>
                        <a:gd name="connsiteX24" fmla="*/ 149657 w 153175"/>
                        <a:gd name="connsiteY24" fmla="*/ 19957 h 103924"/>
                        <a:gd name="connsiteX25" fmla="*/ 146941 w 153175"/>
                        <a:gd name="connsiteY25" fmla="*/ 21481 h 103924"/>
                        <a:gd name="connsiteX26" fmla="*/ 145416 w 153175"/>
                        <a:gd name="connsiteY26" fmla="*/ 18765 h 1039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</a:cxnLst>
                      <a:rect l="l" t="t" r="r" b="b"/>
                      <a:pathLst>
                        <a:path w="153175" h="103924">
                          <a:moveTo>
                            <a:pt x="123" y="95645"/>
                          </a:moveTo>
                          <a:cubicBezTo>
                            <a:pt x="1270" y="92174"/>
                            <a:pt x="3866" y="95751"/>
                            <a:pt x="19547" y="98362"/>
                          </a:cubicBezTo>
                          <a:cubicBezTo>
                            <a:pt x="22414" y="98830"/>
                            <a:pt x="21705" y="103176"/>
                            <a:pt x="18822" y="102708"/>
                          </a:cubicBezTo>
                          <a:cubicBezTo>
                            <a:pt x="12966" y="101727"/>
                            <a:pt x="7141" y="100294"/>
                            <a:pt x="1511" y="98422"/>
                          </a:cubicBezTo>
                          <a:cubicBezTo>
                            <a:pt x="379" y="98045"/>
                            <a:pt x="-270" y="96807"/>
                            <a:pt x="108" y="95645"/>
                          </a:cubicBezTo>
                          <a:close/>
                          <a:moveTo>
                            <a:pt x="45339" y="101908"/>
                          </a:moveTo>
                          <a:cubicBezTo>
                            <a:pt x="45234" y="100701"/>
                            <a:pt x="46139" y="99629"/>
                            <a:pt x="47347" y="99539"/>
                          </a:cubicBezTo>
                          <a:cubicBezTo>
                            <a:pt x="63314" y="98226"/>
                            <a:pt x="66061" y="94875"/>
                            <a:pt x="66921" y="98437"/>
                          </a:cubicBezTo>
                          <a:cubicBezTo>
                            <a:pt x="67208" y="99614"/>
                            <a:pt x="66484" y="100807"/>
                            <a:pt x="65306" y="101093"/>
                          </a:cubicBezTo>
                          <a:cubicBezTo>
                            <a:pt x="59541" y="102482"/>
                            <a:pt x="53625" y="103433"/>
                            <a:pt x="47709" y="103916"/>
                          </a:cubicBezTo>
                          <a:cubicBezTo>
                            <a:pt x="46501" y="104021"/>
                            <a:pt x="45430" y="103116"/>
                            <a:pt x="45339" y="101908"/>
                          </a:cubicBezTo>
                          <a:close/>
                          <a:moveTo>
                            <a:pt x="89364" y="89925"/>
                          </a:moveTo>
                          <a:cubicBezTo>
                            <a:pt x="87643" y="86695"/>
                            <a:pt x="91990" y="87314"/>
                            <a:pt x="104758" y="77776"/>
                          </a:cubicBezTo>
                          <a:cubicBezTo>
                            <a:pt x="107097" y="76040"/>
                            <a:pt x="109723" y="79557"/>
                            <a:pt x="107384" y="81307"/>
                          </a:cubicBezTo>
                          <a:cubicBezTo>
                            <a:pt x="102630" y="84854"/>
                            <a:pt x="97559" y="88069"/>
                            <a:pt x="92322" y="90846"/>
                          </a:cubicBezTo>
                          <a:cubicBezTo>
                            <a:pt x="91250" y="91419"/>
                            <a:pt x="89922" y="91012"/>
                            <a:pt x="89348" y="89940"/>
                          </a:cubicBezTo>
                          <a:close/>
                          <a:moveTo>
                            <a:pt x="125147" y="61582"/>
                          </a:moveTo>
                          <a:cubicBezTo>
                            <a:pt x="122295" y="59273"/>
                            <a:pt x="126551" y="58141"/>
                            <a:pt x="134565" y="44377"/>
                          </a:cubicBezTo>
                          <a:cubicBezTo>
                            <a:pt x="136029" y="41856"/>
                            <a:pt x="139832" y="44075"/>
                            <a:pt x="138368" y="46595"/>
                          </a:cubicBezTo>
                          <a:cubicBezTo>
                            <a:pt x="135395" y="51711"/>
                            <a:pt x="131984" y="56647"/>
                            <a:pt x="128241" y="61265"/>
                          </a:cubicBezTo>
                          <a:cubicBezTo>
                            <a:pt x="127472" y="62216"/>
                            <a:pt x="126083" y="62351"/>
                            <a:pt x="125147" y="61597"/>
                          </a:cubicBezTo>
                          <a:close/>
                          <a:moveTo>
                            <a:pt x="145416" y="18765"/>
                          </a:moveTo>
                          <a:cubicBezTo>
                            <a:pt x="149763" y="3356"/>
                            <a:pt x="147590" y="-417"/>
                            <a:pt x="151242" y="35"/>
                          </a:cubicBezTo>
                          <a:cubicBezTo>
                            <a:pt x="152449" y="186"/>
                            <a:pt x="153310" y="1273"/>
                            <a:pt x="153159" y="2480"/>
                          </a:cubicBezTo>
                          <a:cubicBezTo>
                            <a:pt x="152434" y="8381"/>
                            <a:pt x="151257" y="14267"/>
                            <a:pt x="149657" y="19957"/>
                          </a:cubicBezTo>
                          <a:cubicBezTo>
                            <a:pt x="149325" y="21119"/>
                            <a:pt x="148118" y="21814"/>
                            <a:pt x="146941" y="21481"/>
                          </a:cubicBezTo>
                          <a:cubicBezTo>
                            <a:pt x="145779" y="21149"/>
                            <a:pt x="145084" y="19942"/>
                            <a:pt x="145416" y="18765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50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109" name="Forme libre : forme 3108">
                      <a:extLst>
                        <a:ext uri="{FF2B5EF4-FFF2-40B4-BE49-F238E27FC236}">
                          <a16:creationId xmlns:a16="http://schemas.microsoft.com/office/drawing/2014/main" id="{BA43DFFF-1575-68F9-67A2-170CB29D93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8192" y="203686"/>
                      <a:ext cx="11601" cy="9494"/>
                    </a:xfrm>
                    <a:custGeom>
                      <a:avLst/>
                      <a:gdLst>
                        <a:gd name="connsiteX0" fmla="*/ 8222 w 11601"/>
                        <a:gd name="connsiteY0" fmla="*/ 9129 h 9494"/>
                        <a:gd name="connsiteX1" fmla="*/ 872 w 11601"/>
                        <a:gd name="connsiteY1" fmla="*/ 3983 h 9494"/>
                        <a:gd name="connsiteX2" fmla="*/ 449 w 11601"/>
                        <a:gd name="connsiteY2" fmla="*/ 904 h 9494"/>
                        <a:gd name="connsiteX3" fmla="*/ 10591 w 11601"/>
                        <a:gd name="connsiteY3" fmla="*/ 5432 h 9494"/>
                        <a:gd name="connsiteX4" fmla="*/ 11255 w 11601"/>
                        <a:gd name="connsiteY4" fmla="*/ 8480 h 9494"/>
                        <a:gd name="connsiteX5" fmla="*/ 8207 w 11601"/>
                        <a:gd name="connsiteY5" fmla="*/ 9144 h 94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1601" h="9494">
                          <a:moveTo>
                            <a:pt x="8222" y="9129"/>
                          </a:moveTo>
                          <a:cubicBezTo>
                            <a:pt x="5716" y="7514"/>
                            <a:pt x="3241" y="5779"/>
                            <a:pt x="872" y="3983"/>
                          </a:cubicBezTo>
                          <a:cubicBezTo>
                            <a:pt x="-94" y="3243"/>
                            <a:pt x="-290" y="1870"/>
                            <a:pt x="449" y="904"/>
                          </a:cubicBezTo>
                          <a:cubicBezTo>
                            <a:pt x="2306" y="-1526"/>
                            <a:pt x="4147" y="1266"/>
                            <a:pt x="10591" y="5432"/>
                          </a:cubicBezTo>
                          <a:cubicBezTo>
                            <a:pt x="11617" y="6096"/>
                            <a:pt x="11904" y="7454"/>
                            <a:pt x="11255" y="8480"/>
                          </a:cubicBezTo>
                          <a:cubicBezTo>
                            <a:pt x="10591" y="9522"/>
                            <a:pt x="9218" y="9793"/>
                            <a:pt x="8207" y="9144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50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3106" name="Forme libre : forme 3105">
                    <a:extLst>
                      <a:ext uri="{FF2B5EF4-FFF2-40B4-BE49-F238E27FC236}">
                        <a16:creationId xmlns:a16="http://schemas.microsoft.com/office/drawing/2014/main" id="{A1510F47-F7EE-BDCF-CD01-9E53BE8E4C09}"/>
                      </a:ext>
                    </a:extLst>
                  </p:cNvPr>
                  <p:cNvSpPr/>
                  <p:nvPr/>
                </p:nvSpPr>
                <p:spPr>
                  <a:xfrm>
                    <a:off x="685020" y="60509"/>
                    <a:ext cx="109035" cy="109052"/>
                  </a:xfrm>
                  <a:custGeom>
                    <a:avLst/>
                    <a:gdLst>
                      <a:gd name="connsiteX0" fmla="*/ 27268 w 109035"/>
                      <a:gd name="connsiteY0" fmla="*/ 101762 h 109052"/>
                      <a:gd name="connsiteX1" fmla="*/ 25955 w 109035"/>
                      <a:gd name="connsiteY1" fmla="*/ 97189 h 109052"/>
                      <a:gd name="connsiteX2" fmla="*/ 30468 w 109035"/>
                      <a:gd name="connsiteY2" fmla="*/ 95981 h 109052"/>
                      <a:gd name="connsiteX3" fmla="*/ 39795 w 109035"/>
                      <a:gd name="connsiteY3" fmla="*/ 100117 h 109052"/>
                      <a:gd name="connsiteX4" fmla="*/ 76348 w 109035"/>
                      <a:gd name="connsiteY4" fmla="*/ 97159 h 109052"/>
                      <a:gd name="connsiteX5" fmla="*/ 69210 w 109035"/>
                      <a:gd name="connsiteY5" fmla="*/ 8929 h 109052"/>
                      <a:gd name="connsiteX6" fmla="*/ 10999 w 109035"/>
                      <a:gd name="connsiteY6" fmla="*/ 34450 h 109052"/>
                      <a:gd name="connsiteX7" fmla="*/ 5354 w 109035"/>
                      <a:gd name="connsiteY7" fmla="*/ 69268 h 109052"/>
                      <a:gd name="connsiteX8" fmla="*/ 1400 w 109035"/>
                      <a:gd name="connsiteY8" fmla="*/ 66793 h 109052"/>
                      <a:gd name="connsiteX9" fmla="*/ 2638 w 109035"/>
                      <a:gd name="connsiteY9" fmla="*/ 37785 h 109052"/>
                      <a:gd name="connsiteX10" fmla="*/ 71247 w 109035"/>
                      <a:gd name="connsiteY10" fmla="*/ 2635 h 109052"/>
                      <a:gd name="connsiteX11" fmla="*/ 103982 w 109035"/>
                      <a:gd name="connsiteY11" fmla="*/ 77433 h 109052"/>
                      <a:gd name="connsiteX12" fmla="*/ 37788 w 109035"/>
                      <a:gd name="connsiteY12" fmla="*/ 106395 h 109052"/>
                      <a:gd name="connsiteX13" fmla="*/ 37788 w 109035"/>
                      <a:gd name="connsiteY13" fmla="*/ 106395 h 109052"/>
                      <a:gd name="connsiteX14" fmla="*/ 27298 w 109035"/>
                      <a:gd name="connsiteY14" fmla="*/ 101747 h 1090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109035" h="109052">
                        <a:moveTo>
                          <a:pt x="27268" y="101762"/>
                        </a:moveTo>
                        <a:cubicBezTo>
                          <a:pt x="25457" y="100720"/>
                          <a:pt x="25095" y="98683"/>
                          <a:pt x="25955" y="97189"/>
                        </a:cubicBezTo>
                        <a:cubicBezTo>
                          <a:pt x="26861" y="95604"/>
                          <a:pt x="28898" y="95076"/>
                          <a:pt x="30468" y="95981"/>
                        </a:cubicBezTo>
                        <a:cubicBezTo>
                          <a:pt x="33396" y="97672"/>
                          <a:pt x="36535" y="99075"/>
                          <a:pt x="39795" y="100117"/>
                        </a:cubicBezTo>
                        <a:cubicBezTo>
                          <a:pt x="40504" y="100207"/>
                          <a:pt x="57272" y="106893"/>
                          <a:pt x="76348" y="97159"/>
                        </a:cubicBezTo>
                        <a:cubicBezTo>
                          <a:pt x="114155" y="77780"/>
                          <a:pt x="109687" y="21969"/>
                          <a:pt x="69210" y="8929"/>
                        </a:cubicBezTo>
                        <a:cubicBezTo>
                          <a:pt x="45922" y="1413"/>
                          <a:pt x="20990" y="12747"/>
                          <a:pt x="10999" y="34450"/>
                        </a:cubicBezTo>
                        <a:cubicBezTo>
                          <a:pt x="932" y="56304"/>
                          <a:pt x="12312" y="67668"/>
                          <a:pt x="5354" y="69268"/>
                        </a:cubicBezTo>
                        <a:cubicBezTo>
                          <a:pt x="3573" y="69675"/>
                          <a:pt x="1807" y="68574"/>
                          <a:pt x="1400" y="66793"/>
                        </a:cubicBezTo>
                        <a:cubicBezTo>
                          <a:pt x="-819" y="57209"/>
                          <a:pt x="-396" y="47188"/>
                          <a:pt x="2638" y="37785"/>
                        </a:cubicBezTo>
                        <a:cubicBezTo>
                          <a:pt x="11844" y="9231"/>
                          <a:pt x="42602" y="-6601"/>
                          <a:pt x="71247" y="2635"/>
                        </a:cubicBezTo>
                        <a:cubicBezTo>
                          <a:pt x="102081" y="12566"/>
                          <a:pt x="117807" y="47429"/>
                          <a:pt x="103982" y="77433"/>
                        </a:cubicBezTo>
                        <a:cubicBezTo>
                          <a:pt x="92829" y="101626"/>
                          <a:pt x="64788" y="115103"/>
                          <a:pt x="37788" y="106395"/>
                        </a:cubicBezTo>
                        <a:lnTo>
                          <a:pt x="37788" y="106395"/>
                        </a:lnTo>
                        <a:cubicBezTo>
                          <a:pt x="34135" y="105218"/>
                          <a:pt x="30604" y="103648"/>
                          <a:pt x="27298" y="101747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030" name="Graphique 28">
                <a:extLst>
                  <a:ext uri="{FF2B5EF4-FFF2-40B4-BE49-F238E27FC236}">
                    <a16:creationId xmlns:a16="http://schemas.microsoft.com/office/drawing/2014/main" id="{9FE9D14C-3E51-28C9-8138-8380F2D04DB1}"/>
                  </a:ext>
                </a:extLst>
              </p:cNvPr>
              <p:cNvGrpSpPr/>
              <p:nvPr/>
            </p:nvGrpSpPr>
            <p:grpSpPr>
              <a:xfrm>
                <a:off x="457570" y="355777"/>
                <a:ext cx="318694" cy="821557"/>
                <a:chOff x="457570" y="355777"/>
                <a:chExt cx="318694" cy="821557"/>
              </a:xfrm>
            </p:grpSpPr>
            <p:sp>
              <p:nvSpPr>
                <p:cNvPr id="3088" name="Forme libre : forme 3087">
                  <a:extLst>
                    <a:ext uri="{FF2B5EF4-FFF2-40B4-BE49-F238E27FC236}">
                      <a16:creationId xmlns:a16="http://schemas.microsoft.com/office/drawing/2014/main" id="{D2AB1C07-9CE0-6563-06DA-931539EDDCD8}"/>
                    </a:ext>
                  </a:extLst>
                </p:cNvPr>
                <p:cNvSpPr/>
                <p:nvPr/>
              </p:nvSpPr>
              <p:spPr>
                <a:xfrm>
                  <a:off x="624496" y="436403"/>
                  <a:ext cx="151768" cy="169756"/>
                </a:xfrm>
                <a:custGeom>
                  <a:avLst/>
                  <a:gdLst>
                    <a:gd name="connsiteX0" fmla="*/ 147739 w 151768"/>
                    <a:gd name="connsiteY0" fmla="*/ 1378 h 169756"/>
                    <a:gd name="connsiteX1" fmla="*/ 142969 w 151768"/>
                    <a:gd name="connsiteY1" fmla="*/ 1891 h 169756"/>
                    <a:gd name="connsiteX2" fmla="*/ 123334 w 151768"/>
                    <a:gd name="connsiteY2" fmla="*/ 29872 h 169756"/>
                    <a:gd name="connsiteX3" fmla="*/ 121644 w 151768"/>
                    <a:gd name="connsiteY3" fmla="*/ 30657 h 169756"/>
                    <a:gd name="connsiteX4" fmla="*/ 122384 w 151768"/>
                    <a:gd name="connsiteY4" fmla="*/ 25254 h 169756"/>
                    <a:gd name="connsiteX5" fmla="*/ 119441 w 151768"/>
                    <a:gd name="connsiteY5" fmla="*/ 12063 h 169756"/>
                    <a:gd name="connsiteX6" fmla="*/ 113902 w 151768"/>
                    <a:gd name="connsiteY6" fmla="*/ 22990 h 169756"/>
                    <a:gd name="connsiteX7" fmla="*/ 110400 w 151768"/>
                    <a:gd name="connsiteY7" fmla="*/ 41357 h 169756"/>
                    <a:gd name="connsiteX8" fmla="*/ 89211 w 151768"/>
                    <a:gd name="connsiteY8" fmla="*/ 122493 h 169756"/>
                    <a:gd name="connsiteX9" fmla="*/ 0 w 151768"/>
                    <a:gd name="connsiteY9" fmla="*/ 77503 h 169756"/>
                    <a:gd name="connsiteX10" fmla="*/ 25898 w 151768"/>
                    <a:gd name="connsiteY10" fmla="*/ 159590 h 169756"/>
                    <a:gd name="connsiteX11" fmla="*/ 112347 w 151768"/>
                    <a:gd name="connsiteY11" fmla="*/ 147607 h 169756"/>
                    <a:gd name="connsiteX12" fmla="*/ 128028 w 151768"/>
                    <a:gd name="connsiteY12" fmla="*/ 45794 h 169756"/>
                    <a:gd name="connsiteX13" fmla="*/ 147739 w 151768"/>
                    <a:gd name="connsiteY13" fmla="*/ 1362 h 169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51768" h="169756">
                      <a:moveTo>
                        <a:pt x="147739" y="1378"/>
                      </a:moveTo>
                      <a:cubicBezTo>
                        <a:pt x="146652" y="-690"/>
                        <a:pt x="143603" y="-358"/>
                        <a:pt x="142969" y="1891"/>
                      </a:cubicBezTo>
                      <a:cubicBezTo>
                        <a:pt x="140660" y="10207"/>
                        <a:pt x="135061" y="24725"/>
                        <a:pt x="123334" y="29872"/>
                      </a:cubicBezTo>
                      <a:cubicBezTo>
                        <a:pt x="122746" y="30128"/>
                        <a:pt x="122187" y="30400"/>
                        <a:pt x="121644" y="30657"/>
                      </a:cubicBezTo>
                      <a:cubicBezTo>
                        <a:pt x="121116" y="29057"/>
                        <a:pt x="121101" y="27216"/>
                        <a:pt x="122384" y="25254"/>
                      </a:cubicBezTo>
                      <a:cubicBezTo>
                        <a:pt x="126036" y="19685"/>
                        <a:pt x="119441" y="12063"/>
                        <a:pt x="119441" y="12063"/>
                      </a:cubicBezTo>
                      <a:cubicBezTo>
                        <a:pt x="119441" y="12063"/>
                        <a:pt x="119003" y="18764"/>
                        <a:pt x="113902" y="22990"/>
                      </a:cubicBezTo>
                      <a:cubicBezTo>
                        <a:pt x="109510" y="26627"/>
                        <a:pt x="107397" y="34716"/>
                        <a:pt x="110400" y="41357"/>
                      </a:cubicBezTo>
                      <a:cubicBezTo>
                        <a:pt x="116754" y="66033"/>
                        <a:pt x="126262" y="98647"/>
                        <a:pt x="89211" y="122493"/>
                      </a:cubicBezTo>
                      <a:cubicBezTo>
                        <a:pt x="52159" y="146324"/>
                        <a:pt x="0" y="77503"/>
                        <a:pt x="0" y="77503"/>
                      </a:cubicBezTo>
                      <a:lnTo>
                        <a:pt x="25898" y="159590"/>
                      </a:lnTo>
                      <a:cubicBezTo>
                        <a:pt x="25898" y="159590"/>
                        <a:pt x="65863" y="189081"/>
                        <a:pt x="112347" y="147607"/>
                      </a:cubicBezTo>
                      <a:cubicBezTo>
                        <a:pt x="158831" y="106133"/>
                        <a:pt x="128028" y="45794"/>
                        <a:pt x="128028" y="45794"/>
                      </a:cubicBezTo>
                      <a:cubicBezTo>
                        <a:pt x="128028" y="45794"/>
                        <a:pt x="163480" y="31487"/>
                        <a:pt x="147739" y="1362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9" name="Forme libre : forme 3088">
                  <a:extLst>
                    <a:ext uri="{FF2B5EF4-FFF2-40B4-BE49-F238E27FC236}">
                      <a16:creationId xmlns:a16="http://schemas.microsoft.com/office/drawing/2014/main" id="{DF4A4316-4E20-00A9-A625-767A7FA18E6E}"/>
                    </a:ext>
                  </a:extLst>
                </p:cNvPr>
                <p:cNvSpPr/>
                <p:nvPr/>
              </p:nvSpPr>
              <p:spPr>
                <a:xfrm>
                  <a:off x="457570" y="355777"/>
                  <a:ext cx="177900" cy="208471"/>
                </a:xfrm>
                <a:custGeom>
                  <a:avLst/>
                  <a:gdLst>
                    <a:gd name="connsiteX0" fmla="*/ 160451 w 177900"/>
                    <a:gd name="connsiteY0" fmla="*/ 37542 h 208471"/>
                    <a:gd name="connsiteX1" fmla="*/ 116034 w 177900"/>
                    <a:gd name="connsiteY1" fmla="*/ 2150 h 208471"/>
                    <a:gd name="connsiteX2" fmla="*/ 87902 w 177900"/>
                    <a:gd name="connsiteY2" fmla="*/ 23038 h 208471"/>
                    <a:gd name="connsiteX3" fmla="*/ 83284 w 177900"/>
                    <a:gd name="connsiteY3" fmla="*/ 56271 h 208471"/>
                    <a:gd name="connsiteX4" fmla="*/ 9664 w 177900"/>
                    <a:gd name="connsiteY4" fmla="*/ 81415 h 208471"/>
                    <a:gd name="connsiteX5" fmla="*/ 29389 w 177900"/>
                    <a:gd name="connsiteY5" fmla="*/ 157540 h 208471"/>
                    <a:gd name="connsiteX6" fmla="*/ 20198 w 177900"/>
                    <a:gd name="connsiteY6" fmla="*/ 186080 h 208471"/>
                    <a:gd name="connsiteX7" fmla="*/ 94966 w 177900"/>
                    <a:gd name="connsiteY7" fmla="*/ 195754 h 208471"/>
                    <a:gd name="connsiteX8" fmla="*/ 163847 w 177900"/>
                    <a:gd name="connsiteY8" fmla="*/ 155397 h 208471"/>
                    <a:gd name="connsiteX9" fmla="*/ 162202 w 177900"/>
                    <a:gd name="connsiteY9" fmla="*/ 93262 h 208471"/>
                    <a:gd name="connsiteX10" fmla="*/ 160451 w 177900"/>
                    <a:gd name="connsiteY10" fmla="*/ 37557 h 208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77900" h="208471">
                      <a:moveTo>
                        <a:pt x="160451" y="37542"/>
                      </a:moveTo>
                      <a:cubicBezTo>
                        <a:pt x="160451" y="37542"/>
                        <a:pt x="171182" y="-10603"/>
                        <a:pt x="116034" y="2150"/>
                      </a:cubicBezTo>
                      <a:cubicBezTo>
                        <a:pt x="116034" y="2150"/>
                        <a:pt x="89261" y="-2227"/>
                        <a:pt x="87902" y="23038"/>
                      </a:cubicBezTo>
                      <a:cubicBezTo>
                        <a:pt x="87902" y="23038"/>
                        <a:pt x="70652" y="34402"/>
                        <a:pt x="83284" y="56271"/>
                      </a:cubicBezTo>
                      <a:cubicBezTo>
                        <a:pt x="83284" y="56271"/>
                        <a:pt x="32000" y="36470"/>
                        <a:pt x="9664" y="81415"/>
                      </a:cubicBezTo>
                      <a:cubicBezTo>
                        <a:pt x="-12673" y="126360"/>
                        <a:pt x="7853" y="151096"/>
                        <a:pt x="29389" y="157540"/>
                      </a:cubicBezTo>
                      <a:cubicBezTo>
                        <a:pt x="29389" y="157540"/>
                        <a:pt x="11943" y="166294"/>
                        <a:pt x="20198" y="186080"/>
                      </a:cubicBezTo>
                      <a:cubicBezTo>
                        <a:pt x="28454" y="205851"/>
                        <a:pt x="70275" y="219796"/>
                        <a:pt x="94966" y="195754"/>
                      </a:cubicBezTo>
                      <a:cubicBezTo>
                        <a:pt x="94966" y="195754"/>
                        <a:pt x="165250" y="205036"/>
                        <a:pt x="163847" y="155397"/>
                      </a:cubicBezTo>
                      <a:cubicBezTo>
                        <a:pt x="163847" y="155397"/>
                        <a:pt x="196537" y="134283"/>
                        <a:pt x="162202" y="93262"/>
                      </a:cubicBezTo>
                      <a:cubicBezTo>
                        <a:pt x="127867" y="52241"/>
                        <a:pt x="160451" y="37557"/>
                        <a:pt x="160451" y="37557"/>
                      </a:cubicBezTo>
                      <a:close/>
                    </a:path>
                  </a:pathLst>
                </a:custGeom>
                <a:solidFill>
                  <a:srgbClr val="82471F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0" name="Forme libre : forme 3089">
                  <a:extLst>
                    <a:ext uri="{FF2B5EF4-FFF2-40B4-BE49-F238E27FC236}">
                      <a16:creationId xmlns:a16="http://schemas.microsoft.com/office/drawing/2014/main" id="{5EFA02BB-5F5E-6558-C2DD-E0256553B5FD}"/>
                    </a:ext>
                  </a:extLst>
                </p:cNvPr>
                <p:cNvSpPr/>
                <p:nvPr/>
              </p:nvSpPr>
              <p:spPr>
                <a:xfrm>
                  <a:off x="540858" y="501950"/>
                  <a:ext cx="123217" cy="218390"/>
                </a:xfrm>
                <a:custGeom>
                  <a:avLst/>
                  <a:gdLst>
                    <a:gd name="connsiteX0" fmla="*/ 80182 w 123217"/>
                    <a:gd name="connsiteY0" fmla="*/ 2962 h 218390"/>
                    <a:gd name="connsiteX1" fmla="*/ 6139 w 123217"/>
                    <a:gd name="connsiteY1" fmla="*/ 21827 h 218390"/>
                    <a:gd name="connsiteX2" fmla="*/ 661 w 123217"/>
                    <a:gd name="connsiteY2" fmla="*/ 40768 h 218390"/>
                    <a:gd name="connsiteX3" fmla="*/ 11587 w 123217"/>
                    <a:gd name="connsiteY3" fmla="*/ 199569 h 218390"/>
                    <a:gd name="connsiteX4" fmla="*/ 81857 w 123217"/>
                    <a:gd name="connsiteY4" fmla="*/ 206753 h 218390"/>
                    <a:gd name="connsiteX5" fmla="*/ 119845 w 123217"/>
                    <a:gd name="connsiteY5" fmla="*/ 103582 h 218390"/>
                    <a:gd name="connsiteX6" fmla="*/ 86355 w 123217"/>
                    <a:gd name="connsiteY6" fmla="*/ 7520 h 218390"/>
                    <a:gd name="connsiteX7" fmla="*/ 80167 w 123217"/>
                    <a:gd name="connsiteY7" fmla="*/ 2947 h 2183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3217" h="218390">
                      <a:moveTo>
                        <a:pt x="80182" y="2962"/>
                      </a:moveTo>
                      <a:cubicBezTo>
                        <a:pt x="69104" y="-358"/>
                        <a:pt x="36837" y="-6501"/>
                        <a:pt x="6139" y="21827"/>
                      </a:cubicBezTo>
                      <a:cubicBezTo>
                        <a:pt x="932" y="26627"/>
                        <a:pt x="-1196" y="33931"/>
                        <a:pt x="661" y="40768"/>
                      </a:cubicBezTo>
                      <a:cubicBezTo>
                        <a:pt x="8901" y="71119"/>
                        <a:pt x="30649" y="160782"/>
                        <a:pt x="11587" y="199569"/>
                      </a:cubicBezTo>
                      <a:cubicBezTo>
                        <a:pt x="11587" y="199569"/>
                        <a:pt x="45198" y="236621"/>
                        <a:pt x="81857" y="206753"/>
                      </a:cubicBezTo>
                      <a:cubicBezTo>
                        <a:pt x="81857" y="206753"/>
                        <a:pt x="98308" y="135065"/>
                        <a:pt x="119845" y="103582"/>
                      </a:cubicBezTo>
                      <a:cubicBezTo>
                        <a:pt x="134726" y="81849"/>
                        <a:pt x="96119" y="21993"/>
                        <a:pt x="86355" y="7520"/>
                      </a:cubicBezTo>
                      <a:cubicBezTo>
                        <a:pt x="84876" y="5331"/>
                        <a:pt x="82702" y="3716"/>
                        <a:pt x="80167" y="2947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1" name="Forme libre : forme 3090">
                  <a:extLst>
                    <a:ext uri="{FF2B5EF4-FFF2-40B4-BE49-F238E27FC236}">
                      <a16:creationId xmlns:a16="http://schemas.microsoft.com/office/drawing/2014/main" id="{0628CB03-EE7D-9ABF-6598-5F4B1CBEB5B8}"/>
                    </a:ext>
                  </a:extLst>
                </p:cNvPr>
                <p:cNvSpPr/>
                <p:nvPr/>
              </p:nvSpPr>
              <p:spPr>
                <a:xfrm>
                  <a:off x="572820" y="444618"/>
                  <a:ext cx="39556" cy="69238"/>
                </a:xfrm>
                <a:custGeom>
                  <a:avLst/>
                  <a:gdLst>
                    <a:gd name="connsiteX0" fmla="*/ 17628 w 39556"/>
                    <a:gd name="connsiteY0" fmla="*/ 0 h 69238"/>
                    <a:gd name="connsiteX1" fmla="*/ 0 w 39556"/>
                    <a:gd name="connsiteY1" fmla="*/ 66814 h 69238"/>
                    <a:gd name="connsiteX2" fmla="*/ 35180 w 39556"/>
                    <a:gd name="connsiteY2" fmla="*/ 61154 h 69238"/>
                    <a:gd name="connsiteX3" fmla="*/ 39557 w 39556"/>
                    <a:gd name="connsiteY3" fmla="*/ 6565 h 69238"/>
                    <a:gd name="connsiteX4" fmla="*/ 17613 w 39556"/>
                    <a:gd name="connsiteY4" fmla="*/ 15 h 69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556" h="69238">
                      <a:moveTo>
                        <a:pt x="17628" y="0"/>
                      </a:moveTo>
                      <a:cubicBezTo>
                        <a:pt x="17628" y="0"/>
                        <a:pt x="1238" y="46364"/>
                        <a:pt x="0" y="66814"/>
                      </a:cubicBezTo>
                      <a:cubicBezTo>
                        <a:pt x="0" y="66814"/>
                        <a:pt x="18111" y="75054"/>
                        <a:pt x="35180" y="61154"/>
                      </a:cubicBezTo>
                      <a:cubicBezTo>
                        <a:pt x="35180" y="61154"/>
                        <a:pt x="36976" y="14851"/>
                        <a:pt x="39557" y="6565"/>
                      </a:cubicBezTo>
                      <a:lnTo>
                        <a:pt x="17613" y="15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2" name="Forme libre : forme 3091">
                  <a:extLst>
                    <a:ext uri="{FF2B5EF4-FFF2-40B4-BE49-F238E27FC236}">
                      <a16:creationId xmlns:a16="http://schemas.microsoft.com/office/drawing/2014/main" id="{BEF2D244-09FB-0F38-3CCC-4C5440665781}"/>
                    </a:ext>
                  </a:extLst>
                </p:cNvPr>
                <p:cNvSpPr/>
                <p:nvPr/>
              </p:nvSpPr>
              <p:spPr>
                <a:xfrm>
                  <a:off x="570010" y="381057"/>
                  <a:ext cx="68600" cy="81949"/>
                </a:xfrm>
                <a:custGeom>
                  <a:avLst/>
                  <a:gdLst>
                    <a:gd name="connsiteX0" fmla="*/ 43197 w 68600"/>
                    <a:gd name="connsiteY0" fmla="*/ 355 h 81949"/>
                    <a:gd name="connsiteX1" fmla="*/ 60433 w 68600"/>
                    <a:gd name="connsiteY1" fmla="*/ 77763 h 81949"/>
                    <a:gd name="connsiteX2" fmla="*/ 4289 w 68600"/>
                    <a:gd name="connsiteY2" fmla="*/ 52559 h 81949"/>
                    <a:gd name="connsiteX3" fmla="*/ 4742 w 68600"/>
                    <a:gd name="connsiteY3" fmla="*/ 8580 h 81949"/>
                    <a:gd name="connsiteX4" fmla="*/ 43182 w 68600"/>
                    <a:gd name="connsiteY4" fmla="*/ 339 h 81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600" h="81949">
                      <a:moveTo>
                        <a:pt x="43197" y="355"/>
                      </a:moveTo>
                      <a:cubicBezTo>
                        <a:pt x="43197" y="355"/>
                        <a:pt x="86059" y="60346"/>
                        <a:pt x="60433" y="77763"/>
                      </a:cubicBezTo>
                      <a:cubicBezTo>
                        <a:pt x="34806" y="95195"/>
                        <a:pt x="4289" y="52559"/>
                        <a:pt x="4289" y="52559"/>
                      </a:cubicBezTo>
                      <a:cubicBezTo>
                        <a:pt x="4289" y="52559"/>
                        <a:pt x="-5657" y="19718"/>
                        <a:pt x="4742" y="8580"/>
                      </a:cubicBezTo>
                      <a:cubicBezTo>
                        <a:pt x="15141" y="-2558"/>
                        <a:pt x="43182" y="339"/>
                        <a:pt x="43182" y="339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3" name="Forme libre : forme 3092">
                  <a:extLst>
                    <a:ext uri="{FF2B5EF4-FFF2-40B4-BE49-F238E27FC236}">
                      <a16:creationId xmlns:a16="http://schemas.microsoft.com/office/drawing/2014/main" id="{6885A421-8867-D0F8-4327-CAA9414804AA}"/>
                    </a:ext>
                  </a:extLst>
                </p:cNvPr>
                <p:cNvSpPr/>
                <p:nvPr/>
              </p:nvSpPr>
              <p:spPr>
                <a:xfrm>
                  <a:off x="558118" y="366289"/>
                  <a:ext cx="57890" cy="67899"/>
                </a:xfrm>
                <a:custGeom>
                  <a:avLst/>
                  <a:gdLst>
                    <a:gd name="connsiteX0" fmla="*/ 35258 w 57890"/>
                    <a:gd name="connsiteY0" fmla="*/ 784 h 67899"/>
                    <a:gd name="connsiteX1" fmla="*/ 57715 w 57890"/>
                    <a:gd name="connsiteY1" fmla="*/ 14367 h 67899"/>
                    <a:gd name="connsiteX2" fmla="*/ 21192 w 57890"/>
                    <a:gd name="connsiteY2" fmla="*/ 31950 h 67899"/>
                    <a:gd name="connsiteX3" fmla="*/ 14264 w 57890"/>
                    <a:gd name="connsiteY3" fmla="*/ 67900 h 67899"/>
                    <a:gd name="connsiteX4" fmla="*/ 1904 w 57890"/>
                    <a:gd name="connsiteY4" fmla="*/ 14548 h 67899"/>
                    <a:gd name="connsiteX5" fmla="*/ 35273 w 57890"/>
                    <a:gd name="connsiteY5" fmla="*/ 799 h 678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7890" h="67899">
                      <a:moveTo>
                        <a:pt x="35258" y="784"/>
                      </a:moveTo>
                      <a:cubicBezTo>
                        <a:pt x="35258" y="784"/>
                        <a:pt x="54953" y="5448"/>
                        <a:pt x="57715" y="14367"/>
                      </a:cubicBezTo>
                      <a:cubicBezTo>
                        <a:pt x="60477" y="23272"/>
                        <a:pt x="29794" y="31542"/>
                        <a:pt x="21192" y="31950"/>
                      </a:cubicBezTo>
                      <a:lnTo>
                        <a:pt x="14264" y="67900"/>
                      </a:lnTo>
                      <a:cubicBezTo>
                        <a:pt x="14264" y="67900"/>
                        <a:pt x="-6216" y="34078"/>
                        <a:pt x="1904" y="14548"/>
                      </a:cubicBezTo>
                      <a:cubicBezTo>
                        <a:pt x="10023" y="-4981"/>
                        <a:pt x="35273" y="799"/>
                        <a:pt x="35273" y="799"/>
                      </a:cubicBezTo>
                      <a:close/>
                    </a:path>
                  </a:pathLst>
                </a:custGeom>
                <a:solidFill>
                  <a:srgbClr val="82471F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4" name="Forme libre : forme 3093">
                  <a:extLst>
                    <a:ext uri="{FF2B5EF4-FFF2-40B4-BE49-F238E27FC236}">
                      <a16:creationId xmlns:a16="http://schemas.microsoft.com/office/drawing/2014/main" id="{62A9FEFA-BB9C-3C4A-9F1B-564D1D66F843}"/>
                    </a:ext>
                  </a:extLst>
                </p:cNvPr>
                <p:cNvSpPr/>
                <p:nvPr/>
              </p:nvSpPr>
              <p:spPr>
                <a:xfrm>
                  <a:off x="558064" y="418203"/>
                  <a:ext cx="24566" cy="22075"/>
                </a:xfrm>
                <a:custGeom>
                  <a:avLst/>
                  <a:gdLst>
                    <a:gd name="connsiteX0" fmla="*/ 24566 w 24566"/>
                    <a:gd name="connsiteY0" fmla="*/ 10991 h 22075"/>
                    <a:gd name="connsiteX1" fmla="*/ 1248 w 24566"/>
                    <a:gd name="connsiteY1" fmla="*/ 4259 h 22075"/>
                    <a:gd name="connsiteX2" fmla="*/ 23766 w 24566"/>
                    <a:gd name="connsiteY2" fmla="*/ 20137 h 22075"/>
                    <a:gd name="connsiteX3" fmla="*/ 24566 w 24566"/>
                    <a:gd name="connsiteY3" fmla="*/ 10991 h 220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566" h="22075">
                      <a:moveTo>
                        <a:pt x="24566" y="10991"/>
                      </a:moveTo>
                      <a:cubicBezTo>
                        <a:pt x="24566" y="10991"/>
                        <a:pt x="7889" y="-8328"/>
                        <a:pt x="1248" y="4259"/>
                      </a:cubicBezTo>
                      <a:cubicBezTo>
                        <a:pt x="-5392" y="16862"/>
                        <a:pt x="16265" y="26309"/>
                        <a:pt x="23766" y="20137"/>
                      </a:cubicBezTo>
                      <a:lnTo>
                        <a:pt x="24566" y="10991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5" name="Forme libre : forme 3094">
                  <a:extLst>
                    <a:ext uri="{FF2B5EF4-FFF2-40B4-BE49-F238E27FC236}">
                      <a16:creationId xmlns:a16="http://schemas.microsoft.com/office/drawing/2014/main" id="{75A82E63-A227-2487-7441-882ED3BB2DDB}"/>
                    </a:ext>
                  </a:extLst>
                </p:cNvPr>
                <p:cNvSpPr/>
                <p:nvPr/>
              </p:nvSpPr>
              <p:spPr>
                <a:xfrm>
                  <a:off x="533550" y="859219"/>
                  <a:ext cx="141218" cy="307339"/>
                </a:xfrm>
                <a:custGeom>
                  <a:avLst/>
                  <a:gdLst>
                    <a:gd name="connsiteX0" fmla="*/ 131967 w 141218"/>
                    <a:gd name="connsiteY0" fmla="*/ 0 h 307339"/>
                    <a:gd name="connsiteX1" fmla="*/ 140660 w 141218"/>
                    <a:gd name="connsiteY1" fmla="*/ 42847 h 307339"/>
                    <a:gd name="connsiteX2" fmla="*/ 138215 w 141218"/>
                    <a:gd name="connsiteY2" fmla="*/ 59117 h 307339"/>
                    <a:gd name="connsiteX3" fmla="*/ 30517 w 141218"/>
                    <a:gd name="connsiteY3" fmla="*/ 240390 h 307339"/>
                    <a:gd name="connsiteX4" fmla="*/ 27694 w 141218"/>
                    <a:gd name="connsiteY4" fmla="*/ 247438 h 307339"/>
                    <a:gd name="connsiteX5" fmla="*/ 23770 w 141218"/>
                    <a:gd name="connsiteY5" fmla="*/ 295764 h 307339"/>
                    <a:gd name="connsiteX6" fmla="*/ 29339 w 141218"/>
                    <a:gd name="connsiteY6" fmla="*/ 307340 h 307339"/>
                    <a:gd name="connsiteX7" fmla="*/ 5237 w 141218"/>
                    <a:gd name="connsiteY7" fmla="*/ 301861 h 307339"/>
                    <a:gd name="connsiteX8" fmla="*/ 0 w 141218"/>
                    <a:gd name="connsiteY8" fmla="*/ 237145 h 307339"/>
                    <a:gd name="connsiteX9" fmla="*/ 6822 w 141218"/>
                    <a:gd name="connsiteY9" fmla="*/ 232980 h 307339"/>
                    <a:gd name="connsiteX10" fmla="*/ 19937 w 141218"/>
                    <a:gd name="connsiteY10" fmla="*/ 217631 h 307339"/>
                    <a:gd name="connsiteX11" fmla="*/ 60098 w 141218"/>
                    <a:gd name="connsiteY11" fmla="*/ 104409 h 307339"/>
                    <a:gd name="connsiteX12" fmla="*/ 104212 w 141218"/>
                    <a:gd name="connsiteY12" fmla="*/ 43964 h 307339"/>
                    <a:gd name="connsiteX13" fmla="*/ 97708 w 141218"/>
                    <a:gd name="connsiteY13" fmla="*/ 28585 h 307339"/>
                    <a:gd name="connsiteX14" fmla="*/ 131982 w 141218"/>
                    <a:gd name="connsiteY14" fmla="*/ 0 h 3073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41218" h="307339">
                      <a:moveTo>
                        <a:pt x="131967" y="0"/>
                      </a:moveTo>
                      <a:cubicBezTo>
                        <a:pt x="131846" y="3260"/>
                        <a:pt x="137551" y="29068"/>
                        <a:pt x="140660" y="42847"/>
                      </a:cubicBezTo>
                      <a:cubicBezTo>
                        <a:pt x="141913" y="48386"/>
                        <a:pt x="141038" y="54181"/>
                        <a:pt x="138215" y="59117"/>
                      </a:cubicBezTo>
                      <a:lnTo>
                        <a:pt x="30517" y="240390"/>
                      </a:lnTo>
                      <a:cubicBezTo>
                        <a:pt x="29219" y="242579"/>
                        <a:pt x="28268" y="244963"/>
                        <a:pt x="27694" y="247438"/>
                      </a:cubicBezTo>
                      <a:cubicBezTo>
                        <a:pt x="25717" y="255950"/>
                        <a:pt x="21627" y="276793"/>
                        <a:pt x="23770" y="295764"/>
                      </a:cubicBezTo>
                      <a:lnTo>
                        <a:pt x="29339" y="307340"/>
                      </a:lnTo>
                      <a:lnTo>
                        <a:pt x="5237" y="301861"/>
                      </a:lnTo>
                      <a:lnTo>
                        <a:pt x="0" y="237145"/>
                      </a:lnTo>
                      <a:lnTo>
                        <a:pt x="6822" y="232980"/>
                      </a:lnTo>
                      <a:cubicBezTo>
                        <a:pt x="12708" y="229388"/>
                        <a:pt x="17311" y="224015"/>
                        <a:pt x="19937" y="217631"/>
                      </a:cubicBezTo>
                      <a:cubicBezTo>
                        <a:pt x="29671" y="193981"/>
                        <a:pt x="53864" y="133763"/>
                        <a:pt x="60098" y="104409"/>
                      </a:cubicBezTo>
                      <a:cubicBezTo>
                        <a:pt x="67176" y="71055"/>
                        <a:pt x="104212" y="43964"/>
                        <a:pt x="104212" y="43964"/>
                      </a:cubicBezTo>
                      <a:lnTo>
                        <a:pt x="97708" y="28585"/>
                      </a:lnTo>
                      <a:lnTo>
                        <a:pt x="131982" y="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6" name="Forme libre : forme 3095">
                  <a:extLst>
                    <a:ext uri="{FF2B5EF4-FFF2-40B4-BE49-F238E27FC236}">
                      <a16:creationId xmlns:a16="http://schemas.microsoft.com/office/drawing/2014/main" id="{91AEB7D3-E69F-255E-EFD4-704AE420EB77}"/>
                    </a:ext>
                  </a:extLst>
                </p:cNvPr>
                <p:cNvSpPr/>
                <p:nvPr/>
              </p:nvSpPr>
              <p:spPr>
                <a:xfrm>
                  <a:off x="512013" y="1091414"/>
                  <a:ext cx="58117" cy="81774"/>
                </a:xfrm>
                <a:custGeom>
                  <a:avLst/>
                  <a:gdLst>
                    <a:gd name="connsiteX0" fmla="*/ 0 w 58117"/>
                    <a:gd name="connsiteY0" fmla="*/ 47390 h 81774"/>
                    <a:gd name="connsiteX1" fmla="*/ 14549 w 58117"/>
                    <a:gd name="connsiteY1" fmla="*/ 18729 h 81774"/>
                    <a:gd name="connsiteX2" fmla="*/ 28358 w 58117"/>
                    <a:gd name="connsiteY2" fmla="*/ 785 h 81774"/>
                    <a:gd name="connsiteX3" fmla="*/ 30834 w 58117"/>
                    <a:gd name="connsiteY3" fmla="*/ 55041 h 81774"/>
                    <a:gd name="connsiteX4" fmla="*/ 48069 w 58117"/>
                    <a:gd name="connsiteY4" fmla="*/ 69787 h 81774"/>
                    <a:gd name="connsiteX5" fmla="*/ 56913 w 58117"/>
                    <a:gd name="connsiteY5" fmla="*/ 74239 h 81774"/>
                    <a:gd name="connsiteX6" fmla="*/ 54000 w 58117"/>
                    <a:gd name="connsiteY6" fmla="*/ 81544 h 81774"/>
                    <a:gd name="connsiteX7" fmla="*/ 28192 w 58117"/>
                    <a:gd name="connsiteY7" fmla="*/ 80080 h 81774"/>
                    <a:gd name="connsiteX8" fmla="*/ 21823 w 58117"/>
                    <a:gd name="connsiteY8" fmla="*/ 72790 h 81774"/>
                    <a:gd name="connsiteX9" fmla="*/ 19152 w 58117"/>
                    <a:gd name="connsiteY9" fmla="*/ 27890 h 81774"/>
                    <a:gd name="connsiteX10" fmla="*/ 2732 w 58117"/>
                    <a:gd name="connsiteY10" fmla="*/ 48612 h 81774"/>
                    <a:gd name="connsiteX11" fmla="*/ 0 w 58117"/>
                    <a:gd name="connsiteY11" fmla="*/ 47375 h 817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8117" h="81774">
                      <a:moveTo>
                        <a:pt x="0" y="47390"/>
                      </a:moveTo>
                      <a:cubicBezTo>
                        <a:pt x="0" y="47390"/>
                        <a:pt x="13010" y="26758"/>
                        <a:pt x="14549" y="18729"/>
                      </a:cubicBezTo>
                      <a:cubicBezTo>
                        <a:pt x="16073" y="10700"/>
                        <a:pt x="20344" y="-3486"/>
                        <a:pt x="28358" y="785"/>
                      </a:cubicBezTo>
                      <a:cubicBezTo>
                        <a:pt x="28358" y="785"/>
                        <a:pt x="32132" y="39798"/>
                        <a:pt x="30834" y="55041"/>
                      </a:cubicBezTo>
                      <a:cubicBezTo>
                        <a:pt x="29536" y="70285"/>
                        <a:pt x="48069" y="69787"/>
                        <a:pt x="48069" y="69787"/>
                      </a:cubicBezTo>
                      <a:cubicBezTo>
                        <a:pt x="48069" y="69787"/>
                        <a:pt x="53170" y="70511"/>
                        <a:pt x="56913" y="74239"/>
                      </a:cubicBezTo>
                      <a:cubicBezTo>
                        <a:pt x="59494" y="76820"/>
                        <a:pt x="57653" y="81302"/>
                        <a:pt x="54000" y="81544"/>
                      </a:cubicBezTo>
                      <a:cubicBezTo>
                        <a:pt x="47933" y="81936"/>
                        <a:pt x="38304" y="82042"/>
                        <a:pt x="28192" y="80080"/>
                      </a:cubicBezTo>
                      <a:cubicBezTo>
                        <a:pt x="24661" y="79400"/>
                        <a:pt x="22035" y="76382"/>
                        <a:pt x="21823" y="72790"/>
                      </a:cubicBezTo>
                      <a:lnTo>
                        <a:pt x="19152" y="27890"/>
                      </a:lnTo>
                      <a:lnTo>
                        <a:pt x="2732" y="48612"/>
                      </a:lnTo>
                      <a:lnTo>
                        <a:pt x="0" y="47375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7" name="Forme libre : forme 3096">
                  <a:extLst>
                    <a:ext uri="{FF2B5EF4-FFF2-40B4-BE49-F238E27FC236}">
                      <a16:creationId xmlns:a16="http://schemas.microsoft.com/office/drawing/2014/main" id="{077E207F-D850-9980-87C8-76987B31C8D1}"/>
                    </a:ext>
                  </a:extLst>
                </p:cNvPr>
                <p:cNvSpPr/>
                <p:nvPr/>
              </p:nvSpPr>
              <p:spPr>
                <a:xfrm>
                  <a:off x="547665" y="883739"/>
                  <a:ext cx="75925" cy="286291"/>
                </a:xfrm>
                <a:custGeom>
                  <a:avLst/>
                  <a:gdLst>
                    <a:gd name="connsiteX0" fmla="*/ 53513 w 75925"/>
                    <a:gd name="connsiteY0" fmla="*/ 4367 h 286291"/>
                    <a:gd name="connsiteX1" fmla="*/ 49197 w 75925"/>
                    <a:gd name="connsiteY1" fmla="*/ 189534 h 286291"/>
                    <a:gd name="connsiteX2" fmla="*/ 75925 w 75925"/>
                    <a:gd name="connsiteY2" fmla="*/ 278851 h 286291"/>
                    <a:gd name="connsiteX3" fmla="*/ 65874 w 75925"/>
                    <a:gd name="connsiteY3" fmla="*/ 286291 h 286291"/>
                    <a:gd name="connsiteX4" fmla="*/ 41062 w 75925"/>
                    <a:gd name="connsiteY4" fmla="*/ 255080 h 286291"/>
                    <a:gd name="connsiteX5" fmla="*/ 23117 w 75925"/>
                    <a:gd name="connsiteY5" fmla="*/ 227793 h 286291"/>
                    <a:gd name="connsiteX6" fmla="*/ 27690 w 75925"/>
                    <a:gd name="connsiteY6" fmla="*/ 218436 h 286291"/>
                    <a:gd name="connsiteX7" fmla="*/ 29365 w 75925"/>
                    <a:gd name="connsiteY7" fmla="*/ 205230 h 286291"/>
                    <a:gd name="connsiteX8" fmla="*/ 3195 w 75925"/>
                    <a:gd name="connsiteY8" fmla="*/ 83481 h 286291"/>
                    <a:gd name="connsiteX9" fmla="*/ 16099 w 75925"/>
                    <a:gd name="connsiteY9" fmla="*/ 12984 h 286291"/>
                    <a:gd name="connsiteX10" fmla="*/ 53513 w 75925"/>
                    <a:gd name="connsiteY10" fmla="*/ 4367 h 286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5925" h="286291">
                      <a:moveTo>
                        <a:pt x="53513" y="4367"/>
                      </a:moveTo>
                      <a:cubicBezTo>
                        <a:pt x="53513" y="4367"/>
                        <a:pt x="49710" y="166503"/>
                        <a:pt x="49197" y="189534"/>
                      </a:cubicBezTo>
                      <a:cubicBezTo>
                        <a:pt x="48684" y="212565"/>
                        <a:pt x="52834" y="263592"/>
                        <a:pt x="75925" y="278851"/>
                      </a:cubicBezTo>
                      <a:lnTo>
                        <a:pt x="65874" y="286291"/>
                      </a:lnTo>
                      <a:cubicBezTo>
                        <a:pt x="65874" y="286291"/>
                        <a:pt x="53317" y="275621"/>
                        <a:pt x="41062" y="255080"/>
                      </a:cubicBezTo>
                      <a:cubicBezTo>
                        <a:pt x="27283" y="232004"/>
                        <a:pt x="23117" y="227793"/>
                        <a:pt x="23117" y="227793"/>
                      </a:cubicBezTo>
                      <a:lnTo>
                        <a:pt x="27690" y="218436"/>
                      </a:lnTo>
                      <a:cubicBezTo>
                        <a:pt x="29697" y="214331"/>
                        <a:pt x="30286" y="209698"/>
                        <a:pt x="29365" y="205230"/>
                      </a:cubicBezTo>
                      <a:cubicBezTo>
                        <a:pt x="24385" y="181083"/>
                        <a:pt x="7738" y="100776"/>
                        <a:pt x="3195" y="83481"/>
                      </a:cubicBezTo>
                      <a:cubicBezTo>
                        <a:pt x="-2162" y="63061"/>
                        <a:pt x="-2540" y="35804"/>
                        <a:pt x="16099" y="12984"/>
                      </a:cubicBezTo>
                      <a:cubicBezTo>
                        <a:pt x="34738" y="-9835"/>
                        <a:pt x="53513" y="4367"/>
                        <a:pt x="53513" y="4367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8" name="Forme libre : forme 3097">
                  <a:extLst>
                    <a:ext uri="{FF2B5EF4-FFF2-40B4-BE49-F238E27FC236}">
                      <a16:creationId xmlns:a16="http://schemas.microsoft.com/office/drawing/2014/main" id="{B949B563-2B0C-E53E-BC04-36FF9F04FB2D}"/>
                    </a:ext>
                  </a:extLst>
                </p:cNvPr>
                <p:cNvSpPr/>
                <p:nvPr/>
              </p:nvSpPr>
              <p:spPr>
                <a:xfrm>
                  <a:off x="565460" y="1107653"/>
                  <a:ext cx="69454" cy="69681"/>
                </a:xfrm>
                <a:custGeom>
                  <a:avLst/>
                  <a:gdLst>
                    <a:gd name="connsiteX0" fmla="*/ 14408 w 69454"/>
                    <a:gd name="connsiteY0" fmla="*/ 69681 h 69681"/>
                    <a:gd name="connsiteX1" fmla="*/ 12990 w 69454"/>
                    <a:gd name="connsiteY1" fmla="*/ 68459 h 69681"/>
                    <a:gd name="connsiteX2" fmla="*/ 6410 w 69454"/>
                    <a:gd name="connsiteY2" fmla="*/ 35769 h 69681"/>
                    <a:gd name="connsiteX3" fmla="*/ 6410 w 69454"/>
                    <a:gd name="connsiteY3" fmla="*/ 0 h 69681"/>
                    <a:gd name="connsiteX4" fmla="*/ 44321 w 69454"/>
                    <a:gd name="connsiteY4" fmla="*/ 52748 h 69681"/>
                    <a:gd name="connsiteX5" fmla="*/ 58131 w 69454"/>
                    <a:gd name="connsiteY5" fmla="*/ 54936 h 69681"/>
                    <a:gd name="connsiteX6" fmla="*/ 68575 w 69454"/>
                    <a:gd name="connsiteY6" fmla="*/ 62422 h 69681"/>
                    <a:gd name="connsiteX7" fmla="*/ 65254 w 69454"/>
                    <a:gd name="connsiteY7" fmla="*/ 69183 h 69681"/>
                    <a:gd name="connsiteX8" fmla="*/ 43823 w 69454"/>
                    <a:gd name="connsiteY8" fmla="*/ 69394 h 69681"/>
                    <a:gd name="connsiteX9" fmla="*/ 29697 w 69454"/>
                    <a:gd name="connsiteY9" fmla="*/ 59901 h 69681"/>
                    <a:gd name="connsiteX10" fmla="*/ 11888 w 69454"/>
                    <a:gd name="connsiteY10" fmla="*/ 30532 h 69681"/>
                    <a:gd name="connsiteX11" fmla="*/ 15812 w 69454"/>
                    <a:gd name="connsiteY11" fmla="*/ 68097 h 69681"/>
                    <a:gd name="connsiteX12" fmla="*/ 14408 w 69454"/>
                    <a:gd name="connsiteY12" fmla="*/ 69666 h 69681"/>
                    <a:gd name="connsiteX13" fmla="*/ 14408 w 69454"/>
                    <a:gd name="connsiteY13" fmla="*/ 69666 h 69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9454" h="69681">
                      <a:moveTo>
                        <a:pt x="14408" y="69681"/>
                      </a:moveTo>
                      <a:cubicBezTo>
                        <a:pt x="13699" y="69681"/>
                        <a:pt x="13080" y="69168"/>
                        <a:pt x="12990" y="68459"/>
                      </a:cubicBezTo>
                      <a:cubicBezTo>
                        <a:pt x="12220" y="63056"/>
                        <a:pt x="9021" y="41383"/>
                        <a:pt x="6410" y="35769"/>
                      </a:cubicBezTo>
                      <a:cubicBezTo>
                        <a:pt x="3406" y="29339"/>
                        <a:pt x="-6374" y="2294"/>
                        <a:pt x="6410" y="0"/>
                      </a:cubicBezTo>
                      <a:cubicBezTo>
                        <a:pt x="6410" y="0"/>
                        <a:pt x="38224" y="46469"/>
                        <a:pt x="44321" y="52748"/>
                      </a:cubicBezTo>
                      <a:cubicBezTo>
                        <a:pt x="50434" y="59011"/>
                        <a:pt x="58131" y="54936"/>
                        <a:pt x="58131" y="54936"/>
                      </a:cubicBezTo>
                      <a:cubicBezTo>
                        <a:pt x="58131" y="54936"/>
                        <a:pt x="64077" y="56687"/>
                        <a:pt x="68575" y="62422"/>
                      </a:cubicBezTo>
                      <a:cubicBezTo>
                        <a:pt x="70703" y="65154"/>
                        <a:pt x="68726" y="69153"/>
                        <a:pt x="65254" y="69183"/>
                      </a:cubicBezTo>
                      <a:lnTo>
                        <a:pt x="43823" y="69394"/>
                      </a:lnTo>
                      <a:cubicBezTo>
                        <a:pt x="37605" y="69455"/>
                        <a:pt x="32006" y="65667"/>
                        <a:pt x="29697" y="59901"/>
                      </a:cubicBezTo>
                      <a:cubicBezTo>
                        <a:pt x="25924" y="50484"/>
                        <a:pt x="19449" y="36659"/>
                        <a:pt x="11888" y="30532"/>
                      </a:cubicBezTo>
                      <a:lnTo>
                        <a:pt x="15812" y="68097"/>
                      </a:lnTo>
                      <a:cubicBezTo>
                        <a:pt x="15903" y="68927"/>
                        <a:pt x="15254" y="69666"/>
                        <a:pt x="14408" y="69666"/>
                      </a:cubicBezTo>
                      <a:lnTo>
                        <a:pt x="14408" y="69666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9" name="Forme libre : forme 3098">
                  <a:extLst>
                    <a:ext uri="{FF2B5EF4-FFF2-40B4-BE49-F238E27FC236}">
                      <a16:creationId xmlns:a16="http://schemas.microsoft.com/office/drawing/2014/main" id="{198FD097-CD9B-BFAB-5A54-E2F30E06FC89}"/>
                    </a:ext>
                  </a:extLst>
                </p:cNvPr>
                <p:cNvSpPr/>
                <p:nvPr/>
              </p:nvSpPr>
              <p:spPr>
                <a:xfrm>
                  <a:off x="515853" y="680586"/>
                  <a:ext cx="160739" cy="233534"/>
                </a:xfrm>
                <a:custGeom>
                  <a:avLst/>
                  <a:gdLst>
                    <a:gd name="connsiteX0" fmla="*/ 111933 w 160739"/>
                    <a:gd name="connsiteY0" fmla="*/ 10625 h 233534"/>
                    <a:gd name="connsiteX1" fmla="*/ 114529 w 160739"/>
                    <a:gd name="connsiteY1" fmla="*/ 51359 h 233534"/>
                    <a:gd name="connsiteX2" fmla="*/ 160545 w 160739"/>
                    <a:gd name="connsiteY2" fmla="*/ 212047 h 233534"/>
                    <a:gd name="connsiteX3" fmla="*/ 157436 w 160739"/>
                    <a:gd name="connsiteY3" fmla="*/ 218099 h 233534"/>
                    <a:gd name="connsiteX4" fmla="*/ 36653 w 160739"/>
                    <a:gd name="connsiteY4" fmla="*/ 232739 h 233534"/>
                    <a:gd name="connsiteX5" fmla="*/ 30253 w 160739"/>
                    <a:gd name="connsiteY5" fmla="*/ 227275 h 233534"/>
                    <a:gd name="connsiteX6" fmla="*/ 9441 w 160739"/>
                    <a:gd name="connsiteY6" fmla="*/ 133612 h 233534"/>
                    <a:gd name="connsiteX7" fmla="*/ 39897 w 160739"/>
                    <a:gd name="connsiteY7" fmla="*/ 0 h 233534"/>
                    <a:gd name="connsiteX8" fmla="*/ 111933 w 160739"/>
                    <a:gd name="connsiteY8" fmla="*/ 10610 h 233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0739" h="233534">
                      <a:moveTo>
                        <a:pt x="111933" y="10625"/>
                      </a:moveTo>
                      <a:cubicBezTo>
                        <a:pt x="111933" y="10625"/>
                        <a:pt x="107104" y="26019"/>
                        <a:pt x="114529" y="51359"/>
                      </a:cubicBezTo>
                      <a:lnTo>
                        <a:pt x="160545" y="212047"/>
                      </a:lnTo>
                      <a:cubicBezTo>
                        <a:pt x="161270" y="214567"/>
                        <a:pt x="159911" y="217208"/>
                        <a:pt x="157436" y="218099"/>
                      </a:cubicBezTo>
                      <a:cubicBezTo>
                        <a:pt x="143672" y="223034"/>
                        <a:pt x="98425" y="236994"/>
                        <a:pt x="36653" y="232739"/>
                      </a:cubicBezTo>
                      <a:cubicBezTo>
                        <a:pt x="33544" y="232527"/>
                        <a:pt x="30933" y="230324"/>
                        <a:pt x="30253" y="227275"/>
                      </a:cubicBezTo>
                      <a:cubicBezTo>
                        <a:pt x="26179" y="208953"/>
                        <a:pt x="12294" y="146456"/>
                        <a:pt x="9441" y="133612"/>
                      </a:cubicBezTo>
                      <a:cubicBezTo>
                        <a:pt x="-1455" y="84683"/>
                        <a:pt x="-13620" y="31905"/>
                        <a:pt x="39897" y="0"/>
                      </a:cubicBezTo>
                      <a:cubicBezTo>
                        <a:pt x="64558" y="10565"/>
                        <a:pt x="87559" y="16783"/>
                        <a:pt x="111933" y="1061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0" name="Forme libre : forme 3099">
                  <a:extLst>
                    <a:ext uri="{FF2B5EF4-FFF2-40B4-BE49-F238E27FC236}">
                      <a16:creationId xmlns:a16="http://schemas.microsoft.com/office/drawing/2014/main" id="{701C7238-054D-255F-9CFF-7E8EF37B46B2}"/>
                    </a:ext>
                  </a:extLst>
                </p:cNvPr>
                <p:cNvSpPr/>
                <p:nvPr/>
              </p:nvSpPr>
              <p:spPr>
                <a:xfrm>
                  <a:off x="475981" y="526079"/>
                  <a:ext cx="110518" cy="172481"/>
                </a:xfrm>
                <a:custGeom>
                  <a:avLst/>
                  <a:gdLst>
                    <a:gd name="connsiteX0" fmla="*/ 66639 w 110518"/>
                    <a:gd name="connsiteY0" fmla="*/ 3750 h 172481"/>
                    <a:gd name="connsiteX1" fmla="*/ 1290 w 110518"/>
                    <a:gd name="connsiteY1" fmla="*/ 106709 h 172481"/>
                    <a:gd name="connsiteX2" fmla="*/ 77792 w 110518"/>
                    <a:gd name="connsiteY2" fmla="*/ 172482 h 172481"/>
                    <a:gd name="connsiteX3" fmla="*/ 104370 w 110518"/>
                    <a:gd name="connsiteY3" fmla="*/ 163758 h 172481"/>
                    <a:gd name="connsiteX4" fmla="*/ 88614 w 110518"/>
                    <a:gd name="connsiteY4" fmla="*/ 140154 h 172481"/>
                    <a:gd name="connsiteX5" fmla="*/ 55682 w 110518"/>
                    <a:gd name="connsiteY5" fmla="*/ 142765 h 172481"/>
                    <a:gd name="connsiteX6" fmla="*/ 77385 w 110518"/>
                    <a:gd name="connsiteY6" fmla="*/ 50264 h 172481"/>
                    <a:gd name="connsiteX7" fmla="*/ 85218 w 110518"/>
                    <a:gd name="connsiteY7" fmla="*/ 39594 h 172481"/>
                    <a:gd name="connsiteX8" fmla="*/ 66639 w 110518"/>
                    <a:gd name="connsiteY8" fmla="*/ 3750 h 172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0518" h="172481">
                      <a:moveTo>
                        <a:pt x="66639" y="3750"/>
                      </a:moveTo>
                      <a:cubicBezTo>
                        <a:pt x="66639" y="3750"/>
                        <a:pt x="14284" y="47261"/>
                        <a:pt x="1290" y="106709"/>
                      </a:cubicBezTo>
                      <a:cubicBezTo>
                        <a:pt x="-11705" y="166158"/>
                        <a:pt x="77792" y="172482"/>
                        <a:pt x="77792" y="172482"/>
                      </a:cubicBezTo>
                      <a:cubicBezTo>
                        <a:pt x="77792" y="172482"/>
                        <a:pt x="89942" y="158914"/>
                        <a:pt x="104370" y="163758"/>
                      </a:cubicBezTo>
                      <a:cubicBezTo>
                        <a:pt x="118798" y="168603"/>
                        <a:pt x="105487" y="140079"/>
                        <a:pt x="88614" y="140154"/>
                      </a:cubicBezTo>
                      <a:cubicBezTo>
                        <a:pt x="71740" y="140230"/>
                        <a:pt x="79558" y="153571"/>
                        <a:pt x="55682" y="142765"/>
                      </a:cubicBezTo>
                      <a:cubicBezTo>
                        <a:pt x="32425" y="132231"/>
                        <a:pt x="18057" y="99646"/>
                        <a:pt x="77385" y="50264"/>
                      </a:cubicBezTo>
                      <a:cubicBezTo>
                        <a:pt x="80826" y="47397"/>
                        <a:pt x="83573" y="43759"/>
                        <a:pt x="85218" y="39594"/>
                      </a:cubicBezTo>
                      <a:cubicBezTo>
                        <a:pt x="96748" y="10572"/>
                        <a:pt x="87602" y="-8445"/>
                        <a:pt x="66639" y="3750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31" name="Graphique 28">
                <a:extLst>
                  <a:ext uri="{FF2B5EF4-FFF2-40B4-BE49-F238E27FC236}">
                    <a16:creationId xmlns:a16="http://schemas.microsoft.com/office/drawing/2014/main" id="{DABD7816-6AC7-051D-1106-2E3BA27C02BA}"/>
                  </a:ext>
                </a:extLst>
              </p:cNvPr>
              <p:cNvGrpSpPr/>
              <p:nvPr/>
            </p:nvGrpSpPr>
            <p:grpSpPr>
              <a:xfrm>
                <a:off x="81" y="897700"/>
                <a:ext cx="202688" cy="259395"/>
                <a:chOff x="81" y="897700"/>
                <a:chExt cx="202688" cy="259395"/>
              </a:xfrm>
              <a:solidFill>
                <a:srgbClr val="FFD040"/>
              </a:solidFill>
            </p:grpSpPr>
            <p:sp>
              <p:nvSpPr>
                <p:cNvPr id="3085" name="Forme libre : forme 3084">
                  <a:extLst>
                    <a:ext uri="{FF2B5EF4-FFF2-40B4-BE49-F238E27FC236}">
                      <a16:creationId xmlns:a16="http://schemas.microsoft.com/office/drawing/2014/main" id="{4D9FED77-C8FC-31B7-29D5-E5B698B5E956}"/>
                    </a:ext>
                  </a:extLst>
                </p:cNvPr>
                <p:cNvSpPr/>
                <p:nvPr/>
              </p:nvSpPr>
              <p:spPr>
                <a:xfrm>
                  <a:off x="1990" y="931647"/>
                  <a:ext cx="46976" cy="225448"/>
                </a:xfrm>
                <a:custGeom>
                  <a:avLst/>
                  <a:gdLst>
                    <a:gd name="connsiteX0" fmla="*/ 25817 w 46976"/>
                    <a:gd name="connsiteY0" fmla="*/ 0 h 225448"/>
                    <a:gd name="connsiteX1" fmla="*/ 9 w 46976"/>
                    <a:gd name="connsiteY1" fmla="*/ 218371 h 225448"/>
                    <a:gd name="connsiteX2" fmla="*/ 6770 w 46976"/>
                    <a:gd name="connsiteY2" fmla="*/ 225449 h 225448"/>
                    <a:gd name="connsiteX3" fmla="*/ 6770 w 46976"/>
                    <a:gd name="connsiteY3" fmla="*/ 225449 h 225448"/>
                    <a:gd name="connsiteX4" fmla="*/ 13456 w 46976"/>
                    <a:gd name="connsiteY4" fmla="*/ 219729 h 225448"/>
                    <a:gd name="connsiteX5" fmla="*/ 46976 w 46976"/>
                    <a:gd name="connsiteY5" fmla="*/ 4920 h 225448"/>
                    <a:gd name="connsiteX6" fmla="*/ 25832 w 46976"/>
                    <a:gd name="connsiteY6" fmla="*/ 0 h 225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6976" h="225448">
                      <a:moveTo>
                        <a:pt x="25817" y="0"/>
                      </a:moveTo>
                      <a:cubicBezTo>
                        <a:pt x="21198" y="6822"/>
                        <a:pt x="2876" y="161307"/>
                        <a:pt x="9" y="218371"/>
                      </a:cubicBezTo>
                      <a:cubicBezTo>
                        <a:pt x="-187" y="222234"/>
                        <a:pt x="2907" y="225449"/>
                        <a:pt x="6770" y="225449"/>
                      </a:cubicBezTo>
                      <a:lnTo>
                        <a:pt x="6770" y="225449"/>
                      </a:lnTo>
                      <a:cubicBezTo>
                        <a:pt x="10106" y="225449"/>
                        <a:pt x="12943" y="223019"/>
                        <a:pt x="13456" y="219729"/>
                      </a:cubicBezTo>
                      <a:lnTo>
                        <a:pt x="46976" y="4920"/>
                      </a:lnTo>
                      <a:lnTo>
                        <a:pt x="25832" y="0"/>
                      </a:lnTo>
                      <a:close/>
                    </a:path>
                  </a:pathLst>
                </a:custGeom>
                <a:solidFill>
                  <a:srgbClr val="FFD040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6" name="Forme libre : forme 3085">
                  <a:extLst>
                    <a:ext uri="{FF2B5EF4-FFF2-40B4-BE49-F238E27FC236}">
                      <a16:creationId xmlns:a16="http://schemas.microsoft.com/office/drawing/2014/main" id="{B74A898C-AE5A-37D5-28D8-8C1C931675B6}"/>
                    </a:ext>
                  </a:extLst>
                </p:cNvPr>
                <p:cNvSpPr/>
                <p:nvPr/>
              </p:nvSpPr>
              <p:spPr>
                <a:xfrm>
                  <a:off x="153993" y="931647"/>
                  <a:ext cx="46976" cy="225448"/>
                </a:xfrm>
                <a:custGeom>
                  <a:avLst/>
                  <a:gdLst>
                    <a:gd name="connsiteX0" fmla="*/ 21159 w 46976"/>
                    <a:gd name="connsiteY0" fmla="*/ 0 h 225448"/>
                    <a:gd name="connsiteX1" fmla="*/ 46967 w 46976"/>
                    <a:gd name="connsiteY1" fmla="*/ 218371 h 225448"/>
                    <a:gd name="connsiteX2" fmla="*/ 40206 w 46976"/>
                    <a:gd name="connsiteY2" fmla="*/ 225449 h 225448"/>
                    <a:gd name="connsiteX3" fmla="*/ 40206 w 46976"/>
                    <a:gd name="connsiteY3" fmla="*/ 225449 h 225448"/>
                    <a:gd name="connsiteX4" fmla="*/ 33520 w 46976"/>
                    <a:gd name="connsiteY4" fmla="*/ 219729 h 225448"/>
                    <a:gd name="connsiteX5" fmla="*/ 0 w 46976"/>
                    <a:gd name="connsiteY5" fmla="*/ 4920 h 225448"/>
                    <a:gd name="connsiteX6" fmla="*/ 21144 w 46976"/>
                    <a:gd name="connsiteY6" fmla="*/ 0 h 225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6976" h="225448">
                      <a:moveTo>
                        <a:pt x="21159" y="0"/>
                      </a:moveTo>
                      <a:cubicBezTo>
                        <a:pt x="25778" y="6822"/>
                        <a:pt x="44100" y="161307"/>
                        <a:pt x="46967" y="218371"/>
                      </a:cubicBezTo>
                      <a:cubicBezTo>
                        <a:pt x="47163" y="222234"/>
                        <a:pt x="44070" y="225449"/>
                        <a:pt x="40206" y="225449"/>
                      </a:cubicBezTo>
                      <a:lnTo>
                        <a:pt x="40206" y="225449"/>
                      </a:lnTo>
                      <a:cubicBezTo>
                        <a:pt x="36871" y="225449"/>
                        <a:pt x="34033" y="223019"/>
                        <a:pt x="33520" y="219729"/>
                      </a:cubicBezTo>
                      <a:lnTo>
                        <a:pt x="0" y="4920"/>
                      </a:lnTo>
                      <a:lnTo>
                        <a:pt x="21144" y="0"/>
                      </a:lnTo>
                      <a:close/>
                    </a:path>
                  </a:pathLst>
                </a:custGeom>
                <a:solidFill>
                  <a:srgbClr val="FFD040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7" name="Forme libre : forme 3086">
                  <a:extLst>
                    <a:ext uri="{FF2B5EF4-FFF2-40B4-BE49-F238E27FC236}">
                      <a16:creationId xmlns:a16="http://schemas.microsoft.com/office/drawing/2014/main" id="{49CA9B27-589B-C1EB-F178-5CB10F40D9A8}"/>
                    </a:ext>
                  </a:extLst>
                </p:cNvPr>
                <p:cNvSpPr/>
                <p:nvPr/>
              </p:nvSpPr>
              <p:spPr>
                <a:xfrm>
                  <a:off x="81" y="897700"/>
                  <a:ext cx="202688" cy="48515"/>
                </a:xfrm>
                <a:custGeom>
                  <a:avLst/>
                  <a:gdLst>
                    <a:gd name="connsiteX0" fmla="*/ 1 w 202688"/>
                    <a:gd name="connsiteY0" fmla="*/ 21888 h 48515"/>
                    <a:gd name="connsiteX1" fmla="*/ 1 w 202688"/>
                    <a:gd name="connsiteY1" fmla="*/ 23579 h 48515"/>
                    <a:gd name="connsiteX2" fmla="*/ 23394 w 202688"/>
                    <a:gd name="connsiteY2" fmla="*/ 45870 h 48515"/>
                    <a:gd name="connsiteX3" fmla="*/ 178332 w 202688"/>
                    <a:gd name="connsiteY3" fmla="*/ 48511 h 48515"/>
                    <a:gd name="connsiteX4" fmla="*/ 202585 w 202688"/>
                    <a:gd name="connsiteY4" fmla="*/ 27487 h 48515"/>
                    <a:gd name="connsiteX5" fmla="*/ 202661 w 202688"/>
                    <a:gd name="connsiteY5" fmla="*/ 25948 h 48515"/>
                    <a:gd name="connsiteX6" fmla="*/ 179313 w 202688"/>
                    <a:gd name="connsiteY6" fmla="*/ 2781 h 48515"/>
                    <a:gd name="connsiteX7" fmla="*/ 24300 w 202688"/>
                    <a:gd name="connsiteY7" fmla="*/ 4 h 48515"/>
                    <a:gd name="connsiteX8" fmla="*/ 1 w 202688"/>
                    <a:gd name="connsiteY8" fmla="*/ 21918 h 48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2688" h="48515">
                      <a:moveTo>
                        <a:pt x="1" y="21888"/>
                      </a:moveTo>
                      <a:lnTo>
                        <a:pt x="1" y="23579"/>
                      </a:lnTo>
                      <a:cubicBezTo>
                        <a:pt x="-120" y="35698"/>
                        <a:pt x="10309" y="45643"/>
                        <a:pt x="23394" y="45870"/>
                      </a:cubicBezTo>
                      <a:lnTo>
                        <a:pt x="178332" y="48511"/>
                      </a:lnTo>
                      <a:cubicBezTo>
                        <a:pt x="191221" y="48737"/>
                        <a:pt x="201951" y="39425"/>
                        <a:pt x="202585" y="27487"/>
                      </a:cubicBezTo>
                      <a:lnTo>
                        <a:pt x="202661" y="25948"/>
                      </a:lnTo>
                      <a:cubicBezTo>
                        <a:pt x="203310" y="13497"/>
                        <a:pt x="192745" y="3023"/>
                        <a:pt x="179313" y="2781"/>
                      </a:cubicBezTo>
                      <a:lnTo>
                        <a:pt x="24300" y="4"/>
                      </a:lnTo>
                      <a:cubicBezTo>
                        <a:pt x="11034" y="-237"/>
                        <a:pt x="107" y="9618"/>
                        <a:pt x="1" y="21918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32" name="Graphique 28">
                <a:extLst>
                  <a:ext uri="{FF2B5EF4-FFF2-40B4-BE49-F238E27FC236}">
                    <a16:creationId xmlns:a16="http://schemas.microsoft.com/office/drawing/2014/main" id="{2F99A533-D4C1-3430-2EB8-7D3B8559CEF6}"/>
                  </a:ext>
                </a:extLst>
              </p:cNvPr>
              <p:cNvGrpSpPr/>
              <p:nvPr/>
            </p:nvGrpSpPr>
            <p:grpSpPr>
              <a:xfrm>
                <a:off x="0" y="457150"/>
                <a:ext cx="482341" cy="690271"/>
                <a:chOff x="0" y="457150"/>
                <a:chExt cx="482341" cy="690271"/>
              </a:xfrm>
            </p:grpSpPr>
            <p:grpSp>
              <p:nvGrpSpPr>
                <p:cNvPr id="3068" name="Graphique 28">
                  <a:extLst>
                    <a:ext uri="{FF2B5EF4-FFF2-40B4-BE49-F238E27FC236}">
                      <a16:creationId xmlns:a16="http://schemas.microsoft.com/office/drawing/2014/main" id="{0EA3F26D-1827-E8BA-9585-DD4B35E2E5C9}"/>
                    </a:ext>
                  </a:extLst>
                </p:cNvPr>
                <p:cNvGrpSpPr/>
                <p:nvPr/>
              </p:nvGrpSpPr>
              <p:grpSpPr>
                <a:xfrm>
                  <a:off x="225678" y="1108193"/>
                  <a:ext cx="108209" cy="30474"/>
                  <a:chOff x="225678" y="1108193"/>
                  <a:chExt cx="108209" cy="30474"/>
                </a:xfrm>
              </p:grpSpPr>
              <p:sp>
                <p:nvSpPr>
                  <p:cNvPr id="3083" name="Forme libre : forme 3082">
                    <a:extLst>
                      <a:ext uri="{FF2B5EF4-FFF2-40B4-BE49-F238E27FC236}">
                        <a16:creationId xmlns:a16="http://schemas.microsoft.com/office/drawing/2014/main" id="{47A94D4F-63E5-2A28-2667-850C3C069044}"/>
                      </a:ext>
                    </a:extLst>
                  </p:cNvPr>
                  <p:cNvSpPr/>
                  <p:nvPr/>
                </p:nvSpPr>
                <p:spPr>
                  <a:xfrm>
                    <a:off x="225953" y="1130895"/>
                    <a:ext cx="107934" cy="7772"/>
                  </a:xfrm>
                  <a:custGeom>
                    <a:avLst/>
                    <a:gdLst>
                      <a:gd name="connsiteX0" fmla="*/ 43390 w 107934"/>
                      <a:gd name="connsiteY0" fmla="*/ 4347 h 7772"/>
                      <a:gd name="connsiteX1" fmla="*/ 0 w 107934"/>
                      <a:gd name="connsiteY1" fmla="*/ 0 h 7772"/>
                      <a:gd name="connsiteX2" fmla="*/ 9780 w 107934"/>
                      <a:gd name="connsiteY2" fmla="*/ 7773 h 7772"/>
                      <a:gd name="connsiteX3" fmla="*/ 103382 w 107934"/>
                      <a:gd name="connsiteY3" fmla="*/ 7773 h 7772"/>
                      <a:gd name="connsiteX4" fmla="*/ 107774 w 107934"/>
                      <a:gd name="connsiteY4" fmla="*/ 2022 h 7772"/>
                      <a:gd name="connsiteX5" fmla="*/ 43405 w 107934"/>
                      <a:gd name="connsiteY5" fmla="*/ 4331 h 7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7934" h="7772">
                        <a:moveTo>
                          <a:pt x="43390" y="4347"/>
                        </a:moveTo>
                        <a:cubicBezTo>
                          <a:pt x="16934" y="4347"/>
                          <a:pt x="5222" y="2083"/>
                          <a:pt x="0" y="0"/>
                        </a:cubicBezTo>
                        <a:cubicBezTo>
                          <a:pt x="1011" y="4347"/>
                          <a:pt x="4890" y="7773"/>
                          <a:pt x="9780" y="7773"/>
                        </a:cubicBezTo>
                        <a:lnTo>
                          <a:pt x="103382" y="7773"/>
                        </a:lnTo>
                        <a:cubicBezTo>
                          <a:pt x="106537" y="7773"/>
                          <a:pt x="108529" y="4754"/>
                          <a:pt x="107774" y="2022"/>
                        </a:cubicBezTo>
                        <a:cubicBezTo>
                          <a:pt x="97104" y="2883"/>
                          <a:pt x="74450" y="4331"/>
                          <a:pt x="43405" y="4331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84" name="Forme libre : forme 3083">
                    <a:extLst>
                      <a:ext uri="{FF2B5EF4-FFF2-40B4-BE49-F238E27FC236}">
                        <a16:creationId xmlns:a16="http://schemas.microsoft.com/office/drawing/2014/main" id="{6B6208B0-8B77-2BC9-A114-33BF0EB39AF6}"/>
                      </a:ext>
                    </a:extLst>
                  </p:cNvPr>
                  <p:cNvSpPr/>
                  <p:nvPr/>
                </p:nvSpPr>
                <p:spPr>
                  <a:xfrm>
                    <a:off x="225678" y="1108193"/>
                    <a:ext cx="108034" cy="27049"/>
                  </a:xfrm>
                  <a:custGeom>
                    <a:avLst/>
                    <a:gdLst>
                      <a:gd name="connsiteX0" fmla="*/ 108034 w 108034"/>
                      <a:gd name="connsiteY0" fmla="*/ 24725 h 27049"/>
                      <a:gd name="connsiteX1" fmla="*/ 107264 w 108034"/>
                      <a:gd name="connsiteY1" fmla="*/ 23125 h 27049"/>
                      <a:gd name="connsiteX2" fmla="*/ 66334 w 108034"/>
                      <a:gd name="connsiteY2" fmla="*/ 4 h 27049"/>
                      <a:gd name="connsiteX3" fmla="*/ 5663 w 108034"/>
                      <a:gd name="connsiteY3" fmla="*/ 185 h 27049"/>
                      <a:gd name="connsiteX4" fmla="*/ 426 w 108034"/>
                      <a:gd name="connsiteY4" fmla="*/ 17526 h 27049"/>
                      <a:gd name="connsiteX5" fmla="*/ 260 w 108034"/>
                      <a:gd name="connsiteY5" fmla="*/ 22703 h 27049"/>
                      <a:gd name="connsiteX6" fmla="*/ 43650 w 108034"/>
                      <a:gd name="connsiteY6" fmla="*/ 27049 h 27049"/>
                      <a:gd name="connsiteX7" fmla="*/ 108019 w 108034"/>
                      <a:gd name="connsiteY7" fmla="*/ 24740 h 270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8034" h="27049">
                        <a:moveTo>
                          <a:pt x="108034" y="24725"/>
                        </a:moveTo>
                        <a:cubicBezTo>
                          <a:pt x="107883" y="24167"/>
                          <a:pt x="107657" y="23638"/>
                          <a:pt x="107264" y="23125"/>
                        </a:cubicBezTo>
                        <a:cubicBezTo>
                          <a:pt x="100141" y="14025"/>
                          <a:pt x="85818" y="-268"/>
                          <a:pt x="66334" y="4"/>
                        </a:cubicBezTo>
                        <a:cubicBezTo>
                          <a:pt x="37795" y="411"/>
                          <a:pt x="27849" y="3505"/>
                          <a:pt x="5663" y="185"/>
                        </a:cubicBezTo>
                        <a:lnTo>
                          <a:pt x="426" y="17526"/>
                        </a:lnTo>
                        <a:cubicBezTo>
                          <a:pt x="-102" y="19292"/>
                          <a:pt x="-117" y="21058"/>
                          <a:pt x="260" y="22703"/>
                        </a:cubicBezTo>
                        <a:cubicBezTo>
                          <a:pt x="5497" y="24770"/>
                          <a:pt x="17194" y="27049"/>
                          <a:pt x="43650" y="27049"/>
                        </a:cubicBezTo>
                        <a:cubicBezTo>
                          <a:pt x="74680" y="27049"/>
                          <a:pt x="97349" y="25600"/>
                          <a:pt x="108019" y="24740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069" name="Forme libre : forme 3068">
                  <a:extLst>
                    <a:ext uri="{FF2B5EF4-FFF2-40B4-BE49-F238E27FC236}">
                      <a16:creationId xmlns:a16="http://schemas.microsoft.com/office/drawing/2014/main" id="{0292F60F-1AB1-04B9-98B4-1363B398F84A}"/>
                    </a:ext>
                  </a:extLst>
                </p:cNvPr>
                <p:cNvSpPr/>
                <p:nvPr/>
              </p:nvSpPr>
              <p:spPr>
                <a:xfrm>
                  <a:off x="231326" y="1089693"/>
                  <a:ext cx="29203" cy="25137"/>
                </a:xfrm>
                <a:custGeom>
                  <a:avLst/>
                  <a:gdLst>
                    <a:gd name="connsiteX0" fmla="*/ 6429 w 29203"/>
                    <a:gd name="connsiteY0" fmla="*/ 0 h 25137"/>
                    <a:gd name="connsiteX1" fmla="*/ 0 w 29203"/>
                    <a:gd name="connsiteY1" fmla="*/ 21839 h 25137"/>
                    <a:gd name="connsiteX2" fmla="*/ 26744 w 29203"/>
                    <a:gd name="connsiteY2" fmla="*/ 23121 h 25137"/>
                    <a:gd name="connsiteX3" fmla="*/ 29204 w 29203"/>
                    <a:gd name="connsiteY3" fmla="*/ 4196 h 25137"/>
                    <a:gd name="connsiteX4" fmla="*/ 6429 w 29203"/>
                    <a:gd name="connsiteY4" fmla="*/ 0 h 25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203" h="25137">
                      <a:moveTo>
                        <a:pt x="6429" y="0"/>
                      </a:moveTo>
                      <a:lnTo>
                        <a:pt x="0" y="21839"/>
                      </a:lnTo>
                      <a:cubicBezTo>
                        <a:pt x="0" y="21839"/>
                        <a:pt x="14232" y="28313"/>
                        <a:pt x="26744" y="23121"/>
                      </a:cubicBezTo>
                      <a:lnTo>
                        <a:pt x="29204" y="4196"/>
                      </a:lnTo>
                      <a:lnTo>
                        <a:pt x="6429" y="0"/>
                      </a:lnTo>
                      <a:close/>
                    </a:path>
                  </a:pathLst>
                </a:custGeom>
                <a:solidFill>
                  <a:srgbClr val="C9764E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070" name="Graphique 28">
                  <a:extLst>
                    <a:ext uri="{FF2B5EF4-FFF2-40B4-BE49-F238E27FC236}">
                      <a16:creationId xmlns:a16="http://schemas.microsoft.com/office/drawing/2014/main" id="{F327356C-D36E-FE46-9876-6671B3E73CD0}"/>
                    </a:ext>
                  </a:extLst>
                </p:cNvPr>
                <p:cNvGrpSpPr/>
                <p:nvPr/>
              </p:nvGrpSpPr>
              <p:grpSpPr>
                <a:xfrm>
                  <a:off x="385389" y="1076626"/>
                  <a:ext cx="96952" cy="70795"/>
                  <a:chOff x="385389" y="1076626"/>
                  <a:chExt cx="96952" cy="70795"/>
                </a:xfrm>
              </p:grpSpPr>
              <p:sp>
                <p:nvSpPr>
                  <p:cNvPr id="3081" name="Forme libre : forme 3080">
                    <a:extLst>
                      <a:ext uri="{FF2B5EF4-FFF2-40B4-BE49-F238E27FC236}">
                        <a16:creationId xmlns:a16="http://schemas.microsoft.com/office/drawing/2014/main" id="{7CF69028-25DB-806E-0A1E-8249490AB3C9}"/>
                      </a:ext>
                    </a:extLst>
                  </p:cNvPr>
                  <p:cNvSpPr/>
                  <p:nvPr/>
                </p:nvSpPr>
                <p:spPr>
                  <a:xfrm>
                    <a:off x="395214" y="1079370"/>
                    <a:ext cx="87127" cy="68051"/>
                  </a:xfrm>
                  <a:custGeom>
                    <a:avLst/>
                    <a:gdLst>
                      <a:gd name="connsiteX0" fmla="*/ 36539 w 87127"/>
                      <a:gd name="connsiteY0" fmla="*/ 42108 h 68051"/>
                      <a:gd name="connsiteX1" fmla="*/ 0 w 87127"/>
                      <a:gd name="connsiteY1" fmla="*/ 65923 h 68051"/>
                      <a:gd name="connsiteX2" fmla="*/ 12466 w 87127"/>
                      <a:gd name="connsiteY2" fmla="*/ 65833 h 68051"/>
                      <a:gd name="connsiteX3" fmla="*/ 85422 w 87127"/>
                      <a:gd name="connsiteY3" fmla="*/ 7214 h 68051"/>
                      <a:gd name="connsiteX4" fmla="*/ 85256 w 87127"/>
                      <a:gd name="connsiteY4" fmla="*/ 0 h 68051"/>
                      <a:gd name="connsiteX5" fmla="*/ 36523 w 87127"/>
                      <a:gd name="connsiteY5" fmla="*/ 42108 h 680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7127" h="68051">
                        <a:moveTo>
                          <a:pt x="36539" y="42108"/>
                        </a:moveTo>
                        <a:cubicBezTo>
                          <a:pt x="15907" y="58679"/>
                          <a:pt x="5373" y="64248"/>
                          <a:pt x="0" y="65923"/>
                        </a:cubicBezTo>
                        <a:cubicBezTo>
                          <a:pt x="3501" y="68655"/>
                          <a:pt x="8663" y="68896"/>
                          <a:pt x="12466" y="65833"/>
                        </a:cubicBezTo>
                        <a:lnTo>
                          <a:pt x="85422" y="7214"/>
                        </a:lnTo>
                        <a:cubicBezTo>
                          <a:pt x="87883" y="5237"/>
                          <a:pt x="87550" y="1660"/>
                          <a:pt x="85256" y="0"/>
                        </a:cubicBezTo>
                        <a:cubicBezTo>
                          <a:pt x="77469" y="7350"/>
                          <a:pt x="60716" y="22669"/>
                          <a:pt x="36523" y="42108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82" name="Forme libre : forme 3081">
                    <a:extLst>
                      <a:ext uri="{FF2B5EF4-FFF2-40B4-BE49-F238E27FC236}">
                        <a16:creationId xmlns:a16="http://schemas.microsoft.com/office/drawing/2014/main" id="{F5782DC2-308E-33A3-ECB2-2F38F7A16509}"/>
                      </a:ext>
                    </a:extLst>
                  </p:cNvPr>
                  <p:cNvSpPr/>
                  <p:nvPr/>
                </p:nvSpPr>
                <p:spPr>
                  <a:xfrm>
                    <a:off x="385389" y="1076626"/>
                    <a:ext cx="95111" cy="68682"/>
                  </a:xfrm>
                  <a:custGeom>
                    <a:avLst/>
                    <a:gdLst>
                      <a:gd name="connsiteX0" fmla="*/ 95097 w 95111"/>
                      <a:gd name="connsiteY0" fmla="*/ 2744 h 68682"/>
                      <a:gd name="connsiteX1" fmla="*/ 93512 w 95111"/>
                      <a:gd name="connsiteY1" fmla="*/ 1989 h 68682"/>
                      <a:gd name="connsiteX2" fmla="*/ 47194 w 95111"/>
                      <a:gd name="connsiteY2" fmla="*/ 9687 h 68682"/>
                      <a:gd name="connsiteX3" fmla="*/ 0 w 95111"/>
                      <a:gd name="connsiteY3" fmla="*/ 47825 h 68682"/>
                      <a:gd name="connsiteX4" fmla="*/ 6731 w 95111"/>
                      <a:gd name="connsiteY4" fmla="*/ 64562 h 68682"/>
                      <a:gd name="connsiteX5" fmla="*/ 9840 w 95111"/>
                      <a:gd name="connsiteY5" fmla="*/ 68682 h 68682"/>
                      <a:gd name="connsiteX6" fmla="*/ 46379 w 95111"/>
                      <a:gd name="connsiteY6" fmla="*/ 44867 h 68682"/>
                      <a:gd name="connsiteX7" fmla="*/ 95112 w 95111"/>
                      <a:gd name="connsiteY7" fmla="*/ 2759 h 686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95111" h="68682">
                        <a:moveTo>
                          <a:pt x="95097" y="2744"/>
                        </a:moveTo>
                        <a:cubicBezTo>
                          <a:pt x="94629" y="2412"/>
                          <a:pt x="94116" y="2125"/>
                          <a:pt x="93512" y="1989"/>
                        </a:cubicBezTo>
                        <a:cubicBezTo>
                          <a:pt x="82283" y="-606"/>
                          <a:pt x="62210" y="-2735"/>
                          <a:pt x="47194" y="9687"/>
                        </a:cubicBezTo>
                        <a:cubicBezTo>
                          <a:pt x="25189" y="27873"/>
                          <a:pt x="19363" y="36505"/>
                          <a:pt x="0" y="47825"/>
                        </a:cubicBezTo>
                        <a:lnTo>
                          <a:pt x="6731" y="64562"/>
                        </a:lnTo>
                        <a:cubicBezTo>
                          <a:pt x="7425" y="66268"/>
                          <a:pt x="8512" y="67641"/>
                          <a:pt x="9840" y="68682"/>
                        </a:cubicBezTo>
                        <a:cubicBezTo>
                          <a:pt x="15213" y="67007"/>
                          <a:pt x="25747" y="61438"/>
                          <a:pt x="46379" y="44867"/>
                        </a:cubicBezTo>
                        <a:cubicBezTo>
                          <a:pt x="70572" y="25428"/>
                          <a:pt x="87324" y="10109"/>
                          <a:pt x="95112" y="2759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071" name="Forme libre : forme 3070">
                  <a:extLst>
                    <a:ext uri="{FF2B5EF4-FFF2-40B4-BE49-F238E27FC236}">
                      <a16:creationId xmlns:a16="http://schemas.microsoft.com/office/drawing/2014/main" id="{64EE1A64-69E9-23D0-7968-97DE8C30859F}"/>
                    </a:ext>
                  </a:extLst>
                </p:cNvPr>
                <p:cNvSpPr/>
                <p:nvPr/>
              </p:nvSpPr>
              <p:spPr>
                <a:xfrm>
                  <a:off x="69869" y="840821"/>
                  <a:ext cx="231154" cy="259354"/>
                </a:xfrm>
                <a:custGeom>
                  <a:avLst/>
                  <a:gdLst>
                    <a:gd name="connsiteX0" fmla="*/ 30502 w 231154"/>
                    <a:gd name="connsiteY0" fmla="*/ 0 h 259354"/>
                    <a:gd name="connsiteX1" fmla="*/ 221389 w 231154"/>
                    <a:gd name="connsiteY1" fmla="*/ 28223 h 259354"/>
                    <a:gd name="connsiteX2" fmla="*/ 194872 w 231154"/>
                    <a:gd name="connsiteY2" fmla="*/ 257912 h 259354"/>
                    <a:gd name="connsiteX3" fmla="*/ 166347 w 231154"/>
                    <a:gd name="connsiteY3" fmla="*/ 256056 h 259354"/>
                    <a:gd name="connsiteX4" fmla="*/ 171509 w 231154"/>
                    <a:gd name="connsiteY4" fmla="*/ 63539 h 259354"/>
                    <a:gd name="connsiteX5" fmla="*/ 0 w 231154"/>
                    <a:gd name="connsiteY5" fmla="*/ 35482 h 259354"/>
                    <a:gd name="connsiteX6" fmla="*/ 30502 w 231154"/>
                    <a:gd name="connsiteY6" fmla="*/ 0 h 259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1154" h="259354">
                      <a:moveTo>
                        <a:pt x="30502" y="0"/>
                      </a:moveTo>
                      <a:cubicBezTo>
                        <a:pt x="30502" y="0"/>
                        <a:pt x="188895" y="12934"/>
                        <a:pt x="221389" y="28223"/>
                      </a:cubicBezTo>
                      <a:cubicBezTo>
                        <a:pt x="253883" y="43526"/>
                        <a:pt x="194872" y="257912"/>
                        <a:pt x="194872" y="257912"/>
                      </a:cubicBezTo>
                      <a:cubicBezTo>
                        <a:pt x="194872" y="257912"/>
                        <a:pt x="186028" y="262169"/>
                        <a:pt x="166347" y="256056"/>
                      </a:cubicBezTo>
                      <a:cubicBezTo>
                        <a:pt x="166347" y="256056"/>
                        <a:pt x="186526" y="97843"/>
                        <a:pt x="171509" y="63539"/>
                      </a:cubicBezTo>
                      <a:lnTo>
                        <a:pt x="0" y="35482"/>
                      </a:lnTo>
                      <a:lnTo>
                        <a:pt x="30502" y="0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2" name="Forme libre : forme 3071">
                  <a:extLst>
                    <a:ext uri="{FF2B5EF4-FFF2-40B4-BE49-F238E27FC236}">
                      <a16:creationId xmlns:a16="http://schemas.microsoft.com/office/drawing/2014/main" id="{32C2C325-9D7C-338B-17AF-BE3F7933B556}"/>
                    </a:ext>
                  </a:extLst>
                </p:cNvPr>
                <p:cNvSpPr/>
                <p:nvPr/>
              </p:nvSpPr>
              <p:spPr>
                <a:xfrm>
                  <a:off x="369647" y="1084984"/>
                  <a:ext cx="34863" cy="39466"/>
                </a:xfrm>
                <a:custGeom>
                  <a:avLst/>
                  <a:gdLst>
                    <a:gd name="connsiteX0" fmla="*/ 0 w 34863"/>
                    <a:gd name="connsiteY0" fmla="*/ 9357 h 39466"/>
                    <a:gd name="connsiteX1" fmla="*/ 15741 w 34863"/>
                    <a:gd name="connsiteY1" fmla="*/ 39466 h 39466"/>
                    <a:gd name="connsiteX2" fmla="*/ 34863 w 34863"/>
                    <a:gd name="connsiteY2" fmla="*/ 25974 h 39466"/>
                    <a:gd name="connsiteX3" fmla="*/ 20571 w 34863"/>
                    <a:gd name="connsiteY3" fmla="*/ 0 h 39466"/>
                    <a:gd name="connsiteX4" fmla="*/ 0 w 34863"/>
                    <a:gd name="connsiteY4" fmla="*/ 9342 h 39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63" h="39466">
                      <a:moveTo>
                        <a:pt x="0" y="9357"/>
                      </a:moveTo>
                      <a:cubicBezTo>
                        <a:pt x="1464" y="10700"/>
                        <a:pt x="15741" y="39466"/>
                        <a:pt x="15741" y="39466"/>
                      </a:cubicBezTo>
                      <a:cubicBezTo>
                        <a:pt x="15741" y="39466"/>
                        <a:pt x="31618" y="36025"/>
                        <a:pt x="34863" y="25974"/>
                      </a:cubicBezTo>
                      <a:lnTo>
                        <a:pt x="20571" y="0"/>
                      </a:lnTo>
                      <a:lnTo>
                        <a:pt x="0" y="9342"/>
                      </a:lnTo>
                      <a:close/>
                    </a:path>
                  </a:pathLst>
                </a:custGeom>
                <a:solidFill>
                  <a:srgbClr val="C9764E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3" name="Forme libre : forme 3072">
                  <a:extLst>
                    <a:ext uri="{FF2B5EF4-FFF2-40B4-BE49-F238E27FC236}">
                      <a16:creationId xmlns:a16="http://schemas.microsoft.com/office/drawing/2014/main" id="{3BF51DC8-F4C8-5A18-5153-9EAB28AC94EB}"/>
                    </a:ext>
                  </a:extLst>
                </p:cNvPr>
                <p:cNvSpPr/>
                <p:nvPr/>
              </p:nvSpPr>
              <p:spPr>
                <a:xfrm>
                  <a:off x="0" y="839493"/>
                  <a:ext cx="395096" cy="262733"/>
                </a:xfrm>
                <a:custGeom>
                  <a:avLst/>
                  <a:gdLst>
                    <a:gd name="connsiteX0" fmla="*/ 4957 w 395096"/>
                    <a:gd name="connsiteY0" fmla="*/ 0 h 262733"/>
                    <a:gd name="connsiteX1" fmla="*/ 6 w 395096"/>
                    <a:gd name="connsiteY1" fmla="*/ 28932 h 262733"/>
                    <a:gd name="connsiteX2" fmla="*/ 41450 w 395096"/>
                    <a:gd name="connsiteY2" fmla="*/ 71417 h 262733"/>
                    <a:gd name="connsiteX3" fmla="*/ 228700 w 395096"/>
                    <a:gd name="connsiteY3" fmla="*/ 79959 h 262733"/>
                    <a:gd name="connsiteX4" fmla="*/ 236986 w 395096"/>
                    <a:gd name="connsiteY4" fmla="*/ 86705 h 262733"/>
                    <a:gd name="connsiteX5" fmla="*/ 368032 w 395096"/>
                    <a:gd name="connsiteY5" fmla="*/ 260282 h 262733"/>
                    <a:gd name="connsiteX6" fmla="*/ 378521 w 395096"/>
                    <a:gd name="connsiteY6" fmla="*/ 261429 h 262733"/>
                    <a:gd name="connsiteX7" fmla="*/ 393493 w 395096"/>
                    <a:gd name="connsiteY7" fmla="*/ 251981 h 262733"/>
                    <a:gd name="connsiteX8" fmla="*/ 394625 w 395096"/>
                    <a:gd name="connsiteY8" fmla="*/ 247333 h 262733"/>
                    <a:gd name="connsiteX9" fmla="*/ 285598 w 395096"/>
                    <a:gd name="connsiteY9" fmla="*/ 61154 h 262733"/>
                    <a:gd name="connsiteX10" fmla="*/ 259956 w 395096"/>
                    <a:gd name="connsiteY10" fmla="*/ 42138 h 262733"/>
                    <a:gd name="connsiteX11" fmla="*/ 100355 w 395096"/>
                    <a:gd name="connsiteY11" fmla="*/ 1343 h 262733"/>
                    <a:gd name="connsiteX12" fmla="*/ 4957 w 395096"/>
                    <a:gd name="connsiteY12" fmla="*/ 15 h 2627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95096" h="262733">
                      <a:moveTo>
                        <a:pt x="4957" y="0"/>
                      </a:moveTo>
                      <a:cubicBezTo>
                        <a:pt x="4957" y="0"/>
                        <a:pt x="-205" y="12421"/>
                        <a:pt x="6" y="28932"/>
                      </a:cubicBezTo>
                      <a:cubicBezTo>
                        <a:pt x="293" y="51752"/>
                        <a:pt x="18645" y="70285"/>
                        <a:pt x="41450" y="71417"/>
                      </a:cubicBezTo>
                      <a:lnTo>
                        <a:pt x="228700" y="79959"/>
                      </a:lnTo>
                      <a:cubicBezTo>
                        <a:pt x="232654" y="80140"/>
                        <a:pt x="236005" y="82872"/>
                        <a:pt x="236986" y="86705"/>
                      </a:cubicBezTo>
                      <a:cubicBezTo>
                        <a:pt x="241393" y="103729"/>
                        <a:pt x="262899" y="155994"/>
                        <a:pt x="368032" y="260282"/>
                      </a:cubicBezTo>
                      <a:cubicBezTo>
                        <a:pt x="370824" y="263059"/>
                        <a:pt x="375186" y="263527"/>
                        <a:pt x="378521" y="261429"/>
                      </a:cubicBezTo>
                      <a:lnTo>
                        <a:pt x="393493" y="251981"/>
                      </a:lnTo>
                      <a:cubicBezTo>
                        <a:pt x="395063" y="250985"/>
                        <a:pt x="395561" y="248933"/>
                        <a:pt x="394625" y="247333"/>
                      </a:cubicBezTo>
                      <a:lnTo>
                        <a:pt x="285598" y="61154"/>
                      </a:lnTo>
                      <a:cubicBezTo>
                        <a:pt x="279878" y="51706"/>
                        <a:pt x="270672" y="44869"/>
                        <a:pt x="259956" y="42138"/>
                      </a:cubicBezTo>
                      <a:lnTo>
                        <a:pt x="100355" y="1343"/>
                      </a:lnTo>
                      <a:lnTo>
                        <a:pt x="4957" y="15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4" name="Forme libre : forme 3073">
                  <a:extLst>
                    <a:ext uri="{FF2B5EF4-FFF2-40B4-BE49-F238E27FC236}">
                      <a16:creationId xmlns:a16="http://schemas.microsoft.com/office/drawing/2014/main" id="{0A37301D-E0B5-7D23-C5C5-815DECF43490}"/>
                    </a:ext>
                  </a:extLst>
                </p:cNvPr>
                <p:cNvSpPr/>
                <p:nvPr/>
              </p:nvSpPr>
              <p:spPr>
                <a:xfrm>
                  <a:off x="148998" y="548664"/>
                  <a:ext cx="73559" cy="76231"/>
                </a:xfrm>
                <a:custGeom>
                  <a:avLst/>
                  <a:gdLst>
                    <a:gd name="connsiteX0" fmla="*/ 40508 w 73559"/>
                    <a:gd name="connsiteY0" fmla="*/ 0 h 76231"/>
                    <a:gd name="connsiteX1" fmla="*/ 0 w 73559"/>
                    <a:gd name="connsiteY1" fmla="*/ 52642 h 76231"/>
                    <a:gd name="connsiteX2" fmla="*/ 42274 w 73559"/>
                    <a:gd name="connsiteY2" fmla="*/ 76231 h 76231"/>
                    <a:gd name="connsiteX3" fmla="*/ 73560 w 73559"/>
                    <a:gd name="connsiteY3" fmla="*/ 27694 h 76231"/>
                    <a:gd name="connsiteX4" fmla="*/ 40508 w 73559"/>
                    <a:gd name="connsiteY4" fmla="*/ 0 h 76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559" h="76231">
                      <a:moveTo>
                        <a:pt x="40508" y="0"/>
                      </a:moveTo>
                      <a:cubicBezTo>
                        <a:pt x="40508" y="0"/>
                        <a:pt x="20450" y="35467"/>
                        <a:pt x="0" y="52642"/>
                      </a:cubicBezTo>
                      <a:lnTo>
                        <a:pt x="42274" y="76231"/>
                      </a:lnTo>
                      <a:cubicBezTo>
                        <a:pt x="42274" y="76231"/>
                        <a:pt x="51797" y="38682"/>
                        <a:pt x="73560" y="27694"/>
                      </a:cubicBezTo>
                      <a:lnTo>
                        <a:pt x="40508" y="0"/>
                      </a:lnTo>
                      <a:close/>
                    </a:path>
                  </a:pathLst>
                </a:custGeom>
                <a:solidFill>
                  <a:srgbClr val="C9764E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5" name="Forme libre : forme 3074">
                  <a:extLst>
                    <a:ext uri="{FF2B5EF4-FFF2-40B4-BE49-F238E27FC236}">
                      <a16:creationId xmlns:a16="http://schemas.microsoft.com/office/drawing/2014/main" id="{99A7C307-0BB4-606C-66EA-2871121F3C85}"/>
                    </a:ext>
                  </a:extLst>
                </p:cNvPr>
                <p:cNvSpPr/>
                <p:nvPr/>
              </p:nvSpPr>
              <p:spPr>
                <a:xfrm>
                  <a:off x="1561" y="595359"/>
                  <a:ext cx="332030" cy="250935"/>
                </a:xfrm>
                <a:custGeom>
                  <a:avLst/>
                  <a:gdLst>
                    <a:gd name="connsiteX0" fmla="*/ 0 w 332030"/>
                    <a:gd name="connsiteY0" fmla="*/ 245462 h 250935"/>
                    <a:gd name="connsiteX1" fmla="*/ 98809 w 332030"/>
                    <a:gd name="connsiteY1" fmla="*/ 245462 h 250935"/>
                    <a:gd name="connsiteX2" fmla="*/ 192442 w 332030"/>
                    <a:gd name="connsiteY2" fmla="*/ 129990 h 250935"/>
                    <a:gd name="connsiteX3" fmla="*/ 326854 w 332030"/>
                    <a:gd name="connsiteY3" fmla="*/ 205060 h 250935"/>
                    <a:gd name="connsiteX4" fmla="*/ 332031 w 332030"/>
                    <a:gd name="connsiteY4" fmla="*/ 193499 h 250935"/>
                    <a:gd name="connsiteX5" fmla="*/ 235470 w 332030"/>
                    <a:gd name="connsiteY5" fmla="*/ 107171 h 250935"/>
                    <a:gd name="connsiteX6" fmla="*/ 182934 w 332030"/>
                    <a:gd name="connsiteY6" fmla="*/ 18926 h 250935"/>
                    <a:gd name="connsiteX7" fmla="*/ 158364 w 332030"/>
                    <a:gd name="connsiteY7" fmla="*/ 1449 h 250935"/>
                    <a:gd name="connsiteX8" fmla="*/ 150787 w 332030"/>
                    <a:gd name="connsiteY8" fmla="*/ 966 h 250935"/>
                    <a:gd name="connsiteX9" fmla="*/ 15 w 332030"/>
                    <a:gd name="connsiteY9" fmla="*/ 245447 h 250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2030" h="250935">
                      <a:moveTo>
                        <a:pt x="0" y="245462"/>
                      </a:moveTo>
                      <a:cubicBezTo>
                        <a:pt x="0" y="245462"/>
                        <a:pt x="50544" y="257777"/>
                        <a:pt x="98809" y="245462"/>
                      </a:cubicBezTo>
                      <a:cubicBezTo>
                        <a:pt x="98809" y="245462"/>
                        <a:pt x="166332" y="154697"/>
                        <a:pt x="192442" y="129990"/>
                      </a:cubicBezTo>
                      <a:cubicBezTo>
                        <a:pt x="192442" y="129990"/>
                        <a:pt x="234112" y="195732"/>
                        <a:pt x="326854" y="205060"/>
                      </a:cubicBezTo>
                      <a:lnTo>
                        <a:pt x="332031" y="193499"/>
                      </a:lnTo>
                      <a:cubicBezTo>
                        <a:pt x="332031" y="193499"/>
                        <a:pt x="258199" y="159466"/>
                        <a:pt x="235470" y="107171"/>
                      </a:cubicBezTo>
                      <a:cubicBezTo>
                        <a:pt x="212741" y="54876"/>
                        <a:pt x="203610" y="32570"/>
                        <a:pt x="182934" y="18926"/>
                      </a:cubicBezTo>
                      <a:cubicBezTo>
                        <a:pt x="170060" y="10429"/>
                        <a:pt x="162348" y="4619"/>
                        <a:pt x="158364" y="1449"/>
                      </a:cubicBezTo>
                      <a:cubicBezTo>
                        <a:pt x="156175" y="-286"/>
                        <a:pt x="153172" y="-483"/>
                        <a:pt x="150787" y="966"/>
                      </a:cubicBezTo>
                      <a:cubicBezTo>
                        <a:pt x="128843" y="14338"/>
                        <a:pt x="25581" y="85061"/>
                        <a:pt x="15" y="245447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6" name="Forme libre : forme 3075">
                  <a:extLst>
                    <a:ext uri="{FF2B5EF4-FFF2-40B4-BE49-F238E27FC236}">
                      <a16:creationId xmlns:a16="http://schemas.microsoft.com/office/drawing/2014/main" id="{AF0B01EB-FD35-411F-BB5F-BC10F0E87BDE}"/>
                    </a:ext>
                  </a:extLst>
                </p:cNvPr>
                <p:cNvSpPr/>
                <p:nvPr/>
              </p:nvSpPr>
              <p:spPr>
                <a:xfrm>
                  <a:off x="322831" y="772327"/>
                  <a:ext cx="80532" cy="19399"/>
                </a:xfrm>
                <a:custGeom>
                  <a:avLst/>
                  <a:gdLst>
                    <a:gd name="connsiteX0" fmla="*/ 0 w 80532"/>
                    <a:gd name="connsiteY0" fmla="*/ 10495 h 19399"/>
                    <a:gd name="connsiteX1" fmla="*/ 10444 w 80532"/>
                    <a:gd name="connsiteY1" fmla="*/ 7718 h 19399"/>
                    <a:gd name="connsiteX2" fmla="*/ 42138 w 80532"/>
                    <a:gd name="connsiteY2" fmla="*/ 383 h 19399"/>
                    <a:gd name="connsiteX3" fmla="*/ 53276 w 80532"/>
                    <a:gd name="connsiteY3" fmla="*/ 2254 h 19399"/>
                    <a:gd name="connsiteX4" fmla="*/ 80533 w 80532"/>
                    <a:gd name="connsiteY4" fmla="*/ 19399 h 19399"/>
                    <a:gd name="connsiteX5" fmla="*/ 5282 w 80532"/>
                    <a:gd name="connsiteY5" fmla="*/ 19278 h 19399"/>
                    <a:gd name="connsiteX6" fmla="*/ 15 w 80532"/>
                    <a:gd name="connsiteY6" fmla="*/ 10510 h 19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0532" h="19399">
                      <a:moveTo>
                        <a:pt x="0" y="10495"/>
                      </a:moveTo>
                      <a:lnTo>
                        <a:pt x="10444" y="7718"/>
                      </a:lnTo>
                      <a:lnTo>
                        <a:pt x="42138" y="383"/>
                      </a:lnTo>
                      <a:cubicBezTo>
                        <a:pt x="45956" y="-508"/>
                        <a:pt x="49971" y="171"/>
                        <a:pt x="53276" y="2254"/>
                      </a:cubicBezTo>
                      <a:lnTo>
                        <a:pt x="80533" y="19399"/>
                      </a:lnTo>
                      <a:lnTo>
                        <a:pt x="5282" y="19278"/>
                      </a:lnTo>
                      <a:lnTo>
                        <a:pt x="15" y="10510"/>
                      </a:lnTo>
                      <a:close/>
                    </a:path>
                  </a:pathLst>
                </a:custGeom>
                <a:solidFill>
                  <a:srgbClr val="C9764E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077" name="Graphique 28">
                  <a:extLst>
                    <a:ext uri="{FF2B5EF4-FFF2-40B4-BE49-F238E27FC236}">
                      <a16:creationId xmlns:a16="http://schemas.microsoft.com/office/drawing/2014/main" id="{1CBCC07A-CEE9-7FBA-6F3D-9B8894BEC3E6}"/>
                    </a:ext>
                  </a:extLst>
                </p:cNvPr>
                <p:cNvGrpSpPr/>
                <p:nvPr/>
              </p:nvGrpSpPr>
              <p:grpSpPr>
                <a:xfrm>
                  <a:off x="137340" y="457150"/>
                  <a:ext cx="110173" cy="126310"/>
                  <a:chOff x="137340" y="457150"/>
                  <a:chExt cx="110173" cy="126310"/>
                </a:xfrm>
              </p:grpSpPr>
              <p:sp>
                <p:nvSpPr>
                  <p:cNvPr id="3078" name="Forme libre : forme 3077">
                    <a:extLst>
                      <a:ext uri="{FF2B5EF4-FFF2-40B4-BE49-F238E27FC236}">
                        <a16:creationId xmlns:a16="http://schemas.microsoft.com/office/drawing/2014/main" id="{D459A82D-A319-5F8E-5335-F8DF3EE2ED78}"/>
                      </a:ext>
                    </a:extLst>
                  </p:cNvPr>
                  <p:cNvSpPr/>
                  <p:nvPr/>
                </p:nvSpPr>
                <p:spPr>
                  <a:xfrm>
                    <a:off x="164580" y="495464"/>
                    <a:ext cx="82933" cy="87996"/>
                  </a:xfrm>
                  <a:custGeom>
                    <a:avLst/>
                    <a:gdLst>
                      <a:gd name="connsiteX0" fmla="*/ 56770 w 82933"/>
                      <a:gd name="connsiteY0" fmla="*/ 15 h 87996"/>
                      <a:gd name="connsiteX1" fmla="*/ 79650 w 82933"/>
                      <a:gd name="connsiteY1" fmla="*/ 50333 h 87996"/>
                      <a:gd name="connsiteX2" fmla="*/ 68074 w 82933"/>
                      <a:gd name="connsiteY2" fmla="*/ 85815 h 87996"/>
                      <a:gd name="connsiteX3" fmla="*/ 16851 w 82933"/>
                      <a:gd name="connsiteY3" fmla="*/ 67402 h 87996"/>
                      <a:gd name="connsiteX4" fmla="*/ 128 w 82933"/>
                      <a:gd name="connsiteY4" fmla="*/ 29883 h 87996"/>
                      <a:gd name="connsiteX5" fmla="*/ 56755 w 82933"/>
                      <a:gd name="connsiteY5" fmla="*/ 0 h 879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2933" h="87996">
                        <a:moveTo>
                          <a:pt x="56770" y="15"/>
                        </a:moveTo>
                        <a:cubicBezTo>
                          <a:pt x="56770" y="15"/>
                          <a:pt x="76269" y="32418"/>
                          <a:pt x="79650" y="50333"/>
                        </a:cubicBezTo>
                        <a:cubicBezTo>
                          <a:pt x="83030" y="68247"/>
                          <a:pt x="88464" y="79446"/>
                          <a:pt x="68074" y="85815"/>
                        </a:cubicBezTo>
                        <a:cubicBezTo>
                          <a:pt x="47684" y="92199"/>
                          <a:pt x="28743" y="84125"/>
                          <a:pt x="16851" y="67402"/>
                        </a:cubicBezTo>
                        <a:cubicBezTo>
                          <a:pt x="16851" y="67402"/>
                          <a:pt x="-1713" y="41670"/>
                          <a:pt x="128" y="29883"/>
                        </a:cubicBezTo>
                        <a:cubicBezTo>
                          <a:pt x="1985" y="18096"/>
                          <a:pt x="56755" y="0"/>
                          <a:pt x="56755" y="0"/>
                        </a:cubicBezTo>
                        <a:close/>
                      </a:path>
                    </a:pathLst>
                  </a:custGeom>
                  <a:solidFill>
                    <a:srgbClr val="C9764E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79" name="Forme libre : forme 3078">
                    <a:extLst>
                      <a:ext uri="{FF2B5EF4-FFF2-40B4-BE49-F238E27FC236}">
                        <a16:creationId xmlns:a16="http://schemas.microsoft.com/office/drawing/2014/main" id="{54B2BB3E-DB58-0E1D-0851-8DA4299DBA09}"/>
                      </a:ext>
                    </a:extLst>
                  </p:cNvPr>
                  <p:cNvSpPr/>
                  <p:nvPr/>
                </p:nvSpPr>
                <p:spPr>
                  <a:xfrm>
                    <a:off x="137340" y="457150"/>
                    <a:ext cx="101607" cy="112556"/>
                  </a:xfrm>
                  <a:custGeom>
                    <a:avLst/>
                    <a:gdLst>
                      <a:gd name="connsiteX0" fmla="*/ 49524 w 101607"/>
                      <a:gd name="connsiteY0" fmla="*/ 91861 h 112556"/>
                      <a:gd name="connsiteX1" fmla="*/ 52166 w 101607"/>
                      <a:gd name="connsiteY1" fmla="*/ 91514 h 112556"/>
                      <a:gd name="connsiteX2" fmla="*/ 47396 w 101607"/>
                      <a:gd name="connsiteY2" fmla="*/ 65480 h 112556"/>
                      <a:gd name="connsiteX3" fmla="*/ 99631 w 101607"/>
                      <a:gd name="connsiteY3" fmla="*/ 33107 h 112556"/>
                      <a:gd name="connsiteX4" fmla="*/ 85459 w 101607"/>
                      <a:gd name="connsiteY4" fmla="*/ 55 h 112556"/>
                      <a:gd name="connsiteX5" fmla="*/ 83754 w 101607"/>
                      <a:gd name="connsiteY5" fmla="*/ 945 h 112556"/>
                      <a:gd name="connsiteX6" fmla="*/ 83105 w 101607"/>
                      <a:gd name="connsiteY6" fmla="*/ 2711 h 112556"/>
                      <a:gd name="connsiteX7" fmla="*/ 80449 w 101607"/>
                      <a:gd name="connsiteY7" fmla="*/ 2786 h 112556"/>
                      <a:gd name="connsiteX8" fmla="*/ 80449 w 101607"/>
                      <a:gd name="connsiteY8" fmla="*/ 2786 h 112556"/>
                      <a:gd name="connsiteX9" fmla="*/ 77853 w 101607"/>
                      <a:gd name="connsiteY9" fmla="*/ 2726 h 112556"/>
                      <a:gd name="connsiteX10" fmla="*/ 52271 w 101607"/>
                      <a:gd name="connsiteY10" fmla="*/ 20218 h 112556"/>
                      <a:gd name="connsiteX11" fmla="*/ 13439 w 101607"/>
                      <a:gd name="connsiteY11" fmla="*/ 58869 h 112556"/>
                      <a:gd name="connsiteX12" fmla="*/ 11401 w 101607"/>
                      <a:gd name="connsiteY12" fmla="*/ 60318 h 112556"/>
                      <a:gd name="connsiteX13" fmla="*/ 2617 w 101607"/>
                      <a:gd name="connsiteY13" fmla="*/ 63216 h 112556"/>
                      <a:gd name="connsiteX14" fmla="*/ 18419 w 101607"/>
                      <a:gd name="connsiteY14" fmla="*/ 95770 h 112556"/>
                      <a:gd name="connsiteX15" fmla="*/ 18645 w 101607"/>
                      <a:gd name="connsiteY15" fmla="*/ 98049 h 112556"/>
                      <a:gd name="connsiteX16" fmla="*/ 24079 w 101607"/>
                      <a:gd name="connsiteY16" fmla="*/ 109519 h 112556"/>
                      <a:gd name="connsiteX17" fmla="*/ 44846 w 101607"/>
                      <a:gd name="connsiteY17" fmla="*/ 111511 h 112556"/>
                      <a:gd name="connsiteX18" fmla="*/ 45721 w 101607"/>
                      <a:gd name="connsiteY18" fmla="*/ 109912 h 112556"/>
                      <a:gd name="connsiteX19" fmla="*/ 42672 w 101607"/>
                      <a:gd name="connsiteY19" fmla="*/ 94276 h 112556"/>
                      <a:gd name="connsiteX20" fmla="*/ 43895 w 101607"/>
                      <a:gd name="connsiteY20" fmla="*/ 92586 h 112556"/>
                      <a:gd name="connsiteX21" fmla="*/ 49524 w 101607"/>
                      <a:gd name="connsiteY21" fmla="*/ 91846 h 112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101607" h="112556">
                        <a:moveTo>
                          <a:pt x="49524" y="91861"/>
                        </a:moveTo>
                        <a:lnTo>
                          <a:pt x="52166" y="91514"/>
                        </a:lnTo>
                        <a:cubicBezTo>
                          <a:pt x="52166" y="91514"/>
                          <a:pt x="38356" y="70657"/>
                          <a:pt x="47396" y="65480"/>
                        </a:cubicBezTo>
                        <a:cubicBezTo>
                          <a:pt x="56422" y="60303"/>
                          <a:pt x="93232" y="47611"/>
                          <a:pt x="99631" y="33107"/>
                        </a:cubicBezTo>
                        <a:cubicBezTo>
                          <a:pt x="105788" y="19131"/>
                          <a:pt x="96582" y="3345"/>
                          <a:pt x="85459" y="55"/>
                        </a:cubicBezTo>
                        <a:cubicBezTo>
                          <a:pt x="84750" y="-157"/>
                          <a:pt x="84010" y="266"/>
                          <a:pt x="83754" y="945"/>
                        </a:cubicBezTo>
                        <a:lnTo>
                          <a:pt x="83105" y="2711"/>
                        </a:lnTo>
                        <a:cubicBezTo>
                          <a:pt x="82652" y="3918"/>
                          <a:pt x="80977" y="3964"/>
                          <a:pt x="80449" y="2786"/>
                        </a:cubicBezTo>
                        <a:lnTo>
                          <a:pt x="80449" y="2786"/>
                        </a:lnTo>
                        <a:cubicBezTo>
                          <a:pt x="79966" y="1670"/>
                          <a:pt x="78366" y="1624"/>
                          <a:pt x="77853" y="2726"/>
                        </a:cubicBezTo>
                        <a:cubicBezTo>
                          <a:pt x="75891" y="7073"/>
                          <a:pt x="69974" y="14483"/>
                          <a:pt x="52271" y="20218"/>
                        </a:cubicBezTo>
                        <a:cubicBezTo>
                          <a:pt x="27158" y="28368"/>
                          <a:pt x="11507" y="41015"/>
                          <a:pt x="13439" y="58869"/>
                        </a:cubicBezTo>
                        <a:cubicBezTo>
                          <a:pt x="13559" y="60001"/>
                          <a:pt x="12443" y="60786"/>
                          <a:pt x="11401" y="60318"/>
                        </a:cubicBezTo>
                        <a:cubicBezTo>
                          <a:pt x="9349" y="59413"/>
                          <a:pt x="6240" y="59262"/>
                          <a:pt x="2617" y="63216"/>
                        </a:cubicBezTo>
                        <a:cubicBezTo>
                          <a:pt x="-3661" y="70098"/>
                          <a:pt x="1259" y="85130"/>
                          <a:pt x="18419" y="95770"/>
                        </a:cubicBezTo>
                        <a:cubicBezTo>
                          <a:pt x="19234" y="96268"/>
                          <a:pt x="19385" y="97430"/>
                          <a:pt x="18645" y="98049"/>
                        </a:cubicBezTo>
                        <a:cubicBezTo>
                          <a:pt x="16080" y="100253"/>
                          <a:pt x="12458" y="105158"/>
                          <a:pt x="24079" y="109519"/>
                        </a:cubicBezTo>
                        <a:cubicBezTo>
                          <a:pt x="35956" y="113987"/>
                          <a:pt x="42446" y="112477"/>
                          <a:pt x="44846" y="111511"/>
                        </a:cubicBezTo>
                        <a:cubicBezTo>
                          <a:pt x="45495" y="111255"/>
                          <a:pt x="45857" y="110591"/>
                          <a:pt x="45721" y="109912"/>
                        </a:cubicBezTo>
                        <a:lnTo>
                          <a:pt x="42672" y="94276"/>
                        </a:lnTo>
                        <a:cubicBezTo>
                          <a:pt x="42522" y="93461"/>
                          <a:pt x="43065" y="92691"/>
                          <a:pt x="43895" y="92586"/>
                        </a:cubicBezTo>
                        <a:lnTo>
                          <a:pt x="49524" y="91846"/>
                        </a:lnTo>
                        <a:close/>
                      </a:path>
                    </a:pathLst>
                  </a:custGeom>
                  <a:solidFill>
                    <a:srgbClr val="352213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80" name="Forme libre : forme 3079">
                    <a:extLst>
                      <a:ext uri="{FF2B5EF4-FFF2-40B4-BE49-F238E27FC236}">
                        <a16:creationId xmlns:a16="http://schemas.microsoft.com/office/drawing/2014/main" id="{DD8B3BDA-9BA2-E01F-DD73-870209688BA6}"/>
                      </a:ext>
                    </a:extLst>
                  </p:cNvPr>
                  <p:cNvSpPr/>
                  <p:nvPr/>
                </p:nvSpPr>
                <p:spPr>
                  <a:xfrm>
                    <a:off x="167768" y="536888"/>
                    <a:ext cx="20182" cy="25301"/>
                  </a:xfrm>
                  <a:custGeom>
                    <a:avLst/>
                    <a:gdLst>
                      <a:gd name="connsiteX0" fmla="*/ 20183 w 20182"/>
                      <a:gd name="connsiteY0" fmla="*/ 15338 h 25301"/>
                      <a:gd name="connsiteX1" fmla="*/ 2540 w 20182"/>
                      <a:gd name="connsiteY1" fmla="*/ 1589 h 25301"/>
                      <a:gd name="connsiteX2" fmla="*/ 18915 w 20182"/>
                      <a:gd name="connsiteY2" fmla="*/ 25299 h 25301"/>
                      <a:gd name="connsiteX3" fmla="*/ 20183 w 20182"/>
                      <a:gd name="connsiteY3" fmla="*/ 15338 h 253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182" h="25301">
                        <a:moveTo>
                          <a:pt x="20183" y="15338"/>
                        </a:moveTo>
                        <a:cubicBezTo>
                          <a:pt x="20183" y="15338"/>
                          <a:pt x="11580" y="-5867"/>
                          <a:pt x="2540" y="1589"/>
                        </a:cubicBezTo>
                        <a:cubicBezTo>
                          <a:pt x="-6501" y="9044"/>
                          <a:pt x="10886" y="25525"/>
                          <a:pt x="18915" y="25299"/>
                        </a:cubicBezTo>
                        <a:lnTo>
                          <a:pt x="20183" y="15338"/>
                        </a:lnTo>
                        <a:close/>
                      </a:path>
                    </a:pathLst>
                  </a:custGeom>
                  <a:solidFill>
                    <a:srgbClr val="C9764E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033" name="Graphique 28">
                <a:extLst>
                  <a:ext uri="{FF2B5EF4-FFF2-40B4-BE49-F238E27FC236}">
                    <a16:creationId xmlns:a16="http://schemas.microsoft.com/office/drawing/2014/main" id="{7B959F38-751B-E697-16FA-852A1FDFF69A}"/>
                  </a:ext>
                </a:extLst>
              </p:cNvPr>
              <p:cNvGrpSpPr/>
              <p:nvPr/>
            </p:nvGrpSpPr>
            <p:grpSpPr>
              <a:xfrm>
                <a:off x="317503" y="639647"/>
                <a:ext cx="245414" cy="162371"/>
                <a:chOff x="317503" y="639647"/>
                <a:chExt cx="245414" cy="162371"/>
              </a:xfrm>
              <a:solidFill>
                <a:srgbClr val="332989"/>
              </a:solidFill>
            </p:grpSpPr>
            <p:sp>
              <p:nvSpPr>
                <p:cNvPr id="3066" name="Forme libre : forme 3065">
                  <a:extLst>
                    <a:ext uri="{FF2B5EF4-FFF2-40B4-BE49-F238E27FC236}">
                      <a16:creationId xmlns:a16="http://schemas.microsoft.com/office/drawing/2014/main" id="{12BC0428-AA1A-4FBD-032B-71EFE83ACD53}"/>
                    </a:ext>
                  </a:extLst>
                </p:cNvPr>
                <p:cNvSpPr/>
                <p:nvPr/>
              </p:nvSpPr>
              <p:spPr>
                <a:xfrm>
                  <a:off x="317503" y="787378"/>
                  <a:ext cx="176323" cy="14640"/>
                </a:xfrm>
                <a:custGeom>
                  <a:avLst/>
                  <a:gdLst>
                    <a:gd name="connsiteX0" fmla="*/ 6882 w 176323"/>
                    <a:gd name="connsiteY0" fmla="*/ 14640 h 14640"/>
                    <a:gd name="connsiteX1" fmla="*/ 7259 w 176323"/>
                    <a:gd name="connsiteY1" fmla="*/ 14640 h 14640"/>
                    <a:gd name="connsiteX2" fmla="*/ 169094 w 176323"/>
                    <a:gd name="connsiteY2" fmla="*/ 14474 h 14640"/>
                    <a:gd name="connsiteX3" fmla="*/ 176324 w 176323"/>
                    <a:gd name="connsiteY3" fmla="*/ 7230 h 14640"/>
                    <a:gd name="connsiteX4" fmla="*/ 169064 w 176323"/>
                    <a:gd name="connsiteY4" fmla="*/ 1 h 14640"/>
                    <a:gd name="connsiteX5" fmla="*/ 7229 w 176323"/>
                    <a:gd name="connsiteY5" fmla="*/ 167 h 14640"/>
                    <a:gd name="connsiteX6" fmla="*/ 0 w 176323"/>
                    <a:gd name="connsiteY6" fmla="*/ 7411 h 14640"/>
                    <a:gd name="connsiteX7" fmla="*/ 6882 w 176323"/>
                    <a:gd name="connsiteY7" fmla="*/ 14625 h 14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6323" h="14640">
                      <a:moveTo>
                        <a:pt x="6882" y="14640"/>
                      </a:moveTo>
                      <a:cubicBezTo>
                        <a:pt x="7003" y="14640"/>
                        <a:pt x="7124" y="14640"/>
                        <a:pt x="7259" y="14640"/>
                      </a:cubicBezTo>
                      <a:lnTo>
                        <a:pt x="169094" y="14474"/>
                      </a:lnTo>
                      <a:cubicBezTo>
                        <a:pt x="173094" y="14474"/>
                        <a:pt x="176339" y="11230"/>
                        <a:pt x="176324" y="7230"/>
                      </a:cubicBezTo>
                      <a:cubicBezTo>
                        <a:pt x="176324" y="3231"/>
                        <a:pt x="173064" y="-60"/>
                        <a:pt x="169064" y="1"/>
                      </a:cubicBezTo>
                      <a:lnTo>
                        <a:pt x="7229" y="167"/>
                      </a:lnTo>
                      <a:cubicBezTo>
                        <a:pt x="3230" y="167"/>
                        <a:pt x="-15" y="3412"/>
                        <a:pt x="0" y="7411"/>
                      </a:cubicBezTo>
                      <a:cubicBezTo>
                        <a:pt x="0" y="11275"/>
                        <a:pt x="3049" y="14444"/>
                        <a:pt x="6882" y="14625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7" name="Forme libre : forme 3066">
                  <a:extLst>
                    <a:ext uri="{FF2B5EF4-FFF2-40B4-BE49-F238E27FC236}">
                      <a16:creationId xmlns:a16="http://schemas.microsoft.com/office/drawing/2014/main" id="{8BF63E68-EBA5-656E-EDA3-05C9DB5D62C7}"/>
                    </a:ext>
                  </a:extLst>
                </p:cNvPr>
                <p:cNvSpPr/>
                <p:nvPr/>
              </p:nvSpPr>
              <p:spPr>
                <a:xfrm>
                  <a:off x="480336" y="639647"/>
                  <a:ext cx="82581" cy="161309"/>
                </a:xfrm>
                <a:custGeom>
                  <a:avLst/>
                  <a:gdLst>
                    <a:gd name="connsiteX0" fmla="*/ 68940 w 82581"/>
                    <a:gd name="connsiteY0" fmla="*/ 3872 h 161309"/>
                    <a:gd name="connsiteX1" fmla="*/ 68774 w 82581"/>
                    <a:gd name="connsiteY1" fmla="*/ 4204 h 161309"/>
                    <a:gd name="connsiteX2" fmla="*/ 677 w 82581"/>
                    <a:gd name="connsiteY2" fmla="*/ 151022 h 161309"/>
                    <a:gd name="connsiteX3" fmla="*/ 4194 w 82581"/>
                    <a:gd name="connsiteY3" fmla="*/ 160636 h 161309"/>
                    <a:gd name="connsiteX4" fmla="*/ 13808 w 82581"/>
                    <a:gd name="connsiteY4" fmla="*/ 157105 h 161309"/>
                    <a:gd name="connsiteX5" fmla="*/ 81904 w 82581"/>
                    <a:gd name="connsiteY5" fmla="*/ 10287 h 161309"/>
                    <a:gd name="connsiteX6" fmla="*/ 78388 w 82581"/>
                    <a:gd name="connsiteY6" fmla="*/ 673 h 161309"/>
                    <a:gd name="connsiteX7" fmla="*/ 68940 w 82581"/>
                    <a:gd name="connsiteY7" fmla="*/ 3872 h 161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2581" h="161309">
                      <a:moveTo>
                        <a:pt x="68940" y="3872"/>
                      </a:moveTo>
                      <a:cubicBezTo>
                        <a:pt x="68879" y="3978"/>
                        <a:pt x="68834" y="4099"/>
                        <a:pt x="68774" y="4204"/>
                      </a:cubicBezTo>
                      <a:lnTo>
                        <a:pt x="677" y="151022"/>
                      </a:lnTo>
                      <a:cubicBezTo>
                        <a:pt x="-1013" y="154645"/>
                        <a:pt x="572" y="158961"/>
                        <a:pt x="4194" y="160636"/>
                      </a:cubicBezTo>
                      <a:cubicBezTo>
                        <a:pt x="7816" y="162311"/>
                        <a:pt x="12178" y="160757"/>
                        <a:pt x="13808" y="157105"/>
                      </a:cubicBezTo>
                      <a:lnTo>
                        <a:pt x="81904" y="10287"/>
                      </a:lnTo>
                      <a:cubicBezTo>
                        <a:pt x="83594" y="6664"/>
                        <a:pt x="82010" y="2348"/>
                        <a:pt x="78388" y="673"/>
                      </a:cubicBezTo>
                      <a:cubicBezTo>
                        <a:pt x="74871" y="-957"/>
                        <a:pt x="70736" y="477"/>
                        <a:pt x="68940" y="3872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34" name="Graphique 28">
                <a:extLst>
                  <a:ext uri="{FF2B5EF4-FFF2-40B4-BE49-F238E27FC236}">
                    <a16:creationId xmlns:a16="http://schemas.microsoft.com/office/drawing/2014/main" id="{B477A7AC-812F-338E-9DC4-952C76D94D54}"/>
                  </a:ext>
                </a:extLst>
              </p:cNvPr>
              <p:cNvGrpSpPr/>
              <p:nvPr/>
            </p:nvGrpSpPr>
            <p:grpSpPr>
              <a:xfrm>
                <a:off x="765322" y="342376"/>
                <a:ext cx="412586" cy="831245"/>
                <a:chOff x="765322" y="342376"/>
                <a:chExt cx="412586" cy="831245"/>
              </a:xfrm>
            </p:grpSpPr>
            <p:grpSp>
              <p:nvGrpSpPr>
                <p:cNvPr id="3051" name="Graphique 28">
                  <a:extLst>
                    <a:ext uri="{FF2B5EF4-FFF2-40B4-BE49-F238E27FC236}">
                      <a16:creationId xmlns:a16="http://schemas.microsoft.com/office/drawing/2014/main" id="{E440A853-FE3F-29DF-D6CD-BB27A86C9F00}"/>
                    </a:ext>
                  </a:extLst>
                </p:cNvPr>
                <p:cNvGrpSpPr/>
                <p:nvPr/>
              </p:nvGrpSpPr>
              <p:grpSpPr>
                <a:xfrm>
                  <a:off x="869188" y="714876"/>
                  <a:ext cx="308720" cy="458745"/>
                  <a:chOff x="869188" y="714876"/>
                  <a:chExt cx="308720" cy="458745"/>
                </a:xfrm>
              </p:grpSpPr>
              <p:sp>
                <p:nvSpPr>
                  <p:cNvPr id="3061" name="Forme libre : forme 3060">
                    <a:extLst>
                      <a:ext uri="{FF2B5EF4-FFF2-40B4-BE49-F238E27FC236}">
                        <a16:creationId xmlns:a16="http://schemas.microsoft.com/office/drawing/2014/main" id="{AED2A44E-78E4-92A9-AD80-CDB72B060210}"/>
                      </a:ext>
                    </a:extLst>
                  </p:cNvPr>
                  <p:cNvSpPr/>
                  <p:nvPr/>
                </p:nvSpPr>
                <p:spPr>
                  <a:xfrm>
                    <a:off x="869188" y="1104725"/>
                    <a:ext cx="94418" cy="41757"/>
                  </a:xfrm>
                  <a:custGeom>
                    <a:avLst/>
                    <a:gdLst>
                      <a:gd name="connsiteX0" fmla="*/ 91911 w 94418"/>
                      <a:gd name="connsiteY0" fmla="*/ 7380 h 41757"/>
                      <a:gd name="connsiteX1" fmla="*/ 94402 w 94418"/>
                      <a:gd name="connsiteY1" fmla="*/ 29053 h 41757"/>
                      <a:gd name="connsiteX2" fmla="*/ 85995 w 94418"/>
                      <a:gd name="connsiteY2" fmla="*/ 38908 h 41757"/>
                      <a:gd name="connsiteX3" fmla="*/ 3682 w 94418"/>
                      <a:gd name="connsiteY3" fmla="*/ 40055 h 41757"/>
                      <a:gd name="connsiteX4" fmla="*/ 1358 w 94418"/>
                      <a:gd name="connsiteY4" fmla="*/ 32750 h 41757"/>
                      <a:gd name="connsiteX5" fmla="*/ 78434 w 94418"/>
                      <a:gd name="connsiteY5" fmla="*/ 0 h 41757"/>
                      <a:gd name="connsiteX6" fmla="*/ 91927 w 94418"/>
                      <a:gd name="connsiteY6" fmla="*/ 7380 h 417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4418" h="41757">
                        <a:moveTo>
                          <a:pt x="91911" y="7380"/>
                        </a:moveTo>
                        <a:cubicBezTo>
                          <a:pt x="91911" y="7380"/>
                          <a:pt x="93692" y="17296"/>
                          <a:pt x="94402" y="29053"/>
                        </a:cubicBezTo>
                        <a:cubicBezTo>
                          <a:pt x="94704" y="34063"/>
                          <a:pt x="90991" y="38425"/>
                          <a:pt x="85995" y="38908"/>
                        </a:cubicBezTo>
                        <a:cubicBezTo>
                          <a:pt x="68594" y="40598"/>
                          <a:pt x="28977" y="43707"/>
                          <a:pt x="3682" y="40055"/>
                        </a:cubicBezTo>
                        <a:cubicBezTo>
                          <a:pt x="135" y="39542"/>
                          <a:pt x="-1268" y="35195"/>
                          <a:pt x="1358" y="32750"/>
                        </a:cubicBezTo>
                        <a:cubicBezTo>
                          <a:pt x="11786" y="23031"/>
                          <a:pt x="36975" y="4135"/>
                          <a:pt x="78434" y="0"/>
                        </a:cubicBezTo>
                        <a:lnTo>
                          <a:pt x="91927" y="7380"/>
                        </a:lnTo>
                        <a:close/>
                      </a:path>
                    </a:pathLst>
                  </a:custGeom>
                  <a:solidFill>
                    <a:srgbClr val="332989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62" name="Forme libre : forme 3061">
                    <a:extLst>
                      <a:ext uri="{FF2B5EF4-FFF2-40B4-BE49-F238E27FC236}">
                        <a16:creationId xmlns:a16="http://schemas.microsoft.com/office/drawing/2014/main" id="{8A7BBC9B-F2B0-93A8-8557-1A870A82E926}"/>
                      </a:ext>
                    </a:extLst>
                  </p:cNvPr>
                  <p:cNvSpPr/>
                  <p:nvPr/>
                </p:nvSpPr>
                <p:spPr>
                  <a:xfrm>
                    <a:off x="939720" y="1080457"/>
                    <a:ext cx="30042" cy="35384"/>
                  </a:xfrm>
                  <a:custGeom>
                    <a:avLst/>
                    <a:gdLst>
                      <a:gd name="connsiteX0" fmla="*/ 30043 w 30042"/>
                      <a:gd name="connsiteY0" fmla="*/ 9312 h 35384"/>
                      <a:gd name="connsiteX1" fmla="*/ 21244 w 30042"/>
                      <a:gd name="connsiteY1" fmla="*/ 30879 h 35384"/>
                      <a:gd name="connsiteX2" fmla="*/ 13864 w 30042"/>
                      <a:gd name="connsiteY2" fmla="*/ 35346 h 35384"/>
                      <a:gd name="connsiteX3" fmla="*/ 6680 w 30042"/>
                      <a:gd name="connsiteY3" fmla="*/ 33958 h 35384"/>
                      <a:gd name="connsiteX4" fmla="*/ 401 w 30042"/>
                      <a:gd name="connsiteY4" fmla="*/ 22216 h 35384"/>
                      <a:gd name="connsiteX5" fmla="*/ 7042 w 30042"/>
                      <a:gd name="connsiteY5" fmla="*/ 0 h 35384"/>
                      <a:gd name="connsiteX6" fmla="*/ 30043 w 30042"/>
                      <a:gd name="connsiteY6" fmla="*/ 9327 h 35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0042" h="35384">
                        <a:moveTo>
                          <a:pt x="30043" y="9312"/>
                        </a:moveTo>
                        <a:lnTo>
                          <a:pt x="21244" y="30879"/>
                        </a:lnTo>
                        <a:cubicBezTo>
                          <a:pt x="20036" y="33837"/>
                          <a:pt x="17033" y="35678"/>
                          <a:pt x="13864" y="35346"/>
                        </a:cubicBezTo>
                        <a:cubicBezTo>
                          <a:pt x="11705" y="35120"/>
                          <a:pt x="9155" y="34712"/>
                          <a:pt x="6680" y="33958"/>
                        </a:cubicBezTo>
                        <a:cubicBezTo>
                          <a:pt x="1714" y="32448"/>
                          <a:pt x="-1093" y="27181"/>
                          <a:pt x="401" y="22216"/>
                        </a:cubicBezTo>
                        <a:lnTo>
                          <a:pt x="7042" y="0"/>
                        </a:lnTo>
                        <a:lnTo>
                          <a:pt x="30043" y="9327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63" name="Forme libre : forme 3062">
                    <a:extLst>
                      <a:ext uri="{FF2B5EF4-FFF2-40B4-BE49-F238E27FC236}">
                        <a16:creationId xmlns:a16="http://schemas.microsoft.com/office/drawing/2014/main" id="{FB02BB54-FB8B-AF8D-A565-7EDD516D28CC}"/>
                      </a:ext>
                    </a:extLst>
                  </p:cNvPr>
                  <p:cNvSpPr/>
                  <p:nvPr/>
                </p:nvSpPr>
                <p:spPr>
                  <a:xfrm>
                    <a:off x="1095234" y="1129280"/>
                    <a:ext cx="52945" cy="44341"/>
                  </a:xfrm>
                  <a:custGeom>
                    <a:avLst/>
                    <a:gdLst>
                      <a:gd name="connsiteX0" fmla="*/ 24954 w 52945"/>
                      <a:gd name="connsiteY0" fmla="*/ 0 h 44341"/>
                      <a:gd name="connsiteX1" fmla="*/ 474 w 52945"/>
                      <a:gd name="connsiteY1" fmla="*/ 33656 h 44341"/>
                      <a:gd name="connsiteX2" fmla="*/ 8111 w 52945"/>
                      <a:gd name="connsiteY2" fmla="*/ 44341 h 44341"/>
                      <a:gd name="connsiteX3" fmla="*/ 44363 w 52945"/>
                      <a:gd name="connsiteY3" fmla="*/ 44341 h 44341"/>
                      <a:gd name="connsiteX4" fmla="*/ 52814 w 52945"/>
                      <a:gd name="connsiteY4" fmla="*/ 34335 h 44341"/>
                      <a:gd name="connsiteX5" fmla="*/ 24954 w 52945"/>
                      <a:gd name="connsiteY5" fmla="*/ 0 h 443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2945" h="44341">
                        <a:moveTo>
                          <a:pt x="24954" y="0"/>
                        </a:moveTo>
                        <a:cubicBezTo>
                          <a:pt x="24954" y="0"/>
                          <a:pt x="7341" y="14745"/>
                          <a:pt x="474" y="33656"/>
                        </a:cubicBezTo>
                        <a:cubicBezTo>
                          <a:pt x="-1412" y="38863"/>
                          <a:pt x="2572" y="44341"/>
                          <a:pt x="8111" y="44341"/>
                        </a:cubicBezTo>
                        <a:lnTo>
                          <a:pt x="44363" y="44341"/>
                        </a:lnTo>
                        <a:cubicBezTo>
                          <a:pt x="49675" y="44341"/>
                          <a:pt x="53735" y="39572"/>
                          <a:pt x="52814" y="34335"/>
                        </a:cubicBezTo>
                        <a:cubicBezTo>
                          <a:pt x="50505" y="21280"/>
                          <a:pt x="43850" y="60"/>
                          <a:pt x="24954" y="0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64" name="Forme libre : forme 3063">
                    <a:extLst>
                      <a:ext uri="{FF2B5EF4-FFF2-40B4-BE49-F238E27FC236}">
                        <a16:creationId xmlns:a16="http://schemas.microsoft.com/office/drawing/2014/main" id="{64E34267-A10C-5EBD-9B0F-734B88304321}"/>
                      </a:ext>
                    </a:extLst>
                  </p:cNvPr>
                  <p:cNvSpPr/>
                  <p:nvPr/>
                </p:nvSpPr>
                <p:spPr>
                  <a:xfrm>
                    <a:off x="1114996" y="1107381"/>
                    <a:ext cx="27015" cy="31336"/>
                  </a:xfrm>
                  <a:custGeom>
                    <a:avLst/>
                    <a:gdLst>
                      <a:gd name="connsiteX0" fmla="*/ 27015 w 27015"/>
                      <a:gd name="connsiteY0" fmla="*/ 2717 h 31336"/>
                      <a:gd name="connsiteX1" fmla="*/ 20722 w 27015"/>
                      <a:gd name="connsiteY1" fmla="*/ 28872 h 31336"/>
                      <a:gd name="connsiteX2" fmla="*/ 16375 w 27015"/>
                      <a:gd name="connsiteY2" fmla="*/ 31135 h 31336"/>
                      <a:gd name="connsiteX3" fmla="*/ 3184 w 27015"/>
                      <a:gd name="connsiteY3" fmla="*/ 28736 h 31336"/>
                      <a:gd name="connsiteX4" fmla="*/ 347 w 27015"/>
                      <a:gd name="connsiteY4" fmla="*/ 26170 h 31336"/>
                      <a:gd name="connsiteX5" fmla="*/ 0 w 27015"/>
                      <a:gd name="connsiteY5" fmla="*/ 0 h 31336"/>
                      <a:gd name="connsiteX6" fmla="*/ 27015 w 27015"/>
                      <a:gd name="connsiteY6" fmla="*/ 2686 h 313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7015" h="31336">
                        <a:moveTo>
                          <a:pt x="27015" y="2717"/>
                        </a:moveTo>
                        <a:cubicBezTo>
                          <a:pt x="27015" y="2717"/>
                          <a:pt x="23453" y="18473"/>
                          <a:pt x="20722" y="28872"/>
                        </a:cubicBezTo>
                        <a:cubicBezTo>
                          <a:pt x="20224" y="30758"/>
                          <a:pt x="18216" y="31800"/>
                          <a:pt x="16375" y="31135"/>
                        </a:cubicBezTo>
                        <a:cubicBezTo>
                          <a:pt x="10881" y="29173"/>
                          <a:pt x="6429" y="28313"/>
                          <a:pt x="3184" y="28736"/>
                        </a:cubicBezTo>
                        <a:cubicBezTo>
                          <a:pt x="1690" y="28932"/>
                          <a:pt x="377" y="27694"/>
                          <a:pt x="347" y="26170"/>
                        </a:cubicBezTo>
                        <a:lnTo>
                          <a:pt x="0" y="0"/>
                        </a:lnTo>
                        <a:lnTo>
                          <a:pt x="27015" y="2686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65" name="Forme libre : forme 3064">
                    <a:extLst>
                      <a:ext uri="{FF2B5EF4-FFF2-40B4-BE49-F238E27FC236}">
                        <a16:creationId xmlns:a16="http://schemas.microsoft.com/office/drawing/2014/main" id="{B5F2E166-86F5-9272-291E-B8AC613B6E64}"/>
                      </a:ext>
                    </a:extLst>
                  </p:cNvPr>
                  <p:cNvSpPr/>
                  <p:nvPr/>
                </p:nvSpPr>
                <p:spPr>
                  <a:xfrm>
                    <a:off x="941133" y="714876"/>
                    <a:ext cx="236775" cy="398753"/>
                  </a:xfrm>
                  <a:custGeom>
                    <a:avLst/>
                    <a:gdLst>
                      <a:gd name="connsiteX0" fmla="*/ 107170 w 236775"/>
                      <a:gd name="connsiteY0" fmla="*/ 40764 h 398753"/>
                      <a:gd name="connsiteX1" fmla="*/ 0 w 236775"/>
                      <a:gd name="connsiteY1" fmla="*/ 367709 h 398753"/>
                      <a:gd name="connsiteX2" fmla="*/ 30351 w 236775"/>
                      <a:gd name="connsiteY2" fmla="*/ 380613 h 398753"/>
                      <a:gd name="connsiteX3" fmla="*/ 157639 w 236775"/>
                      <a:gd name="connsiteY3" fmla="*/ 117856 h 398753"/>
                      <a:gd name="connsiteX4" fmla="*/ 169124 w 236775"/>
                      <a:gd name="connsiteY4" fmla="*/ 395977 h 398753"/>
                      <a:gd name="connsiteX5" fmla="*/ 205587 w 236775"/>
                      <a:gd name="connsiteY5" fmla="*/ 398754 h 398753"/>
                      <a:gd name="connsiteX6" fmla="*/ 219970 w 236775"/>
                      <a:gd name="connsiteY6" fmla="*/ 0 h 398753"/>
                      <a:gd name="connsiteX7" fmla="*/ 107170 w 236775"/>
                      <a:gd name="connsiteY7" fmla="*/ 40764 h 3987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6775" h="398753">
                        <a:moveTo>
                          <a:pt x="107170" y="40764"/>
                        </a:moveTo>
                        <a:lnTo>
                          <a:pt x="0" y="367709"/>
                        </a:lnTo>
                        <a:cubicBezTo>
                          <a:pt x="0" y="367709"/>
                          <a:pt x="20556" y="381171"/>
                          <a:pt x="30351" y="380613"/>
                        </a:cubicBezTo>
                        <a:lnTo>
                          <a:pt x="157639" y="117856"/>
                        </a:lnTo>
                        <a:cubicBezTo>
                          <a:pt x="157639" y="117856"/>
                          <a:pt x="179915" y="279751"/>
                          <a:pt x="169124" y="395977"/>
                        </a:cubicBezTo>
                        <a:lnTo>
                          <a:pt x="205587" y="398754"/>
                        </a:lnTo>
                        <a:cubicBezTo>
                          <a:pt x="205587" y="398754"/>
                          <a:pt x="264870" y="101722"/>
                          <a:pt x="219970" y="0"/>
                        </a:cubicBezTo>
                        <a:lnTo>
                          <a:pt x="107170" y="40764"/>
                        </a:lnTo>
                        <a:close/>
                      </a:path>
                    </a:pathLst>
                  </a:custGeom>
                  <a:solidFill>
                    <a:srgbClr val="332989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052" name="Forme libre : forme 3051">
                  <a:extLst>
                    <a:ext uri="{FF2B5EF4-FFF2-40B4-BE49-F238E27FC236}">
                      <a16:creationId xmlns:a16="http://schemas.microsoft.com/office/drawing/2014/main" id="{C6CAE190-688A-CDB9-58B0-4CC48B9FD342}"/>
                    </a:ext>
                  </a:extLst>
                </p:cNvPr>
                <p:cNvSpPr/>
                <p:nvPr/>
              </p:nvSpPr>
              <p:spPr>
                <a:xfrm>
                  <a:off x="923897" y="467935"/>
                  <a:ext cx="249427" cy="298607"/>
                </a:xfrm>
                <a:custGeom>
                  <a:avLst/>
                  <a:gdLst>
                    <a:gd name="connsiteX0" fmla="*/ 104318 w 249427"/>
                    <a:gd name="connsiteY0" fmla="*/ 15 h 298607"/>
                    <a:gd name="connsiteX1" fmla="*/ 178859 w 249427"/>
                    <a:gd name="connsiteY1" fmla="*/ 69591 h 298607"/>
                    <a:gd name="connsiteX2" fmla="*/ 249295 w 249427"/>
                    <a:gd name="connsiteY2" fmla="*/ 266304 h 298607"/>
                    <a:gd name="connsiteX3" fmla="*/ 244224 w 249427"/>
                    <a:gd name="connsiteY3" fmla="*/ 273744 h 298607"/>
                    <a:gd name="connsiteX4" fmla="*/ 99624 w 249427"/>
                    <a:gd name="connsiteY4" fmla="*/ 298496 h 298607"/>
                    <a:gd name="connsiteX5" fmla="*/ 90780 w 249427"/>
                    <a:gd name="connsiteY5" fmla="*/ 292776 h 298607"/>
                    <a:gd name="connsiteX6" fmla="*/ 56234 w 249427"/>
                    <a:gd name="connsiteY6" fmla="*/ 159254 h 298607"/>
                    <a:gd name="connsiteX7" fmla="*/ 42772 w 249427"/>
                    <a:gd name="connsiteY7" fmla="*/ 221329 h 298607"/>
                    <a:gd name="connsiteX8" fmla="*/ 0 w 249427"/>
                    <a:gd name="connsiteY8" fmla="*/ 210175 h 298607"/>
                    <a:gd name="connsiteX9" fmla="*/ 36010 w 249427"/>
                    <a:gd name="connsiteY9" fmla="*/ 27755 h 298607"/>
                    <a:gd name="connsiteX10" fmla="*/ 104333 w 249427"/>
                    <a:gd name="connsiteY10" fmla="*/ 0 h 298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49427" h="298607">
                      <a:moveTo>
                        <a:pt x="104318" y="15"/>
                      </a:moveTo>
                      <a:cubicBezTo>
                        <a:pt x="104318" y="15"/>
                        <a:pt x="191144" y="7727"/>
                        <a:pt x="178859" y="69591"/>
                      </a:cubicBezTo>
                      <a:cubicBezTo>
                        <a:pt x="178859" y="69591"/>
                        <a:pt x="226852" y="159918"/>
                        <a:pt x="249295" y="266304"/>
                      </a:cubicBezTo>
                      <a:cubicBezTo>
                        <a:pt x="250019" y="269760"/>
                        <a:pt x="247710" y="273141"/>
                        <a:pt x="244224" y="273744"/>
                      </a:cubicBezTo>
                      <a:lnTo>
                        <a:pt x="99624" y="298496"/>
                      </a:lnTo>
                      <a:cubicBezTo>
                        <a:pt x="95640" y="299175"/>
                        <a:pt x="91791" y="296685"/>
                        <a:pt x="90780" y="292776"/>
                      </a:cubicBezTo>
                      <a:lnTo>
                        <a:pt x="56234" y="159254"/>
                      </a:lnTo>
                      <a:lnTo>
                        <a:pt x="42772" y="221329"/>
                      </a:lnTo>
                      <a:lnTo>
                        <a:pt x="0" y="210175"/>
                      </a:lnTo>
                      <a:lnTo>
                        <a:pt x="36010" y="27755"/>
                      </a:lnTo>
                      <a:cubicBezTo>
                        <a:pt x="36010" y="27755"/>
                        <a:pt x="41036" y="1147"/>
                        <a:pt x="104333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3" name="Forme libre : forme 3052">
                  <a:extLst>
                    <a:ext uri="{FF2B5EF4-FFF2-40B4-BE49-F238E27FC236}">
                      <a16:creationId xmlns:a16="http://schemas.microsoft.com/office/drawing/2014/main" id="{EA451081-B57B-B9D1-74A5-D56BFB62E8DE}"/>
                    </a:ext>
                  </a:extLst>
                </p:cNvPr>
                <p:cNvSpPr/>
                <p:nvPr/>
              </p:nvSpPr>
              <p:spPr>
                <a:xfrm>
                  <a:off x="958187" y="690683"/>
                  <a:ext cx="107819" cy="114233"/>
                </a:xfrm>
                <a:custGeom>
                  <a:avLst/>
                  <a:gdLst>
                    <a:gd name="connsiteX0" fmla="*/ 29928 w 107819"/>
                    <a:gd name="connsiteY0" fmla="*/ 95232 h 114233"/>
                    <a:gd name="connsiteX1" fmla="*/ 44854 w 107819"/>
                    <a:gd name="connsiteY1" fmla="*/ 93286 h 114233"/>
                    <a:gd name="connsiteX2" fmla="*/ 54921 w 107819"/>
                    <a:gd name="connsiteY2" fmla="*/ 95791 h 114233"/>
                    <a:gd name="connsiteX3" fmla="*/ 59418 w 107819"/>
                    <a:gd name="connsiteY3" fmla="*/ 92667 h 114233"/>
                    <a:gd name="connsiteX4" fmla="*/ 69832 w 107819"/>
                    <a:gd name="connsiteY4" fmla="*/ 0 h 114233"/>
                    <a:gd name="connsiteX5" fmla="*/ 107819 w 107819"/>
                    <a:gd name="connsiteY5" fmla="*/ 4996 h 114233"/>
                    <a:gd name="connsiteX6" fmla="*/ 83853 w 107819"/>
                    <a:gd name="connsiteY6" fmla="*/ 114234 h 114233"/>
                    <a:gd name="connsiteX7" fmla="*/ 0 w 107819"/>
                    <a:gd name="connsiteY7" fmla="*/ 114234 h 114233"/>
                    <a:gd name="connsiteX8" fmla="*/ 29913 w 107819"/>
                    <a:gd name="connsiteY8" fmla="*/ 95232 h 1142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7819" h="114233">
                      <a:moveTo>
                        <a:pt x="29928" y="95232"/>
                      </a:moveTo>
                      <a:cubicBezTo>
                        <a:pt x="34486" y="92727"/>
                        <a:pt x="39814" y="92033"/>
                        <a:pt x="44854" y="93286"/>
                      </a:cubicBezTo>
                      <a:lnTo>
                        <a:pt x="54921" y="95791"/>
                      </a:lnTo>
                      <a:cubicBezTo>
                        <a:pt x="57064" y="96319"/>
                        <a:pt x="59177" y="94855"/>
                        <a:pt x="59418" y="92667"/>
                      </a:cubicBezTo>
                      <a:lnTo>
                        <a:pt x="69832" y="0"/>
                      </a:lnTo>
                      <a:cubicBezTo>
                        <a:pt x="82857" y="6188"/>
                        <a:pt x="101632" y="5448"/>
                        <a:pt x="107819" y="4996"/>
                      </a:cubicBezTo>
                      <a:lnTo>
                        <a:pt x="83853" y="114234"/>
                      </a:lnTo>
                      <a:lnTo>
                        <a:pt x="0" y="114234"/>
                      </a:lnTo>
                      <a:lnTo>
                        <a:pt x="29913" y="95232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4" name="Forme libre : forme 3053">
                  <a:extLst>
                    <a:ext uri="{FF2B5EF4-FFF2-40B4-BE49-F238E27FC236}">
                      <a16:creationId xmlns:a16="http://schemas.microsoft.com/office/drawing/2014/main" id="{345AFB10-55D9-FB1F-6E08-CCDFDAEFB08C}"/>
                    </a:ext>
                  </a:extLst>
                </p:cNvPr>
                <p:cNvSpPr/>
                <p:nvPr/>
              </p:nvSpPr>
              <p:spPr>
                <a:xfrm>
                  <a:off x="765322" y="521921"/>
                  <a:ext cx="201331" cy="181463"/>
                </a:xfrm>
                <a:custGeom>
                  <a:avLst/>
                  <a:gdLst>
                    <a:gd name="connsiteX0" fmla="*/ 0 w 201331"/>
                    <a:gd name="connsiteY0" fmla="*/ 62995 h 181463"/>
                    <a:gd name="connsiteX1" fmla="*/ 2535 w 201331"/>
                    <a:gd name="connsiteY1" fmla="*/ 54574 h 181463"/>
                    <a:gd name="connsiteX2" fmla="*/ 12270 w 201331"/>
                    <a:gd name="connsiteY2" fmla="*/ 43919 h 181463"/>
                    <a:gd name="connsiteX3" fmla="*/ 58105 w 201331"/>
                    <a:gd name="connsiteY3" fmla="*/ 25491 h 181463"/>
                    <a:gd name="connsiteX4" fmla="*/ 48416 w 201331"/>
                    <a:gd name="connsiteY4" fmla="*/ 15621 h 181463"/>
                    <a:gd name="connsiteX5" fmla="*/ 40463 w 201331"/>
                    <a:gd name="connsiteY5" fmla="*/ 0 h 181463"/>
                    <a:gd name="connsiteX6" fmla="*/ 75401 w 201331"/>
                    <a:gd name="connsiteY6" fmla="*/ 16722 h 181463"/>
                    <a:gd name="connsiteX7" fmla="*/ 97466 w 201331"/>
                    <a:gd name="connsiteY7" fmla="*/ 40734 h 181463"/>
                    <a:gd name="connsiteX8" fmla="*/ 201331 w 201331"/>
                    <a:gd name="connsiteY8" fmla="*/ 167359 h 181463"/>
                    <a:gd name="connsiteX9" fmla="*/ 189137 w 201331"/>
                    <a:gd name="connsiteY9" fmla="*/ 175735 h 181463"/>
                    <a:gd name="connsiteX10" fmla="*/ 141928 w 201331"/>
                    <a:gd name="connsiteY10" fmla="*/ 164144 h 181463"/>
                    <a:gd name="connsiteX11" fmla="*/ 85664 w 201331"/>
                    <a:gd name="connsiteY11" fmla="*/ 56249 h 181463"/>
                    <a:gd name="connsiteX12" fmla="*/ 0 w 201331"/>
                    <a:gd name="connsiteY12" fmla="*/ 62995 h 1814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1331" h="181463">
                      <a:moveTo>
                        <a:pt x="0" y="62995"/>
                      </a:moveTo>
                      <a:lnTo>
                        <a:pt x="2535" y="54574"/>
                      </a:lnTo>
                      <a:cubicBezTo>
                        <a:pt x="3999" y="49729"/>
                        <a:pt x="7576" y="45805"/>
                        <a:pt x="12270" y="43919"/>
                      </a:cubicBezTo>
                      <a:lnTo>
                        <a:pt x="58105" y="25491"/>
                      </a:lnTo>
                      <a:cubicBezTo>
                        <a:pt x="58105" y="25491"/>
                        <a:pt x="58800" y="19605"/>
                        <a:pt x="48416" y="15621"/>
                      </a:cubicBezTo>
                      <a:cubicBezTo>
                        <a:pt x="38033" y="11621"/>
                        <a:pt x="40463" y="0"/>
                        <a:pt x="40463" y="0"/>
                      </a:cubicBezTo>
                      <a:cubicBezTo>
                        <a:pt x="40463" y="0"/>
                        <a:pt x="54634" y="6475"/>
                        <a:pt x="75401" y="16722"/>
                      </a:cubicBezTo>
                      <a:cubicBezTo>
                        <a:pt x="87264" y="22593"/>
                        <a:pt x="93935" y="32947"/>
                        <a:pt x="97466" y="40734"/>
                      </a:cubicBezTo>
                      <a:lnTo>
                        <a:pt x="201331" y="167359"/>
                      </a:lnTo>
                      <a:lnTo>
                        <a:pt x="189137" y="175735"/>
                      </a:lnTo>
                      <a:cubicBezTo>
                        <a:pt x="173109" y="186752"/>
                        <a:pt x="151044" y="181334"/>
                        <a:pt x="141928" y="164144"/>
                      </a:cubicBezTo>
                      <a:lnTo>
                        <a:pt x="85664" y="56249"/>
                      </a:lnTo>
                      <a:cubicBezTo>
                        <a:pt x="57411" y="64731"/>
                        <a:pt x="28826" y="66361"/>
                        <a:pt x="0" y="62995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055" name="Graphique 28">
                  <a:extLst>
                    <a:ext uri="{FF2B5EF4-FFF2-40B4-BE49-F238E27FC236}">
                      <a16:creationId xmlns:a16="http://schemas.microsoft.com/office/drawing/2014/main" id="{BB73F506-79FE-7C3B-A131-D4A09A233EF6}"/>
                    </a:ext>
                  </a:extLst>
                </p:cNvPr>
                <p:cNvGrpSpPr/>
                <p:nvPr/>
              </p:nvGrpSpPr>
              <p:grpSpPr>
                <a:xfrm>
                  <a:off x="899836" y="342376"/>
                  <a:ext cx="126945" cy="154770"/>
                  <a:chOff x="899836" y="342376"/>
                  <a:chExt cx="126945" cy="154770"/>
                </a:xfrm>
              </p:grpSpPr>
              <p:sp>
                <p:nvSpPr>
                  <p:cNvPr id="3056" name="Forme libre : forme 3055">
                    <a:extLst>
                      <a:ext uri="{FF2B5EF4-FFF2-40B4-BE49-F238E27FC236}">
                        <a16:creationId xmlns:a16="http://schemas.microsoft.com/office/drawing/2014/main" id="{ECA6C947-D89F-DBDB-DA50-6A3956D7F6E1}"/>
                      </a:ext>
                    </a:extLst>
                  </p:cNvPr>
                  <p:cNvSpPr/>
                  <p:nvPr/>
                </p:nvSpPr>
                <p:spPr>
                  <a:xfrm>
                    <a:off x="972419" y="408000"/>
                    <a:ext cx="54362" cy="89146"/>
                  </a:xfrm>
                  <a:custGeom>
                    <a:avLst/>
                    <a:gdLst>
                      <a:gd name="connsiteX0" fmla="*/ 27664 w 54362"/>
                      <a:gd name="connsiteY0" fmla="*/ 880 h 89146"/>
                      <a:gd name="connsiteX1" fmla="*/ 54363 w 54362"/>
                      <a:gd name="connsiteY1" fmla="*/ 75617 h 89146"/>
                      <a:gd name="connsiteX2" fmla="*/ 13462 w 54362"/>
                      <a:gd name="connsiteY2" fmla="*/ 87857 h 89146"/>
                      <a:gd name="connsiteX3" fmla="*/ 0 w 54362"/>
                      <a:gd name="connsiteY3" fmla="*/ 45010 h 89146"/>
                      <a:gd name="connsiteX4" fmla="*/ 27649 w 54362"/>
                      <a:gd name="connsiteY4" fmla="*/ 880 h 891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362" h="89146">
                        <a:moveTo>
                          <a:pt x="27664" y="880"/>
                        </a:moveTo>
                        <a:lnTo>
                          <a:pt x="54363" y="75617"/>
                        </a:lnTo>
                        <a:cubicBezTo>
                          <a:pt x="54363" y="75617"/>
                          <a:pt x="30713" y="94105"/>
                          <a:pt x="13462" y="87857"/>
                        </a:cubicBezTo>
                        <a:lnTo>
                          <a:pt x="0" y="45010"/>
                        </a:lnTo>
                        <a:cubicBezTo>
                          <a:pt x="0" y="45010"/>
                          <a:pt x="10278" y="-7361"/>
                          <a:pt x="27649" y="880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3057" name="Graphique 28">
                    <a:extLst>
                      <a:ext uri="{FF2B5EF4-FFF2-40B4-BE49-F238E27FC236}">
                        <a16:creationId xmlns:a16="http://schemas.microsoft.com/office/drawing/2014/main" id="{E094116E-3295-452D-F493-325094656507}"/>
                      </a:ext>
                    </a:extLst>
                  </p:cNvPr>
                  <p:cNvGrpSpPr/>
                  <p:nvPr/>
                </p:nvGrpSpPr>
                <p:grpSpPr>
                  <a:xfrm>
                    <a:off x="899836" y="342376"/>
                    <a:ext cx="107981" cy="136058"/>
                    <a:chOff x="899836" y="342376"/>
                    <a:chExt cx="107981" cy="136058"/>
                  </a:xfrm>
                </p:grpSpPr>
                <p:sp>
                  <p:nvSpPr>
                    <p:cNvPr id="3058" name="Forme libre : forme 3057">
                      <a:extLst>
                        <a:ext uri="{FF2B5EF4-FFF2-40B4-BE49-F238E27FC236}">
                          <a16:creationId xmlns:a16="http://schemas.microsoft.com/office/drawing/2014/main" id="{02770833-C0F2-0564-17EB-C09A26B5B7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0366" y="367171"/>
                      <a:ext cx="66345" cy="87694"/>
                    </a:xfrm>
                    <a:custGeom>
                      <a:avLst/>
                      <a:gdLst>
                        <a:gd name="connsiteX0" fmla="*/ 15 w 66345"/>
                        <a:gd name="connsiteY0" fmla="*/ 14874 h 87694"/>
                        <a:gd name="connsiteX1" fmla="*/ 25732 w 66345"/>
                        <a:gd name="connsiteY1" fmla="*/ 87695 h 87694"/>
                        <a:gd name="connsiteX2" fmla="*/ 66346 w 66345"/>
                        <a:gd name="connsiteY2" fmla="*/ 72134 h 87694"/>
                        <a:gd name="connsiteX3" fmla="*/ 52053 w 66345"/>
                        <a:gd name="connsiteY3" fmla="*/ 582 h 87694"/>
                        <a:gd name="connsiteX4" fmla="*/ 0 w 66345"/>
                        <a:gd name="connsiteY4" fmla="*/ 14874 h 876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6345" h="87694">
                          <a:moveTo>
                            <a:pt x="15" y="14874"/>
                          </a:moveTo>
                          <a:cubicBezTo>
                            <a:pt x="15" y="16021"/>
                            <a:pt x="25732" y="87695"/>
                            <a:pt x="25732" y="87695"/>
                          </a:cubicBezTo>
                          <a:lnTo>
                            <a:pt x="66346" y="72134"/>
                          </a:lnTo>
                          <a:lnTo>
                            <a:pt x="52053" y="582"/>
                          </a:lnTo>
                          <a:cubicBezTo>
                            <a:pt x="52053" y="582"/>
                            <a:pt x="0" y="-4414"/>
                            <a:pt x="0" y="14874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50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059" name="Forme libre : forme 3058">
                      <a:extLst>
                        <a:ext uri="{FF2B5EF4-FFF2-40B4-BE49-F238E27FC236}">
                          <a16:creationId xmlns:a16="http://schemas.microsoft.com/office/drawing/2014/main" id="{F6487CE8-2384-FE27-3122-EFF833ECE1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836" y="342376"/>
                      <a:ext cx="104369" cy="136058"/>
                    </a:xfrm>
                    <a:custGeom>
                      <a:avLst/>
                      <a:gdLst>
                        <a:gd name="connsiteX0" fmla="*/ 65475 w 104369"/>
                        <a:gd name="connsiteY0" fmla="*/ 42808 h 136058"/>
                        <a:gd name="connsiteX1" fmla="*/ 75949 w 104369"/>
                        <a:gd name="connsiteY1" fmla="*/ 79890 h 136058"/>
                        <a:gd name="connsiteX2" fmla="*/ 76145 w 104369"/>
                        <a:gd name="connsiteY2" fmla="*/ 81339 h 136058"/>
                        <a:gd name="connsiteX3" fmla="*/ 64796 w 104369"/>
                        <a:gd name="connsiteY3" fmla="*/ 93352 h 136058"/>
                        <a:gd name="connsiteX4" fmla="*/ 40784 w 104369"/>
                        <a:gd name="connsiteY4" fmla="*/ 93669 h 136058"/>
                        <a:gd name="connsiteX5" fmla="*/ 38007 w 104369"/>
                        <a:gd name="connsiteY5" fmla="*/ 100355 h 136058"/>
                        <a:gd name="connsiteX6" fmla="*/ 52631 w 104369"/>
                        <a:gd name="connsiteY6" fmla="*/ 133362 h 136058"/>
                        <a:gd name="connsiteX7" fmla="*/ 59528 w 104369"/>
                        <a:gd name="connsiteY7" fmla="*/ 135565 h 136058"/>
                        <a:gd name="connsiteX8" fmla="*/ 94346 w 104369"/>
                        <a:gd name="connsiteY8" fmla="*/ 115085 h 136058"/>
                        <a:gd name="connsiteX9" fmla="*/ 96248 w 104369"/>
                        <a:gd name="connsiteY9" fmla="*/ 109923 h 136058"/>
                        <a:gd name="connsiteX10" fmla="*/ 88928 w 104369"/>
                        <a:gd name="connsiteY10" fmla="*/ 63318 h 136058"/>
                        <a:gd name="connsiteX11" fmla="*/ 101244 w 104369"/>
                        <a:gd name="connsiteY11" fmla="*/ 47411 h 136058"/>
                        <a:gd name="connsiteX12" fmla="*/ 103734 w 104369"/>
                        <a:gd name="connsiteY12" fmla="*/ 44061 h 136058"/>
                        <a:gd name="connsiteX13" fmla="*/ 91539 w 104369"/>
                        <a:gd name="connsiteY13" fmla="*/ 25271 h 136058"/>
                        <a:gd name="connsiteX14" fmla="*/ 87162 w 104369"/>
                        <a:gd name="connsiteY14" fmla="*/ 18856 h 136058"/>
                        <a:gd name="connsiteX15" fmla="*/ 76643 w 104369"/>
                        <a:gd name="connsiteY15" fmla="*/ 851 h 136058"/>
                        <a:gd name="connsiteX16" fmla="*/ 54171 w 104369"/>
                        <a:gd name="connsiteY16" fmla="*/ 9816 h 136058"/>
                        <a:gd name="connsiteX17" fmla="*/ 47500 w 104369"/>
                        <a:gd name="connsiteY17" fmla="*/ 11597 h 136058"/>
                        <a:gd name="connsiteX18" fmla="*/ 42731 w 104369"/>
                        <a:gd name="connsiteY18" fmla="*/ 12457 h 136058"/>
                        <a:gd name="connsiteX19" fmla="*/ 34973 w 104369"/>
                        <a:gd name="connsiteY19" fmla="*/ 11280 h 136058"/>
                        <a:gd name="connsiteX20" fmla="*/ 15157 w 104369"/>
                        <a:gd name="connsiteY20" fmla="*/ 4730 h 136058"/>
                        <a:gd name="connsiteX21" fmla="*/ 4411 w 104369"/>
                        <a:gd name="connsiteY21" fmla="*/ 43321 h 136058"/>
                        <a:gd name="connsiteX22" fmla="*/ 39908 w 104369"/>
                        <a:gd name="connsiteY22" fmla="*/ 39638 h 136058"/>
                        <a:gd name="connsiteX23" fmla="*/ 62366 w 104369"/>
                        <a:gd name="connsiteY23" fmla="*/ 39306 h 136058"/>
                        <a:gd name="connsiteX24" fmla="*/ 65415 w 104369"/>
                        <a:gd name="connsiteY24" fmla="*/ 42778 h 13605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104369" h="136058">
                          <a:moveTo>
                            <a:pt x="65475" y="42808"/>
                          </a:moveTo>
                          <a:lnTo>
                            <a:pt x="75949" y="79890"/>
                          </a:lnTo>
                          <a:cubicBezTo>
                            <a:pt x="76085" y="80373"/>
                            <a:pt x="76145" y="80840"/>
                            <a:pt x="76145" y="81339"/>
                          </a:cubicBezTo>
                          <a:cubicBezTo>
                            <a:pt x="76145" y="84357"/>
                            <a:pt x="75406" y="94771"/>
                            <a:pt x="64796" y="93352"/>
                          </a:cubicBezTo>
                          <a:cubicBezTo>
                            <a:pt x="55182" y="92069"/>
                            <a:pt x="46383" y="91043"/>
                            <a:pt x="40784" y="93669"/>
                          </a:cubicBezTo>
                          <a:cubicBezTo>
                            <a:pt x="38279" y="94846"/>
                            <a:pt x="37071" y="97744"/>
                            <a:pt x="38007" y="100355"/>
                          </a:cubicBezTo>
                          <a:cubicBezTo>
                            <a:pt x="40346" y="106860"/>
                            <a:pt x="45885" y="121439"/>
                            <a:pt x="52631" y="133362"/>
                          </a:cubicBezTo>
                          <a:cubicBezTo>
                            <a:pt x="54005" y="135776"/>
                            <a:pt x="57008" y="136727"/>
                            <a:pt x="59528" y="135565"/>
                          </a:cubicBezTo>
                          <a:cubicBezTo>
                            <a:pt x="67150" y="132094"/>
                            <a:pt x="83042" y="124321"/>
                            <a:pt x="94346" y="115085"/>
                          </a:cubicBezTo>
                          <a:cubicBezTo>
                            <a:pt x="95886" y="113832"/>
                            <a:pt x="96610" y="111870"/>
                            <a:pt x="96248" y="109923"/>
                          </a:cubicBezTo>
                          <a:cubicBezTo>
                            <a:pt x="94467" y="100445"/>
                            <a:pt x="89170" y="71589"/>
                            <a:pt x="88928" y="63318"/>
                          </a:cubicBezTo>
                          <a:cubicBezTo>
                            <a:pt x="88702" y="55561"/>
                            <a:pt x="97410" y="49630"/>
                            <a:pt x="101244" y="47411"/>
                          </a:cubicBezTo>
                          <a:cubicBezTo>
                            <a:pt x="102496" y="46687"/>
                            <a:pt x="103402" y="45479"/>
                            <a:pt x="103734" y="44061"/>
                          </a:cubicBezTo>
                          <a:cubicBezTo>
                            <a:pt x="104941" y="39065"/>
                            <a:pt x="105952" y="27761"/>
                            <a:pt x="91539" y="25271"/>
                          </a:cubicBezTo>
                          <a:cubicBezTo>
                            <a:pt x="88521" y="24742"/>
                            <a:pt x="86559" y="21860"/>
                            <a:pt x="87162" y="18856"/>
                          </a:cubicBezTo>
                          <a:cubicBezTo>
                            <a:pt x="88385" y="12880"/>
                            <a:pt x="87993" y="4096"/>
                            <a:pt x="76643" y="851"/>
                          </a:cubicBezTo>
                          <a:cubicBezTo>
                            <a:pt x="65113" y="-2439"/>
                            <a:pt x="57853" y="4504"/>
                            <a:pt x="54171" y="9816"/>
                          </a:cubicBezTo>
                          <a:cubicBezTo>
                            <a:pt x="52677" y="11974"/>
                            <a:pt x="49885" y="12669"/>
                            <a:pt x="47500" y="11597"/>
                          </a:cubicBezTo>
                          <a:cubicBezTo>
                            <a:pt x="46142" y="10993"/>
                            <a:pt x="44497" y="10963"/>
                            <a:pt x="42731" y="12457"/>
                          </a:cubicBezTo>
                          <a:cubicBezTo>
                            <a:pt x="40346" y="14464"/>
                            <a:pt x="36724" y="13861"/>
                            <a:pt x="34973" y="11280"/>
                          </a:cubicBezTo>
                          <a:cubicBezTo>
                            <a:pt x="31608" y="6330"/>
                            <a:pt x="25510" y="1395"/>
                            <a:pt x="15157" y="4730"/>
                          </a:cubicBezTo>
                          <a:cubicBezTo>
                            <a:pt x="-3195" y="10661"/>
                            <a:pt x="-2320" y="31821"/>
                            <a:pt x="4411" y="43321"/>
                          </a:cubicBezTo>
                          <a:cubicBezTo>
                            <a:pt x="11143" y="54821"/>
                            <a:pt x="30657" y="47260"/>
                            <a:pt x="39908" y="39638"/>
                          </a:cubicBezTo>
                          <a:cubicBezTo>
                            <a:pt x="46942" y="33843"/>
                            <a:pt x="57642" y="37314"/>
                            <a:pt x="62366" y="39306"/>
                          </a:cubicBezTo>
                          <a:cubicBezTo>
                            <a:pt x="63860" y="39940"/>
                            <a:pt x="64977" y="41223"/>
                            <a:pt x="65415" y="42778"/>
                          </a:cubicBezTo>
                          <a:close/>
                        </a:path>
                      </a:pathLst>
                    </a:custGeom>
                    <a:solidFill>
                      <a:srgbClr val="E9552B"/>
                    </a:solidFill>
                    <a:ln w="150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060" name="Forme libre : forme 3059">
                      <a:extLst>
                        <a:ext uri="{FF2B5EF4-FFF2-40B4-BE49-F238E27FC236}">
                          <a16:creationId xmlns:a16="http://schemas.microsoft.com/office/drawing/2014/main" id="{66B5941B-A56F-1876-7D31-9E5810B51E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6345" y="388569"/>
                      <a:ext cx="21472" cy="30955"/>
                    </a:xfrm>
                    <a:custGeom>
                      <a:avLst/>
                      <a:gdLst>
                        <a:gd name="connsiteX0" fmla="*/ 6132 w 21472"/>
                        <a:gd name="connsiteY0" fmla="*/ 30679 h 30955"/>
                        <a:gd name="connsiteX1" fmla="*/ 2449 w 21472"/>
                        <a:gd name="connsiteY1" fmla="*/ 3694 h 30955"/>
                        <a:gd name="connsiteX2" fmla="*/ 21465 w 21472"/>
                        <a:gd name="connsiteY2" fmla="*/ 14364 h 30955"/>
                        <a:gd name="connsiteX3" fmla="*/ 6132 w 21472"/>
                        <a:gd name="connsiteY3" fmla="*/ 30694 h 3095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1472" h="30955">
                          <a:moveTo>
                            <a:pt x="6132" y="30679"/>
                          </a:moveTo>
                          <a:cubicBezTo>
                            <a:pt x="6132" y="30679"/>
                            <a:pt x="-4720" y="10138"/>
                            <a:pt x="2449" y="3694"/>
                          </a:cubicBezTo>
                          <a:cubicBezTo>
                            <a:pt x="9633" y="-2750"/>
                            <a:pt x="21797" y="-1694"/>
                            <a:pt x="21465" y="14364"/>
                          </a:cubicBezTo>
                          <a:cubicBezTo>
                            <a:pt x="21058" y="34347"/>
                            <a:pt x="6132" y="30694"/>
                            <a:pt x="6132" y="30694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50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3035" name="Graphique 28">
                <a:extLst>
                  <a:ext uri="{FF2B5EF4-FFF2-40B4-BE49-F238E27FC236}">
                    <a16:creationId xmlns:a16="http://schemas.microsoft.com/office/drawing/2014/main" id="{3ABB29C0-02E8-ECBA-3A9E-74525558B3AF}"/>
                  </a:ext>
                </a:extLst>
              </p:cNvPr>
              <p:cNvGrpSpPr/>
              <p:nvPr/>
            </p:nvGrpSpPr>
            <p:grpSpPr>
              <a:xfrm>
                <a:off x="152909" y="793401"/>
                <a:ext cx="935961" cy="362894"/>
                <a:chOff x="152909" y="793401"/>
                <a:chExt cx="935961" cy="362894"/>
              </a:xfrm>
              <a:solidFill>
                <a:srgbClr val="141137"/>
              </a:solidFill>
            </p:grpSpPr>
            <p:grpSp>
              <p:nvGrpSpPr>
                <p:cNvPr id="3045" name="Graphique 28">
                  <a:extLst>
                    <a:ext uri="{FF2B5EF4-FFF2-40B4-BE49-F238E27FC236}">
                      <a16:creationId xmlns:a16="http://schemas.microsoft.com/office/drawing/2014/main" id="{0C68E802-3392-E7A0-8BAD-33224A602E7C}"/>
                    </a:ext>
                  </a:extLst>
                </p:cNvPr>
                <p:cNvGrpSpPr/>
                <p:nvPr/>
              </p:nvGrpSpPr>
              <p:grpSpPr>
                <a:xfrm>
                  <a:off x="174709" y="815763"/>
                  <a:ext cx="880693" cy="340532"/>
                  <a:chOff x="174709" y="815763"/>
                  <a:chExt cx="880693" cy="340532"/>
                </a:xfrm>
                <a:solidFill>
                  <a:srgbClr val="141137"/>
                </a:solidFill>
              </p:grpSpPr>
              <p:sp>
                <p:nvSpPr>
                  <p:cNvPr id="3047" name="Forme libre : forme 3046">
                    <a:extLst>
                      <a:ext uri="{FF2B5EF4-FFF2-40B4-BE49-F238E27FC236}">
                        <a16:creationId xmlns:a16="http://schemas.microsoft.com/office/drawing/2014/main" id="{F179C891-4D98-2E35-AAC5-284ED7E7BF13}"/>
                      </a:ext>
                    </a:extLst>
                  </p:cNvPr>
                  <p:cNvSpPr/>
                  <p:nvPr/>
                </p:nvSpPr>
                <p:spPr>
                  <a:xfrm>
                    <a:off x="174709" y="815765"/>
                    <a:ext cx="120448" cy="340530"/>
                  </a:xfrm>
                  <a:custGeom>
                    <a:avLst/>
                    <a:gdLst>
                      <a:gd name="connsiteX0" fmla="*/ 5243 w 120448"/>
                      <a:gd name="connsiteY0" fmla="*/ 340530 h 340530"/>
                      <a:gd name="connsiteX1" fmla="*/ 3175 w 120448"/>
                      <a:gd name="connsiteY1" fmla="*/ 339987 h 340530"/>
                      <a:gd name="connsiteX2" fmla="*/ 428 w 120448"/>
                      <a:gd name="connsiteY2" fmla="*/ 331173 h 340530"/>
                      <a:gd name="connsiteX3" fmla="*/ 110391 w 120448"/>
                      <a:gd name="connsiteY3" fmla="*/ 4062 h 340530"/>
                      <a:gd name="connsiteX4" fmla="*/ 117273 w 120448"/>
                      <a:gd name="connsiteY4" fmla="*/ 546 h 340530"/>
                      <a:gd name="connsiteX5" fmla="*/ 120020 w 120448"/>
                      <a:gd name="connsiteY5" fmla="*/ 9360 h 340530"/>
                      <a:gd name="connsiteX6" fmla="*/ 10057 w 120448"/>
                      <a:gd name="connsiteY6" fmla="*/ 336470 h 340530"/>
                      <a:gd name="connsiteX7" fmla="*/ 5243 w 120448"/>
                      <a:gd name="connsiteY7" fmla="*/ 340530 h 3405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20448" h="340530">
                        <a:moveTo>
                          <a:pt x="5243" y="340530"/>
                        </a:moveTo>
                        <a:cubicBezTo>
                          <a:pt x="4549" y="340530"/>
                          <a:pt x="3854" y="340349"/>
                          <a:pt x="3175" y="339987"/>
                        </a:cubicBezTo>
                        <a:cubicBezTo>
                          <a:pt x="519" y="338523"/>
                          <a:pt x="-719" y="334569"/>
                          <a:pt x="428" y="331173"/>
                        </a:cubicBezTo>
                        <a:lnTo>
                          <a:pt x="110391" y="4062"/>
                        </a:lnTo>
                        <a:cubicBezTo>
                          <a:pt x="111538" y="667"/>
                          <a:pt x="114617" y="-918"/>
                          <a:pt x="117273" y="546"/>
                        </a:cubicBezTo>
                        <a:cubicBezTo>
                          <a:pt x="119929" y="2010"/>
                          <a:pt x="121167" y="5949"/>
                          <a:pt x="120020" y="9360"/>
                        </a:cubicBezTo>
                        <a:lnTo>
                          <a:pt x="10057" y="336470"/>
                        </a:lnTo>
                        <a:cubicBezTo>
                          <a:pt x="9197" y="339006"/>
                          <a:pt x="7265" y="340530"/>
                          <a:pt x="5243" y="340530"/>
                        </a:cubicBezTo>
                        <a:close/>
                      </a:path>
                    </a:pathLst>
                  </a:custGeom>
                  <a:solidFill>
                    <a:srgbClr val="141137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48" name="Forme libre : forme 3047">
                    <a:extLst>
                      <a:ext uri="{FF2B5EF4-FFF2-40B4-BE49-F238E27FC236}">
                        <a16:creationId xmlns:a16="http://schemas.microsoft.com/office/drawing/2014/main" id="{5F902604-0698-7500-A0E1-A65F8909E7FB}"/>
                      </a:ext>
                    </a:extLst>
                  </p:cNvPr>
                  <p:cNvSpPr/>
                  <p:nvPr/>
                </p:nvSpPr>
                <p:spPr>
                  <a:xfrm>
                    <a:off x="188640" y="815763"/>
                    <a:ext cx="120448" cy="340532"/>
                  </a:xfrm>
                  <a:custGeom>
                    <a:avLst/>
                    <a:gdLst>
                      <a:gd name="connsiteX0" fmla="*/ 115205 w 120448"/>
                      <a:gd name="connsiteY0" fmla="*/ 340532 h 340532"/>
                      <a:gd name="connsiteX1" fmla="*/ 110391 w 120448"/>
                      <a:gd name="connsiteY1" fmla="*/ 336473 h 340532"/>
                      <a:gd name="connsiteX2" fmla="*/ 428 w 120448"/>
                      <a:gd name="connsiteY2" fmla="*/ 9362 h 340532"/>
                      <a:gd name="connsiteX3" fmla="*/ 3175 w 120448"/>
                      <a:gd name="connsiteY3" fmla="*/ 548 h 340532"/>
                      <a:gd name="connsiteX4" fmla="*/ 10057 w 120448"/>
                      <a:gd name="connsiteY4" fmla="*/ 4064 h 340532"/>
                      <a:gd name="connsiteX5" fmla="*/ 120020 w 120448"/>
                      <a:gd name="connsiteY5" fmla="*/ 331175 h 340532"/>
                      <a:gd name="connsiteX6" fmla="*/ 117273 w 120448"/>
                      <a:gd name="connsiteY6" fmla="*/ 339989 h 340532"/>
                      <a:gd name="connsiteX7" fmla="*/ 115205 w 120448"/>
                      <a:gd name="connsiteY7" fmla="*/ 340532 h 340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20448" h="340532">
                        <a:moveTo>
                          <a:pt x="115205" y="340532"/>
                        </a:moveTo>
                        <a:cubicBezTo>
                          <a:pt x="113168" y="340532"/>
                          <a:pt x="111236" y="339008"/>
                          <a:pt x="110391" y="336473"/>
                        </a:cubicBezTo>
                        <a:lnTo>
                          <a:pt x="428" y="9362"/>
                        </a:lnTo>
                        <a:cubicBezTo>
                          <a:pt x="-719" y="5951"/>
                          <a:pt x="519" y="2012"/>
                          <a:pt x="3175" y="548"/>
                        </a:cubicBezTo>
                        <a:cubicBezTo>
                          <a:pt x="5831" y="-916"/>
                          <a:pt x="8925" y="654"/>
                          <a:pt x="10057" y="4064"/>
                        </a:cubicBezTo>
                        <a:lnTo>
                          <a:pt x="120020" y="331175"/>
                        </a:lnTo>
                        <a:cubicBezTo>
                          <a:pt x="121167" y="334586"/>
                          <a:pt x="119929" y="338525"/>
                          <a:pt x="117273" y="339989"/>
                        </a:cubicBezTo>
                        <a:cubicBezTo>
                          <a:pt x="116594" y="340366"/>
                          <a:pt x="115900" y="340532"/>
                          <a:pt x="115205" y="340532"/>
                        </a:cubicBezTo>
                        <a:close/>
                      </a:path>
                    </a:pathLst>
                  </a:custGeom>
                  <a:solidFill>
                    <a:srgbClr val="141137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49" name="Forme libre : forme 3048">
                    <a:extLst>
                      <a:ext uri="{FF2B5EF4-FFF2-40B4-BE49-F238E27FC236}">
                        <a16:creationId xmlns:a16="http://schemas.microsoft.com/office/drawing/2014/main" id="{E8E98F06-A5EE-F92B-5879-9022017CB009}"/>
                      </a:ext>
                    </a:extLst>
                  </p:cNvPr>
                  <p:cNvSpPr/>
                  <p:nvPr/>
                </p:nvSpPr>
                <p:spPr>
                  <a:xfrm>
                    <a:off x="921024" y="815765"/>
                    <a:ext cx="120448" cy="340530"/>
                  </a:xfrm>
                  <a:custGeom>
                    <a:avLst/>
                    <a:gdLst>
                      <a:gd name="connsiteX0" fmla="*/ 5243 w 120448"/>
                      <a:gd name="connsiteY0" fmla="*/ 340530 h 340530"/>
                      <a:gd name="connsiteX1" fmla="*/ 3175 w 120448"/>
                      <a:gd name="connsiteY1" fmla="*/ 339987 h 340530"/>
                      <a:gd name="connsiteX2" fmla="*/ 428 w 120448"/>
                      <a:gd name="connsiteY2" fmla="*/ 331173 h 340530"/>
                      <a:gd name="connsiteX3" fmla="*/ 110391 w 120448"/>
                      <a:gd name="connsiteY3" fmla="*/ 4062 h 340530"/>
                      <a:gd name="connsiteX4" fmla="*/ 117273 w 120448"/>
                      <a:gd name="connsiteY4" fmla="*/ 546 h 340530"/>
                      <a:gd name="connsiteX5" fmla="*/ 120020 w 120448"/>
                      <a:gd name="connsiteY5" fmla="*/ 9360 h 340530"/>
                      <a:gd name="connsiteX6" fmla="*/ 10057 w 120448"/>
                      <a:gd name="connsiteY6" fmla="*/ 336470 h 340530"/>
                      <a:gd name="connsiteX7" fmla="*/ 5243 w 120448"/>
                      <a:gd name="connsiteY7" fmla="*/ 340530 h 3405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20448" h="340530">
                        <a:moveTo>
                          <a:pt x="5243" y="340530"/>
                        </a:moveTo>
                        <a:cubicBezTo>
                          <a:pt x="4549" y="340530"/>
                          <a:pt x="3854" y="340349"/>
                          <a:pt x="3175" y="339987"/>
                        </a:cubicBezTo>
                        <a:cubicBezTo>
                          <a:pt x="519" y="338523"/>
                          <a:pt x="-719" y="334569"/>
                          <a:pt x="428" y="331173"/>
                        </a:cubicBezTo>
                        <a:lnTo>
                          <a:pt x="110391" y="4062"/>
                        </a:lnTo>
                        <a:cubicBezTo>
                          <a:pt x="111538" y="667"/>
                          <a:pt x="114617" y="-918"/>
                          <a:pt x="117273" y="546"/>
                        </a:cubicBezTo>
                        <a:cubicBezTo>
                          <a:pt x="119929" y="2010"/>
                          <a:pt x="121167" y="5949"/>
                          <a:pt x="120020" y="9360"/>
                        </a:cubicBezTo>
                        <a:lnTo>
                          <a:pt x="10057" y="336470"/>
                        </a:lnTo>
                        <a:cubicBezTo>
                          <a:pt x="9197" y="339006"/>
                          <a:pt x="7265" y="340530"/>
                          <a:pt x="5243" y="340530"/>
                        </a:cubicBezTo>
                        <a:close/>
                      </a:path>
                    </a:pathLst>
                  </a:custGeom>
                  <a:solidFill>
                    <a:srgbClr val="141137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50" name="Forme libre : forme 3049">
                    <a:extLst>
                      <a:ext uri="{FF2B5EF4-FFF2-40B4-BE49-F238E27FC236}">
                        <a16:creationId xmlns:a16="http://schemas.microsoft.com/office/drawing/2014/main" id="{86DB19C9-1877-1EBE-5B82-80F288B63F32}"/>
                      </a:ext>
                    </a:extLst>
                  </p:cNvPr>
                  <p:cNvSpPr/>
                  <p:nvPr/>
                </p:nvSpPr>
                <p:spPr>
                  <a:xfrm>
                    <a:off x="934954" y="815763"/>
                    <a:ext cx="120448" cy="340532"/>
                  </a:xfrm>
                  <a:custGeom>
                    <a:avLst/>
                    <a:gdLst>
                      <a:gd name="connsiteX0" fmla="*/ 115205 w 120448"/>
                      <a:gd name="connsiteY0" fmla="*/ 340532 h 340532"/>
                      <a:gd name="connsiteX1" fmla="*/ 110391 w 120448"/>
                      <a:gd name="connsiteY1" fmla="*/ 336473 h 340532"/>
                      <a:gd name="connsiteX2" fmla="*/ 428 w 120448"/>
                      <a:gd name="connsiteY2" fmla="*/ 9362 h 340532"/>
                      <a:gd name="connsiteX3" fmla="*/ 3175 w 120448"/>
                      <a:gd name="connsiteY3" fmla="*/ 548 h 340532"/>
                      <a:gd name="connsiteX4" fmla="*/ 10057 w 120448"/>
                      <a:gd name="connsiteY4" fmla="*/ 4064 h 340532"/>
                      <a:gd name="connsiteX5" fmla="*/ 120020 w 120448"/>
                      <a:gd name="connsiteY5" fmla="*/ 331175 h 340532"/>
                      <a:gd name="connsiteX6" fmla="*/ 117273 w 120448"/>
                      <a:gd name="connsiteY6" fmla="*/ 339989 h 340532"/>
                      <a:gd name="connsiteX7" fmla="*/ 115205 w 120448"/>
                      <a:gd name="connsiteY7" fmla="*/ 340532 h 340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20448" h="340532">
                        <a:moveTo>
                          <a:pt x="115205" y="340532"/>
                        </a:moveTo>
                        <a:cubicBezTo>
                          <a:pt x="113168" y="340532"/>
                          <a:pt x="111236" y="339008"/>
                          <a:pt x="110391" y="336473"/>
                        </a:cubicBezTo>
                        <a:lnTo>
                          <a:pt x="428" y="9362"/>
                        </a:lnTo>
                        <a:cubicBezTo>
                          <a:pt x="-719" y="5951"/>
                          <a:pt x="519" y="2012"/>
                          <a:pt x="3175" y="548"/>
                        </a:cubicBezTo>
                        <a:cubicBezTo>
                          <a:pt x="5831" y="-916"/>
                          <a:pt x="8925" y="654"/>
                          <a:pt x="10057" y="4064"/>
                        </a:cubicBezTo>
                        <a:lnTo>
                          <a:pt x="120020" y="331175"/>
                        </a:lnTo>
                        <a:cubicBezTo>
                          <a:pt x="121167" y="334586"/>
                          <a:pt x="119929" y="338525"/>
                          <a:pt x="117273" y="339989"/>
                        </a:cubicBezTo>
                        <a:cubicBezTo>
                          <a:pt x="116594" y="340366"/>
                          <a:pt x="115900" y="340532"/>
                          <a:pt x="115205" y="340532"/>
                        </a:cubicBezTo>
                        <a:close/>
                      </a:path>
                    </a:pathLst>
                  </a:custGeom>
                  <a:solidFill>
                    <a:srgbClr val="141137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046" name="Forme libre : forme 3045">
                  <a:extLst>
                    <a:ext uri="{FF2B5EF4-FFF2-40B4-BE49-F238E27FC236}">
                      <a16:creationId xmlns:a16="http://schemas.microsoft.com/office/drawing/2014/main" id="{D9EC985F-7C71-F02A-3409-90C736EBBDE0}"/>
                    </a:ext>
                  </a:extLst>
                </p:cNvPr>
                <p:cNvSpPr/>
                <p:nvPr/>
              </p:nvSpPr>
              <p:spPr>
                <a:xfrm>
                  <a:off x="152909" y="793401"/>
                  <a:ext cx="935961" cy="30939"/>
                </a:xfrm>
                <a:custGeom>
                  <a:avLst/>
                  <a:gdLst>
                    <a:gd name="connsiteX0" fmla="*/ 935796 w 935961"/>
                    <a:gd name="connsiteY0" fmla="*/ 7516 h 30939"/>
                    <a:gd name="connsiteX1" fmla="*/ 933895 w 935961"/>
                    <a:gd name="connsiteY1" fmla="*/ 2294 h 30939"/>
                    <a:gd name="connsiteX2" fmla="*/ 926907 w 935961"/>
                    <a:gd name="connsiteY2" fmla="*/ 0 h 30939"/>
                    <a:gd name="connsiteX3" fmla="*/ 10426 w 935961"/>
                    <a:gd name="connsiteY3" fmla="*/ 0 h 30939"/>
                    <a:gd name="connsiteX4" fmla="*/ 1643 w 935961"/>
                    <a:gd name="connsiteY4" fmla="*/ 3350 h 30939"/>
                    <a:gd name="connsiteX5" fmla="*/ 964 w 935961"/>
                    <a:gd name="connsiteY5" fmla="*/ 10323 h 30939"/>
                    <a:gd name="connsiteX6" fmla="*/ 10894 w 935961"/>
                    <a:gd name="connsiteY6" fmla="*/ 25310 h 30939"/>
                    <a:gd name="connsiteX7" fmla="*/ 23511 w 935961"/>
                    <a:gd name="connsiteY7" fmla="*/ 30939 h 30939"/>
                    <a:gd name="connsiteX8" fmla="*/ 920613 w 935961"/>
                    <a:gd name="connsiteY8" fmla="*/ 30939 h 30939"/>
                    <a:gd name="connsiteX9" fmla="*/ 930952 w 935961"/>
                    <a:gd name="connsiteY9" fmla="*/ 24993 h 30939"/>
                    <a:gd name="connsiteX10" fmla="*/ 935796 w 935961"/>
                    <a:gd name="connsiteY10" fmla="*/ 7531 h 309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35961" h="30939">
                      <a:moveTo>
                        <a:pt x="935796" y="7516"/>
                      </a:moveTo>
                      <a:cubicBezTo>
                        <a:pt x="936309" y="5660"/>
                        <a:pt x="935615" y="3743"/>
                        <a:pt x="933895" y="2294"/>
                      </a:cubicBezTo>
                      <a:cubicBezTo>
                        <a:pt x="932174" y="845"/>
                        <a:pt x="929608" y="0"/>
                        <a:pt x="926907" y="0"/>
                      </a:cubicBezTo>
                      <a:lnTo>
                        <a:pt x="10426" y="0"/>
                      </a:lnTo>
                      <a:cubicBezTo>
                        <a:pt x="6865" y="0"/>
                        <a:pt x="3559" y="1268"/>
                        <a:pt x="1643" y="3350"/>
                      </a:cubicBezTo>
                      <a:cubicBezTo>
                        <a:pt x="-274" y="5433"/>
                        <a:pt x="-531" y="8059"/>
                        <a:pt x="964" y="10323"/>
                      </a:cubicBezTo>
                      <a:lnTo>
                        <a:pt x="10894" y="25310"/>
                      </a:lnTo>
                      <a:cubicBezTo>
                        <a:pt x="13173" y="28736"/>
                        <a:pt x="18093" y="30939"/>
                        <a:pt x="23511" y="30939"/>
                      </a:cubicBezTo>
                      <a:lnTo>
                        <a:pt x="920613" y="30939"/>
                      </a:lnTo>
                      <a:cubicBezTo>
                        <a:pt x="925654" y="30939"/>
                        <a:pt x="929986" y="28449"/>
                        <a:pt x="930952" y="24993"/>
                      </a:cubicBezTo>
                      <a:lnTo>
                        <a:pt x="935796" y="7531"/>
                      </a:lnTo>
                      <a:close/>
                    </a:path>
                  </a:pathLst>
                </a:custGeom>
                <a:solidFill>
                  <a:srgbClr val="141137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36" name="Graphique 28">
                <a:extLst>
                  <a:ext uri="{FF2B5EF4-FFF2-40B4-BE49-F238E27FC236}">
                    <a16:creationId xmlns:a16="http://schemas.microsoft.com/office/drawing/2014/main" id="{5327567C-30D8-DD01-38D5-BCA85F734727}"/>
                  </a:ext>
                </a:extLst>
              </p:cNvPr>
              <p:cNvGrpSpPr/>
              <p:nvPr/>
            </p:nvGrpSpPr>
            <p:grpSpPr>
              <a:xfrm>
                <a:off x="670132" y="213467"/>
                <a:ext cx="200974" cy="207410"/>
                <a:chOff x="670132" y="213467"/>
                <a:chExt cx="200974" cy="207410"/>
              </a:xfrm>
            </p:grpSpPr>
            <p:sp>
              <p:nvSpPr>
                <p:cNvPr id="3037" name="Forme libre : forme 3036">
                  <a:extLst>
                    <a:ext uri="{FF2B5EF4-FFF2-40B4-BE49-F238E27FC236}">
                      <a16:creationId xmlns:a16="http://schemas.microsoft.com/office/drawing/2014/main" id="{8D3C6C29-4F16-31FB-6144-EFCF6C376536}"/>
                    </a:ext>
                  </a:extLst>
                </p:cNvPr>
                <p:cNvSpPr/>
                <p:nvPr/>
              </p:nvSpPr>
              <p:spPr>
                <a:xfrm>
                  <a:off x="670132" y="213467"/>
                  <a:ext cx="200974" cy="207410"/>
                </a:xfrm>
                <a:custGeom>
                  <a:avLst/>
                  <a:gdLst>
                    <a:gd name="connsiteX0" fmla="*/ 143531 w 200974"/>
                    <a:gd name="connsiteY0" fmla="*/ 207410 h 207410"/>
                    <a:gd name="connsiteX1" fmla="*/ 12771 w 200974"/>
                    <a:gd name="connsiteY1" fmla="*/ 40716 h 207410"/>
                    <a:gd name="connsiteX2" fmla="*/ 200791 w 200974"/>
                    <a:gd name="connsiteY2" fmla="*/ 72681 h 207410"/>
                    <a:gd name="connsiteX3" fmla="*/ 143531 w 200974"/>
                    <a:gd name="connsiteY3" fmla="*/ 207410 h 2074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974" h="207410">
                      <a:moveTo>
                        <a:pt x="143531" y="207410"/>
                      </a:moveTo>
                      <a:cubicBezTo>
                        <a:pt x="143531" y="207410"/>
                        <a:pt x="-50783" y="111408"/>
                        <a:pt x="12771" y="40716"/>
                      </a:cubicBezTo>
                      <a:cubicBezTo>
                        <a:pt x="76310" y="-29976"/>
                        <a:pt x="194784" y="-1724"/>
                        <a:pt x="200791" y="72681"/>
                      </a:cubicBezTo>
                      <a:cubicBezTo>
                        <a:pt x="206798" y="147087"/>
                        <a:pt x="62606" y="129625"/>
                        <a:pt x="143531" y="20741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50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038" name="Graphique 28">
                  <a:extLst>
                    <a:ext uri="{FF2B5EF4-FFF2-40B4-BE49-F238E27FC236}">
                      <a16:creationId xmlns:a16="http://schemas.microsoft.com/office/drawing/2014/main" id="{C1403D99-E5E7-B8F0-0E5F-9B964D8E3774}"/>
                    </a:ext>
                  </a:extLst>
                </p:cNvPr>
                <p:cNvGrpSpPr/>
                <p:nvPr/>
              </p:nvGrpSpPr>
              <p:grpSpPr>
                <a:xfrm>
                  <a:off x="691596" y="270483"/>
                  <a:ext cx="146365" cy="38635"/>
                  <a:chOff x="691596" y="270483"/>
                  <a:chExt cx="146365" cy="38635"/>
                </a:xfrm>
                <a:solidFill>
                  <a:srgbClr val="B1ABE5"/>
                </a:solidFill>
              </p:grpSpPr>
              <p:sp>
                <p:nvSpPr>
                  <p:cNvPr id="3039" name="Forme libre : forme 3038">
                    <a:extLst>
                      <a:ext uri="{FF2B5EF4-FFF2-40B4-BE49-F238E27FC236}">
                        <a16:creationId xmlns:a16="http://schemas.microsoft.com/office/drawing/2014/main" id="{BA98D56C-0692-D031-FDE7-645EF951DCB7}"/>
                      </a:ext>
                    </a:extLst>
                  </p:cNvPr>
                  <p:cNvSpPr/>
                  <p:nvPr/>
                </p:nvSpPr>
                <p:spPr>
                  <a:xfrm>
                    <a:off x="697377" y="270483"/>
                    <a:ext cx="89678" cy="3923"/>
                  </a:xfrm>
                  <a:custGeom>
                    <a:avLst/>
                    <a:gdLst>
                      <a:gd name="connsiteX0" fmla="*/ 0 w 89678"/>
                      <a:gd name="connsiteY0" fmla="*/ 1962 h 3923"/>
                      <a:gd name="connsiteX1" fmla="*/ 1962 w 89678"/>
                      <a:gd name="connsiteY1" fmla="*/ 3924 h 3923"/>
                      <a:gd name="connsiteX2" fmla="*/ 87716 w 89678"/>
                      <a:gd name="connsiteY2" fmla="*/ 3924 h 3923"/>
                      <a:gd name="connsiteX3" fmla="*/ 89678 w 89678"/>
                      <a:gd name="connsiteY3" fmla="*/ 1962 h 3923"/>
                      <a:gd name="connsiteX4" fmla="*/ 87716 w 89678"/>
                      <a:gd name="connsiteY4" fmla="*/ 0 h 3923"/>
                      <a:gd name="connsiteX5" fmla="*/ 1962 w 89678"/>
                      <a:gd name="connsiteY5" fmla="*/ 0 h 3923"/>
                      <a:gd name="connsiteX6" fmla="*/ 0 w 89678"/>
                      <a:gd name="connsiteY6" fmla="*/ 1962 h 3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678" h="3923">
                        <a:moveTo>
                          <a:pt x="0" y="1962"/>
                        </a:moveTo>
                        <a:cubicBezTo>
                          <a:pt x="0" y="3049"/>
                          <a:pt x="875" y="3924"/>
                          <a:pt x="1962" y="3924"/>
                        </a:cubicBezTo>
                        <a:lnTo>
                          <a:pt x="87716" y="3924"/>
                        </a:lnTo>
                        <a:cubicBezTo>
                          <a:pt x="88803" y="3924"/>
                          <a:pt x="89678" y="3049"/>
                          <a:pt x="89678" y="1962"/>
                        </a:cubicBezTo>
                        <a:cubicBezTo>
                          <a:pt x="89678" y="875"/>
                          <a:pt x="88803" y="0"/>
                          <a:pt x="87716" y="0"/>
                        </a:cubicBezTo>
                        <a:lnTo>
                          <a:pt x="1962" y="0"/>
                        </a:lnTo>
                        <a:cubicBezTo>
                          <a:pt x="875" y="0"/>
                          <a:pt x="0" y="875"/>
                          <a:pt x="0" y="1962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40" name="Forme libre : forme 3039">
                    <a:extLst>
                      <a:ext uri="{FF2B5EF4-FFF2-40B4-BE49-F238E27FC236}">
                        <a16:creationId xmlns:a16="http://schemas.microsoft.com/office/drawing/2014/main" id="{74512343-DBA8-19E6-8633-78E80602BCBB}"/>
                      </a:ext>
                    </a:extLst>
                  </p:cNvPr>
                  <p:cNvSpPr/>
                  <p:nvPr/>
                </p:nvSpPr>
                <p:spPr>
                  <a:xfrm>
                    <a:off x="808592" y="270483"/>
                    <a:ext cx="29369" cy="3923"/>
                  </a:xfrm>
                  <a:custGeom>
                    <a:avLst/>
                    <a:gdLst>
                      <a:gd name="connsiteX0" fmla="*/ 1962 w 29369"/>
                      <a:gd name="connsiteY0" fmla="*/ 3924 h 3923"/>
                      <a:gd name="connsiteX1" fmla="*/ 27408 w 29369"/>
                      <a:gd name="connsiteY1" fmla="*/ 3924 h 3923"/>
                      <a:gd name="connsiteX2" fmla="*/ 29370 w 29369"/>
                      <a:gd name="connsiteY2" fmla="*/ 1962 h 3923"/>
                      <a:gd name="connsiteX3" fmla="*/ 27408 w 29369"/>
                      <a:gd name="connsiteY3" fmla="*/ 0 h 3923"/>
                      <a:gd name="connsiteX4" fmla="*/ 1962 w 29369"/>
                      <a:gd name="connsiteY4" fmla="*/ 0 h 3923"/>
                      <a:gd name="connsiteX5" fmla="*/ 0 w 29369"/>
                      <a:gd name="connsiteY5" fmla="*/ 1962 h 3923"/>
                      <a:gd name="connsiteX6" fmla="*/ 1962 w 29369"/>
                      <a:gd name="connsiteY6" fmla="*/ 3924 h 3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9369" h="3923">
                        <a:moveTo>
                          <a:pt x="1962" y="3924"/>
                        </a:moveTo>
                        <a:lnTo>
                          <a:pt x="27408" y="3924"/>
                        </a:lnTo>
                        <a:cubicBezTo>
                          <a:pt x="28494" y="3924"/>
                          <a:pt x="29370" y="3049"/>
                          <a:pt x="29370" y="1962"/>
                        </a:cubicBezTo>
                        <a:cubicBezTo>
                          <a:pt x="29370" y="875"/>
                          <a:pt x="28494" y="0"/>
                          <a:pt x="27408" y="0"/>
                        </a:cubicBezTo>
                        <a:lnTo>
                          <a:pt x="1962" y="0"/>
                        </a:lnTo>
                        <a:cubicBezTo>
                          <a:pt x="875" y="0"/>
                          <a:pt x="0" y="875"/>
                          <a:pt x="0" y="1962"/>
                        </a:cubicBezTo>
                        <a:cubicBezTo>
                          <a:pt x="0" y="3049"/>
                          <a:pt x="875" y="3924"/>
                          <a:pt x="1962" y="3924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41" name="Forme libre : forme 3040">
                    <a:extLst>
                      <a:ext uri="{FF2B5EF4-FFF2-40B4-BE49-F238E27FC236}">
                        <a16:creationId xmlns:a16="http://schemas.microsoft.com/office/drawing/2014/main" id="{0BEFC35B-5D08-5658-AB0B-10C2E492A844}"/>
                      </a:ext>
                    </a:extLst>
                  </p:cNvPr>
                  <p:cNvSpPr/>
                  <p:nvPr/>
                </p:nvSpPr>
                <p:spPr>
                  <a:xfrm>
                    <a:off x="694494" y="287839"/>
                    <a:ext cx="36130" cy="3923"/>
                  </a:xfrm>
                  <a:custGeom>
                    <a:avLst/>
                    <a:gdLst>
                      <a:gd name="connsiteX0" fmla="*/ 0 w 36130"/>
                      <a:gd name="connsiteY0" fmla="*/ 1962 h 3923"/>
                      <a:gd name="connsiteX1" fmla="*/ 1962 w 36130"/>
                      <a:gd name="connsiteY1" fmla="*/ 3924 h 3923"/>
                      <a:gd name="connsiteX2" fmla="*/ 34169 w 36130"/>
                      <a:gd name="connsiteY2" fmla="*/ 3924 h 3923"/>
                      <a:gd name="connsiteX3" fmla="*/ 36131 w 36130"/>
                      <a:gd name="connsiteY3" fmla="*/ 1962 h 3923"/>
                      <a:gd name="connsiteX4" fmla="*/ 34169 w 36130"/>
                      <a:gd name="connsiteY4" fmla="*/ 0 h 3923"/>
                      <a:gd name="connsiteX5" fmla="*/ 1962 w 36130"/>
                      <a:gd name="connsiteY5" fmla="*/ 0 h 3923"/>
                      <a:gd name="connsiteX6" fmla="*/ 0 w 36130"/>
                      <a:gd name="connsiteY6" fmla="*/ 1962 h 3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6130" h="3923">
                        <a:moveTo>
                          <a:pt x="0" y="1962"/>
                        </a:moveTo>
                        <a:cubicBezTo>
                          <a:pt x="0" y="3049"/>
                          <a:pt x="875" y="3924"/>
                          <a:pt x="1962" y="3924"/>
                        </a:cubicBezTo>
                        <a:lnTo>
                          <a:pt x="34169" y="3924"/>
                        </a:lnTo>
                        <a:cubicBezTo>
                          <a:pt x="35256" y="3924"/>
                          <a:pt x="36131" y="3049"/>
                          <a:pt x="36131" y="1962"/>
                        </a:cubicBezTo>
                        <a:cubicBezTo>
                          <a:pt x="36131" y="875"/>
                          <a:pt x="35256" y="0"/>
                          <a:pt x="34169" y="0"/>
                        </a:cubicBezTo>
                        <a:lnTo>
                          <a:pt x="1962" y="0"/>
                        </a:lnTo>
                        <a:cubicBezTo>
                          <a:pt x="875" y="0"/>
                          <a:pt x="0" y="875"/>
                          <a:pt x="0" y="1962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42" name="Forme libre : forme 3041">
                    <a:extLst>
                      <a:ext uri="{FF2B5EF4-FFF2-40B4-BE49-F238E27FC236}">
                        <a16:creationId xmlns:a16="http://schemas.microsoft.com/office/drawing/2014/main" id="{02F3B4BC-81E2-352E-D754-7207B40BDEE8}"/>
                      </a:ext>
                    </a:extLst>
                  </p:cNvPr>
                  <p:cNvSpPr/>
                  <p:nvPr/>
                </p:nvSpPr>
                <p:spPr>
                  <a:xfrm>
                    <a:off x="773940" y="287839"/>
                    <a:ext cx="61138" cy="3923"/>
                  </a:xfrm>
                  <a:custGeom>
                    <a:avLst/>
                    <a:gdLst>
                      <a:gd name="connsiteX0" fmla="*/ 0 w 61138"/>
                      <a:gd name="connsiteY0" fmla="*/ 1962 h 3923"/>
                      <a:gd name="connsiteX1" fmla="*/ 1962 w 61138"/>
                      <a:gd name="connsiteY1" fmla="*/ 3924 h 3923"/>
                      <a:gd name="connsiteX2" fmla="*/ 59177 w 61138"/>
                      <a:gd name="connsiteY2" fmla="*/ 3924 h 3923"/>
                      <a:gd name="connsiteX3" fmla="*/ 61139 w 61138"/>
                      <a:gd name="connsiteY3" fmla="*/ 1962 h 3923"/>
                      <a:gd name="connsiteX4" fmla="*/ 59177 w 61138"/>
                      <a:gd name="connsiteY4" fmla="*/ 0 h 3923"/>
                      <a:gd name="connsiteX5" fmla="*/ 1962 w 61138"/>
                      <a:gd name="connsiteY5" fmla="*/ 0 h 3923"/>
                      <a:gd name="connsiteX6" fmla="*/ 0 w 61138"/>
                      <a:gd name="connsiteY6" fmla="*/ 1962 h 3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1138" h="3923">
                        <a:moveTo>
                          <a:pt x="0" y="1962"/>
                        </a:moveTo>
                        <a:cubicBezTo>
                          <a:pt x="0" y="3049"/>
                          <a:pt x="875" y="3924"/>
                          <a:pt x="1962" y="3924"/>
                        </a:cubicBezTo>
                        <a:lnTo>
                          <a:pt x="59177" y="3924"/>
                        </a:lnTo>
                        <a:cubicBezTo>
                          <a:pt x="60264" y="3924"/>
                          <a:pt x="61139" y="3049"/>
                          <a:pt x="61139" y="1962"/>
                        </a:cubicBezTo>
                        <a:cubicBezTo>
                          <a:pt x="61139" y="875"/>
                          <a:pt x="60264" y="0"/>
                          <a:pt x="59177" y="0"/>
                        </a:cubicBezTo>
                        <a:lnTo>
                          <a:pt x="1962" y="0"/>
                        </a:lnTo>
                        <a:cubicBezTo>
                          <a:pt x="875" y="0"/>
                          <a:pt x="0" y="875"/>
                          <a:pt x="0" y="1962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43" name="Forme libre : forme 3042">
                    <a:extLst>
                      <a:ext uri="{FF2B5EF4-FFF2-40B4-BE49-F238E27FC236}">
                        <a16:creationId xmlns:a16="http://schemas.microsoft.com/office/drawing/2014/main" id="{BA1106EB-3BB3-CE37-5397-6F2F054BB5AD}"/>
                      </a:ext>
                    </a:extLst>
                  </p:cNvPr>
                  <p:cNvSpPr/>
                  <p:nvPr/>
                </p:nvSpPr>
                <p:spPr>
                  <a:xfrm>
                    <a:off x="691596" y="305195"/>
                    <a:ext cx="89512" cy="3923"/>
                  </a:xfrm>
                  <a:custGeom>
                    <a:avLst/>
                    <a:gdLst>
                      <a:gd name="connsiteX0" fmla="*/ 1962 w 89512"/>
                      <a:gd name="connsiteY0" fmla="*/ 3924 h 3923"/>
                      <a:gd name="connsiteX1" fmla="*/ 87550 w 89512"/>
                      <a:gd name="connsiteY1" fmla="*/ 3924 h 3923"/>
                      <a:gd name="connsiteX2" fmla="*/ 89512 w 89512"/>
                      <a:gd name="connsiteY2" fmla="*/ 1962 h 3923"/>
                      <a:gd name="connsiteX3" fmla="*/ 87550 w 89512"/>
                      <a:gd name="connsiteY3" fmla="*/ 0 h 3923"/>
                      <a:gd name="connsiteX4" fmla="*/ 1962 w 89512"/>
                      <a:gd name="connsiteY4" fmla="*/ 0 h 3923"/>
                      <a:gd name="connsiteX5" fmla="*/ 0 w 89512"/>
                      <a:gd name="connsiteY5" fmla="*/ 1962 h 3923"/>
                      <a:gd name="connsiteX6" fmla="*/ 1962 w 89512"/>
                      <a:gd name="connsiteY6" fmla="*/ 3924 h 3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512" h="3923">
                        <a:moveTo>
                          <a:pt x="1962" y="3924"/>
                        </a:moveTo>
                        <a:lnTo>
                          <a:pt x="87550" y="3924"/>
                        </a:lnTo>
                        <a:cubicBezTo>
                          <a:pt x="88637" y="3924"/>
                          <a:pt x="89512" y="3049"/>
                          <a:pt x="89512" y="1962"/>
                        </a:cubicBezTo>
                        <a:cubicBezTo>
                          <a:pt x="89512" y="875"/>
                          <a:pt x="88637" y="0"/>
                          <a:pt x="87550" y="0"/>
                        </a:cubicBezTo>
                        <a:lnTo>
                          <a:pt x="1962" y="0"/>
                        </a:lnTo>
                        <a:cubicBezTo>
                          <a:pt x="875" y="0"/>
                          <a:pt x="0" y="875"/>
                          <a:pt x="0" y="1962"/>
                        </a:cubicBezTo>
                        <a:cubicBezTo>
                          <a:pt x="0" y="3049"/>
                          <a:pt x="875" y="3924"/>
                          <a:pt x="1962" y="3924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44" name="Forme libre : forme 3043">
                    <a:extLst>
                      <a:ext uri="{FF2B5EF4-FFF2-40B4-BE49-F238E27FC236}">
                        <a16:creationId xmlns:a16="http://schemas.microsoft.com/office/drawing/2014/main" id="{B18014C0-A7AC-48C9-C512-600624C5E6AB}"/>
                      </a:ext>
                    </a:extLst>
                  </p:cNvPr>
                  <p:cNvSpPr/>
                  <p:nvPr/>
                </p:nvSpPr>
                <p:spPr>
                  <a:xfrm>
                    <a:off x="798631" y="305195"/>
                    <a:ext cx="33550" cy="3923"/>
                  </a:xfrm>
                  <a:custGeom>
                    <a:avLst/>
                    <a:gdLst>
                      <a:gd name="connsiteX0" fmla="*/ 1962 w 33550"/>
                      <a:gd name="connsiteY0" fmla="*/ 3924 h 3923"/>
                      <a:gd name="connsiteX1" fmla="*/ 31588 w 33550"/>
                      <a:gd name="connsiteY1" fmla="*/ 3924 h 3923"/>
                      <a:gd name="connsiteX2" fmla="*/ 33550 w 33550"/>
                      <a:gd name="connsiteY2" fmla="*/ 1962 h 3923"/>
                      <a:gd name="connsiteX3" fmla="*/ 31588 w 33550"/>
                      <a:gd name="connsiteY3" fmla="*/ 0 h 3923"/>
                      <a:gd name="connsiteX4" fmla="*/ 1962 w 33550"/>
                      <a:gd name="connsiteY4" fmla="*/ 0 h 3923"/>
                      <a:gd name="connsiteX5" fmla="*/ 0 w 33550"/>
                      <a:gd name="connsiteY5" fmla="*/ 1962 h 3923"/>
                      <a:gd name="connsiteX6" fmla="*/ 1962 w 33550"/>
                      <a:gd name="connsiteY6" fmla="*/ 3924 h 3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3550" h="3923">
                        <a:moveTo>
                          <a:pt x="1962" y="3924"/>
                        </a:moveTo>
                        <a:lnTo>
                          <a:pt x="31588" y="3924"/>
                        </a:lnTo>
                        <a:cubicBezTo>
                          <a:pt x="32675" y="3924"/>
                          <a:pt x="33550" y="3049"/>
                          <a:pt x="33550" y="1962"/>
                        </a:cubicBezTo>
                        <a:cubicBezTo>
                          <a:pt x="33550" y="875"/>
                          <a:pt x="32675" y="0"/>
                          <a:pt x="31588" y="0"/>
                        </a:cubicBezTo>
                        <a:lnTo>
                          <a:pt x="1962" y="0"/>
                        </a:lnTo>
                        <a:cubicBezTo>
                          <a:pt x="875" y="0"/>
                          <a:pt x="0" y="875"/>
                          <a:pt x="0" y="1962"/>
                        </a:cubicBezTo>
                        <a:cubicBezTo>
                          <a:pt x="0" y="3049"/>
                          <a:pt x="875" y="3924"/>
                          <a:pt x="1962" y="3924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50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16" name="Graphique 8">
              <a:extLst>
                <a:ext uri="{FF2B5EF4-FFF2-40B4-BE49-F238E27FC236}">
                  <a16:creationId xmlns:a16="http://schemas.microsoft.com/office/drawing/2014/main" id="{BC96EA1B-F7E0-B1EA-68C6-77CC15920D04}"/>
                </a:ext>
              </a:extLst>
            </p:cNvPr>
            <p:cNvGrpSpPr/>
            <p:nvPr/>
          </p:nvGrpSpPr>
          <p:grpSpPr>
            <a:xfrm>
              <a:off x="2782724" y="4236442"/>
              <a:ext cx="859470" cy="885627"/>
              <a:chOff x="0" y="0"/>
              <a:chExt cx="1181999" cy="1176646"/>
            </a:xfrm>
          </p:grpSpPr>
          <p:grpSp>
            <p:nvGrpSpPr>
              <p:cNvPr id="2938" name="Graphique 8">
                <a:extLst>
                  <a:ext uri="{FF2B5EF4-FFF2-40B4-BE49-F238E27FC236}">
                    <a16:creationId xmlns:a16="http://schemas.microsoft.com/office/drawing/2014/main" id="{5F6EFF1E-EF48-5BF9-3EEF-62877F69AAD2}"/>
                  </a:ext>
                </a:extLst>
              </p:cNvPr>
              <p:cNvGrpSpPr/>
              <p:nvPr/>
            </p:nvGrpSpPr>
            <p:grpSpPr>
              <a:xfrm>
                <a:off x="42125" y="65058"/>
                <a:ext cx="1060528" cy="982503"/>
                <a:chOff x="42125" y="65058"/>
                <a:chExt cx="1060528" cy="982503"/>
              </a:xfrm>
            </p:grpSpPr>
            <p:sp>
              <p:nvSpPr>
                <p:cNvPr id="3019" name="Forme libre : forme 3018">
                  <a:extLst>
                    <a:ext uri="{FF2B5EF4-FFF2-40B4-BE49-F238E27FC236}">
                      <a16:creationId xmlns:a16="http://schemas.microsoft.com/office/drawing/2014/main" id="{8E2279FD-3E7B-887F-7B3B-E1803FA2B3DC}"/>
                    </a:ext>
                  </a:extLst>
                </p:cNvPr>
                <p:cNvSpPr/>
                <p:nvPr/>
              </p:nvSpPr>
              <p:spPr>
                <a:xfrm rot="-5249400">
                  <a:off x="81137" y="26046"/>
                  <a:ext cx="982503" cy="1060528"/>
                </a:xfrm>
                <a:custGeom>
                  <a:avLst/>
                  <a:gdLst>
                    <a:gd name="connsiteX0" fmla="*/ 982504 w 982503"/>
                    <a:gd name="connsiteY0" fmla="*/ 530264 h 1060528"/>
                    <a:gd name="connsiteX1" fmla="*/ 491252 w 982503"/>
                    <a:gd name="connsiteY1" fmla="*/ 1060528 h 1060528"/>
                    <a:gd name="connsiteX2" fmla="*/ 0 w 982503"/>
                    <a:gd name="connsiteY2" fmla="*/ 530264 h 1060528"/>
                    <a:gd name="connsiteX3" fmla="*/ 491252 w 982503"/>
                    <a:gd name="connsiteY3" fmla="*/ 0 h 1060528"/>
                    <a:gd name="connsiteX4" fmla="*/ 982504 w 982503"/>
                    <a:gd name="connsiteY4" fmla="*/ 530264 h 1060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2503" h="1060528">
                      <a:moveTo>
                        <a:pt x="982504" y="530264"/>
                      </a:moveTo>
                      <a:cubicBezTo>
                        <a:pt x="982504" y="823121"/>
                        <a:pt x="762563" y="1060528"/>
                        <a:pt x="491252" y="1060528"/>
                      </a:cubicBezTo>
                      <a:cubicBezTo>
                        <a:pt x="219941" y="1060528"/>
                        <a:pt x="0" y="823121"/>
                        <a:pt x="0" y="530264"/>
                      </a:cubicBezTo>
                      <a:cubicBezTo>
                        <a:pt x="0" y="237407"/>
                        <a:pt x="219941" y="0"/>
                        <a:pt x="491252" y="0"/>
                      </a:cubicBezTo>
                      <a:cubicBezTo>
                        <a:pt x="762563" y="0"/>
                        <a:pt x="982504" y="237407"/>
                        <a:pt x="982504" y="530264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020" name="Graphique 8">
                  <a:extLst>
                    <a:ext uri="{FF2B5EF4-FFF2-40B4-BE49-F238E27FC236}">
                      <a16:creationId xmlns:a16="http://schemas.microsoft.com/office/drawing/2014/main" id="{63788EAC-CCDA-F77F-EA32-E7A55030FC86}"/>
                    </a:ext>
                  </a:extLst>
                </p:cNvPr>
                <p:cNvGrpSpPr/>
                <p:nvPr/>
              </p:nvGrpSpPr>
              <p:grpSpPr>
                <a:xfrm>
                  <a:off x="90011" y="77455"/>
                  <a:ext cx="961986" cy="962990"/>
                  <a:chOff x="90011" y="77455"/>
                  <a:chExt cx="961986" cy="962990"/>
                </a:xfrm>
                <a:solidFill>
                  <a:srgbClr val="FFFFFF"/>
                </a:solidFill>
              </p:grpSpPr>
              <p:sp>
                <p:nvSpPr>
                  <p:cNvPr id="3021" name="Forme libre : forme 3020">
                    <a:extLst>
                      <a:ext uri="{FF2B5EF4-FFF2-40B4-BE49-F238E27FC236}">
                        <a16:creationId xmlns:a16="http://schemas.microsoft.com/office/drawing/2014/main" id="{FE23665A-4043-1087-A810-F95A3B236015}"/>
                      </a:ext>
                    </a:extLst>
                  </p:cNvPr>
                  <p:cNvSpPr/>
                  <p:nvPr/>
                </p:nvSpPr>
                <p:spPr>
                  <a:xfrm>
                    <a:off x="435458" y="80220"/>
                    <a:ext cx="273362" cy="960225"/>
                  </a:xfrm>
                  <a:custGeom>
                    <a:avLst/>
                    <a:gdLst>
                      <a:gd name="connsiteX0" fmla="*/ 273363 w 273362"/>
                      <a:gd name="connsiteY0" fmla="*/ 478490 h 960225"/>
                      <a:gd name="connsiteX1" fmla="*/ 268357 w 273362"/>
                      <a:gd name="connsiteY1" fmla="*/ 608462 h 960225"/>
                      <a:gd name="connsiteX2" fmla="*/ 251885 w 273362"/>
                      <a:gd name="connsiteY2" fmla="*/ 737518 h 960225"/>
                      <a:gd name="connsiteX3" fmla="*/ 218912 w 273362"/>
                      <a:gd name="connsiteY3" fmla="*/ 863445 h 960225"/>
                      <a:gd name="connsiteX4" fmla="*/ 190275 w 273362"/>
                      <a:gd name="connsiteY4" fmla="*/ 922203 h 960225"/>
                      <a:gd name="connsiteX5" fmla="*/ 168753 w 273362"/>
                      <a:gd name="connsiteY5" fmla="*/ 947245 h 960225"/>
                      <a:gd name="connsiteX6" fmla="*/ 154624 w 273362"/>
                      <a:gd name="connsiteY6" fmla="*/ 956326 h 960225"/>
                      <a:gd name="connsiteX7" fmla="*/ 138079 w 273362"/>
                      <a:gd name="connsiteY7" fmla="*/ 960211 h 960225"/>
                      <a:gd name="connsiteX8" fmla="*/ 121345 w 273362"/>
                      <a:gd name="connsiteY8" fmla="*/ 957155 h 960225"/>
                      <a:gd name="connsiteX9" fmla="*/ 106881 w 273362"/>
                      <a:gd name="connsiteY9" fmla="*/ 948570 h 960225"/>
                      <a:gd name="connsiteX10" fmla="*/ 84880 w 273362"/>
                      <a:gd name="connsiteY10" fmla="*/ 923905 h 960225"/>
                      <a:gd name="connsiteX11" fmla="*/ 55835 w 273362"/>
                      <a:gd name="connsiteY11" fmla="*/ 865351 h 960225"/>
                      <a:gd name="connsiteX12" fmla="*/ 36438 w 273362"/>
                      <a:gd name="connsiteY12" fmla="*/ 803129 h 960225"/>
                      <a:gd name="connsiteX13" fmla="*/ 22542 w 273362"/>
                      <a:gd name="connsiteY13" fmla="*/ 739526 h 960225"/>
                      <a:gd name="connsiteX14" fmla="*/ 5721 w 273362"/>
                      <a:gd name="connsiteY14" fmla="*/ 610514 h 960225"/>
                      <a:gd name="connsiteX15" fmla="*/ 16 w 273362"/>
                      <a:gd name="connsiteY15" fmla="*/ 480542 h 960225"/>
                      <a:gd name="connsiteX16" fmla="*/ 1341 w 273362"/>
                      <a:gd name="connsiteY16" fmla="*/ 415512 h 960225"/>
                      <a:gd name="connsiteX17" fmla="*/ 5037 w 273362"/>
                      <a:gd name="connsiteY17" fmla="*/ 350584 h 960225"/>
                      <a:gd name="connsiteX18" fmla="*/ 20359 w 273362"/>
                      <a:gd name="connsiteY18" fmla="*/ 221427 h 960225"/>
                      <a:gd name="connsiteX19" fmla="*/ 33208 w 273362"/>
                      <a:gd name="connsiteY19" fmla="*/ 157634 h 960225"/>
                      <a:gd name="connsiteX20" fmla="*/ 51412 w 273362"/>
                      <a:gd name="connsiteY20" fmla="*/ 95121 h 960225"/>
                      <a:gd name="connsiteX21" fmla="*/ 79248 w 273362"/>
                      <a:gd name="connsiteY21" fmla="*/ 36174 h 960225"/>
                      <a:gd name="connsiteX22" fmla="*/ 100741 w 273362"/>
                      <a:gd name="connsiteY22" fmla="*/ 11408 h 960225"/>
                      <a:gd name="connsiteX23" fmla="*/ 114972 w 273362"/>
                      <a:gd name="connsiteY23" fmla="*/ 2910 h 960225"/>
                      <a:gd name="connsiteX24" fmla="*/ 131342 w 273362"/>
                      <a:gd name="connsiteY24" fmla="*/ 29 h 960225"/>
                      <a:gd name="connsiteX25" fmla="*/ 147523 w 273362"/>
                      <a:gd name="connsiteY25" fmla="*/ 3797 h 960225"/>
                      <a:gd name="connsiteX26" fmla="*/ 161565 w 273362"/>
                      <a:gd name="connsiteY26" fmla="*/ 12528 h 960225"/>
                      <a:gd name="connsiteX27" fmla="*/ 183508 w 273362"/>
                      <a:gd name="connsiteY27" fmla="*/ 36858 h 960225"/>
                      <a:gd name="connsiteX28" fmla="*/ 213600 w 273362"/>
                      <a:gd name="connsiteY28" fmla="*/ 94670 h 960225"/>
                      <a:gd name="connsiteX29" fmla="*/ 249280 w 273362"/>
                      <a:gd name="connsiteY29" fmla="*/ 219753 h 960225"/>
                      <a:gd name="connsiteX30" fmla="*/ 267571 w 273362"/>
                      <a:gd name="connsiteY30" fmla="*/ 348547 h 960225"/>
                      <a:gd name="connsiteX31" fmla="*/ 273363 w 273362"/>
                      <a:gd name="connsiteY31" fmla="*/ 478490 h 960225"/>
                      <a:gd name="connsiteX32" fmla="*/ 265112 w 273362"/>
                      <a:gd name="connsiteY32" fmla="*/ 478490 h 960225"/>
                      <a:gd name="connsiteX33" fmla="*/ 260048 w 273362"/>
                      <a:gd name="connsiteY33" fmla="*/ 349187 h 960225"/>
                      <a:gd name="connsiteX34" fmla="*/ 243343 w 273362"/>
                      <a:gd name="connsiteY34" fmla="*/ 220903 h 960225"/>
                      <a:gd name="connsiteX35" fmla="*/ 209672 w 273362"/>
                      <a:gd name="connsiteY35" fmla="*/ 96227 h 960225"/>
                      <a:gd name="connsiteX36" fmla="*/ 180787 w 273362"/>
                      <a:gd name="connsiteY36" fmla="*/ 38750 h 960225"/>
                      <a:gd name="connsiteX37" fmla="*/ 159761 w 273362"/>
                      <a:gd name="connsiteY37" fmla="*/ 14740 h 960225"/>
                      <a:gd name="connsiteX38" fmla="*/ 131269 w 273362"/>
                      <a:gd name="connsiteY38" fmla="*/ 2473 h 960225"/>
                      <a:gd name="connsiteX39" fmla="*/ 115961 w 273362"/>
                      <a:gd name="connsiteY39" fmla="*/ 5384 h 960225"/>
                      <a:gd name="connsiteX40" fmla="*/ 102559 w 273362"/>
                      <a:gd name="connsiteY40" fmla="*/ 13649 h 960225"/>
                      <a:gd name="connsiteX41" fmla="*/ 82042 w 273362"/>
                      <a:gd name="connsiteY41" fmla="*/ 37993 h 960225"/>
                      <a:gd name="connsiteX42" fmla="*/ 55413 w 273362"/>
                      <a:gd name="connsiteY42" fmla="*/ 96518 h 960225"/>
                      <a:gd name="connsiteX43" fmla="*/ 38214 w 273362"/>
                      <a:gd name="connsiteY43" fmla="*/ 158798 h 960225"/>
                      <a:gd name="connsiteX44" fmla="*/ 26325 w 273362"/>
                      <a:gd name="connsiteY44" fmla="*/ 222387 h 960225"/>
                      <a:gd name="connsiteX45" fmla="*/ 9446 w 273362"/>
                      <a:gd name="connsiteY45" fmla="*/ 480527 h 960225"/>
                      <a:gd name="connsiteX46" fmla="*/ 13840 w 273362"/>
                      <a:gd name="connsiteY46" fmla="*/ 609859 h 960225"/>
                      <a:gd name="connsiteX47" fmla="*/ 29294 w 273362"/>
                      <a:gd name="connsiteY47" fmla="*/ 738289 h 960225"/>
                      <a:gd name="connsiteX48" fmla="*/ 42463 w 273362"/>
                      <a:gd name="connsiteY48" fmla="*/ 801572 h 960225"/>
                      <a:gd name="connsiteX49" fmla="*/ 61059 w 273362"/>
                      <a:gd name="connsiteY49" fmla="*/ 863372 h 960225"/>
                      <a:gd name="connsiteX50" fmla="*/ 88969 w 273362"/>
                      <a:gd name="connsiteY50" fmla="*/ 921111 h 960225"/>
                      <a:gd name="connsiteX51" fmla="*/ 109748 w 273362"/>
                      <a:gd name="connsiteY51" fmla="*/ 944917 h 960225"/>
                      <a:gd name="connsiteX52" fmla="*/ 137919 w 273362"/>
                      <a:gd name="connsiteY52" fmla="*/ 955831 h 960225"/>
                      <a:gd name="connsiteX53" fmla="*/ 165683 w 273362"/>
                      <a:gd name="connsiteY53" fmla="*/ 943651 h 960225"/>
                      <a:gd name="connsiteX54" fmla="*/ 186040 w 273362"/>
                      <a:gd name="connsiteY54" fmla="*/ 919423 h 960225"/>
                      <a:gd name="connsiteX55" fmla="*/ 213542 w 273362"/>
                      <a:gd name="connsiteY55" fmla="*/ 861466 h 960225"/>
                      <a:gd name="connsiteX56" fmla="*/ 244944 w 273362"/>
                      <a:gd name="connsiteY56" fmla="*/ 736281 h 960225"/>
                      <a:gd name="connsiteX57" fmla="*/ 260325 w 273362"/>
                      <a:gd name="connsiteY57" fmla="*/ 607836 h 960225"/>
                      <a:gd name="connsiteX58" fmla="*/ 265097 w 273362"/>
                      <a:gd name="connsiteY58" fmla="*/ 478490 h 9602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</a:cxnLst>
                    <a:rect l="l" t="t" r="r" b="b"/>
                    <a:pathLst>
                      <a:path w="273362" h="960225">
                        <a:moveTo>
                          <a:pt x="273363" y="478490"/>
                        </a:moveTo>
                        <a:cubicBezTo>
                          <a:pt x="273319" y="521853"/>
                          <a:pt x="271733" y="565216"/>
                          <a:pt x="268357" y="608462"/>
                        </a:cubicBezTo>
                        <a:cubicBezTo>
                          <a:pt x="264894" y="651694"/>
                          <a:pt x="259568" y="694795"/>
                          <a:pt x="251885" y="737518"/>
                        </a:cubicBezTo>
                        <a:cubicBezTo>
                          <a:pt x="244027" y="780168"/>
                          <a:pt x="234030" y="822599"/>
                          <a:pt x="218912" y="863445"/>
                        </a:cubicBezTo>
                        <a:cubicBezTo>
                          <a:pt x="211243" y="883787"/>
                          <a:pt x="202352" y="903839"/>
                          <a:pt x="190275" y="922203"/>
                        </a:cubicBezTo>
                        <a:cubicBezTo>
                          <a:pt x="184192" y="931312"/>
                          <a:pt x="177280" y="940043"/>
                          <a:pt x="168753" y="947245"/>
                        </a:cubicBezTo>
                        <a:cubicBezTo>
                          <a:pt x="164490" y="950825"/>
                          <a:pt x="159790" y="953997"/>
                          <a:pt x="154624" y="956326"/>
                        </a:cubicBezTo>
                        <a:cubicBezTo>
                          <a:pt x="149458" y="958639"/>
                          <a:pt x="143812" y="960109"/>
                          <a:pt x="138079" y="960211"/>
                        </a:cubicBezTo>
                        <a:cubicBezTo>
                          <a:pt x="132346" y="960371"/>
                          <a:pt x="126613" y="959265"/>
                          <a:pt x="121345" y="957155"/>
                        </a:cubicBezTo>
                        <a:cubicBezTo>
                          <a:pt x="116063" y="955059"/>
                          <a:pt x="111247" y="952018"/>
                          <a:pt x="106881" y="948570"/>
                        </a:cubicBezTo>
                        <a:cubicBezTo>
                          <a:pt x="98136" y="941585"/>
                          <a:pt x="91078" y="932942"/>
                          <a:pt x="84880" y="923905"/>
                        </a:cubicBezTo>
                        <a:cubicBezTo>
                          <a:pt x="72598" y="905687"/>
                          <a:pt x="63577" y="885664"/>
                          <a:pt x="55835" y="865351"/>
                        </a:cubicBezTo>
                        <a:cubicBezTo>
                          <a:pt x="48138" y="844994"/>
                          <a:pt x="41866" y="824141"/>
                          <a:pt x="36438" y="803129"/>
                        </a:cubicBezTo>
                        <a:cubicBezTo>
                          <a:pt x="31011" y="782103"/>
                          <a:pt x="26471" y="760858"/>
                          <a:pt x="22542" y="739526"/>
                        </a:cubicBezTo>
                        <a:cubicBezTo>
                          <a:pt x="14713" y="696832"/>
                          <a:pt x="9358" y="653731"/>
                          <a:pt x="5721" y="610514"/>
                        </a:cubicBezTo>
                        <a:cubicBezTo>
                          <a:pt x="2112" y="567282"/>
                          <a:pt x="293" y="523919"/>
                          <a:pt x="16" y="480542"/>
                        </a:cubicBezTo>
                        <a:cubicBezTo>
                          <a:pt x="-114" y="458860"/>
                          <a:pt x="555" y="437179"/>
                          <a:pt x="1341" y="415512"/>
                        </a:cubicBezTo>
                        <a:cubicBezTo>
                          <a:pt x="2185" y="393845"/>
                          <a:pt x="3407" y="372193"/>
                          <a:pt x="5037" y="350584"/>
                        </a:cubicBezTo>
                        <a:cubicBezTo>
                          <a:pt x="8311" y="307352"/>
                          <a:pt x="13171" y="264208"/>
                          <a:pt x="20359" y="221427"/>
                        </a:cubicBezTo>
                        <a:cubicBezTo>
                          <a:pt x="23968" y="200036"/>
                          <a:pt x="28159" y="178748"/>
                          <a:pt x="33208" y="157634"/>
                        </a:cubicBezTo>
                        <a:cubicBezTo>
                          <a:pt x="38272" y="136534"/>
                          <a:pt x="44136" y="115595"/>
                          <a:pt x="51412" y="95121"/>
                        </a:cubicBezTo>
                        <a:cubicBezTo>
                          <a:pt x="58760" y="74706"/>
                          <a:pt x="67331" y="54523"/>
                          <a:pt x="79248" y="36174"/>
                        </a:cubicBezTo>
                        <a:cubicBezTo>
                          <a:pt x="85243" y="27065"/>
                          <a:pt x="92141" y="18378"/>
                          <a:pt x="100741" y="11408"/>
                        </a:cubicBezTo>
                        <a:cubicBezTo>
                          <a:pt x="105033" y="7959"/>
                          <a:pt x="109777" y="4947"/>
                          <a:pt x="114972" y="2910"/>
                        </a:cubicBezTo>
                        <a:cubicBezTo>
                          <a:pt x="120152" y="844"/>
                          <a:pt x="125769" y="-190"/>
                          <a:pt x="131342" y="29"/>
                        </a:cubicBezTo>
                        <a:cubicBezTo>
                          <a:pt x="136930" y="189"/>
                          <a:pt x="142445" y="1571"/>
                          <a:pt x="147523" y="3797"/>
                        </a:cubicBezTo>
                        <a:cubicBezTo>
                          <a:pt x="152616" y="6038"/>
                          <a:pt x="157272" y="9080"/>
                          <a:pt x="161565" y="12528"/>
                        </a:cubicBezTo>
                        <a:cubicBezTo>
                          <a:pt x="170136" y="19469"/>
                          <a:pt x="177222" y="27953"/>
                          <a:pt x="183508" y="36858"/>
                        </a:cubicBezTo>
                        <a:cubicBezTo>
                          <a:pt x="196008" y="54785"/>
                          <a:pt x="205437" y="74560"/>
                          <a:pt x="213600" y="94670"/>
                        </a:cubicBezTo>
                        <a:cubicBezTo>
                          <a:pt x="229723" y="135065"/>
                          <a:pt x="240666" y="177249"/>
                          <a:pt x="249280" y="219753"/>
                        </a:cubicBezTo>
                        <a:cubicBezTo>
                          <a:pt x="257749" y="262316"/>
                          <a:pt x="263657" y="305344"/>
                          <a:pt x="267571" y="348547"/>
                        </a:cubicBezTo>
                        <a:cubicBezTo>
                          <a:pt x="271384" y="391750"/>
                          <a:pt x="273232" y="435127"/>
                          <a:pt x="273363" y="478490"/>
                        </a:cubicBezTo>
                        <a:close/>
                        <a:moveTo>
                          <a:pt x="265112" y="478490"/>
                        </a:moveTo>
                        <a:cubicBezTo>
                          <a:pt x="265214" y="435345"/>
                          <a:pt x="263599" y="392186"/>
                          <a:pt x="260048" y="349187"/>
                        </a:cubicBezTo>
                        <a:cubicBezTo>
                          <a:pt x="256556" y="306188"/>
                          <a:pt x="251274" y="263305"/>
                          <a:pt x="243343" y="220903"/>
                        </a:cubicBezTo>
                        <a:cubicBezTo>
                          <a:pt x="235384" y="178544"/>
                          <a:pt x="225096" y="136462"/>
                          <a:pt x="209672" y="96227"/>
                        </a:cubicBezTo>
                        <a:cubicBezTo>
                          <a:pt x="201872" y="76190"/>
                          <a:pt x="192807" y="56517"/>
                          <a:pt x="180787" y="38750"/>
                        </a:cubicBezTo>
                        <a:cubicBezTo>
                          <a:pt x="174748" y="29932"/>
                          <a:pt x="167924" y="21550"/>
                          <a:pt x="159761" y="14740"/>
                        </a:cubicBezTo>
                        <a:cubicBezTo>
                          <a:pt x="151670" y="7988"/>
                          <a:pt x="141833" y="2793"/>
                          <a:pt x="131269" y="2473"/>
                        </a:cubicBezTo>
                        <a:cubicBezTo>
                          <a:pt x="126031" y="2313"/>
                          <a:pt x="120807" y="3375"/>
                          <a:pt x="115961" y="5384"/>
                        </a:cubicBezTo>
                        <a:cubicBezTo>
                          <a:pt x="111101" y="7363"/>
                          <a:pt x="106634" y="10287"/>
                          <a:pt x="102559" y="13649"/>
                        </a:cubicBezTo>
                        <a:cubicBezTo>
                          <a:pt x="94411" y="20444"/>
                          <a:pt x="87790" y="29000"/>
                          <a:pt x="82042" y="37993"/>
                        </a:cubicBezTo>
                        <a:cubicBezTo>
                          <a:pt x="70605" y="56139"/>
                          <a:pt x="62398" y="76190"/>
                          <a:pt x="55413" y="96518"/>
                        </a:cubicBezTo>
                        <a:cubicBezTo>
                          <a:pt x="48487" y="116905"/>
                          <a:pt x="42943" y="137771"/>
                          <a:pt x="38214" y="158798"/>
                        </a:cubicBezTo>
                        <a:cubicBezTo>
                          <a:pt x="33499" y="179839"/>
                          <a:pt x="29614" y="201069"/>
                          <a:pt x="26325" y="222387"/>
                        </a:cubicBezTo>
                        <a:cubicBezTo>
                          <a:pt x="13302" y="307730"/>
                          <a:pt x="9126" y="394252"/>
                          <a:pt x="9446" y="480527"/>
                        </a:cubicBezTo>
                        <a:cubicBezTo>
                          <a:pt x="9286" y="523672"/>
                          <a:pt x="10683" y="566831"/>
                          <a:pt x="13840" y="609859"/>
                        </a:cubicBezTo>
                        <a:cubicBezTo>
                          <a:pt x="17027" y="652887"/>
                          <a:pt x="21931" y="695799"/>
                          <a:pt x="29294" y="738289"/>
                        </a:cubicBezTo>
                        <a:cubicBezTo>
                          <a:pt x="32975" y="759534"/>
                          <a:pt x="37297" y="780662"/>
                          <a:pt x="42463" y="801572"/>
                        </a:cubicBezTo>
                        <a:cubicBezTo>
                          <a:pt x="47643" y="822483"/>
                          <a:pt x="53653" y="843189"/>
                          <a:pt x="61059" y="863372"/>
                        </a:cubicBezTo>
                        <a:cubicBezTo>
                          <a:pt x="68509" y="883496"/>
                          <a:pt x="77211" y="903301"/>
                          <a:pt x="88969" y="921111"/>
                        </a:cubicBezTo>
                        <a:cubicBezTo>
                          <a:pt x="94891" y="929944"/>
                          <a:pt x="101614" y="938311"/>
                          <a:pt x="109748" y="944917"/>
                        </a:cubicBezTo>
                        <a:cubicBezTo>
                          <a:pt x="117795" y="951509"/>
                          <a:pt x="127646" y="956180"/>
                          <a:pt x="137919" y="955831"/>
                        </a:cubicBezTo>
                        <a:cubicBezTo>
                          <a:pt x="148178" y="955554"/>
                          <a:pt x="157811" y="950461"/>
                          <a:pt x="165683" y="943651"/>
                        </a:cubicBezTo>
                        <a:cubicBezTo>
                          <a:pt x="173643" y="936812"/>
                          <a:pt x="180234" y="928329"/>
                          <a:pt x="186040" y="919423"/>
                        </a:cubicBezTo>
                        <a:cubicBezTo>
                          <a:pt x="197594" y="901467"/>
                          <a:pt x="206179" y="881634"/>
                          <a:pt x="213542" y="861466"/>
                        </a:cubicBezTo>
                        <a:cubicBezTo>
                          <a:pt x="228064" y="820969"/>
                          <a:pt x="237581" y="778727"/>
                          <a:pt x="244944" y="736281"/>
                        </a:cubicBezTo>
                        <a:cubicBezTo>
                          <a:pt x="252263" y="693776"/>
                          <a:pt x="257109" y="650865"/>
                          <a:pt x="260325" y="607836"/>
                        </a:cubicBezTo>
                        <a:cubicBezTo>
                          <a:pt x="263613" y="564808"/>
                          <a:pt x="265126" y="521649"/>
                          <a:pt x="265097" y="47849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2" name="Forme libre : forme 3021">
                    <a:extLst>
                      <a:ext uri="{FF2B5EF4-FFF2-40B4-BE49-F238E27FC236}">
                        <a16:creationId xmlns:a16="http://schemas.microsoft.com/office/drawing/2014/main" id="{8110E817-B15A-7D31-5F7B-AAD5BF4982B5}"/>
                      </a:ext>
                    </a:extLst>
                  </p:cNvPr>
                  <p:cNvSpPr/>
                  <p:nvPr/>
                </p:nvSpPr>
                <p:spPr>
                  <a:xfrm>
                    <a:off x="188757" y="77455"/>
                    <a:ext cx="738769" cy="962990"/>
                  </a:xfrm>
                  <a:custGeom>
                    <a:avLst/>
                    <a:gdLst>
                      <a:gd name="connsiteX0" fmla="*/ 738769 w 738769"/>
                      <a:gd name="connsiteY0" fmla="*/ 481255 h 962990"/>
                      <a:gd name="connsiteX1" fmla="*/ 716244 w 738769"/>
                      <a:gd name="connsiteY1" fmla="*/ 646936 h 962990"/>
                      <a:gd name="connsiteX2" fmla="*/ 646732 w 738769"/>
                      <a:gd name="connsiteY2" fmla="*/ 798794 h 962990"/>
                      <a:gd name="connsiteX3" fmla="*/ 528459 w 738769"/>
                      <a:gd name="connsiteY3" fmla="*/ 915961 h 962990"/>
                      <a:gd name="connsiteX4" fmla="*/ 452385 w 738769"/>
                      <a:gd name="connsiteY4" fmla="*/ 950709 h 962990"/>
                      <a:gd name="connsiteX5" fmla="*/ 369705 w 738769"/>
                      <a:gd name="connsiteY5" fmla="*/ 962990 h 962990"/>
                      <a:gd name="connsiteX6" fmla="*/ 286995 w 738769"/>
                      <a:gd name="connsiteY6" fmla="*/ 950796 h 962990"/>
                      <a:gd name="connsiteX7" fmla="*/ 210848 w 738769"/>
                      <a:gd name="connsiteY7" fmla="*/ 916121 h 962990"/>
                      <a:gd name="connsiteX8" fmla="*/ 92328 w 738769"/>
                      <a:gd name="connsiteY8" fmla="*/ 799026 h 962990"/>
                      <a:gd name="connsiteX9" fmla="*/ 22584 w 738769"/>
                      <a:gd name="connsiteY9" fmla="*/ 647096 h 962990"/>
                      <a:gd name="connsiteX10" fmla="*/ 5690 w 738769"/>
                      <a:gd name="connsiteY10" fmla="*/ 564940 h 962990"/>
                      <a:gd name="connsiteX11" fmla="*/ 0 w 738769"/>
                      <a:gd name="connsiteY11" fmla="*/ 481255 h 962990"/>
                      <a:gd name="connsiteX12" fmla="*/ 5748 w 738769"/>
                      <a:gd name="connsiteY12" fmla="*/ 397585 h 962990"/>
                      <a:gd name="connsiteX13" fmla="*/ 22715 w 738769"/>
                      <a:gd name="connsiteY13" fmla="*/ 315458 h 962990"/>
                      <a:gd name="connsiteX14" fmla="*/ 92575 w 738769"/>
                      <a:gd name="connsiteY14" fmla="*/ 163658 h 962990"/>
                      <a:gd name="connsiteX15" fmla="*/ 211081 w 738769"/>
                      <a:gd name="connsiteY15" fmla="*/ 46768 h 962990"/>
                      <a:gd name="connsiteX16" fmla="*/ 287155 w 738769"/>
                      <a:gd name="connsiteY16" fmla="*/ 12267 h 962990"/>
                      <a:gd name="connsiteX17" fmla="*/ 369705 w 738769"/>
                      <a:gd name="connsiteY17" fmla="*/ 0 h 962990"/>
                      <a:gd name="connsiteX18" fmla="*/ 452225 w 738769"/>
                      <a:gd name="connsiteY18" fmla="*/ 12354 h 962990"/>
                      <a:gd name="connsiteX19" fmla="*/ 528212 w 738769"/>
                      <a:gd name="connsiteY19" fmla="*/ 46942 h 962990"/>
                      <a:gd name="connsiteX20" fmla="*/ 646470 w 738769"/>
                      <a:gd name="connsiteY20" fmla="*/ 163891 h 962990"/>
                      <a:gd name="connsiteX21" fmla="*/ 716098 w 738769"/>
                      <a:gd name="connsiteY21" fmla="*/ 315618 h 962990"/>
                      <a:gd name="connsiteX22" fmla="*/ 738755 w 738769"/>
                      <a:gd name="connsiteY22" fmla="*/ 481270 h 962990"/>
                      <a:gd name="connsiteX23" fmla="*/ 729311 w 738769"/>
                      <a:gd name="connsiteY23" fmla="*/ 481255 h 962990"/>
                      <a:gd name="connsiteX24" fmla="*/ 707950 w 738769"/>
                      <a:gd name="connsiteY24" fmla="*/ 317873 h 962990"/>
                      <a:gd name="connsiteX25" fmla="*/ 641261 w 738769"/>
                      <a:gd name="connsiteY25" fmla="*/ 167354 h 962990"/>
                      <a:gd name="connsiteX26" fmla="*/ 589764 w 738769"/>
                      <a:gd name="connsiteY26" fmla="*/ 102834 h 962990"/>
                      <a:gd name="connsiteX27" fmla="*/ 526015 w 738769"/>
                      <a:gd name="connsiteY27" fmla="*/ 50420 h 962990"/>
                      <a:gd name="connsiteX28" fmla="*/ 451192 w 738769"/>
                      <a:gd name="connsiteY28" fmla="*/ 15759 h 962990"/>
                      <a:gd name="connsiteX29" fmla="*/ 369705 w 738769"/>
                      <a:gd name="connsiteY29" fmla="*/ 3405 h 962990"/>
                      <a:gd name="connsiteX30" fmla="*/ 288247 w 738769"/>
                      <a:gd name="connsiteY30" fmla="*/ 15846 h 962990"/>
                      <a:gd name="connsiteX31" fmla="*/ 213497 w 738769"/>
                      <a:gd name="connsiteY31" fmla="*/ 50580 h 962990"/>
                      <a:gd name="connsiteX32" fmla="*/ 149864 w 738769"/>
                      <a:gd name="connsiteY32" fmla="*/ 103052 h 962990"/>
                      <a:gd name="connsiteX33" fmla="*/ 98498 w 738769"/>
                      <a:gd name="connsiteY33" fmla="*/ 167602 h 962990"/>
                      <a:gd name="connsiteX34" fmla="*/ 32056 w 738769"/>
                      <a:gd name="connsiteY34" fmla="*/ 318048 h 962990"/>
                      <a:gd name="connsiteX35" fmla="*/ 16094 w 738769"/>
                      <a:gd name="connsiteY35" fmla="*/ 398968 h 962990"/>
                      <a:gd name="connsiteX36" fmla="*/ 10753 w 738769"/>
                      <a:gd name="connsiteY36" fmla="*/ 481270 h 962990"/>
                      <a:gd name="connsiteX37" fmla="*/ 16166 w 738769"/>
                      <a:gd name="connsiteY37" fmla="*/ 563572 h 962990"/>
                      <a:gd name="connsiteX38" fmla="*/ 32187 w 738769"/>
                      <a:gd name="connsiteY38" fmla="*/ 644462 h 962990"/>
                      <a:gd name="connsiteX39" fmla="*/ 98760 w 738769"/>
                      <a:gd name="connsiteY39" fmla="*/ 794777 h 962990"/>
                      <a:gd name="connsiteX40" fmla="*/ 150126 w 738769"/>
                      <a:gd name="connsiteY40" fmla="*/ 859225 h 962990"/>
                      <a:gd name="connsiteX41" fmla="*/ 213729 w 738769"/>
                      <a:gd name="connsiteY41" fmla="*/ 911566 h 962990"/>
                      <a:gd name="connsiteX42" fmla="*/ 288407 w 738769"/>
                      <a:gd name="connsiteY42" fmla="*/ 946140 h 962990"/>
                      <a:gd name="connsiteX43" fmla="*/ 369705 w 738769"/>
                      <a:gd name="connsiteY43" fmla="*/ 958654 h 962990"/>
                      <a:gd name="connsiteX44" fmla="*/ 451032 w 738769"/>
                      <a:gd name="connsiteY44" fmla="*/ 946242 h 962990"/>
                      <a:gd name="connsiteX45" fmla="*/ 525782 w 738769"/>
                      <a:gd name="connsiteY45" fmla="*/ 911741 h 962990"/>
                      <a:gd name="connsiteX46" fmla="*/ 589502 w 738769"/>
                      <a:gd name="connsiteY46" fmla="*/ 859443 h 962990"/>
                      <a:gd name="connsiteX47" fmla="*/ 640999 w 738769"/>
                      <a:gd name="connsiteY47" fmla="*/ 795010 h 962990"/>
                      <a:gd name="connsiteX48" fmla="*/ 707804 w 738769"/>
                      <a:gd name="connsiteY48" fmla="*/ 644623 h 962990"/>
                      <a:gd name="connsiteX49" fmla="*/ 729311 w 738769"/>
                      <a:gd name="connsiteY49" fmla="*/ 481284 h 9629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</a:cxnLst>
                    <a:rect l="l" t="t" r="r" b="b"/>
                    <a:pathLst>
                      <a:path w="738769" h="962990">
                        <a:moveTo>
                          <a:pt x="738769" y="481255"/>
                        </a:moveTo>
                        <a:cubicBezTo>
                          <a:pt x="738449" y="537147"/>
                          <a:pt x="731232" y="593053"/>
                          <a:pt x="716244" y="646936"/>
                        </a:cubicBezTo>
                        <a:cubicBezTo>
                          <a:pt x="700965" y="700703"/>
                          <a:pt x="677945" y="752389"/>
                          <a:pt x="646732" y="798794"/>
                        </a:cubicBezTo>
                        <a:cubicBezTo>
                          <a:pt x="615563" y="845096"/>
                          <a:pt x="575882" y="886174"/>
                          <a:pt x="528459" y="915961"/>
                        </a:cubicBezTo>
                        <a:cubicBezTo>
                          <a:pt x="504770" y="930788"/>
                          <a:pt x="479174" y="942662"/>
                          <a:pt x="452385" y="950709"/>
                        </a:cubicBezTo>
                        <a:cubicBezTo>
                          <a:pt x="425611" y="958770"/>
                          <a:pt x="397672" y="962976"/>
                          <a:pt x="369705" y="962990"/>
                        </a:cubicBezTo>
                        <a:cubicBezTo>
                          <a:pt x="341737" y="963005"/>
                          <a:pt x="313784" y="958843"/>
                          <a:pt x="286995" y="950796"/>
                        </a:cubicBezTo>
                        <a:cubicBezTo>
                          <a:pt x="260192" y="942779"/>
                          <a:pt x="234567" y="930934"/>
                          <a:pt x="210848" y="916121"/>
                        </a:cubicBezTo>
                        <a:cubicBezTo>
                          <a:pt x="163367" y="886378"/>
                          <a:pt x="123584" y="845329"/>
                          <a:pt x="92328" y="799026"/>
                        </a:cubicBezTo>
                        <a:cubicBezTo>
                          <a:pt x="61043" y="752622"/>
                          <a:pt x="37950" y="700892"/>
                          <a:pt x="22584" y="647096"/>
                        </a:cubicBezTo>
                        <a:cubicBezTo>
                          <a:pt x="15031" y="620147"/>
                          <a:pt x="9400" y="592660"/>
                          <a:pt x="5690" y="564940"/>
                        </a:cubicBezTo>
                        <a:cubicBezTo>
                          <a:pt x="1994" y="537205"/>
                          <a:pt x="131" y="509237"/>
                          <a:pt x="0" y="481255"/>
                        </a:cubicBezTo>
                        <a:cubicBezTo>
                          <a:pt x="160" y="453273"/>
                          <a:pt x="2037" y="425305"/>
                          <a:pt x="5748" y="397585"/>
                        </a:cubicBezTo>
                        <a:cubicBezTo>
                          <a:pt x="9487" y="369865"/>
                          <a:pt x="15148" y="342392"/>
                          <a:pt x="22715" y="315458"/>
                        </a:cubicBezTo>
                        <a:cubicBezTo>
                          <a:pt x="38124" y="261691"/>
                          <a:pt x="61261" y="210019"/>
                          <a:pt x="92575" y="163658"/>
                        </a:cubicBezTo>
                        <a:cubicBezTo>
                          <a:pt x="123846" y="117414"/>
                          <a:pt x="163615" y="76423"/>
                          <a:pt x="211081" y="46768"/>
                        </a:cubicBezTo>
                        <a:cubicBezTo>
                          <a:pt x="234800" y="32013"/>
                          <a:pt x="260410" y="20285"/>
                          <a:pt x="287155" y="12267"/>
                        </a:cubicBezTo>
                        <a:cubicBezTo>
                          <a:pt x="313886" y="4220"/>
                          <a:pt x="341781" y="15"/>
                          <a:pt x="369705" y="0"/>
                        </a:cubicBezTo>
                        <a:cubicBezTo>
                          <a:pt x="397629" y="44"/>
                          <a:pt x="425509" y="4264"/>
                          <a:pt x="452225" y="12354"/>
                        </a:cubicBezTo>
                        <a:cubicBezTo>
                          <a:pt x="478956" y="20401"/>
                          <a:pt x="504537" y="32158"/>
                          <a:pt x="528212" y="46942"/>
                        </a:cubicBezTo>
                        <a:cubicBezTo>
                          <a:pt x="575605" y="76642"/>
                          <a:pt x="615287" y="117647"/>
                          <a:pt x="646470" y="163891"/>
                        </a:cubicBezTo>
                        <a:cubicBezTo>
                          <a:pt x="677712" y="210237"/>
                          <a:pt x="700776" y="261880"/>
                          <a:pt x="716098" y="315618"/>
                        </a:cubicBezTo>
                        <a:cubicBezTo>
                          <a:pt x="731130" y="369487"/>
                          <a:pt x="738391" y="425378"/>
                          <a:pt x="738755" y="481270"/>
                        </a:cubicBezTo>
                        <a:close/>
                        <a:moveTo>
                          <a:pt x="729311" y="481255"/>
                        </a:moveTo>
                        <a:cubicBezTo>
                          <a:pt x="729267" y="426178"/>
                          <a:pt x="722443" y="371044"/>
                          <a:pt x="707950" y="317873"/>
                        </a:cubicBezTo>
                        <a:cubicBezTo>
                          <a:pt x="693398" y="264775"/>
                          <a:pt x="671499" y="213482"/>
                          <a:pt x="641261" y="167354"/>
                        </a:cubicBezTo>
                        <a:cubicBezTo>
                          <a:pt x="626157" y="144305"/>
                          <a:pt x="609001" y="122580"/>
                          <a:pt x="589764" y="102834"/>
                        </a:cubicBezTo>
                        <a:cubicBezTo>
                          <a:pt x="570527" y="83117"/>
                          <a:pt x="549282" y="65248"/>
                          <a:pt x="526015" y="50420"/>
                        </a:cubicBezTo>
                        <a:cubicBezTo>
                          <a:pt x="502718" y="35680"/>
                          <a:pt x="477573" y="23791"/>
                          <a:pt x="451192" y="15759"/>
                        </a:cubicBezTo>
                        <a:cubicBezTo>
                          <a:pt x="424825" y="7727"/>
                          <a:pt x="397294" y="3507"/>
                          <a:pt x="369705" y="3405"/>
                        </a:cubicBezTo>
                        <a:cubicBezTo>
                          <a:pt x="342115" y="3536"/>
                          <a:pt x="314599" y="7785"/>
                          <a:pt x="288247" y="15846"/>
                        </a:cubicBezTo>
                        <a:cubicBezTo>
                          <a:pt x="261880" y="23908"/>
                          <a:pt x="236764" y="35811"/>
                          <a:pt x="213497" y="50580"/>
                        </a:cubicBezTo>
                        <a:cubicBezTo>
                          <a:pt x="190273" y="65437"/>
                          <a:pt x="169057" y="83321"/>
                          <a:pt x="149864" y="103052"/>
                        </a:cubicBezTo>
                        <a:cubicBezTo>
                          <a:pt x="130671" y="122813"/>
                          <a:pt x="113558" y="144553"/>
                          <a:pt x="98498" y="167602"/>
                        </a:cubicBezTo>
                        <a:cubicBezTo>
                          <a:pt x="68347" y="213729"/>
                          <a:pt x="46506" y="264994"/>
                          <a:pt x="32056" y="318048"/>
                        </a:cubicBezTo>
                        <a:cubicBezTo>
                          <a:pt x="24839" y="344604"/>
                          <a:pt x="19644" y="371684"/>
                          <a:pt x="16094" y="398968"/>
                        </a:cubicBezTo>
                        <a:cubicBezTo>
                          <a:pt x="12543" y="426251"/>
                          <a:pt x="10797" y="453753"/>
                          <a:pt x="10753" y="481270"/>
                        </a:cubicBezTo>
                        <a:cubicBezTo>
                          <a:pt x="10826" y="508786"/>
                          <a:pt x="12587" y="536288"/>
                          <a:pt x="16166" y="563572"/>
                        </a:cubicBezTo>
                        <a:cubicBezTo>
                          <a:pt x="19732" y="590841"/>
                          <a:pt x="24955" y="617906"/>
                          <a:pt x="32187" y="644462"/>
                        </a:cubicBezTo>
                        <a:cubicBezTo>
                          <a:pt x="46695" y="697502"/>
                          <a:pt x="68580" y="748708"/>
                          <a:pt x="98760" y="794777"/>
                        </a:cubicBezTo>
                        <a:cubicBezTo>
                          <a:pt x="113820" y="817798"/>
                          <a:pt x="130947" y="839494"/>
                          <a:pt x="150126" y="859225"/>
                        </a:cubicBezTo>
                        <a:cubicBezTo>
                          <a:pt x="169319" y="878913"/>
                          <a:pt x="190506" y="896782"/>
                          <a:pt x="213729" y="911566"/>
                        </a:cubicBezTo>
                        <a:cubicBezTo>
                          <a:pt x="236982" y="926277"/>
                          <a:pt x="262098" y="938079"/>
                          <a:pt x="288407" y="946140"/>
                        </a:cubicBezTo>
                        <a:cubicBezTo>
                          <a:pt x="314701" y="954216"/>
                          <a:pt x="342159" y="958494"/>
                          <a:pt x="369705" y="958654"/>
                        </a:cubicBezTo>
                        <a:cubicBezTo>
                          <a:pt x="397250" y="958523"/>
                          <a:pt x="424723" y="954289"/>
                          <a:pt x="451032" y="946242"/>
                        </a:cubicBezTo>
                        <a:cubicBezTo>
                          <a:pt x="477355" y="938224"/>
                          <a:pt x="502500" y="926438"/>
                          <a:pt x="525782" y="911741"/>
                        </a:cubicBezTo>
                        <a:cubicBezTo>
                          <a:pt x="549035" y="896971"/>
                          <a:pt x="570265" y="879131"/>
                          <a:pt x="589502" y="859443"/>
                        </a:cubicBezTo>
                        <a:cubicBezTo>
                          <a:pt x="608724" y="839726"/>
                          <a:pt x="625895" y="818030"/>
                          <a:pt x="640999" y="795010"/>
                        </a:cubicBezTo>
                        <a:cubicBezTo>
                          <a:pt x="671251" y="748941"/>
                          <a:pt x="693209" y="697691"/>
                          <a:pt x="707804" y="644623"/>
                        </a:cubicBezTo>
                        <a:cubicBezTo>
                          <a:pt x="722341" y="591481"/>
                          <a:pt x="729209" y="536346"/>
                          <a:pt x="729311" y="48128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3" name="Forme libre : forme 3022">
                    <a:extLst>
                      <a:ext uri="{FF2B5EF4-FFF2-40B4-BE49-F238E27FC236}">
                        <a16:creationId xmlns:a16="http://schemas.microsoft.com/office/drawing/2014/main" id="{F4F5A115-77AB-C9CD-8399-C5BDD0C316DA}"/>
                      </a:ext>
                    </a:extLst>
                  </p:cNvPr>
                  <p:cNvSpPr/>
                  <p:nvPr/>
                </p:nvSpPr>
                <p:spPr>
                  <a:xfrm>
                    <a:off x="128427" y="365818"/>
                    <a:ext cx="885155" cy="5893"/>
                  </a:xfrm>
                  <a:custGeom>
                    <a:avLst/>
                    <a:gdLst>
                      <a:gd name="connsiteX0" fmla="*/ 611 w 885155"/>
                      <a:gd name="connsiteY0" fmla="*/ 2328 h 5893"/>
                      <a:gd name="connsiteX1" fmla="*/ 111128 w 885155"/>
                      <a:gd name="connsiteY1" fmla="*/ 1179 h 5893"/>
                      <a:gd name="connsiteX2" fmla="*/ 221645 w 885155"/>
                      <a:gd name="connsiteY2" fmla="*/ 524 h 5893"/>
                      <a:gd name="connsiteX3" fmla="*/ 332162 w 885155"/>
                      <a:gd name="connsiteY3" fmla="*/ 189 h 5893"/>
                      <a:gd name="connsiteX4" fmla="*/ 442679 w 885155"/>
                      <a:gd name="connsiteY4" fmla="*/ 0 h 5893"/>
                      <a:gd name="connsiteX5" fmla="*/ 663714 w 885155"/>
                      <a:gd name="connsiteY5" fmla="*/ 582 h 5893"/>
                      <a:gd name="connsiteX6" fmla="*/ 774231 w 885155"/>
                      <a:gd name="connsiteY6" fmla="*/ 1295 h 5893"/>
                      <a:gd name="connsiteX7" fmla="*/ 884748 w 885155"/>
                      <a:gd name="connsiteY7" fmla="*/ 2532 h 5893"/>
                      <a:gd name="connsiteX8" fmla="*/ 885155 w 885155"/>
                      <a:gd name="connsiteY8" fmla="*/ 2954 h 5893"/>
                      <a:gd name="connsiteX9" fmla="*/ 884748 w 885155"/>
                      <a:gd name="connsiteY9" fmla="*/ 3361 h 5893"/>
                      <a:gd name="connsiteX10" fmla="*/ 774231 w 885155"/>
                      <a:gd name="connsiteY10" fmla="*/ 4598 h 5893"/>
                      <a:gd name="connsiteX11" fmla="*/ 663714 w 885155"/>
                      <a:gd name="connsiteY11" fmla="*/ 5311 h 5893"/>
                      <a:gd name="connsiteX12" fmla="*/ 442679 w 885155"/>
                      <a:gd name="connsiteY12" fmla="*/ 5893 h 5893"/>
                      <a:gd name="connsiteX13" fmla="*/ 332162 w 885155"/>
                      <a:gd name="connsiteY13" fmla="*/ 5704 h 5893"/>
                      <a:gd name="connsiteX14" fmla="*/ 221645 w 885155"/>
                      <a:gd name="connsiteY14" fmla="*/ 5369 h 5893"/>
                      <a:gd name="connsiteX15" fmla="*/ 111128 w 885155"/>
                      <a:gd name="connsiteY15" fmla="*/ 4715 h 5893"/>
                      <a:gd name="connsiteX16" fmla="*/ 611 w 885155"/>
                      <a:gd name="connsiteY16" fmla="*/ 3565 h 5893"/>
                      <a:gd name="connsiteX17" fmla="*/ 0 w 885155"/>
                      <a:gd name="connsiteY17" fmla="*/ 2939 h 5893"/>
                      <a:gd name="connsiteX18" fmla="*/ 611 w 885155"/>
                      <a:gd name="connsiteY18" fmla="*/ 2328 h 58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885155" h="5893">
                        <a:moveTo>
                          <a:pt x="611" y="2328"/>
                        </a:moveTo>
                        <a:cubicBezTo>
                          <a:pt x="37455" y="1790"/>
                          <a:pt x="74284" y="1572"/>
                          <a:pt x="111128" y="1179"/>
                        </a:cubicBezTo>
                        <a:lnTo>
                          <a:pt x="221645" y="524"/>
                        </a:lnTo>
                        <a:cubicBezTo>
                          <a:pt x="258489" y="247"/>
                          <a:pt x="295318" y="276"/>
                          <a:pt x="332162" y="189"/>
                        </a:cubicBezTo>
                        <a:lnTo>
                          <a:pt x="442679" y="0"/>
                        </a:lnTo>
                        <a:lnTo>
                          <a:pt x="663714" y="582"/>
                        </a:lnTo>
                        <a:lnTo>
                          <a:pt x="774231" y="1295"/>
                        </a:lnTo>
                        <a:cubicBezTo>
                          <a:pt x="811075" y="1717"/>
                          <a:pt x="847904" y="1964"/>
                          <a:pt x="884748" y="2532"/>
                        </a:cubicBezTo>
                        <a:cubicBezTo>
                          <a:pt x="884981" y="2532"/>
                          <a:pt x="885155" y="2721"/>
                          <a:pt x="885155" y="2954"/>
                        </a:cubicBezTo>
                        <a:cubicBezTo>
                          <a:pt x="885155" y="3172"/>
                          <a:pt x="884966" y="3361"/>
                          <a:pt x="884748" y="3361"/>
                        </a:cubicBezTo>
                        <a:cubicBezTo>
                          <a:pt x="847904" y="3929"/>
                          <a:pt x="811075" y="4176"/>
                          <a:pt x="774231" y="4598"/>
                        </a:cubicBezTo>
                        <a:lnTo>
                          <a:pt x="663714" y="5311"/>
                        </a:lnTo>
                        <a:lnTo>
                          <a:pt x="442679" y="5893"/>
                        </a:lnTo>
                        <a:lnTo>
                          <a:pt x="332162" y="5704"/>
                        </a:lnTo>
                        <a:cubicBezTo>
                          <a:pt x="295318" y="5617"/>
                          <a:pt x="258489" y="5646"/>
                          <a:pt x="221645" y="5369"/>
                        </a:cubicBezTo>
                        <a:lnTo>
                          <a:pt x="111128" y="4715"/>
                        </a:lnTo>
                        <a:cubicBezTo>
                          <a:pt x="74284" y="4322"/>
                          <a:pt x="37455" y="4103"/>
                          <a:pt x="611" y="3565"/>
                        </a:cubicBezTo>
                        <a:cubicBezTo>
                          <a:pt x="262" y="3565"/>
                          <a:pt x="0" y="3274"/>
                          <a:pt x="0" y="2939"/>
                        </a:cubicBezTo>
                        <a:cubicBezTo>
                          <a:pt x="0" y="2605"/>
                          <a:pt x="276" y="2328"/>
                          <a:pt x="611" y="232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4" name="Forme libre : forme 3023">
                    <a:extLst>
                      <a:ext uri="{FF2B5EF4-FFF2-40B4-BE49-F238E27FC236}">
                        <a16:creationId xmlns:a16="http://schemas.microsoft.com/office/drawing/2014/main" id="{106598EE-0098-5B83-B28A-553CABF9FFD7}"/>
                      </a:ext>
                    </a:extLst>
                  </p:cNvPr>
                  <p:cNvSpPr/>
                  <p:nvPr/>
                </p:nvSpPr>
                <p:spPr>
                  <a:xfrm>
                    <a:off x="256639" y="180711"/>
                    <a:ext cx="628703" cy="5893"/>
                  </a:xfrm>
                  <a:custGeom>
                    <a:avLst/>
                    <a:gdLst>
                      <a:gd name="connsiteX0" fmla="*/ 611 w 628703"/>
                      <a:gd name="connsiteY0" fmla="*/ 2328 h 5893"/>
                      <a:gd name="connsiteX1" fmla="*/ 79072 w 628703"/>
                      <a:gd name="connsiteY1" fmla="*/ 1179 h 5893"/>
                      <a:gd name="connsiteX2" fmla="*/ 157532 w 628703"/>
                      <a:gd name="connsiteY2" fmla="*/ 524 h 5893"/>
                      <a:gd name="connsiteX3" fmla="*/ 235993 w 628703"/>
                      <a:gd name="connsiteY3" fmla="*/ 189 h 5893"/>
                      <a:gd name="connsiteX4" fmla="*/ 314453 w 628703"/>
                      <a:gd name="connsiteY4" fmla="*/ 0 h 5893"/>
                      <a:gd name="connsiteX5" fmla="*/ 392914 w 628703"/>
                      <a:gd name="connsiteY5" fmla="*/ 218 h 5893"/>
                      <a:gd name="connsiteX6" fmla="*/ 471375 w 628703"/>
                      <a:gd name="connsiteY6" fmla="*/ 582 h 5893"/>
                      <a:gd name="connsiteX7" fmla="*/ 549835 w 628703"/>
                      <a:gd name="connsiteY7" fmla="*/ 1295 h 5893"/>
                      <a:gd name="connsiteX8" fmla="*/ 628296 w 628703"/>
                      <a:gd name="connsiteY8" fmla="*/ 2532 h 5893"/>
                      <a:gd name="connsiteX9" fmla="*/ 628703 w 628703"/>
                      <a:gd name="connsiteY9" fmla="*/ 2954 h 5893"/>
                      <a:gd name="connsiteX10" fmla="*/ 628296 w 628703"/>
                      <a:gd name="connsiteY10" fmla="*/ 3361 h 5893"/>
                      <a:gd name="connsiteX11" fmla="*/ 549835 w 628703"/>
                      <a:gd name="connsiteY11" fmla="*/ 4598 h 5893"/>
                      <a:gd name="connsiteX12" fmla="*/ 471375 w 628703"/>
                      <a:gd name="connsiteY12" fmla="*/ 5311 h 5893"/>
                      <a:gd name="connsiteX13" fmla="*/ 392914 w 628703"/>
                      <a:gd name="connsiteY13" fmla="*/ 5675 h 5893"/>
                      <a:gd name="connsiteX14" fmla="*/ 314453 w 628703"/>
                      <a:gd name="connsiteY14" fmla="*/ 5893 h 5893"/>
                      <a:gd name="connsiteX15" fmla="*/ 235993 w 628703"/>
                      <a:gd name="connsiteY15" fmla="*/ 5704 h 5893"/>
                      <a:gd name="connsiteX16" fmla="*/ 157532 w 628703"/>
                      <a:gd name="connsiteY16" fmla="*/ 5369 h 5893"/>
                      <a:gd name="connsiteX17" fmla="*/ 79072 w 628703"/>
                      <a:gd name="connsiteY17" fmla="*/ 4715 h 5893"/>
                      <a:gd name="connsiteX18" fmla="*/ 611 w 628703"/>
                      <a:gd name="connsiteY18" fmla="*/ 3565 h 5893"/>
                      <a:gd name="connsiteX19" fmla="*/ 0 w 628703"/>
                      <a:gd name="connsiteY19" fmla="*/ 2925 h 5893"/>
                      <a:gd name="connsiteX20" fmla="*/ 611 w 628703"/>
                      <a:gd name="connsiteY20" fmla="*/ 2314 h 58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628703" h="5893">
                        <a:moveTo>
                          <a:pt x="611" y="2328"/>
                        </a:moveTo>
                        <a:cubicBezTo>
                          <a:pt x="26760" y="1790"/>
                          <a:pt x="52923" y="1572"/>
                          <a:pt x="79072" y="1179"/>
                        </a:cubicBezTo>
                        <a:lnTo>
                          <a:pt x="157532" y="524"/>
                        </a:lnTo>
                        <a:cubicBezTo>
                          <a:pt x="183681" y="247"/>
                          <a:pt x="209844" y="276"/>
                          <a:pt x="235993" y="189"/>
                        </a:cubicBezTo>
                        <a:lnTo>
                          <a:pt x="314453" y="0"/>
                        </a:lnTo>
                        <a:lnTo>
                          <a:pt x="392914" y="218"/>
                        </a:lnTo>
                        <a:cubicBezTo>
                          <a:pt x="419063" y="349"/>
                          <a:pt x="445226" y="276"/>
                          <a:pt x="471375" y="582"/>
                        </a:cubicBezTo>
                        <a:lnTo>
                          <a:pt x="549835" y="1295"/>
                        </a:lnTo>
                        <a:cubicBezTo>
                          <a:pt x="575984" y="1717"/>
                          <a:pt x="602147" y="1964"/>
                          <a:pt x="628296" y="2532"/>
                        </a:cubicBezTo>
                        <a:cubicBezTo>
                          <a:pt x="628529" y="2532"/>
                          <a:pt x="628703" y="2721"/>
                          <a:pt x="628703" y="2954"/>
                        </a:cubicBezTo>
                        <a:cubicBezTo>
                          <a:pt x="628703" y="3172"/>
                          <a:pt x="628514" y="3361"/>
                          <a:pt x="628296" y="3361"/>
                        </a:cubicBezTo>
                        <a:cubicBezTo>
                          <a:pt x="602147" y="3929"/>
                          <a:pt x="575984" y="4176"/>
                          <a:pt x="549835" y="4598"/>
                        </a:cubicBezTo>
                        <a:lnTo>
                          <a:pt x="471375" y="5311"/>
                        </a:lnTo>
                        <a:cubicBezTo>
                          <a:pt x="445226" y="5617"/>
                          <a:pt x="419063" y="5544"/>
                          <a:pt x="392914" y="5675"/>
                        </a:cubicBezTo>
                        <a:lnTo>
                          <a:pt x="314453" y="5893"/>
                        </a:lnTo>
                        <a:lnTo>
                          <a:pt x="235993" y="5704"/>
                        </a:lnTo>
                        <a:cubicBezTo>
                          <a:pt x="209844" y="5617"/>
                          <a:pt x="183681" y="5646"/>
                          <a:pt x="157532" y="5369"/>
                        </a:cubicBezTo>
                        <a:lnTo>
                          <a:pt x="79072" y="4715"/>
                        </a:lnTo>
                        <a:cubicBezTo>
                          <a:pt x="52923" y="4322"/>
                          <a:pt x="26760" y="4103"/>
                          <a:pt x="611" y="3565"/>
                        </a:cubicBezTo>
                        <a:cubicBezTo>
                          <a:pt x="262" y="3565"/>
                          <a:pt x="0" y="3274"/>
                          <a:pt x="0" y="2925"/>
                        </a:cubicBezTo>
                        <a:cubicBezTo>
                          <a:pt x="0" y="2590"/>
                          <a:pt x="276" y="2328"/>
                          <a:pt x="611" y="231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5" name="Forme libre : forme 3024">
                    <a:extLst>
                      <a:ext uri="{FF2B5EF4-FFF2-40B4-BE49-F238E27FC236}">
                        <a16:creationId xmlns:a16="http://schemas.microsoft.com/office/drawing/2014/main" id="{1488E961-5F6C-A60A-6F85-F46C5694878D}"/>
                      </a:ext>
                    </a:extLst>
                  </p:cNvPr>
                  <p:cNvSpPr/>
                  <p:nvPr/>
                </p:nvSpPr>
                <p:spPr>
                  <a:xfrm>
                    <a:off x="90011" y="550925"/>
                    <a:ext cx="961986" cy="5893"/>
                  </a:xfrm>
                  <a:custGeom>
                    <a:avLst/>
                    <a:gdLst>
                      <a:gd name="connsiteX0" fmla="*/ 612 w 961986"/>
                      <a:gd name="connsiteY0" fmla="*/ 2328 h 5893"/>
                      <a:gd name="connsiteX1" fmla="*/ 120733 w 961986"/>
                      <a:gd name="connsiteY1" fmla="*/ 1179 h 5893"/>
                      <a:gd name="connsiteX2" fmla="*/ 240854 w 961986"/>
                      <a:gd name="connsiteY2" fmla="*/ 524 h 5893"/>
                      <a:gd name="connsiteX3" fmla="*/ 360974 w 961986"/>
                      <a:gd name="connsiteY3" fmla="*/ 189 h 5893"/>
                      <a:gd name="connsiteX4" fmla="*/ 481095 w 961986"/>
                      <a:gd name="connsiteY4" fmla="*/ 0 h 5893"/>
                      <a:gd name="connsiteX5" fmla="*/ 721337 w 961986"/>
                      <a:gd name="connsiteY5" fmla="*/ 582 h 5893"/>
                      <a:gd name="connsiteX6" fmla="*/ 841458 w 961986"/>
                      <a:gd name="connsiteY6" fmla="*/ 1295 h 5893"/>
                      <a:gd name="connsiteX7" fmla="*/ 961579 w 961986"/>
                      <a:gd name="connsiteY7" fmla="*/ 2532 h 5893"/>
                      <a:gd name="connsiteX8" fmla="*/ 961987 w 961986"/>
                      <a:gd name="connsiteY8" fmla="*/ 2954 h 5893"/>
                      <a:gd name="connsiteX9" fmla="*/ 961579 w 961986"/>
                      <a:gd name="connsiteY9" fmla="*/ 3361 h 5893"/>
                      <a:gd name="connsiteX10" fmla="*/ 841458 w 961986"/>
                      <a:gd name="connsiteY10" fmla="*/ 4598 h 5893"/>
                      <a:gd name="connsiteX11" fmla="*/ 721337 w 961986"/>
                      <a:gd name="connsiteY11" fmla="*/ 5311 h 5893"/>
                      <a:gd name="connsiteX12" fmla="*/ 481095 w 961986"/>
                      <a:gd name="connsiteY12" fmla="*/ 5893 h 5893"/>
                      <a:gd name="connsiteX13" fmla="*/ 360974 w 961986"/>
                      <a:gd name="connsiteY13" fmla="*/ 5704 h 5893"/>
                      <a:gd name="connsiteX14" fmla="*/ 240854 w 961986"/>
                      <a:gd name="connsiteY14" fmla="*/ 5369 h 5893"/>
                      <a:gd name="connsiteX15" fmla="*/ 120733 w 961986"/>
                      <a:gd name="connsiteY15" fmla="*/ 4715 h 5893"/>
                      <a:gd name="connsiteX16" fmla="*/ 612 w 961986"/>
                      <a:gd name="connsiteY16" fmla="*/ 3565 h 5893"/>
                      <a:gd name="connsiteX17" fmla="*/ 1 w 961986"/>
                      <a:gd name="connsiteY17" fmla="*/ 2939 h 5893"/>
                      <a:gd name="connsiteX18" fmla="*/ 612 w 961986"/>
                      <a:gd name="connsiteY18" fmla="*/ 2328 h 58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961986" h="5893">
                        <a:moveTo>
                          <a:pt x="612" y="2328"/>
                        </a:moveTo>
                        <a:lnTo>
                          <a:pt x="120733" y="1179"/>
                        </a:lnTo>
                        <a:lnTo>
                          <a:pt x="240854" y="524"/>
                        </a:lnTo>
                        <a:cubicBezTo>
                          <a:pt x="280899" y="247"/>
                          <a:pt x="320929" y="276"/>
                          <a:pt x="360974" y="189"/>
                        </a:cubicBezTo>
                        <a:lnTo>
                          <a:pt x="481095" y="0"/>
                        </a:lnTo>
                        <a:lnTo>
                          <a:pt x="721337" y="582"/>
                        </a:lnTo>
                        <a:lnTo>
                          <a:pt x="841458" y="1295"/>
                        </a:lnTo>
                        <a:cubicBezTo>
                          <a:pt x="881503" y="1717"/>
                          <a:pt x="921534" y="1964"/>
                          <a:pt x="961579" y="2532"/>
                        </a:cubicBezTo>
                        <a:cubicBezTo>
                          <a:pt x="961812" y="2532"/>
                          <a:pt x="961987" y="2721"/>
                          <a:pt x="961987" y="2954"/>
                        </a:cubicBezTo>
                        <a:cubicBezTo>
                          <a:pt x="961987" y="3187"/>
                          <a:pt x="961797" y="3361"/>
                          <a:pt x="961579" y="3361"/>
                        </a:cubicBezTo>
                        <a:cubicBezTo>
                          <a:pt x="921534" y="3929"/>
                          <a:pt x="881503" y="4176"/>
                          <a:pt x="841458" y="4598"/>
                        </a:cubicBezTo>
                        <a:lnTo>
                          <a:pt x="721337" y="5311"/>
                        </a:lnTo>
                        <a:lnTo>
                          <a:pt x="481095" y="5893"/>
                        </a:lnTo>
                        <a:lnTo>
                          <a:pt x="360974" y="5704"/>
                        </a:lnTo>
                        <a:cubicBezTo>
                          <a:pt x="320929" y="5617"/>
                          <a:pt x="280899" y="5646"/>
                          <a:pt x="240854" y="5369"/>
                        </a:cubicBezTo>
                        <a:lnTo>
                          <a:pt x="120733" y="4715"/>
                        </a:lnTo>
                        <a:lnTo>
                          <a:pt x="612" y="3565"/>
                        </a:lnTo>
                        <a:cubicBezTo>
                          <a:pt x="262" y="3565"/>
                          <a:pt x="-14" y="3274"/>
                          <a:pt x="1" y="2939"/>
                        </a:cubicBezTo>
                        <a:cubicBezTo>
                          <a:pt x="1" y="2605"/>
                          <a:pt x="277" y="2328"/>
                          <a:pt x="612" y="232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6" name="Forme libre : forme 3025">
                    <a:extLst>
                      <a:ext uri="{FF2B5EF4-FFF2-40B4-BE49-F238E27FC236}">
                        <a16:creationId xmlns:a16="http://schemas.microsoft.com/office/drawing/2014/main" id="{50257A29-0720-58AD-0E68-17E7534BC3E5}"/>
                      </a:ext>
                    </a:extLst>
                  </p:cNvPr>
                  <p:cNvSpPr/>
                  <p:nvPr/>
                </p:nvSpPr>
                <p:spPr>
                  <a:xfrm>
                    <a:off x="128427" y="736032"/>
                    <a:ext cx="885155" cy="5893"/>
                  </a:xfrm>
                  <a:custGeom>
                    <a:avLst/>
                    <a:gdLst>
                      <a:gd name="connsiteX0" fmla="*/ 611 w 885155"/>
                      <a:gd name="connsiteY0" fmla="*/ 2328 h 5893"/>
                      <a:gd name="connsiteX1" fmla="*/ 111128 w 885155"/>
                      <a:gd name="connsiteY1" fmla="*/ 1179 h 5893"/>
                      <a:gd name="connsiteX2" fmla="*/ 221645 w 885155"/>
                      <a:gd name="connsiteY2" fmla="*/ 524 h 5893"/>
                      <a:gd name="connsiteX3" fmla="*/ 332162 w 885155"/>
                      <a:gd name="connsiteY3" fmla="*/ 189 h 5893"/>
                      <a:gd name="connsiteX4" fmla="*/ 442679 w 885155"/>
                      <a:gd name="connsiteY4" fmla="*/ 0 h 5893"/>
                      <a:gd name="connsiteX5" fmla="*/ 663714 w 885155"/>
                      <a:gd name="connsiteY5" fmla="*/ 582 h 5893"/>
                      <a:gd name="connsiteX6" fmla="*/ 774231 w 885155"/>
                      <a:gd name="connsiteY6" fmla="*/ 1295 h 5893"/>
                      <a:gd name="connsiteX7" fmla="*/ 884748 w 885155"/>
                      <a:gd name="connsiteY7" fmla="*/ 2532 h 5893"/>
                      <a:gd name="connsiteX8" fmla="*/ 885155 w 885155"/>
                      <a:gd name="connsiteY8" fmla="*/ 2954 h 5893"/>
                      <a:gd name="connsiteX9" fmla="*/ 884748 w 885155"/>
                      <a:gd name="connsiteY9" fmla="*/ 3361 h 5893"/>
                      <a:gd name="connsiteX10" fmla="*/ 774231 w 885155"/>
                      <a:gd name="connsiteY10" fmla="*/ 4598 h 5893"/>
                      <a:gd name="connsiteX11" fmla="*/ 663714 w 885155"/>
                      <a:gd name="connsiteY11" fmla="*/ 5311 h 5893"/>
                      <a:gd name="connsiteX12" fmla="*/ 442679 w 885155"/>
                      <a:gd name="connsiteY12" fmla="*/ 5893 h 5893"/>
                      <a:gd name="connsiteX13" fmla="*/ 332162 w 885155"/>
                      <a:gd name="connsiteY13" fmla="*/ 5704 h 5893"/>
                      <a:gd name="connsiteX14" fmla="*/ 221645 w 885155"/>
                      <a:gd name="connsiteY14" fmla="*/ 5369 h 5893"/>
                      <a:gd name="connsiteX15" fmla="*/ 111128 w 885155"/>
                      <a:gd name="connsiteY15" fmla="*/ 4715 h 5893"/>
                      <a:gd name="connsiteX16" fmla="*/ 611 w 885155"/>
                      <a:gd name="connsiteY16" fmla="*/ 3565 h 5893"/>
                      <a:gd name="connsiteX17" fmla="*/ 0 w 885155"/>
                      <a:gd name="connsiteY17" fmla="*/ 2939 h 5893"/>
                      <a:gd name="connsiteX18" fmla="*/ 611 w 885155"/>
                      <a:gd name="connsiteY18" fmla="*/ 2328 h 58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885155" h="5893">
                        <a:moveTo>
                          <a:pt x="611" y="2328"/>
                        </a:moveTo>
                        <a:cubicBezTo>
                          <a:pt x="37455" y="1790"/>
                          <a:pt x="74284" y="1572"/>
                          <a:pt x="111128" y="1179"/>
                        </a:cubicBezTo>
                        <a:lnTo>
                          <a:pt x="221645" y="524"/>
                        </a:lnTo>
                        <a:cubicBezTo>
                          <a:pt x="258489" y="247"/>
                          <a:pt x="295318" y="276"/>
                          <a:pt x="332162" y="189"/>
                        </a:cubicBezTo>
                        <a:lnTo>
                          <a:pt x="442679" y="0"/>
                        </a:lnTo>
                        <a:lnTo>
                          <a:pt x="663714" y="582"/>
                        </a:lnTo>
                        <a:lnTo>
                          <a:pt x="774231" y="1295"/>
                        </a:lnTo>
                        <a:cubicBezTo>
                          <a:pt x="811075" y="1717"/>
                          <a:pt x="847904" y="1964"/>
                          <a:pt x="884748" y="2532"/>
                        </a:cubicBezTo>
                        <a:cubicBezTo>
                          <a:pt x="884981" y="2532"/>
                          <a:pt x="885155" y="2721"/>
                          <a:pt x="885155" y="2954"/>
                        </a:cubicBezTo>
                        <a:cubicBezTo>
                          <a:pt x="885155" y="3172"/>
                          <a:pt x="884966" y="3361"/>
                          <a:pt x="884748" y="3361"/>
                        </a:cubicBezTo>
                        <a:cubicBezTo>
                          <a:pt x="847904" y="3929"/>
                          <a:pt x="811075" y="4176"/>
                          <a:pt x="774231" y="4598"/>
                        </a:cubicBezTo>
                        <a:lnTo>
                          <a:pt x="663714" y="5311"/>
                        </a:lnTo>
                        <a:lnTo>
                          <a:pt x="442679" y="5893"/>
                        </a:lnTo>
                        <a:lnTo>
                          <a:pt x="332162" y="5704"/>
                        </a:lnTo>
                        <a:cubicBezTo>
                          <a:pt x="295318" y="5617"/>
                          <a:pt x="258489" y="5646"/>
                          <a:pt x="221645" y="5369"/>
                        </a:cubicBezTo>
                        <a:lnTo>
                          <a:pt x="111128" y="4715"/>
                        </a:lnTo>
                        <a:cubicBezTo>
                          <a:pt x="74284" y="4322"/>
                          <a:pt x="37455" y="4103"/>
                          <a:pt x="611" y="3565"/>
                        </a:cubicBezTo>
                        <a:cubicBezTo>
                          <a:pt x="262" y="3565"/>
                          <a:pt x="0" y="3274"/>
                          <a:pt x="0" y="2939"/>
                        </a:cubicBezTo>
                        <a:cubicBezTo>
                          <a:pt x="0" y="2605"/>
                          <a:pt x="276" y="2328"/>
                          <a:pt x="611" y="232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27" name="Forme libre : forme 3026">
                    <a:extLst>
                      <a:ext uri="{FF2B5EF4-FFF2-40B4-BE49-F238E27FC236}">
                        <a16:creationId xmlns:a16="http://schemas.microsoft.com/office/drawing/2014/main" id="{BAC56200-57BA-7BDC-6583-2024AF6ED543}"/>
                      </a:ext>
                    </a:extLst>
                  </p:cNvPr>
                  <p:cNvSpPr/>
                  <p:nvPr/>
                </p:nvSpPr>
                <p:spPr>
                  <a:xfrm>
                    <a:off x="270870" y="921896"/>
                    <a:ext cx="632079" cy="4365"/>
                  </a:xfrm>
                  <a:custGeom>
                    <a:avLst/>
                    <a:gdLst>
                      <a:gd name="connsiteX0" fmla="*/ 629896 w 632079"/>
                      <a:gd name="connsiteY0" fmla="*/ 4365 h 4365"/>
                      <a:gd name="connsiteX1" fmla="*/ 2183 w 632079"/>
                      <a:gd name="connsiteY1" fmla="*/ 4365 h 4365"/>
                      <a:gd name="connsiteX2" fmla="*/ 0 w 632079"/>
                      <a:gd name="connsiteY2" fmla="*/ 2183 h 4365"/>
                      <a:gd name="connsiteX3" fmla="*/ 2183 w 632079"/>
                      <a:gd name="connsiteY3" fmla="*/ 0 h 4365"/>
                      <a:gd name="connsiteX4" fmla="*/ 629896 w 632079"/>
                      <a:gd name="connsiteY4" fmla="*/ 0 h 4365"/>
                      <a:gd name="connsiteX5" fmla="*/ 632079 w 632079"/>
                      <a:gd name="connsiteY5" fmla="*/ 2183 h 4365"/>
                      <a:gd name="connsiteX6" fmla="*/ 629896 w 632079"/>
                      <a:gd name="connsiteY6" fmla="*/ 4365 h 43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32079" h="4365">
                        <a:moveTo>
                          <a:pt x="629896" y="4365"/>
                        </a:moveTo>
                        <a:lnTo>
                          <a:pt x="2183" y="4365"/>
                        </a:lnTo>
                        <a:cubicBezTo>
                          <a:pt x="975" y="4365"/>
                          <a:pt x="0" y="3390"/>
                          <a:pt x="0" y="2183"/>
                        </a:cubicBezTo>
                        <a:cubicBezTo>
                          <a:pt x="0" y="975"/>
                          <a:pt x="975" y="0"/>
                          <a:pt x="2183" y="0"/>
                        </a:cubicBezTo>
                        <a:lnTo>
                          <a:pt x="629896" y="0"/>
                        </a:lnTo>
                        <a:cubicBezTo>
                          <a:pt x="631104" y="0"/>
                          <a:pt x="632079" y="975"/>
                          <a:pt x="632079" y="2183"/>
                        </a:cubicBezTo>
                        <a:cubicBezTo>
                          <a:pt x="632079" y="3390"/>
                          <a:pt x="631104" y="4365"/>
                          <a:pt x="629896" y="436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939" name="Graphique 8">
                <a:extLst>
                  <a:ext uri="{FF2B5EF4-FFF2-40B4-BE49-F238E27FC236}">
                    <a16:creationId xmlns:a16="http://schemas.microsoft.com/office/drawing/2014/main" id="{AB7783B1-A610-BBCE-6B86-816C4DEB1281}"/>
                  </a:ext>
                </a:extLst>
              </p:cNvPr>
              <p:cNvGrpSpPr/>
              <p:nvPr/>
            </p:nvGrpSpPr>
            <p:grpSpPr>
              <a:xfrm>
                <a:off x="0" y="367652"/>
                <a:ext cx="599016" cy="434937"/>
                <a:chOff x="0" y="367652"/>
                <a:chExt cx="599016" cy="434937"/>
              </a:xfrm>
            </p:grpSpPr>
            <p:sp>
              <p:nvSpPr>
                <p:cNvPr id="3014" name="Forme libre : forme 3013">
                  <a:extLst>
                    <a:ext uri="{FF2B5EF4-FFF2-40B4-BE49-F238E27FC236}">
                      <a16:creationId xmlns:a16="http://schemas.microsoft.com/office/drawing/2014/main" id="{85A0BDD1-0C31-2728-3DFD-46DC85F7358A}"/>
                    </a:ext>
                  </a:extLst>
                </p:cNvPr>
                <p:cNvSpPr/>
                <p:nvPr/>
              </p:nvSpPr>
              <p:spPr>
                <a:xfrm>
                  <a:off x="183271" y="423994"/>
                  <a:ext cx="415745" cy="302637"/>
                </a:xfrm>
                <a:custGeom>
                  <a:avLst/>
                  <a:gdLst>
                    <a:gd name="connsiteX0" fmla="*/ 415745 w 415745"/>
                    <a:gd name="connsiteY0" fmla="*/ 171065 h 302637"/>
                    <a:gd name="connsiteX1" fmla="*/ 12339 w 415745"/>
                    <a:gd name="connsiteY1" fmla="*/ 0 h 302637"/>
                    <a:gd name="connsiteX2" fmla="*/ 0 w 415745"/>
                    <a:gd name="connsiteY2" fmla="*/ 150199 h 302637"/>
                    <a:gd name="connsiteX3" fmla="*/ 11568 w 415745"/>
                    <a:gd name="connsiteY3" fmla="*/ 150024 h 302637"/>
                    <a:gd name="connsiteX4" fmla="*/ 317378 w 415745"/>
                    <a:gd name="connsiteY4" fmla="*/ 302638 h 302637"/>
                    <a:gd name="connsiteX5" fmla="*/ 396479 w 415745"/>
                    <a:gd name="connsiteY5" fmla="*/ 192703 h 302637"/>
                    <a:gd name="connsiteX6" fmla="*/ 415745 w 415745"/>
                    <a:gd name="connsiteY6" fmla="*/ 171065 h 302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15745" h="302637">
                      <a:moveTo>
                        <a:pt x="415745" y="171065"/>
                      </a:moveTo>
                      <a:cubicBezTo>
                        <a:pt x="319154" y="79450"/>
                        <a:pt x="155713" y="204"/>
                        <a:pt x="12339" y="0"/>
                      </a:cubicBezTo>
                      <a:lnTo>
                        <a:pt x="0" y="150199"/>
                      </a:lnTo>
                      <a:cubicBezTo>
                        <a:pt x="3842" y="150082"/>
                        <a:pt x="7698" y="150024"/>
                        <a:pt x="11568" y="150024"/>
                      </a:cubicBezTo>
                      <a:cubicBezTo>
                        <a:pt x="130947" y="150024"/>
                        <a:pt x="246804" y="217338"/>
                        <a:pt x="317378" y="302638"/>
                      </a:cubicBezTo>
                      <a:cubicBezTo>
                        <a:pt x="336921" y="261530"/>
                        <a:pt x="377431" y="234480"/>
                        <a:pt x="396479" y="192703"/>
                      </a:cubicBezTo>
                      <a:lnTo>
                        <a:pt x="415745" y="171065"/>
                      </a:lnTo>
                      <a:close/>
                    </a:path>
                  </a:pathLst>
                </a:custGeom>
                <a:solidFill>
                  <a:srgbClr val="8078D5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5" name="Forme libre : forme 3014">
                  <a:extLst>
                    <a:ext uri="{FF2B5EF4-FFF2-40B4-BE49-F238E27FC236}">
                      <a16:creationId xmlns:a16="http://schemas.microsoft.com/office/drawing/2014/main" id="{4C7110FD-4C42-425B-EAA6-0442A1C68151}"/>
                    </a:ext>
                  </a:extLst>
                </p:cNvPr>
                <p:cNvSpPr/>
                <p:nvPr/>
              </p:nvSpPr>
              <p:spPr>
                <a:xfrm>
                  <a:off x="19249" y="367652"/>
                  <a:ext cx="252494" cy="137451"/>
                </a:xfrm>
                <a:custGeom>
                  <a:avLst/>
                  <a:gdLst>
                    <a:gd name="connsiteX0" fmla="*/ 232093 w 252494"/>
                    <a:gd name="connsiteY0" fmla="*/ 0 h 137451"/>
                    <a:gd name="connsiteX1" fmla="*/ 0 w 252494"/>
                    <a:gd name="connsiteY1" fmla="*/ 112773 h 137451"/>
                    <a:gd name="connsiteX2" fmla="*/ 33002 w 252494"/>
                    <a:gd name="connsiteY2" fmla="*/ 137452 h 137451"/>
                    <a:gd name="connsiteX3" fmla="*/ 242556 w 252494"/>
                    <a:gd name="connsiteY3" fmla="*/ 137452 h 137451"/>
                    <a:gd name="connsiteX4" fmla="*/ 252494 w 252494"/>
                    <a:gd name="connsiteY4" fmla="*/ 6228 h 137451"/>
                    <a:gd name="connsiteX5" fmla="*/ 232093 w 252494"/>
                    <a:gd name="connsiteY5" fmla="*/ 0 h 137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2494" h="137451">
                      <a:moveTo>
                        <a:pt x="232093" y="0"/>
                      </a:moveTo>
                      <a:lnTo>
                        <a:pt x="0" y="112773"/>
                      </a:lnTo>
                      <a:lnTo>
                        <a:pt x="33002" y="137452"/>
                      </a:lnTo>
                      <a:lnTo>
                        <a:pt x="242556" y="137452"/>
                      </a:lnTo>
                      <a:lnTo>
                        <a:pt x="252494" y="6228"/>
                      </a:lnTo>
                      <a:lnTo>
                        <a:pt x="232093" y="0"/>
                      </a:lnTo>
                      <a:close/>
                    </a:path>
                  </a:pathLst>
                </a:custGeom>
                <a:solidFill>
                  <a:srgbClr val="8078D5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016" name="Graphique 8">
                  <a:extLst>
                    <a:ext uri="{FF2B5EF4-FFF2-40B4-BE49-F238E27FC236}">
                      <a16:creationId xmlns:a16="http://schemas.microsoft.com/office/drawing/2014/main" id="{A0662C9F-E33A-D8AC-4C57-F8DF32BE5DDB}"/>
                    </a:ext>
                  </a:extLst>
                </p:cNvPr>
                <p:cNvGrpSpPr/>
                <p:nvPr/>
              </p:nvGrpSpPr>
              <p:grpSpPr>
                <a:xfrm>
                  <a:off x="0" y="367652"/>
                  <a:ext cx="582878" cy="434937"/>
                  <a:chOff x="0" y="367652"/>
                  <a:chExt cx="582878" cy="434937"/>
                </a:xfrm>
                <a:solidFill>
                  <a:srgbClr val="4438B7"/>
                </a:solidFill>
              </p:grpSpPr>
              <p:sp>
                <p:nvSpPr>
                  <p:cNvPr id="3017" name="Forme libre : forme 3016">
                    <a:extLst>
                      <a:ext uri="{FF2B5EF4-FFF2-40B4-BE49-F238E27FC236}">
                        <a16:creationId xmlns:a16="http://schemas.microsoft.com/office/drawing/2014/main" id="{F1661378-C0CB-73A3-2520-ECED5369ED98}"/>
                      </a:ext>
                    </a:extLst>
                  </p:cNvPr>
                  <p:cNvSpPr/>
                  <p:nvPr/>
                </p:nvSpPr>
                <p:spPr>
                  <a:xfrm>
                    <a:off x="0" y="367652"/>
                    <a:ext cx="251341" cy="293514"/>
                  </a:xfrm>
                  <a:custGeom>
                    <a:avLst/>
                    <a:gdLst>
                      <a:gd name="connsiteX0" fmla="*/ 251342 w 251341"/>
                      <a:gd name="connsiteY0" fmla="*/ 0 h 293514"/>
                      <a:gd name="connsiteX1" fmla="*/ 229078 w 251341"/>
                      <a:gd name="connsiteY1" fmla="*/ 293514 h 293514"/>
                      <a:gd name="connsiteX2" fmla="*/ 1030 w 251341"/>
                      <a:gd name="connsiteY2" fmla="*/ 124850 h 293514"/>
                      <a:gd name="connsiteX3" fmla="*/ 1438 w 251341"/>
                      <a:gd name="connsiteY3" fmla="*/ 120514 h 293514"/>
                      <a:gd name="connsiteX4" fmla="*/ 251342 w 251341"/>
                      <a:gd name="connsiteY4" fmla="*/ 0 h 2935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51341" h="293514">
                        <a:moveTo>
                          <a:pt x="251342" y="0"/>
                        </a:moveTo>
                        <a:lnTo>
                          <a:pt x="229078" y="293514"/>
                        </a:lnTo>
                        <a:lnTo>
                          <a:pt x="1030" y="124850"/>
                        </a:lnTo>
                        <a:cubicBezTo>
                          <a:pt x="-512" y="123715"/>
                          <a:pt x="-279" y="121343"/>
                          <a:pt x="1438" y="120514"/>
                        </a:cubicBezTo>
                        <a:lnTo>
                          <a:pt x="251342" y="0"/>
                        </a:lnTo>
                        <a:close/>
                      </a:path>
                    </a:pathLst>
                  </a:custGeom>
                  <a:solidFill>
                    <a:srgbClr val="4438B7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8" name="Forme libre : forme 3017">
                    <a:extLst>
                      <a:ext uri="{FF2B5EF4-FFF2-40B4-BE49-F238E27FC236}">
                        <a16:creationId xmlns:a16="http://schemas.microsoft.com/office/drawing/2014/main" id="{60D2B980-F220-55E0-47B2-6E133E8077F7}"/>
                      </a:ext>
                    </a:extLst>
                  </p:cNvPr>
                  <p:cNvSpPr/>
                  <p:nvPr/>
                </p:nvSpPr>
                <p:spPr>
                  <a:xfrm>
                    <a:off x="161662" y="432987"/>
                    <a:ext cx="421216" cy="369602"/>
                  </a:xfrm>
                  <a:custGeom>
                    <a:avLst/>
                    <a:gdLst>
                      <a:gd name="connsiteX0" fmla="*/ 325047 w 421216"/>
                      <a:gd name="connsiteY0" fmla="*/ 369603 h 369602"/>
                      <a:gd name="connsiteX1" fmla="*/ 421216 w 421216"/>
                      <a:gd name="connsiteY1" fmla="*/ 181658 h 369602"/>
                      <a:gd name="connsiteX2" fmla="*/ 12340 w 421216"/>
                      <a:gd name="connsiteY2" fmla="*/ 0 h 369602"/>
                      <a:gd name="connsiteX3" fmla="*/ 0 w 421216"/>
                      <a:gd name="connsiteY3" fmla="*/ 150199 h 369602"/>
                      <a:gd name="connsiteX4" fmla="*/ 11568 w 421216"/>
                      <a:gd name="connsiteY4" fmla="*/ 150024 h 369602"/>
                      <a:gd name="connsiteX5" fmla="*/ 325047 w 421216"/>
                      <a:gd name="connsiteY5" fmla="*/ 369603 h 3696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21216" h="369602">
                        <a:moveTo>
                          <a:pt x="325047" y="369603"/>
                        </a:moveTo>
                        <a:cubicBezTo>
                          <a:pt x="346641" y="320623"/>
                          <a:pt x="386715" y="221776"/>
                          <a:pt x="421216" y="181658"/>
                        </a:cubicBezTo>
                        <a:cubicBezTo>
                          <a:pt x="323068" y="77369"/>
                          <a:pt x="166831" y="204"/>
                          <a:pt x="12340" y="0"/>
                        </a:cubicBezTo>
                        <a:lnTo>
                          <a:pt x="0" y="150199"/>
                        </a:lnTo>
                        <a:cubicBezTo>
                          <a:pt x="3842" y="150082"/>
                          <a:pt x="7698" y="150024"/>
                          <a:pt x="11568" y="150024"/>
                        </a:cubicBezTo>
                        <a:cubicBezTo>
                          <a:pt x="137495" y="150024"/>
                          <a:pt x="303089" y="240082"/>
                          <a:pt x="325047" y="369603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940" name="Graphique 8">
                <a:extLst>
                  <a:ext uri="{FF2B5EF4-FFF2-40B4-BE49-F238E27FC236}">
                    <a16:creationId xmlns:a16="http://schemas.microsoft.com/office/drawing/2014/main" id="{231B865C-AD54-3AA1-CCCC-27D46CB8CA4C}"/>
                  </a:ext>
                </a:extLst>
              </p:cNvPr>
              <p:cNvGrpSpPr/>
              <p:nvPr/>
            </p:nvGrpSpPr>
            <p:grpSpPr>
              <a:xfrm>
                <a:off x="444282" y="0"/>
                <a:ext cx="313619" cy="622415"/>
                <a:chOff x="444282" y="0"/>
                <a:chExt cx="313619" cy="622415"/>
              </a:xfrm>
            </p:grpSpPr>
            <p:grpSp>
              <p:nvGrpSpPr>
                <p:cNvPr id="3007" name="Graphique 8">
                  <a:extLst>
                    <a:ext uri="{FF2B5EF4-FFF2-40B4-BE49-F238E27FC236}">
                      <a16:creationId xmlns:a16="http://schemas.microsoft.com/office/drawing/2014/main" id="{3D215076-DBDF-0BE2-B0F4-356312ACF17B}"/>
                    </a:ext>
                  </a:extLst>
                </p:cNvPr>
                <p:cNvGrpSpPr/>
                <p:nvPr/>
              </p:nvGrpSpPr>
              <p:grpSpPr>
                <a:xfrm>
                  <a:off x="444282" y="0"/>
                  <a:ext cx="313619" cy="622415"/>
                  <a:chOff x="444282" y="0"/>
                  <a:chExt cx="313619" cy="622415"/>
                </a:xfrm>
              </p:grpSpPr>
              <p:sp>
                <p:nvSpPr>
                  <p:cNvPr id="3009" name="Forme libre : forme 3008">
                    <a:extLst>
                      <a:ext uri="{FF2B5EF4-FFF2-40B4-BE49-F238E27FC236}">
                        <a16:creationId xmlns:a16="http://schemas.microsoft.com/office/drawing/2014/main" id="{989AD094-BCA1-4D61-9046-3C5E3192DF32}"/>
                      </a:ext>
                    </a:extLst>
                  </p:cNvPr>
                  <p:cNvSpPr/>
                  <p:nvPr/>
                </p:nvSpPr>
                <p:spPr>
                  <a:xfrm>
                    <a:off x="464751" y="391"/>
                    <a:ext cx="293150" cy="242337"/>
                  </a:xfrm>
                  <a:custGeom>
                    <a:avLst/>
                    <a:gdLst>
                      <a:gd name="connsiteX0" fmla="*/ 145018 w 293150"/>
                      <a:gd name="connsiteY0" fmla="*/ 2692 h 242337"/>
                      <a:gd name="connsiteX1" fmla="*/ 118040 w 293150"/>
                      <a:gd name="connsiteY1" fmla="*/ 0 h 242337"/>
                      <a:gd name="connsiteX2" fmla="*/ 124414 w 293150"/>
                      <a:gd name="connsiteY2" fmla="*/ 13169 h 242337"/>
                      <a:gd name="connsiteX3" fmla="*/ 0 w 293150"/>
                      <a:gd name="connsiteY3" fmla="*/ 227990 h 242337"/>
                      <a:gd name="connsiteX4" fmla="*/ 222999 w 293150"/>
                      <a:gd name="connsiteY4" fmla="*/ 227990 h 242337"/>
                      <a:gd name="connsiteX5" fmla="*/ 271862 w 293150"/>
                      <a:gd name="connsiteY5" fmla="*/ 242337 h 242337"/>
                      <a:gd name="connsiteX6" fmla="*/ 293150 w 293150"/>
                      <a:gd name="connsiteY6" fmla="*/ 230449 h 242337"/>
                      <a:gd name="connsiteX7" fmla="*/ 145018 w 293150"/>
                      <a:gd name="connsiteY7" fmla="*/ 2692 h 2423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93150" h="242337">
                        <a:moveTo>
                          <a:pt x="145018" y="2692"/>
                        </a:moveTo>
                        <a:lnTo>
                          <a:pt x="118040" y="0"/>
                        </a:lnTo>
                        <a:lnTo>
                          <a:pt x="124414" y="13169"/>
                        </a:lnTo>
                        <a:lnTo>
                          <a:pt x="0" y="227990"/>
                        </a:lnTo>
                        <a:lnTo>
                          <a:pt x="222999" y="227990"/>
                        </a:lnTo>
                        <a:lnTo>
                          <a:pt x="271862" y="242337"/>
                        </a:lnTo>
                        <a:lnTo>
                          <a:pt x="293150" y="230449"/>
                        </a:lnTo>
                        <a:lnTo>
                          <a:pt x="145018" y="2692"/>
                        </a:lnTo>
                        <a:close/>
                      </a:path>
                    </a:pathLst>
                  </a:custGeom>
                  <a:solidFill>
                    <a:srgbClr val="8078D5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10" name="Forme libre : forme 3009">
                    <a:extLst>
                      <a:ext uri="{FF2B5EF4-FFF2-40B4-BE49-F238E27FC236}">
                        <a16:creationId xmlns:a16="http://schemas.microsoft.com/office/drawing/2014/main" id="{6C52C28E-09B4-860F-0C62-6A994430A986}"/>
                      </a:ext>
                    </a:extLst>
                  </p:cNvPr>
                  <p:cNvSpPr/>
                  <p:nvPr/>
                </p:nvSpPr>
                <p:spPr>
                  <a:xfrm>
                    <a:off x="537158" y="208911"/>
                    <a:ext cx="151755" cy="398443"/>
                  </a:xfrm>
                  <a:custGeom>
                    <a:avLst/>
                    <a:gdLst>
                      <a:gd name="connsiteX0" fmla="*/ 0 w 151755"/>
                      <a:gd name="connsiteY0" fmla="*/ 0 h 398443"/>
                      <a:gd name="connsiteX1" fmla="*/ 0 w 151755"/>
                      <a:gd name="connsiteY1" fmla="*/ 276300 h 398443"/>
                      <a:gd name="connsiteX2" fmla="*/ 49504 w 151755"/>
                      <a:gd name="connsiteY2" fmla="*/ 398444 h 398443"/>
                      <a:gd name="connsiteX3" fmla="*/ 151755 w 151755"/>
                      <a:gd name="connsiteY3" fmla="*/ 305504 h 398443"/>
                      <a:gd name="connsiteX4" fmla="*/ 151755 w 151755"/>
                      <a:gd name="connsiteY4" fmla="*/ 0 h 398443"/>
                      <a:gd name="connsiteX5" fmla="*/ 0 w 151755"/>
                      <a:gd name="connsiteY5" fmla="*/ 0 h 398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51755" h="398443">
                        <a:moveTo>
                          <a:pt x="0" y="0"/>
                        </a:moveTo>
                        <a:lnTo>
                          <a:pt x="0" y="276300"/>
                        </a:lnTo>
                        <a:cubicBezTo>
                          <a:pt x="24344" y="296192"/>
                          <a:pt x="27342" y="374187"/>
                          <a:pt x="49504" y="398444"/>
                        </a:cubicBezTo>
                        <a:cubicBezTo>
                          <a:pt x="74095" y="374478"/>
                          <a:pt x="120921" y="323868"/>
                          <a:pt x="151755" y="305504"/>
                        </a:cubicBezTo>
                        <a:lnTo>
                          <a:pt x="15175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78D5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3011" name="Graphique 8">
                    <a:extLst>
                      <a:ext uri="{FF2B5EF4-FFF2-40B4-BE49-F238E27FC236}">
                        <a16:creationId xmlns:a16="http://schemas.microsoft.com/office/drawing/2014/main" id="{C3C24678-A79D-9BA8-90F2-69DD236A9F77}"/>
                      </a:ext>
                    </a:extLst>
                  </p:cNvPr>
                  <p:cNvGrpSpPr/>
                  <p:nvPr/>
                </p:nvGrpSpPr>
                <p:grpSpPr>
                  <a:xfrm>
                    <a:off x="444282" y="0"/>
                    <a:ext cx="292316" cy="622415"/>
                    <a:chOff x="444282" y="0"/>
                    <a:chExt cx="292316" cy="622415"/>
                  </a:xfrm>
                  <a:solidFill>
                    <a:srgbClr val="4438B7"/>
                  </a:solidFill>
                </p:grpSpPr>
                <p:sp>
                  <p:nvSpPr>
                    <p:cNvPr id="3012" name="Forme libre : forme 3011">
                      <a:extLst>
                        <a:ext uri="{FF2B5EF4-FFF2-40B4-BE49-F238E27FC236}">
                          <a16:creationId xmlns:a16="http://schemas.microsoft.com/office/drawing/2014/main" id="{ABA73638-9565-6BA9-2887-920009D33A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4282" y="0"/>
                      <a:ext cx="292316" cy="243005"/>
                    </a:xfrm>
                    <a:custGeom>
                      <a:avLst/>
                      <a:gdLst>
                        <a:gd name="connsiteX0" fmla="*/ 2761 w 292316"/>
                        <a:gd name="connsiteY0" fmla="*/ 242990 h 243005"/>
                        <a:gd name="connsiteX1" fmla="*/ 292317 w 292316"/>
                        <a:gd name="connsiteY1" fmla="*/ 242990 h 243005"/>
                        <a:gd name="connsiteX2" fmla="*/ 139834 w 292316"/>
                        <a:gd name="connsiteY2" fmla="*/ 362 h 243005"/>
                        <a:gd name="connsiteX3" fmla="*/ 138510 w 292316"/>
                        <a:gd name="connsiteY3" fmla="*/ 391 h 243005"/>
                        <a:gd name="connsiteX4" fmla="*/ 374 w 292316"/>
                        <a:gd name="connsiteY4" fmla="*/ 238843 h 243005"/>
                        <a:gd name="connsiteX5" fmla="*/ 2775 w 292316"/>
                        <a:gd name="connsiteY5" fmla="*/ 243005 h 2430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92316" h="243005">
                          <a:moveTo>
                            <a:pt x="2761" y="242990"/>
                          </a:moveTo>
                          <a:lnTo>
                            <a:pt x="292317" y="242990"/>
                          </a:lnTo>
                          <a:lnTo>
                            <a:pt x="139834" y="362"/>
                          </a:lnTo>
                          <a:cubicBezTo>
                            <a:pt x="139528" y="-133"/>
                            <a:pt x="138801" y="-118"/>
                            <a:pt x="138510" y="391"/>
                          </a:cubicBezTo>
                          <a:lnTo>
                            <a:pt x="374" y="238843"/>
                          </a:lnTo>
                          <a:cubicBezTo>
                            <a:pt x="-688" y="240691"/>
                            <a:pt x="636" y="243005"/>
                            <a:pt x="2775" y="243005"/>
                          </a:cubicBezTo>
                          <a:close/>
                        </a:path>
                      </a:pathLst>
                    </a:custGeom>
                    <a:solidFill>
                      <a:srgbClr val="4438B7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013" name="Forme libre : forme 3012">
                      <a:extLst>
                        <a:ext uri="{FF2B5EF4-FFF2-40B4-BE49-F238E27FC236}">
                          <a16:creationId xmlns:a16="http://schemas.microsoft.com/office/drawing/2014/main" id="{2E914C50-5B77-F9B8-6464-51B847DF58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9569" y="223521"/>
                      <a:ext cx="154185" cy="398894"/>
                    </a:xfrm>
                    <a:custGeom>
                      <a:avLst/>
                      <a:gdLst>
                        <a:gd name="connsiteX0" fmla="*/ 0 w 154185"/>
                        <a:gd name="connsiteY0" fmla="*/ 0 h 398894"/>
                        <a:gd name="connsiteX1" fmla="*/ 0 w 154185"/>
                        <a:gd name="connsiteY1" fmla="*/ 326284 h 398894"/>
                        <a:gd name="connsiteX2" fmla="*/ 70690 w 154185"/>
                        <a:gd name="connsiteY2" fmla="*/ 398895 h 398894"/>
                        <a:gd name="connsiteX3" fmla="*/ 154185 w 154185"/>
                        <a:gd name="connsiteY3" fmla="*/ 306858 h 398894"/>
                        <a:gd name="connsiteX4" fmla="*/ 154185 w 154185"/>
                        <a:gd name="connsiteY4" fmla="*/ 0 h 398894"/>
                        <a:gd name="connsiteX5" fmla="*/ 0 w 154185"/>
                        <a:gd name="connsiteY5" fmla="*/ 0 h 398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54185" h="398894">
                          <a:moveTo>
                            <a:pt x="0" y="0"/>
                          </a:moveTo>
                          <a:lnTo>
                            <a:pt x="0" y="326284"/>
                          </a:lnTo>
                          <a:cubicBezTo>
                            <a:pt x="27589" y="346175"/>
                            <a:pt x="48543" y="374638"/>
                            <a:pt x="70690" y="398895"/>
                          </a:cubicBezTo>
                          <a:cubicBezTo>
                            <a:pt x="95282" y="374929"/>
                            <a:pt x="124152" y="325804"/>
                            <a:pt x="154185" y="306858"/>
                          </a:cubicBezTo>
                          <a:lnTo>
                            <a:pt x="154185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4438B7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3008" name="Forme libre : forme 3007">
                  <a:extLst>
                    <a:ext uri="{FF2B5EF4-FFF2-40B4-BE49-F238E27FC236}">
                      <a16:creationId xmlns:a16="http://schemas.microsoft.com/office/drawing/2014/main" id="{62F41191-F3B8-6AD1-2811-303D7D19AADB}"/>
                    </a:ext>
                  </a:extLst>
                </p:cNvPr>
                <p:cNvSpPr/>
                <p:nvPr/>
              </p:nvSpPr>
              <p:spPr>
                <a:xfrm>
                  <a:off x="459500" y="21129"/>
                  <a:ext cx="121012" cy="215895"/>
                </a:xfrm>
                <a:custGeom>
                  <a:avLst/>
                  <a:gdLst>
                    <a:gd name="connsiteX0" fmla="*/ 51699 w 121012"/>
                    <a:gd name="connsiteY0" fmla="*/ 215881 h 215895"/>
                    <a:gd name="connsiteX1" fmla="*/ 3112 w 121012"/>
                    <a:gd name="connsiteY1" fmla="*/ 215881 h 215895"/>
                    <a:gd name="connsiteX2" fmla="*/ 435 w 121012"/>
                    <a:gd name="connsiteY2" fmla="*/ 214338 h 215895"/>
                    <a:gd name="connsiteX3" fmla="*/ 406 w 121012"/>
                    <a:gd name="connsiteY3" fmla="*/ 211239 h 215895"/>
                    <a:gd name="connsiteX4" fmla="*/ 118533 w 121012"/>
                    <a:gd name="connsiteY4" fmla="*/ 681 h 215895"/>
                    <a:gd name="connsiteX5" fmla="*/ 120338 w 121012"/>
                    <a:gd name="connsiteY5" fmla="*/ 172 h 215895"/>
                    <a:gd name="connsiteX6" fmla="*/ 120847 w 121012"/>
                    <a:gd name="connsiteY6" fmla="*/ 1977 h 215895"/>
                    <a:gd name="connsiteX7" fmla="*/ 2719 w 121012"/>
                    <a:gd name="connsiteY7" fmla="*/ 212548 h 215895"/>
                    <a:gd name="connsiteX8" fmla="*/ 2719 w 121012"/>
                    <a:gd name="connsiteY8" fmla="*/ 213014 h 215895"/>
                    <a:gd name="connsiteX9" fmla="*/ 3112 w 121012"/>
                    <a:gd name="connsiteY9" fmla="*/ 213247 h 215895"/>
                    <a:gd name="connsiteX10" fmla="*/ 51699 w 121012"/>
                    <a:gd name="connsiteY10" fmla="*/ 213247 h 215895"/>
                    <a:gd name="connsiteX11" fmla="*/ 53023 w 121012"/>
                    <a:gd name="connsiteY11" fmla="*/ 214571 h 215895"/>
                    <a:gd name="connsiteX12" fmla="*/ 51699 w 121012"/>
                    <a:gd name="connsiteY12" fmla="*/ 215895 h 215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1012" h="215895">
                      <a:moveTo>
                        <a:pt x="51699" y="215881"/>
                      </a:moveTo>
                      <a:lnTo>
                        <a:pt x="3112" y="215881"/>
                      </a:lnTo>
                      <a:cubicBezTo>
                        <a:pt x="1992" y="215881"/>
                        <a:pt x="988" y="215299"/>
                        <a:pt x="435" y="214338"/>
                      </a:cubicBezTo>
                      <a:cubicBezTo>
                        <a:pt x="-133" y="213378"/>
                        <a:pt x="-147" y="212214"/>
                        <a:pt x="406" y="211239"/>
                      </a:cubicBezTo>
                      <a:lnTo>
                        <a:pt x="118533" y="681"/>
                      </a:lnTo>
                      <a:cubicBezTo>
                        <a:pt x="118897" y="41"/>
                        <a:pt x="119697" y="-192"/>
                        <a:pt x="120338" y="172"/>
                      </a:cubicBezTo>
                      <a:cubicBezTo>
                        <a:pt x="120978" y="536"/>
                        <a:pt x="121196" y="1336"/>
                        <a:pt x="120847" y="1977"/>
                      </a:cubicBezTo>
                      <a:lnTo>
                        <a:pt x="2719" y="212548"/>
                      </a:lnTo>
                      <a:cubicBezTo>
                        <a:pt x="2603" y="212752"/>
                        <a:pt x="2676" y="212927"/>
                        <a:pt x="2719" y="213014"/>
                      </a:cubicBezTo>
                      <a:cubicBezTo>
                        <a:pt x="2763" y="213101"/>
                        <a:pt x="2894" y="213247"/>
                        <a:pt x="3112" y="213247"/>
                      </a:cubicBezTo>
                      <a:lnTo>
                        <a:pt x="51699" y="213247"/>
                      </a:lnTo>
                      <a:cubicBezTo>
                        <a:pt x="52427" y="213247"/>
                        <a:pt x="53023" y="213843"/>
                        <a:pt x="53023" y="214571"/>
                      </a:cubicBezTo>
                      <a:cubicBezTo>
                        <a:pt x="53023" y="215299"/>
                        <a:pt x="52427" y="215895"/>
                        <a:pt x="51699" y="215895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41" name="Graphique 8">
                <a:extLst>
                  <a:ext uri="{FF2B5EF4-FFF2-40B4-BE49-F238E27FC236}">
                    <a16:creationId xmlns:a16="http://schemas.microsoft.com/office/drawing/2014/main" id="{0DFB4909-D0E3-B83C-0F02-8A1D5C17F2D6}"/>
                  </a:ext>
                </a:extLst>
              </p:cNvPr>
              <p:cNvGrpSpPr/>
              <p:nvPr/>
            </p:nvGrpSpPr>
            <p:grpSpPr>
              <a:xfrm>
                <a:off x="479226" y="349652"/>
                <a:ext cx="702773" cy="822511"/>
                <a:chOff x="479226" y="349652"/>
                <a:chExt cx="702773" cy="822511"/>
              </a:xfrm>
            </p:grpSpPr>
            <p:sp>
              <p:nvSpPr>
                <p:cNvPr id="3003" name="Forme libre : forme 3002">
                  <a:extLst>
                    <a:ext uri="{FF2B5EF4-FFF2-40B4-BE49-F238E27FC236}">
                      <a16:creationId xmlns:a16="http://schemas.microsoft.com/office/drawing/2014/main" id="{679A4296-4B99-8322-BBD1-B66A96B084E2}"/>
                    </a:ext>
                  </a:extLst>
                </p:cNvPr>
                <p:cNvSpPr/>
                <p:nvPr/>
              </p:nvSpPr>
              <p:spPr>
                <a:xfrm>
                  <a:off x="511006" y="428738"/>
                  <a:ext cx="532639" cy="743411"/>
                </a:xfrm>
                <a:custGeom>
                  <a:avLst/>
                  <a:gdLst>
                    <a:gd name="connsiteX0" fmla="*/ 520285 w 532639"/>
                    <a:gd name="connsiteY0" fmla="*/ 15 h 743411"/>
                    <a:gd name="connsiteX1" fmla="*/ 24843 w 532639"/>
                    <a:gd name="connsiteY1" fmla="*/ 322253 h 743411"/>
                    <a:gd name="connsiteX2" fmla="*/ 24843 w 532639"/>
                    <a:gd name="connsiteY2" fmla="*/ 322253 h 743411"/>
                    <a:gd name="connsiteX3" fmla="*/ 24843 w 532639"/>
                    <a:gd name="connsiteY3" fmla="*/ 322311 h 743411"/>
                    <a:gd name="connsiteX4" fmla="*/ 24610 w 532639"/>
                    <a:gd name="connsiteY4" fmla="*/ 322850 h 743411"/>
                    <a:gd name="connsiteX5" fmla="*/ 24712 w 532639"/>
                    <a:gd name="connsiteY5" fmla="*/ 322850 h 743411"/>
                    <a:gd name="connsiteX6" fmla="*/ 10816 w 532639"/>
                    <a:gd name="connsiteY6" fmla="*/ 743411 h 743411"/>
                    <a:gd name="connsiteX7" fmla="*/ 159021 w 532639"/>
                    <a:gd name="connsiteY7" fmla="*/ 743411 h 743411"/>
                    <a:gd name="connsiteX8" fmla="*/ 165350 w 532639"/>
                    <a:gd name="connsiteY8" fmla="*/ 743411 h 743411"/>
                    <a:gd name="connsiteX9" fmla="*/ 177181 w 532639"/>
                    <a:gd name="connsiteY9" fmla="*/ 730926 h 743411"/>
                    <a:gd name="connsiteX10" fmla="*/ 182346 w 532639"/>
                    <a:gd name="connsiteY10" fmla="*/ 375322 h 743411"/>
                    <a:gd name="connsiteX11" fmla="*/ 224225 w 532639"/>
                    <a:gd name="connsiteY11" fmla="*/ 284958 h 743411"/>
                    <a:gd name="connsiteX12" fmla="*/ 521071 w 532639"/>
                    <a:gd name="connsiteY12" fmla="*/ 147507 h 743411"/>
                    <a:gd name="connsiteX13" fmla="*/ 532640 w 532639"/>
                    <a:gd name="connsiteY13" fmla="*/ 147579 h 743411"/>
                    <a:gd name="connsiteX14" fmla="*/ 520300 w 532639"/>
                    <a:gd name="connsiteY14" fmla="*/ 0 h 743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32639" h="743411">
                      <a:moveTo>
                        <a:pt x="520285" y="15"/>
                      </a:moveTo>
                      <a:cubicBezTo>
                        <a:pt x="297767" y="320"/>
                        <a:pt x="107232" y="125054"/>
                        <a:pt x="24843" y="322253"/>
                      </a:cubicBezTo>
                      <a:lnTo>
                        <a:pt x="24843" y="322253"/>
                      </a:lnTo>
                      <a:cubicBezTo>
                        <a:pt x="24843" y="322253"/>
                        <a:pt x="24843" y="322311"/>
                        <a:pt x="24843" y="322311"/>
                      </a:cubicBezTo>
                      <a:cubicBezTo>
                        <a:pt x="24770" y="322486"/>
                        <a:pt x="24698" y="322675"/>
                        <a:pt x="24610" y="322850"/>
                      </a:cubicBezTo>
                      <a:lnTo>
                        <a:pt x="24712" y="322850"/>
                      </a:lnTo>
                      <a:cubicBezTo>
                        <a:pt x="-18520" y="417840"/>
                        <a:pt x="7396" y="578589"/>
                        <a:pt x="10816" y="743411"/>
                      </a:cubicBezTo>
                      <a:lnTo>
                        <a:pt x="159021" y="743411"/>
                      </a:lnTo>
                      <a:cubicBezTo>
                        <a:pt x="159021" y="743411"/>
                        <a:pt x="165350" y="743411"/>
                        <a:pt x="165350" y="743411"/>
                      </a:cubicBezTo>
                      <a:cubicBezTo>
                        <a:pt x="172146" y="743411"/>
                        <a:pt x="177544" y="737707"/>
                        <a:pt x="177181" y="730926"/>
                      </a:cubicBezTo>
                      <a:cubicBezTo>
                        <a:pt x="170443" y="605989"/>
                        <a:pt x="164652" y="480280"/>
                        <a:pt x="182346" y="375322"/>
                      </a:cubicBezTo>
                      <a:cubicBezTo>
                        <a:pt x="187948" y="342101"/>
                        <a:pt x="202398" y="310918"/>
                        <a:pt x="224225" y="284958"/>
                      </a:cubicBezTo>
                      <a:cubicBezTo>
                        <a:pt x="294799" y="201012"/>
                        <a:pt x="401576" y="147507"/>
                        <a:pt x="521071" y="147507"/>
                      </a:cubicBezTo>
                      <a:cubicBezTo>
                        <a:pt x="524942" y="147507"/>
                        <a:pt x="528798" y="147463"/>
                        <a:pt x="532640" y="147579"/>
                      </a:cubicBezTo>
                      <a:lnTo>
                        <a:pt x="520300" y="0"/>
                      </a:lnTo>
                      <a:close/>
                    </a:path>
                  </a:pathLst>
                </a:custGeom>
                <a:solidFill>
                  <a:srgbClr val="8078D5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4" name="Forme libre : forme 3003">
                  <a:extLst>
                    <a:ext uri="{FF2B5EF4-FFF2-40B4-BE49-F238E27FC236}">
                      <a16:creationId xmlns:a16="http://schemas.microsoft.com/office/drawing/2014/main" id="{1D6AD050-3FA4-98E1-CA27-1A90A1B43813}"/>
                    </a:ext>
                  </a:extLst>
                </p:cNvPr>
                <p:cNvSpPr/>
                <p:nvPr/>
              </p:nvSpPr>
              <p:spPr>
                <a:xfrm>
                  <a:off x="479226" y="415001"/>
                  <a:ext cx="532317" cy="757162"/>
                </a:xfrm>
                <a:custGeom>
                  <a:avLst/>
                  <a:gdLst>
                    <a:gd name="connsiteX0" fmla="*/ 520562 w 532317"/>
                    <a:gd name="connsiteY0" fmla="*/ 3347 h 757162"/>
                    <a:gd name="connsiteX1" fmla="*/ 516910 w 532317"/>
                    <a:gd name="connsiteY1" fmla="*/ 0 h 757162"/>
                    <a:gd name="connsiteX2" fmla="*/ 24843 w 532317"/>
                    <a:gd name="connsiteY2" fmla="*/ 328263 h 757162"/>
                    <a:gd name="connsiteX3" fmla="*/ 24843 w 532317"/>
                    <a:gd name="connsiteY3" fmla="*/ 328263 h 757162"/>
                    <a:gd name="connsiteX4" fmla="*/ 24843 w 532317"/>
                    <a:gd name="connsiteY4" fmla="*/ 328263 h 757162"/>
                    <a:gd name="connsiteX5" fmla="*/ 24610 w 532317"/>
                    <a:gd name="connsiteY5" fmla="*/ 328787 h 757162"/>
                    <a:gd name="connsiteX6" fmla="*/ 24712 w 532317"/>
                    <a:gd name="connsiteY6" fmla="*/ 328787 h 757162"/>
                    <a:gd name="connsiteX7" fmla="*/ 10641 w 532317"/>
                    <a:gd name="connsiteY7" fmla="*/ 749363 h 757162"/>
                    <a:gd name="connsiteX8" fmla="*/ 18615 w 532317"/>
                    <a:gd name="connsiteY8" fmla="*/ 757162 h 757162"/>
                    <a:gd name="connsiteX9" fmla="*/ 175187 w 532317"/>
                    <a:gd name="connsiteY9" fmla="*/ 757162 h 757162"/>
                    <a:gd name="connsiteX10" fmla="*/ 178825 w 532317"/>
                    <a:gd name="connsiteY10" fmla="*/ 753321 h 757162"/>
                    <a:gd name="connsiteX11" fmla="*/ 182172 w 532317"/>
                    <a:gd name="connsiteY11" fmla="*/ 383194 h 757162"/>
                    <a:gd name="connsiteX12" fmla="*/ 224807 w 532317"/>
                    <a:gd name="connsiteY12" fmla="*/ 289469 h 757162"/>
                    <a:gd name="connsiteX13" fmla="*/ 521071 w 532317"/>
                    <a:gd name="connsiteY13" fmla="*/ 150184 h 757162"/>
                    <a:gd name="connsiteX14" fmla="*/ 528638 w 532317"/>
                    <a:gd name="connsiteY14" fmla="*/ 150199 h 757162"/>
                    <a:gd name="connsiteX15" fmla="*/ 532305 w 532317"/>
                    <a:gd name="connsiteY15" fmla="*/ 146255 h 757162"/>
                    <a:gd name="connsiteX16" fmla="*/ 520576 w 532317"/>
                    <a:gd name="connsiteY16" fmla="*/ 3332 h 757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532317" h="757162">
                      <a:moveTo>
                        <a:pt x="520562" y="3347"/>
                      </a:moveTo>
                      <a:cubicBezTo>
                        <a:pt x="520402" y="1455"/>
                        <a:pt x="518816" y="-14"/>
                        <a:pt x="516910" y="0"/>
                      </a:cubicBezTo>
                      <a:cubicBezTo>
                        <a:pt x="295832" y="1572"/>
                        <a:pt x="106810" y="127659"/>
                        <a:pt x="24843" y="328263"/>
                      </a:cubicBezTo>
                      <a:lnTo>
                        <a:pt x="24843" y="328263"/>
                      </a:lnTo>
                      <a:cubicBezTo>
                        <a:pt x="24843" y="328263"/>
                        <a:pt x="24843" y="328263"/>
                        <a:pt x="24843" y="328263"/>
                      </a:cubicBezTo>
                      <a:cubicBezTo>
                        <a:pt x="24770" y="328437"/>
                        <a:pt x="24697" y="328612"/>
                        <a:pt x="24610" y="328787"/>
                      </a:cubicBezTo>
                      <a:lnTo>
                        <a:pt x="24712" y="328787"/>
                      </a:lnTo>
                      <a:cubicBezTo>
                        <a:pt x="-17850" y="424025"/>
                        <a:pt x="6610" y="584206"/>
                        <a:pt x="10641" y="749363"/>
                      </a:cubicBezTo>
                      <a:cubicBezTo>
                        <a:pt x="10743" y="753699"/>
                        <a:pt x="14279" y="757162"/>
                        <a:pt x="18615" y="757162"/>
                      </a:cubicBezTo>
                      <a:lnTo>
                        <a:pt x="175187" y="757162"/>
                      </a:lnTo>
                      <a:cubicBezTo>
                        <a:pt x="177268" y="757162"/>
                        <a:pt x="178927" y="755402"/>
                        <a:pt x="178825" y="753321"/>
                      </a:cubicBezTo>
                      <a:cubicBezTo>
                        <a:pt x="171724" y="616771"/>
                        <a:pt x="163546" y="496680"/>
                        <a:pt x="182172" y="383194"/>
                      </a:cubicBezTo>
                      <a:cubicBezTo>
                        <a:pt x="187832" y="348736"/>
                        <a:pt x="202514" y="316345"/>
                        <a:pt x="224807" y="289469"/>
                      </a:cubicBezTo>
                      <a:cubicBezTo>
                        <a:pt x="295381" y="204388"/>
                        <a:pt x="401896" y="150184"/>
                        <a:pt x="521071" y="150184"/>
                      </a:cubicBezTo>
                      <a:cubicBezTo>
                        <a:pt x="523603" y="150184"/>
                        <a:pt x="526121" y="150184"/>
                        <a:pt x="528638" y="150199"/>
                      </a:cubicBezTo>
                      <a:cubicBezTo>
                        <a:pt x="530777" y="150228"/>
                        <a:pt x="532479" y="148394"/>
                        <a:pt x="532305" y="146255"/>
                      </a:cubicBezTo>
                      <a:lnTo>
                        <a:pt x="520576" y="3332"/>
                      </a:lnTo>
                      <a:close/>
                    </a:path>
                  </a:pathLst>
                </a:custGeom>
                <a:solidFill>
                  <a:srgbClr val="4438B7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5" name="Forme libre : forme 3004">
                  <a:extLst>
                    <a:ext uri="{FF2B5EF4-FFF2-40B4-BE49-F238E27FC236}">
                      <a16:creationId xmlns:a16="http://schemas.microsoft.com/office/drawing/2014/main" id="{583EDCF6-5F82-3979-71D8-EF441DB83FCE}"/>
                    </a:ext>
                  </a:extLst>
                </p:cNvPr>
                <p:cNvSpPr/>
                <p:nvPr/>
              </p:nvSpPr>
              <p:spPr>
                <a:xfrm>
                  <a:off x="944435" y="364057"/>
                  <a:ext cx="237564" cy="297646"/>
                </a:xfrm>
                <a:custGeom>
                  <a:avLst/>
                  <a:gdLst>
                    <a:gd name="connsiteX0" fmla="*/ 236982 w 237564"/>
                    <a:gd name="connsiteY0" fmla="*/ 139547 h 297646"/>
                    <a:gd name="connsiteX1" fmla="*/ 237564 w 237564"/>
                    <a:gd name="connsiteY1" fmla="*/ 139125 h 297646"/>
                    <a:gd name="connsiteX2" fmla="*/ 232064 w 237564"/>
                    <a:gd name="connsiteY2" fmla="*/ 108742 h 297646"/>
                    <a:gd name="connsiteX3" fmla="*/ 231540 w 237564"/>
                    <a:gd name="connsiteY3" fmla="*/ 108494 h 297646"/>
                    <a:gd name="connsiteX4" fmla="*/ 231438 w 237564"/>
                    <a:gd name="connsiteY4" fmla="*/ 107942 h 297646"/>
                    <a:gd name="connsiteX5" fmla="*/ 230900 w 237564"/>
                    <a:gd name="connsiteY5" fmla="*/ 108189 h 297646"/>
                    <a:gd name="connsiteX6" fmla="*/ 6548 w 237564"/>
                    <a:gd name="connsiteY6" fmla="*/ 0 h 297646"/>
                    <a:gd name="connsiteX7" fmla="*/ 22031 w 237564"/>
                    <a:gd name="connsiteY7" fmla="*/ 204038 h 297646"/>
                    <a:gd name="connsiteX8" fmla="*/ 18116 w 237564"/>
                    <a:gd name="connsiteY8" fmla="*/ 205828 h 297646"/>
                    <a:gd name="connsiteX9" fmla="*/ 0 w 237564"/>
                    <a:gd name="connsiteY9" fmla="*/ 279108 h 297646"/>
                    <a:gd name="connsiteX10" fmla="*/ 23064 w 237564"/>
                    <a:gd name="connsiteY10" fmla="*/ 297647 h 297646"/>
                    <a:gd name="connsiteX11" fmla="*/ 28812 w 237564"/>
                    <a:gd name="connsiteY11" fmla="*/ 293412 h 297646"/>
                    <a:gd name="connsiteX12" fmla="*/ 28812 w 237564"/>
                    <a:gd name="connsiteY12" fmla="*/ 293514 h 297646"/>
                    <a:gd name="connsiteX13" fmla="*/ 236779 w 237564"/>
                    <a:gd name="connsiteY13" fmla="*/ 139692 h 297646"/>
                    <a:gd name="connsiteX14" fmla="*/ 236982 w 237564"/>
                    <a:gd name="connsiteY14" fmla="*/ 139547 h 297646"/>
                    <a:gd name="connsiteX15" fmla="*/ 236982 w 237564"/>
                    <a:gd name="connsiteY15" fmla="*/ 139547 h 2976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37564" h="297646">
                      <a:moveTo>
                        <a:pt x="236982" y="139547"/>
                      </a:moveTo>
                      <a:lnTo>
                        <a:pt x="237564" y="139125"/>
                      </a:lnTo>
                      <a:lnTo>
                        <a:pt x="232064" y="108742"/>
                      </a:lnTo>
                      <a:lnTo>
                        <a:pt x="231540" y="108494"/>
                      </a:lnTo>
                      <a:lnTo>
                        <a:pt x="231438" y="107942"/>
                      </a:lnTo>
                      <a:lnTo>
                        <a:pt x="230900" y="108189"/>
                      </a:lnTo>
                      <a:lnTo>
                        <a:pt x="6548" y="0"/>
                      </a:lnTo>
                      <a:lnTo>
                        <a:pt x="22031" y="204038"/>
                      </a:lnTo>
                      <a:lnTo>
                        <a:pt x="18116" y="205828"/>
                      </a:lnTo>
                      <a:lnTo>
                        <a:pt x="0" y="279108"/>
                      </a:lnTo>
                      <a:lnTo>
                        <a:pt x="23064" y="297647"/>
                      </a:lnTo>
                      <a:lnTo>
                        <a:pt x="28812" y="293412"/>
                      </a:lnTo>
                      <a:lnTo>
                        <a:pt x="28812" y="293514"/>
                      </a:lnTo>
                      <a:lnTo>
                        <a:pt x="236779" y="139692"/>
                      </a:lnTo>
                      <a:lnTo>
                        <a:pt x="236982" y="139547"/>
                      </a:lnTo>
                      <a:lnTo>
                        <a:pt x="236982" y="139547"/>
                      </a:lnTo>
                      <a:close/>
                    </a:path>
                  </a:pathLst>
                </a:custGeom>
                <a:solidFill>
                  <a:srgbClr val="8078D5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6" name="Forme libre : forme 3005">
                  <a:extLst>
                    <a:ext uri="{FF2B5EF4-FFF2-40B4-BE49-F238E27FC236}">
                      <a16:creationId xmlns:a16="http://schemas.microsoft.com/office/drawing/2014/main" id="{2132C05A-C58C-FBAE-3B88-15CB58790082}"/>
                    </a:ext>
                  </a:extLst>
                </p:cNvPr>
                <p:cNvSpPr/>
                <p:nvPr/>
              </p:nvSpPr>
              <p:spPr>
                <a:xfrm>
                  <a:off x="922186" y="349652"/>
                  <a:ext cx="253687" cy="293514"/>
                </a:xfrm>
                <a:custGeom>
                  <a:avLst/>
                  <a:gdLst>
                    <a:gd name="connsiteX0" fmla="*/ 0 w 253687"/>
                    <a:gd name="connsiteY0" fmla="*/ 0 h 293514"/>
                    <a:gd name="connsiteX1" fmla="*/ 22249 w 253687"/>
                    <a:gd name="connsiteY1" fmla="*/ 293514 h 293514"/>
                    <a:gd name="connsiteX2" fmla="*/ 253687 w 253687"/>
                    <a:gd name="connsiteY2" fmla="*/ 122347 h 293514"/>
                    <a:gd name="connsiteX3" fmla="*/ 0 w 253687"/>
                    <a:gd name="connsiteY3" fmla="*/ 0 h 2935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3687" h="293514">
                      <a:moveTo>
                        <a:pt x="0" y="0"/>
                      </a:moveTo>
                      <a:lnTo>
                        <a:pt x="22249" y="293514"/>
                      </a:lnTo>
                      <a:lnTo>
                        <a:pt x="253687" y="1223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438B7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42" name="Graphique 8">
                <a:extLst>
                  <a:ext uri="{FF2B5EF4-FFF2-40B4-BE49-F238E27FC236}">
                    <a16:creationId xmlns:a16="http://schemas.microsoft.com/office/drawing/2014/main" id="{BA0B4530-8483-DF27-8884-577038D4F1EF}"/>
                  </a:ext>
                </a:extLst>
              </p:cNvPr>
              <p:cNvGrpSpPr/>
              <p:nvPr/>
            </p:nvGrpSpPr>
            <p:grpSpPr>
              <a:xfrm>
                <a:off x="104665" y="40800"/>
                <a:ext cx="531442" cy="418364"/>
                <a:chOff x="104665" y="40800"/>
                <a:chExt cx="531442" cy="418364"/>
              </a:xfrm>
            </p:grpSpPr>
            <p:grpSp>
              <p:nvGrpSpPr>
                <p:cNvPr id="2980" name="Graphique 8">
                  <a:extLst>
                    <a:ext uri="{FF2B5EF4-FFF2-40B4-BE49-F238E27FC236}">
                      <a16:creationId xmlns:a16="http://schemas.microsoft.com/office/drawing/2014/main" id="{2211458A-12E5-A991-F80D-90B9A22CC554}"/>
                    </a:ext>
                  </a:extLst>
                </p:cNvPr>
                <p:cNvGrpSpPr/>
                <p:nvPr/>
              </p:nvGrpSpPr>
              <p:grpSpPr>
                <a:xfrm>
                  <a:off x="265252" y="40800"/>
                  <a:ext cx="370855" cy="370854"/>
                  <a:chOff x="265252" y="40800"/>
                  <a:chExt cx="370855" cy="370854"/>
                </a:xfrm>
              </p:grpSpPr>
              <p:grpSp>
                <p:nvGrpSpPr>
                  <p:cNvPr id="2992" name="Graphique 8">
                    <a:extLst>
                      <a:ext uri="{FF2B5EF4-FFF2-40B4-BE49-F238E27FC236}">
                        <a16:creationId xmlns:a16="http://schemas.microsoft.com/office/drawing/2014/main" id="{0E65FB04-2E28-C15F-4385-5B719538C8CB}"/>
                      </a:ext>
                    </a:extLst>
                  </p:cNvPr>
                  <p:cNvGrpSpPr/>
                  <p:nvPr/>
                </p:nvGrpSpPr>
                <p:grpSpPr>
                  <a:xfrm>
                    <a:off x="265252" y="40800"/>
                    <a:ext cx="293164" cy="209116"/>
                    <a:chOff x="265252" y="40800"/>
                    <a:chExt cx="293164" cy="209116"/>
                  </a:xfrm>
                  <a:solidFill>
                    <a:srgbClr val="B1ABE5"/>
                  </a:solidFill>
                </p:grpSpPr>
                <p:sp>
                  <p:nvSpPr>
                    <p:cNvPr id="3001" name="Forme libre : forme 3000">
                      <a:extLst>
                        <a:ext uri="{FF2B5EF4-FFF2-40B4-BE49-F238E27FC236}">
                          <a16:creationId xmlns:a16="http://schemas.microsoft.com/office/drawing/2014/main" id="{00F108E6-1C7E-DCF1-FB42-4B3750D3A7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5252" y="40800"/>
                      <a:ext cx="264815" cy="209116"/>
                    </a:xfrm>
                    <a:custGeom>
                      <a:avLst/>
                      <a:gdLst>
                        <a:gd name="connsiteX0" fmla="*/ 5588 w 264815"/>
                        <a:gd name="connsiteY0" fmla="*/ 209102 h 209116"/>
                        <a:gd name="connsiteX1" fmla="*/ 976 w 264815"/>
                        <a:gd name="connsiteY1" fmla="*/ 204940 h 209116"/>
                        <a:gd name="connsiteX2" fmla="*/ 1 w 264815"/>
                        <a:gd name="connsiteY2" fmla="*/ 189138 h 209116"/>
                        <a:gd name="connsiteX3" fmla="*/ 4555 w 264815"/>
                        <a:gd name="connsiteY3" fmla="*/ 184409 h 209116"/>
                        <a:gd name="connsiteX4" fmla="*/ 4643 w 264815"/>
                        <a:gd name="connsiteY4" fmla="*/ 184409 h 209116"/>
                        <a:gd name="connsiteX5" fmla="*/ 9284 w 264815"/>
                        <a:gd name="connsiteY5" fmla="*/ 188963 h 209116"/>
                        <a:gd name="connsiteX6" fmla="*/ 10216 w 264815"/>
                        <a:gd name="connsiteY6" fmla="*/ 203980 h 209116"/>
                        <a:gd name="connsiteX7" fmla="*/ 6083 w 264815"/>
                        <a:gd name="connsiteY7" fmla="*/ 209088 h 209116"/>
                        <a:gd name="connsiteX8" fmla="*/ 5588 w 264815"/>
                        <a:gd name="connsiteY8" fmla="*/ 209117 h 209116"/>
                        <a:gd name="connsiteX9" fmla="*/ 5894 w 264815"/>
                        <a:gd name="connsiteY9" fmla="*/ 168650 h 209116"/>
                        <a:gd name="connsiteX10" fmla="*/ 5341 w 264815"/>
                        <a:gd name="connsiteY10" fmla="*/ 168620 h 209116"/>
                        <a:gd name="connsiteX11" fmla="*/ 1281 w 264815"/>
                        <a:gd name="connsiteY11" fmla="*/ 163469 h 209116"/>
                        <a:gd name="connsiteX12" fmla="*/ 3799 w 264815"/>
                        <a:gd name="connsiteY12" fmla="*/ 147856 h 209116"/>
                        <a:gd name="connsiteX13" fmla="*/ 9284 w 264815"/>
                        <a:gd name="connsiteY13" fmla="*/ 144247 h 209116"/>
                        <a:gd name="connsiteX14" fmla="*/ 12893 w 264815"/>
                        <a:gd name="connsiteY14" fmla="*/ 149733 h 209116"/>
                        <a:gd name="connsiteX15" fmla="*/ 10492 w 264815"/>
                        <a:gd name="connsiteY15" fmla="*/ 164575 h 209116"/>
                        <a:gd name="connsiteX16" fmla="*/ 5879 w 264815"/>
                        <a:gd name="connsiteY16" fmla="*/ 168679 h 209116"/>
                        <a:gd name="connsiteX17" fmla="*/ 15090 w 264815"/>
                        <a:gd name="connsiteY17" fmla="*/ 129274 h 209116"/>
                        <a:gd name="connsiteX18" fmla="*/ 13533 w 264815"/>
                        <a:gd name="connsiteY18" fmla="*/ 128997 h 209116"/>
                        <a:gd name="connsiteX19" fmla="*/ 10710 w 264815"/>
                        <a:gd name="connsiteY19" fmla="*/ 123060 h 209116"/>
                        <a:gd name="connsiteX20" fmla="*/ 16662 w 264815"/>
                        <a:gd name="connsiteY20" fmla="*/ 108393 h 209116"/>
                        <a:gd name="connsiteX21" fmla="*/ 22817 w 264815"/>
                        <a:gd name="connsiteY21" fmla="*/ 106094 h 209116"/>
                        <a:gd name="connsiteX22" fmla="*/ 25116 w 264815"/>
                        <a:gd name="connsiteY22" fmla="*/ 112249 h 209116"/>
                        <a:gd name="connsiteX23" fmla="*/ 19470 w 264815"/>
                        <a:gd name="connsiteY23" fmla="*/ 126174 h 209116"/>
                        <a:gd name="connsiteX24" fmla="*/ 15090 w 264815"/>
                        <a:gd name="connsiteY24" fmla="*/ 129259 h 209116"/>
                        <a:gd name="connsiteX25" fmla="*/ 32872 w 264815"/>
                        <a:gd name="connsiteY25" fmla="*/ 92939 h 209116"/>
                        <a:gd name="connsiteX26" fmla="*/ 30384 w 264815"/>
                        <a:gd name="connsiteY26" fmla="*/ 92212 h 209116"/>
                        <a:gd name="connsiteX27" fmla="*/ 28972 w 264815"/>
                        <a:gd name="connsiteY27" fmla="*/ 85794 h 209116"/>
                        <a:gd name="connsiteX28" fmla="*/ 38052 w 264815"/>
                        <a:gd name="connsiteY28" fmla="*/ 72815 h 209116"/>
                        <a:gd name="connsiteX29" fmla="*/ 44557 w 264815"/>
                        <a:gd name="connsiteY29" fmla="*/ 71956 h 209116"/>
                        <a:gd name="connsiteX30" fmla="*/ 45415 w 264815"/>
                        <a:gd name="connsiteY30" fmla="*/ 78461 h 209116"/>
                        <a:gd name="connsiteX31" fmla="*/ 36786 w 264815"/>
                        <a:gd name="connsiteY31" fmla="*/ 90786 h 209116"/>
                        <a:gd name="connsiteX32" fmla="*/ 32872 w 264815"/>
                        <a:gd name="connsiteY32" fmla="*/ 92925 h 209116"/>
                        <a:gd name="connsiteX33" fmla="*/ 58308 w 264815"/>
                        <a:gd name="connsiteY33" fmla="*/ 61479 h 209116"/>
                        <a:gd name="connsiteX34" fmla="*/ 55005 w 264815"/>
                        <a:gd name="connsiteY34" fmla="*/ 60097 h 209116"/>
                        <a:gd name="connsiteX35" fmla="*/ 55048 w 264815"/>
                        <a:gd name="connsiteY35" fmla="*/ 53534 h 209116"/>
                        <a:gd name="connsiteX36" fmla="*/ 66762 w 264815"/>
                        <a:gd name="connsiteY36" fmla="*/ 42897 h 209116"/>
                        <a:gd name="connsiteX37" fmla="*/ 73296 w 264815"/>
                        <a:gd name="connsiteY37" fmla="*/ 43494 h 209116"/>
                        <a:gd name="connsiteX38" fmla="*/ 72699 w 264815"/>
                        <a:gd name="connsiteY38" fmla="*/ 50027 h 209116"/>
                        <a:gd name="connsiteX39" fmla="*/ 61553 w 264815"/>
                        <a:gd name="connsiteY39" fmla="*/ 60141 h 209116"/>
                        <a:gd name="connsiteX40" fmla="*/ 58293 w 264815"/>
                        <a:gd name="connsiteY40" fmla="*/ 61479 h 209116"/>
                        <a:gd name="connsiteX41" fmla="*/ 90059 w 264815"/>
                        <a:gd name="connsiteY41" fmla="*/ 36436 h 209116"/>
                        <a:gd name="connsiteX42" fmla="*/ 86115 w 264815"/>
                        <a:gd name="connsiteY42" fmla="*/ 34239 h 209116"/>
                        <a:gd name="connsiteX43" fmla="*/ 87599 w 264815"/>
                        <a:gd name="connsiteY43" fmla="*/ 27851 h 209116"/>
                        <a:gd name="connsiteX44" fmla="*/ 101380 w 264815"/>
                        <a:gd name="connsiteY44" fmla="*/ 20066 h 209116"/>
                        <a:gd name="connsiteX45" fmla="*/ 107622 w 264815"/>
                        <a:gd name="connsiteY45" fmla="*/ 22089 h 209116"/>
                        <a:gd name="connsiteX46" fmla="*/ 105599 w 264815"/>
                        <a:gd name="connsiteY46" fmla="*/ 28331 h 209116"/>
                        <a:gd name="connsiteX47" fmla="*/ 92503 w 264815"/>
                        <a:gd name="connsiteY47" fmla="*/ 35723 h 209116"/>
                        <a:gd name="connsiteX48" fmla="*/ 90059 w 264815"/>
                        <a:gd name="connsiteY48" fmla="*/ 36422 h 209116"/>
                        <a:gd name="connsiteX49" fmla="*/ 260192 w 264815"/>
                        <a:gd name="connsiteY49" fmla="*/ 25377 h 209116"/>
                        <a:gd name="connsiteX50" fmla="*/ 258272 w 264815"/>
                        <a:gd name="connsiteY50" fmla="*/ 24955 h 209116"/>
                        <a:gd name="connsiteX51" fmla="*/ 244317 w 264815"/>
                        <a:gd name="connsiteY51" fmla="*/ 19324 h 209116"/>
                        <a:gd name="connsiteX52" fmla="*/ 241494 w 264815"/>
                        <a:gd name="connsiteY52" fmla="*/ 13402 h 209116"/>
                        <a:gd name="connsiteX53" fmla="*/ 247416 w 264815"/>
                        <a:gd name="connsiteY53" fmla="*/ 10579 h 209116"/>
                        <a:gd name="connsiteX54" fmla="*/ 262099 w 264815"/>
                        <a:gd name="connsiteY54" fmla="*/ 16501 h 209116"/>
                        <a:gd name="connsiteX55" fmla="*/ 264398 w 264815"/>
                        <a:gd name="connsiteY55" fmla="*/ 22656 h 209116"/>
                        <a:gd name="connsiteX56" fmla="*/ 260163 w 264815"/>
                        <a:gd name="connsiteY56" fmla="*/ 25377 h 209116"/>
                        <a:gd name="connsiteX57" fmla="*/ 126553 w 264815"/>
                        <a:gd name="connsiteY57" fmla="*/ 19048 h 209116"/>
                        <a:gd name="connsiteX58" fmla="*/ 122159 w 264815"/>
                        <a:gd name="connsiteY58" fmla="*/ 15919 h 209116"/>
                        <a:gd name="connsiteX59" fmla="*/ 125040 w 264815"/>
                        <a:gd name="connsiteY59" fmla="*/ 10011 h 209116"/>
                        <a:gd name="connsiteX60" fmla="*/ 140202 w 264815"/>
                        <a:gd name="connsiteY60" fmla="*/ 5500 h 209116"/>
                        <a:gd name="connsiteX61" fmla="*/ 145834 w 264815"/>
                        <a:gd name="connsiteY61" fmla="*/ 8876 h 209116"/>
                        <a:gd name="connsiteX62" fmla="*/ 142458 w 264815"/>
                        <a:gd name="connsiteY62" fmla="*/ 14508 h 209116"/>
                        <a:gd name="connsiteX63" fmla="*/ 128052 w 264815"/>
                        <a:gd name="connsiteY63" fmla="*/ 18786 h 209116"/>
                        <a:gd name="connsiteX64" fmla="*/ 126539 w 264815"/>
                        <a:gd name="connsiteY64" fmla="*/ 19048 h 209116"/>
                        <a:gd name="connsiteX65" fmla="*/ 221719 w 264815"/>
                        <a:gd name="connsiteY65" fmla="*/ 12892 h 209116"/>
                        <a:gd name="connsiteX66" fmla="*/ 220787 w 264815"/>
                        <a:gd name="connsiteY66" fmla="*/ 12805 h 209116"/>
                        <a:gd name="connsiteX67" fmla="*/ 205931 w 264815"/>
                        <a:gd name="connsiteY67" fmla="*/ 10433 h 209116"/>
                        <a:gd name="connsiteX68" fmla="*/ 201856 w 264815"/>
                        <a:gd name="connsiteY68" fmla="*/ 5282 h 209116"/>
                        <a:gd name="connsiteX69" fmla="*/ 207007 w 264815"/>
                        <a:gd name="connsiteY69" fmla="*/ 1208 h 209116"/>
                        <a:gd name="connsiteX70" fmla="*/ 222636 w 264815"/>
                        <a:gd name="connsiteY70" fmla="*/ 3696 h 209116"/>
                        <a:gd name="connsiteX71" fmla="*/ 226259 w 264815"/>
                        <a:gd name="connsiteY71" fmla="*/ 9167 h 209116"/>
                        <a:gd name="connsiteX72" fmla="*/ 221719 w 264815"/>
                        <a:gd name="connsiteY72" fmla="*/ 12878 h 209116"/>
                        <a:gd name="connsiteX73" fmla="*/ 166016 w 264815"/>
                        <a:gd name="connsiteY73" fmla="*/ 10259 h 209116"/>
                        <a:gd name="connsiteX74" fmla="*/ 161404 w 264815"/>
                        <a:gd name="connsiteY74" fmla="*/ 6112 h 209116"/>
                        <a:gd name="connsiteX75" fmla="*/ 165522 w 264815"/>
                        <a:gd name="connsiteY75" fmla="*/ 1004 h 209116"/>
                        <a:gd name="connsiteX76" fmla="*/ 181324 w 264815"/>
                        <a:gd name="connsiteY76" fmla="*/ 0 h 209116"/>
                        <a:gd name="connsiteX77" fmla="*/ 181426 w 264815"/>
                        <a:gd name="connsiteY77" fmla="*/ 0 h 209116"/>
                        <a:gd name="connsiteX78" fmla="*/ 186068 w 264815"/>
                        <a:gd name="connsiteY78" fmla="*/ 4540 h 209116"/>
                        <a:gd name="connsiteX79" fmla="*/ 181528 w 264815"/>
                        <a:gd name="connsiteY79" fmla="*/ 9284 h 209116"/>
                        <a:gd name="connsiteX80" fmla="*/ 166526 w 264815"/>
                        <a:gd name="connsiteY80" fmla="*/ 10244 h 209116"/>
                        <a:gd name="connsiteX81" fmla="*/ 166031 w 264815"/>
                        <a:gd name="connsiteY81" fmla="*/ 10273 h 2091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</a:cxnLst>
                      <a:rect l="l" t="t" r="r" b="b"/>
                      <a:pathLst>
                        <a:path w="264815" h="209116">
                          <a:moveTo>
                            <a:pt x="5588" y="209102"/>
                          </a:moveTo>
                          <a:cubicBezTo>
                            <a:pt x="3246" y="209102"/>
                            <a:pt x="1223" y="207327"/>
                            <a:pt x="976" y="204940"/>
                          </a:cubicBezTo>
                          <a:cubicBezTo>
                            <a:pt x="423" y="199731"/>
                            <a:pt x="103" y="194405"/>
                            <a:pt x="1" y="189138"/>
                          </a:cubicBezTo>
                          <a:cubicBezTo>
                            <a:pt x="-43" y="186577"/>
                            <a:pt x="1994" y="184452"/>
                            <a:pt x="4555" y="184409"/>
                          </a:cubicBezTo>
                          <a:lnTo>
                            <a:pt x="4643" y="184409"/>
                          </a:lnTo>
                          <a:cubicBezTo>
                            <a:pt x="7160" y="184409"/>
                            <a:pt x="9241" y="186431"/>
                            <a:pt x="9284" y="188963"/>
                          </a:cubicBezTo>
                          <a:cubicBezTo>
                            <a:pt x="9386" y="193969"/>
                            <a:pt x="9692" y="199018"/>
                            <a:pt x="10216" y="203980"/>
                          </a:cubicBezTo>
                          <a:cubicBezTo>
                            <a:pt x="10478" y="206527"/>
                            <a:pt x="8630" y="208811"/>
                            <a:pt x="6083" y="209088"/>
                          </a:cubicBezTo>
                          <a:cubicBezTo>
                            <a:pt x="5923" y="209102"/>
                            <a:pt x="5763" y="209117"/>
                            <a:pt x="5588" y="209117"/>
                          </a:cubicBezTo>
                          <a:close/>
                          <a:moveTo>
                            <a:pt x="5894" y="168650"/>
                          </a:moveTo>
                          <a:cubicBezTo>
                            <a:pt x="5719" y="168650"/>
                            <a:pt x="5530" y="168650"/>
                            <a:pt x="5341" y="168620"/>
                          </a:cubicBezTo>
                          <a:cubicBezTo>
                            <a:pt x="2795" y="168315"/>
                            <a:pt x="976" y="166016"/>
                            <a:pt x="1281" y="163469"/>
                          </a:cubicBezTo>
                          <a:cubicBezTo>
                            <a:pt x="1907" y="158245"/>
                            <a:pt x="2751" y="152978"/>
                            <a:pt x="3799" y="147856"/>
                          </a:cubicBezTo>
                          <a:cubicBezTo>
                            <a:pt x="4308" y="145338"/>
                            <a:pt x="6752" y="143738"/>
                            <a:pt x="9284" y="144247"/>
                          </a:cubicBezTo>
                          <a:cubicBezTo>
                            <a:pt x="11802" y="144771"/>
                            <a:pt x="13417" y="147215"/>
                            <a:pt x="12893" y="149733"/>
                          </a:cubicBezTo>
                          <a:cubicBezTo>
                            <a:pt x="11889" y="154608"/>
                            <a:pt x="11089" y="159613"/>
                            <a:pt x="10492" y="164575"/>
                          </a:cubicBezTo>
                          <a:cubicBezTo>
                            <a:pt x="10216" y="166932"/>
                            <a:pt x="8208" y="168679"/>
                            <a:pt x="5879" y="168679"/>
                          </a:cubicBezTo>
                          <a:close/>
                          <a:moveTo>
                            <a:pt x="15090" y="129274"/>
                          </a:moveTo>
                          <a:cubicBezTo>
                            <a:pt x="14567" y="129274"/>
                            <a:pt x="14043" y="129186"/>
                            <a:pt x="13533" y="128997"/>
                          </a:cubicBezTo>
                          <a:cubicBezTo>
                            <a:pt x="11118" y="128139"/>
                            <a:pt x="9852" y="125476"/>
                            <a:pt x="10710" y="123060"/>
                          </a:cubicBezTo>
                          <a:cubicBezTo>
                            <a:pt x="12471" y="118113"/>
                            <a:pt x="14479" y="113165"/>
                            <a:pt x="16662" y="108393"/>
                          </a:cubicBezTo>
                          <a:cubicBezTo>
                            <a:pt x="17724" y="106064"/>
                            <a:pt x="20489" y="105031"/>
                            <a:pt x="22817" y="106094"/>
                          </a:cubicBezTo>
                          <a:cubicBezTo>
                            <a:pt x="25145" y="107156"/>
                            <a:pt x="26178" y="109906"/>
                            <a:pt x="25116" y="112249"/>
                          </a:cubicBezTo>
                          <a:cubicBezTo>
                            <a:pt x="23035" y="116789"/>
                            <a:pt x="21144" y="121474"/>
                            <a:pt x="19470" y="126174"/>
                          </a:cubicBezTo>
                          <a:cubicBezTo>
                            <a:pt x="18801" y="128081"/>
                            <a:pt x="17011" y="129259"/>
                            <a:pt x="15090" y="129259"/>
                          </a:cubicBezTo>
                          <a:close/>
                          <a:moveTo>
                            <a:pt x="32872" y="92939"/>
                          </a:moveTo>
                          <a:cubicBezTo>
                            <a:pt x="32014" y="92939"/>
                            <a:pt x="31155" y="92706"/>
                            <a:pt x="30384" y="92212"/>
                          </a:cubicBezTo>
                          <a:cubicBezTo>
                            <a:pt x="28216" y="90829"/>
                            <a:pt x="27590" y="87963"/>
                            <a:pt x="28972" y="85794"/>
                          </a:cubicBezTo>
                          <a:cubicBezTo>
                            <a:pt x="31795" y="81356"/>
                            <a:pt x="34851" y="76991"/>
                            <a:pt x="38052" y="72815"/>
                          </a:cubicBezTo>
                          <a:cubicBezTo>
                            <a:pt x="39609" y="70778"/>
                            <a:pt x="42520" y="70399"/>
                            <a:pt x="44557" y="71956"/>
                          </a:cubicBezTo>
                          <a:cubicBezTo>
                            <a:pt x="46594" y="73513"/>
                            <a:pt x="46987" y="76423"/>
                            <a:pt x="45415" y="78461"/>
                          </a:cubicBezTo>
                          <a:cubicBezTo>
                            <a:pt x="42374" y="82419"/>
                            <a:pt x="39478" y="86566"/>
                            <a:pt x="36786" y="90786"/>
                          </a:cubicBezTo>
                          <a:cubicBezTo>
                            <a:pt x="35899" y="92168"/>
                            <a:pt x="34400" y="92925"/>
                            <a:pt x="32872" y="92925"/>
                          </a:cubicBezTo>
                          <a:close/>
                          <a:moveTo>
                            <a:pt x="58308" y="61479"/>
                          </a:moveTo>
                          <a:cubicBezTo>
                            <a:pt x="57115" y="61479"/>
                            <a:pt x="55907" y="61014"/>
                            <a:pt x="55005" y="60097"/>
                          </a:cubicBezTo>
                          <a:cubicBezTo>
                            <a:pt x="53200" y="58278"/>
                            <a:pt x="53215" y="55339"/>
                            <a:pt x="55048" y="53534"/>
                          </a:cubicBezTo>
                          <a:cubicBezTo>
                            <a:pt x="58788" y="49853"/>
                            <a:pt x="62731" y="46273"/>
                            <a:pt x="66762" y="42897"/>
                          </a:cubicBezTo>
                          <a:cubicBezTo>
                            <a:pt x="68726" y="41253"/>
                            <a:pt x="71666" y="41515"/>
                            <a:pt x="73296" y="43494"/>
                          </a:cubicBezTo>
                          <a:cubicBezTo>
                            <a:pt x="74940" y="45458"/>
                            <a:pt x="74678" y="48398"/>
                            <a:pt x="72699" y="50027"/>
                          </a:cubicBezTo>
                          <a:cubicBezTo>
                            <a:pt x="68857" y="53229"/>
                            <a:pt x="65103" y="56634"/>
                            <a:pt x="61553" y="60141"/>
                          </a:cubicBezTo>
                          <a:cubicBezTo>
                            <a:pt x="60650" y="61028"/>
                            <a:pt x="59472" y="61479"/>
                            <a:pt x="58293" y="61479"/>
                          </a:cubicBezTo>
                          <a:close/>
                          <a:moveTo>
                            <a:pt x="90059" y="36436"/>
                          </a:moveTo>
                          <a:cubicBezTo>
                            <a:pt x="88502" y="36436"/>
                            <a:pt x="86988" y="35665"/>
                            <a:pt x="86115" y="34239"/>
                          </a:cubicBezTo>
                          <a:cubicBezTo>
                            <a:pt x="84762" y="32057"/>
                            <a:pt x="85431" y="29204"/>
                            <a:pt x="87599" y="27851"/>
                          </a:cubicBezTo>
                          <a:cubicBezTo>
                            <a:pt x="92067" y="25072"/>
                            <a:pt x="96694" y="22453"/>
                            <a:pt x="101380" y="20066"/>
                          </a:cubicBezTo>
                          <a:cubicBezTo>
                            <a:pt x="103664" y="18902"/>
                            <a:pt x="106458" y="19804"/>
                            <a:pt x="107622" y="22089"/>
                          </a:cubicBezTo>
                          <a:cubicBezTo>
                            <a:pt x="108786" y="24373"/>
                            <a:pt x="107884" y="27167"/>
                            <a:pt x="105599" y="28331"/>
                          </a:cubicBezTo>
                          <a:cubicBezTo>
                            <a:pt x="101147" y="30601"/>
                            <a:pt x="96738" y="33090"/>
                            <a:pt x="92503" y="35723"/>
                          </a:cubicBezTo>
                          <a:cubicBezTo>
                            <a:pt x="91747" y="36204"/>
                            <a:pt x="90888" y="36422"/>
                            <a:pt x="90059" y="36422"/>
                          </a:cubicBezTo>
                          <a:close/>
                          <a:moveTo>
                            <a:pt x="260192" y="25377"/>
                          </a:moveTo>
                          <a:cubicBezTo>
                            <a:pt x="259552" y="25377"/>
                            <a:pt x="258897" y="25247"/>
                            <a:pt x="258272" y="24955"/>
                          </a:cubicBezTo>
                          <a:cubicBezTo>
                            <a:pt x="253732" y="22889"/>
                            <a:pt x="249032" y="20998"/>
                            <a:pt x="244317" y="19324"/>
                          </a:cubicBezTo>
                          <a:cubicBezTo>
                            <a:pt x="241901" y="18466"/>
                            <a:pt x="240635" y="15817"/>
                            <a:pt x="241494" y="13402"/>
                          </a:cubicBezTo>
                          <a:cubicBezTo>
                            <a:pt x="242352" y="10986"/>
                            <a:pt x="245001" y="9720"/>
                            <a:pt x="247416" y="10579"/>
                          </a:cubicBezTo>
                          <a:cubicBezTo>
                            <a:pt x="252378" y="12340"/>
                            <a:pt x="257326" y="14333"/>
                            <a:pt x="262099" y="16501"/>
                          </a:cubicBezTo>
                          <a:cubicBezTo>
                            <a:pt x="264427" y="17563"/>
                            <a:pt x="265460" y="20314"/>
                            <a:pt x="264398" y="22656"/>
                          </a:cubicBezTo>
                          <a:cubicBezTo>
                            <a:pt x="263626" y="24373"/>
                            <a:pt x="261939" y="25377"/>
                            <a:pt x="260163" y="25377"/>
                          </a:cubicBezTo>
                          <a:close/>
                          <a:moveTo>
                            <a:pt x="126553" y="19048"/>
                          </a:moveTo>
                          <a:cubicBezTo>
                            <a:pt x="124633" y="19048"/>
                            <a:pt x="122828" y="17840"/>
                            <a:pt x="122159" y="15919"/>
                          </a:cubicBezTo>
                          <a:cubicBezTo>
                            <a:pt x="121329" y="13489"/>
                            <a:pt x="122610" y="10855"/>
                            <a:pt x="125040" y="10011"/>
                          </a:cubicBezTo>
                          <a:cubicBezTo>
                            <a:pt x="130002" y="8294"/>
                            <a:pt x="135109" y="6781"/>
                            <a:pt x="140202" y="5500"/>
                          </a:cubicBezTo>
                          <a:cubicBezTo>
                            <a:pt x="142691" y="4889"/>
                            <a:pt x="145208" y="6388"/>
                            <a:pt x="145834" y="8876"/>
                          </a:cubicBezTo>
                          <a:cubicBezTo>
                            <a:pt x="146459" y="11365"/>
                            <a:pt x="144946" y="13882"/>
                            <a:pt x="142458" y="14508"/>
                          </a:cubicBezTo>
                          <a:cubicBezTo>
                            <a:pt x="137612" y="15730"/>
                            <a:pt x="132767" y="17171"/>
                            <a:pt x="128052" y="18786"/>
                          </a:cubicBezTo>
                          <a:cubicBezTo>
                            <a:pt x="127557" y="18960"/>
                            <a:pt x="127033" y="19048"/>
                            <a:pt x="126539" y="19048"/>
                          </a:cubicBezTo>
                          <a:close/>
                          <a:moveTo>
                            <a:pt x="221719" y="12892"/>
                          </a:moveTo>
                          <a:cubicBezTo>
                            <a:pt x="221413" y="12892"/>
                            <a:pt x="221108" y="12863"/>
                            <a:pt x="220787" y="12805"/>
                          </a:cubicBezTo>
                          <a:cubicBezTo>
                            <a:pt x="215898" y="11816"/>
                            <a:pt x="210893" y="11015"/>
                            <a:pt x="205931" y="10433"/>
                          </a:cubicBezTo>
                          <a:cubicBezTo>
                            <a:pt x="203384" y="10142"/>
                            <a:pt x="201565" y="7829"/>
                            <a:pt x="201856" y="5282"/>
                          </a:cubicBezTo>
                          <a:cubicBezTo>
                            <a:pt x="202147" y="2736"/>
                            <a:pt x="204461" y="902"/>
                            <a:pt x="207007" y="1208"/>
                          </a:cubicBezTo>
                          <a:cubicBezTo>
                            <a:pt x="212231" y="1819"/>
                            <a:pt x="217499" y="2648"/>
                            <a:pt x="222636" y="3696"/>
                          </a:cubicBezTo>
                          <a:cubicBezTo>
                            <a:pt x="225153" y="4205"/>
                            <a:pt x="226768" y="6664"/>
                            <a:pt x="226259" y="9167"/>
                          </a:cubicBezTo>
                          <a:cubicBezTo>
                            <a:pt x="225808" y="11365"/>
                            <a:pt x="223872" y="12878"/>
                            <a:pt x="221719" y="12878"/>
                          </a:cubicBezTo>
                          <a:close/>
                          <a:moveTo>
                            <a:pt x="166016" y="10259"/>
                          </a:moveTo>
                          <a:cubicBezTo>
                            <a:pt x="163674" y="10259"/>
                            <a:pt x="161666" y="8483"/>
                            <a:pt x="161404" y="6112"/>
                          </a:cubicBezTo>
                          <a:cubicBezTo>
                            <a:pt x="161127" y="3565"/>
                            <a:pt x="162975" y="1281"/>
                            <a:pt x="165522" y="1004"/>
                          </a:cubicBezTo>
                          <a:cubicBezTo>
                            <a:pt x="170746" y="451"/>
                            <a:pt x="176057" y="102"/>
                            <a:pt x="181324" y="0"/>
                          </a:cubicBezTo>
                          <a:cubicBezTo>
                            <a:pt x="181353" y="0"/>
                            <a:pt x="181397" y="0"/>
                            <a:pt x="181426" y="0"/>
                          </a:cubicBezTo>
                          <a:cubicBezTo>
                            <a:pt x="183944" y="0"/>
                            <a:pt x="186010" y="2008"/>
                            <a:pt x="186068" y="4540"/>
                          </a:cubicBezTo>
                          <a:cubicBezTo>
                            <a:pt x="186126" y="7101"/>
                            <a:pt x="184089" y="9226"/>
                            <a:pt x="181528" y="9284"/>
                          </a:cubicBezTo>
                          <a:cubicBezTo>
                            <a:pt x="176537" y="9386"/>
                            <a:pt x="171488" y="9706"/>
                            <a:pt x="166526" y="10244"/>
                          </a:cubicBezTo>
                          <a:cubicBezTo>
                            <a:pt x="166366" y="10259"/>
                            <a:pt x="166191" y="10273"/>
                            <a:pt x="166031" y="10273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002" name="Forme libre : forme 3001">
                      <a:extLst>
                        <a:ext uri="{FF2B5EF4-FFF2-40B4-BE49-F238E27FC236}">
                          <a16:creationId xmlns:a16="http://schemas.microsoft.com/office/drawing/2014/main" id="{3F4A2B9E-954F-5131-53B4-D1529600B7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2954" y="68897"/>
                      <a:ext cx="15462" cy="13403"/>
                    </a:xfrm>
                    <a:custGeom>
                      <a:avLst/>
                      <a:gdLst>
                        <a:gd name="connsiteX0" fmla="*/ 10822 w 15462"/>
                        <a:gd name="connsiteY0" fmla="*/ 13404 h 13403"/>
                        <a:gd name="connsiteX1" fmla="*/ 8174 w 15462"/>
                        <a:gd name="connsiteY1" fmla="*/ 12574 h 13403"/>
                        <a:gd name="connsiteX2" fmla="*/ 2149 w 15462"/>
                        <a:gd name="connsiteY2" fmla="*/ 8558 h 13403"/>
                        <a:gd name="connsiteX3" fmla="*/ 723 w 15462"/>
                        <a:gd name="connsiteY3" fmla="*/ 2156 h 13403"/>
                        <a:gd name="connsiteX4" fmla="*/ 7140 w 15462"/>
                        <a:gd name="connsiteY4" fmla="*/ 730 h 13403"/>
                        <a:gd name="connsiteX5" fmla="*/ 13470 w 15462"/>
                        <a:gd name="connsiteY5" fmla="*/ 4950 h 13403"/>
                        <a:gd name="connsiteX6" fmla="*/ 14634 w 15462"/>
                        <a:gd name="connsiteY6" fmla="*/ 11410 h 13403"/>
                        <a:gd name="connsiteX7" fmla="*/ 10822 w 15462"/>
                        <a:gd name="connsiteY7" fmla="*/ 13404 h 134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5462" h="13403">
                          <a:moveTo>
                            <a:pt x="10822" y="13404"/>
                          </a:moveTo>
                          <a:cubicBezTo>
                            <a:pt x="9905" y="13404"/>
                            <a:pt x="8988" y="13142"/>
                            <a:pt x="8174" y="12574"/>
                          </a:cubicBezTo>
                          <a:cubicBezTo>
                            <a:pt x="6209" y="11207"/>
                            <a:pt x="4186" y="9853"/>
                            <a:pt x="2149" y="8558"/>
                          </a:cubicBezTo>
                          <a:cubicBezTo>
                            <a:pt x="-19" y="7176"/>
                            <a:pt x="-645" y="4309"/>
                            <a:pt x="723" y="2156"/>
                          </a:cubicBezTo>
                          <a:cubicBezTo>
                            <a:pt x="2106" y="-12"/>
                            <a:pt x="4972" y="-653"/>
                            <a:pt x="7140" y="730"/>
                          </a:cubicBezTo>
                          <a:cubicBezTo>
                            <a:pt x="9279" y="2083"/>
                            <a:pt x="11404" y="3509"/>
                            <a:pt x="13470" y="4950"/>
                          </a:cubicBezTo>
                          <a:cubicBezTo>
                            <a:pt x="15580" y="6419"/>
                            <a:pt x="16089" y="9315"/>
                            <a:pt x="14634" y="11410"/>
                          </a:cubicBezTo>
                          <a:cubicBezTo>
                            <a:pt x="13732" y="12705"/>
                            <a:pt x="12292" y="13404"/>
                            <a:pt x="10822" y="13404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993" name="Graphique 8">
                    <a:extLst>
                      <a:ext uri="{FF2B5EF4-FFF2-40B4-BE49-F238E27FC236}">
                        <a16:creationId xmlns:a16="http://schemas.microsoft.com/office/drawing/2014/main" id="{8D17EA70-594E-2945-51A2-B7D2CD06E1C8}"/>
                      </a:ext>
                    </a:extLst>
                  </p:cNvPr>
                  <p:cNvGrpSpPr/>
                  <p:nvPr/>
                </p:nvGrpSpPr>
                <p:grpSpPr>
                  <a:xfrm>
                    <a:off x="336149" y="185493"/>
                    <a:ext cx="299958" cy="226161"/>
                    <a:chOff x="336149" y="185493"/>
                    <a:chExt cx="299958" cy="226161"/>
                  </a:xfrm>
                  <a:solidFill>
                    <a:srgbClr val="B1ABE5"/>
                  </a:solidFill>
                </p:grpSpPr>
                <p:sp>
                  <p:nvSpPr>
                    <p:cNvPr id="2998" name="Forme libre : forme 2997">
                      <a:extLst>
                        <a:ext uri="{FF2B5EF4-FFF2-40B4-BE49-F238E27FC236}">
                          <a16:creationId xmlns:a16="http://schemas.microsoft.com/office/drawing/2014/main" id="{8853E6A2-8907-E557-D729-246FB6B195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238" y="185493"/>
                      <a:ext cx="10600" cy="16594"/>
                    </a:xfrm>
                    <a:custGeom>
                      <a:avLst/>
                      <a:gdLst>
                        <a:gd name="connsiteX0" fmla="*/ 5972 w 10600"/>
                        <a:gd name="connsiteY0" fmla="*/ 16594 h 16594"/>
                        <a:gd name="connsiteX1" fmla="*/ 1388 w 10600"/>
                        <a:gd name="connsiteY1" fmla="*/ 12680 h 16594"/>
                        <a:gd name="connsiteX2" fmla="*/ 93 w 10600"/>
                        <a:gd name="connsiteY2" fmla="*/ 5564 h 16594"/>
                        <a:gd name="connsiteX3" fmla="*/ 3716 w 10600"/>
                        <a:gd name="connsiteY3" fmla="*/ 93 h 16594"/>
                        <a:gd name="connsiteX4" fmla="*/ 9188 w 10600"/>
                        <a:gd name="connsiteY4" fmla="*/ 3716 h 16594"/>
                        <a:gd name="connsiteX5" fmla="*/ 10541 w 10600"/>
                        <a:gd name="connsiteY5" fmla="*/ 11210 h 16594"/>
                        <a:gd name="connsiteX6" fmla="*/ 6685 w 10600"/>
                        <a:gd name="connsiteY6" fmla="*/ 16536 h 16594"/>
                        <a:gd name="connsiteX7" fmla="*/ 5943 w 10600"/>
                        <a:gd name="connsiteY7" fmla="*/ 16594 h 165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0600" h="16594">
                          <a:moveTo>
                            <a:pt x="5972" y="16594"/>
                          </a:moveTo>
                          <a:cubicBezTo>
                            <a:pt x="3731" y="16594"/>
                            <a:pt x="1752" y="14965"/>
                            <a:pt x="1388" y="12680"/>
                          </a:cubicBezTo>
                          <a:cubicBezTo>
                            <a:pt x="1010" y="10323"/>
                            <a:pt x="573" y="7922"/>
                            <a:pt x="93" y="5564"/>
                          </a:cubicBezTo>
                          <a:cubicBezTo>
                            <a:pt x="-416" y="3047"/>
                            <a:pt x="1214" y="602"/>
                            <a:pt x="3716" y="93"/>
                          </a:cubicBezTo>
                          <a:cubicBezTo>
                            <a:pt x="6234" y="-416"/>
                            <a:pt x="8678" y="1214"/>
                            <a:pt x="9188" y="3716"/>
                          </a:cubicBezTo>
                          <a:cubicBezTo>
                            <a:pt x="9697" y="6205"/>
                            <a:pt x="10148" y="8722"/>
                            <a:pt x="10541" y="11210"/>
                          </a:cubicBezTo>
                          <a:cubicBezTo>
                            <a:pt x="10948" y="13742"/>
                            <a:pt x="9217" y="16129"/>
                            <a:pt x="6685" y="16536"/>
                          </a:cubicBezTo>
                          <a:cubicBezTo>
                            <a:pt x="6438" y="16580"/>
                            <a:pt x="6190" y="16594"/>
                            <a:pt x="5943" y="16594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99" name="Forme libre : forme 2998">
                      <a:extLst>
                        <a:ext uri="{FF2B5EF4-FFF2-40B4-BE49-F238E27FC236}">
                          <a16:creationId xmlns:a16="http://schemas.microsoft.com/office/drawing/2014/main" id="{F51A7B0D-5C8D-3229-2891-0B3A7ADC65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3341" y="217377"/>
                      <a:ext cx="272766" cy="194277"/>
                    </a:xfrm>
                    <a:custGeom>
                      <a:avLst/>
                      <a:gdLst>
                        <a:gd name="connsiteX0" fmla="*/ 87514 w 272766"/>
                        <a:gd name="connsiteY0" fmla="*/ 194278 h 194277"/>
                        <a:gd name="connsiteX1" fmla="*/ 81082 w 272766"/>
                        <a:gd name="connsiteY1" fmla="*/ 194176 h 194277"/>
                        <a:gd name="connsiteX2" fmla="*/ 76600 w 272766"/>
                        <a:gd name="connsiteY2" fmla="*/ 189374 h 194277"/>
                        <a:gd name="connsiteX3" fmla="*/ 81402 w 272766"/>
                        <a:gd name="connsiteY3" fmla="*/ 184892 h 194277"/>
                        <a:gd name="connsiteX4" fmla="*/ 96201 w 272766"/>
                        <a:gd name="connsiteY4" fmla="*/ 184791 h 194277"/>
                        <a:gd name="connsiteX5" fmla="*/ 101061 w 272766"/>
                        <a:gd name="connsiteY5" fmla="*/ 189200 h 194277"/>
                        <a:gd name="connsiteX6" fmla="*/ 96652 w 272766"/>
                        <a:gd name="connsiteY6" fmla="*/ 194060 h 194277"/>
                        <a:gd name="connsiteX7" fmla="*/ 87514 w 272766"/>
                        <a:gd name="connsiteY7" fmla="*/ 194278 h 194277"/>
                        <a:gd name="connsiteX8" fmla="*/ 56694 w 272766"/>
                        <a:gd name="connsiteY8" fmla="*/ 191673 h 194277"/>
                        <a:gd name="connsiteX9" fmla="*/ 55908 w 272766"/>
                        <a:gd name="connsiteY9" fmla="*/ 191601 h 194277"/>
                        <a:gd name="connsiteX10" fmla="*/ 40673 w 272766"/>
                        <a:gd name="connsiteY10" fmla="*/ 188341 h 194277"/>
                        <a:gd name="connsiteX11" fmla="*/ 37341 w 272766"/>
                        <a:gd name="connsiteY11" fmla="*/ 182681 h 194277"/>
                        <a:gd name="connsiteX12" fmla="*/ 43001 w 272766"/>
                        <a:gd name="connsiteY12" fmla="*/ 179348 h 194277"/>
                        <a:gd name="connsiteX13" fmla="*/ 57480 w 272766"/>
                        <a:gd name="connsiteY13" fmla="*/ 182448 h 194277"/>
                        <a:gd name="connsiteX14" fmla="*/ 61278 w 272766"/>
                        <a:gd name="connsiteY14" fmla="*/ 187803 h 194277"/>
                        <a:gd name="connsiteX15" fmla="*/ 56709 w 272766"/>
                        <a:gd name="connsiteY15" fmla="*/ 191659 h 194277"/>
                        <a:gd name="connsiteX16" fmla="*/ 120909 w 272766"/>
                        <a:gd name="connsiteY16" fmla="*/ 191164 h 194277"/>
                        <a:gd name="connsiteX17" fmla="*/ 116354 w 272766"/>
                        <a:gd name="connsiteY17" fmla="*/ 187381 h 194277"/>
                        <a:gd name="connsiteX18" fmla="*/ 120065 w 272766"/>
                        <a:gd name="connsiteY18" fmla="*/ 181953 h 194277"/>
                        <a:gd name="connsiteX19" fmla="*/ 134471 w 272766"/>
                        <a:gd name="connsiteY19" fmla="*/ 178606 h 194277"/>
                        <a:gd name="connsiteX20" fmla="*/ 140189 w 272766"/>
                        <a:gd name="connsiteY20" fmla="*/ 181837 h 194277"/>
                        <a:gd name="connsiteX21" fmla="*/ 136959 w 272766"/>
                        <a:gd name="connsiteY21" fmla="*/ 187555 h 194277"/>
                        <a:gd name="connsiteX22" fmla="*/ 121782 w 272766"/>
                        <a:gd name="connsiteY22" fmla="*/ 191077 h 194277"/>
                        <a:gd name="connsiteX23" fmla="*/ 120923 w 272766"/>
                        <a:gd name="connsiteY23" fmla="*/ 191149 h 194277"/>
                        <a:gd name="connsiteX24" fmla="*/ 18424 w 272766"/>
                        <a:gd name="connsiteY24" fmla="*/ 180672 h 194277"/>
                        <a:gd name="connsiteX25" fmla="*/ 16663 w 272766"/>
                        <a:gd name="connsiteY25" fmla="*/ 180323 h 194277"/>
                        <a:gd name="connsiteX26" fmla="*/ 2519 w 272766"/>
                        <a:gd name="connsiteY26" fmla="*/ 173790 h 194277"/>
                        <a:gd name="connsiteX27" fmla="*/ 511 w 272766"/>
                        <a:gd name="connsiteY27" fmla="*/ 167533 h 194277"/>
                        <a:gd name="connsiteX28" fmla="*/ 6768 w 272766"/>
                        <a:gd name="connsiteY28" fmla="*/ 165525 h 194277"/>
                        <a:gd name="connsiteX29" fmla="*/ 20199 w 272766"/>
                        <a:gd name="connsiteY29" fmla="*/ 171738 h 194277"/>
                        <a:gd name="connsiteX30" fmla="*/ 22717 w 272766"/>
                        <a:gd name="connsiteY30" fmla="*/ 177806 h 194277"/>
                        <a:gd name="connsiteX31" fmla="*/ 18424 w 272766"/>
                        <a:gd name="connsiteY31" fmla="*/ 180687 h 194277"/>
                        <a:gd name="connsiteX32" fmla="*/ 158946 w 272766"/>
                        <a:gd name="connsiteY32" fmla="*/ 179508 h 194277"/>
                        <a:gd name="connsiteX33" fmla="*/ 154682 w 272766"/>
                        <a:gd name="connsiteY33" fmla="*/ 176700 h 194277"/>
                        <a:gd name="connsiteX34" fmla="*/ 157098 w 272766"/>
                        <a:gd name="connsiteY34" fmla="*/ 170588 h 194277"/>
                        <a:gd name="connsiteX35" fmla="*/ 170412 w 272766"/>
                        <a:gd name="connsiteY35" fmla="*/ 164157 h 194277"/>
                        <a:gd name="connsiteX36" fmla="*/ 176699 w 272766"/>
                        <a:gd name="connsiteY36" fmla="*/ 166048 h 194277"/>
                        <a:gd name="connsiteX37" fmla="*/ 174807 w 272766"/>
                        <a:gd name="connsiteY37" fmla="*/ 172335 h 194277"/>
                        <a:gd name="connsiteX38" fmla="*/ 160779 w 272766"/>
                        <a:gd name="connsiteY38" fmla="*/ 179116 h 194277"/>
                        <a:gd name="connsiteX39" fmla="*/ 158946 w 272766"/>
                        <a:gd name="connsiteY39" fmla="*/ 179494 h 194277"/>
                        <a:gd name="connsiteX40" fmla="*/ 193505 w 272766"/>
                        <a:gd name="connsiteY40" fmla="*/ 159806 h 194277"/>
                        <a:gd name="connsiteX41" fmla="*/ 189751 w 272766"/>
                        <a:gd name="connsiteY41" fmla="*/ 157900 h 194277"/>
                        <a:gd name="connsiteX42" fmla="*/ 190784 w 272766"/>
                        <a:gd name="connsiteY42" fmla="*/ 151410 h 194277"/>
                        <a:gd name="connsiteX43" fmla="*/ 202382 w 272766"/>
                        <a:gd name="connsiteY43" fmla="*/ 142213 h 194277"/>
                        <a:gd name="connsiteX44" fmla="*/ 208930 w 272766"/>
                        <a:gd name="connsiteY44" fmla="*/ 142694 h 194277"/>
                        <a:gd name="connsiteX45" fmla="*/ 208449 w 272766"/>
                        <a:gd name="connsiteY45" fmla="*/ 149242 h 194277"/>
                        <a:gd name="connsiteX46" fmla="*/ 196241 w 272766"/>
                        <a:gd name="connsiteY46" fmla="*/ 158918 h 194277"/>
                        <a:gd name="connsiteX47" fmla="*/ 193520 w 272766"/>
                        <a:gd name="connsiteY47" fmla="*/ 159806 h 194277"/>
                        <a:gd name="connsiteX48" fmla="*/ 222943 w 272766"/>
                        <a:gd name="connsiteY48" fmla="*/ 133032 h 194277"/>
                        <a:gd name="connsiteX49" fmla="*/ 219872 w 272766"/>
                        <a:gd name="connsiteY49" fmla="*/ 131867 h 194277"/>
                        <a:gd name="connsiteX50" fmla="*/ 219465 w 272766"/>
                        <a:gd name="connsiteY50" fmla="*/ 125319 h 194277"/>
                        <a:gd name="connsiteX51" fmla="*/ 228792 w 272766"/>
                        <a:gd name="connsiteY51" fmla="*/ 113824 h 194277"/>
                        <a:gd name="connsiteX52" fmla="*/ 235282 w 272766"/>
                        <a:gd name="connsiteY52" fmla="*/ 112863 h 194277"/>
                        <a:gd name="connsiteX53" fmla="*/ 236242 w 272766"/>
                        <a:gd name="connsiteY53" fmla="*/ 119353 h 194277"/>
                        <a:gd name="connsiteX54" fmla="*/ 226435 w 272766"/>
                        <a:gd name="connsiteY54" fmla="*/ 131445 h 194277"/>
                        <a:gd name="connsiteX55" fmla="*/ 222957 w 272766"/>
                        <a:gd name="connsiteY55" fmla="*/ 133017 h 194277"/>
                        <a:gd name="connsiteX56" fmla="*/ 245846 w 272766"/>
                        <a:gd name="connsiteY56" fmla="*/ 100480 h 194277"/>
                        <a:gd name="connsiteX57" fmla="*/ 243620 w 272766"/>
                        <a:gd name="connsiteY57" fmla="*/ 99898 h 194277"/>
                        <a:gd name="connsiteX58" fmla="*/ 241786 w 272766"/>
                        <a:gd name="connsiteY58" fmla="*/ 93598 h 194277"/>
                        <a:gd name="connsiteX59" fmla="*/ 248364 w 272766"/>
                        <a:gd name="connsiteY59" fmla="*/ 80341 h 194277"/>
                        <a:gd name="connsiteX60" fmla="*/ 254490 w 272766"/>
                        <a:gd name="connsiteY60" fmla="*/ 77984 h 194277"/>
                        <a:gd name="connsiteX61" fmla="*/ 256847 w 272766"/>
                        <a:gd name="connsiteY61" fmla="*/ 84110 h 194277"/>
                        <a:gd name="connsiteX62" fmla="*/ 249921 w 272766"/>
                        <a:gd name="connsiteY62" fmla="*/ 98065 h 194277"/>
                        <a:gd name="connsiteX63" fmla="*/ 245846 w 272766"/>
                        <a:gd name="connsiteY63" fmla="*/ 100466 h 194277"/>
                        <a:gd name="connsiteX64" fmla="*/ 261052 w 272766"/>
                        <a:gd name="connsiteY64" fmla="*/ 63680 h 194277"/>
                        <a:gd name="connsiteX65" fmla="*/ 259772 w 272766"/>
                        <a:gd name="connsiteY65" fmla="*/ 63491 h 194277"/>
                        <a:gd name="connsiteX66" fmla="*/ 256600 w 272766"/>
                        <a:gd name="connsiteY66" fmla="*/ 57743 h 194277"/>
                        <a:gd name="connsiteX67" fmla="*/ 260092 w 272766"/>
                        <a:gd name="connsiteY67" fmla="*/ 43366 h 194277"/>
                        <a:gd name="connsiteX68" fmla="*/ 265549 w 272766"/>
                        <a:gd name="connsiteY68" fmla="*/ 39714 h 194277"/>
                        <a:gd name="connsiteX69" fmla="*/ 269201 w 272766"/>
                        <a:gd name="connsiteY69" fmla="*/ 45171 h 194277"/>
                        <a:gd name="connsiteX70" fmla="*/ 265520 w 272766"/>
                        <a:gd name="connsiteY70" fmla="*/ 60304 h 194277"/>
                        <a:gd name="connsiteX71" fmla="*/ 261067 w 272766"/>
                        <a:gd name="connsiteY71" fmla="*/ 63666 h 194277"/>
                        <a:gd name="connsiteX72" fmla="*/ 267790 w 272766"/>
                        <a:gd name="connsiteY72" fmla="*/ 24464 h 194277"/>
                        <a:gd name="connsiteX73" fmla="*/ 267499 w 272766"/>
                        <a:gd name="connsiteY73" fmla="*/ 24464 h 194277"/>
                        <a:gd name="connsiteX74" fmla="*/ 263148 w 272766"/>
                        <a:gd name="connsiteY74" fmla="*/ 19546 h 194277"/>
                        <a:gd name="connsiteX75" fmla="*/ 263482 w 272766"/>
                        <a:gd name="connsiteY75" fmla="*/ 8662 h 194277"/>
                        <a:gd name="connsiteX76" fmla="*/ 263439 w 272766"/>
                        <a:gd name="connsiteY76" fmla="*/ 4747 h 194277"/>
                        <a:gd name="connsiteX77" fmla="*/ 267979 w 272766"/>
                        <a:gd name="connsiteY77" fmla="*/ 4 h 194277"/>
                        <a:gd name="connsiteX78" fmla="*/ 272722 w 272766"/>
                        <a:gd name="connsiteY78" fmla="*/ 4544 h 194277"/>
                        <a:gd name="connsiteX79" fmla="*/ 272766 w 272766"/>
                        <a:gd name="connsiteY79" fmla="*/ 8662 h 194277"/>
                        <a:gd name="connsiteX80" fmla="*/ 272417 w 272766"/>
                        <a:gd name="connsiteY80" fmla="*/ 20113 h 194277"/>
                        <a:gd name="connsiteX81" fmla="*/ 267790 w 272766"/>
                        <a:gd name="connsiteY81" fmla="*/ 24479 h 1942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</a:cxnLst>
                      <a:rect l="l" t="t" r="r" b="b"/>
                      <a:pathLst>
                        <a:path w="272766" h="194277">
                          <a:moveTo>
                            <a:pt x="87514" y="194278"/>
                          </a:moveTo>
                          <a:cubicBezTo>
                            <a:pt x="85375" y="194278"/>
                            <a:pt x="83236" y="194234"/>
                            <a:pt x="81082" y="194176"/>
                          </a:cubicBezTo>
                          <a:cubicBezTo>
                            <a:pt x="78521" y="194089"/>
                            <a:pt x="76513" y="191935"/>
                            <a:pt x="76600" y="189374"/>
                          </a:cubicBezTo>
                          <a:cubicBezTo>
                            <a:pt x="76687" y="186813"/>
                            <a:pt x="78841" y="184791"/>
                            <a:pt x="81402" y="184892"/>
                          </a:cubicBezTo>
                          <a:cubicBezTo>
                            <a:pt x="86364" y="185052"/>
                            <a:pt x="91326" y="185023"/>
                            <a:pt x="96201" y="184791"/>
                          </a:cubicBezTo>
                          <a:cubicBezTo>
                            <a:pt x="98762" y="184674"/>
                            <a:pt x="100944" y="186639"/>
                            <a:pt x="101061" y="189200"/>
                          </a:cubicBezTo>
                          <a:cubicBezTo>
                            <a:pt x="101192" y="191761"/>
                            <a:pt x="99213" y="193943"/>
                            <a:pt x="96652" y="194060"/>
                          </a:cubicBezTo>
                          <a:cubicBezTo>
                            <a:pt x="93640" y="194205"/>
                            <a:pt x="90555" y="194278"/>
                            <a:pt x="87514" y="194278"/>
                          </a:cubicBezTo>
                          <a:close/>
                          <a:moveTo>
                            <a:pt x="56694" y="191673"/>
                          </a:moveTo>
                          <a:cubicBezTo>
                            <a:pt x="56432" y="191673"/>
                            <a:pt x="56170" y="191644"/>
                            <a:pt x="55908" y="191601"/>
                          </a:cubicBezTo>
                          <a:cubicBezTo>
                            <a:pt x="50801" y="190727"/>
                            <a:pt x="45679" y="189636"/>
                            <a:pt x="40673" y="188341"/>
                          </a:cubicBezTo>
                          <a:cubicBezTo>
                            <a:pt x="38185" y="187701"/>
                            <a:pt x="36701" y="185169"/>
                            <a:pt x="37341" y="182681"/>
                          </a:cubicBezTo>
                          <a:cubicBezTo>
                            <a:pt x="37981" y="180192"/>
                            <a:pt x="40527" y="178694"/>
                            <a:pt x="43001" y="179348"/>
                          </a:cubicBezTo>
                          <a:cubicBezTo>
                            <a:pt x="47759" y="180585"/>
                            <a:pt x="52620" y="181618"/>
                            <a:pt x="57480" y="182448"/>
                          </a:cubicBezTo>
                          <a:cubicBezTo>
                            <a:pt x="60012" y="182884"/>
                            <a:pt x="61700" y="185285"/>
                            <a:pt x="61278" y="187803"/>
                          </a:cubicBezTo>
                          <a:cubicBezTo>
                            <a:pt x="60885" y="190073"/>
                            <a:pt x="58920" y="191659"/>
                            <a:pt x="56709" y="191659"/>
                          </a:cubicBezTo>
                          <a:close/>
                          <a:moveTo>
                            <a:pt x="120909" y="191164"/>
                          </a:moveTo>
                          <a:cubicBezTo>
                            <a:pt x="118726" y="191164"/>
                            <a:pt x="116776" y="189607"/>
                            <a:pt x="116354" y="187381"/>
                          </a:cubicBezTo>
                          <a:cubicBezTo>
                            <a:pt x="115874" y="184863"/>
                            <a:pt x="117533" y="182433"/>
                            <a:pt x="120065" y="181953"/>
                          </a:cubicBezTo>
                          <a:cubicBezTo>
                            <a:pt x="124881" y="181051"/>
                            <a:pt x="129727" y="179916"/>
                            <a:pt x="134471" y="178606"/>
                          </a:cubicBezTo>
                          <a:cubicBezTo>
                            <a:pt x="136944" y="177922"/>
                            <a:pt x="139505" y="179363"/>
                            <a:pt x="140189" y="181837"/>
                          </a:cubicBezTo>
                          <a:cubicBezTo>
                            <a:pt x="140873" y="184310"/>
                            <a:pt x="139433" y="186871"/>
                            <a:pt x="136959" y="187555"/>
                          </a:cubicBezTo>
                          <a:cubicBezTo>
                            <a:pt x="131968" y="188938"/>
                            <a:pt x="126860" y="190131"/>
                            <a:pt x="121782" y="191077"/>
                          </a:cubicBezTo>
                          <a:cubicBezTo>
                            <a:pt x="121491" y="191135"/>
                            <a:pt x="121200" y="191149"/>
                            <a:pt x="120923" y="191149"/>
                          </a:cubicBezTo>
                          <a:close/>
                          <a:moveTo>
                            <a:pt x="18424" y="180672"/>
                          </a:moveTo>
                          <a:cubicBezTo>
                            <a:pt x="17827" y="180672"/>
                            <a:pt x="17231" y="180556"/>
                            <a:pt x="16663" y="180323"/>
                          </a:cubicBezTo>
                          <a:cubicBezTo>
                            <a:pt x="11876" y="178359"/>
                            <a:pt x="7118" y="176147"/>
                            <a:pt x="2519" y="173790"/>
                          </a:cubicBezTo>
                          <a:cubicBezTo>
                            <a:pt x="235" y="172611"/>
                            <a:pt x="-653" y="169817"/>
                            <a:pt x="511" y="167533"/>
                          </a:cubicBezTo>
                          <a:cubicBezTo>
                            <a:pt x="1690" y="165248"/>
                            <a:pt x="4484" y="164360"/>
                            <a:pt x="6768" y="165525"/>
                          </a:cubicBezTo>
                          <a:cubicBezTo>
                            <a:pt x="11134" y="167765"/>
                            <a:pt x="15659" y="169861"/>
                            <a:pt x="20199" y="171738"/>
                          </a:cubicBezTo>
                          <a:cubicBezTo>
                            <a:pt x="22571" y="172713"/>
                            <a:pt x="23706" y="175434"/>
                            <a:pt x="22717" y="177806"/>
                          </a:cubicBezTo>
                          <a:cubicBezTo>
                            <a:pt x="21975" y="179596"/>
                            <a:pt x="20243" y="180687"/>
                            <a:pt x="18424" y="180687"/>
                          </a:cubicBezTo>
                          <a:close/>
                          <a:moveTo>
                            <a:pt x="158946" y="179508"/>
                          </a:moveTo>
                          <a:cubicBezTo>
                            <a:pt x="157156" y="179508"/>
                            <a:pt x="155439" y="178461"/>
                            <a:pt x="154682" y="176700"/>
                          </a:cubicBezTo>
                          <a:cubicBezTo>
                            <a:pt x="153664" y="174343"/>
                            <a:pt x="154755" y="171607"/>
                            <a:pt x="157098" y="170588"/>
                          </a:cubicBezTo>
                          <a:cubicBezTo>
                            <a:pt x="161594" y="168639"/>
                            <a:pt x="166076" y="166485"/>
                            <a:pt x="170412" y="164157"/>
                          </a:cubicBezTo>
                          <a:cubicBezTo>
                            <a:pt x="172668" y="162949"/>
                            <a:pt x="175491" y="163793"/>
                            <a:pt x="176699" y="166048"/>
                          </a:cubicBezTo>
                          <a:cubicBezTo>
                            <a:pt x="177906" y="168304"/>
                            <a:pt x="177062" y="171127"/>
                            <a:pt x="174807" y="172335"/>
                          </a:cubicBezTo>
                          <a:cubicBezTo>
                            <a:pt x="170238" y="174779"/>
                            <a:pt x="165523" y="177064"/>
                            <a:pt x="160779" y="179116"/>
                          </a:cubicBezTo>
                          <a:cubicBezTo>
                            <a:pt x="160183" y="179377"/>
                            <a:pt x="159557" y="179494"/>
                            <a:pt x="158946" y="179494"/>
                          </a:cubicBezTo>
                          <a:close/>
                          <a:moveTo>
                            <a:pt x="193505" y="159806"/>
                          </a:moveTo>
                          <a:cubicBezTo>
                            <a:pt x="192065" y="159806"/>
                            <a:pt x="190653" y="159137"/>
                            <a:pt x="189751" y="157900"/>
                          </a:cubicBezTo>
                          <a:cubicBezTo>
                            <a:pt x="188238" y="155819"/>
                            <a:pt x="188703" y="152923"/>
                            <a:pt x="190784" y="151410"/>
                          </a:cubicBezTo>
                          <a:cubicBezTo>
                            <a:pt x="194757" y="148514"/>
                            <a:pt x="198671" y="145429"/>
                            <a:pt x="202382" y="142213"/>
                          </a:cubicBezTo>
                          <a:cubicBezTo>
                            <a:pt x="204317" y="140540"/>
                            <a:pt x="207256" y="140758"/>
                            <a:pt x="208930" y="142694"/>
                          </a:cubicBezTo>
                          <a:cubicBezTo>
                            <a:pt x="210603" y="144629"/>
                            <a:pt x="210385" y="147568"/>
                            <a:pt x="208449" y="149242"/>
                          </a:cubicBezTo>
                          <a:cubicBezTo>
                            <a:pt x="204535" y="152618"/>
                            <a:pt x="200432" y="155877"/>
                            <a:pt x="196241" y="158918"/>
                          </a:cubicBezTo>
                          <a:cubicBezTo>
                            <a:pt x="195411" y="159515"/>
                            <a:pt x="194466" y="159806"/>
                            <a:pt x="193520" y="159806"/>
                          </a:cubicBezTo>
                          <a:close/>
                          <a:moveTo>
                            <a:pt x="222943" y="133032"/>
                          </a:moveTo>
                          <a:cubicBezTo>
                            <a:pt x="221851" y="133032"/>
                            <a:pt x="220760" y="132653"/>
                            <a:pt x="219872" y="131867"/>
                          </a:cubicBezTo>
                          <a:cubicBezTo>
                            <a:pt x="217951" y="130165"/>
                            <a:pt x="217762" y="127240"/>
                            <a:pt x="219465" y="125319"/>
                          </a:cubicBezTo>
                          <a:cubicBezTo>
                            <a:pt x="222724" y="121623"/>
                            <a:pt x="225853" y="117767"/>
                            <a:pt x="228792" y="113824"/>
                          </a:cubicBezTo>
                          <a:cubicBezTo>
                            <a:pt x="230320" y="111772"/>
                            <a:pt x="233230" y="111336"/>
                            <a:pt x="235282" y="112863"/>
                          </a:cubicBezTo>
                          <a:cubicBezTo>
                            <a:pt x="237334" y="114391"/>
                            <a:pt x="237770" y="117302"/>
                            <a:pt x="236242" y="119353"/>
                          </a:cubicBezTo>
                          <a:cubicBezTo>
                            <a:pt x="233158" y="123500"/>
                            <a:pt x="229854" y="127575"/>
                            <a:pt x="226435" y="131445"/>
                          </a:cubicBezTo>
                          <a:cubicBezTo>
                            <a:pt x="225518" y="132479"/>
                            <a:pt x="224238" y="133017"/>
                            <a:pt x="222957" y="133017"/>
                          </a:cubicBezTo>
                          <a:close/>
                          <a:moveTo>
                            <a:pt x="245846" y="100480"/>
                          </a:moveTo>
                          <a:cubicBezTo>
                            <a:pt x="245090" y="100480"/>
                            <a:pt x="244318" y="100291"/>
                            <a:pt x="243620" y="99898"/>
                          </a:cubicBezTo>
                          <a:cubicBezTo>
                            <a:pt x="241379" y="98661"/>
                            <a:pt x="240550" y="95838"/>
                            <a:pt x="241786" y="93598"/>
                          </a:cubicBezTo>
                          <a:cubicBezTo>
                            <a:pt x="244158" y="89290"/>
                            <a:pt x="246370" y="84823"/>
                            <a:pt x="248364" y="80341"/>
                          </a:cubicBezTo>
                          <a:cubicBezTo>
                            <a:pt x="249411" y="77999"/>
                            <a:pt x="252147" y="76936"/>
                            <a:pt x="254490" y="77984"/>
                          </a:cubicBezTo>
                          <a:cubicBezTo>
                            <a:pt x="256832" y="79032"/>
                            <a:pt x="257895" y="81767"/>
                            <a:pt x="256847" y="84110"/>
                          </a:cubicBezTo>
                          <a:cubicBezTo>
                            <a:pt x="254752" y="88839"/>
                            <a:pt x="252423" y="93539"/>
                            <a:pt x="249921" y="98065"/>
                          </a:cubicBezTo>
                          <a:cubicBezTo>
                            <a:pt x="249077" y="99607"/>
                            <a:pt x="247491" y="100466"/>
                            <a:pt x="245846" y="100466"/>
                          </a:cubicBezTo>
                          <a:close/>
                          <a:moveTo>
                            <a:pt x="261052" y="63680"/>
                          </a:moveTo>
                          <a:cubicBezTo>
                            <a:pt x="260630" y="63680"/>
                            <a:pt x="260194" y="63622"/>
                            <a:pt x="259772" y="63491"/>
                          </a:cubicBezTo>
                          <a:cubicBezTo>
                            <a:pt x="257313" y="62778"/>
                            <a:pt x="255887" y="60202"/>
                            <a:pt x="256600" y="57743"/>
                          </a:cubicBezTo>
                          <a:cubicBezTo>
                            <a:pt x="257953" y="53029"/>
                            <a:pt x="259132" y="48197"/>
                            <a:pt x="260092" y="43366"/>
                          </a:cubicBezTo>
                          <a:cubicBezTo>
                            <a:pt x="260587" y="40849"/>
                            <a:pt x="263046" y="39219"/>
                            <a:pt x="265549" y="39714"/>
                          </a:cubicBezTo>
                          <a:cubicBezTo>
                            <a:pt x="268066" y="40209"/>
                            <a:pt x="269696" y="42653"/>
                            <a:pt x="269201" y="45171"/>
                          </a:cubicBezTo>
                          <a:cubicBezTo>
                            <a:pt x="268197" y="50249"/>
                            <a:pt x="266960" y="55342"/>
                            <a:pt x="265520" y="60304"/>
                          </a:cubicBezTo>
                          <a:cubicBezTo>
                            <a:pt x="264938" y="62341"/>
                            <a:pt x="263075" y="63666"/>
                            <a:pt x="261067" y="63666"/>
                          </a:cubicBezTo>
                          <a:close/>
                          <a:moveTo>
                            <a:pt x="267790" y="24464"/>
                          </a:moveTo>
                          <a:cubicBezTo>
                            <a:pt x="267688" y="24464"/>
                            <a:pt x="267600" y="24464"/>
                            <a:pt x="267499" y="24464"/>
                          </a:cubicBezTo>
                          <a:cubicBezTo>
                            <a:pt x="264938" y="24304"/>
                            <a:pt x="262988" y="22107"/>
                            <a:pt x="263148" y="19546"/>
                          </a:cubicBezTo>
                          <a:cubicBezTo>
                            <a:pt x="263366" y="15937"/>
                            <a:pt x="263482" y="12270"/>
                            <a:pt x="263482" y="8662"/>
                          </a:cubicBezTo>
                          <a:cubicBezTo>
                            <a:pt x="263482" y="7352"/>
                            <a:pt x="263468" y="6042"/>
                            <a:pt x="263439" y="4747"/>
                          </a:cubicBezTo>
                          <a:cubicBezTo>
                            <a:pt x="263381" y="2186"/>
                            <a:pt x="265418" y="62"/>
                            <a:pt x="267979" y="4"/>
                          </a:cubicBezTo>
                          <a:cubicBezTo>
                            <a:pt x="270569" y="-98"/>
                            <a:pt x="272664" y="1983"/>
                            <a:pt x="272722" y="4544"/>
                          </a:cubicBezTo>
                          <a:cubicBezTo>
                            <a:pt x="272752" y="5911"/>
                            <a:pt x="272766" y="7279"/>
                            <a:pt x="272766" y="8662"/>
                          </a:cubicBezTo>
                          <a:cubicBezTo>
                            <a:pt x="272766" y="12459"/>
                            <a:pt x="272650" y="16316"/>
                            <a:pt x="272417" y="20113"/>
                          </a:cubicBezTo>
                          <a:cubicBezTo>
                            <a:pt x="272271" y="22573"/>
                            <a:pt x="270220" y="24479"/>
                            <a:pt x="267790" y="24479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000" name="Forme libre : forme 2999">
                      <a:extLst>
                        <a:ext uri="{FF2B5EF4-FFF2-40B4-BE49-F238E27FC236}">
                          <a16:creationId xmlns:a16="http://schemas.microsoft.com/office/drawing/2014/main" id="{D7D67345-6F62-1E4C-0275-3C66225C94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6149" y="365159"/>
                      <a:ext cx="15272" cy="13682"/>
                    </a:xfrm>
                    <a:custGeom>
                      <a:avLst/>
                      <a:gdLst>
                        <a:gd name="connsiteX0" fmla="*/ 10620 w 15272"/>
                        <a:gd name="connsiteY0" fmla="*/ 13682 h 13682"/>
                        <a:gd name="connsiteX1" fmla="*/ 7957 w 15272"/>
                        <a:gd name="connsiteY1" fmla="*/ 12838 h 13682"/>
                        <a:gd name="connsiteX2" fmla="*/ 1817 w 15272"/>
                        <a:gd name="connsiteY2" fmla="*/ 8327 h 13682"/>
                        <a:gd name="connsiteX3" fmla="*/ 958 w 15272"/>
                        <a:gd name="connsiteY3" fmla="*/ 1823 h 13682"/>
                        <a:gd name="connsiteX4" fmla="*/ 7463 w 15272"/>
                        <a:gd name="connsiteY4" fmla="*/ 964 h 13682"/>
                        <a:gd name="connsiteX5" fmla="*/ 13298 w 15272"/>
                        <a:gd name="connsiteY5" fmla="*/ 5243 h 13682"/>
                        <a:gd name="connsiteX6" fmla="*/ 14433 w 15272"/>
                        <a:gd name="connsiteY6" fmla="*/ 11703 h 13682"/>
                        <a:gd name="connsiteX7" fmla="*/ 10635 w 15272"/>
                        <a:gd name="connsiteY7" fmla="*/ 13682 h 136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5272" h="13682">
                          <a:moveTo>
                            <a:pt x="10620" y="13682"/>
                          </a:moveTo>
                          <a:cubicBezTo>
                            <a:pt x="9704" y="13682"/>
                            <a:pt x="8772" y="13406"/>
                            <a:pt x="7957" y="12838"/>
                          </a:cubicBezTo>
                          <a:cubicBezTo>
                            <a:pt x="5906" y="11398"/>
                            <a:pt x="3839" y="9870"/>
                            <a:pt x="1817" y="8327"/>
                          </a:cubicBezTo>
                          <a:cubicBezTo>
                            <a:pt x="-220" y="6770"/>
                            <a:pt x="-599" y="3860"/>
                            <a:pt x="958" y="1823"/>
                          </a:cubicBezTo>
                          <a:cubicBezTo>
                            <a:pt x="2515" y="-214"/>
                            <a:pt x="5426" y="-607"/>
                            <a:pt x="7463" y="964"/>
                          </a:cubicBezTo>
                          <a:cubicBezTo>
                            <a:pt x="9383" y="2434"/>
                            <a:pt x="11333" y="3875"/>
                            <a:pt x="13298" y="5243"/>
                          </a:cubicBezTo>
                          <a:cubicBezTo>
                            <a:pt x="15393" y="6712"/>
                            <a:pt x="15902" y="9608"/>
                            <a:pt x="14433" y="11703"/>
                          </a:cubicBezTo>
                          <a:cubicBezTo>
                            <a:pt x="13531" y="12984"/>
                            <a:pt x="12090" y="13682"/>
                            <a:pt x="10635" y="13682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994" name="Graphique 8">
                    <a:extLst>
                      <a:ext uri="{FF2B5EF4-FFF2-40B4-BE49-F238E27FC236}">
                        <a16:creationId xmlns:a16="http://schemas.microsoft.com/office/drawing/2014/main" id="{CD4608FB-897C-48A2-118F-1359252E90AC}"/>
                      </a:ext>
                    </a:extLst>
                  </p:cNvPr>
                  <p:cNvGrpSpPr/>
                  <p:nvPr/>
                </p:nvGrpSpPr>
                <p:grpSpPr>
                  <a:xfrm>
                    <a:off x="310803" y="84823"/>
                    <a:ext cx="279972" cy="279972"/>
                    <a:chOff x="310803" y="84823"/>
                    <a:chExt cx="279972" cy="279972"/>
                  </a:xfrm>
                </p:grpSpPr>
                <p:sp>
                  <p:nvSpPr>
                    <p:cNvPr id="2995" name="Forme libre : forme 2994">
                      <a:extLst>
                        <a:ext uri="{FF2B5EF4-FFF2-40B4-BE49-F238E27FC236}">
                          <a16:creationId xmlns:a16="http://schemas.microsoft.com/office/drawing/2014/main" id="{0BC5C669-01E5-DC41-A51D-0338AA055F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803" y="84823"/>
                      <a:ext cx="279972" cy="279972"/>
                    </a:xfrm>
                    <a:custGeom>
                      <a:avLst/>
                      <a:gdLst>
                        <a:gd name="connsiteX0" fmla="*/ 42238 w 279972"/>
                        <a:gd name="connsiteY0" fmla="*/ 240179 h 279972"/>
                        <a:gd name="connsiteX1" fmla="*/ 44668 w 279972"/>
                        <a:gd name="connsiteY1" fmla="*/ 240848 h 279972"/>
                        <a:gd name="connsiteX2" fmla="*/ 69449 w 279972"/>
                        <a:gd name="connsiteY2" fmla="*/ 231739 h 279972"/>
                        <a:gd name="connsiteX3" fmla="*/ 102262 w 279972"/>
                        <a:gd name="connsiteY3" fmla="*/ 249419 h 279972"/>
                        <a:gd name="connsiteX4" fmla="*/ 108301 w 279972"/>
                        <a:gd name="connsiteY4" fmla="*/ 275117 h 279972"/>
                        <a:gd name="connsiteX5" fmla="*/ 110192 w 279972"/>
                        <a:gd name="connsiteY5" fmla="*/ 276776 h 279972"/>
                        <a:gd name="connsiteX6" fmla="*/ 141710 w 279972"/>
                        <a:gd name="connsiteY6" fmla="*/ 279962 h 279972"/>
                        <a:gd name="connsiteX7" fmla="*/ 143893 w 279972"/>
                        <a:gd name="connsiteY7" fmla="*/ 278711 h 279972"/>
                        <a:gd name="connsiteX8" fmla="*/ 154967 w 279972"/>
                        <a:gd name="connsiteY8" fmla="*/ 254759 h 279972"/>
                        <a:gd name="connsiteX9" fmla="*/ 190661 w 279972"/>
                        <a:gd name="connsiteY9" fmla="*/ 244021 h 279972"/>
                        <a:gd name="connsiteX10" fmla="*/ 213114 w 279972"/>
                        <a:gd name="connsiteY10" fmla="*/ 257917 h 279972"/>
                        <a:gd name="connsiteX11" fmla="*/ 215631 w 279972"/>
                        <a:gd name="connsiteY11" fmla="*/ 257757 h 279972"/>
                        <a:gd name="connsiteX12" fmla="*/ 240179 w 279972"/>
                        <a:gd name="connsiteY12" fmla="*/ 237734 h 279972"/>
                        <a:gd name="connsiteX13" fmla="*/ 240848 w 279972"/>
                        <a:gd name="connsiteY13" fmla="*/ 235304 h 279972"/>
                        <a:gd name="connsiteX14" fmla="*/ 231739 w 279972"/>
                        <a:gd name="connsiteY14" fmla="*/ 210524 h 279972"/>
                        <a:gd name="connsiteX15" fmla="*/ 249419 w 279972"/>
                        <a:gd name="connsiteY15" fmla="*/ 177710 h 279972"/>
                        <a:gd name="connsiteX16" fmla="*/ 275117 w 279972"/>
                        <a:gd name="connsiteY16" fmla="*/ 171672 h 279972"/>
                        <a:gd name="connsiteX17" fmla="*/ 276776 w 279972"/>
                        <a:gd name="connsiteY17" fmla="*/ 169780 h 279972"/>
                        <a:gd name="connsiteX18" fmla="*/ 279962 w 279972"/>
                        <a:gd name="connsiteY18" fmla="*/ 138262 h 279972"/>
                        <a:gd name="connsiteX19" fmla="*/ 278711 w 279972"/>
                        <a:gd name="connsiteY19" fmla="*/ 136079 h 279972"/>
                        <a:gd name="connsiteX20" fmla="*/ 254759 w 279972"/>
                        <a:gd name="connsiteY20" fmla="*/ 125006 h 279972"/>
                        <a:gd name="connsiteX21" fmla="*/ 244021 w 279972"/>
                        <a:gd name="connsiteY21" fmla="*/ 89311 h 279972"/>
                        <a:gd name="connsiteX22" fmla="*/ 257917 w 279972"/>
                        <a:gd name="connsiteY22" fmla="*/ 66859 h 279972"/>
                        <a:gd name="connsiteX23" fmla="*/ 257757 w 279972"/>
                        <a:gd name="connsiteY23" fmla="*/ 64341 h 279972"/>
                        <a:gd name="connsiteX24" fmla="*/ 237734 w 279972"/>
                        <a:gd name="connsiteY24" fmla="*/ 39793 h 279972"/>
                        <a:gd name="connsiteX25" fmla="*/ 235304 w 279972"/>
                        <a:gd name="connsiteY25" fmla="*/ 39124 h 279972"/>
                        <a:gd name="connsiteX26" fmla="*/ 210523 w 279972"/>
                        <a:gd name="connsiteY26" fmla="*/ 48233 h 279972"/>
                        <a:gd name="connsiteX27" fmla="*/ 177710 w 279972"/>
                        <a:gd name="connsiteY27" fmla="*/ 30553 h 279972"/>
                        <a:gd name="connsiteX28" fmla="*/ 171672 w 279972"/>
                        <a:gd name="connsiteY28" fmla="*/ 4856 h 279972"/>
                        <a:gd name="connsiteX29" fmla="*/ 169780 w 279972"/>
                        <a:gd name="connsiteY29" fmla="*/ 3197 h 279972"/>
                        <a:gd name="connsiteX30" fmla="*/ 138262 w 279972"/>
                        <a:gd name="connsiteY30" fmla="*/ 10 h 279972"/>
                        <a:gd name="connsiteX31" fmla="*/ 136079 w 279972"/>
                        <a:gd name="connsiteY31" fmla="*/ 1261 h 279972"/>
                        <a:gd name="connsiteX32" fmla="*/ 125006 w 279972"/>
                        <a:gd name="connsiteY32" fmla="*/ 25213 h 279972"/>
                        <a:gd name="connsiteX33" fmla="*/ 89311 w 279972"/>
                        <a:gd name="connsiteY33" fmla="*/ 35952 h 279972"/>
                        <a:gd name="connsiteX34" fmla="*/ 66859 w 279972"/>
                        <a:gd name="connsiteY34" fmla="*/ 22055 h 279972"/>
                        <a:gd name="connsiteX35" fmla="*/ 64341 w 279972"/>
                        <a:gd name="connsiteY35" fmla="*/ 22215 h 279972"/>
                        <a:gd name="connsiteX36" fmla="*/ 39793 w 279972"/>
                        <a:gd name="connsiteY36" fmla="*/ 42238 h 279972"/>
                        <a:gd name="connsiteX37" fmla="*/ 39124 w 279972"/>
                        <a:gd name="connsiteY37" fmla="*/ 44668 h 279972"/>
                        <a:gd name="connsiteX38" fmla="*/ 48233 w 279972"/>
                        <a:gd name="connsiteY38" fmla="*/ 69449 h 279972"/>
                        <a:gd name="connsiteX39" fmla="*/ 30553 w 279972"/>
                        <a:gd name="connsiteY39" fmla="*/ 102262 h 279972"/>
                        <a:gd name="connsiteX40" fmla="*/ 4855 w 279972"/>
                        <a:gd name="connsiteY40" fmla="*/ 108301 h 279972"/>
                        <a:gd name="connsiteX41" fmla="*/ 3197 w 279972"/>
                        <a:gd name="connsiteY41" fmla="*/ 110192 h 279972"/>
                        <a:gd name="connsiteX42" fmla="*/ 10 w 279972"/>
                        <a:gd name="connsiteY42" fmla="*/ 141710 h 279972"/>
                        <a:gd name="connsiteX43" fmla="*/ 1261 w 279972"/>
                        <a:gd name="connsiteY43" fmla="*/ 143893 h 279972"/>
                        <a:gd name="connsiteX44" fmla="*/ 25213 w 279972"/>
                        <a:gd name="connsiteY44" fmla="*/ 154967 h 279972"/>
                        <a:gd name="connsiteX45" fmla="*/ 35952 w 279972"/>
                        <a:gd name="connsiteY45" fmla="*/ 190661 h 279972"/>
                        <a:gd name="connsiteX46" fmla="*/ 22055 w 279972"/>
                        <a:gd name="connsiteY46" fmla="*/ 213114 h 279972"/>
                        <a:gd name="connsiteX47" fmla="*/ 22215 w 279972"/>
                        <a:gd name="connsiteY47" fmla="*/ 215631 h 279972"/>
                        <a:gd name="connsiteX48" fmla="*/ 42238 w 279972"/>
                        <a:gd name="connsiteY48" fmla="*/ 240179 h 2799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279972" h="279972">
                          <a:moveTo>
                            <a:pt x="42238" y="240179"/>
                          </a:moveTo>
                          <a:cubicBezTo>
                            <a:pt x="42820" y="240892"/>
                            <a:pt x="43795" y="241169"/>
                            <a:pt x="44668" y="240848"/>
                          </a:cubicBezTo>
                          <a:lnTo>
                            <a:pt x="69449" y="231739"/>
                          </a:lnTo>
                          <a:cubicBezTo>
                            <a:pt x="79227" y="239262"/>
                            <a:pt x="90257" y="245287"/>
                            <a:pt x="102262" y="249419"/>
                          </a:cubicBezTo>
                          <a:lnTo>
                            <a:pt x="108301" y="275117"/>
                          </a:lnTo>
                          <a:cubicBezTo>
                            <a:pt x="108519" y="276019"/>
                            <a:pt x="109276" y="276688"/>
                            <a:pt x="110192" y="276776"/>
                          </a:cubicBezTo>
                          <a:lnTo>
                            <a:pt x="141710" y="279962"/>
                          </a:lnTo>
                          <a:cubicBezTo>
                            <a:pt x="142627" y="280050"/>
                            <a:pt x="143515" y="279555"/>
                            <a:pt x="143893" y="278711"/>
                          </a:cubicBezTo>
                          <a:lnTo>
                            <a:pt x="154967" y="254759"/>
                          </a:lnTo>
                          <a:cubicBezTo>
                            <a:pt x="167553" y="253130"/>
                            <a:pt x="179573" y="249434"/>
                            <a:pt x="190661" y="244021"/>
                          </a:cubicBezTo>
                          <a:lnTo>
                            <a:pt x="213114" y="257917"/>
                          </a:lnTo>
                          <a:cubicBezTo>
                            <a:pt x="213899" y="258397"/>
                            <a:pt x="214903" y="258339"/>
                            <a:pt x="215631" y="257757"/>
                          </a:cubicBezTo>
                          <a:lnTo>
                            <a:pt x="240179" y="237734"/>
                          </a:lnTo>
                          <a:cubicBezTo>
                            <a:pt x="240892" y="237152"/>
                            <a:pt x="241168" y="236178"/>
                            <a:pt x="240848" y="235304"/>
                          </a:cubicBezTo>
                          <a:lnTo>
                            <a:pt x="231739" y="210524"/>
                          </a:lnTo>
                          <a:cubicBezTo>
                            <a:pt x="239262" y="200745"/>
                            <a:pt x="245287" y="189715"/>
                            <a:pt x="249419" y="177710"/>
                          </a:cubicBezTo>
                          <a:lnTo>
                            <a:pt x="275117" y="171672"/>
                          </a:lnTo>
                          <a:cubicBezTo>
                            <a:pt x="276019" y="171453"/>
                            <a:pt x="276688" y="170697"/>
                            <a:pt x="276776" y="169780"/>
                          </a:cubicBezTo>
                          <a:lnTo>
                            <a:pt x="279962" y="138262"/>
                          </a:lnTo>
                          <a:cubicBezTo>
                            <a:pt x="280050" y="137345"/>
                            <a:pt x="279555" y="136457"/>
                            <a:pt x="278711" y="136079"/>
                          </a:cubicBezTo>
                          <a:lnTo>
                            <a:pt x="254759" y="125006"/>
                          </a:lnTo>
                          <a:cubicBezTo>
                            <a:pt x="253130" y="112419"/>
                            <a:pt x="249434" y="100399"/>
                            <a:pt x="244021" y="89311"/>
                          </a:cubicBezTo>
                          <a:lnTo>
                            <a:pt x="257917" y="66859"/>
                          </a:lnTo>
                          <a:cubicBezTo>
                            <a:pt x="258397" y="66073"/>
                            <a:pt x="258339" y="65069"/>
                            <a:pt x="257757" y="64341"/>
                          </a:cubicBezTo>
                          <a:lnTo>
                            <a:pt x="237734" y="39793"/>
                          </a:lnTo>
                          <a:cubicBezTo>
                            <a:pt x="237152" y="39080"/>
                            <a:pt x="236177" y="38804"/>
                            <a:pt x="235304" y="39124"/>
                          </a:cubicBezTo>
                          <a:lnTo>
                            <a:pt x="210523" y="48233"/>
                          </a:lnTo>
                          <a:cubicBezTo>
                            <a:pt x="200745" y="40710"/>
                            <a:pt x="189715" y="34686"/>
                            <a:pt x="177710" y="30553"/>
                          </a:cubicBezTo>
                          <a:lnTo>
                            <a:pt x="171672" y="4856"/>
                          </a:lnTo>
                          <a:cubicBezTo>
                            <a:pt x="171453" y="3953"/>
                            <a:pt x="170697" y="3284"/>
                            <a:pt x="169780" y="3197"/>
                          </a:cubicBezTo>
                          <a:lnTo>
                            <a:pt x="138262" y="10"/>
                          </a:lnTo>
                          <a:cubicBezTo>
                            <a:pt x="137345" y="-77"/>
                            <a:pt x="136457" y="417"/>
                            <a:pt x="136079" y="1261"/>
                          </a:cubicBezTo>
                          <a:lnTo>
                            <a:pt x="125006" y="25213"/>
                          </a:lnTo>
                          <a:cubicBezTo>
                            <a:pt x="112419" y="26843"/>
                            <a:pt x="100399" y="30539"/>
                            <a:pt x="89311" y="35952"/>
                          </a:cubicBezTo>
                          <a:lnTo>
                            <a:pt x="66859" y="22055"/>
                          </a:lnTo>
                          <a:cubicBezTo>
                            <a:pt x="66073" y="21560"/>
                            <a:pt x="65054" y="21633"/>
                            <a:pt x="64341" y="22215"/>
                          </a:cubicBezTo>
                          <a:lnTo>
                            <a:pt x="39793" y="42238"/>
                          </a:lnTo>
                          <a:cubicBezTo>
                            <a:pt x="39080" y="42820"/>
                            <a:pt x="38804" y="43795"/>
                            <a:pt x="39124" y="44668"/>
                          </a:cubicBezTo>
                          <a:lnTo>
                            <a:pt x="48233" y="69449"/>
                          </a:lnTo>
                          <a:cubicBezTo>
                            <a:pt x="40710" y="79227"/>
                            <a:pt x="34686" y="90257"/>
                            <a:pt x="30553" y="102262"/>
                          </a:cubicBezTo>
                          <a:lnTo>
                            <a:pt x="4855" y="108301"/>
                          </a:lnTo>
                          <a:cubicBezTo>
                            <a:pt x="3953" y="108519"/>
                            <a:pt x="3284" y="109276"/>
                            <a:pt x="3197" y="110192"/>
                          </a:cubicBezTo>
                          <a:lnTo>
                            <a:pt x="10" y="141710"/>
                          </a:lnTo>
                          <a:cubicBezTo>
                            <a:pt x="-77" y="142627"/>
                            <a:pt x="417" y="143515"/>
                            <a:pt x="1261" y="143893"/>
                          </a:cubicBezTo>
                          <a:lnTo>
                            <a:pt x="25213" y="154967"/>
                          </a:lnTo>
                          <a:cubicBezTo>
                            <a:pt x="26842" y="167554"/>
                            <a:pt x="30539" y="179573"/>
                            <a:pt x="35952" y="190661"/>
                          </a:cubicBezTo>
                          <a:lnTo>
                            <a:pt x="22055" y="213114"/>
                          </a:lnTo>
                          <a:cubicBezTo>
                            <a:pt x="21560" y="213899"/>
                            <a:pt x="21633" y="214903"/>
                            <a:pt x="22215" y="215631"/>
                          </a:cubicBezTo>
                          <a:lnTo>
                            <a:pt x="42238" y="240179"/>
                          </a:ln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96" name="Forme libre : forme 2995">
                      <a:extLst>
                        <a:ext uri="{FF2B5EF4-FFF2-40B4-BE49-F238E27FC236}">
                          <a16:creationId xmlns:a16="http://schemas.microsoft.com/office/drawing/2014/main" id="{E98D9E27-BBE6-76FB-87B2-A9CCBC76FD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935" y="192938"/>
                      <a:ext cx="63693" cy="63687"/>
                    </a:xfrm>
                    <a:custGeom>
                      <a:avLst/>
                      <a:gdLst>
                        <a:gd name="connsiteX0" fmla="*/ 31832 w 63693"/>
                        <a:gd name="connsiteY0" fmla="*/ 63687 h 63687"/>
                        <a:gd name="connsiteX1" fmla="*/ 343 w 63693"/>
                        <a:gd name="connsiteY1" fmla="*/ 36491 h 63687"/>
                        <a:gd name="connsiteX2" fmla="*/ 27205 w 63693"/>
                        <a:gd name="connsiteY2" fmla="*/ 345 h 63687"/>
                        <a:gd name="connsiteX3" fmla="*/ 50836 w 63693"/>
                        <a:gd name="connsiteY3" fmla="*/ 6282 h 63687"/>
                        <a:gd name="connsiteX4" fmla="*/ 63350 w 63693"/>
                        <a:gd name="connsiteY4" fmla="*/ 27192 h 63687"/>
                        <a:gd name="connsiteX5" fmla="*/ 36489 w 63693"/>
                        <a:gd name="connsiteY5" fmla="*/ 63338 h 63687"/>
                        <a:gd name="connsiteX6" fmla="*/ 31818 w 63693"/>
                        <a:gd name="connsiteY6" fmla="*/ 63687 h 63687"/>
                        <a:gd name="connsiteX7" fmla="*/ 31905 w 63693"/>
                        <a:gd name="connsiteY7" fmla="*/ 7417 h 63687"/>
                        <a:gd name="connsiteX8" fmla="*/ 28296 w 63693"/>
                        <a:gd name="connsiteY8" fmla="*/ 7679 h 63687"/>
                        <a:gd name="connsiteX9" fmla="*/ 7706 w 63693"/>
                        <a:gd name="connsiteY9" fmla="*/ 35399 h 63687"/>
                        <a:gd name="connsiteX10" fmla="*/ 35426 w 63693"/>
                        <a:gd name="connsiteY10" fmla="*/ 55990 h 63687"/>
                        <a:gd name="connsiteX11" fmla="*/ 56016 w 63693"/>
                        <a:gd name="connsiteY11" fmla="*/ 28269 h 63687"/>
                        <a:gd name="connsiteX12" fmla="*/ 46427 w 63693"/>
                        <a:gd name="connsiteY12" fmla="*/ 12234 h 63687"/>
                        <a:gd name="connsiteX13" fmla="*/ 31920 w 63693"/>
                        <a:gd name="connsiteY13" fmla="*/ 7417 h 636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63693" h="63687">
                          <a:moveTo>
                            <a:pt x="31832" y="63687"/>
                          </a:moveTo>
                          <a:cubicBezTo>
                            <a:pt x="16306" y="63687"/>
                            <a:pt x="2686" y="52293"/>
                            <a:pt x="343" y="36491"/>
                          </a:cubicBezTo>
                          <a:cubicBezTo>
                            <a:pt x="-2218" y="19117"/>
                            <a:pt x="9831" y="2906"/>
                            <a:pt x="27205" y="345"/>
                          </a:cubicBezTo>
                          <a:cubicBezTo>
                            <a:pt x="35616" y="-892"/>
                            <a:pt x="44012" y="1218"/>
                            <a:pt x="50836" y="6282"/>
                          </a:cubicBezTo>
                          <a:cubicBezTo>
                            <a:pt x="57661" y="11361"/>
                            <a:pt x="62113" y="18782"/>
                            <a:pt x="63350" y="27192"/>
                          </a:cubicBezTo>
                          <a:cubicBezTo>
                            <a:pt x="65911" y="44567"/>
                            <a:pt x="53863" y="60777"/>
                            <a:pt x="36489" y="63338"/>
                          </a:cubicBezTo>
                          <a:cubicBezTo>
                            <a:pt x="34917" y="63571"/>
                            <a:pt x="33360" y="63687"/>
                            <a:pt x="31818" y="63687"/>
                          </a:cubicBezTo>
                          <a:close/>
                          <a:moveTo>
                            <a:pt x="31905" y="7417"/>
                          </a:moveTo>
                          <a:cubicBezTo>
                            <a:pt x="30712" y="7417"/>
                            <a:pt x="29504" y="7505"/>
                            <a:pt x="28296" y="7679"/>
                          </a:cubicBezTo>
                          <a:cubicBezTo>
                            <a:pt x="14982" y="9644"/>
                            <a:pt x="5742" y="22070"/>
                            <a:pt x="7706" y="35399"/>
                          </a:cubicBezTo>
                          <a:cubicBezTo>
                            <a:pt x="9671" y="48714"/>
                            <a:pt x="22097" y="57968"/>
                            <a:pt x="35426" y="55990"/>
                          </a:cubicBezTo>
                          <a:cubicBezTo>
                            <a:pt x="48741" y="54025"/>
                            <a:pt x="57981" y="41598"/>
                            <a:pt x="56016" y="28269"/>
                          </a:cubicBezTo>
                          <a:cubicBezTo>
                            <a:pt x="55071" y="21823"/>
                            <a:pt x="51666" y="16119"/>
                            <a:pt x="46427" y="12234"/>
                          </a:cubicBezTo>
                          <a:cubicBezTo>
                            <a:pt x="42178" y="9076"/>
                            <a:pt x="37129" y="7417"/>
                            <a:pt x="31920" y="7417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97" name="Forme libre : forme 2996">
                      <a:extLst>
                        <a:ext uri="{FF2B5EF4-FFF2-40B4-BE49-F238E27FC236}">
                          <a16:creationId xmlns:a16="http://schemas.microsoft.com/office/drawing/2014/main" id="{847D5795-B203-FDDC-5680-5CD701C063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2991" y="146025"/>
                      <a:ext cx="156615" cy="156610"/>
                    </a:xfrm>
                    <a:custGeom>
                      <a:avLst/>
                      <a:gdLst>
                        <a:gd name="connsiteX0" fmla="*/ 78432 w 156615"/>
                        <a:gd name="connsiteY0" fmla="*/ 156596 h 156610"/>
                        <a:gd name="connsiteX1" fmla="*/ 70399 w 156615"/>
                        <a:gd name="connsiteY1" fmla="*/ 156189 h 156610"/>
                        <a:gd name="connsiteX2" fmla="*/ 70399 w 156615"/>
                        <a:gd name="connsiteY2" fmla="*/ 156189 h 156610"/>
                        <a:gd name="connsiteX3" fmla="*/ 67867 w 156615"/>
                        <a:gd name="connsiteY3" fmla="*/ 155898 h 156610"/>
                        <a:gd name="connsiteX4" fmla="*/ 55615 w 156615"/>
                        <a:gd name="connsiteY4" fmla="*/ 153250 h 156610"/>
                        <a:gd name="connsiteX5" fmla="*/ 55455 w 156615"/>
                        <a:gd name="connsiteY5" fmla="*/ 153206 h 156610"/>
                        <a:gd name="connsiteX6" fmla="*/ 54989 w 156615"/>
                        <a:gd name="connsiteY6" fmla="*/ 153060 h 156610"/>
                        <a:gd name="connsiteX7" fmla="*/ 54087 w 156615"/>
                        <a:gd name="connsiteY7" fmla="*/ 152769 h 156610"/>
                        <a:gd name="connsiteX8" fmla="*/ 52807 w 156615"/>
                        <a:gd name="connsiteY8" fmla="*/ 151009 h 156610"/>
                        <a:gd name="connsiteX9" fmla="*/ 52894 w 156615"/>
                        <a:gd name="connsiteY9" fmla="*/ 150427 h 156610"/>
                        <a:gd name="connsiteX10" fmla="*/ 55237 w 156615"/>
                        <a:gd name="connsiteY10" fmla="*/ 149233 h 156610"/>
                        <a:gd name="connsiteX11" fmla="*/ 70778 w 156615"/>
                        <a:gd name="connsiteY11" fmla="*/ 152493 h 156610"/>
                        <a:gd name="connsiteX12" fmla="*/ 136884 w 156615"/>
                        <a:gd name="connsiteY12" fmla="*/ 124409 h 156610"/>
                        <a:gd name="connsiteX13" fmla="*/ 152498 w 156615"/>
                        <a:gd name="connsiteY13" fmla="*/ 85804 h 156610"/>
                        <a:gd name="connsiteX14" fmla="*/ 152890 w 156615"/>
                        <a:gd name="connsiteY14" fmla="*/ 78136 h 156610"/>
                        <a:gd name="connsiteX15" fmla="*/ 136084 w 156615"/>
                        <a:gd name="connsiteY15" fmla="*/ 31135 h 156610"/>
                        <a:gd name="connsiteX16" fmla="*/ 85809 w 156615"/>
                        <a:gd name="connsiteY16" fmla="*/ 4084 h 156610"/>
                        <a:gd name="connsiteX17" fmla="*/ 4089 w 156615"/>
                        <a:gd name="connsiteY17" fmla="*/ 70773 h 156610"/>
                        <a:gd name="connsiteX18" fmla="*/ 3711 w 156615"/>
                        <a:gd name="connsiteY18" fmla="*/ 78339 h 156610"/>
                        <a:gd name="connsiteX19" fmla="*/ 10753 w 156615"/>
                        <a:gd name="connsiteY19" fmla="*/ 109945 h 156610"/>
                        <a:gd name="connsiteX20" fmla="*/ 10928 w 156615"/>
                        <a:gd name="connsiteY20" fmla="*/ 110731 h 156610"/>
                        <a:gd name="connsiteX21" fmla="*/ 9866 w 156615"/>
                        <a:gd name="connsiteY21" fmla="*/ 112419 h 156610"/>
                        <a:gd name="connsiteX22" fmla="*/ 7392 w 156615"/>
                        <a:gd name="connsiteY22" fmla="*/ 111531 h 156610"/>
                        <a:gd name="connsiteX23" fmla="*/ 0 w 156615"/>
                        <a:gd name="connsiteY23" fmla="*/ 78354 h 156610"/>
                        <a:gd name="connsiteX24" fmla="*/ 393 w 156615"/>
                        <a:gd name="connsiteY24" fmla="*/ 70409 h 156610"/>
                        <a:gd name="connsiteX25" fmla="*/ 86187 w 156615"/>
                        <a:gd name="connsiteY25" fmla="*/ 403 h 156610"/>
                        <a:gd name="connsiteX26" fmla="*/ 138965 w 156615"/>
                        <a:gd name="connsiteY26" fmla="*/ 28807 h 156610"/>
                        <a:gd name="connsiteX27" fmla="*/ 156616 w 156615"/>
                        <a:gd name="connsiteY27" fmla="*/ 78150 h 156610"/>
                        <a:gd name="connsiteX28" fmla="*/ 156208 w 156615"/>
                        <a:gd name="connsiteY28" fmla="*/ 86197 h 156610"/>
                        <a:gd name="connsiteX29" fmla="*/ 127819 w 156615"/>
                        <a:gd name="connsiteY29" fmla="*/ 138975 h 156610"/>
                        <a:gd name="connsiteX30" fmla="*/ 78461 w 156615"/>
                        <a:gd name="connsiteY30" fmla="*/ 156611 h 156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</a:cxnLst>
                      <a:rect l="l" t="t" r="r" b="b"/>
                      <a:pathLst>
                        <a:path w="156615" h="156610">
                          <a:moveTo>
                            <a:pt x="78432" y="156596"/>
                          </a:moveTo>
                          <a:cubicBezTo>
                            <a:pt x="75769" y="156596"/>
                            <a:pt x="73091" y="156465"/>
                            <a:pt x="70399" y="156189"/>
                          </a:cubicBezTo>
                          <a:lnTo>
                            <a:pt x="70399" y="156189"/>
                          </a:lnTo>
                          <a:cubicBezTo>
                            <a:pt x="69555" y="156102"/>
                            <a:pt x="68711" y="156000"/>
                            <a:pt x="67867" y="155898"/>
                          </a:cubicBezTo>
                          <a:cubicBezTo>
                            <a:pt x="63706" y="155345"/>
                            <a:pt x="59602" y="154457"/>
                            <a:pt x="55615" y="153250"/>
                          </a:cubicBezTo>
                          <a:cubicBezTo>
                            <a:pt x="55557" y="153235"/>
                            <a:pt x="55513" y="153220"/>
                            <a:pt x="55455" y="153206"/>
                          </a:cubicBezTo>
                          <a:cubicBezTo>
                            <a:pt x="55295" y="153162"/>
                            <a:pt x="55149" y="153119"/>
                            <a:pt x="54989" y="153060"/>
                          </a:cubicBezTo>
                          <a:cubicBezTo>
                            <a:pt x="54684" y="152973"/>
                            <a:pt x="54393" y="152871"/>
                            <a:pt x="54087" y="152769"/>
                          </a:cubicBezTo>
                          <a:cubicBezTo>
                            <a:pt x="53301" y="152522"/>
                            <a:pt x="52807" y="151794"/>
                            <a:pt x="52807" y="151009"/>
                          </a:cubicBezTo>
                          <a:cubicBezTo>
                            <a:pt x="52807" y="150820"/>
                            <a:pt x="52836" y="150630"/>
                            <a:pt x="52894" y="150427"/>
                          </a:cubicBezTo>
                          <a:cubicBezTo>
                            <a:pt x="53214" y="149452"/>
                            <a:pt x="54262" y="148913"/>
                            <a:pt x="55237" y="149233"/>
                          </a:cubicBezTo>
                          <a:cubicBezTo>
                            <a:pt x="60257" y="150863"/>
                            <a:pt x="65481" y="151955"/>
                            <a:pt x="70778" y="152493"/>
                          </a:cubicBezTo>
                          <a:cubicBezTo>
                            <a:pt x="97072" y="155156"/>
                            <a:pt x="121605" y="143762"/>
                            <a:pt x="136884" y="124409"/>
                          </a:cubicBezTo>
                          <a:cubicBezTo>
                            <a:pt x="145382" y="113655"/>
                            <a:pt x="151013" y="100428"/>
                            <a:pt x="152498" y="85804"/>
                          </a:cubicBezTo>
                          <a:cubicBezTo>
                            <a:pt x="152759" y="83243"/>
                            <a:pt x="152890" y="80682"/>
                            <a:pt x="152890" y="78136"/>
                          </a:cubicBezTo>
                          <a:cubicBezTo>
                            <a:pt x="152890" y="61023"/>
                            <a:pt x="147055" y="44566"/>
                            <a:pt x="136084" y="31135"/>
                          </a:cubicBezTo>
                          <a:cubicBezTo>
                            <a:pt x="123482" y="15696"/>
                            <a:pt x="105628" y="6092"/>
                            <a:pt x="85809" y="4084"/>
                          </a:cubicBezTo>
                          <a:cubicBezTo>
                            <a:pt x="44876" y="-63"/>
                            <a:pt x="8236" y="29855"/>
                            <a:pt x="4089" y="70773"/>
                          </a:cubicBezTo>
                          <a:cubicBezTo>
                            <a:pt x="3827" y="73290"/>
                            <a:pt x="3711" y="75822"/>
                            <a:pt x="3711" y="78339"/>
                          </a:cubicBezTo>
                          <a:cubicBezTo>
                            <a:pt x="3711" y="89253"/>
                            <a:pt x="6097" y="100050"/>
                            <a:pt x="10753" y="109945"/>
                          </a:cubicBezTo>
                          <a:cubicBezTo>
                            <a:pt x="10870" y="110207"/>
                            <a:pt x="10928" y="110469"/>
                            <a:pt x="10928" y="110731"/>
                          </a:cubicBezTo>
                          <a:cubicBezTo>
                            <a:pt x="10928" y="111429"/>
                            <a:pt x="10535" y="112098"/>
                            <a:pt x="9866" y="112419"/>
                          </a:cubicBezTo>
                          <a:cubicBezTo>
                            <a:pt x="8935" y="112855"/>
                            <a:pt x="7829" y="112462"/>
                            <a:pt x="7392" y="111531"/>
                          </a:cubicBezTo>
                          <a:cubicBezTo>
                            <a:pt x="2517" y="101141"/>
                            <a:pt x="0" y="89820"/>
                            <a:pt x="0" y="78354"/>
                          </a:cubicBezTo>
                          <a:cubicBezTo>
                            <a:pt x="0" y="75706"/>
                            <a:pt x="131" y="73057"/>
                            <a:pt x="393" y="70409"/>
                          </a:cubicBezTo>
                          <a:cubicBezTo>
                            <a:pt x="4744" y="27454"/>
                            <a:pt x="43246" y="-3948"/>
                            <a:pt x="86187" y="403"/>
                          </a:cubicBezTo>
                          <a:cubicBezTo>
                            <a:pt x="106996" y="2513"/>
                            <a:pt x="125738" y="12597"/>
                            <a:pt x="138965" y="28807"/>
                          </a:cubicBezTo>
                          <a:cubicBezTo>
                            <a:pt x="150475" y="42907"/>
                            <a:pt x="156601" y="60194"/>
                            <a:pt x="156616" y="78150"/>
                          </a:cubicBezTo>
                          <a:cubicBezTo>
                            <a:pt x="156616" y="80813"/>
                            <a:pt x="156485" y="83505"/>
                            <a:pt x="156208" y="86197"/>
                          </a:cubicBezTo>
                          <a:cubicBezTo>
                            <a:pt x="154098" y="107006"/>
                            <a:pt x="144014" y="125748"/>
                            <a:pt x="127819" y="138975"/>
                          </a:cubicBezTo>
                          <a:cubicBezTo>
                            <a:pt x="113704" y="150485"/>
                            <a:pt x="96431" y="156611"/>
                            <a:pt x="78461" y="15661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2981" name="Graphique 8">
                  <a:extLst>
                    <a:ext uri="{FF2B5EF4-FFF2-40B4-BE49-F238E27FC236}">
                      <a16:creationId xmlns:a16="http://schemas.microsoft.com/office/drawing/2014/main" id="{1CCF9A0D-52CB-5BB4-DE30-051151E0FE7D}"/>
                    </a:ext>
                  </a:extLst>
                </p:cNvPr>
                <p:cNvGrpSpPr/>
                <p:nvPr/>
              </p:nvGrpSpPr>
              <p:grpSpPr>
                <a:xfrm>
                  <a:off x="104665" y="211623"/>
                  <a:ext cx="234886" cy="247541"/>
                  <a:chOff x="104665" y="211623"/>
                  <a:chExt cx="234886" cy="247541"/>
                </a:xfrm>
              </p:grpSpPr>
              <p:grpSp>
                <p:nvGrpSpPr>
                  <p:cNvPr id="2982" name="Graphique 8">
                    <a:extLst>
                      <a:ext uri="{FF2B5EF4-FFF2-40B4-BE49-F238E27FC236}">
                        <a16:creationId xmlns:a16="http://schemas.microsoft.com/office/drawing/2014/main" id="{F57EE918-8AAD-4A2E-00A4-C879B8BE5C8B}"/>
                      </a:ext>
                    </a:extLst>
                  </p:cNvPr>
                  <p:cNvGrpSpPr/>
                  <p:nvPr/>
                </p:nvGrpSpPr>
                <p:grpSpPr>
                  <a:xfrm>
                    <a:off x="104665" y="211623"/>
                    <a:ext cx="147958" cy="160641"/>
                    <a:chOff x="104665" y="211623"/>
                    <a:chExt cx="147958" cy="160641"/>
                  </a:xfrm>
                  <a:solidFill>
                    <a:srgbClr val="B1ABE5"/>
                  </a:solidFill>
                </p:grpSpPr>
                <p:sp>
                  <p:nvSpPr>
                    <p:cNvPr id="2990" name="Forme libre : forme 2989">
                      <a:extLst>
                        <a:ext uri="{FF2B5EF4-FFF2-40B4-BE49-F238E27FC236}">
                          <a16:creationId xmlns:a16="http://schemas.microsoft.com/office/drawing/2014/main" id="{FCD34B4F-E784-FBF8-044A-28282518DF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722" y="359587"/>
                      <a:ext cx="7553" cy="12677"/>
                    </a:xfrm>
                    <a:custGeom>
                      <a:avLst/>
                      <a:gdLst>
                        <a:gd name="connsiteX0" fmla="*/ 4684 w 7553"/>
                        <a:gd name="connsiteY0" fmla="*/ 12678 h 12677"/>
                        <a:gd name="connsiteX1" fmla="*/ 1934 w 7553"/>
                        <a:gd name="connsiteY1" fmla="*/ 10611 h 12677"/>
                        <a:gd name="connsiteX2" fmla="*/ 72 w 7553"/>
                        <a:gd name="connsiteY2" fmla="*/ 3510 h 12677"/>
                        <a:gd name="connsiteX3" fmla="*/ 2225 w 7553"/>
                        <a:gd name="connsiteY3" fmla="*/ 76 h 12677"/>
                        <a:gd name="connsiteX4" fmla="*/ 5659 w 7553"/>
                        <a:gd name="connsiteY4" fmla="*/ 2230 h 12677"/>
                        <a:gd name="connsiteX5" fmla="*/ 7435 w 7553"/>
                        <a:gd name="connsiteY5" fmla="*/ 8996 h 12677"/>
                        <a:gd name="connsiteX6" fmla="*/ 5485 w 7553"/>
                        <a:gd name="connsiteY6" fmla="*/ 12561 h 12677"/>
                        <a:gd name="connsiteX7" fmla="*/ 4670 w 7553"/>
                        <a:gd name="connsiteY7" fmla="*/ 12678 h 126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7553" h="12677">
                          <a:moveTo>
                            <a:pt x="4684" y="12678"/>
                          </a:moveTo>
                          <a:cubicBezTo>
                            <a:pt x="3448" y="12678"/>
                            <a:pt x="2298" y="11863"/>
                            <a:pt x="1934" y="10611"/>
                          </a:cubicBezTo>
                          <a:cubicBezTo>
                            <a:pt x="1250" y="8269"/>
                            <a:pt x="625" y="5882"/>
                            <a:pt x="72" y="3510"/>
                          </a:cubicBezTo>
                          <a:cubicBezTo>
                            <a:pt x="-278" y="1968"/>
                            <a:pt x="683" y="425"/>
                            <a:pt x="2225" y="76"/>
                          </a:cubicBezTo>
                          <a:cubicBezTo>
                            <a:pt x="3768" y="-288"/>
                            <a:pt x="5310" y="687"/>
                            <a:pt x="5659" y="2230"/>
                          </a:cubicBezTo>
                          <a:cubicBezTo>
                            <a:pt x="6183" y="4500"/>
                            <a:pt x="6780" y="6770"/>
                            <a:pt x="7435" y="8996"/>
                          </a:cubicBezTo>
                          <a:cubicBezTo>
                            <a:pt x="7886" y="10509"/>
                            <a:pt x="7013" y="12110"/>
                            <a:pt x="5485" y="12561"/>
                          </a:cubicBezTo>
                          <a:cubicBezTo>
                            <a:pt x="5208" y="12634"/>
                            <a:pt x="4946" y="12678"/>
                            <a:pt x="4670" y="12678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91" name="Forme libre : forme 2990">
                      <a:extLst>
                        <a:ext uri="{FF2B5EF4-FFF2-40B4-BE49-F238E27FC236}">
                          <a16:creationId xmlns:a16="http://schemas.microsoft.com/office/drawing/2014/main" id="{E281202E-8948-74FD-6523-F44D6084E1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665" y="211623"/>
                      <a:ext cx="147958" cy="138988"/>
                    </a:xfrm>
                    <a:custGeom>
                      <a:avLst/>
                      <a:gdLst>
                        <a:gd name="connsiteX0" fmla="*/ 3492 w 147958"/>
                        <a:gd name="connsiteY0" fmla="*/ 138989 h 138988"/>
                        <a:gd name="connsiteX1" fmla="*/ 640 w 147958"/>
                        <a:gd name="connsiteY1" fmla="*/ 136413 h 138988"/>
                        <a:gd name="connsiteX2" fmla="*/ 0 w 147958"/>
                        <a:gd name="connsiteY2" fmla="*/ 123812 h 138988"/>
                        <a:gd name="connsiteX3" fmla="*/ 29 w 147958"/>
                        <a:gd name="connsiteY3" fmla="*/ 121163 h 138988"/>
                        <a:gd name="connsiteX4" fmla="*/ 2954 w 147958"/>
                        <a:gd name="connsiteY4" fmla="*/ 118355 h 138988"/>
                        <a:gd name="connsiteX5" fmla="*/ 5762 w 147958"/>
                        <a:gd name="connsiteY5" fmla="*/ 121280 h 138988"/>
                        <a:gd name="connsiteX6" fmla="*/ 5733 w 147958"/>
                        <a:gd name="connsiteY6" fmla="*/ 123812 h 138988"/>
                        <a:gd name="connsiteX7" fmla="*/ 6344 w 147958"/>
                        <a:gd name="connsiteY7" fmla="*/ 135831 h 138988"/>
                        <a:gd name="connsiteX8" fmla="*/ 3783 w 147958"/>
                        <a:gd name="connsiteY8" fmla="*/ 138974 h 138988"/>
                        <a:gd name="connsiteX9" fmla="*/ 3492 w 147958"/>
                        <a:gd name="connsiteY9" fmla="*/ 138974 h 138988"/>
                        <a:gd name="connsiteX10" fmla="*/ 4118 w 147958"/>
                        <a:gd name="connsiteY10" fmla="*/ 109217 h 138988"/>
                        <a:gd name="connsiteX11" fmla="*/ 3711 w 147958"/>
                        <a:gd name="connsiteY11" fmla="*/ 109188 h 138988"/>
                        <a:gd name="connsiteX12" fmla="*/ 1281 w 147958"/>
                        <a:gd name="connsiteY12" fmla="*/ 105943 h 138988"/>
                        <a:gd name="connsiteX13" fmla="*/ 4380 w 147958"/>
                        <a:gd name="connsiteY13" fmla="*/ 90999 h 138988"/>
                        <a:gd name="connsiteX14" fmla="*/ 7901 w 147958"/>
                        <a:gd name="connsiteY14" fmla="*/ 88991 h 138988"/>
                        <a:gd name="connsiteX15" fmla="*/ 9909 w 147958"/>
                        <a:gd name="connsiteY15" fmla="*/ 92512 h 138988"/>
                        <a:gd name="connsiteX16" fmla="*/ 6956 w 147958"/>
                        <a:gd name="connsiteY16" fmla="*/ 106772 h 138988"/>
                        <a:gd name="connsiteX17" fmla="*/ 4118 w 147958"/>
                        <a:gd name="connsiteY17" fmla="*/ 109231 h 138988"/>
                        <a:gd name="connsiteX18" fmla="*/ 11947 w 147958"/>
                        <a:gd name="connsiteY18" fmla="*/ 80493 h 138988"/>
                        <a:gd name="connsiteX19" fmla="*/ 10855 w 147958"/>
                        <a:gd name="connsiteY19" fmla="*/ 80274 h 138988"/>
                        <a:gd name="connsiteX20" fmla="*/ 9298 w 147958"/>
                        <a:gd name="connsiteY20" fmla="*/ 76535 h 138988"/>
                        <a:gd name="connsiteX21" fmla="*/ 15977 w 147958"/>
                        <a:gd name="connsiteY21" fmla="*/ 62798 h 138988"/>
                        <a:gd name="connsiteX22" fmla="*/ 19892 w 147958"/>
                        <a:gd name="connsiteY22" fmla="*/ 61721 h 138988"/>
                        <a:gd name="connsiteX23" fmla="*/ 20983 w 147958"/>
                        <a:gd name="connsiteY23" fmla="*/ 65621 h 138988"/>
                        <a:gd name="connsiteX24" fmla="*/ 14610 w 147958"/>
                        <a:gd name="connsiteY24" fmla="*/ 78717 h 138988"/>
                        <a:gd name="connsiteX25" fmla="*/ 11961 w 147958"/>
                        <a:gd name="connsiteY25" fmla="*/ 80493 h 138988"/>
                        <a:gd name="connsiteX26" fmla="*/ 26600 w 147958"/>
                        <a:gd name="connsiteY26" fmla="*/ 54562 h 138988"/>
                        <a:gd name="connsiteX27" fmla="*/ 24897 w 147958"/>
                        <a:gd name="connsiteY27" fmla="*/ 53995 h 138988"/>
                        <a:gd name="connsiteX28" fmla="*/ 24301 w 147958"/>
                        <a:gd name="connsiteY28" fmla="*/ 49978 h 138988"/>
                        <a:gd name="connsiteX29" fmla="*/ 34137 w 147958"/>
                        <a:gd name="connsiteY29" fmla="*/ 38294 h 138988"/>
                        <a:gd name="connsiteX30" fmla="*/ 38197 w 147958"/>
                        <a:gd name="connsiteY30" fmla="*/ 38192 h 138988"/>
                        <a:gd name="connsiteX31" fmla="*/ 38299 w 147958"/>
                        <a:gd name="connsiteY31" fmla="*/ 42252 h 138988"/>
                        <a:gd name="connsiteX32" fmla="*/ 28928 w 147958"/>
                        <a:gd name="connsiteY32" fmla="*/ 53383 h 138988"/>
                        <a:gd name="connsiteX33" fmla="*/ 26629 w 147958"/>
                        <a:gd name="connsiteY33" fmla="*/ 54548 h 138988"/>
                        <a:gd name="connsiteX34" fmla="*/ 47146 w 147958"/>
                        <a:gd name="connsiteY34" fmla="*/ 33012 h 138988"/>
                        <a:gd name="connsiteX35" fmla="*/ 44920 w 147958"/>
                        <a:gd name="connsiteY35" fmla="*/ 31964 h 138988"/>
                        <a:gd name="connsiteX36" fmla="*/ 45313 w 147958"/>
                        <a:gd name="connsiteY36" fmla="*/ 27933 h 138988"/>
                        <a:gd name="connsiteX37" fmla="*/ 57681 w 147958"/>
                        <a:gd name="connsiteY37" fmla="*/ 18999 h 138988"/>
                        <a:gd name="connsiteX38" fmla="*/ 61639 w 147958"/>
                        <a:gd name="connsiteY38" fmla="*/ 19886 h 138988"/>
                        <a:gd name="connsiteX39" fmla="*/ 60752 w 147958"/>
                        <a:gd name="connsiteY39" fmla="*/ 23844 h 138988"/>
                        <a:gd name="connsiteX40" fmla="*/ 48951 w 147958"/>
                        <a:gd name="connsiteY40" fmla="*/ 32371 h 138988"/>
                        <a:gd name="connsiteX41" fmla="*/ 47132 w 147958"/>
                        <a:gd name="connsiteY41" fmla="*/ 33026 h 138988"/>
                        <a:gd name="connsiteX42" fmla="*/ 72291 w 147958"/>
                        <a:gd name="connsiteY42" fmla="*/ 17093 h 138988"/>
                        <a:gd name="connsiteX43" fmla="*/ 69701 w 147958"/>
                        <a:gd name="connsiteY43" fmla="*/ 15448 h 138988"/>
                        <a:gd name="connsiteX44" fmla="*/ 71069 w 147958"/>
                        <a:gd name="connsiteY44" fmla="*/ 11636 h 138988"/>
                        <a:gd name="connsiteX45" fmla="*/ 85241 w 147958"/>
                        <a:gd name="connsiteY45" fmla="*/ 5990 h 138988"/>
                        <a:gd name="connsiteX46" fmla="*/ 88865 w 147958"/>
                        <a:gd name="connsiteY46" fmla="*/ 7823 h 138988"/>
                        <a:gd name="connsiteX47" fmla="*/ 87031 w 147958"/>
                        <a:gd name="connsiteY47" fmla="*/ 11447 h 138988"/>
                        <a:gd name="connsiteX48" fmla="*/ 73513 w 147958"/>
                        <a:gd name="connsiteY48" fmla="*/ 16831 h 138988"/>
                        <a:gd name="connsiteX49" fmla="*/ 72291 w 147958"/>
                        <a:gd name="connsiteY49" fmla="*/ 17107 h 138988"/>
                        <a:gd name="connsiteX50" fmla="*/ 100564 w 147958"/>
                        <a:gd name="connsiteY50" fmla="*/ 7809 h 138988"/>
                        <a:gd name="connsiteX51" fmla="*/ 97756 w 147958"/>
                        <a:gd name="connsiteY51" fmla="*/ 5495 h 138988"/>
                        <a:gd name="connsiteX52" fmla="*/ 100026 w 147958"/>
                        <a:gd name="connsiteY52" fmla="*/ 2134 h 138988"/>
                        <a:gd name="connsiteX53" fmla="*/ 115159 w 147958"/>
                        <a:gd name="connsiteY53" fmla="*/ 140 h 138988"/>
                        <a:gd name="connsiteX54" fmla="*/ 118215 w 147958"/>
                        <a:gd name="connsiteY54" fmla="*/ 2803 h 138988"/>
                        <a:gd name="connsiteX55" fmla="*/ 115552 w 147958"/>
                        <a:gd name="connsiteY55" fmla="*/ 5859 h 138988"/>
                        <a:gd name="connsiteX56" fmla="*/ 101117 w 147958"/>
                        <a:gd name="connsiteY56" fmla="*/ 7765 h 138988"/>
                        <a:gd name="connsiteX57" fmla="*/ 100564 w 147958"/>
                        <a:gd name="connsiteY57" fmla="*/ 7823 h 138988"/>
                        <a:gd name="connsiteX58" fmla="*/ 145091 w 147958"/>
                        <a:gd name="connsiteY58" fmla="*/ 7445 h 138988"/>
                        <a:gd name="connsiteX59" fmla="*/ 144582 w 147958"/>
                        <a:gd name="connsiteY59" fmla="*/ 7401 h 138988"/>
                        <a:gd name="connsiteX60" fmla="*/ 132009 w 147958"/>
                        <a:gd name="connsiteY60" fmla="*/ 5859 h 138988"/>
                        <a:gd name="connsiteX61" fmla="*/ 130118 w 147958"/>
                        <a:gd name="connsiteY61" fmla="*/ 5743 h 138988"/>
                        <a:gd name="connsiteX62" fmla="*/ 127397 w 147958"/>
                        <a:gd name="connsiteY62" fmla="*/ 2730 h 138988"/>
                        <a:gd name="connsiteX63" fmla="*/ 130409 w 147958"/>
                        <a:gd name="connsiteY63" fmla="*/ 9 h 138988"/>
                        <a:gd name="connsiteX64" fmla="*/ 132417 w 147958"/>
                        <a:gd name="connsiteY64" fmla="*/ 140 h 138988"/>
                        <a:gd name="connsiteX65" fmla="*/ 145586 w 147958"/>
                        <a:gd name="connsiteY65" fmla="*/ 1755 h 138988"/>
                        <a:gd name="connsiteX66" fmla="*/ 147914 w 147958"/>
                        <a:gd name="connsiteY66" fmla="*/ 5073 h 138988"/>
                        <a:gd name="connsiteX67" fmla="*/ 145091 w 147958"/>
                        <a:gd name="connsiteY67" fmla="*/ 7445 h 1389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</a:cxnLst>
                      <a:rect l="l" t="t" r="r" b="b"/>
                      <a:pathLst>
                        <a:path w="147958" h="138988">
                          <a:moveTo>
                            <a:pt x="3492" y="138989"/>
                          </a:moveTo>
                          <a:cubicBezTo>
                            <a:pt x="2037" y="138989"/>
                            <a:pt x="786" y="137883"/>
                            <a:pt x="640" y="136413"/>
                          </a:cubicBezTo>
                          <a:cubicBezTo>
                            <a:pt x="218" y="132237"/>
                            <a:pt x="0" y="128003"/>
                            <a:pt x="0" y="123812"/>
                          </a:cubicBezTo>
                          <a:cubicBezTo>
                            <a:pt x="0" y="122924"/>
                            <a:pt x="0" y="122051"/>
                            <a:pt x="29" y="121163"/>
                          </a:cubicBezTo>
                          <a:cubicBezTo>
                            <a:pt x="58" y="119577"/>
                            <a:pt x="1455" y="118384"/>
                            <a:pt x="2954" y="118355"/>
                          </a:cubicBezTo>
                          <a:cubicBezTo>
                            <a:pt x="4540" y="118384"/>
                            <a:pt x="5791" y="119694"/>
                            <a:pt x="5762" y="121280"/>
                          </a:cubicBezTo>
                          <a:cubicBezTo>
                            <a:pt x="5748" y="122124"/>
                            <a:pt x="5733" y="122968"/>
                            <a:pt x="5733" y="123812"/>
                          </a:cubicBezTo>
                          <a:cubicBezTo>
                            <a:pt x="5733" y="127813"/>
                            <a:pt x="5937" y="131859"/>
                            <a:pt x="6344" y="135831"/>
                          </a:cubicBezTo>
                          <a:cubicBezTo>
                            <a:pt x="6504" y="137403"/>
                            <a:pt x="5355" y="138814"/>
                            <a:pt x="3783" y="138974"/>
                          </a:cubicBezTo>
                          <a:cubicBezTo>
                            <a:pt x="3681" y="138974"/>
                            <a:pt x="3580" y="138974"/>
                            <a:pt x="3492" y="138974"/>
                          </a:cubicBezTo>
                          <a:close/>
                          <a:moveTo>
                            <a:pt x="4118" y="109217"/>
                          </a:moveTo>
                          <a:cubicBezTo>
                            <a:pt x="3987" y="109217"/>
                            <a:pt x="3842" y="109217"/>
                            <a:pt x="3711" y="109188"/>
                          </a:cubicBezTo>
                          <a:cubicBezTo>
                            <a:pt x="2139" y="108955"/>
                            <a:pt x="1048" y="107514"/>
                            <a:pt x="1281" y="105943"/>
                          </a:cubicBezTo>
                          <a:cubicBezTo>
                            <a:pt x="2008" y="100908"/>
                            <a:pt x="3041" y="95888"/>
                            <a:pt x="4380" y="90999"/>
                          </a:cubicBezTo>
                          <a:cubicBezTo>
                            <a:pt x="4802" y="89471"/>
                            <a:pt x="6373" y="88569"/>
                            <a:pt x="7901" y="88991"/>
                          </a:cubicBezTo>
                          <a:cubicBezTo>
                            <a:pt x="9429" y="89413"/>
                            <a:pt x="10331" y="90984"/>
                            <a:pt x="9909" y="92512"/>
                          </a:cubicBezTo>
                          <a:cubicBezTo>
                            <a:pt x="8643" y="97168"/>
                            <a:pt x="7639" y="101970"/>
                            <a:pt x="6956" y="106772"/>
                          </a:cubicBezTo>
                          <a:cubicBezTo>
                            <a:pt x="6752" y="108198"/>
                            <a:pt x="5529" y="109231"/>
                            <a:pt x="4118" y="109231"/>
                          </a:cubicBezTo>
                          <a:close/>
                          <a:moveTo>
                            <a:pt x="11947" y="80493"/>
                          </a:moveTo>
                          <a:cubicBezTo>
                            <a:pt x="11583" y="80493"/>
                            <a:pt x="11219" y="80420"/>
                            <a:pt x="10855" y="80274"/>
                          </a:cubicBezTo>
                          <a:cubicBezTo>
                            <a:pt x="9386" y="79678"/>
                            <a:pt x="8687" y="77990"/>
                            <a:pt x="9298" y="76535"/>
                          </a:cubicBezTo>
                          <a:cubicBezTo>
                            <a:pt x="11234" y="71849"/>
                            <a:pt x="13475" y="67222"/>
                            <a:pt x="15977" y="62798"/>
                          </a:cubicBezTo>
                          <a:cubicBezTo>
                            <a:pt x="16763" y="61416"/>
                            <a:pt x="18509" y="60936"/>
                            <a:pt x="19892" y="61721"/>
                          </a:cubicBezTo>
                          <a:cubicBezTo>
                            <a:pt x="21274" y="62507"/>
                            <a:pt x="21754" y="64253"/>
                            <a:pt x="20983" y="65621"/>
                          </a:cubicBezTo>
                          <a:cubicBezTo>
                            <a:pt x="18597" y="69841"/>
                            <a:pt x="16458" y="74250"/>
                            <a:pt x="14610" y="78717"/>
                          </a:cubicBezTo>
                          <a:cubicBezTo>
                            <a:pt x="14158" y="79823"/>
                            <a:pt x="13082" y="80493"/>
                            <a:pt x="11961" y="80493"/>
                          </a:cubicBezTo>
                          <a:close/>
                          <a:moveTo>
                            <a:pt x="26600" y="54562"/>
                          </a:moveTo>
                          <a:cubicBezTo>
                            <a:pt x="26003" y="54562"/>
                            <a:pt x="25407" y="54373"/>
                            <a:pt x="24897" y="53995"/>
                          </a:cubicBezTo>
                          <a:cubicBezTo>
                            <a:pt x="23631" y="53049"/>
                            <a:pt x="23355" y="51259"/>
                            <a:pt x="24301" y="49978"/>
                          </a:cubicBezTo>
                          <a:cubicBezTo>
                            <a:pt x="27327" y="45890"/>
                            <a:pt x="30630" y="41961"/>
                            <a:pt x="34137" y="38294"/>
                          </a:cubicBezTo>
                          <a:cubicBezTo>
                            <a:pt x="35229" y="37144"/>
                            <a:pt x="37048" y="37115"/>
                            <a:pt x="38197" y="38192"/>
                          </a:cubicBezTo>
                          <a:cubicBezTo>
                            <a:pt x="39347" y="39283"/>
                            <a:pt x="39390" y="41102"/>
                            <a:pt x="38299" y="42252"/>
                          </a:cubicBezTo>
                          <a:cubicBezTo>
                            <a:pt x="34967" y="45744"/>
                            <a:pt x="31809" y="49498"/>
                            <a:pt x="28928" y="53383"/>
                          </a:cubicBezTo>
                          <a:cubicBezTo>
                            <a:pt x="28360" y="54140"/>
                            <a:pt x="27502" y="54548"/>
                            <a:pt x="26629" y="54548"/>
                          </a:cubicBezTo>
                          <a:close/>
                          <a:moveTo>
                            <a:pt x="47146" y="33012"/>
                          </a:moveTo>
                          <a:cubicBezTo>
                            <a:pt x="46317" y="33012"/>
                            <a:pt x="45487" y="32648"/>
                            <a:pt x="44920" y="31964"/>
                          </a:cubicBezTo>
                          <a:cubicBezTo>
                            <a:pt x="43916" y="30742"/>
                            <a:pt x="44090" y="28937"/>
                            <a:pt x="45313" y="27933"/>
                          </a:cubicBezTo>
                          <a:cubicBezTo>
                            <a:pt x="49242" y="24717"/>
                            <a:pt x="53403" y="21705"/>
                            <a:pt x="57681" y="18999"/>
                          </a:cubicBezTo>
                          <a:cubicBezTo>
                            <a:pt x="59020" y="18140"/>
                            <a:pt x="60795" y="18548"/>
                            <a:pt x="61639" y="19886"/>
                          </a:cubicBezTo>
                          <a:cubicBezTo>
                            <a:pt x="62483" y="21225"/>
                            <a:pt x="62090" y="23000"/>
                            <a:pt x="60752" y="23844"/>
                          </a:cubicBezTo>
                          <a:cubicBezTo>
                            <a:pt x="56663" y="26434"/>
                            <a:pt x="52690" y="29301"/>
                            <a:pt x="48951" y="32371"/>
                          </a:cubicBezTo>
                          <a:cubicBezTo>
                            <a:pt x="48412" y="32808"/>
                            <a:pt x="47772" y="33026"/>
                            <a:pt x="47132" y="33026"/>
                          </a:cubicBezTo>
                          <a:close/>
                          <a:moveTo>
                            <a:pt x="72291" y="17093"/>
                          </a:moveTo>
                          <a:cubicBezTo>
                            <a:pt x="71214" y="17093"/>
                            <a:pt x="70181" y="16481"/>
                            <a:pt x="69701" y="15448"/>
                          </a:cubicBezTo>
                          <a:cubicBezTo>
                            <a:pt x="69031" y="14022"/>
                            <a:pt x="69642" y="12305"/>
                            <a:pt x="71069" y="11636"/>
                          </a:cubicBezTo>
                          <a:cubicBezTo>
                            <a:pt x="75652" y="9468"/>
                            <a:pt x="80425" y="7561"/>
                            <a:pt x="85241" y="5990"/>
                          </a:cubicBezTo>
                          <a:cubicBezTo>
                            <a:pt x="86755" y="5495"/>
                            <a:pt x="88370" y="6325"/>
                            <a:pt x="88865" y="7823"/>
                          </a:cubicBezTo>
                          <a:cubicBezTo>
                            <a:pt x="89359" y="9322"/>
                            <a:pt x="88545" y="10952"/>
                            <a:pt x="87031" y="11447"/>
                          </a:cubicBezTo>
                          <a:cubicBezTo>
                            <a:pt x="82433" y="12960"/>
                            <a:pt x="77893" y="14764"/>
                            <a:pt x="73513" y="16831"/>
                          </a:cubicBezTo>
                          <a:cubicBezTo>
                            <a:pt x="73120" y="17020"/>
                            <a:pt x="72698" y="17107"/>
                            <a:pt x="72291" y="17107"/>
                          </a:cubicBezTo>
                          <a:close/>
                          <a:moveTo>
                            <a:pt x="100564" y="7809"/>
                          </a:moveTo>
                          <a:cubicBezTo>
                            <a:pt x="99225" y="7809"/>
                            <a:pt x="98018" y="6863"/>
                            <a:pt x="97756" y="5495"/>
                          </a:cubicBezTo>
                          <a:cubicBezTo>
                            <a:pt x="97450" y="3938"/>
                            <a:pt x="98469" y="2439"/>
                            <a:pt x="100026" y="2134"/>
                          </a:cubicBezTo>
                          <a:cubicBezTo>
                            <a:pt x="104988" y="1159"/>
                            <a:pt x="110081" y="490"/>
                            <a:pt x="115159" y="140"/>
                          </a:cubicBezTo>
                          <a:cubicBezTo>
                            <a:pt x="116745" y="53"/>
                            <a:pt x="118113" y="1217"/>
                            <a:pt x="118215" y="2803"/>
                          </a:cubicBezTo>
                          <a:cubicBezTo>
                            <a:pt x="118331" y="4389"/>
                            <a:pt x="117138" y="5757"/>
                            <a:pt x="115552" y="5859"/>
                          </a:cubicBezTo>
                          <a:cubicBezTo>
                            <a:pt x="110706" y="6194"/>
                            <a:pt x="105846" y="6834"/>
                            <a:pt x="101117" y="7765"/>
                          </a:cubicBezTo>
                          <a:cubicBezTo>
                            <a:pt x="100928" y="7809"/>
                            <a:pt x="100739" y="7823"/>
                            <a:pt x="100564" y="7823"/>
                          </a:cubicBezTo>
                          <a:close/>
                          <a:moveTo>
                            <a:pt x="145091" y="7445"/>
                          </a:moveTo>
                          <a:cubicBezTo>
                            <a:pt x="144931" y="7445"/>
                            <a:pt x="144756" y="7445"/>
                            <a:pt x="144582" y="7401"/>
                          </a:cubicBezTo>
                          <a:cubicBezTo>
                            <a:pt x="140464" y="6674"/>
                            <a:pt x="136244" y="6150"/>
                            <a:pt x="132009" y="5859"/>
                          </a:cubicBezTo>
                          <a:cubicBezTo>
                            <a:pt x="131369" y="5815"/>
                            <a:pt x="130743" y="5772"/>
                            <a:pt x="130118" y="5743"/>
                          </a:cubicBezTo>
                          <a:cubicBezTo>
                            <a:pt x="128532" y="5655"/>
                            <a:pt x="127324" y="4316"/>
                            <a:pt x="127397" y="2730"/>
                          </a:cubicBezTo>
                          <a:cubicBezTo>
                            <a:pt x="127469" y="1144"/>
                            <a:pt x="128837" y="-122"/>
                            <a:pt x="130409" y="9"/>
                          </a:cubicBezTo>
                          <a:cubicBezTo>
                            <a:pt x="131078" y="53"/>
                            <a:pt x="131747" y="82"/>
                            <a:pt x="132417" y="140"/>
                          </a:cubicBezTo>
                          <a:cubicBezTo>
                            <a:pt x="136826" y="446"/>
                            <a:pt x="141264" y="984"/>
                            <a:pt x="145586" y="1755"/>
                          </a:cubicBezTo>
                          <a:cubicBezTo>
                            <a:pt x="147143" y="2032"/>
                            <a:pt x="148190" y="3516"/>
                            <a:pt x="147914" y="5073"/>
                          </a:cubicBezTo>
                          <a:cubicBezTo>
                            <a:pt x="147667" y="6456"/>
                            <a:pt x="146459" y="7445"/>
                            <a:pt x="145091" y="7445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983" name="Graphique 8">
                    <a:extLst>
                      <a:ext uri="{FF2B5EF4-FFF2-40B4-BE49-F238E27FC236}">
                        <a16:creationId xmlns:a16="http://schemas.microsoft.com/office/drawing/2014/main" id="{0084A33F-BE1F-28A8-F7E6-9FE50EC8AA97}"/>
                      </a:ext>
                    </a:extLst>
                  </p:cNvPr>
                  <p:cNvGrpSpPr/>
                  <p:nvPr/>
                </p:nvGrpSpPr>
                <p:grpSpPr>
                  <a:xfrm>
                    <a:off x="152127" y="386721"/>
                    <a:ext cx="187424" cy="72443"/>
                    <a:chOff x="152127" y="386721"/>
                    <a:chExt cx="187424" cy="72443"/>
                  </a:xfrm>
                  <a:solidFill>
                    <a:srgbClr val="B1ABE5"/>
                  </a:solidFill>
                </p:grpSpPr>
                <p:sp>
                  <p:nvSpPr>
                    <p:cNvPr id="2988" name="Forme libre : forme 2987">
                      <a:extLst>
                        <a:ext uri="{FF2B5EF4-FFF2-40B4-BE49-F238E27FC236}">
                          <a16:creationId xmlns:a16="http://schemas.microsoft.com/office/drawing/2014/main" id="{7CB7C9A4-FBCC-7064-5EBA-920A668D90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0679" y="386721"/>
                      <a:ext cx="168872" cy="72443"/>
                    </a:xfrm>
                    <a:custGeom>
                      <a:avLst/>
                      <a:gdLst>
                        <a:gd name="connsiteX0" fmla="*/ 59535 w 168872"/>
                        <a:gd name="connsiteY0" fmla="*/ 72444 h 72443"/>
                        <a:gd name="connsiteX1" fmla="*/ 56668 w 168872"/>
                        <a:gd name="connsiteY1" fmla="*/ 69606 h 72443"/>
                        <a:gd name="connsiteX2" fmla="*/ 59491 w 168872"/>
                        <a:gd name="connsiteY2" fmla="*/ 66696 h 72443"/>
                        <a:gd name="connsiteX3" fmla="*/ 73766 w 168872"/>
                        <a:gd name="connsiteY3" fmla="*/ 65648 h 72443"/>
                        <a:gd name="connsiteX4" fmla="*/ 76996 w 168872"/>
                        <a:gd name="connsiteY4" fmla="*/ 68108 h 72443"/>
                        <a:gd name="connsiteX5" fmla="*/ 74537 w 168872"/>
                        <a:gd name="connsiteY5" fmla="*/ 71338 h 72443"/>
                        <a:gd name="connsiteX6" fmla="*/ 59564 w 168872"/>
                        <a:gd name="connsiteY6" fmla="*/ 72444 h 72443"/>
                        <a:gd name="connsiteX7" fmla="*/ 59520 w 168872"/>
                        <a:gd name="connsiteY7" fmla="*/ 72444 h 72443"/>
                        <a:gd name="connsiteX8" fmla="*/ 44882 w 168872"/>
                        <a:gd name="connsiteY8" fmla="*/ 71745 h 72443"/>
                        <a:gd name="connsiteX9" fmla="*/ 44576 w 168872"/>
                        <a:gd name="connsiteY9" fmla="*/ 71731 h 72443"/>
                        <a:gd name="connsiteX10" fmla="*/ 29763 w 168872"/>
                        <a:gd name="connsiteY10" fmla="*/ 69243 h 72443"/>
                        <a:gd name="connsiteX11" fmla="*/ 27609 w 168872"/>
                        <a:gd name="connsiteY11" fmla="*/ 65808 h 72443"/>
                        <a:gd name="connsiteX12" fmla="*/ 31043 w 168872"/>
                        <a:gd name="connsiteY12" fmla="*/ 63655 h 72443"/>
                        <a:gd name="connsiteX13" fmla="*/ 45173 w 168872"/>
                        <a:gd name="connsiteY13" fmla="*/ 66041 h 72443"/>
                        <a:gd name="connsiteX14" fmla="*/ 47719 w 168872"/>
                        <a:gd name="connsiteY14" fmla="*/ 69199 h 72443"/>
                        <a:gd name="connsiteX15" fmla="*/ 44867 w 168872"/>
                        <a:gd name="connsiteY15" fmla="*/ 71760 h 72443"/>
                        <a:gd name="connsiteX16" fmla="*/ 88550 w 168872"/>
                        <a:gd name="connsiteY16" fmla="*/ 68515 h 72443"/>
                        <a:gd name="connsiteX17" fmla="*/ 85771 w 168872"/>
                        <a:gd name="connsiteY17" fmla="*/ 66376 h 72443"/>
                        <a:gd name="connsiteX18" fmla="*/ 87808 w 168872"/>
                        <a:gd name="connsiteY18" fmla="*/ 62869 h 72443"/>
                        <a:gd name="connsiteX19" fmla="*/ 101413 w 168872"/>
                        <a:gd name="connsiteY19" fmla="*/ 58387 h 72443"/>
                        <a:gd name="connsiteX20" fmla="*/ 105138 w 168872"/>
                        <a:gd name="connsiteY20" fmla="*/ 59988 h 72443"/>
                        <a:gd name="connsiteX21" fmla="*/ 103538 w 168872"/>
                        <a:gd name="connsiteY21" fmla="*/ 63713 h 72443"/>
                        <a:gd name="connsiteX22" fmla="*/ 89278 w 168872"/>
                        <a:gd name="connsiteY22" fmla="*/ 68399 h 72443"/>
                        <a:gd name="connsiteX23" fmla="*/ 88550 w 168872"/>
                        <a:gd name="connsiteY23" fmla="*/ 68500 h 72443"/>
                        <a:gd name="connsiteX24" fmla="*/ 16332 w 168872"/>
                        <a:gd name="connsiteY24" fmla="*/ 65125 h 72443"/>
                        <a:gd name="connsiteX25" fmla="*/ 15342 w 168872"/>
                        <a:gd name="connsiteY25" fmla="*/ 64950 h 72443"/>
                        <a:gd name="connsiteX26" fmla="*/ 1562 w 168872"/>
                        <a:gd name="connsiteY26" fmla="*/ 58955 h 72443"/>
                        <a:gd name="connsiteX27" fmla="*/ 311 w 168872"/>
                        <a:gd name="connsiteY27" fmla="*/ 55099 h 72443"/>
                        <a:gd name="connsiteX28" fmla="*/ 4167 w 168872"/>
                        <a:gd name="connsiteY28" fmla="*/ 53847 h 72443"/>
                        <a:gd name="connsiteX29" fmla="*/ 17292 w 168872"/>
                        <a:gd name="connsiteY29" fmla="*/ 59566 h 72443"/>
                        <a:gd name="connsiteX30" fmla="*/ 19009 w 168872"/>
                        <a:gd name="connsiteY30" fmla="*/ 63247 h 72443"/>
                        <a:gd name="connsiteX31" fmla="*/ 16317 w 168872"/>
                        <a:gd name="connsiteY31" fmla="*/ 65139 h 72443"/>
                        <a:gd name="connsiteX32" fmla="*/ 115746 w 168872"/>
                        <a:gd name="connsiteY32" fmla="*/ 57689 h 72443"/>
                        <a:gd name="connsiteX33" fmla="*/ 113229 w 168872"/>
                        <a:gd name="connsiteY33" fmla="*/ 56190 h 72443"/>
                        <a:gd name="connsiteX34" fmla="*/ 114364 w 168872"/>
                        <a:gd name="connsiteY34" fmla="*/ 52290 h 72443"/>
                        <a:gd name="connsiteX35" fmla="*/ 126500 w 168872"/>
                        <a:gd name="connsiteY35" fmla="*/ 44680 h 72443"/>
                        <a:gd name="connsiteX36" fmla="*/ 130501 w 168872"/>
                        <a:gd name="connsiteY36" fmla="*/ 45349 h 72443"/>
                        <a:gd name="connsiteX37" fmla="*/ 129832 w 168872"/>
                        <a:gd name="connsiteY37" fmla="*/ 49351 h 72443"/>
                        <a:gd name="connsiteX38" fmla="*/ 117114 w 168872"/>
                        <a:gd name="connsiteY38" fmla="*/ 57325 h 72443"/>
                        <a:gd name="connsiteX39" fmla="*/ 115746 w 168872"/>
                        <a:gd name="connsiteY39" fmla="*/ 57674 h 72443"/>
                        <a:gd name="connsiteX40" fmla="*/ 139567 w 168872"/>
                        <a:gd name="connsiteY40" fmla="*/ 40664 h 72443"/>
                        <a:gd name="connsiteX41" fmla="*/ 137457 w 168872"/>
                        <a:gd name="connsiteY41" fmla="*/ 39733 h 72443"/>
                        <a:gd name="connsiteX42" fmla="*/ 137632 w 168872"/>
                        <a:gd name="connsiteY42" fmla="*/ 35687 h 72443"/>
                        <a:gd name="connsiteX43" fmla="*/ 147599 w 168872"/>
                        <a:gd name="connsiteY43" fmla="*/ 25400 h 72443"/>
                        <a:gd name="connsiteX44" fmla="*/ 151644 w 168872"/>
                        <a:gd name="connsiteY44" fmla="*/ 25094 h 72443"/>
                        <a:gd name="connsiteX45" fmla="*/ 151950 w 168872"/>
                        <a:gd name="connsiteY45" fmla="*/ 29139 h 72443"/>
                        <a:gd name="connsiteX46" fmla="*/ 141502 w 168872"/>
                        <a:gd name="connsiteY46" fmla="*/ 39936 h 72443"/>
                        <a:gd name="connsiteX47" fmla="*/ 139567 w 168872"/>
                        <a:gd name="connsiteY47" fmla="*/ 40693 h 72443"/>
                        <a:gd name="connsiteX48" fmla="*/ 158614 w 168872"/>
                        <a:gd name="connsiteY48" fmla="*/ 18415 h 72443"/>
                        <a:gd name="connsiteX49" fmla="*/ 157028 w 168872"/>
                        <a:gd name="connsiteY49" fmla="*/ 17935 h 72443"/>
                        <a:gd name="connsiteX50" fmla="*/ 156228 w 168872"/>
                        <a:gd name="connsiteY50" fmla="*/ 13962 h 72443"/>
                        <a:gd name="connsiteX51" fmla="*/ 163431 w 168872"/>
                        <a:gd name="connsiteY51" fmla="*/ 1579 h 72443"/>
                        <a:gd name="connsiteX52" fmla="*/ 167287 w 168872"/>
                        <a:gd name="connsiteY52" fmla="*/ 299 h 72443"/>
                        <a:gd name="connsiteX53" fmla="*/ 168568 w 168872"/>
                        <a:gd name="connsiteY53" fmla="*/ 4155 h 72443"/>
                        <a:gd name="connsiteX54" fmla="*/ 161015 w 168872"/>
                        <a:gd name="connsiteY54" fmla="*/ 17149 h 72443"/>
                        <a:gd name="connsiteX55" fmla="*/ 158629 w 168872"/>
                        <a:gd name="connsiteY55" fmla="*/ 18429 h 724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</a:cxnLst>
                      <a:rect l="l" t="t" r="r" b="b"/>
                      <a:pathLst>
                        <a:path w="168872" h="72443">
                          <a:moveTo>
                            <a:pt x="59535" y="72444"/>
                          </a:moveTo>
                          <a:cubicBezTo>
                            <a:pt x="57963" y="72444"/>
                            <a:pt x="56683" y="71178"/>
                            <a:pt x="56668" y="69606"/>
                          </a:cubicBezTo>
                          <a:cubicBezTo>
                            <a:pt x="56654" y="68020"/>
                            <a:pt x="57920" y="66725"/>
                            <a:pt x="59491" y="66696"/>
                          </a:cubicBezTo>
                          <a:cubicBezTo>
                            <a:pt x="64264" y="66638"/>
                            <a:pt x="69066" y="66289"/>
                            <a:pt x="73766" y="65648"/>
                          </a:cubicBezTo>
                          <a:cubicBezTo>
                            <a:pt x="75323" y="65459"/>
                            <a:pt x="76778" y="66536"/>
                            <a:pt x="76996" y="68108"/>
                          </a:cubicBezTo>
                          <a:cubicBezTo>
                            <a:pt x="77215" y="69679"/>
                            <a:pt x="76109" y="71120"/>
                            <a:pt x="74537" y="71338"/>
                          </a:cubicBezTo>
                          <a:cubicBezTo>
                            <a:pt x="69604" y="72007"/>
                            <a:pt x="64569" y="72371"/>
                            <a:pt x="59564" y="72444"/>
                          </a:cubicBezTo>
                          <a:lnTo>
                            <a:pt x="59520" y="72444"/>
                          </a:lnTo>
                          <a:close/>
                          <a:moveTo>
                            <a:pt x="44882" y="71745"/>
                          </a:moveTo>
                          <a:cubicBezTo>
                            <a:pt x="44780" y="71745"/>
                            <a:pt x="44678" y="71745"/>
                            <a:pt x="44576" y="71731"/>
                          </a:cubicBezTo>
                          <a:cubicBezTo>
                            <a:pt x="39614" y="71192"/>
                            <a:pt x="34637" y="70363"/>
                            <a:pt x="29763" y="69243"/>
                          </a:cubicBezTo>
                          <a:cubicBezTo>
                            <a:pt x="28220" y="68879"/>
                            <a:pt x="27260" y="67351"/>
                            <a:pt x="27609" y="65808"/>
                          </a:cubicBezTo>
                          <a:cubicBezTo>
                            <a:pt x="27958" y="64266"/>
                            <a:pt x="29515" y="63306"/>
                            <a:pt x="31043" y="63655"/>
                          </a:cubicBezTo>
                          <a:cubicBezTo>
                            <a:pt x="35685" y="64732"/>
                            <a:pt x="40429" y="65532"/>
                            <a:pt x="45173" y="66041"/>
                          </a:cubicBezTo>
                          <a:cubicBezTo>
                            <a:pt x="46744" y="66216"/>
                            <a:pt x="47879" y="67627"/>
                            <a:pt x="47719" y="69199"/>
                          </a:cubicBezTo>
                          <a:cubicBezTo>
                            <a:pt x="47559" y="70669"/>
                            <a:pt x="46322" y="71760"/>
                            <a:pt x="44867" y="71760"/>
                          </a:cubicBezTo>
                          <a:close/>
                          <a:moveTo>
                            <a:pt x="88550" y="68515"/>
                          </a:moveTo>
                          <a:cubicBezTo>
                            <a:pt x="87284" y="68515"/>
                            <a:pt x="86120" y="67657"/>
                            <a:pt x="85771" y="66376"/>
                          </a:cubicBezTo>
                          <a:cubicBezTo>
                            <a:pt x="85363" y="64848"/>
                            <a:pt x="86280" y="63277"/>
                            <a:pt x="87808" y="62869"/>
                          </a:cubicBezTo>
                          <a:cubicBezTo>
                            <a:pt x="92421" y="61647"/>
                            <a:pt x="97004" y="60148"/>
                            <a:pt x="101413" y="58387"/>
                          </a:cubicBezTo>
                          <a:cubicBezTo>
                            <a:pt x="102898" y="57805"/>
                            <a:pt x="104556" y="58518"/>
                            <a:pt x="105138" y="59988"/>
                          </a:cubicBezTo>
                          <a:cubicBezTo>
                            <a:pt x="105721" y="61458"/>
                            <a:pt x="105008" y="63131"/>
                            <a:pt x="103538" y="63713"/>
                          </a:cubicBezTo>
                          <a:cubicBezTo>
                            <a:pt x="98911" y="65547"/>
                            <a:pt x="94109" y="67133"/>
                            <a:pt x="89278" y="68399"/>
                          </a:cubicBezTo>
                          <a:cubicBezTo>
                            <a:pt x="89030" y="68457"/>
                            <a:pt x="88783" y="68500"/>
                            <a:pt x="88550" y="68500"/>
                          </a:cubicBezTo>
                          <a:close/>
                          <a:moveTo>
                            <a:pt x="16332" y="65125"/>
                          </a:moveTo>
                          <a:cubicBezTo>
                            <a:pt x="16012" y="65125"/>
                            <a:pt x="15677" y="65066"/>
                            <a:pt x="15342" y="64950"/>
                          </a:cubicBezTo>
                          <a:cubicBezTo>
                            <a:pt x="10642" y="63233"/>
                            <a:pt x="6015" y="61225"/>
                            <a:pt x="1562" y="58955"/>
                          </a:cubicBezTo>
                          <a:cubicBezTo>
                            <a:pt x="151" y="58242"/>
                            <a:pt x="-402" y="56510"/>
                            <a:pt x="311" y="55099"/>
                          </a:cubicBezTo>
                          <a:cubicBezTo>
                            <a:pt x="1024" y="53687"/>
                            <a:pt x="2756" y="53134"/>
                            <a:pt x="4167" y="53847"/>
                          </a:cubicBezTo>
                          <a:cubicBezTo>
                            <a:pt x="8401" y="56015"/>
                            <a:pt x="12825" y="57936"/>
                            <a:pt x="17292" y="59566"/>
                          </a:cubicBezTo>
                          <a:cubicBezTo>
                            <a:pt x="18777" y="60104"/>
                            <a:pt x="19548" y="61749"/>
                            <a:pt x="19009" y="63247"/>
                          </a:cubicBezTo>
                          <a:cubicBezTo>
                            <a:pt x="18587" y="64412"/>
                            <a:pt x="17481" y="65139"/>
                            <a:pt x="16317" y="65139"/>
                          </a:cubicBezTo>
                          <a:close/>
                          <a:moveTo>
                            <a:pt x="115746" y="57689"/>
                          </a:moveTo>
                          <a:cubicBezTo>
                            <a:pt x="114728" y="57689"/>
                            <a:pt x="113753" y="57150"/>
                            <a:pt x="113229" y="56190"/>
                          </a:cubicBezTo>
                          <a:cubicBezTo>
                            <a:pt x="112472" y="54793"/>
                            <a:pt x="112982" y="53062"/>
                            <a:pt x="114364" y="52290"/>
                          </a:cubicBezTo>
                          <a:cubicBezTo>
                            <a:pt x="118540" y="50006"/>
                            <a:pt x="122615" y="47445"/>
                            <a:pt x="126500" y="44680"/>
                          </a:cubicBezTo>
                          <a:cubicBezTo>
                            <a:pt x="127795" y="43749"/>
                            <a:pt x="129585" y="44054"/>
                            <a:pt x="130501" y="45349"/>
                          </a:cubicBezTo>
                          <a:cubicBezTo>
                            <a:pt x="131418" y="46644"/>
                            <a:pt x="131127" y="48434"/>
                            <a:pt x="129832" y="49351"/>
                          </a:cubicBezTo>
                          <a:cubicBezTo>
                            <a:pt x="125772" y="52261"/>
                            <a:pt x="121494" y="54939"/>
                            <a:pt x="117114" y="57325"/>
                          </a:cubicBezTo>
                          <a:cubicBezTo>
                            <a:pt x="116678" y="57558"/>
                            <a:pt x="116212" y="57674"/>
                            <a:pt x="115746" y="57674"/>
                          </a:cubicBezTo>
                          <a:close/>
                          <a:moveTo>
                            <a:pt x="139567" y="40664"/>
                          </a:moveTo>
                          <a:cubicBezTo>
                            <a:pt x="138796" y="40664"/>
                            <a:pt x="138010" y="40344"/>
                            <a:pt x="137457" y="39733"/>
                          </a:cubicBezTo>
                          <a:cubicBezTo>
                            <a:pt x="136380" y="38568"/>
                            <a:pt x="136467" y="36750"/>
                            <a:pt x="137632" y="35687"/>
                          </a:cubicBezTo>
                          <a:cubicBezTo>
                            <a:pt x="141153" y="32457"/>
                            <a:pt x="144500" y="28994"/>
                            <a:pt x="147599" y="25400"/>
                          </a:cubicBezTo>
                          <a:cubicBezTo>
                            <a:pt x="148632" y="24192"/>
                            <a:pt x="150437" y="24061"/>
                            <a:pt x="151644" y="25094"/>
                          </a:cubicBezTo>
                          <a:cubicBezTo>
                            <a:pt x="152852" y="26127"/>
                            <a:pt x="152983" y="27931"/>
                            <a:pt x="151950" y="29139"/>
                          </a:cubicBezTo>
                          <a:cubicBezTo>
                            <a:pt x="148705" y="32923"/>
                            <a:pt x="145198" y="36560"/>
                            <a:pt x="141502" y="39936"/>
                          </a:cubicBezTo>
                          <a:cubicBezTo>
                            <a:pt x="140949" y="40446"/>
                            <a:pt x="140251" y="40693"/>
                            <a:pt x="139567" y="40693"/>
                          </a:cubicBezTo>
                          <a:close/>
                          <a:moveTo>
                            <a:pt x="158614" y="18415"/>
                          </a:moveTo>
                          <a:cubicBezTo>
                            <a:pt x="158062" y="18415"/>
                            <a:pt x="157523" y="18255"/>
                            <a:pt x="157028" y="17935"/>
                          </a:cubicBezTo>
                          <a:cubicBezTo>
                            <a:pt x="155704" y="17062"/>
                            <a:pt x="155355" y="15272"/>
                            <a:pt x="156228" y="13962"/>
                          </a:cubicBezTo>
                          <a:cubicBezTo>
                            <a:pt x="158876" y="9990"/>
                            <a:pt x="161292" y="5828"/>
                            <a:pt x="163431" y="1579"/>
                          </a:cubicBezTo>
                          <a:cubicBezTo>
                            <a:pt x="164144" y="168"/>
                            <a:pt x="165861" y="-400"/>
                            <a:pt x="167287" y="299"/>
                          </a:cubicBezTo>
                          <a:cubicBezTo>
                            <a:pt x="168699" y="1012"/>
                            <a:pt x="169281" y="2729"/>
                            <a:pt x="168568" y="4155"/>
                          </a:cubicBezTo>
                          <a:cubicBezTo>
                            <a:pt x="166327" y="8607"/>
                            <a:pt x="163795" y="12973"/>
                            <a:pt x="161015" y="17149"/>
                          </a:cubicBezTo>
                          <a:cubicBezTo>
                            <a:pt x="160463" y="17978"/>
                            <a:pt x="159546" y="18429"/>
                            <a:pt x="158629" y="18429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89" name="Forme libre : forme 2988">
                      <a:extLst>
                        <a:ext uri="{FF2B5EF4-FFF2-40B4-BE49-F238E27FC236}">
                          <a16:creationId xmlns:a16="http://schemas.microsoft.com/office/drawing/2014/main" id="{D277CBEB-6F5A-EFFE-AFEE-A8A54FD0E0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127" y="428559"/>
                      <a:ext cx="11539" cy="9928"/>
                    </a:xfrm>
                    <a:custGeom>
                      <a:avLst/>
                      <a:gdLst>
                        <a:gd name="connsiteX0" fmla="*/ 8677 w 11539"/>
                        <a:gd name="connsiteY0" fmla="*/ 9914 h 9928"/>
                        <a:gd name="connsiteX1" fmla="*/ 7076 w 11539"/>
                        <a:gd name="connsiteY1" fmla="*/ 9419 h 9928"/>
                        <a:gd name="connsiteX2" fmla="*/ 1125 w 11539"/>
                        <a:gd name="connsiteY2" fmla="*/ 5141 h 9928"/>
                        <a:gd name="connsiteX3" fmla="*/ 586 w 11539"/>
                        <a:gd name="connsiteY3" fmla="*/ 1125 h 9928"/>
                        <a:gd name="connsiteX4" fmla="*/ 4602 w 11539"/>
                        <a:gd name="connsiteY4" fmla="*/ 586 h 9928"/>
                        <a:gd name="connsiteX5" fmla="*/ 10277 w 11539"/>
                        <a:gd name="connsiteY5" fmla="*/ 4675 h 9928"/>
                        <a:gd name="connsiteX6" fmla="*/ 11049 w 11539"/>
                        <a:gd name="connsiteY6" fmla="*/ 8662 h 9928"/>
                        <a:gd name="connsiteX7" fmla="*/ 8677 w 11539"/>
                        <a:gd name="connsiteY7" fmla="*/ 9928 h 99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539" h="9928">
                          <a:moveTo>
                            <a:pt x="8677" y="9914"/>
                          </a:moveTo>
                          <a:cubicBezTo>
                            <a:pt x="8124" y="9914"/>
                            <a:pt x="7571" y="9754"/>
                            <a:pt x="7076" y="9419"/>
                          </a:cubicBezTo>
                          <a:cubicBezTo>
                            <a:pt x="5039" y="8051"/>
                            <a:pt x="3045" y="6596"/>
                            <a:pt x="1125" y="5141"/>
                          </a:cubicBezTo>
                          <a:cubicBezTo>
                            <a:pt x="-127" y="4180"/>
                            <a:pt x="-374" y="2376"/>
                            <a:pt x="586" y="1125"/>
                          </a:cubicBezTo>
                          <a:cubicBezTo>
                            <a:pt x="1547" y="-127"/>
                            <a:pt x="3351" y="-374"/>
                            <a:pt x="4602" y="586"/>
                          </a:cubicBezTo>
                          <a:cubicBezTo>
                            <a:pt x="6421" y="1983"/>
                            <a:pt x="8342" y="3366"/>
                            <a:pt x="10277" y="4675"/>
                          </a:cubicBezTo>
                          <a:cubicBezTo>
                            <a:pt x="11587" y="5563"/>
                            <a:pt x="11936" y="7353"/>
                            <a:pt x="11049" y="8662"/>
                          </a:cubicBezTo>
                          <a:cubicBezTo>
                            <a:pt x="10496" y="9477"/>
                            <a:pt x="9594" y="9928"/>
                            <a:pt x="8677" y="9928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984" name="Graphique 8">
                    <a:extLst>
                      <a:ext uri="{FF2B5EF4-FFF2-40B4-BE49-F238E27FC236}">
                        <a16:creationId xmlns:a16="http://schemas.microsoft.com/office/drawing/2014/main" id="{A8CB71FB-3D13-08C6-B2A3-F408D248A7CB}"/>
                      </a:ext>
                    </a:extLst>
                  </p:cNvPr>
                  <p:cNvGrpSpPr/>
                  <p:nvPr/>
                </p:nvGrpSpPr>
                <p:grpSpPr>
                  <a:xfrm>
                    <a:off x="134881" y="240656"/>
                    <a:ext cx="187404" cy="187390"/>
                    <a:chOff x="134881" y="240656"/>
                    <a:chExt cx="187404" cy="187390"/>
                  </a:xfrm>
                </p:grpSpPr>
                <p:sp>
                  <p:nvSpPr>
                    <p:cNvPr id="2985" name="Forme libre : forme 2984">
                      <a:extLst>
                        <a:ext uri="{FF2B5EF4-FFF2-40B4-BE49-F238E27FC236}">
                          <a16:creationId xmlns:a16="http://schemas.microsoft.com/office/drawing/2014/main" id="{2E152A58-6F06-8BC1-AC67-4F5E1096F7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881" y="240656"/>
                      <a:ext cx="187404" cy="187390"/>
                    </a:xfrm>
                    <a:custGeom>
                      <a:avLst/>
                      <a:gdLst>
                        <a:gd name="connsiteX0" fmla="*/ 28309 w 187404"/>
                        <a:gd name="connsiteY0" fmla="*/ 160769 h 187390"/>
                        <a:gd name="connsiteX1" fmla="*/ 29939 w 187404"/>
                        <a:gd name="connsiteY1" fmla="*/ 161220 h 187390"/>
                        <a:gd name="connsiteX2" fmla="*/ 46527 w 187404"/>
                        <a:gd name="connsiteY2" fmla="*/ 155123 h 187390"/>
                        <a:gd name="connsiteX3" fmla="*/ 68485 w 187404"/>
                        <a:gd name="connsiteY3" fmla="*/ 166954 h 187390"/>
                        <a:gd name="connsiteX4" fmla="*/ 72530 w 187404"/>
                        <a:gd name="connsiteY4" fmla="*/ 184139 h 187390"/>
                        <a:gd name="connsiteX5" fmla="*/ 73796 w 187404"/>
                        <a:gd name="connsiteY5" fmla="*/ 185245 h 187390"/>
                        <a:gd name="connsiteX6" fmla="*/ 94881 w 187404"/>
                        <a:gd name="connsiteY6" fmla="*/ 187384 h 187390"/>
                        <a:gd name="connsiteX7" fmla="*/ 96351 w 187404"/>
                        <a:gd name="connsiteY7" fmla="*/ 186554 h 187390"/>
                        <a:gd name="connsiteX8" fmla="*/ 103757 w 187404"/>
                        <a:gd name="connsiteY8" fmla="*/ 170519 h 187390"/>
                        <a:gd name="connsiteX9" fmla="*/ 127636 w 187404"/>
                        <a:gd name="connsiteY9" fmla="*/ 163330 h 187390"/>
                        <a:gd name="connsiteX10" fmla="*/ 142667 w 187404"/>
                        <a:gd name="connsiteY10" fmla="*/ 172629 h 187390"/>
                        <a:gd name="connsiteX11" fmla="*/ 144355 w 187404"/>
                        <a:gd name="connsiteY11" fmla="*/ 172512 h 187390"/>
                        <a:gd name="connsiteX12" fmla="*/ 160784 w 187404"/>
                        <a:gd name="connsiteY12" fmla="*/ 159110 h 187390"/>
                        <a:gd name="connsiteX13" fmla="*/ 161235 w 187404"/>
                        <a:gd name="connsiteY13" fmla="*/ 157481 h 187390"/>
                        <a:gd name="connsiteX14" fmla="*/ 155138 w 187404"/>
                        <a:gd name="connsiteY14" fmla="*/ 140892 h 187390"/>
                        <a:gd name="connsiteX15" fmla="*/ 166968 w 187404"/>
                        <a:gd name="connsiteY15" fmla="*/ 118934 h 187390"/>
                        <a:gd name="connsiteX16" fmla="*/ 184153 w 187404"/>
                        <a:gd name="connsiteY16" fmla="*/ 114889 h 187390"/>
                        <a:gd name="connsiteX17" fmla="*/ 185259 w 187404"/>
                        <a:gd name="connsiteY17" fmla="*/ 113623 h 187390"/>
                        <a:gd name="connsiteX18" fmla="*/ 187398 w 187404"/>
                        <a:gd name="connsiteY18" fmla="*/ 92538 h 187390"/>
                        <a:gd name="connsiteX19" fmla="*/ 186569 w 187404"/>
                        <a:gd name="connsiteY19" fmla="*/ 91069 h 187390"/>
                        <a:gd name="connsiteX20" fmla="*/ 170533 w 187404"/>
                        <a:gd name="connsiteY20" fmla="*/ 83662 h 187390"/>
                        <a:gd name="connsiteX21" fmla="*/ 163345 w 187404"/>
                        <a:gd name="connsiteY21" fmla="*/ 59783 h 187390"/>
                        <a:gd name="connsiteX22" fmla="*/ 172643 w 187404"/>
                        <a:gd name="connsiteY22" fmla="*/ 44752 h 187390"/>
                        <a:gd name="connsiteX23" fmla="*/ 172527 w 187404"/>
                        <a:gd name="connsiteY23" fmla="*/ 43064 h 187390"/>
                        <a:gd name="connsiteX24" fmla="*/ 159125 w 187404"/>
                        <a:gd name="connsiteY24" fmla="*/ 26635 h 187390"/>
                        <a:gd name="connsiteX25" fmla="*/ 157495 w 187404"/>
                        <a:gd name="connsiteY25" fmla="*/ 26184 h 187390"/>
                        <a:gd name="connsiteX26" fmla="*/ 140907 w 187404"/>
                        <a:gd name="connsiteY26" fmla="*/ 32281 h 187390"/>
                        <a:gd name="connsiteX27" fmla="*/ 118949 w 187404"/>
                        <a:gd name="connsiteY27" fmla="*/ 20451 h 187390"/>
                        <a:gd name="connsiteX28" fmla="*/ 114904 w 187404"/>
                        <a:gd name="connsiteY28" fmla="*/ 3251 h 187390"/>
                        <a:gd name="connsiteX29" fmla="*/ 113638 w 187404"/>
                        <a:gd name="connsiteY29" fmla="*/ 2146 h 187390"/>
                        <a:gd name="connsiteX30" fmla="*/ 92553 w 187404"/>
                        <a:gd name="connsiteY30" fmla="*/ 7 h 187390"/>
                        <a:gd name="connsiteX31" fmla="*/ 91083 w 187404"/>
                        <a:gd name="connsiteY31" fmla="*/ 836 h 187390"/>
                        <a:gd name="connsiteX32" fmla="*/ 83676 w 187404"/>
                        <a:gd name="connsiteY32" fmla="*/ 16871 h 187390"/>
                        <a:gd name="connsiteX33" fmla="*/ 59783 w 187404"/>
                        <a:gd name="connsiteY33" fmla="*/ 24060 h 187390"/>
                        <a:gd name="connsiteX34" fmla="*/ 44752 w 187404"/>
                        <a:gd name="connsiteY34" fmla="*/ 14762 h 187390"/>
                        <a:gd name="connsiteX35" fmla="*/ 43064 w 187404"/>
                        <a:gd name="connsiteY35" fmla="*/ 14878 h 187390"/>
                        <a:gd name="connsiteX36" fmla="*/ 26635 w 187404"/>
                        <a:gd name="connsiteY36" fmla="*/ 28280 h 187390"/>
                        <a:gd name="connsiteX37" fmla="*/ 26184 w 187404"/>
                        <a:gd name="connsiteY37" fmla="*/ 29909 h 187390"/>
                        <a:gd name="connsiteX38" fmla="*/ 32281 w 187404"/>
                        <a:gd name="connsiteY38" fmla="*/ 46498 h 187390"/>
                        <a:gd name="connsiteX39" fmla="*/ 20451 w 187404"/>
                        <a:gd name="connsiteY39" fmla="*/ 68456 h 187390"/>
                        <a:gd name="connsiteX40" fmla="*/ 3251 w 187404"/>
                        <a:gd name="connsiteY40" fmla="*/ 72501 h 187390"/>
                        <a:gd name="connsiteX41" fmla="*/ 2146 w 187404"/>
                        <a:gd name="connsiteY41" fmla="*/ 73767 h 187390"/>
                        <a:gd name="connsiteX42" fmla="*/ 7 w 187404"/>
                        <a:gd name="connsiteY42" fmla="*/ 94852 h 187390"/>
                        <a:gd name="connsiteX43" fmla="*/ 836 w 187404"/>
                        <a:gd name="connsiteY43" fmla="*/ 96322 h 187390"/>
                        <a:gd name="connsiteX44" fmla="*/ 16871 w 187404"/>
                        <a:gd name="connsiteY44" fmla="*/ 103728 h 187390"/>
                        <a:gd name="connsiteX45" fmla="*/ 24060 w 187404"/>
                        <a:gd name="connsiteY45" fmla="*/ 127607 h 187390"/>
                        <a:gd name="connsiteX46" fmla="*/ 14762 w 187404"/>
                        <a:gd name="connsiteY46" fmla="*/ 142638 h 187390"/>
                        <a:gd name="connsiteX47" fmla="*/ 14878 w 187404"/>
                        <a:gd name="connsiteY47" fmla="*/ 144326 h 187390"/>
                        <a:gd name="connsiteX48" fmla="*/ 28280 w 187404"/>
                        <a:gd name="connsiteY48" fmla="*/ 160755 h 1873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187404" h="187390">
                          <a:moveTo>
                            <a:pt x="28309" y="160769"/>
                          </a:moveTo>
                          <a:cubicBezTo>
                            <a:pt x="28702" y="161249"/>
                            <a:pt x="29357" y="161424"/>
                            <a:pt x="29939" y="161220"/>
                          </a:cubicBezTo>
                          <a:lnTo>
                            <a:pt x="46527" y="155123"/>
                          </a:lnTo>
                          <a:cubicBezTo>
                            <a:pt x="53061" y="160158"/>
                            <a:pt x="60453" y="164189"/>
                            <a:pt x="68485" y="166954"/>
                          </a:cubicBezTo>
                          <a:lnTo>
                            <a:pt x="72530" y="184139"/>
                          </a:lnTo>
                          <a:cubicBezTo>
                            <a:pt x="72676" y="184735"/>
                            <a:pt x="73185" y="185186"/>
                            <a:pt x="73796" y="185245"/>
                          </a:cubicBezTo>
                          <a:lnTo>
                            <a:pt x="94881" y="187384"/>
                          </a:lnTo>
                          <a:cubicBezTo>
                            <a:pt x="95492" y="187442"/>
                            <a:pt x="96089" y="187107"/>
                            <a:pt x="96351" y="186554"/>
                          </a:cubicBezTo>
                          <a:lnTo>
                            <a:pt x="103757" y="170519"/>
                          </a:lnTo>
                          <a:cubicBezTo>
                            <a:pt x="112182" y="169427"/>
                            <a:pt x="120229" y="166954"/>
                            <a:pt x="127636" y="163330"/>
                          </a:cubicBezTo>
                          <a:lnTo>
                            <a:pt x="142667" y="172629"/>
                          </a:lnTo>
                          <a:cubicBezTo>
                            <a:pt x="143191" y="172949"/>
                            <a:pt x="143875" y="172905"/>
                            <a:pt x="144355" y="172512"/>
                          </a:cubicBezTo>
                          <a:lnTo>
                            <a:pt x="160784" y="159110"/>
                          </a:lnTo>
                          <a:cubicBezTo>
                            <a:pt x="161264" y="158718"/>
                            <a:pt x="161439" y="158063"/>
                            <a:pt x="161235" y="157481"/>
                          </a:cubicBezTo>
                          <a:lnTo>
                            <a:pt x="155138" y="140892"/>
                          </a:lnTo>
                          <a:cubicBezTo>
                            <a:pt x="160173" y="134359"/>
                            <a:pt x="164203" y="126967"/>
                            <a:pt x="166968" y="118934"/>
                          </a:cubicBezTo>
                          <a:lnTo>
                            <a:pt x="184153" y="114889"/>
                          </a:lnTo>
                          <a:cubicBezTo>
                            <a:pt x="184750" y="114744"/>
                            <a:pt x="185201" y="114234"/>
                            <a:pt x="185259" y="113623"/>
                          </a:cubicBezTo>
                          <a:lnTo>
                            <a:pt x="187398" y="92538"/>
                          </a:lnTo>
                          <a:cubicBezTo>
                            <a:pt x="187456" y="91927"/>
                            <a:pt x="187122" y="91330"/>
                            <a:pt x="186569" y="91069"/>
                          </a:cubicBezTo>
                          <a:lnTo>
                            <a:pt x="170533" y="83662"/>
                          </a:lnTo>
                          <a:cubicBezTo>
                            <a:pt x="169442" y="75237"/>
                            <a:pt x="166968" y="67190"/>
                            <a:pt x="163345" y="59783"/>
                          </a:cubicBezTo>
                          <a:lnTo>
                            <a:pt x="172643" y="44752"/>
                          </a:lnTo>
                          <a:cubicBezTo>
                            <a:pt x="172963" y="44228"/>
                            <a:pt x="172920" y="43544"/>
                            <a:pt x="172527" y="43064"/>
                          </a:cubicBezTo>
                          <a:lnTo>
                            <a:pt x="159125" y="26635"/>
                          </a:lnTo>
                          <a:cubicBezTo>
                            <a:pt x="158732" y="26155"/>
                            <a:pt x="158077" y="25981"/>
                            <a:pt x="157495" y="26184"/>
                          </a:cubicBezTo>
                          <a:lnTo>
                            <a:pt x="140907" y="32281"/>
                          </a:lnTo>
                          <a:cubicBezTo>
                            <a:pt x="134373" y="27247"/>
                            <a:pt x="126981" y="23216"/>
                            <a:pt x="118949" y="20451"/>
                          </a:cubicBezTo>
                          <a:lnTo>
                            <a:pt x="114904" y="3251"/>
                          </a:lnTo>
                          <a:cubicBezTo>
                            <a:pt x="114758" y="2655"/>
                            <a:pt x="114249" y="2204"/>
                            <a:pt x="113638" y="2146"/>
                          </a:cubicBezTo>
                          <a:lnTo>
                            <a:pt x="92553" y="7"/>
                          </a:lnTo>
                          <a:cubicBezTo>
                            <a:pt x="91942" y="-52"/>
                            <a:pt x="91345" y="283"/>
                            <a:pt x="91083" y="836"/>
                          </a:cubicBezTo>
                          <a:lnTo>
                            <a:pt x="83676" y="16871"/>
                          </a:lnTo>
                          <a:cubicBezTo>
                            <a:pt x="75251" y="17963"/>
                            <a:pt x="67204" y="20437"/>
                            <a:pt x="59783" y="24060"/>
                          </a:cubicBezTo>
                          <a:lnTo>
                            <a:pt x="44752" y="14762"/>
                          </a:lnTo>
                          <a:cubicBezTo>
                            <a:pt x="44228" y="14441"/>
                            <a:pt x="43544" y="14485"/>
                            <a:pt x="43064" y="14878"/>
                          </a:cubicBezTo>
                          <a:lnTo>
                            <a:pt x="26635" y="28280"/>
                          </a:lnTo>
                          <a:cubicBezTo>
                            <a:pt x="26155" y="28673"/>
                            <a:pt x="25981" y="29327"/>
                            <a:pt x="26184" y="29909"/>
                          </a:cubicBezTo>
                          <a:lnTo>
                            <a:pt x="32281" y="46498"/>
                          </a:lnTo>
                          <a:cubicBezTo>
                            <a:pt x="27247" y="53031"/>
                            <a:pt x="23216" y="60424"/>
                            <a:pt x="20451" y="68456"/>
                          </a:cubicBezTo>
                          <a:lnTo>
                            <a:pt x="3251" y="72501"/>
                          </a:lnTo>
                          <a:cubicBezTo>
                            <a:pt x="2655" y="72647"/>
                            <a:pt x="2204" y="73156"/>
                            <a:pt x="2146" y="73767"/>
                          </a:cubicBezTo>
                          <a:lnTo>
                            <a:pt x="7" y="94852"/>
                          </a:lnTo>
                          <a:cubicBezTo>
                            <a:pt x="-52" y="95463"/>
                            <a:pt x="283" y="96060"/>
                            <a:pt x="836" y="96322"/>
                          </a:cubicBezTo>
                          <a:lnTo>
                            <a:pt x="16871" y="103728"/>
                          </a:lnTo>
                          <a:cubicBezTo>
                            <a:pt x="17963" y="112153"/>
                            <a:pt x="20437" y="120200"/>
                            <a:pt x="24060" y="127607"/>
                          </a:cubicBezTo>
                          <a:lnTo>
                            <a:pt x="14762" y="142638"/>
                          </a:lnTo>
                          <a:cubicBezTo>
                            <a:pt x="14441" y="143162"/>
                            <a:pt x="14485" y="143846"/>
                            <a:pt x="14878" y="144326"/>
                          </a:cubicBezTo>
                          <a:lnTo>
                            <a:pt x="28280" y="160755"/>
                          </a:ln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86" name="Forme libre : forme 2985">
                      <a:extLst>
                        <a:ext uri="{FF2B5EF4-FFF2-40B4-BE49-F238E27FC236}">
                          <a16:creationId xmlns:a16="http://schemas.microsoft.com/office/drawing/2014/main" id="{978E7C96-219C-A287-96A4-E8D75D3E03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901" y="312679"/>
                      <a:ext cx="43381" cy="43375"/>
                    </a:xfrm>
                    <a:custGeom>
                      <a:avLst/>
                      <a:gdLst>
                        <a:gd name="connsiteX0" fmla="*/ 21654 w 43381"/>
                        <a:gd name="connsiteY0" fmla="*/ 43376 h 43375"/>
                        <a:gd name="connsiteX1" fmla="*/ 8761 w 43381"/>
                        <a:gd name="connsiteY1" fmla="*/ 39097 h 43375"/>
                        <a:gd name="connsiteX2" fmla="*/ 234 w 43381"/>
                        <a:gd name="connsiteY2" fmla="*/ 24852 h 43375"/>
                        <a:gd name="connsiteX3" fmla="*/ 18525 w 43381"/>
                        <a:gd name="connsiteY3" fmla="*/ 231 h 43375"/>
                        <a:gd name="connsiteX4" fmla="*/ 43146 w 43381"/>
                        <a:gd name="connsiteY4" fmla="*/ 18522 h 43375"/>
                        <a:gd name="connsiteX5" fmla="*/ 39101 w 43381"/>
                        <a:gd name="connsiteY5" fmla="*/ 34616 h 43375"/>
                        <a:gd name="connsiteX6" fmla="*/ 24855 w 43381"/>
                        <a:gd name="connsiteY6" fmla="*/ 43143 h 43375"/>
                        <a:gd name="connsiteX7" fmla="*/ 21654 w 43381"/>
                        <a:gd name="connsiteY7" fmla="*/ 43376 h 43375"/>
                        <a:gd name="connsiteX8" fmla="*/ 21712 w 43381"/>
                        <a:gd name="connsiteY8" fmla="*/ 5717 h 43375"/>
                        <a:gd name="connsiteX9" fmla="*/ 19369 w 43381"/>
                        <a:gd name="connsiteY9" fmla="*/ 5891 h 43375"/>
                        <a:gd name="connsiteX10" fmla="*/ 5909 w 43381"/>
                        <a:gd name="connsiteY10" fmla="*/ 24008 h 43375"/>
                        <a:gd name="connsiteX11" fmla="*/ 12181 w 43381"/>
                        <a:gd name="connsiteY11" fmla="*/ 34485 h 43375"/>
                        <a:gd name="connsiteX12" fmla="*/ 24026 w 43381"/>
                        <a:gd name="connsiteY12" fmla="*/ 37468 h 43375"/>
                        <a:gd name="connsiteX13" fmla="*/ 24026 w 43381"/>
                        <a:gd name="connsiteY13" fmla="*/ 37468 h 43375"/>
                        <a:gd name="connsiteX14" fmla="*/ 34503 w 43381"/>
                        <a:gd name="connsiteY14" fmla="*/ 31196 h 43375"/>
                        <a:gd name="connsiteX15" fmla="*/ 37486 w 43381"/>
                        <a:gd name="connsiteY15" fmla="*/ 19351 h 43375"/>
                        <a:gd name="connsiteX16" fmla="*/ 21712 w 43381"/>
                        <a:gd name="connsiteY16" fmla="*/ 5717 h 433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43381" h="43375">
                          <a:moveTo>
                            <a:pt x="21654" y="43376"/>
                          </a:moveTo>
                          <a:cubicBezTo>
                            <a:pt x="17026" y="43376"/>
                            <a:pt x="12545" y="41906"/>
                            <a:pt x="8761" y="39097"/>
                          </a:cubicBezTo>
                          <a:cubicBezTo>
                            <a:pt x="4105" y="35649"/>
                            <a:pt x="1078" y="30585"/>
                            <a:pt x="234" y="24852"/>
                          </a:cubicBezTo>
                          <a:cubicBezTo>
                            <a:pt x="-1512" y="13022"/>
                            <a:pt x="6695" y="1977"/>
                            <a:pt x="18525" y="231"/>
                          </a:cubicBezTo>
                          <a:cubicBezTo>
                            <a:pt x="30370" y="-1501"/>
                            <a:pt x="41400" y="6692"/>
                            <a:pt x="43146" y="18522"/>
                          </a:cubicBezTo>
                          <a:cubicBezTo>
                            <a:pt x="43990" y="24255"/>
                            <a:pt x="42549" y="29974"/>
                            <a:pt x="39101" y="34616"/>
                          </a:cubicBezTo>
                          <a:cubicBezTo>
                            <a:pt x="35652" y="39272"/>
                            <a:pt x="30588" y="42299"/>
                            <a:pt x="24855" y="43143"/>
                          </a:cubicBezTo>
                          <a:cubicBezTo>
                            <a:pt x="23778" y="43303"/>
                            <a:pt x="22716" y="43376"/>
                            <a:pt x="21654" y="43376"/>
                          </a:cubicBezTo>
                          <a:close/>
                          <a:moveTo>
                            <a:pt x="21712" y="5717"/>
                          </a:moveTo>
                          <a:cubicBezTo>
                            <a:pt x="20941" y="5717"/>
                            <a:pt x="20155" y="5775"/>
                            <a:pt x="19369" y="5891"/>
                          </a:cubicBezTo>
                          <a:cubicBezTo>
                            <a:pt x="10667" y="7172"/>
                            <a:pt x="4629" y="15306"/>
                            <a:pt x="5909" y="24008"/>
                          </a:cubicBezTo>
                          <a:cubicBezTo>
                            <a:pt x="6535" y="28228"/>
                            <a:pt x="8761" y="31953"/>
                            <a:pt x="12181" y="34485"/>
                          </a:cubicBezTo>
                          <a:cubicBezTo>
                            <a:pt x="15600" y="37031"/>
                            <a:pt x="19806" y="38079"/>
                            <a:pt x="24026" y="37468"/>
                          </a:cubicBezTo>
                          <a:lnTo>
                            <a:pt x="24026" y="37468"/>
                          </a:lnTo>
                          <a:cubicBezTo>
                            <a:pt x="28245" y="36842"/>
                            <a:pt x="31971" y="34616"/>
                            <a:pt x="34503" y="31196"/>
                          </a:cubicBezTo>
                          <a:cubicBezTo>
                            <a:pt x="37049" y="27777"/>
                            <a:pt x="38097" y="23571"/>
                            <a:pt x="37486" y="19351"/>
                          </a:cubicBezTo>
                          <a:cubicBezTo>
                            <a:pt x="36321" y="11435"/>
                            <a:pt x="29482" y="5717"/>
                            <a:pt x="21712" y="5717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87" name="Forme libre : forme 2986">
                      <a:extLst>
                        <a:ext uri="{FF2B5EF4-FFF2-40B4-BE49-F238E27FC236}">
                          <a16:creationId xmlns:a16="http://schemas.microsoft.com/office/drawing/2014/main" id="{4191B8F0-4656-0D34-AA0C-1492E7B83C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948" y="280043"/>
                      <a:ext cx="108043" cy="108038"/>
                    </a:xfrm>
                    <a:custGeom>
                      <a:avLst/>
                      <a:gdLst>
                        <a:gd name="connsiteX0" fmla="*/ 54029 w 108043"/>
                        <a:gd name="connsiteY0" fmla="*/ 108038 h 108038"/>
                        <a:gd name="connsiteX1" fmla="*/ 48543 w 108043"/>
                        <a:gd name="connsiteY1" fmla="*/ 107762 h 108038"/>
                        <a:gd name="connsiteX2" fmla="*/ 37761 w 108043"/>
                        <a:gd name="connsiteY2" fmla="*/ 105550 h 108038"/>
                        <a:gd name="connsiteX3" fmla="*/ 37295 w 108043"/>
                        <a:gd name="connsiteY3" fmla="*/ 105404 h 108038"/>
                        <a:gd name="connsiteX4" fmla="*/ 35316 w 108043"/>
                        <a:gd name="connsiteY4" fmla="*/ 102683 h 108038"/>
                        <a:gd name="connsiteX5" fmla="*/ 35462 w 108043"/>
                        <a:gd name="connsiteY5" fmla="*/ 101796 h 108038"/>
                        <a:gd name="connsiteX6" fmla="*/ 39070 w 108043"/>
                        <a:gd name="connsiteY6" fmla="*/ 99948 h 108038"/>
                        <a:gd name="connsiteX7" fmla="*/ 49125 w 108043"/>
                        <a:gd name="connsiteY7" fmla="*/ 102058 h 108038"/>
                        <a:gd name="connsiteX8" fmla="*/ 49125 w 108043"/>
                        <a:gd name="connsiteY8" fmla="*/ 102058 h 108038"/>
                        <a:gd name="connsiteX9" fmla="*/ 49693 w 108043"/>
                        <a:gd name="connsiteY9" fmla="*/ 102116 h 108038"/>
                        <a:gd name="connsiteX10" fmla="*/ 73047 w 108043"/>
                        <a:gd name="connsiteY10" fmla="*/ 98420 h 108038"/>
                        <a:gd name="connsiteX11" fmla="*/ 84179 w 108043"/>
                        <a:gd name="connsiteY11" fmla="*/ 91712 h 108038"/>
                        <a:gd name="connsiteX12" fmla="*/ 84267 w 108043"/>
                        <a:gd name="connsiteY12" fmla="*/ 91639 h 108038"/>
                        <a:gd name="connsiteX13" fmla="*/ 84528 w 108043"/>
                        <a:gd name="connsiteY13" fmla="*/ 91435 h 108038"/>
                        <a:gd name="connsiteX14" fmla="*/ 102034 w 108043"/>
                        <a:gd name="connsiteY14" fmla="*/ 58898 h 108038"/>
                        <a:gd name="connsiteX15" fmla="*/ 102281 w 108043"/>
                        <a:gd name="connsiteY15" fmla="*/ 53936 h 108038"/>
                        <a:gd name="connsiteX16" fmla="*/ 91397 w 108043"/>
                        <a:gd name="connsiteY16" fmla="*/ 23510 h 108038"/>
                        <a:gd name="connsiteX17" fmla="*/ 58860 w 108043"/>
                        <a:gd name="connsiteY17" fmla="*/ 6004 h 108038"/>
                        <a:gd name="connsiteX18" fmla="*/ 23471 w 108043"/>
                        <a:gd name="connsiteY18" fmla="*/ 16627 h 108038"/>
                        <a:gd name="connsiteX19" fmla="*/ 5966 w 108043"/>
                        <a:gd name="connsiteY19" fmla="*/ 49164 h 108038"/>
                        <a:gd name="connsiteX20" fmla="*/ 5719 w 108043"/>
                        <a:gd name="connsiteY20" fmla="*/ 54067 h 108038"/>
                        <a:gd name="connsiteX21" fmla="*/ 10273 w 108043"/>
                        <a:gd name="connsiteY21" fmla="*/ 74526 h 108038"/>
                        <a:gd name="connsiteX22" fmla="*/ 10550 w 108043"/>
                        <a:gd name="connsiteY22" fmla="*/ 75749 h 108038"/>
                        <a:gd name="connsiteX23" fmla="*/ 8905 w 108043"/>
                        <a:gd name="connsiteY23" fmla="*/ 78339 h 108038"/>
                        <a:gd name="connsiteX24" fmla="*/ 5093 w 108043"/>
                        <a:gd name="connsiteY24" fmla="*/ 76957 h 108038"/>
                        <a:gd name="connsiteX25" fmla="*/ 0 w 108043"/>
                        <a:gd name="connsiteY25" fmla="*/ 54067 h 108038"/>
                        <a:gd name="connsiteX26" fmla="*/ 276 w 108043"/>
                        <a:gd name="connsiteY26" fmla="*/ 48582 h 108038"/>
                        <a:gd name="connsiteX27" fmla="*/ 19863 w 108043"/>
                        <a:gd name="connsiteY27" fmla="*/ 12174 h 108038"/>
                        <a:gd name="connsiteX28" fmla="*/ 59457 w 108043"/>
                        <a:gd name="connsiteY28" fmla="*/ 286 h 108038"/>
                        <a:gd name="connsiteX29" fmla="*/ 95864 w 108043"/>
                        <a:gd name="connsiteY29" fmla="*/ 19872 h 108038"/>
                        <a:gd name="connsiteX30" fmla="*/ 108043 w 108043"/>
                        <a:gd name="connsiteY30" fmla="*/ 53922 h 108038"/>
                        <a:gd name="connsiteX31" fmla="*/ 107767 w 108043"/>
                        <a:gd name="connsiteY31" fmla="*/ 59466 h 108038"/>
                        <a:gd name="connsiteX32" fmla="*/ 54058 w 108043"/>
                        <a:gd name="connsiteY32" fmla="*/ 108038 h 1080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</a:cxnLst>
                      <a:rect l="l" t="t" r="r" b="b"/>
                      <a:pathLst>
                        <a:path w="108043" h="108038">
                          <a:moveTo>
                            <a:pt x="54029" y="108038"/>
                          </a:moveTo>
                          <a:cubicBezTo>
                            <a:pt x="52210" y="108038"/>
                            <a:pt x="50391" y="107951"/>
                            <a:pt x="48543" y="107762"/>
                          </a:cubicBezTo>
                          <a:cubicBezTo>
                            <a:pt x="44891" y="107398"/>
                            <a:pt x="41253" y="106656"/>
                            <a:pt x="37761" y="105550"/>
                          </a:cubicBezTo>
                          <a:cubicBezTo>
                            <a:pt x="37601" y="105506"/>
                            <a:pt x="37440" y="105448"/>
                            <a:pt x="37295" y="105404"/>
                          </a:cubicBezTo>
                          <a:cubicBezTo>
                            <a:pt x="36087" y="105011"/>
                            <a:pt x="35316" y="103891"/>
                            <a:pt x="35316" y="102683"/>
                          </a:cubicBezTo>
                          <a:cubicBezTo>
                            <a:pt x="35316" y="102392"/>
                            <a:pt x="35360" y="102087"/>
                            <a:pt x="35462" y="101796"/>
                          </a:cubicBezTo>
                          <a:cubicBezTo>
                            <a:pt x="35956" y="100282"/>
                            <a:pt x="37571" y="99467"/>
                            <a:pt x="39070" y="99948"/>
                          </a:cubicBezTo>
                          <a:cubicBezTo>
                            <a:pt x="42330" y="101010"/>
                            <a:pt x="45706" y="101708"/>
                            <a:pt x="49125" y="102058"/>
                          </a:cubicBezTo>
                          <a:lnTo>
                            <a:pt x="49125" y="102058"/>
                          </a:lnTo>
                          <a:cubicBezTo>
                            <a:pt x="49314" y="102072"/>
                            <a:pt x="49503" y="102087"/>
                            <a:pt x="49693" y="102116"/>
                          </a:cubicBezTo>
                          <a:cubicBezTo>
                            <a:pt x="57798" y="102858"/>
                            <a:pt x="65772" y="101548"/>
                            <a:pt x="73047" y="98420"/>
                          </a:cubicBezTo>
                          <a:cubicBezTo>
                            <a:pt x="76991" y="96717"/>
                            <a:pt x="80745" y="94476"/>
                            <a:pt x="84179" y="91712"/>
                          </a:cubicBezTo>
                          <a:cubicBezTo>
                            <a:pt x="84208" y="91682"/>
                            <a:pt x="84237" y="91668"/>
                            <a:pt x="84267" y="91639"/>
                          </a:cubicBezTo>
                          <a:cubicBezTo>
                            <a:pt x="84354" y="91566"/>
                            <a:pt x="84441" y="91508"/>
                            <a:pt x="84528" y="91435"/>
                          </a:cubicBezTo>
                          <a:cubicBezTo>
                            <a:pt x="94525" y="83286"/>
                            <a:pt x="100739" y="71718"/>
                            <a:pt x="102034" y="58898"/>
                          </a:cubicBezTo>
                          <a:cubicBezTo>
                            <a:pt x="102208" y="57240"/>
                            <a:pt x="102281" y="55581"/>
                            <a:pt x="102281" y="53936"/>
                          </a:cubicBezTo>
                          <a:cubicBezTo>
                            <a:pt x="102281" y="42863"/>
                            <a:pt x="98498" y="32211"/>
                            <a:pt x="91397" y="23510"/>
                          </a:cubicBezTo>
                          <a:cubicBezTo>
                            <a:pt x="83248" y="13513"/>
                            <a:pt x="71680" y="7300"/>
                            <a:pt x="58860" y="6004"/>
                          </a:cubicBezTo>
                          <a:cubicBezTo>
                            <a:pt x="46040" y="4709"/>
                            <a:pt x="33453" y="8478"/>
                            <a:pt x="23471" y="16627"/>
                          </a:cubicBezTo>
                          <a:cubicBezTo>
                            <a:pt x="13475" y="24776"/>
                            <a:pt x="7261" y="36344"/>
                            <a:pt x="5966" y="49164"/>
                          </a:cubicBezTo>
                          <a:cubicBezTo>
                            <a:pt x="5806" y="50793"/>
                            <a:pt x="5719" y="52438"/>
                            <a:pt x="5719" y="54067"/>
                          </a:cubicBezTo>
                          <a:cubicBezTo>
                            <a:pt x="5719" y="61139"/>
                            <a:pt x="7261" y="68124"/>
                            <a:pt x="10273" y="74526"/>
                          </a:cubicBezTo>
                          <a:cubicBezTo>
                            <a:pt x="10462" y="74919"/>
                            <a:pt x="10550" y="75341"/>
                            <a:pt x="10550" y="75749"/>
                          </a:cubicBezTo>
                          <a:cubicBezTo>
                            <a:pt x="10550" y="76826"/>
                            <a:pt x="9939" y="77859"/>
                            <a:pt x="8905" y="78339"/>
                          </a:cubicBezTo>
                          <a:cubicBezTo>
                            <a:pt x="7465" y="79008"/>
                            <a:pt x="5762" y="78397"/>
                            <a:pt x="5093" y="76957"/>
                          </a:cubicBezTo>
                          <a:cubicBezTo>
                            <a:pt x="1732" y="69797"/>
                            <a:pt x="0" y="61969"/>
                            <a:pt x="0" y="54067"/>
                          </a:cubicBezTo>
                          <a:cubicBezTo>
                            <a:pt x="0" y="52248"/>
                            <a:pt x="87" y="50415"/>
                            <a:pt x="276" y="48582"/>
                          </a:cubicBezTo>
                          <a:cubicBezTo>
                            <a:pt x="1732" y="34219"/>
                            <a:pt x="8687" y="21298"/>
                            <a:pt x="19863" y="12174"/>
                          </a:cubicBezTo>
                          <a:cubicBezTo>
                            <a:pt x="31038" y="3051"/>
                            <a:pt x="45094" y="-1184"/>
                            <a:pt x="59457" y="286"/>
                          </a:cubicBezTo>
                          <a:cubicBezTo>
                            <a:pt x="73819" y="1741"/>
                            <a:pt x="86740" y="8696"/>
                            <a:pt x="95864" y="19872"/>
                          </a:cubicBezTo>
                          <a:cubicBezTo>
                            <a:pt x="103809" y="29607"/>
                            <a:pt x="108029" y="41524"/>
                            <a:pt x="108043" y="53922"/>
                          </a:cubicBezTo>
                          <a:cubicBezTo>
                            <a:pt x="108043" y="55755"/>
                            <a:pt x="107956" y="57618"/>
                            <a:pt x="107767" y="59466"/>
                          </a:cubicBezTo>
                          <a:cubicBezTo>
                            <a:pt x="104944" y="87259"/>
                            <a:pt x="81414" y="108038"/>
                            <a:pt x="54058" y="10803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45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2943" name="Graphique 8">
                <a:extLst>
                  <a:ext uri="{FF2B5EF4-FFF2-40B4-BE49-F238E27FC236}">
                    <a16:creationId xmlns:a16="http://schemas.microsoft.com/office/drawing/2014/main" id="{68DEAA5E-E7C1-01F9-7B89-C94C7A9BF880}"/>
                  </a:ext>
                </a:extLst>
              </p:cNvPr>
              <p:cNvGrpSpPr/>
              <p:nvPr/>
            </p:nvGrpSpPr>
            <p:grpSpPr>
              <a:xfrm>
                <a:off x="179821" y="497059"/>
                <a:ext cx="425446" cy="678219"/>
                <a:chOff x="179821" y="497059"/>
                <a:chExt cx="425446" cy="678219"/>
              </a:xfrm>
            </p:grpSpPr>
            <p:sp>
              <p:nvSpPr>
                <p:cNvPr id="2957" name="Forme libre : forme 2956">
                  <a:extLst>
                    <a:ext uri="{FF2B5EF4-FFF2-40B4-BE49-F238E27FC236}">
                      <a16:creationId xmlns:a16="http://schemas.microsoft.com/office/drawing/2014/main" id="{9F662BC2-F80A-8CDB-2D9D-CAD8A02A758C}"/>
                    </a:ext>
                  </a:extLst>
                </p:cNvPr>
                <p:cNvSpPr/>
                <p:nvPr/>
              </p:nvSpPr>
              <p:spPr>
                <a:xfrm>
                  <a:off x="314509" y="1146117"/>
                  <a:ext cx="75450" cy="7294"/>
                </a:xfrm>
                <a:custGeom>
                  <a:avLst/>
                  <a:gdLst>
                    <a:gd name="connsiteX0" fmla="*/ 73309 w 75450"/>
                    <a:gd name="connsiteY0" fmla="*/ 0 h 7294"/>
                    <a:gd name="connsiteX1" fmla="*/ 20270 w 75450"/>
                    <a:gd name="connsiteY1" fmla="*/ 3711 h 7294"/>
                    <a:gd name="connsiteX2" fmla="*/ 0 w 75450"/>
                    <a:gd name="connsiteY2" fmla="*/ 1732 h 7294"/>
                    <a:gd name="connsiteX3" fmla="*/ 29 w 75450"/>
                    <a:gd name="connsiteY3" fmla="*/ 2852 h 7294"/>
                    <a:gd name="connsiteX4" fmla="*/ 3507 w 75450"/>
                    <a:gd name="connsiteY4" fmla="*/ 6301 h 7294"/>
                    <a:gd name="connsiteX5" fmla="*/ 72960 w 75450"/>
                    <a:gd name="connsiteY5" fmla="*/ 6373 h 7294"/>
                    <a:gd name="connsiteX6" fmla="*/ 75085 w 75450"/>
                    <a:gd name="connsiteY6" fmla="*/ 2459 h 7294"/>
                    <a:gd name="connsiteX7" fmla="*/ 73324 w 75450"/>
                    <a:gd name="connsiteY7" fmla="*/ 0 h 7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5450" h="7294">
                      <a:moveTo>
                        <a:pt x="73309" y="0"/>
                      </a:moveTo>
                      <a:cubicBezTo>
                        <a:pt x="60388" y="1120"/>
                        <a:pt x="37950" y="2939"/>
                        <a:pt x="20270" y="3711"/>
                      </a:cubicBezTo>
                      <a:cubicBezTo>
                        <a:pt x="9633" y="4176"/>
                        <a:pt x="3521" y="3143"/>
                        <a:pt x="0" y="1732"/>
                      </a:cubicBezTo>
                      <a:cubicBezTo>
                        <a:pt x="0" y="2124"/>
                        <a:pt x="15" y="2503"/>
                        <a:pt x="29" y="2852"/>
                      </a:cubicBezTo>
                      <a:cubicBezTo>
                        <a:pt x="116" y="4715"/>
                        <a:pt x="1630" y="6199"/>
                        <a:pt x="3507" y="6301"/>
                      </a:cubicBezTo>
                      <a:cubicBezTo>
                        <a:pt x="36931" y="8163"/>
                        <a:pt x="63502" y="6941"/>
                        <a:pt x="72960" y="6373"/>
                      </a:cubicBezTo>
                      <a:cubicBezTo>
                        <a:pt x="74910" y="6257"/>
                        <a:pt x="76089" y="4133"/>
                        <a:pt x="75085" y="2459"/>
                      </a:cubicBezTo>
                      <a:cubicBezTo>
                        <a:pt x="74590" y="1630"/>
                        <a:pt x="73979" y="815"/>
                        <a:pt x="73324" y="0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8" name="Forme libre : forme 2957">
                  <a:extLst>
                    <a:ext uri="{FF2B5EF4-FFF2-40B4-BE49-F238E27FC236}">
                      <a16:creationId xmlns:a16="http://schemas.microsoft.com/office/drawing/2014/main" id="{F44A81B0-5759-DA86-5C0F-C2CCAE6E7843}"/>
                    </a:ext>
                  </a:extLst>
                </p:cNvPr>
                <p:cNvSpPr/>
                <p:nvPr/>
              </p:nvSpPr>
              <p:spPr>
                <a:xfrm>
                  <a:off x="314477" y="1120012"/>
                  <a:ext cx="73327" cy="29919"/>
                </a:xfrm>
                <a:custGeom>
                  <a:avLst/>
                  <a:gdLst>
                    <a:gd name="connsiteX0" fmla="*/ 20288 w 73327"/>
                    <a:gd name="connsiteY0" fmla="*/ 29816 h 29919"/>
                    <a:gd name="connsiteX1" fmla="*/ 73327 w 73327"/>
                    <a:gd name="connsiteY1" fmla="*/ 26105 h 29919"/>
                    <a:gd name="connsiteX2" fmla="*/ 20288 w 73327"/>
                    <a:gd name="connsiteY2" fmla="*/ 0 h 29919"/>
                    <a:gd name="connsiteX3" fmla="*/ 8894 w 73327"/>
                    <a:gd name="connsiteY3" fmla="*/ 0 h 29919"/>
                    <a:gd name="connsiteX4" fmla="*/ 3 w 73327"/>
                    <a:gd name="connsiteY4" fmla="*/ 27822 h 29919"/>
                    <a:gd name="connsiteX5" fmla="*/ 20273 w 73327"/>
                    <a:gd name="connsiteY5" fmla="*/ 29801 h 299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3327" h="29919">
                      <a:moveTo>
                        <a:pt x="20288" y="29816"/>
                      </a:moveTo>
                      <a:cubicBezTo>
                        <a:pt x="37967" y="29044"/>
                        <a:pt x="60406" y="27225"/>
                        <a:pt x="73327" y="26105"/>
                      </a:cubicBezTo>
                      <a:cubicBezTo>
                        <a:pt x="60624" y="10506"/>
                        <a:pt x="20288" y="0"/>
                        <a:pt x="20288" y="0"/>
                      </a:cubicBezTo>
                      <a:lnTo>
                        <a:pt x="8894" y="0"/>
                      </a:lnTo>
                      <a:cubicBezTo>
                        <a:pt x="1065" y="11292"/>
                        <a:pt x="-70" y="22045"/>
                        <a:pt x="3" y="27822"/>
                      </a:cubicBezTo>
                      <a:cubicBezTo>
                        <a:pt x="3525" y="29234"/>
                        <a:pt x="9651" y="30281"/>
                        <a:pt x="20273" y="29801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9" name="Forme libre : forme 2958">
                  <a:extLst>
                    <a:ext uri="{FF2B5EF4-FFF2-40B4-BE49-F238E27FC236}">
                      <a16:creationId xmlns:a16="http://schemas.microsoft.com/office/drawing/2014/main" id="{8B0E7FA9-47CF-BE4E-71E2-DE397562EF2E}"/>
                    </a:ext>
                  </a:extLst>
                </p:cNvPr>
                <p:cNvSpPr/>
                <p:nvPr/>
              </p:nvSpPr>
              <p:spPr>
                <a:xfrm>
                  <a:off x="321450" y="1101415"/>
                  <a:ext cx="21259" cy="25823"/>
                </a:xfrm>
                <a:custGeom>
                  <a:avLst/>
                  <a:gdLst>
                    <a:gd name="connsiteX0" fmla="*/ 15 w 21259"/>
                    <a:gd name="connsiteY0" fmla="*/ 0 h 25823"/>
                    <a:gd name="connsiteX1" fmla="*/ 1077 w 21259"/>
                    <a:gd name="connsiteY1" fmla="*/ 21099 h 25823"/>
                    <a:gd name="connsiteX2" fmla="*/ 5195 w 21259"/>
                    <a:gd name="connsiteY2" fmla="*/ 25625 h 25823"/>
                    <a:gd name="connsiteX3" fmla="*/ 13751 w 21259"/>
                    <a:gd name="connsiteY3" fmla="*/ 24912 h 25823"/>
                    <a:gd name="connsiteX4" fmla="*/ 17578 w 21259"/>
                    <a:gd name="connsiteY4" fmla="*/ 20532 h 25823"/>
                    <a:gd name="connsiteX5" fmla="*/ 21259 w 21259"/>
                    <a:gd name="connsiteY5" fmla="*/ 0 h 25823"/>
                    <a:gd name="connsiteX6" fmla="*/ 0 w 21259"/>
                    <a:gd name="connsiteY6" fmla="*/ 0 h 258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259" h="25823">
                      <a:moveTo>
                        <a:pt x="15" y="0"/>
                      </a:moveTo>
                      <a:lnTo>
                        <a:pt x="1077" y="21099"/>
                      </a:lnTo>
                      <a:cubicBezTo>
                        <a:pt x="1193" y="23384"/>
                        <a:pt x="2896" y="25305"/>
                        <a:pt x="5195" y="25625"/>
                      </a:cubicBezTo>
                      <a:cubicBezTo>
                        <a:pt x="7465" y="25945"/>
                        <a:pt x="10521" y="25989"/>
                        <a:pt x="13751" y="24912"/>
                      </a:cubicBezTo>
                      <a:cubicBezTo>
                        <a:pt x="15744" y="24257"/>
                        <a:pt x="17214" y="22569"/>
                        <a:pt x="17578" y="20532"/>
                      </a:cubicBezTo>
                      <a:lnTo>
                        <a:pt x="2125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960" name="Graphique 8">
                  <a:extLst>
                    <a:ext uri="{FF2B5EF4-FFF2-40B4-BE49-F238E27FC236}">
                      <a16:creationId xmlns:a16="http://schemas.microsoft.com/office/drawing/2014/main" id="{2DC53ECE-765E-C2F7-1958-B0DE83B0E202}"/>
                    </a:ext>
                  </a:extLst>
                </p:cNvPr>
                <p:cNvGrpSpPr/>
                <p:nvPr/>
              </p:nvGrpSpPr>
              <p:grpSpPr>
                <a:xfrm>
                  <a:off x="179821" y="1107902"/>
                  <a:ext cx="42646" cy="67376"/>
                  <a:chOff x="179821" y="1107902"/>
                  <a:chExt cx="42646" cy="67376"/>
                </a:xfrm>
              </p:grpSpPr>
              <p:sp>
                <p:nvSpPr>
                  <p:cNvPr id="2978" name="Forme libre : forme 2977">
                    <a:extLst>
                      <a:ext uri="{FF2B5EF4-FFF2-40B4-BE49-F238E27FC236}">
                        <a16:creationId xmlns:a16="http://schemas.microsoft.com/office/drawing/2014/main" id="{81163695-AFAD-A937-DAEB-954946C8AD1C}"/>
                      </a:ext>
                    </a:extLst>
                  </p:cNvPr>
                  <p:cNvSpPr/>
                  <p:nvPr/>
                </p:nvSpPr>
                <p:spPr>
                  <a:xfrm>
                    <a:off x="179821" y="1161643"/>
                    <a:ext cx="28900" cy="13635"/>
                  </a:xfrm>
                  <a:custGeom>
                    <a:avLst/>
                    <a:gdLst>
                      <a:gd name="connsiteX0" fmla="*/ 9416 w 28900"/>
                      <a:gd name="connsiteY0" fmla="*/ 8804 h 13635"/>
                      <a:gd name="connsiteX1" fmla="*/ 205 w 28900"/>
                      <a:gd name="connsiteY1" fmla="*/ 0 h 13635"/>
                      <a:gd name="connsiteX2" fmla="*/ 191 w 28900"/>
                      <a:gd name="connsiteY2" fmla="*/ 102 h 13635"/>
                      <a:gd name="connsiteX3" fmla="*/ 5094 w 28900"/>
                      <a:gd name="connsiteY3" fmla="*/ 10841 h 13635"/>
                      <a:gd name="connsiteX4" fmla="*/ 18685 w 28900"/>
                      <a:gd name="connsiteY4" fmla="*/ 13591 h 13635"/>
                      <a:gd name="connsiteX5" fmla="*/ 28871 w 28900"/>
                      <a:gd name="connsiteY5" fmla="*/ 7508 h 13635"/>
                      <a:gd name="connsiteX6" fmla="*/ 28900 w 28900"/>
                      <a:gd name="connsiteY6" fmla="*/ 7450 h 13635"/>
                      <a:gd name="connsiteX7" fmla="*/ 9402 w 28900"/>
                      <a:gd name="connsiteY7" fmla="*/ 8789 h 13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8900" h="13635">
                        <a:moveTo>
                          <a:pt x="9416" y="8804"/>
                        </a:moveTo>
                        <a:cubicBezTo>
                          <a:pt x="3814" y="7799"/>
                          <a:pt x="1267" y="4031"/>
                          <a:pt x="205" y="0"/>
                        </a:cubicBezTo>
                        <a:cubicBezTo>
                          <a:pt x="205" y="29"/>
                          <a:pt x="205" y="73"/>
                          <a:pt x="191" y="102"/>
                        </a:cubicBezTo>
                        <a:cubicBezTo>
                          <a:pt x="-639" y="4351"/>
                          <a:pt x="1282" y="8745"/>
                          <a:pt x="5094" y="10841"/>
                        </a:cubicBezTo>
                        <a:cubicBezTo>
                          <a:pt x="9707" y="13373"/>
                          <a:pt x="14771" y="13795"/>
                          <a:pt x="18685" y="13591"/>
                        </a:cubicBezTo>
                        <a:cubicBezTo>
                          <a:pt x="22891" y="13373"/>
                          <a:pt x="26761" y="11117"/>
                          <a:pt x="28871" y="7508"/>
                        </a:cubicBezTo>
                        <a:lnTo>
                          <a:pt x="28900" y="7450"/>
                        </a:lnTo>
                        <a:cubicBezTo>
                          <a:pt x="24680" y="10157"/>
                          <a:pt x="18744" y="10462"/>
                          <a:pt x="9402" y="8789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9" name="Forme libre : forme 2978">
                    <a:extLst>
                      <a:ext uri="{FF2B5EF4-FFF2-40B4-BE49-F238E27FC236}">
                        <a16:creationId xmlns:a16="http://schemas.microsoft.com/office/drawing/2014/main" id="{BAA2BC45-0AD9-70BF-D582-6EEF823D1146}"/>
                      </a:ext>
                    </a:extLst>
                  </p:cNvPr>
                  <p:cNvSpPr/>
                  <p:nvPr/>
                </p:nvSpPr>
                <p:spPr>
                  <a:xfrm>
                    <a:off x="180026" y="1107902"/>
                    <a:ext cx="42441" cy="63581"/>
                  </a:xfrm>
                  <a:custGeom>
                    <a:avLst/>
                    <a:gdLst>
                      <a:gd name="connsiteX0" fmla="*/ 35636 w 42441"/>
                      <a:gd name="connsiteY0" fmla="*/ 3 h 63581"/>
                      <a:gd name="connsiteX1" fmla="*/ 26236 w 42441"/>
                      <a:gd name="connsiteY1" fmla="*/ 3 h 63581"/>
                      <a:gd name="connsiteX2" fmla="*/ 0 w 42441"/>
                      <a:gd name="connsiteY2" fmla="*/ 53741 h 63581"/>
                      <a:gd name="connsiteX3" fmla="*/ 9211 w 42441"/>
                      <a:gd name="connsiteY3" fmla="*/ 62544 h 63581"/>
                      <a:gd name="connsiteX4" fmla="*/ 28710 w 42441"/>
                      <a:gd name="connsiteY4" fmla="*/ 61205 h 63581"/>
                      <a:gd name="connsiteX5" fmla="*/ 42111 w 42441"/>
                      <a:gd name="connsiteY5" fmla="*/ 17566 h 63581"/>
                      <a:gd name="connsiteX6" fmla="*/ 35636 w 42441"/>
                      <a:gd name="connsiteY6" fmla="*/ 3 h 635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2441" h="63581">
                        <a:moveTo>
                          <a:pt x="35636" y="3"/>
                        </a:moveTo>
                        <a:lnTo>
                          <a:pt x="26236" y="3"/>
                        </a:lnTo>
                        <a:cubicBezTo>
                          <a:pt x="11932" y="-376"/>
                          <a:pt x="2939" y="38636"/>
                          <a:pt x="0" y="53741"/>
                        </a:cubicBezTo>
                        <a:cubicBezTo>
                          <a:pt x="1062" y="57757"/>
                          <a:pt x="3594" y="61526"/>
                          <a:pt x="9211" y="62544"/>
                        </a:cubicBezTo>
                        <a:cubicBezTo>
                          <a:pt x="18553" y="64232"/>
                          <a:pt x="24490" y="63912"/>
                          <a:pt x="28710" y="61205"/>
                        </a:cubicBezTo>
                        <a:cubicBezTo>
                          <a:pt x="36436" y="48051"/>
                          <a:pt x="40278" y="28800"/>
                          <a:pt x="42111" y="17566"/>
                        </a:cubicBezTo>
                        <a:cubicBezTo>
                          <a:pt x="44207" y="4790"/>
                          <a:pt x="35636" y="3"/>
                          <a:pt x="35636" y="3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961" name="Forme libre : forme 2960">
                  <a:extLst>
                    <a:ext uri="{FF2B5EF4-FFF2-40B4-BE49-F238E27FC236}">
                      <a16:creationId xmlns:a16="http://schemas.microsoft.com/office/drawing/2014/main" id="{32DF565D-9FE3-8743-75A4-FEBCC2BD8535}"/>
                    </a:ext>
                  </a:extLst>
                </p:cNvPr>
                <p:cNvSpPr/>
                <p:nvPr/>
              </p:nvSpPr>
              <p:spPr>
                <a:xfrm>
                  <a:off x="202091" y="1088334"/>
                  <a:ext cx="25386" cy="29836"/>
                </a:xfrm>
                <a:custGeom>
                  <a:avLst/>
                  <a:gdLst>
                    <a:gd name="connsiteX0" fmla="*/ 5393 w 25386"/>
                    <a:gd name="connsiteY0" fmla="*/ 0 h 29836"/>
                    <a:gd name="connsiteX1" fmla="*/ 169 w 25386"/>
                    <a:gd name="connsiteY1" fmla="*/ 20750 h 29836"/>
                    <a:gd name="connsiteX2" fmla="*/ 3094 w 25386"/>
                    <a:gd name="connsiteY2" fmla="*/ 27138 h 29836"/>
                    <a:gd name="connsiteX3" fmla="*/ 13891 w 25386"/>
                    <a:gd name="connsiteY3" fmla="*/ 29757 h 29836"/>
                    <a:gd name="connsiteX4" fmla="*/ 17732 w 25386"/>
                    <a:gd name="connsiteY4" fmla="*/ 26614 h 29836"/>
                    <a:gd name="connsiteX5" fmla="*/ 25386 w 25386"/>
                    <a:gd name="connsiteY5" fmla="*/ 4787 h 29836"/>
                    <a:gd name="connsiteX6" fmla="*/ 5378 w 25386"/>
                    <a:gd name="connsiteY6" fmla="*/ 15 h 298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386" h="29836">
                      <a:moveTo>
                        <a:pt x="5393" y="0"/>
                      </a:moveTo>
                      <a:lnTo>
                        <a:pt x="169" y="20750"/>
                      </a:lnTo>
                      <a:cubicBezTo>
                        <a:pt x="-471" y="23297"/>
                        <a:pt x="751" y="25930"/>
                        <a:pt x="3094" y="27138"/>
                      </a:cubicBezTo>
                      <a:cubicBezTo>
                        <a:pt x="6019" y="28637"/>
                        <a:pt x="10122" y="30209"/>
                        <a:pt x="13891" y="29757"/>
                      </a:cubicBezTo>
                      <a:cubicBezTo>
                        <a:pt x="15666" y="29539"/>
                        <a:pt x="17136" y="28288"/>
                        <a:pt x="17732" y="26614"/>
                      </a:cubicBezTo>
                      <a:lnTo>
                        <a:pt x="25386" y="4787"/>
                      </a:lnTo>
                      <a:lnTo>
                        <a:pt x="5378" y="15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2" name="Forme libre : forme 2961">
                  <a:extLst>
                    <a:ext uri="{FF2B5EF4-FFF2-40B4-BE49-F238E27FC236}">
                      <a16:creationId xmlns:a16="http://schemas.microsoft.com/office/drawing/2014/main" id="{803EA5E0-12CE-E642-E1B3-DFD0FEDF2DF6}"/>
                    </a:ext>
                  </a:extLst>
                </p:cNvPr>
                <p:cNvSpPr/>
                <p:nvPr/>
              </p:nvSpPr>
              <p:spPr>
                <a:xfrm>
                  <a:off x="203425" y="809153"/>
                  <a:ext cx="187595" cy="301747"/>
                </a:xfrm>
                <a:custGeom>
                  <a:avLst/>
                  <a:gdLst>
                    <a:gd name="connsiteX0" fmla="*/ 187581 w 187595"/>
                    <a:gd name="connsiteY0" fmla="*/ 5893 h 301747"/>
                    <a:gd name="connsiteX1" fmla="*/ 141730 w 187595"/>
                    <a:gd name="connsiteY1" fmla="*/ 298913 h 301747"/>
                    <a:gd name="connsiteX2" fmla="*/ 114810 w 187595"/>
                    <a:gd name="connsiteY2" fmla="*/ 299655 h 301747"/>
                    <a:gd name="connsiteX3" fmla="*/ 128910 w 187595"/>
                    <a:gd name="connsiteY3" fmla="*/ 84136 h 301747"/>
                    <a:gd name="connsiteX4" fmla="*/ 24082 w 187595"/>
                    <a:gd name="connsiteY4" fmla="*/ 292758 h 301747"/>
                    <a:gd name="connsiteX5" fmla="*/ 0 w 187595"/>
                    <a:gd name="connsiteY5" fmla="*/ 284012 h 301747"/>
                    <a:gd name="connsiteX6" fmla="*/ 108524 w 187595"/>
                    <a:gd name="connsiteY6" fmla="*/ 0 h 301747"/>
                    <a:gd name="connsiteX7" fmla="*/ 187595 w 187595"/>
                    <a:gd name="connsiteY7" fmla="*/ 5893 h 301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7595" h="301747">
                      <a:moveTo>
                        <a:pt x="187581" y="5893"/>
                      </a:moveTo>
                      <a:cubicBezTo>
                        <a:pt x="187581" y="5893"/>
                        <a:pt x="140958" y="297312"/>
                        <a:pt x="141730" y="298913"/>
                      </a:cubicBezTo>
                      <a:cubicBezTo>
                        <a:pt x="141730" y="298913"/>
                        <a:pt x="128852" y="304762"/>
                        <a:pt x="114810" y="299655"/>
                      </a:cubicBezTo>
                      <a:cubicBezTo>
                        <a:pt x="114810" y="299655"/>
                        <a:pt x="119030" y="143869"/>
                        <a:pt x="128910" y="84136"/>
                      </a:cubicBezTo>
                      <a:cubicBezTo>
                        <a:pt x="128910" y="84136"/>
                        <a:pt x="49343" y="223377"/>
                        <a:pt x="24082" y="292758"/>
                      </a:cubicBezTo>
                      <a:cubicBezTo>
                        <a:pt x="24082" y="292758"/>
                        <a:pt x="10899" y="291186"/>
                        <a:pt x="0" y="284012"/>
                      </a:cubicBezTo>
                      <a:cubicBezTo>
                        <a:pt x="0" y="284012"/>
                        <a:pt x="85678" y="33381"/>
                        <a:pt x="108524" y="0"/>
                      </a:cubicBezTo>
                      <a:lnTo>
                        <a:pt x="187595" y="5893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3" name="Forme libre : forme 2962">
                  <a:extLst>
                    <a:ext uri="{FF2B5EF4-FFF2-40B4-BE49-F238E27FC236}">
                      <a16:creationId xmlns:a16="http://schemas.microsoft.com/office/drawing/2014/main" id="{F587C26A-265E-682A-35D7-A59D5EEE6EA5}"/>
                    </a:ext>
                  </a:extLst>
                </p:cNvPr>
                <p:cNvSpPr/>
                <p:nvPr/>
              </p:nvSpPr>
              <p:spPr>
                <a:xfrm>
                  <a:off x="332808" y="858630"/>
                  <a:ext cx="33006" cy="33159"/>
                </a:xfrm>
                <a:custGeom>
                  <a:avLst/>
                  <a:gdLst>
                    <a:gd name="connsiteX0" fmla="*/ 1375 w 33006"/>
                    <a:gd name="connsiteY0" fmla="*/ 33145 h 33159"/>
                    <a:gd name="connsiteX1" fmla="*/ 647 w 33006"/>
                    <a:gd name="connsiteY1" fmla="*/ 32941 h 33159"/>
                    <a:gd name="connsiteX2" fmla="*/ 211 w 33006"/>
                    <a:gd name="connsiteY2" fmla="*/ 31049 h 33159"/>
                    <a:gd name="connsiteX3" fmla="*/ 17629 w 33006"/>
                    <a:gd name="connsiteY3" fmla="*/ 3227 h 33159"/>
                    <a:gd name="connsiteX4" fmla="*/ 18531 w 33006"/>
                    <a:gd name="connsiteY4" fmla="*/ 2602 h 33159"/>
                    <a:gd name="connsiteX5" fmla="*/ 31350 w 33006"/>
                    <a:gd name="connsiteY5" fmla="*/ 26 h 33159"/>
                    <a:gd name="connsiteX6" fmla="*/ 32980 w 33006"/>
                    <a:gd name="connsiteY6" fmla="*/ 1103 h 33159"/>
                    <a:gd name="connsiteX7" fmla="*/ 31903 w 33006"/>
                    <a:gd name="connsiteY7" fmla="*/ 2733 h 33159"/>
                    <a:gd name="connsiteX8" fmla="*/ 19666 w 33006"/>
                    <a:gd name="connsiteY8" fmla="*/ 5192 h 33159"/>
                    <a:gd name="connsiteX9" fmla="*/ 2553 w 33006"/>
                    <a:gd name="connsiteY9" fmla="*/ 32519 h 33159"/>
                    <a:gd name="connsiteX10" fmla="*/ 1389 w 33006"/>
                    <a:gd name="connsiteY10" fmla="*/ 33159 h 331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3006" h="33159">
                      <a:moveTo>
                        <a:pt x="1375" y="33145"/>
                      </a:moveTo>
                      <a:cubicBezTo>
                        <a:pt x="1127" y="33145"/>
                        <a:pt x="865" y="33072"/>
                        <a:pt x="647" y="32941"/>
                      </a:cubicBezTo>
                      <a:cubicBezTo>
                        <a:pt x="7" y="32534"/>
                        <a:pt x="-197" y="31690"/>
                        <a:pt x="211" y="31049"/>
                      </a:cubicBezTo>
                      <a:lnTo>
                        <a:pt x="17629" y="3227"/>
                      </a:lnTo>
                      <a:cubicBezTo>
                        <a:pt x="17832" y="2907"/>
                        <a:pt x="18152" y="2689"/>
                        <a:pt x="18531" y="2602"/>
                      </a:cubicBezTo>
                      <a:lnTo>
                        <a:pt x="31350" y="26"/>
                      </a:lnTo>
                      <a:cubicBezTo>
                        <a:pt x="32107" y="-120"/>
                        <a:pt x="32820" y="361"/>
                        <a:pt x="32980" y="1103"/>
                      </a:cubicBezTo>
                      <a:cubicBezTo>
                        <a:pt x="33126" y="1845"/>
                        <a:pt x="32646" y="2572"/>
                        <a:pt x="31903" y="2733"/>
                      </a:cubicBezTo>
                      <a:lnTo>
                        <a:pt x="19666" y="5192"/>
                      </a:lnTo>
                      <a:lnTo>
                        <a:pt x="2553" y="32519"/>
                      </a:lnTo>
                      <a:cubicBezTo>
                        <a:pt x="2292" y="32941"/>
                        <a:pt x="1840" y="33159"/>
                        <a:pt x="1389" y="33159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4" name="Forme libre : forme 2963">
                  <a:extLst>
                    <a:ext uri="{FF2B5EF4-FFF2-40B4-BE49-F238E27FC236}">
                      <a16:creationId xmlns:a16="http://schemas.microsoft.com/office/drawing/2014/main" id="{BAF67B97-66C6-F9EE-4431-20B07D0ABF70}"/>
                    </a:ext>
                  </a:extLst>
                </p:cNvPr>
                <p:cNvSpPr/>
                <p:nvPr/>
              </p:nvSpPr>
              <p:spPr>
                <a:xfrm>
                  <a:off x="489736" y="529680"/>
                  <a:ext cx="115531" cy="125082"/>
                </a:xfrm>
                <a:custGeom>
                  <a:avLst/>
                  <a:gdLst>
                    <a:gd name="connsiteX0" fmla="*/ 115203 w 115531"/>
                    <a:gd name="connsiteY0" fmla="*/ 0 h 125082"/>
                    <a:gd name="connsiteX1" fmla="*/ 64608 w 115531"/>
                    <a:gd name="connsiteY1" fmla="*/ 15774 h 125082"/>
                    <a:gd name="connsiteX2" fmla="*/ 56052 w 115531"/>
                    <a:gd name="connsiteY2" fmla="*/ 24373 h 125082"/>
                    <a:gd name="connsiteX3" fmla="*/ 0 w 115531"/>
                    <a:gd name="connsiteY3" fmla="*/ 83350 h 125082"/>
                    <a:gd name="connsiteX4" fmla="*/ 15832 w 115531"/>
                    <a:gd name="connsiteY4" fmla="*/ 125083 h 125082"/>
                    <a:gd name="connsiteX5" fmla="*/ 61261 w 115531"/>
                    <a:gd name="connsiteY5" fmla="*/ 44803 h 125082"/>
                    <a:gd name="connsiteX6" fmla="*/ 75405 w 115531"/>
                    <a:gd name="connsiteY6" fmla="*/ 44411 h 125082"/>
                    <a:gd name="connsiteX7" fmla="*/ 87933 w 115531"/>
                    <a:gd name="connsiteY7" fmla="*/ 37295 h 125082"/>
                    <a:gd name="connsiteX8" fmla="*/ 95224 w 115531"/>
                    <a:gd name="connsiteY8" fmla="*/ 27502 h 125082"/>
                    <a:gd name="connsiteX9" fmla="*/ 95791 w 115531"/>
                    <a:gd name="connsiteY9" fmla="*/ 12354 h 125082"/>
                    <a:gd name="connsiteX10" fmla="*/ 111958 w 115531"/>
                    <a:gd name="connsiteY10" fmla="*/ 7348 h 125082"/>
                    <a:gd name="connsiteX11" fmla="*/ 115203 w 115531"/>
                    <a:gd name="connsiteY11" fmla="*/ 15 h 125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15531" h="125082">
                      <a:moveTo>
                        <a:pt x="115203" y="0"/>
                      </a:moveTo>
                      <a:cubicBezTo>
                        <a:pt x="115203" y="0"/>
                        <a:pt x="83743" y="6941"/>
                        <a:pt x="64608" y="15774"/>
                      </a:cubicBezTo>
                      <a:cubicBezTo>
                        <a:pt x="60810" y="17534"/>
                        <a:pt x="57783" y="20590"/>
                        <a:pt x="56052" y="24373"/>
                      </a:cubicBezTo>
                      <a:cubicBezTo>
                        <a:pt x="50333" y="36902"/>
                        <a:pt x="33206" y="68347"/>
                        <a:pt x="0" y="83350"/>
                      </a:cubicBezTo>
                      <a:cubicBezTo>
                        <a:pt x="4787" y="89694"/>
                        <a:pt x="12485" y="102892"/>
                        <a:pt x="15832" y="125083"/>
                      </a:cubicBezTo>
                      <a:cubicBezTo>
                        <a:pt x="35782" y="110241"/>
                        <a:pt x="52996" y="85445"/>
                        <a:pt x="61261" y="44803"/>
                      </a:cubicBezTo>
                      <a:cubicBezTo>
                        <a:pt x="61261" y="44803"/>
                        <a:pt x="67562" y="48223"/>
                        <a:pt x="75405" y="44411"/>
                      </a:cubicBezTo>
                      <a:cubicBezTo>
                        <a:pt x="79552" y="42402"/>
                        <a:pt x="84339" y="39536"/>
                        <a:pt x="87933" y="37295"/>
                      </a:cubicBezTo>
                      <a:cubicBezTo>
                        <a:pt x="91513" y="35054"/>
                        <a:pt x="94191" y="31576"/>
                        <a:pt x="95224" y="27502"/>
                      </a:cubicBezTo>
                      <a:cubicBezTo>
                        <a:pt x="96591" y="22133"/>
                        <a:pt x="95791" y="17418"/>
                        <a:pt x="95791" y="12354"/>
                      </a:cubicBezTo>
                      <a:lnTo>
                        <a:pt x="111958" y="7348"/>
                      </a:lnTo>
                      <a:cubicBezTo>
                        <a:pt x="111958" y="7348"/>
                        <a:pt x="116818" y="5515"/>
                        <a:pt x="115203" y="15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5" name="Forme libre : forme 2964">
                  <a:extLst>
                    <a:ext uri="{FF2B5EF4-FFF2-40B4-BE49-F238E27FC236}">
                      <a16:creationId xmlns:a16="http://schemas.microsoft.com/office/drawing/2014/main" id="{33B23E3F-8382-C011-53D0-3C8E03BD0ABE}"/>
                    </a:ext>
                  </a:extLst>
                </p:cNvPr>
                <p:cNvSpPr/>
                <p:nvPr/>
              </p:nvSpPr>
              <p:spPr>
                <a:xfrm>
                  <a:off x="232290" y="610895"/>
                  <a:ext cx="273292" cy="212264"/>
                </a:xfrm>
                <a:custGeom>
                  <a:avLst/>
                  <a:gdLst>
                    <a:gd name="connsiteX0" fmla="*/ 273292 w 273292"/>
                    <a:gd name="connsiteY0" fmla="*/ 43868 h 212264"/>
                    <a:gd name="connsiteX1" fmla="*/ 257460 w 273292"/>
                    <a:gd name="connsiteY1" fmla="*/ 2135 h 212264"/>
                    <a:gd name="connsiteX2" fmla="*/ 175828 w 273292"/>
                    <a:gd name="connsiteY2" fmla="*/ 2600 h 212264"/>
                    <a:gd name="connsiteX3" fmla="*/ 166064 w 273292"/>
                    <a:gd name="connsiteY3" fmla="*/ 680 h 212264"/>
                    <a:gd name="connsiteX4" fmla="*/ 38332 w 273292"/>
                    <a:gd name="connsiteY4" fmla="*/ 14052 h 212264"/>
                    <a:gd name="connsiteX5" fmla="*/ 15079 w 273292"/>
                    <a:gd name="connsiteY5" fmla="*/ 35210 h 212264"/>
                    <a:gd name="connsiteX6" fmla="*/ 40239 w 273292"/>
                    <a:gd name="connsiteY6" fmla="*/ 171526 h 212264"/>
                    <a:gd name="connsiteX7" fmla="*/ 54790 w 273292"/>
                    <a:gd name="connsiteY7" fmla="*/ 143981 h 212264"/>
                    <a:gd name="connsiteX8" fmla="*/ 59432 w 273292"/>
                    <a:gd name="connsiteY8" fmla="*/ 76099 h 212264"/>
                    <a:gd name="connsiteX9" fmla="*/ 79120 w 273292"/>
                    <a:gd name="connsiteY9" fmla="*/ 181450 h 212264"/>
                    <a:gd name="connsiteX10" fmla="*/ 75424 w 273292"/>
                    <a:gd name="connsiteY10" fmla="*/ 202521 h 212264"/>
                    <a:gd name="connsiteX11" fmla="*/ 75118 w 273292"/>
                    <a:gd name="connsiteY11" fmla="*/ 203248 h 212264"/>
                    <a:gd name="connsiteX12" fmla="*/ 76864 w 273292"/>
                    <a:gd name="connsiteY12" fmla="*/ 206653 h 212264"/>
                    <a:gd name="connsiteX13" fmla="*/ 156663 w 273292"/>
                    <a:gd name="connsiteY13" fmla="*/ 211339 h 212264"/>
                    <a:gd name="connsiteX14" fmla="*/ 160549 w 273292"/>
                    <a:gd name="connsiteY14" fmla="*/ 208021 h 212264"/>
                    <a:gd name="connsiteX15" fmla="*/ 173048 w 273292"/>
                    <a:gd name="connsiteY15" fmla="*/ 61024 h 212264"/>
                    <a:gd name="connsiteX16" fmla="*/ 273263 w 273292"/>
                    <a:gd name="connsiteY16" fmla="*/ 43897 h 212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73292" h="212264">
                      <a:moveTo>
                        <a:pt x="273292" y="43868"/>
                      </a:moveTo>
                      <a:cubicBezTo>
                        <a:pt x="269945" y="21677"/>
                        <a:pt x="262233" y="8479"/>
                        <a:pt x="257460" y="2135"/>
                      </a:cubicBezTo>
                      <a:cubicBezTo>
                        <a:pt x="236827" y="11448"/>
                        <a:pt x="210008" y="14431"/>
                        <a:pt x="175828" y="2600"/>
                      </a:cubicBezTo>
                      <a:cubicBezTo>
                        <a:pt x="172684" y="1509"/>
                        <a:pt x="169396" y="869"/>
                        <a:pt x="166064" y="680"/>
                      </a:cubicBezTo>
                      <a:cubicBezTo>
                        <a:pt x="147874" y="-383"/>
                        <a:pt x="87938" y="-2333"/>
                        <a:pt x="38332" y="14052"/>
                      </a:cubicBezTo>
                      <a:cubicBezTo>
                        <a:pt x="27899" y="17501"/>
                        <a:pt x="19445" y="25213"/>
                        <a:pt x="15079" y="35210"/>
                      </a:cubicBezTo>
                      <a:cubicBezTo>
                        <a:pt x="1663" y="66000"/>
                        <a:pt x="-20062" y="136123"/>
                        <a:pt x="40239" y="171526"/>
                      </a:cubicBezTo>
                      <a:cubicBezTo>
                        <a:pt x="44866" y="160031"/>
                        <a:pt x="50221" y="150776"/>
                        <a:pt x="54790" y="143981"/>
                      </a:cubicBezTo>
                      <a:cubicBezTo>
                        <a:pt x="45084" y="127596"/>
                        <a:pt x="42203" y="105231"/>
                        <a:pt x="59432" y="76099"/>
                      </a:cubicBezTo>
                      <a:cubicBezTo>
                        <a:pt x="72004" y="110033"/>
                        <a:pt x="77897" y="159536"/>
                        <a:pt x="79120" y="181450"/>
                      </a:cubicBezTo>
                      <a:cubicBezTo>
                        <a:pt x="79527" y="188668"/>
                        <a:pt x="78261" y="195871"/>
                        <a:pt x="75424" y="202521"/>
                      </a:cubicBezTo>
                      <a:lnTo>
                        <a:pt x="75118" y="203248"/>
                      </a:lnTo>
                      <a:cubicBezTo>
                        <a:pt x="74507" y="204674"/>
                        <a:pt x="75351" y="206304"/>
                        <a:pt x="76864" y="206653"/>
                      </a:cubicBezTo>
                      <a:cubicBezTo>
                        <a:pt x="110812" y="214278"/>
                        <a:pt x="146114" y="212212"/>
                        <a:pt x="156663" y="211339"/>
                      </a:cubicBezTo>
                      <a:cubicBezTo>
                        <a:pt x="158541" y="211179"/>
                        <a:pt x="160112" y="209840"/>
                        <a:pt x="160549" y="208021"/>
                      </a:cubicBezTo>
                      <a:cubicBezTo>
                        <a:pt x="177050" y="138466"/>
                        <a:pt x="177093" y="91014"/>
                        <a:pt x="173048" y="61024"/>
                      </a:cubicBezTo>
                      <a:cubicBezTo>
                        <a:pt x="188487" y="64472"/>
                        <a:pt x="235706" y="71835"/>
                        <a:pt x="273263" y="43897"/>
                      </a:cubicBezTo>
                      <a:close/>
                    </a:path>
                  </a:pathLst>
                </a:custGeom>
                <a:solidFill>
                  <a:srgbClr val="DAD9FC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6" name="Forme libre : forme 2965">
                  <a:extLst>
                    <a:ext uri="{FF2B5EF4-FFF2-40B4-BE49-F238E27FC236}">
                      <a16:creationId xmlns:a16="http://schemas.microsoft.com/office/drawing/2014/main" id="{245653DA-B32C-BBD6-8744-8CD4B9A814C2}"/>
                    </a:ext>
                  </a:extLst>
                </p:cNvPr>
                <p:cNvSpPr/>
                <p:nvPr/>
              </p:nvSpPr>
              <p:spPr>
                <a:xfrm>
                  <a:off x="392013" y="628254"/>
                  <a:ext cx="14793" cy="45513"/>
                </a:xfrm>
                <a:custGeom>
                  <a:avLst/>
                  <a:gdLst>
                    <a:gd name="connsiteX0" fmla="*/ 13427 w 14793"/>
                    <a:gd name="connsiteY0" fmla="*/ 45513 h 45513"/>
                    <a:gd name="connsiteX1" fmla="*/ 12060 w 14793"/>
                    <a:gd name="connsiteY1" fmla="*/ 44320 h 45513"/>
                    <a:gd name="connsiteX2" fmla="*/ 215 w 14793"/>
                    <a:gd name="connsiteY2" fmla="*/ 2121 h 45513"/>
                    <a:gd name="connsiteX3" fmla="*/ 637 w 14793"/>
                    <a:gd name="connsiteY3" fmla="*/ 215 h 45513"/>
                    <a:gd name="connsiteX4" fmla="*/ 2529 w 14793"/>
                    <a:gd name="connsiteY4" fmla="*/ 637 h 45513"/>
                    <a:gd name="connsiteX5" fmla="*/ 14781 w 14793"/>
                    <a:gd name="connsiteY5" fmla="*/ 43942 h 45513"/>
                    <a:gd name="connsiteX6" fmla="*/ 13602 w 14793"/>
                    <a:gd name="connsiteY6" fmla="*/ 45484 h 45513"/>
                    <a:gd name="connsiteX7" fmla="*/ 13427 w 14793"/>
                    <a:gd name="connsiteY7" fmla="*/ 45484 h 455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793" h="45513">
                      <a:moveTo>
                        <a:pt x="13427" y="45513"/>
                      </a:moveTo>
                      <a:cubicBezTo>
                        <a:pt x="12744" y="45513"/>
                        <a:pt x="12162" y="45004"/>
                        <a:pt x="12060" y="44320"/>
                      </a:cubicBezTo>
                      <a:cubicBezTo>
                        <a:pt x="8189" y="15028"/>
                        <a:pt x="288" y="2252"/>
                        <a:pt x="215" y="2121"/>
                      </a:cubicBezTo>
                      <a:cubicBezTo>
                        <a:pt x="-193" y="1481"/>
                        <a:pt x="-3" y="622"/>
                        <a:pt x="637" y="215"/>
                      </a:cubicBezTo>
                      <a:cubicBezTo>
                        <a:pt x="1277" y="-193"/>
                        <a:pt x="2121" y="-3"/>
                        <a:pt x="2529" y="637"/>
                      </a:cubicBezTo>
                      <a:cubicBezTo>
                        <a:pt x="2863" y="1161"/>
                        <a:pt x="10823" y="13966"/>
                        <a:pt x="14781" y="43942"/>
                      </a:cubicBezTo>
                      <a:cubicBezTo>
                        <a:pt x="14883" y="44698"/>
                        <a:pt x="14344" y="45382"/>
                        <a:pt x="13602" y="45484"/>
                      </a:cubicBezTo>
                      <a:cubicBezTo>
                        <a:pt x="13544" y="45484"/>
                        <a:pt x="13486" y="45484"/>
                        <a:pt x="13427" y="45484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7" name="Forme libre : forme 2966">
                  <a:extLst>
                    <a:ext uri="{FF2B5EF4-FFF2-40B4-BE49-F238E27FC236}">
                      <a16:creationId xmlns:a16="http://schemas.microsoft.com/office/drawing/2014/main" id="{790143E8-F3EE-3C9B-653C-C746045E0AC6}"/>
                    </a:ext>
                  </a:extLst>
                </p:cNvPr>
                <p:cNvSpPr/>
                <p:nvPr/>
              </p:nvSpPr>
              <p:spPr>
                <a:xfrm>
                  <a:off x="315052" y="571035"/>
                  <a:ext cx="40397" cy="55316"/>
                </a:xfrm>
                <a:custGeom>
                  <a:avLst/>
                  <a:gdLst>
                    <a:gd name="connsiteX0" fmla="*/ 6602 w 40397"/>
                    <a:gd name="connsiteY0" fmla="*/ 0 h 55316"/>
                    <a:gd name="connsiteX1" fmla="*/ 141 w 40397"/>
                    <a:gd name="connsiteY1" fmla="*/ 47059 h 55316"/>
                    <a:gd name="connsiteX2" fmla="*/ 1873 w 40397"/>
                    <a:gd name="connsiteY2" fmla="*/ 51250 h 55316"/>
                    <a:gd name="connsiteX3" fmla="*/ 36156 w 40397"/>
                    <a:gd name="connsiteY3" fmla="*/ 50711 h 55316"/>
                    <a:gd name="connsiteX4" fmla="*/ 40390 w 40397"/>
                    <a:gd name="connsiteY4" fmla="*/ 43523 h 55316"/>
                    <a:gd name="connsiteX5" fmla="*/ 38906 w 40397"/>
                    <a:gd name="connsiteY5" fmla="*/ 8440 h 55316"/>
                    <a:gd name="connsiteX6" fmla="*/ 6602 w 40397"/>
                    <a:gd name="connsiteY6" fmla="*/ 15 h 553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397" h="55316">
                      <a:moveTo>
                        <a:pt x="6602" y="0"/>
                      </a:moveTo>
                      <a:cubicBezTo>
                        <a:pt x="6602" y="0"/>
                        <a:pt x="3168" y="36306"/>
                        <a:pt x="141" y="47059"/>
                      </a:cubicBezTo>
                      <a:cubicBezTo>
                        <a:pt x="-324" y="48689"/>
                        <a:pt x="389" y="50406"/>
                        <a:pt x="1873" y="51250"/>
                      </a:cubicBezTo>
                      <a:cubicBezTo>
                        <a:pt x="7009" y="54189"/>
                        <a:pt x="19320" y="58962"/>
                        <a:pt x="36156" y="50711"/>
                      </a:cubicBezTo>
                      <a:cubicBezTo>
                        <a:pt x="38877" y="49373"/>
                        <a:pt x="40521" y="46535"/>
                        <a:pt x="40390" y="43523"/>
                      </a:cubicBezTo>
                      <a:lnTo>
                        <a:pt x="38906" y="8440"/>
                      </a:lnTo>
                      <a:lnTo>
                        <a:pt x="6602" y="15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968" name="Graphique 8">
                  <a:extLst>
                    <a:ext uri="{FF2B5EF4-FFF2-40B4-BE49-F238E27FC236}">
                      <a16:creationId xmlns:a16="http://schemas.microsoft.com/office/drawing/2014/main" id="{43ADA409-6AC6-5121-3321-537D9056247D}"/>
                    </a:ext>
                  </a:extLst>
                </p:cNvPr>
                <p:cNvGrpSpPr/>
                <p:nvPr/>
              </p:nvGrpSpPr>
              <p:grpSpPr>
                <a:xfrm>
                  <a:off x="290929" y="497059"/>
                  <a:ext cx="78018" cy="91034"/>
                  <a:chOff x="290929" y="497059"/>
                  <a:chExt cx="78018" cy="91034"/>
                </a:xfrm>
              </p:grpSpPr>
              <p:sp>
                <p:nvSpPr>
                  <p:cNvPr id="2975" name="Forme libre : forme 2974">
                    <a:extLst>
                      <a:ext uri="{FF2B5EF4-FFF2-40B4-BE49-F238E27FC236}">
                        <a16:creationId xmlns:a16="http://schemas.microsoft.com/office/drawing/2014/main" id="{1E4EA79E-63B8-48D2-D0D2-416E36EB6559}"/>
                      </a:ext>
                    </a:extLst>
                  </p:cNvPr>
                  <p:cNvSpPr/>
                  <p:nvPr/>
                </p:nvSpPr>
                <p:spPr>
                  <a:xfrm>
                    <a:off x="310643" y="524573"/>
                    <a:ext cx="56481" cy="63520"/>
                  </a:xfrm>
                  <a:custGeom>
                    <a:avLst/>
                    <a:gdLst>
                      <a:gd name="connsiteX0" fmla="*/ 44057 w 56481"/>
                      <a:gd name="connsiteY0" fmla="*/ 15 h 63520"/>
                      <a:gd name="connsiteX1" fmla="*/ 55786 w 56481"/>
                      <a:gd name="connsiteY1" fmla="*/ 38488 h 63520"/>
                      <a:gd name="connsiteX2" fmla="*/ 44057 w 56481"/>
                      <a:gd name="connsiteY2" fmla="*/ 62993 h 63520"/>
                      <a:gd name="connsiteX3" fmla="*/ 8858 w 56481"/>
                      <a:gd name="connsiteY3" fmla="*/ 44833 h 63520"/>
                      <a:gd name="connsiteX4" fmla="*/ 360 w 56481"/>
                      <a:gd name="connsiteY4" fmla="*/ 16181 h 63520"/>
                      <a:gd name="connsiteX5" fmla="*/ 44057 w 56481"/>
                      <a:gd name="connsiteY5" fmla="*/ 0 h 63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6481" h="63520">
                        <a:moveTo>
                          <a:pt x="44057" y="15"/>
                        </a:moveTo>
                        <a:cubicBezTo>
                          <a:pt x="44057" y="15"/>
                          <a:pt x="55043" y="25247"/>
                          <a:pt x="55786" y="38488"/>
                        </a:cubicBezTo>
                        <a:cubicBezTo>
                          <a:pt x="56528" y="51730"/>
                          <a:pt x="59380" y="60330"/>
                          <a:pt x="44057" y="62993"/>
                        </a:cubicBezTo>
                        <a:cubicBezTo>
                          <a:pt x="28749" y="65655"/>
                          <a:pt x="15842" y="58031"/>
                          <a:pt x="8858" y="44833"/>
                        </a:cubicBezTo>
                        <a:cubicBezTo>
                          <a:pt x="8858" y="44833"/>
                          <a:pt x="-2100" y="24504"/>
                          <a:pt x="360" y="16181"/>
                        </a:cubicBezTo>
                        <a:cubicBezTo>
                          <a:pt x="2819" y="7858"/>
                          <a:pt x="44057" y="0"/>
                          <a:pt x="44057" y="0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6" name="Forme libre : forme 2975">
                    <a:extLst>
                      <a:ext uri="{FF2B5EF4-FFF2-40B4-BE49-F238E27FC236}">
                        <a16:creationId xmlns:a16="http://schemas.microsoft.com/office/drawing/2014/main" id="{A26C8B21-3EFE-B2F3-D501-7FAD21165F17}"/>
                      </a:ext>
                    </a:extLst>
                  </p:cNvPr>
                  <p:cNvSpPr/>
                  <p:nvPr/>
                </p:nvSpPr>
                <p:spPr>
                  <a:xfrm>
                    <a:off x="290929" y="497059"/>
                    <a:ext cx="78018" cy="77090"/>
                  </a:xfrm>
                  <a:custGeom>
                    <a:avLst/>
                    <a:gdLst>
                      <a:gd name="connsiteX0" fmla="*/ 33810 w 78018"/>
                      <a:gd name="connsiteY0" fmla="*/ 62873 h 77090"/>
                      <a:gd name="connsiteX1" fmla="*/ 34683 w 78018"/>
                      <a:gd name="connsiteY1" fmla="*/ 62495 h 77090"/>
                      <a:gd name="connsiteX2" fmla="*/ 35716 w 78018"/>
                      <a:gd name="connsiteY2" fmla="*/ 59614 h 77090"/>
                      <a:gd name="connsiteX3" fmla="*/ 34784 w 78018"/>
                      <a:gd name="connsiteY3" fmla="*/ 43651 h 77090"/>
                      <a:gd name="connsiteX4" fmla="*/ 75543 w 78018"/>
                      <a:gd name="connsiteY4" fmla="*/ 25258 h 77090"/>
                      <a:gd name="connsiteX5" fmla="*/ 68529 w 78018"/>
                      <a:gd name="connsiteY5" fmla="*/ 99 h 77090"/>
                      <a:gd name="connsiteX6" fmla="*/ 67147 w 78018"/>
                      <a:gd name="connsiteY6" fmla="*/ 550 h 77090"/>
                      <a:gd name="connsiteX7" fmla="*/ 66506 w 78018"/>
                      <a:gd name="connsiteY7" fmla="*/ 1758 h 77090"/>
                      <a:gd name="connsiteX8" fmla="*/ 64586 w 78018"/>
                      <a:gd name="connsiteY8" fmla="*/ 1554 h 77090"/>
                      <a:gd name="connsiteX9" fmla="*/ 62708 w 78018"/>
                      <a:gd name="connsiteY9" fmla="*/ 1292 h 77090"/>
                      <a:gd name="connsiteX10" fmla="*/ 42599 w 78018"/>
                      <a:gd name="connsiteY10" fmla="*/ 11463 h 77090"/>
                      <a:gd name="connsiteX11" fmla="*/ 10906 w 78018"/>
                      <a:gd name="connsiteY11" fmla="*/ 35648 h 77090"/>
                      <a:gd name="connsiteX12" fmla="*/ 9291 w 78018"/>
                      <a:gd name="connsiteY12" fmla="*/ 36506 h 77090"/>
                      <a:gd name="connsiteX13" fmla="*/ 2684 w 78018"/>
                      <a:gd name="connsiteY13" fmla="*/ 37772 h 77090"/>
                      <a:gd name="connsiteX14" fmla="*/ 10993 w 78018"/>
                      <a:gd name="connsiteY14" fmla="*/ 62757 h 77090"/>
                      <a:gd name="connsiteX15" fmla="*/ 10949 w 78018"/>
                      <a:gd name="connsiteY15" fmla="*/ 64430 h 77090"/>
                      <a:gd name="connsiteX16" fmla="*/ 13772 w 78018"/>
                      <a:gd name="connsiteY16" fmla="*/ 73219 h 77090"/>
                      <a:gd name="connsiteX17" fmla="*/ 30535 w 78018"/>
                      <a:gd name="connsiteY17" fmla="*/ 76872 h 77090"/>
                      <a:gd name="connsiteX18" fmla="*/ 31379 w 78018"/>
                      <a:gd name="connsiteY18" fmla="*/ 75620 h 77090"/>
                      <a:gd name="connsiteX19" fmla="*/ 28848 w 78018"/>
                      <a:gd name="connsiteY19" fmla="*/ 64139 h 77090"/>
                      <a:gd name="connsiteX20" fmla="*/ 29866 w 78018"/>
                      <a:gd name="connsiteY20" fmla="*/ 62873 h 77090"/>
                      <a:gd name="connsiteX21" fmla="*/ 33810 w 78018"/>
                      <a:gd name="connsiteY21" fmla="*/ 62873 h 770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78018" h="77090">
                        <a:moveTo>
                          <a:pt x="33810" y="62873"/>
                        </a:moveTo>
                        <a:lnTo>
                          <a:pt x="34683" y="62495"/>
                        </a:lnTo>
                        <a:cubicBezTo>
                          <a:pt x="35789" y="62000"/>
                          <a:pt x="36269" y="60691"/>
                          <a:pt x="35716" y="59614"/>
                        </a:cubicBezTo>
                        <a:cubicBezTo>
                          <a:pt x="33562" y="55438"/>
                          <a:pt x="29342" y="45877"/>
                          <a:pt x="34784" y="43651"/>
                        </a:cubicBezTo>
                        <a:cubicBezTo>
                          <a:pt x="41798" y="40770"/>
                          <a:pt x="69562" y="35109"/>
                          <a:pt x="75543" y="25258"/>
                        </a:cubicBezTo>
                        <a:cubicBezTo>
                          <a:pt x="81305" y="15785"/>
                          <a:pt x="76197" y="3577"/>
                          <a:pt x="68529" y="99"/>
                        </a:cubicBezTo>
                        <a:cubicBezTo>
                          <a:pt x="68020" y="-134"/>
                          <a:pt x="67408" y="55"/>
                          <a:pt x="67147" y="550"/>
                        </a:cubicBezTo>
                        <a:lnTo>
                          <a:pt x="66506" y="1758"/>
                        </a:lnTo>
                        <a:cubicBezTo>
                          <a:pt x="66070" y="2587"/>
                          <a:pt x="64847" y="2456"/>
                          <a:pt x="64586" y="1554"/>
                        </a:cubicBezTo>
                        <a:cubicBezTo>
                          <a:pt x="64338" y="696"/>
                          <a:pt x="63189" y="521"/>
                          <a:pt x="62708" y="1292"/>
                        </a:cubicBezTo>
                        <a:cubicBezTo>
                          <a:pt x="60860" y="4246"/>
                          <a:pt x="55898" y="9019"/>
                          <a:pt x="42599" y="11463"/>
                        </a:cubicBezTo>
                        <a:cubicBezTo>
                          <a:pt x="23711" y="14956"/>
                          <a:pt x="11211" y="22595"/>
                          <a:pt x="10906" y="35648"/>
                        </a:cubicBezTo>
                        <a:cubicBezTo>
                          <a:pt x="10891" y="36477"/>
                          <a:pt x="10004" y="36943"/>
                          <a:pt x="9291" y="36506"/>
                        </a:cubicBezTo>
                        <a:cubicBezTo>
                          <a:pt x="7894" y="35662"/>
                          <a:pt x="5667" y="35255"/>
                          <a:pt x="2684" y="37772"/>
                        </a:cubicBezTo>
                        <a:cubicBezTo>
                          <a:pt x="-2510" y="42138"/>
                          <a:pt x="-386" y="53459"/>
                          <a:pt x="10993" y="62757"/>
                        </a:cubicBezTo>
                        <a:cubicBezTo>
                          <a:pt x="11531" y="63193"/>
                          <a:pt x="11531" y="64037"/>
                          <a:pt x="10949" y="64430"/>
                        </a:cubicBezTo>
                        <a:cubicBezTo>
                          <a:pt x="8883" y="65769"/>
                          <a:pt x="5813" y="68970"/>
                          <a:pt x="13772" y="73219"/>
                        </a:cubicBezTo>
                        <a:cubicBezTo>
                          <a:pt x="22008" y="77628"/>
                          <a:pt x="28164" y="77264"/>
                          <a:pt x="30535" y="76872"/>
                        </a:cubicBezTo>
                        <a:cubicBezTo>
                          <a:pt x="31118" y="76770"/>
                          <a:pt x="31510" y="76202"/>
                          <a:pt x="31379" y="75620"/>
                        </a:cubicBezTo>
                        <a:lnTo>
                          <a:pt x="28848" y="64139"/>
                        </a:lnTo>
                        <a:cubicBezTo>
                          <a:pt x="28702" y="63484"/>
                          <a:pt x="29197" y="62873"/>
                          <a:pt x="29866" y="62873"/>
                        </a:cubicBezTo>
                        <a:lnTo>
                          <a:pt x="33810" y="62873"/>
                        </a:lnTo>
                        <a:close/>
                      </a:path>
                    </a:pathLst>
                  </a:custGeom>
                  <a:solidFill>
                    <a:srgbClr val="352213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7" name="Forme libre : forme 2976">
                    <a:extLst>
                      <a:ext uri="{FF2B5EF4-FFF2-40B4-BE49-F238E27FC236}">
                        <a16:creationId xmlns:a16="http://schemas.microsoft.com/office/drawing/2014/main" id="{A3CFBD30-4225-C293-E901-3819A452C414}"/>
                      </a:ext>
                    </a:extLst>
                  </p:cNvPr>
                  <p:cNvSpPr/>
                  <p:nvPr/>
                </p:nvSpPr>
                <p:spPr>
                  <a:xfrm>
                    <a:off x="311398" y="549949"/>
                    <a:ext cx="13806" cy="19470"/>
                  </a:xfrm>
                  <a:custGeom>
                    <a:avLst/>
                    <a:gdLst>
                      <a:gd name="connsiteX0" fmla="*/ 13807 w 13806"/>
                      <a:gd name="connsiteY0" fmla="*/ 12399 h 19470"/>
                      <a:gd name="connsiteX1" fmla="*/ 2384 w 13806"/>
                      <a:gd name="connsiteY1" fmla="*/ 801 h 19470"/>
                      <a:gd name="connsiteX2" fmla="*/ 11944 w 13806"/>
                      <a:gd name="connsiteY2" fmla="*/ 19470 h 19470"/>
                      <a:gd name="connsiteX3" fmla="*/ 13807 w 13806"/>
                      <a:gd name="connsiteY3" fmla="*/ 12413 h 194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806" h="19470">
                        <a:moveTo>
                          <a:pt x="13807" y="12399"/>
                        </a:moveTo>
                        <a:cubicBezTo>
                          <a:pt x="13807" y="12399"/>
                          <a:pt x="9616" y="-3724"/>
                          <a:pt x="2384" y="801"/>
                        </a:cubicBezTo>
                        <a:cubicBezTo>
                          <a:pt x="-4848" y="5327"/>
                          <a:pt x="6138" y="18859"/>
                          <a:pt x="11944" y="19470"/>
                        </a:cubicBezTo>
                        <a:lnTo>
                          <a:pt x="13807" y="12413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969" name="Forme libre : forme 2968">
                  <a:extLst>
                    <a:ext uri="{FF2B5EF4-FFF2-40B4-BE49-F238E27FC236}">
                      <a16:creationId xmlns:a16="http://schemas.microsoft.com/office/drawing/2014/main" id="{42123A24-6D06-53A6-0CDF-DA68BEF8EEDB}"/>
                    </a:ext>
                  </a:extLst>
                </p:cNvPr>
                <p:cNvSpPr/>
                <p:nvPr/>
              </p:nvSpPr>
              <p:spPr>
                <a:xfrm>
                  <a:off x="554800" y="545090"/>
                  <a:ext cx="24689" cy="25639"/>
                </a:xfrm>
                <a:custGeom>
                  <a:avLst/>
                  <a:gdLst>
                    <a:gd name="connsiteX0" fmla="*/ 4593 w 24689"/>
                    <a:gd name="connsiteY0" fmla="*/ 25640 h 25639"/>
                    <a:gd name="connsiteX1" fmla="*/ 3720 w 24689"/>
                    <a:gd name="connsiteY1" fmla="*/ 25334 h 25639"/>
                    <a:gd name="connsiteX2" fmla="*/ 3517 w 24689"/>
                    <a:gd name="connsiteY2" fmla="*/ 23399 h 25639"/>
                    <a:gd name="connsiteX3" fmla="*/ 19334 w 24689"/>
                    <a:gd name="connsiteY3" fmla="*/ 6723 h 25639"/>
                    <a:gd name="connsiteX4" fmla="*/ 21880 w 24689"/>
                    <a:gd name="connsiteY4" fmla="*/ 4220 h 25639"/>
                    <a:gd name="connsiteX5" fmla="*/ 21691 w 24689"/>
                    <a:gd name="connsiteY5" fmla="*/ 2925 h 25639"/>
                    <a:gd name="connsiteX6" fmla="*/ 9293 w 24689"/>
                    <a:gd name="connsiteY6" fmla="*/ 5414 h 25639"/>
                    <a:gd name="connsiteX7" fmla="*/ 2265 w 24689"/>
                    <a:gd name="connsiteY7" fmla="*/ 11438 h 25639"/>
                    <a:gd name="connsiteX8" fmla="*/ 330 w 24689"/>
                    <a:gd name="connsiteY8" fmla="*/ 11292 h 25639"/>
                    <a:gd name="connsiteX9" fmla="*/ 475 w 24689"/>
                    <a:gd name="connsiteY9" fmla="*/ 9357 h 25639"/>
                    <a:gd name="connsiteX10" fmla="*/ 7780 w 24689"/>
                    <a:gd name="connsiteY10" fmla="*/ 3085 h 25639"/>
                    <a:gd name="connsiteX11" fmla="*/ 8406 w 24689"/>
                    <a:gd name="connsiteY11" fmla="*/ 2780 h 25639"/>
                    <a:gd name="connsiteX12" fmla="*/ 22142 w 24689"/>
                    <a:gd name="connsiteY12" fmla="*/ 30 h 25639"/>
                    <a:gd name="connsiteX13" fmla="*/ 23554 w 24689"/>
                    <a:gd name="connsiteY13" fmla="*/ 612 h 25639"/>
                    <a:gd name="connsiteX14" fmla="*/ 24572 w 24689"/>
                    <a:gd name="connsiteY14" fmla="*/ 4861 h 25639"/>
                    <a:gd name="connsiteX15" fmla="*/ 20702 w 24689"/>
                    <a:gd name="connsiteY15" fmla="*/ 9124 h 25639"/>
                    <a:gd name="connsiteX16" fmla="*/ 5670 w 24689"/>
                    <a:gd name="connsiteY16" fmla="*/ 25131 h 25639"/>
                    <a:gd name="connsiteX17" fmla="*/ 4608 w 24689"/>
                    <a:gd name="connsiteY17" fmla="*/ 25640 h 25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4689" h="25639">
                      <a:moveTo>
                        <a:pt x="4593" y="25640"/>
                      </a:moveTo>
                      <a:cubicBezTo>
                        <a:pt x="4288" y="25640"/>
                        <a:pt x="3982" y="25538"/>
                        <a:pt x="3720" y="25334"/>
                      </a:cubicBezTo>
                      <a:cubicBezTo>
                        <a:pt x="3124" y="24854"/>
                        <a:pt x="3036" y="23981"/>
                        <a:pt x="3517" y="23399"/>
                      </a:cubicBezTo>
                      <a:cubicBezTo>
                        <a:pt x="4710" y="21929"/>
                        <a:pt x="15259" y="9022"/>
                        <a:pt x="19334" y="6723"/>
                      </a:cubicBezTo>
                      <a:cubicBezTo>
                        <a:pt x="20818" y="5894"/>
                        <a:pt x="21691" y="5021"/>
                        <a:pt x="21880" y="4220"/>
                      </a:cubicBezTo>
                      <a:cubicBezTo>
                        <a:pt x="21968" y="3842"/>
                        <a:pt x="21909" y="3406"/>
                        <a:pt x="21691" y="2925"/>
                      </a:cubicBezTo>
                      <a:lnTo>
                        <a:pt x="9293" y="5414"/>
                      </a:lnTo>
                      <a:lnTo>
                        <a:pt x="2265" y="11438"/>
                      </a:lnTo>
                      <a:cubicBezTo>
                        <a:pt x="1698" y="11933"/>
                        <a:pt x="825" y="11874"/>
                        <a:pt x="330" y="11292"/>
                      </a:cubicBezTo>
                      <a:cubicBezTo>
                        <a:pt x="-165" y="10710"/>
                        <a:pt x="-92" y="9852"/>
                        <a:pt x="475" y="9357"/>
                      </a:cubicBezTo>
                      <a:lnTo>
                        <a:pt x="7780" y="3085"/>
                      </a:lnTo>
                      <a:cubicBezTo>
                        <a:pt x="7955" y="2925"/>
                        <a:pt x="8173" y="2824"/>
                        <a:pt x="8406" y="2780"/>
                      </a:cubicBezTo>
                      <a:lnTo>
                        <a:pt x="22142" y="30"/>
                      </a:lnTo>
                      <a:cubicBezTo>
                        <a:pt x="22695" y="-87"/>
                        <a:pt x="23248" y="146"/>
                        <a:pt x="23554" y="612"/>
                      </a:cubicBezTo>
                      <a:cubicBezTo>
                        <a:pt x="24558" y="2110"/>
                        <a:pt x="24892" y="3493"/>
                        <a:pt x="24572" y="4861"/>
                      </a:cubicBezTo>
                      <a:cubicBezTo>
                        <a:pt x="24194" y="6476"/>
                        <a:pt x="22928" y="7858"/>
                        <a:pt x="20702" y="9124"/>
                      </a:cubicBezTo>
                      <a:cubicBezTo>
                        <a:pt x="17646" y="10856"/>
                        <a:pt x="8813" y="21260"/>
                        <a:pt x="5670" y="25131"/>
                      </a:cubicBezTo>
                      <a:cubicBezTo>
                        <a:pt x="5394" y="25465"/>
                        <a:pt x="5001" y="25640"/>
                        <a:pt x="4608" y="25640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0" name="Forme libre : forme 2969">
                  <a:extLst>
                    <a:ext uri="{FF2B5EF4-FFF2-40B4-BE49-F238E27FC236}">
                      <a16:creationId xmlns:a16="http://schemas.microsoft.com/office/drawing/2014/main" id="{238DA59A-7864-BD3E-5A9E-95EE49FE589E}"/>
                    </a:ext>
                  </a:extLst>
                </p:cNvPr>
                <p:cNvSpPr/>
                <p:nvPr/>
              </p:nvSpPr>
              <p:spPr>
                <a:xfrm>
                  <a:off x="272558" y="754862"/>
                  <a:ext cx="100680" cy="45589"/>
                </a:xfrm>
                <a:custGeom>
                  <a:avLst/>
                  <a:gdLst>
                    <a:gd name="connsiteX0" fmla="*/ 52123 w 100680"/>
                    <a:gd name="connsiteY0" fmla="*/ 44993 h 45589"/>
                    <a:gd name="connsiteX1" fmla="*/ 100680 w 100680"/>
                    <a:gd name="connsiteY1" fmla="*/ 45589 h 45589"/>
                    <a:gd name="connsiteX2" fmla="*/ 83685 w 100680"/>
                    <a:gd name="connsiteY2" fmla="*/ 29597 h 45589"/>
                    <a:gd name="connsiteX3" fmla="*/ 68144 w 100680"/>
                    <a:gd name="connsiteY3" fmla="*/ 28142 h 45589"/>
                    <a:gd name="connsiteX4" fmla="*/ 59515 w 100680"/>
                    <a:gd name="connsiteY4" fmla="*/ 35840 h 45589"/>
                    <a:gd name="connsiteX5" fmla="*/ 14551 w 100680"/>
                    <a:gd name="connsiteY5" fmla="*/ 0 h 45589"/>
                    <a:gd name="connsiteX6" fmla="*/ 0 w 100680"/>
                    <a:gd name="connsiteY6" fmla="*/ 27546 h 45589"/>
                    <a:gd name="connsiteX7" fmla="*/ 52137 w 100680"/>
                    <a:gd name="connsiteY7" fmla="*/ 44993 h 455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0680" h="45589">
                      <a:moveTo>
                        <a:pt x="52123" y="44993"/>
                      </a:moveTo>
                      <a:lnTo>
                        <a:pt x="100680" y="45589"/>
                      </a:lnTo>
                      <a:lnTo>
                        <a:pt x="83685" y="29597"/>
                      </a:lnTo>
                      <a:cubicBezTo>
                        <a:pt x="79465" y="25625"/>
                        <a:pt x="73018" y="24985"/>
                        <a:pt x="68144" y="28142"/>
                      </a:cubicBezTo>
                      <a:cubicBezTo>
                        <a:pt x="65292" y="29990"/>
                        <a:pt x="62192" y="32508"/>
                        <a:pt x="59515" y="35840"/>
                      </a:cubicBezTo>
                      <a:cubicBezTo>
                        <a:pt x="59515" y="35840"/>
                        <a:pt x="29234" y="24766"/>
                        <a:pt x="14551" y="0"/>
                      </a:cubicBezTo>
                      <a:cubicBezTo>
                        <a:pt x="9982" y="6795"/>
                        <a:pt x="4627" y="16036"/>
                        <a:pt x="0" y="27546"/>
                      </a:cubicBezTo>
                      <a:cubicBezTo>
                        <a:pt x="13169" y="35272"/>
                        <a:pt x="30223" y="41355"/>
                        <a:pt x="52137" y="44993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971" name="Graphique 8">
                  <a:extLst>
                    <a:ext uri="{FF2B5EF4-FFF2-40B4-BE49-F238E27FC236}">
                      <a16:creationId xmlns:a16="http://schemas.microsoft.com/office/drawing/2014/main" id="{C5599D43-4CC1-C189-9935-CCC02DFED2E5}"/>
                    </a:ext>
                  </a:extLst>
                </p:cNvPr>
                <p:cNvGrpSpPr/>
                <p:nvPr/>
              </p:nvGrpSpPr>
              <p:grpSpPr>
                <a:xfrm>
                  <a:off x="324651" y="695405"/>
                  <a:ext cx="247779" cy="110720"/>
                  <a:chOff x="324651" y="695405"/>
                  <a:chExt cx="247779" cy="110720"/>
                </a:xfrm>
              </p:grpSpPr>
              <p:sp>
                <p:nvSpPr>
                  <p:cNvPr id="2972" name="Forme libre : forme 2971">
                    <a:extLst>
                      <a:ext uri="{FF2B5EF4-FFF2-40B4-BE49-F238E27FC236}">
                        <a16:creationId xmlns:a16="http://schemas.microsoft.com/office/drawing/2014/main" id="{46048A1C-DF90-A73C-40A7-B5CAEF43C5E0}"/>
                      </a:ext>
                    </a:extLst>
                  </p:cNvPr>
                  <p:cNvSpPr/>
                  <p:nvPr/>
                </p:nvSpPr>
                <p:spPr>
                  <a:xfrm>
                    <a:off x="324651" y="795081"/>
                    <a:ext cx="134293" cy="11044"/>
                  </a:xfrm>
                  <a:custGeom>
                    <a:avLst/>
                    <a:gdLst>
                      <a:gd name="connsiteX0" fmla="*/ 5253 w 134293"/>
                      <a:gd name="connsiteY0" fmla="*/ 11045 h 11044"/>
                      <a:gd name="connsiteX1" fmla="*/ 5529 w 134293"/>
                      <a:gd name="connsiteY1" fmla="*/ 11045 h 11044"/>
                      <a:gd name="connsiteX2" fmla="*/ 128779 w 134293"/>
                      <a:gd name="connsiteY2" fmla="*/ 10914 h 11044"/>
                      <a:gd name="connsiteX3" fmla="*/ 134294 w 134293"/>
                      <a:gd name="connsiteY3" fmla="*/ 5457 h 11044"/>
                      <a:gd name="connsiteX4" fmla="*/ 128764 w 134293"/>
                      <a:gd name="connsiteY4" fmla="*/ 1 h 11044"/>
                      <a:gd name="connsiteX5" fmla="*/ 5515 w 134293"/>
                      <a:gd name="connsiteY5" fmla="*/ 131 h 11044"/>
                      <a:gd name="connsiteX6" fmla="*/ 0 w 134293"/>
                      <a:gd name="connsiteY6" fmla="*/ 5588 h 11044"/>
                      <a:gd name="connsiteX7" fmla="*/ 5238 w 134293"/>
                      <a:gd name="connsiteY7" fmla="*/ 11030 h 110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4293" h="11044">
                        <a:moveTo>
                          <a:pt x="5253" y="11045"/>
                        </a:moveTo>
                        <a:cubicBezTo>
                          <a:pt x="5340" y="11045"/>
                          <a:pt x="5442" y="11045"/>
                          <a:pt x="5529" y="11045"/>
                        </a:cubicBezTo>
                        <a:lnTo>
                          <a:pt x="128779" y="10914"/>
                        </a:lnTo>
                        <a:cubicBezTo>
                          <a:pt x="131820" y="10914"/>
                          <a:pt x="134294" y="8469"/>
                          <a:pt x="134294" y="5457"/>
                        </a:cubicBezTo>
                        <a:cubicBezTo>
                          <a:pt x="134294" y="2445"/>
                          <a:pt x="131806" y="-43"/>
                          <a:pt x="128764" y="1"/>
                        </a:cubicBezTo>
                        <a:lnTo>
                          <a:pt x="5515" y="131"/>
                        </a:lnTo>
                        <a:cubicBezTo>
                          <a:pt x="2474" y="131"/>
                          <a:pt x="0" y="2576"/>
                          <a:pt x="0" y="5588"/>
                        </a:cubicBezTo>
                        <a:cubicBezTo>
                          <a:pt x="0" y="8513"/>
                          <a:pt x="2328" y="10885"/>
                          <a:pt x="5238" y="1103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3" name="Forme libre : forme 2972">
                    <a:extLst>
                      <a:ext uri="{FF2B5EF4-FFF2-40B4-BE49-F238E27FC236}">
                        <a16:creationId xmlns:a16="http://schemas.microsoft.com/office/drawing/2014/main" id="{FB3F7622-3E92-1FB6-B4BE-D3EA320D654B}"/>
                      </a:ext>
                    </a:extLst>
                  </p:cNvPr>
                  <p:cNvSpPr/>
                  <p:nvPr/>
                </p:nvSpPr>
                <p:spPr>
                  <a:xfrm>
                    <a:off x="396433" y="695405"/>
                    <a:ext cx="175997" cy="110662"/>
                  </a:xfrm>
                  <a:custGeom>
                    <a:avLst/>
                    <a:gdLst>
                      <a:gd name="connsiteX0" fmla="*/ 167791 w 175997"/>
                      <a:gd name="connsiteY0" fmla="*/ 0 h 110662"/>
                      <a:gd name="connsiteX1" fmla="*/ 65146 w 175997"/>
                      <a:gd name="connsiteY1" fmla="*/ 0 h 110662"/>
                      <a:gd name="connsiteX2" fmla="*/ 47452 w 175997"/>
                      <a:gd name="connsiteY2" fmla="*/ 11103 h 110662"/>
                      <a:gd name="connsiteX3" fmla="*/ 0 w 175997"/>
                      <a:gd name="connsiteY3" fmla="*/ 110663 h 110662"/>
                      <a:gd name="connsiteX4" fmla="*/ 127557 w 175997"/>
                      <a:gd name="connsiteY4" fmla="*/ 110663 h 110662"/>
                      <a:gd name="connsiteX5" fmla="*/ 138616 w 175997"/>
                      <a:gd name="connsiteY5" fmla="*/ 103227 h 110662"/>
                      <a:gd name="connsiteX6" fmla="*/ 175416 w 175997"/>
                      <a:gd name="connsiteY6" fmla="*/ 11103 h 110662"/>
                      <a:gd name="connsiteX7" fmla="*/ 167791 w 175997"/>
                      <a:gd name="connsiteY7" fmla="*/ 15 h 1106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75997" h="110662">
                        <a:moveTo>
                          <a:pt x="167791" y="0"/>
                        </a:moveTo>
                        <a:lnTo>
                          <a:pt x="65146" y="0"/>
                        </a:lnTo>
                        <a:cubicBezTo>
                          <a:pt x="57579" y="0"/>
                          <a:pt x="50682" y="4322"/>
                          <a:pt x="47452" y="11103"/>
                        </a:cubicBezTo>
                        <a:lnTo>
                          <a:pt x="0" y="110663"/>
                        </a:lnTo>
                        <a:lnTo>
                          <a:pt x="127557" y="110663"/>
                        </a:lnTo>
                        <a:cubicBezTo>
                          <a:pt x="132431" y="110663"/>
                          <a:pt x="136826" y="107709"/>
                          <a:pt x="138616" y="103227"/>
                        </a:cubicBezTo>
                        <a:lnTo>
                          <a:pt x="175416" y="11103"/>
                        </a:lnTo>
                        <a:cubicBezTo>
                          <a:pt x="177540" y="5777"/>
                          <a:pt x="173582" y="15"/>
                          <a:pt x="167791" y="15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4" name="Forme libre : forme 2973">
                    <a:extLst>
                      <a:ext uri="{FF2B5EF4-FFF2-40B4-BE49-F238E27FC236}">
                        <a16:creationId xmlns:a16="http://schemas.microsoft.com/office/drawing/2014/main" id="{D4DAE0F9-B899-B671-E23F-88BB1C6900F1}"/>
                      </a:ext>
                    </a:extLst>
                  </p:cNvPr>
                  <p:cNvSpPr/>
                  <p:nvPr/>
                </p:nvSpPr>
                <p:spPr>
                  <a:xfrm rot="-4305601">
                    <a:off x="486576" y="740790"/>
                    <a:ext cx="26046" cy="16151"/>
                  </a:xfrm>
                  <a:custGeom>
                    <a:avLst/>
                    <a:gdLst>
                      <a:gd name="connsiteX0" fmla="*/ 26047 w 26046"/>
                      <a:gd name="connsiteY0" fmla="*/ 8076 h 16151"/>
                      <a:gd name="connsiteX1" fmla="*/ 13023 w 26046"/>
                      <a:gd name="connsiteY1" fmla="*/ 16152 h 16151"/>
                      <a:gd name="connsiteX2" fmla="*/ 0 w 26046"/>
                      <a:gd name="connsiteY2" fmla="*/ 8076 h 16151"/>
                      <a:gd name="connsiteX3" fmla="*/ 13023 w 26046"/>
                      <a:gd name="connsiteY3" fmla="*/ 0 h 16151"/>
                      <a:gd name="connsiteX4" fmla="*/ 26047 w 26046"/>
                      <a:gd name="connsiteY4" fmla="*/ 8076 h 161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046" h="16151">
                        <a:moveTo>
                          <a:pt x="26047" y="8076"/>
                        </a:moveTo>
                        <a:cubicBezTo>
                          <a:pt x="26047" y="12536"/>
                          <a:pt x="20216" y="16152"/>
                          <a:pt x="13023" y="16152"/>
                        </a:cubicBezTo>
                        <a:cubicBezTo>
                          <a:pt x="5831" y="16152"/>
                          <a:pt x="0" y="12536"/>
                          <a:pt x="0" y="8076"/>
                        </a:cubicBezTo>
                        <a:cubicBezTo>
                          <a:pt x="0" y="3616"/>
                          <a:pt x="5831" y="0"/>
                          <a:pt x="13023" y="0"/>
                        </a:cubicBezTo>
                        <a:cubicBezTo>
                          <a:pt x="20216" y="0"/>
                          <a:pt x="26047" y="3616"/>
                          <a:pt x="26047" y="8076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45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944" name="Graphique 8">
                <a:extLst>
                  <a:ext uri="{FF2B5EF4-FFF2-40B4-BE49-F238E27FC236}">
                    <a16:creationId xmlns:a16="http://schemas.microsoft.com/office/drawing/2014/main" id="{16254885-13CE-B35B-ABA2-A234147AC9F4}"/>
                  </a:ext>
                </a:extLst>
              </p:cNvPr>
              <p:cNvGrpSpPr/>
              <p:nvPr/>
            </p:nvGrpSpPr>
            <p:grpSpPr>
              <a:xfrm>
                <a:off x="631989" y="819321"/>
                <a:ext cx="407240" cy="357325"/>
                <a:chOff x="631989" y="819321"/>
                <a:chExt cx="407240" cy="357325"/>
              </a:xfrm>
            </p:grpSpPr>
            <p:sp>
              <p:nvSpPr>
                <p:cNvPr id="2945" name="Forme libre : forme 2944">
                  <a:extLst>
                    <a:ext uri="{FF2B5EF4-FFF2-40B4-BE49-F238E27FC236}">
                      <a16:creationId xmlns:a16="http://schemas.microsoft.com/office/drawing/2014/main" id="{BAF3E373-D27A-9E4E-D2A0-9D0A2EF02DC8}"/>
                    </a:ext>
                  </a:extLst>
                </p:cNvPr>
                <p:cNvSpPr/>
                <p:nvPr/>
              </p:nvSpPr>
              <p:spPr>
                <a:xfrm>
                  <a:off x="638887" y="1004082"/>
                  <a:ext cx="394987" cy="172564"/>
                </a:xfrm>
                <a:custGeom>
                  <a:avLst/>
                  <a:gdLst>
                    <a:gd name="connsiteX0" fmla="*/ 0 w 394987"/>
                    <a:gd name="connsiteY0" fmla="*/ 0 h 172564"/>
                    <a:gd name="connsiteX1" fmla="*/ 4176 w 394987"/>
                    <a:gd name="connsiteY1" fmla="*/ 129914 h 172564"/>
                    <a:gd name="connsiteX2" fmla="*/ 46273 w 394987"/>
                    <a:gd name="connsiteY2" fmla="*/ 170730 h 172564"/>
                    <a:gd name="connsiteX3" fmla="*/ 357365 w 394987"/>
                    <a:gd name="connsiteY3" fmla="*/ 172564 h 172564"/>
                    <a:gd name="connsiteX4" fmla="*/ 387777 w 394987"/>
                    <a:gd name="connsiteY4" fmla="*/ 146604 h 172564"/>
                    <a:gd name="connsiteX5" fmla="*/ 391866 w 394987"/>
                    <a:gd name="connsiteY5" fmla="*/ 0 h 172564"/>
                    <a:gd name="connsiteX6" fmla="*/ 15 w 394987"/>
                    <a:gd name="connsiteY6" fmla="*/ 0 h 172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94987" h="172564">
                      <a:moveTo>
                        <a:pt x="0" y="0"/>
                      </a:moveTo>
                      <a:lnTo>
                        <a:pt x="4176" y="129914"/>
                      </a:lnTo>
                      <a:cubicBezTo>
                        <a:pt x="4904" y="152570"/>
                        <a:pt x="23500" y="170599"/>
                        <a:pt x="46273" y="170730"/>
                      </a:cubicBezTo>
                      <a:lnTo>
                        <a:pt x="357365" y="172564"/>
                      </a:lnTo>
                      <a:cubicBezTo>
                        <a:pt x="372586" y="172651"/>
                        <a:pt x="385551" y="161592"/>
                        <a:pt x="387777" y="146604"/>
                      </a:cubicBezTo>
                      <a:cubicBezTo>
                        <a:pt x="392638" y="113791"/>
                        <a:pt x="398836" y="55091"/>
                        <a:pt x="391866" y="0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46" name="Forme libre : forme 2945">
                  <a:extLst>
                    <a:ext uri="{FF2B5EF4-FFF2-40B4-BE49-F238E27FC236}">
                      <a16:creationId xmlns:a16="http://schemas.microsoft.com/office/drawing/2014/main" id="{E569C8DA-405B-64A3-3324-93D1C2D0EF72}"/>
                    </a:ext>
                  </a:extLst>
                </p:cNvPr>
                <p:cNvSpPr/>
                <p:nvPr/>
              </p:nvSpPr>
              <p:spPr>
                <a:xfrm>
                  <a:off x="647471" y="1003194"/>
                  <a:ext cx="377751" cy="166030"/>
                </a:xfrm>
                <a:custGeom>
                  <a:avLst/>
                  <a:gdLst>
                    <a:gd name="connsiteX0" fmla="*/ 342334 w 377751"/>
                    <a:gd name="connsiteY0" fmla="*/ 166016 h 166030"/>
                    <a:gd name="connsiteX1" fmla="*/ 341403 w 377751"/>
                    <a:gd name="connsiteY1" fmla="*/ 165128 h 166030"/>
                    <a:gd name="connsiteX2" fmla="*/ 342290 w 377751"/>
                    <a:gd name="connsiteY2" fmla="*/ 164168 h 166030"/>
                    <a:gd name="connsiteX3" fmla="*/ 347631 w 377751"/>
                    <a:gd name="connsiteY3" fmla="*/ 163455 h 166030"/>
                    <a:gd name="connsiteX4" fmla="*/ 348751 w 377751"/>
                    <a:gd name="connsiteY4" fmla="*/ 164153 h 166030"/>
                    <a:gd name="connsiteX5" fmla="*/ 348053 w 377751"/>
                    <a:gd name="connsiteY5" fmla="*/ 165274 h 166030"/>
                    <a:gd name="connsiteX6" fmla="*/ 342363 w 377751"/>
                    <a:gd name="connsiteY6" fmla="*/ 166030 h 166030"/>
                    <a:gd name="connsiteX7" fmla="*/ 342334 w 377751"/>
                    <a:gd name="connsiteY7" fmla="*/ 166030 h 166030"/>
                    <a:gd name="connsiteX8" fmla="*/ 329340 w 377751"/>
                    <a:gd name="connsiteY8" fmla="*/ 165972 h 166030"/>
                    <a:gd name="connsiteX9" fmla="*/ 329340 w 377751"/>
                    <a:gd name="connsiteY9" fmla="*/ 165972 h 166030"/>
                    <a:gd name="connsiteX10" fmla="*/ 323767 w 377751"/>
                    <a:gd name="connsiteY10" fmla="*/ 165943 h 166030"/>
                    <a:gd name="connsiteX11" fmla="*/ 322850 w 377751"/>
                    <a:gd name="connsiteY11" fmla="*/ 165012 h 166030"/>
                    <a:gd name="connsiteX12" fmla="*/ 323781 w 377751"/>
                    <a:gd name="connsiteY12" fmla="*/ 164095 h 166030"/>
                    <a:gd name="connsiteX13" fmla="*/ 323781 w 377751"/>
                    <a:gd name="connsiteY13" fmla="*/ 164095 h 166030"/>
                    <a:gd name="connsiteX14" fmla="*/ 329354 w 377751"/>
                    <a:gd name="connsiteY14" fmla="*/ 164124 h 166030"/>
                    <a:gd name="connsiteX15" fmla="*/ 330271 w 377751"/>
                    <a:gd name="connsiteY15" fmla="*/ 165055 h 166030"/>
                    <a:gd name="connsiteX16" fmla="*/ 329340 w 377751"/>
                    <a:gd name="connsiteY16" fmla="*/ 165972 h 166030"/>
                    <a:gd name="connsiteX17" fmla="*/ 310772 w 377751"/>
                    <a:gd name="connsiteY17" fmla="*/ 165870 h 166030"/>
                    <a:gd name="connsiteX18" fmla="*/ 310772 w 377751"/>
                    <a:gd name="connsiteY18" fmla="*/ 165870 h 166030"/>
                    <a:gd name="connsiteX19" fmla="*/ 305199 w 377751"/>
                    <a:gd name="connsiteY19" fmla="*/ 165841 h 166030"/>
                    <a:gd name="connsiteX20" fmla="*/ 304283 w 377751"/>
                    <a:gd name="connsiteY20" fmla="*/ 164910 h 166030"/>
                    <a:gd name="connsiteX21" fmla="*/ 305214 w 377751"/>
                    <a:gd name="connsiteY21" fmla="*/ 163993 h 166030"/>
                    <a:gd name="connsiteX22" fmla="*/ 305214 w 377751"/>
                    <a:gd name="connsiteY22" fmla="*/ 163993 h 166030"/>
                    <a:gd name="connsiteX23" fmla="*/ 310787 w 377751"/>
                    <a:gd name="connsiteY23" fmla="*/ 164022 h 166030"/>
                    <a:gd name="connsiteX24" fmla="*/ 311704 w 377751"/>
                    <a:gd name="connsiteY24" fmla="*/ 164954 h 166030"/>
                    <a:gd name="connsiteX25" fmla="*/ 310772 w 377751"/>
                    <a:gd name="connsiteY25" fmla="*/ 165870 h 166030"/>
                    <a:gd name="connsiteX26" fmla="*/ 292205 w 377751"/>
                    <a:gd name="connsiteY26" fmla="*/ 165754 h 166030"/>
                    <a:gd name="connsiteX27" fmla="*/ 292205 w 377751"/>
                    <a:gd name="connsiteY27" fmla="*/ 165754 h 166030"/>
                    <a:gd name="connsiteX28" fmla="*/ 286632 w 377751"/>
                    <a:gd name="connsiteY28" fmla="*/ 165725 h 166030"/>
                    <a:gd name="connsiteX29" fmla="*/ 285715 w 377751"/>
                    <a:gd name="connsiteY29" fmla="*/ 164793 h 166030"/>
                    <a:gd name="connsiteX30" fmla="*/ 286646 w 377751"/>
                    <a:gd name="connsiteY30" fmla="*/ 163877 h 166030"/>
                    <a:gd name="connsiteX31" fmla="*/ 286646 w 377751"/>
                    <a:gd name="connsiteY31" fmla="*/ 163877 h 166030"/>
                    <a:gd name="connsiteX32" fmla="*/ 292220 w 377751"/>
                    <a:gd name="connsiteY32" fmla="*/ 163906 h 166030"/>
                    <a:gd name="connsiteX33" fmla="*/ 293136 w 377751"/>
                    <a:gd name="connsiteY33" fmla="*/ 164837 h 166030"/>
                    <a:gd name="connsiteX34" fmla="*/ 292205 w 377751"/>
                    <a:gd name="connsiteY34" fmla="*/ 165754 h 166030"/>
                    <a:gd name="connsiteX35" fmla="*/ 273637 w 377751"/>
                    <a:gd name="connsiteY35" fmla="*/ 165652 h 166030"/>
                    <a:gd name="connsiteX36" fmla="*/ 273637 w 377751"/>
                    <a:gd name="connsiteY36" fmla="*/ 165652 h 166030"/>
                    <a:gd name="connsiteX37" fmla="*/ 268064 w 377751"/>
                    <a:gd name="connsiteY37" fmla="*/ 165623 h 166030"/>
                    <a:gd name="connsiteX38" fmla="*/ 267148 w 377751"/>
                    <a:gd name="connsiteY38" fmla="*/ 164692 h 166030"/>
                    <a:gd name="connsiteX39" fmla="*/ 268079 w 377751"/>
                    <a:gd name="connsiteY39" fmla="*/ 163775 h 166030"/>
                    <a:gd name="connsiteX40" fmla="*/ 273652 w 377751"/>
                    <a:gd name="connsiteY40" fmla="*/ 163804 h 166030"/>
                    <a:gd name="connsiteX41" fmla="*/ 274569 w 377751"/>
                    <a:gd name="connsiteY41" fmla="*/ 164735 h 166030"/>
                    <a:gd name="connsiteX42" fmla="*/ 273637 w 377751"/>
                    <a:gd name="connsiteY42" fmla="*/ 165652 h 166030"/>
                    <a:gd name="connsiteX43" fmla="*/ 255070 w 377751"/>
                    <a:gd name="connsiteY43" fmla="*/ 165550 h 166030"/>
                    <a:gd name="connsiteX44" fmla="*/ 255070 w 377751"/>
                    <a:gd name="connsiteY44" fmla="*/ 165550 h 166030"/>
                    <a:gd name="connsiteX45" fmla="*/ 249497 w 377751"/>
                    <a:gd name="connsiteY45" fmla="*/ 165521 h 166030"/>
                    <a:gd name="connsiteX46" fmla="*/ 248580 w 377751"/>
                    <a:gd name="connsiteY46" fmla="*/ 164590 h 166030"/>
                    <a:gd name="connsiteX47" fmla="*/ 249511 w 377751"/>
                    <a:gd name="connsiteY47" fmla="*/ 163673 h 166030"/>
                    <a:gd name="connsiteX48" fmla="*/ 249511 w 377751"/>
                    <a:gd name="connsiteY48" fmla="*/ 163673 h 166030"/>
                    <a:gd name="connsiteX49" fmla="*/ 255085 w 377751"/>
                    <a:gd name="connsiteY49" fmla="*/ 163702 h 166030"/>
                    <a:gd name="connsiteX50" fmla="*/ 256001 w 377751"/>
                    <a:gd name="connsiteY50" fmla="*/ 164633 h 166030"/>
                    <a:gd name="connsiteX51" fmla="*/ 255070 w 377751"/>
                    <a:gd name="connsiteY51" fmla="*/ 165550 h 166030"/>
                    <a:gd name="connsiteX52" fmla="*/ 236503 w 377751"/>
                    <a:gd name="connsiteY52" fmla="*/ 165434 h 166030"/>
                    <a:gd name="connsiteX53" fmla="*/ 236503 w 377751"/>
                    <a:gd name="connsiteY53" fmla="*/ 165434 h 166030"/>
                    <a:gd name="connsiteX54" fmla="*/ 230929 w 377751"/>
                    <a:gd name="connsiteY54" fmla="*/ 165405 h 166030"/>
                    <a:gd name="connsiteX55" fmla="*/ 230013 w 377751"/>
                    <a:gd name="connsiteY55" fmla="*/ 164473 h 166030"/>
                    <a:gd name="connsiteX56" fmla="*/ 230944 w 377751"/>
                    <a:gd name="connsiteY56" fmla="*/ 163557 h 166030"/>
                    <a:gd name="connsiteX57" fmla="*/ 230944 w 377751"/>
                    <a:gd name="connsiteY57" fmla="*/ 163557 h 166030"/>
                    <a:gd name="connsiteX58" fmla="*/ 236517 w 377751"/>
                    <a:gd name="connsiteY58" fmla="*/ 163586 h 166030"/>
                    <a:gd name="connsiteX59" fmla="*/ 237434 w 377751"/>
                    <a:gd name="connsiteY59" fmla="*/ 164517 h 166030"/>
                    <a:gd name="connsiteX60" fmla="*/ 236503 w 377751"/>
                    <a:gd name="connsiteY60" fmla="*/ 165434 h 166030"/>
                    <a:gd name="connsiteX61" fmla="*/ 217935 w 377751"/>
                    <a:gd name="connsiteY61" fmla="*/ 165332 h 166030"/>
                    <a:gd name="connsiteX62" fmla="*/ 217935 w 377751"/>
                    <a:gd name="connsiteY62" fmla="*/ 165332 h 166030"/>
                    <a:gd name="connsiteX63" fmla="*/ 212362 w 377751"/>
                    <a:gd name="connsiteY63" fmla="*/ 165303 h 166030"/>
                    <a:gd name="connsiteX64" fmla="*/ 211445 w 377751"/>
                    <a:gd name="connsiteY64" fmla="*/ 164372 h 166030"/>
                    <a:gd name="connsiteX65" fmla="*/ 212376 w 377751"/>
                    <a:gd name="connsiteY65" fmla="*/ 163455 h 166030"/>
                    <a:gd name="connsiteX66" fmla="*/ 212376 w 377751"/>
                    <a:gd name="connsiteY66" fmla="*/ 163455 h 166030"/>
                    <a:gd name="connsiteX67" fmla="*/ 217950 w 377751"/>
                    <a:gd name="connsiteY67" fmla="*/ 163484 h 166030"/>
                    <a:gd name="connsiteX68" fmla="*/ 218866 w 377751"/>
                    <a:gd name="connsiteY68" fmla="*/ 164415 h 166030"/>
                    <a:gd name="connsiteX69" fmla="*/ 217935 w 377751"/>
                    <a:gd name="connsiteY69" fmla="*/ 165332 h 166030"/>
                    <a:gd name="connsiteX70" fmla="*/ 199368 w 377751"/>
                    <a:gd name="connsiteY70" fmla="*/ 165230 h 166030"/>
                    <a:gd name="connsiteX71" fmla="*/ 199368 w 377751"/>
                    <a:gd name="connsiteY71" fmla="*/ 165230 h 166030"/>
                    <a:gd name="connsiteX72" fmla="*/ 193795 w 377751"/>
                    <a:gd name="connsiteY72" fmla="*/ 165201 h 166030"/>
                    <a:gd name="connsiteX73" fmla="*/ 192878 w 377751"/>
                    <a:gd name="connsiteY73" fmla="*/ 164270 h 166030"/>
                    <a:gd name="connsiteX74" fmla="*/ 193809 w 377751"/>
                    <a:gd name="connsiteY74" fmla="*/ 163353 h 166030"/>
                    <a:gd name="connsiteX75" fmla="*/ 193809 w 377751"/>
                    <a:gd name="connsiteY75" fmla="*/ 163353 h 166030"/>
                    <a:gd name="connsiteX76" fmla="*/ 199382 w 377751"/>
                    <a:gd name="connsiteY76" fmla="*/ 163382 h 166030"/>
                    <a:gd name="connsiteX77" fmla="*/ 200299 w 377751"/>
                    <a:gd name="connsiteY77" fmla="*/ 164313 h 166030"/>
                    <a:gd name="connsiteX78" fmla="*/ 199368 w 377751"/>
                    <a:gd name="connsiteY78" fmla="*/ 165230 h 166030"/>
                    <a:gd name="connsiteX79" fmla="*/ 180800 w 377751"/>
                    <a:gd name="connsiteY79" fmla="*/ 165114 h 166030"/>
                    <a:gd name="connsiteX80" fmla="*/ 180800 w 377751"/>
                    <a:gd name="connsiteY80" fmla="*/ 165114 h 166030"/>
                    <a:gd name="connsiteX81" fmla="*/ 175227 w 377751"/>
                    <a:gd name="connsiteY81" fmla="*/ 165085 h 166030"/>
                    <a:gd name="connsiteX82" fmla="*/ 174310 w 377751"/>
                    <a:gd name="connsiteY82" fmla="*/ 164153 h 166030"/>
                    <a:gd name="connsiteX83" fmla="*/ 175242 w 377751"/>
                    <a:gd name="connsiteY83" fmla="*/ 163236 h 166030"/>
                    <a:gd name="connsiteX84" fmla="*/ 175242 w 377751"/>
                    <a:gd name="connsiteY84" fmla="*/ 163236 h 166030"/>
                    <a:gd name="connsiteX85" fmla="*/ 180815 w 377751"/>
                    <a:gd name="connsiteY85" fmla="*/ 163266 h 166030"/>
                    <a:gd name="connsiteX86" fmla="*/ 181731 w 377751"/>
                    <a:gd name="connsiteY86" fmla="*/ 164197 h 166030"/>
                    <a:gd name="connsiteX87" fmla="*/ 180800 w 377751"/>
                    <a:gd name="connsiteY87" fmla="*/ 165114 h 166030"/>
                    <a:gd name="connsiteX88" fmla="*/ 162233 w 377751"/>
                    <a:gd name="connsiteY88" fmla="*/ 165012 h 166030"/>
                    <a:gd name="connsiteX89" fmla="*/ 162233 w 377751"/>
                    <a:gd name="connsiteY89" fmla="*/ 165012 h 166030"/>
                    <a:gd name="connsiteX90" fmla="*/ 156660 w 377751"/>
                    <a:gd name="connsiteY90" fmla="*/ 164983 h 166030"/>
                    <a:gd name="connsiteX91" fmla="*/ 155743 w 377751"/>
                    <a:gd name="connsiteY91" fmla="*/ 164051 h 166030"/>
                    <a:gd name="connsiteX92" fmla="*/ 156674 w 377751"/>
                    <a:gd name="connsiteY92" fmla="*/ 163135 h 166030"/>
                    <a:gd name="connsiteX93" fmla="*/ 156674 w 377751"/>
                    <a:gd name="connsiteY93" fmla="*/ 163135 h 166030"/>
                    <a:gd name="connsiteX94" fmla="*/ 162247 w 377751"/>
                    <a:gd name="connsiteY94" fmla="*/ 163164 h 166030"/>
                    <a:gd name="connsiteX95" fmla="*/ 163164 w 377751"/>
                    <a:gd name="connsiteY95" fmla="*/ 164095 h 166030"/>
                    <a:gd name="connsiteX96" fmla="*/ 162233 w 377751"/>
                    <a:gd name="connsiteY96" fmla="*/ 165012 h 166030"/>
                    <a:gd name="connsiteX97" fmla="*/ 143665 w 377751"/>
                    <a:gd name="connsiteY97" fmla="*/ 164910 h 166030"/>
                    <a:gd name="connsiteX98" fmla="*/ 143665 w 377751"/>
                    <a:gd name="connsiteY98" fmla="*/ 164910 h 166030"/>
                    <a:gd name="connsiteX99" fmla="*/ 138092 w 377751"/>
                    <a:gd name="connsiteY99" fmla="*/ 164881 h 166030"/>
                    <a:gd name="connsiteX100" fmla="*/ 137175 w 377751"/>
                    <a:gd name="connsiteY100" fmla="*/ 163950 h 166030"/>
                    <a:gd name="connsiteX101" fmla="*/ 138107 w 377751"/>
                    <a:gd name="connsiteY101" fmla="*/ 163033 h 166030"/>
                    <a:gd name="connsiteX102" fmla="*/ 138107 w 377751"/>
                    <a:gd name="connsiteY102" fmla="*/ 163033 h 166030"/>
                    <a:gd name="connsiteX103" fmla="*/ 143680 w 377751"/>
                    <a:gd name="connsiteY103" fmla="*/ 163062 h 166030"/>
                    <a:gd name="connsiteX104" fmla="*/ 144597 w 377751"/>
                    <a:gd name="connsiteY104" fmla="*/ 163993 h 166030"/>
                    <a:gd name="connsiteX105" fmla="*/ 143665 w 377751"/>
                    <a:gd name="connsiteY105" fmla="*/ 164910 h 166030"/>
                    <a:gd name="connsiteX106" fmla="*/ 125098 w 377751"/>
                    <a:gd name="connsiteY106" fmla="*/ 164793 h 166030"/>
                    <a:gd name="connsiteX107" fmla="*/ 125098 w 377751"/>
                    <a:gd name="connsiteY107" fmla="*/ 164793 h 166030"/>
                    <a:gd name="connsiteX108" fmla="*/ 119525 w 377751"/>
                    <a:gd name="connsiteY108" fmla="*/ 164764 h 166030"/>
                    <a:gd name="connsiteX109" fmla="*/ 118608 w 377751"/>
                    <a:gd name="connsiteY109" fmla="*/ 163833 h 166030"/>
                    <a:gd name="connsiteX110" fmla="*/ 119539 w 377751"/>
                    <a:gd name="connsiteY110" fmla="*/ 162916 h 166030"/>
                    <a:gd name="connsiteX111" fmla="*/ 119539 w 377751"/>
                    <a:gd name="connsiteY111" fmla="*/ 162916 h 166030"/>
                    <a:gd name="connsiteX112" fmla="*/ 125112 w 377751"/>
                    <a:gd name="connsiteY112" fmla="*/ 162946 h 166030"/>
                    <a:gd name="connsiteX113" fmla="*/ 126029 w 377751"/>
                    <a:gd name="connsiteY113" fmla="*/ 163877 h 166030"/>
                    <a:gd name="connsiteX114" fmla="*/ 125098 w 377751"/>
                    <a:gd name="connsiteY114" fmla="*/ 164793 h 166030"/>
                    <a:gd name="connsiteX115" fmla="*/ 106530 w 377751"/>
                    <a:gd name="connsiteY115" fmla="*/ 164692 h 166030"/>
                    <a:gd name="connsiteX116" fmla="*/ 106530 w 377751"/>
                    <a:gd name="connsiteY116" fmla="*/ 164692 h 166030"/>
                    <a:gd name="connsiteX117" fmla="*/ 100957 w 377751"/>
                    <a:gd name="connsiteY117" fmla="*/ 164663 h 166030"/>
                    <a:gd name="connsiteX118" fmla="*/ 100041 w 377751"/>
                    <a:gd name="connsiteY118" fmla="*/ 163731 h 166030"/>
                    <a:gd name="connsiteX119" fmla="*/ 100972 w 377751"/>
                    <a:gd name="connsiteY119" fmla="*/ 162815 h 166030"/>
                    <a:gd name="connsiteX120" fmla="*/ 100972 w 377751"/>
                    <a:gd name="connsiteY120" fmla="*/ 162815 h 166030"/>
                    <a:gd name="connsiteX121" fmla="*/ 106545 w 377751"/>
                    <a:gd name="connsiteY121" fmla="*/ 162844 h 166030"/>
                    <a:gd name="connsiteX122" fmla="*/ 107462 w 377751"/>
                    <a:gd name="connsiteY122" fmla="*/ 163775 h 166030"/>
                    <a:gd name="connsiteX123" fmla="*/ 106530 w 377751"/>
                    <a:gd name="connsiteY123" fmla="*/ 164692 h 166030"/>
                    <a:gd name="connsiteX124" fmla="*/ 87963 w 377751"/>
                    <a:gd name="connsiteY124" fmla="*/ 164590 h 166030"/>
                    <a:gd name="connsiteX125" fmla="*/ 87963 w 377751"/>
                    <a:gd name="connsiteY125" fmla="*/ 164590 h 166030"/>
                    <a:gd name="connsiteX126" fmla="*/ 82390 w 377751"/>
                    <a:gd name="connsiteY126" fmla="*/ 164561 h 166030"/>
                    <a:gd name="connsiteX127" fmla="*/ 81473 w 377751"/>
                    <a:gd name="connsiteY127" fmla="*/ 163629 h 166030"/>
                    <a:gd name="connsiteX128" fmla="*/ 82404 w 377751"/>
                    <a:gd name="connsiteY128" fmla="*/ 162713 h 166030"/>
                    <a:gd name="connsiteX129" fmla="*/ 87978 w 377751"/>
                    <a:gd name="connsiteY129" fmla="*/ 162742 h 166030"/>
                    <a:gd name="connsiteX130" fmla="*/ 88894 w 377751"/>
                    <a:gd name="connsiteY130" fmla="*/ 163673 h 166030"/>
                    <a:gd name="connsiteX131" fmla="*/ 87963 w 377751"/>
                    <a:gd name="connsiteY131" fmla="*/ 164590 h 166030"/>
                    <a:gd name="connsiteX132" fmla="*/ 69396 w 377751"/>
                    <a:gd name="connsiteY132" fmla="*/ 164473 h 166030"/>
                    <a:gd name="connsiteX133" fmla="*/ 69396 w 377751"/>
                    <a:gd name="connsiteY133" fmla="*/ 164473 h 166030"/>
                    <a:gd name="connsiteX134" fmla="*/ 63822 w 377751"/>
                    <a:gd name="connsiteY134" fmla="*/ 164444 h 166030"/>
                    <a:gd name="connsiteX135" fmla="*/ 62906 w 377751"/>
                    <a:gd name="connsiteY135" fmla="*/ 163513 h 166030"/>
                    <a:gd name="connsiteX136" fmla="*/ 63837 w 377751"/>
                    <a:gd name="connsiteY136" fmla="*/ 162596 h 166030"/>
                    <a:gd name="connsiteX137" fmla="*/ 63837 w 377751"/>
                    <a:gd name="connsiteY137" fmla="*/ 162596 h 166030"/>
                    <a:gd name="connsiteX138" fmla="*/ 69410 w 377751"/>
                    <a:gd name="connsiteY138" fmla="*/ 162625 h 166030"/>
                    <a:gd name="connsiteX139" fmla="*/ 70327 w 377751"/>
                    <a:gd name="connsiteY139" fmla="*/ 163557 h 166030"/>
                    <a:gd name="connsiteX140" fmla="*/ 69396 w 377751"/>
                    <a:gd name="connsiteY140" fmla="*/ 164473 h 166030"/>
                    <a:gd name="connsiteX141" fmla="*/ 50828 w 377751"/>
                    <a:gd name="connsiteY141" fmla="*/ 164372 h 166030"/>
                    <a:gd name="connsiteX142" fmla="*/ 50828 w 377751"/>
                    <a:gd name="connsiteY142" fmla="*/ 164372 h 166030"/>
                    <a:gd name="connsiteX143" fmla="*/ 45255 w 377751"/>
                    <a:gd name="connsiteY143" fmla="*/ 164342 h 166030"/>
                    <a:gd name="connsiteX144" fmla="*/ 44338 w 377751"/>
                    <a:gd name="connsiteY144" fmla="*/ 163411 h 166030"/>
                    <a:gd name="connsiteX145" fmla="*/ 45269 w 377751"/>
                    <a:gd name="connsiteY145" fmla="*/ 162494 h 166030"/>
                    <a:gd name="connsiteX146" fmla="*/ 45269 w 377751"/>
                    <a:gd name="connsiteY146" fmla="*/ 162494 h 166030"/>
                    <a:gd name="connsiteX147" fmla="*/ 50843 w 377751"/>
                    <a:gd name="connsiteY147" fmla="*/ 162523 h 166030"/>
                    <a:gd name="connsiteX148" fmla="*/ 51759 w 377751"/>
                    <a:gd name="connsiteY148" fmla="*/ 163455 h 166030"/>
                    <a:gd name="connsiteX149" fmla="*/ 50828 w 377751"/>
                    <a:gd name="connsiteY149" fmla="*/ 164372 h 166030"/>
                    <a:gd name="connsiteX150" fmla="*/ 32479 w 377751"/>
                    <a:gd name="connsiteY150" fmla="*/ 162291 h 166030"/>
                    <a:gd name="connsiteX151" fmla="*/ 32188 w 377751"/>
                    <a:gd name="connsiteY151" fmla="*/ 162247 h 166030"/>
                    <a:gd name="connsiteX152" fmla="*/ 26920 w 377751"/>
                    <a:gd name="connsiteY152" fmla="*/ 160093 h 166030"/>
                    <a:gd name="connsiteX153" fmla="*/ 26498 w 377751"/>
                    <a:gd name="connsiteY153" fmla="*/ 158857 h 166030"/>
                    <a:gd name="connsiteX154" fmla="*/ 27735 w 377751"/>
                    <a:gd name="connsiteY154" fmla="*/ 158435 h 166030"/>
                    <a:gd name="connsiteX155" fmla="*/ 32770 w 377751"/>
                    <a:gd name="connsiteY155" fmla="*/ 160501 h 166030"/>
                    <a:gd name="connsiteX156" fmla="*/ 33367 w 377751"/>
                    <a:gd name="connsiteY156" fmla="*/ 161680 h 166030"/>
                    <a:gd name="connsiteX157" fmla="*/ 32479 w 377751"/>
                    <a:gd name="connsiteY157" fmla="*/ 162320 h 166030"/>
                    <a:gd name="connsiteX158" fmla="*/ 359432 w 377751"/>
                    <a:gd name="connsiteY158" fmla="*/ 159701 h 166030"/>
                    <a:gd name="connsiteX159" fmla="*/ 358704 w 377751"/>
                    <a:gd name="connsiteY159" fmla="*/ 159351 h 166030"/>
                    <a:gd name="connsiteX160" fmla="*/ 358850 w 377751"/>
                    <a:gd name="connsiteY160" fmla="*/ 158042 h 166030"/>
                    <a:gd name="connsiteX161" fmla="*/ 362706 w 377751"/>
                    <a:gd name="connsiteY161" fmla="*/ 154287 h 166030"/>
                    <a:gd name="connsiteX162" fmla="*/ 364016 w 377751"/>
                    <a:gd name="connsiteY162" fmla="*/ 154186 h 166030"/>
                    <a:gd name="connsiteX163" fmla="*/ 364117 w 377751"/>
                    <a:gd name="connsiteY163" fmla="*/ 155495 h 166030"/>
                    <a:gd name="connsiteX164" fmla="*/ 359999 w 377751"/>
                    <a:gd name="connsiteY164" fmla="*/ 159497 h 166030"/>
                    <a:gd name="connsiteX165" fmla="*/ 359417 w 377751"/>
                    <a:gd name="connsiteY165" fmla="*/ 159701 h 166030"/>
                    <a:gd name="connsiteX166" fmla="*/ 16807 w 377751"/>
                    <a:gd name="connsiteY166" fmla="*/ 152687 h 166030"/>
                    <a:gd name="connsiteX167" fmla="*/ 16152 w 377751"/>
                    <a:gd name="connsiteY167" fmla="*/ 152425 h 166030"/>
                    <a:gd name="connsiteX168" fmla="*/ 12384 w 377751"/>
                    <a:gd name="connsiteY168" fmla="*/ 148147 h 166030"/>
                    <a:gd name="connsiteX169" fmla="*/ 12558 w 377751"/>
                    <a:gd name="connsiteY169" fmla="*/ 146852 h 166030"/>
                    <a:gd name="connsiteX170" fmla="*/ 13853 w 377751"/>
                    <a:gd name="connsiteY170" fmla="*/ 147026 h 166030"/>
                    <a:gd name="connsiteX171" fmla="*/ 17447 w 377751"/>
                    <a:gd name="connsiteY171" fmla="*/ 151101 h 166030"/>
                    <a:gd name="connsiteX172" fmla="*/ 17447 w 377751"/>
                    <a:gd name="connsiteY172" fmla="*/ 152410 h 166030"/>
                    <a:gd name="connsiteX173" fmla="*/ 16793 w 377751"/>
                    <a:gd name="connsiteY173" fmla="*/ 152687 h 166030"/>
                    <a:gd name="connsiteX174" fmla="*/ 369370 w 377751"/>
                    <a:gd name="connsiteY174" fmla="*/ 144393 h 166030"/>
                    <a:gd name="connsiteX175" fmla="*/ 369138 w 377751"/>
                    <a:gd name="connsiteY175" fmla="*/ 144363 h 166030"/>
                    <a:gd name="connsiteX176" fmla="*/ 368468 w 377751"/>
                    <a:gd name="connsiteY176" fmla="*/ 143228 h 166030"/>
                    <a:gd name="connsiteX177" fmla="*/ 369065 w 377751"/>
                    <a:gd name="connsiteY177" fmla="*/ 140318 h 166030"/>
                    <a:gd name="connsiteX178" fmla="*/ 369429 w 377751"/>
                    <a:gd name="connsiteY178" fmla="*/ 137859 h 166030"/>
                    <a:gd name="connsiteX179" fmla="*/ 370476 w 377751"/>
                    <a:gd name="connsiteY179" fmla="*/ 137073 h 166030"/>
                    <a:gd name="connsiteX180" fmla="*/ 371262 w 377751"/>
                    <a:gd name="connsiteY180" fmla="*/ 138121 h 166030"/>
                    <a:gd name="connsiteX181" fmla="*/ 370898 w 377751"/>
                    <a:gd name="connsiteY181" fmla="*/ 140595 h 166030"/>
                    <a:gd name="connsiteX182" fmla="*/ 370273 w 377751"/>
                    <a:gd name="connsiteY182" fmla="*/ 143709 h 166030"/>
                    <a:gd name="connsiteX183" fmla="*/ 369370 w 377751"/>
                    <a:gd name="connsiteY183" fmla="*/ 144407 h 166030"/>
                    <a:gd name="connsiteX184" fmla="*/ 7029 w 377751"/>
                    <a:gd name="connsiteY184" fmla="*/ 137088 h 166030"/>
                    <a:gd name="connsiteX185" fmla="*/ 6156 w 377751"/>
                    <a:gd name="connsiteY185" fmla="*/ 136462 h 166030"/>
                    <a:gd name="connsiteX186" fmla="*/ 4700 w 377751"/>
                    <a:gd name="connsiteY186" fmla="*/ 130962 h 166030"/>
                    <a:gd name="connsiteX187" fmla="*/ 5443 w 377751"/>
                    <a:gd name="connsiteY187" fmla="*/ 129870 h 166030"/>
                    <a:gd name="connsiteX188" fmla="*/ 6534 w 377751"/>
                    <a:gd name="connsiteY188" fmla="*/ 130612 h 166030"/>
                    <a:gd name="connsiteX189" fmla="*/ 7916 w 377751"/>
                    <a:gd name="connsiteY189" fmla="*/ 135865 h 166030"/>
                    <a:gd name="connsiteX190" fmla="*/ 7334 w 377751"/>
                    <a:gd name="connsiteY190" fmla="*/ 137044 h 166030"/>
                    <a:gd name="connsiteX191" fmla="*/ 7029 w 377751"/>
                    <a:gd name="connsiteY191" fmla="*/ 137088 h 166030"/>
                    <a:gd name="connsiteX192" fmla="*/ 372062 w 377751"/>
                    <a:gd name="connsiteY192" fmla="*/ 126029 h 166030"/>
                    <a:gd name="connsiteX193" fmla="*/ 371946 w 377751"/>
                    <a:gd name="connsiteY193" fmla="*/ 126029 h 166030"/>
                    <a:gd name="connsiteX194" fmla="*/ 371146 w 377751"/>
                    <a:gd name="connsiteY194" fmla="*/ 124996 h 166030"/>
                    <a:gd name="connsiteX195" fmla="*/ 371800 w 377751"/>
                    <a:gd name="connsiteY195" fmla="*/ 119466 h 166030"/>
                    <a:gd name="connsiteX196" fmla="*/ 372834 w 377751"/>
                    <a:gd name="connsiteY196" fmla="*/ 118651 h 166030"/>
                    <a:gd name="connsiteX197" fmla="*/ 373649 w 377751"/>
                    <a:gd name="connsiteY197" fmla="*/ 119684 h 166030"/>
                    <a:gd name="connsiteX198" fmla="*/ 372979 w 377751"/>
                    <a:gd name="connsiteY198" fmla="*/ 125228 h 166030"/>
                    <a:gd name="connsiteX199" fmla="*/ 372062 w 377751"/>
                    <a:gd name="connsiteY199" fmla="*/ 126043 h 166030"/>
                    <a:gd name="connsiteX200" fmla="*/ 4700 w 377751"/>
                    <a:gd name="connsiteY200" fmla="*/ 118768 h 166030"/>
                    <a:gd name="connsiteX201" fmla="*/ 3769 w 377751"/>
                    <a:gd name="connsiteY201" fmla="*/ 117866 h 166030"/>
                    <a:gd name="connsiteX202" fmla="*/ 3595 w 377751"/>
                    <a:gd name="connsiteY202" fmla="*/ 112292 h 166030"/>
                    <a:gd name="connsiteX203" fmla="*/ 4497 w 377751"/>
                    <a:gd name="connsiteY203" fmla="*/ 111332 h 166030"/>
                    <a:gd name="connsiteX204" fmla="*/ 5457 w 377751"/>
                    <a:gd name="connsiteY204" fmla="*/ 112234 h 166030"/>
                    <a:gd name="connsiteX205" fmla="*/ 5632 w 377751"/>
                    <a:gd name="connsiteY205" fmla="*/ 117807 h 166030"/>
                    <a:gd name="connsiteX206" fmla="*/ 4730 w 377751"/>
                    <a:gd name="connsiteY206" fmla="*/ 118768 h 166030"/>
                    <a:gd name="connsiteX207" fmla="*/ 4700 w 377751"/>
                    <a:gd name="connsiteY207" fmla="*/ 118768 h 166030"/>
                    <a:gd name="connsiteX208" fmla="*/ 374085 w 377751"/>
                    <a:gd name="connsiteY208" fmla="*/ 107563 h 166030"/>
                    <a:gd name="connsiteX209" fmla="*/ 373998 w 377751"/>
                    <a:gd name="connsiteY209" fmla="*/ 107563 h 166030"/>
                    <a:gd name="connsiteX210" fmla="*/ 373168 w 377751"/>
                    <a:gd name="connsiteY210" fmla="*/ 106545 h 166030"/>
                    <a:gd name="connsiteX211" fmla="*/ 373678 w 377751"/>
                    <a:gd name="connsiteY211" fmla="*/ 101001 h 166030"/>
                    <a:gd name="connsiteX212" fmla="*/ 374682 w 377751"/>
                    <a:gd name="connsiteY212" fmla="*/ 100157 h 166030"/>
                    <a:gd name="connsiteX213" fmla="*/ 375526 w 377751"/>
                    <a:gd name="connsiteY213" fmla="*/ 101161 h 166030"/>
                    <a:gd name="connsiteX214" fmla="*/ 375016 w 377751"/>
                    <a:gd name="connsiteY214" fmla="*/ 106719 h 166030"/>
                    <a:gd name="connsiteX215" fmla="*/ 374100 w 377751"/>
                    <a:gd name="connsiteY215" fmla="*/ 107563 h 166030"/>
                    <a:gd name="connsiteX216" fmla="*/ 4089 w 377751"/>
                    <a:gd name="connsiteY216" fmla="*/ 100200 h 166030"/>
                    <a:gd name="connsiteX217" fmla="*/ 3158 w 377751"/>
                    <a:gd name="connsiteY217" fmla="*/ 99298 h 166030"/>
                    <a:gd name="connsiteX218" fmla="*/ 2983 w 377751"/>
                    <a:gd name="connsiteY218" fmla="*/ 93725 h 166030"/>
                    <a:gd name="connsiteX219" fmla="*/ 3886 w 377751"/>
                    <a:gd name="connsiteY219" fmla="*/ 92765 h 166030"/>
                    <a:gd name="connsiteX220" fmla="*/ 4846 w 377751"/>
                    <a:gd name="connsiteY220" fmla="*/ 93667 h 166030"/>
                    <a:gd name="connsiteX221" fmla="*/ 5021 w 377751"/>
                    <a:gd name="connsiteY221" fmla="*/ 99240 h 166030"/>
                    <a:gd name="connsiteX222" fmla="*/ 4118 w 377751"/>
                    <a:gd name="connsiteY222" fmla="*/ 100200 h 166030"/>
                    <a:gd name="connsiteX223" fmla="*/ 4089 w 377751"/>
                    <a:gd name="connsiteY223" fmla="*/ 100200 h 166030"/>
                    <a:gd name="connsiteX224" fmla="*/ 375584 w 377751"/>
                    <a:gd name="connsiteY224" fmla="*/ 89054 h 166030"/>
                    <a:gd name="connsiteX225" fmla="*/ 375526 w 377751"/>
                    <a:gd name="connsiteY225" fmla="*/ 89054 h 166030"/>
                    <a:gd name="connsiteX226" fmla="*/ 374667 w 377751"/>
                    <a:gd name="connsiteY226" fmla="*/ 88064 h 166030"/>
                    <a:gd name="connsiteX227" fmla="*/ 375002 w 377751"/>
                    <a:gd name="connsiteY227" fmla="*/ 82506 h 166030"/>
                    <a:gd name="connsiteX228" fmla="*/ 375977 w 377751"/>
                    <a:gd name="connsiteY228" fmla="*/ 81633 h 166030"/>
                    <a:gd name="connsiteX229" fmla="*/ 376850 w 377751"/>
                    <a:gd name="connsiteY229" fmla="*/ 82608 h 166030"/>
                    <a:gd name="connsiteX230" fmla="*/ 376515 w 377751"/>
                    <a:gd name="connsiteY230" fmla="*/ 88181 h 166030"/>
                    <a:gd name="connsiteX231" fmla="*/ 375584 w 377751"/>
                    <a:gd name="connsiteY231" fmla="*/ 89054 h 166030"/>
                    <a:gd name="connsiteX232" fmla="*/ 3493 w 377751"/>
                    <a:gd name="connsiteY232" fmla="*/ 81647 h 166030"/>
                    <a:gd name="connsiteX233" fmla="*/ 2561 w 377751"/>
                    <a:gd name="connsiteY233" fmla="*/ 80745 h 166030"/>
                    <a:gd name="connsiteX234" fmla="*/ 2387 w 377751"/>
                    <a:gd name="connsiteY234" fmla="*/ 75172 h 166030"/>
                    <a:gd name="connsiteX235" fmla="*/ 3289 w 377751"/>
                    <a:gd name="connsiteY235" fmla="*/ 74212 h 166030"/>
                    <a:gd name="connsiteX236" fmla="*/ 4249 w 377751"/>
                    <a:gd name="connsiteY236" fmla="*/ 75114 h 166030"/>
                    <a:gd name="connsiteX237" fmla="*/ 4424 w 377751"/>
                    <a:gd name="connsiteY237" fmla="*/ 80687 h 166030"/>
                    <a:gd name="connsiteX238" fmla="*/ 3522 w 377751"/>
                    <a:gd name="connsiteY238" fmla="*/ 81647 h 166030"/>
                    <a:gd name="connsiteX239" fmla="*/ 3493 w 377751"/>
                    <a:gd name="connsiteY239" fmla="*/ 81647 h 166030"/>
                    <a:gd name="connsiteX240" fmla="*/ 376515 w 377751"/>
                    <a:gd name="connsiteY240" fmla="*/ 70516 h 166030"/>
                    <a:gd name="connsiteX241" fmla="*/ 376486 w 377751"/>
                    <a:gd name="connsiteY241" fmla="*/ 70516 h 166030"/>
                    <a:gd name="connsiteX242" fmla="*/ 375584 w 377751"/>
                    <a:gd name="connsiteY242" fmla="*/ 69555 h 166030"/>
                    <a:gd name="connsiteX243" fmla="*/ 375744 w 377751"/>
                    <a:gd name="connsiteY243" fmla="*/ 63997 h 166030"/>
                    <a:gd name="connsiteX244" fmla="*/ 376690 w 377751"/>
                    <a:gd name="connsiteY244" fmla="*/ 63094 h 166030"/>
                    <a:gd name="connsiteX245" fmla="*/ 377592 w 377751"/>
                    <a:gd name="connsiteY245" fmla="*/ 64040 h 166030"/>
                    <a:gd name="connsiteX246" fmla="*/ 377432 w 377751"/>
                    <a:gd name="connsiteY246" fmla="*/ 69613 h 166030"/>
                    <a:gd name="connsiteX247" fmla="*/ 376501 w 377751"/>
                    <a:gd name="connsiteY247" fmla="*/ 70516 h 166030"/>
                    <a:gd name="connsiteX248" fmla="*/ 2896 w 377751"/>
                    <a:gd name="connsiteY248" fmla="*/ 63094 h 166030"/>
                    <a:gd name="connsiteX249" fmla="*/ 1965 w 377751"/>
                    <a:gd name="connsiteY249" fmla="*/ 62192 h 166030"/>
                    <a:gd name="connsiteX250" fmla="*/ 1790 w 377751"/>
                    <a:gd name="connsiteY250" fmla="*/ 56619 h 166030"/>
                    <a:gd name="connsiteX251" fmla="*/ 2692 w 377751"/>
                    <a:gd name="connsiteY251" fmla="*/ 55659 h 166030"/>
                    <a:gd name="connsiteX252" fmla="*/ 3653 w 377751"/>
                    <a:gd name="connsiteY252" fmla="*/ 56561 h 166030"/>
                    <a:gd name="connsiteX253" fmla="*/ 3827 w 377751"/>
                    <a:gd name="connsiteY253" fmla="*/ 62134 h 166030"/>
                    <a:gd name="connsiteX254" fmla="*/ 2925 w 377751"/>
                    <a:gd name="connsiteY254" fmla="*/ 63094 h 166030"/>
                    <a:gd name="connsiteX255" fmla="*/ 2896 w 377751"/>
                    <a:gd name="connsiteY255" fmla="*/ 63094 h 166030"/>
                    <a:gd name="connsiteX256" fmla="*/ 376821 w 377751"/>
                    <a:gd name="connsiteY256" fmla="*/ 51948 h 166030"/>
                    <a:gd name="connsiteX257" fmla="*/ 375889 w 377751"/>
                    <a:gd name="connsiteY257" fmla="*/ 51017 h 166030"/>
                    <a:gd name="connsiteX258" fmla="*/ 375846 w 377751"/>
                    <a:gd name="connsiteY258" fmla="*/ 45458 h 166030"/>
                    <a:gd name="connsiteX259" fmla="*/ 376763 w 377751"/>
                    <a:gd name="connsiteY259" fmla="*/ 44512 h 166030"/>
                    <a:gd name="connsiteX260" fmla="*/ 377708 w 377751"/>
                    <a:gd name="connsiteY260" fmla="*/ 45429 h 166030"/>
                    <a:gd name="connsiteX261" fmla="*/ 377752 w 377751"/>
                    <a:gd name="connsiteY261" fmla="*/ 51002 h 166030"/>
                    <a:gd name="connsiteX262" fmla="*/ 376821 w 377751"/>
                    <a:gd name="connsiteY262" fmla="*/ 51934 h 166030"/>
                    <a:gd name="connsiteX263" fmla="*/ 376821 w 377751"/>
                    <a:gd name="connsiteY263" fmla="*/ 51934 h 166030"/>
                    <a:gd name="connsiteX264" fmla="*/ 2300 w 377751"/>
                    <a:gd name="connsiteY264" fmla="*/ 44542 h 166030"/>
                    <a:gd name="connsiteX265" fmla="*/ 1368 w 377751"/>
                    <a:gd name="connsiteY265" fmla="*/ 43639 h 166030"/>
                    <a:gd name="connsiteX266" fmla="*/ 1194 w 377751"/>
                    <a:gd name="connsiteY266" fmla="*/ 38066 h 166030"/>
                    <a:gd name="connsiteX267" fmla="*/ 2096 w 377751"/>
                    <a:gd name="connsiteY267" fmla="*/ 37106 h 166030"/>
                    <a:gd name="connsiteX268" fmla="*/ 3056 w 377751"/>
                    <a:gd name="connsiteY268" fmla="*/ 38008 h 166030"/>
                    <a:gd name="connsiteX269" fmla="*/ 3231 w 377751"/>
                    <a:gd name="connsiteY269" fmla="*/ 43581 h 166030"/>
                    <a:gd name="connsiteX270" fmla="*/ 2329 w 377751"/>
                    <a:gd name="connsiteY270" fmla="*/ 44542 h 166030"/>
                    <a:gd name="connsiteX271" fmla="*/ 2300 w 377751"/>
                    <a:gd name="connsiteY271" fmla="*/ 44542 h 166030"/>
                    <a:gd name="connsiteX272" fmla="*/ 376428 w 377751"/>
                    <a:gd name="connsiteY272" fmla="*/ 33395 h 166030"/>
                    <a:gd name="connsiteX273" fmla="*/ 375497 w 377751"/>
                    <a:gd name="connsiteY273" fmla="*/ 32508 h 166030"/>
                    <a:gd name="connsiteX274" fmla="*/ 375235 w 377751"/>
                    <a:gd name="connsiteY274" fmla="*/ 26964 h 166030"/>
                    <a:gd name="connsiteX275" fmla="*/ 376108 w 377751"/>
                    <a:gd name="connsiteY275" fmla="*/ 25989 h 166030"/>
                    <a:gd name="connsiteX276" fmla="*/ 377083 w 377751"/>
                    <a:gd name="connsiteY276" fmla="*/ 26862 h 166030"/>
                    <a:gd name="connsiteX277" fmla="*/ 377359 w 377751"/>
                    <a:gd name="connsiteY277" fmla="*/ 32435 h 166030"/>
                    <a:gd name="connsiteX278" fmla="*/ 376471 w 377751"/>
                    <a:gd name="connsiteY278" fmla="*/ 33395 h 166030"/>
                    <a:gd name="connsiteX279" fmla="*/ 376428 w 377751"/>
                    <a:gd name="connsiteY279" fmla="*/ 33395 h 166030"/>
                    <a:gd name="connsiteX280" fmla="*/ 1703 w 377751"/>
                    <a:gd name="connsiteY280" fmla="*/ 25989 h 166030"/>
                    <a:gd name="connsiteX281" fmla="*/ 772 w 377751"/>
                    <a:gd name="connsiteY281" fmla="*/ 25086 h 166030"/>
                    <a:gd name="connsiteX282" fmla="*/ 597 w 377751"/>
                    <a:gd name="connsiteY282" fmla="*/ 19513 h 166030"/>
                    <a:gd name="connsiteX283" fmla="*/ 1499 w 377751"/>
                    <a:gd name="connsiteY283" fmla="*/ 18553 h 166030"/>
                    <a:gd name="connsiteX284" fmla="*/ 2460 w 377751"/>
                    <a:gd name="connsiteY284" fmla="*/ 19455 h 166030"/>
                    <a:gd name="connsiteX285" fmla="*/ 2634 w 377751"/>
                    <a:gd name="connsiteY285" fmla="*/ 25014 h 166030"/>
                    <a:gd name="connsiteX286" fmla="*/ 1732 w 377751"/>
                    <a:gd name="connsiteY286" fmla="*/ 25974 h 166030"/>
                    <a:gd name="connsiteX287" fmla="*/ 1703 w 377751"/>
                    <a:gd name="connsiteY287" fmla="*/ 25974 h 166030"/>
                    <a:gd name="connsiteX288" fmla="*/ 375235 w 377751"/>
                    <a:gd name="connsiteY288" fmla="*/ 14871 h 166030"/>
                    <a:gd name="connsiteX289" fmla="*/ 374318 w 377751"/>
                    <a:gd name="connsiteY289" fmla="*/ 14027 h 166030"/>
                    <a:gd name="connsiteX290" fmla="*/ 373780 w 377751"/>
                    <a:gd name="connsiteY290" fmla="*/ 8498 h 166030"/>
                    <a:gd name="connsiteX291" fmla="*/ 374609 w 377751"/>
                    <a:gd name="connsiteY291" fmla="*/ 7479 h 166030"/>
                    <a:gd name="connsiteX292" fmla="*/ 375627 w 377751"/>
                    <a:gd name="connsiteY292" fmla="*/ 8309 h 166030"/>
                    <a:gd name="connsiteX293" fmla="*/ 376166 w 377751"/>
                    <a:gd name="connsiteY293" fmla="*/ 13867 h 166030"/>
                    <a:gd name="connsiteX294" fmla="*/ 375322 w 377751"/>
                    <a:gd name="connsiteY294" fmla="*/ 14871 h 166030"/>
                    <a:gd name="connsiteX295" fmla="*/ 375235 w 377751"/>
                    <a:gd name="connsiteY295" fmla="*/ 14871 h 166030"/>
                    <a:gd name="connsiteX296" fmla="*/ 1106 w 377751"/>
                    <a:gd name="connsiteY296" fmla="*/ 7436 h 166030"/>
                    <a:gd name="connsiteX297" fmla="*/ 175 w 377751"/>
                    <a:gd name="connsiteY297" fmla="*/ 6534 h 166030"/>
                    <a:gd name="connsiteX298" fmla="*/ 0 w 377751"/>
                    <a:gd name="connsiteY298" fmla="*/ 960 h 166030"/>
                    <a:gd name="connsiteX299" fmla="*/ 903 w 377751"/>
                    <a:gd name="connsiteY299" fmla="*/ 0 h 166030"/>
                    <a:gd name="connsiteX300" fmla="*/ 1863 w 377751"/>
                    <a:gd name="connsiteY300" fmla="*/ 902 h 166030"/>
                    <a:gd name="connsiteX301" fmla="*/ 2038 w 377751"/>
                    <a:gd name="connsiteY301" fmla="*/ 6475 h 166030"/>
                    <a:gd name="connsiteX302" fmla="*/ 1135 w 377751"/>
                    <a:gd name="connsiteY302" fmla="*/ 7436 h 166030"/>
                    <a:gd name="connsiteX303" fmla="*/ 1106 w 377751"/>
                    <a:gd name="connsiteY303" fmla="*/ 7436 h 166030"/>
                    <a:gd name="connsiteX304" fmla="*/ 368352 w 377751"/>
                    <a:gd name="connsiteY304" fmla="*/ 1863 h 166030"/>
                    <a:gd name="connsiteX305" fmla="*/ 362779 w 377751"/>
                    <a:gd name="connsiteY305" fmla="*/ 1863 h 166030"/>
                    <a:gd name="connsiteX306" fmla="*/ 361847 w 377751"/>
                    <a:gd name="connsiteY306" fmla="*/ 931 h 166030"/>
                    <a:gd name="connsiteX307" fmla="*/ 362779 w 377751"/>
                    <a:gd name="connsiteY307" fmla="*/ 0 h 166030"/>
                    <a:gd name="connsiteX308" fmla="*/ 368352 w 377751"/>
                    <a:gd name="connsiteY308" fmla="*/ 0 h 166030"/>
                    <a:gd name="connsiteX309" fmla="*/ 369283 w 377751"/>
                    <a:gd name="connsiteY309" fmla="*/ 931 h 166030"/>
                    <a:gd name="connsiteX310" fmla="*/ 368352 w 377751"/>
                    <a:gd name="connsiteY310" fmla="*/ 1863 h 166030"/>
                    <a:gd name="connsiteX311" fmla="*/ 349784 w 377751"/>
                    <a:gd name="connsiteY311" fmla="*/ 1863 h 166030"/>
                    <a:gd name="connsiteX312" fmla="*/ 344211 w 377751"/>
                    <a:gd name="connsiteY312" fmla="*/ 1863 h 166030"/>
                    <a:gd name="connsiteX313" fmla="*/ 343280 w 377751"/>
                    <a:gd name="connsiteY313" fmla="*/ 931 h 166030"/>
                    <a:gd name="connsiteX314" fmla="*/ 344211 w 377751"/>
                    <a:gd name="connsiteY314" fmla="*/ 0 h 166030"/>
                    <a:gd name="connsiteX315" fmla="*/ 349784 w 377751"/>
                    <a:gd name="connsiteY315" fmla="*/ 0 h 166030"/>
                    <a:gd name="connsiteX316" fmla="*/ 350716 w 377751"/>
                    <a:gd name="connsiteY316" fmla="*/ 931 h 166030"/>
                    <a:gd name="connsiteX317" fmla="*/ 349784 w 377751"/>
                    <a:gd name="connsiteY317" fmla="*/ 1863 h 166030"/>
                    <a:gd name="connsiteX318" fmla="*/ 331217 w 377751"/>
                    <a:gd name="connsiteY318" fmla="*/ 1863 h 166030"/>
                    <a:gd name="connsiteX319" fmla="*/ 325644 w 377751"/>
                    <a:gd name="connsiteY319" fmla="*/ 1863 h 166030"/>
                    <a:gd name="connsiteX320" fmla="*/ 324713 w 377751"/>
                    <a:gd name="connsiteY320" fmla="*/ 931 h 166030"/>
                    <a:gd name="connsiteX321" fmla="*/ 325644 w 377751"/>
                    <a:gd name="connsiteY321" fmla="*/ 0 h 166030"/>
                    <a:gd name="connsiteX322" fmla="*/ 331217 w 377751"/>
                    <a:gd name="connsiteY322" fmla="*/ 0 h 166030"/>
                    <a:gd name="connsiteX323" fmla="*/ 332148 w 377751"/>
                    <a:gd name="connsiteY323" fmla="*/ 931 h 166030"/>
                    <a:gd name="connsiteX324" fmla="*/ 331217 w 377751"/>
                    <a:gd name="connsiteY324" fmla="*/ 1863 h 166030"/>
                    <a:gd name="connsiteX325" fmla="*/ 312650 w 377751"/>
                    <a:gd name="connsiteY325" fmla="*/ 1863 h 166030"/>
                    <a:gd name="connsiteX326" fmla="*/ 307076 w 377751"/>
                    <a:gd name="connsiteY326" fmla="*/ 1863 h 166030"/>
                    <a:gd name="connsiteX327" fmla="*/ 306145 w 377751"/>
                    <a:gd name="connsiteY327" fmla="*/ 931 h 166030"/>
                    <a:gd name="connsiteX328" fmla="*/ 307076 w 377751"/>
                    <a:gd name="connsiteY328" fmla="*/ 0 h 166030"/>
                    <a:gd name="connsiteX329" fmla="*/ 312650 w 377751"/>
                    <a:gd name="connsiteY329" fmla="*/ 0 h 166030"/>
                    <a:gd name="connsiteX330" fmla="*/ 313581 w 377751"/>
                    <a:gd name="connsiteY330" fmla="*/ 931 h 166030"/>
                    <a:gd name="connsiteX331" fmla="*/ 312650 w 377751"/>
                    <a:gd name="connsiteY331" fmla="*/ 1863 h 166030"/>
                    <a:gd name="connsiteX332" fmla="*/ 294082 w 377751"/>
                    <a:gd name="connsiteY332" fmla="*/ 1863 h 166030"/>
                    <a:gd name="connsiteX333" fmla="*/ 288509 w 377751"/>
                    <a:gd name="connsiteY333" fmla="*/ 1863 h 166030"/>
                    <a:gd name="connsiteX334" fmla="*/ 287578 w 377751"/>
                    <a:gd name="connsiteY334" fmla="*/ 931 h 166030"/>
                    <a:gd name="connsiteX335" fmla="*/ 288509 w 377751"/>
                    <a:gd name="connsiteY335" fmla="*/ 0 h 166030"/>
                    <a:gd name="connsiteX336" fmla="*/ 294082 w 377751"/>
                    <a:gd name="connsiteY336" fmla="*/ 0 h 166030"/>
                    <a:gd name="connsiteX337" fmla="*/ 295013 w 377751"/>
                    <a:gd name="connsiteY337" fmla="*/ 931 h 166030"/>
                    <a:gd name="connsiteX338" fmla="*/ 294082 w 377751"/>
                    <a:gd name="connsiteY338" fmla="*/ 1863 h 166030"/>
                    <a:gd name="connsiteX339" fmla="*/ 275515 w 377751"/>
                    <a:gd name="connsiteY339" fmla="*/ 1863 h 166030"/>
                    <a:gd name="connsiteX340" fmla="*/ 269941 w 377751"/>
                    <a:gd name="connsiteY340" fmla="*/ 1863 h 166030"/>
                    <a:gd name="connsiteX341" fmla="*/ 269010 w 377751"/>
                    <a:gd name="connsiteY341" fmla="*/ 931 h 166030"/>
                    <a:gd name="connsiteX342" fmla="*/ 269941 w 377751"/>
                    <a:gd name="connsiteY342" fmla="*/ 0 h 166030"/>
                    <a:gd name="connsiteX343" fmla="*/ 275515 w 377751"/>
                    <a:gd name="connsiteY343" fmla="*/ 0 h 166030"/>
                    <a:gd name="connsiteX344" fmla="*/ 276446 w 377751"/>
                    <a:gd name="connsiteY344" fmla="*/ 931 h 166030"/>
                    <a:gd name="connsiteX345" fmla="*/ 275515 w 377751"/>
                    <a:gd name="connsiteY345" fmla="*/ 1863 h 166030"/>
                    <a:gd name="connsiteX346" fmla="*/ 256947 w 377751"/>
                    <a:gd name="connsiteY346" fmla="*/ 1863 h 166030"/>
                    <a:gd name="connsiteX347" fmla="*/ 251374 w 377751"/>
                    <a:gd name="connsiteY347" fmla="*/ 1863 h 166030"/>
                    <a:gd name="connsiteX348" fmla="*/ 250443 w 377751"/>
                    <a:gd name="connsiteY348" fmla="*/ 931 h 166030"/>
                    <a:gd name="connsiteX349" fmla="*/ 251374 w 377751"/>
                    <a:gd name="connsiteY349" fmla="*/ 0 h 166030"/>
                    <a:gd name="connsiteX350" fmla="*/ 256947 w 377751"/>
                    <a:gd name="connsiteY350" fmla="*/ 0 h 166030"/>
                    <a:gd name="connsiteX351" fmla="*/ 257878 w 377751"/>
                    <a:gd name="connsiteY351" fmla="*/ 931 h 166030"/>
                    <a:gd name="connsiteX352" fmla="*/ 256947 w 377751"/>
                    <a:gd name="connsiteY352" fmla="*/ 1863 h 166030"/>
                    <a:gd name="connsiteX353" fmla="*/ 238380 w 377751"/>
                    <a:gd name="connsiteY353" fmla="*/ 1863 h 166030"/>
                    <a:gd name="connsiteX354" fmla="*/ 232807 w 377751"/>
                    <a:gd name="connsiteY354" fmla="*/ 1863 h 166030"/>
                    <a:gd name="connsiteX355" fmla="*/ 231875 w 377751"/>
                    <a:gd name="connsiteY355" fmla="*/ 931 h 166030"/>
                    <a:gd name="connsiteX356" fmla="*/ 232807 w 377751"/>
                    <a:gd name="connsiteY356" fmla="*/ 0 h 166030"/>
                    <a:gd name="connsiteX357" fmla="*/ 238380 w 377751"/>
                    <a:gd name="connsiteY357" fmla="*/ 0 h 166030"/>
                    <a:gd name="connsiteX358" fmla="*/ 239311 w 377751"/>
                    <a:gd name="connsiteY358" fmla="*/ 931 h 166030"/>
                    <a:gd name="connsiteX359" fmla="*/ 238380 w 377751"/>
                    <a:gd name="connsiteY359" fmla="*/ 1863 h 166030"/>
                    <a:gd name="connsiteX360" fmla="*/ 219812 w 377751"/>
                    <a:gd name="connsiteY360" fmla="*/ 1863 h 166030"/>
                    <a:gd name="connsiteX361" fmla="*/ 214239 w 377751"/>
                    <a:gd name="connsiteY361" fmla="*/ 1863 h 166030"/>
                    <a:gd name="connsiteX362" fmla="*/ 213308 w 377751"/>
                    <a:gd name="connsiteY362" fmla="*/ 931 h 166030"/>
                    <a:gd name="connsiteX363" fmla="*/ 214239 w 377751"/>
                    <a:gd name="connsiteY363" fmla="*/ 0 h 166030"/>
                    <a:gd name="connsiteX364" fmla="*/ 219812 w 377751"/>
                    <a:gd name="connsiteY364" fmla="*/ 0 h 166030"/>
                    <a:gd name="connsiteX365" fmla="*/ 220743 w 377751"/>
                    <a:gd name="connsiteY365" fmla="*/ 931 h 166030"/>
                    <a:gd name="connsiteX366" fmla="*/ 219812 w 377751"/>
                    <a:gd name="connsiteY366" fmla="*/ 1863 h 166030"/>
                    <a:gd name="connsiteX367" fmla="*/ 201245 w 377751"/>
                    <a:gd name="connsiteY367" fmla="*/ 1863 h 166030"/>
                    <a:gd name="connsiteX368" fmla="*/ 195672 w 377751"/>
                    <a:gd name="connsiteY368" fmla="*/ 1863 h 166030"/>
                    <a:gd name="connsiteX369" fmla="*/ 194740 w 377751"/>
                    <a:gd name="connsiteY369" fmla="*/ 931 h 166030"/>
                    <a:gd name="connsiteX370" fmla="*/ 195672 w 377751"/>
                    <a:gd name="connsiteY370" fmla="*/ 0 h 166030"/>
                    <a:gd name="connsiteX371" fmla="*/ 201245 w 377751"/>
                    <a:gd name="connsiteY371" fmla="*/ 0 h 166030"/>
                    <a:gd name="connsiteX372" fmla="*/ 202176 w 377751"/>
                    <a:gd name="connsiteY372" fmla="*/ 931 h 166030"/>
                    <a:gd name="connsiteX373" fmla="*/ 201245 w 377751"/>
                    <a:gd name="connsiteY373" fmla="*/ 1863 h 166030"/>
                    <a:gd name="connsiteX374" fmla="*/ 182677 w 377751"/>
                    <a:gd name="connsiteY374" fmla="*/ 1863 h 166030"/>
                    <a:gd name="connsiteX375" fmla="*/ 177104 w 377751"/>
                    <a:gd name="connsiteY375" fmla="*/ 1863 h 166030"/>
                    <a:gd name="connsiteX376" fmla="*/ 176173 w 377751"/>
                    <a:gd name="connsiteY376" fmla="*/ 931 h 166030"/>
                    <a:gd name="connsiteX377" fmla="*/ 177104 w 377751"/>
                    <a:gd name="connsiteY377" fmla="*/ 0 h 166030"/>
                    <a:gd name="connsiteX378" fmla="*/ 182677 w 377751"/>
                    <a:gd name="connsiteY378" fmla="*/ 0 h 166030"/>
                    <a:gd name="connsiteX379" fmla="*/ 183609 w 377751"/>
                    <a:gd name="connsiteY379" fmla="*/ 931 h 166030"/>
                    <a:gd name="connsiteX380" fmla="*/ 182677 w 377751"/>
                    <a:gd name="connsiteY380" fmla="*/ 1863 h 166030"/>
                    <a:gd name="connsiteX381" fmla="*/ 164110 w 377751"/>
                    <a:gd name="connsiteY381" fmla="*/ 1863 h 166030"/>
                    <a:gd name="connsiteX382" fmla="*/ 158537 w 377751"/>
                    <a:gd name="connsiteY382" fmla="*/ 1863 h 166030"/>
                    <a:gd name="connsiteX383" fmla="*/ 157605 w 377751"/>
                    <a:gd name="connsiteY383" fmla="*/ 931 h 166030"/>
                    <a:gd name="connsiteX384" fmla="*/ 158537 w 377751"/>
                    <a:gd name="connsiteY384" fmla="*/ 0 h 166030"/>
                    <a:gd name="connsiteX385" fmla="*/ 164110 w 377751"/>
                    <a:gd name="connsiteY385" fmla="*/ 0 h 166030"/>
                    <a:gd name="connsiteX386" fmla="*/ 165041 w 377751"/>
                    <a:gd name="connsiteY386" fmla="*/ 931 h 166030"/>
                    <a:gd name="connsiteX387" fmla="*/ 164110 w 377751"/>
                    <a:gd name="connsiteY387" fmla="*/ 1863 h 166030"/>
                    <a:gd name="connsiteX388" fmla="*/ 145542 w 377751"/>
                    <a:gd name="connsiteY388" fmla="*/ 1863 h 166030"/>
                    <a:gd name="connsiteX389" fmla="*/ 139969 w 377751"/>
                    <a:gd name="connsiteY389" fmla="*/ 1863 h 166030"/>
                    <a:gd name="connsiteX390" fmla="*/ 139038 w 377751"/>
                    <a:gd name="connsiteY390" fmla="*/ 931 h 166030"/>
                    <a:gd name="connsiteX391" fmla="*/ 139969 w 377751"/>
                    <a:gd name="connsiteY391" fmla="*/ 0 h 166030"/>
                    <a:gd name="connsiteX392" fmla="*/ 145542 w 377751"/>
                    <a:gd name="connsiteY392" fmla="*/ 0 h 166030"/>
                    <a:gd name="connsiteX393" fmla="*/ 146474 w 377751"/>
                    <a:gd name="connsiteY393" fmla="*/ 931 h 166030"/>
                    <a:gd name="connsiteX394" fmla="*/ 145542 w 377751"/>
                    <a:gd name="connsiteY394" fmla="*/ 1863 h 166030"/>
                    <a:gd name="connsiteX395" fmla="*/ 126975 w 377751"/>
                    <a:gd name="connsiteY395" fmla="*/ 1863 h 166030"/>
                    <a:gd name="connsiteX396" fmla="*/ 121402 w 377751"/>
                    <a:gd name="connsiteY396" fmla="*/ 1863 h 166030"/>
                    <a:gd name="connsiteX397" fmla="*/ 120471 w 377751"/>
                    <a:gd name="connsiteY397" fmla="*/ 931 h 166030"/>
                    <a:gd name="connsiteX398" fmla="*/ 121402 w 377751"/>
                    <a:gd name="connsiteY398" fmla="*/ 0 h 166030"/>
                    <a:gd name="connsiteX399" fmla="*/ 126975 w 377751"/>
                    <a:gd name="connsiteY399" fmla="*/ 0 h 166030"/>
                    <a:gd name="connsiteX400" fmla="*/ 127906 w 377751"/>
                    <a:gd name="connsiteY400" fmla="*/ 931 h 166030"/>
                    <a:gd name="connsiteX401" fmla="*/ 126975 w 377751"/>
                    <a:gd name="connsiteY401" fmla="*/ 1863 h 166030"/>
                    <a:gd name="connsiteX402" fmla="*/ 108408 w 377751"/>
                    <a:gd name="connsiteY402" fmla="*/ 1863 h 166030"/>
                    <a:gd name="connsiteX403" fmla="*/ 102834 w 377751"/>
                    <a:gd name="connsiteY403" fmla="*/ 1863 h 166030"/>
                    <a:gd name="connsiteX404" fmla="*/ 101903 w 377751"/>
                    <a:gd name="connsiteY404" fmla="*/ 931 h 166030"/>
                    <a:gd name="connsiteX405" fmla="*/ 102834 w 377751"/>
                    <a:gd name="connsiteY405" fmla="*/ 0 h 166030"/>
                    <a:gd name="connsiteX406" fmla="*/ 108408 w 377751"/>
                    <a:gd name="connsiteY406" fmla="*/ 0 h 166030"/>
                    <a:gd name="connsiteX407" fmla="*/ 109339 w 377751"/>
                    <a:gd name="connsiteY407" fmla="*/ 931 h 166030"/>
                    <a:gd name="connsiteX408" fmla="*/ 108408 w 377751"/>
                    <a:gd name="connsiteY408" fmla="*/ 1863 h 166030"/>
                    <a:gd name="connsiteX409" fmla="*/ 89840 w 377751"/>
                    <a:gd name="connsiteY409" fmla="*/ 1863 h 166030"/>
                    <a:gd name="connsiteX410" fmla="*/ 84267 w 377751"/>
                    <a:gd name="connsiteY410" fmla="*/ 1863 h 166030"/>
                    <a:gd name="connsiteX411" fmla="*/ 83336 w 377751"/>
                    <a:gd name="connsiteY411" fmla="*/ 931 h 166030"/>
                    <a:gd name="connsiteX412" fmla="*/ 84267 w 377751"/>
                    <a:gd name="connsiteY412" fmla="*/ 0 h 166030"/>
                    <a:gd name="connsiteX413" fmla="*/ 89840 w 377751"/>
                    <a:gd name="connsiteY413" fmla="*/ 0 h 166030"/>
                    <a:gd name="connsiteX414" fmla="*/ 90771 w 377751"/>
                    <a:gd name="connsiteY414" fmla="*/ 931 h 166030"/>
                    <a:gd name="connsiteX415" fmla="*/ 89840 w 377751"/>
                    <a:gd name="connsiteY415" fmla="*/ 1863 h 166030"/>
                    <a:gd name="connsiteX416" fmla="*/ 71273 w 377751"/>
                    <a:gd name="connsiteY416" fmla="*/ 1863 h 166030"/>
                    <a:gd name="connsiteX417" fmla="*/ 65699 w 377751"/>
                    <a:gd name="connsiteY417" fmla="*/ 1863 h 166030"/>
                    <a:gd name="connsiteX418" fmla="*/ 64768 w 377751"/>
                    <a:gd name="connsiteY418" fmla="*/ 931 h 166030"/>
                    <a:gd name="connsiteX419" fmla="*/ 65699 w 377751"/>
                    <a:gd name="connsiteY419" fmla="*/ 0 h 166030"/>
                    <a:gd name="connsiteX420" fmla="*/ 71273 w 377751"/>
                    <a:gd name="connsiteY420" fmla="*/ 0 h 166030"/>
                    <a:gd name="connsiteX421" fmla="*/ 72204 w 377751"/>
                    <a:gd name="connsiteY421" fmla="*/ 931 h 166030"/>
                    <a:gd name="connsiteX422" fmla="*/ 71273 w 377751"/>
                    <a:gd name="connsiteY422" fmla="*/ 1863 h 166030"/>
                    <a:gd name="connsiteX423" fmla="*/ 52705 w 377751"/>
                    <a:gd name="connsiteY423" fmla="*/ 1863 h 166030"/>
                    <a:gd name="connsiteX424" fmla="*/ 47132 w 377751"/>
                    <a:gd name="connsiteY424" fmla="*/ 1863 h 166030"/>
                    <a:gd name="connsiteX425" fmla="*/ 46201 w 377751"/>
                    <a:gd name="connsiteY425" fmla="*/ 931 h 166030"/>
                    <a:gd name="connsiteX426" fmla="*/ 47132 w 377751"/>
                    <a:gd name="connsiteY426" fmla="*/ 0 h 166030"/>
                    <a:gd name="connsiteX427" fmla="*/ 52705 w 377751"/>
                    <a:gd name="connsiteY427" fmla="*/ 0 h 166030"/>
                    <a:gd name="connsiteX428" fmla="*/ 53636 w 377751"/>
                    <a:gd name="connsiteY428" fmla="*/ 931 h 166030"/>
                    <a:gd name="connsiteX429" fmla="*/ 52705 w 377751"/>
                    <a:gd name="connsiteY429" fmla="*/ 1863 h 166030"/>
                    <a:gd name="connsiteX430" fmla="*/ 34138 w 377751"/>
                    <a:gd name="connsiteY430" fmla="*/ 1863 h 166030"/>
                    <a:gd name="connsiteX431" fmla="*/ 28565 w 377751"/>
                    <a:gd name="connsiteY431" fmla="*/ 1863 h 166030"/>
                    <a:gd name="connsiteX432" fmla="*/ 27633 w 377751"/>
                    <a:gd name="connsiteY432" fmla="*/ 931 h 166030"/>
                    <a:gd name="connsiteX433" fmla="*/ 28565 w 377751"/>
                    <a:gd name="connsiteY433" fmla="*/ 0 h 166030"/>
                    <a:gd name="connsiteX434" fmla="*/ 34138 w 377751"/>
                    <a:gd name="connsiteY434" fmla="*/ 0 h 166030"/>
                    <a:gd name="connsiteX435" fmla="*/ 35069 w 377751"/>
                    <a:gd name="connsiteY435" fmla="*/ 931 h 166030"/>
                    <a:gd name="connsiteX436" fmla="*/ 34138 w 377751"/>
                    <a:gd name="connsiteY436" fmla="*/ 1863 h 166030"/>
                    <a:gd name="connsiteX437" fmla="*/ 15570 w 377751"/>
                    <a:gd name="connsiteY437" fmla="*/ 1863 h 166030"/>
                    <a:gd name="connsiteX438" fmla="*/ 9997 w 377751"/>
                    <a:gd name="connsiteY438" fmla="*/ 1863 h 166030"/>
                    <a:gd name="connsiteX439" fmla="*/ 9066 w 377751"/>
                    <a:gd name="connsiteY439" fmla="*/ 931 h 166030"/>
                    <a:gd name="connsiteX440" fmla="*/ 9997 w 377751"/>
                    <a:gd name="connsiteY440" fmla="*/ 0 h 166030"/>
                    <a:gd name="connsiteX441" fmla="*/ 15570 w 377751"/>
                    <a:gd name="connsiteY441" fmla="*/ 0 h 166030"/>
                    <a:gd name="connsiteX442" fmla="*/ 16502 w 377751"/>
                    <a:gd name="connsiteY442" fmla="*/ 931 h 166030"/>
                    <a:gd name="connsiteX443" fmla="*/ 15570 w 377751"/>
                    <a:gd name="connsiteY443" fmla="*/ 1863 h 166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</a:cxnLst>
                  <a:rect l="l" t="t" r="r" b="b"/>
                  <a:pathLst>
                    <a:path w="377751" h="166030">
                      <a:moveTo>
                        <a:pt x="342334" y="166016"/>
                      </a:moveTo>
                      <a:cubicBezTo>
                        <a:pt x="341839" y="166016"/>
                        <a:pt x="341432" y="165623"/>
                        <a:pt x="341403" y="165128"/>
                      </a:cubicBezTo>
                      <a:cubicBezTo>
                        <a:pt x="341388" y="164619"/>
                        <a:pt x="341781" y="164182"/>
                        <a:pt x="342290" y="164168"/>
                      </a:cubicBezTo>
                      <a:cubicBezTo>
                        <a:pt x="344095" y="164095"/>
                        <a:pt x="345885" y="163862"/>
                        <a:pt x="347631" y="163455"/>
                      </a:cubicBezTo>
                      <a:cubicBezTo>
                        <a:pt x="348126" y="163338"/>
                        <a:pt x="348635" y="163644"/>
                        <a:pt x="348751" y="164153"/>
                      </a:cubicBezTo>
                      <a:cubicBezTo>
                        <a:pt x="348868" y="164648"/>
                        <a:pt x="348562" y="165157"/>
                        <a:pt x="348053" y="165274"/>
                      </a:cubicBezTo>
                      <a:cubicBezTo>
                        <a:pt x="346190" y="165710"/>
                        <a:pt x="344284" y="165958"/>
                        <a:pt x="342363" y="166030"/>
                      </a:cubicBezTo>
                      <a:lnTo>
                        <a:pt x="342334" y="166030"/>
                      </a:lnTo>
                      <a:close/>
                      <a:moveTo>
                        <a:pt x="329340" y="165972"/>
                      </a:moveTo>
                      <a:lnTo>
                        <a:pt x="329340" y="165972"/>
                      </a:lnTo>
                      <a:lnTo>
                        <a:pt x="323767" y="165943"/>
                      </a:lnTo>
                      <a:cubicBezTo>
                        <a:pt x="323257" y="165943"/>
                        <a:pt x="322835" y="165521"/>
                        <a:pt x="322850" y="165012"/>
                      </a:cubicBezTo>
                      <a:cubicBezTo>
                        <a:pt x="322850" y="164502"/>
                        <a:pt x="323272" y="164095"/>
                        <a:pt x="323781" y="164095"/>
                      </a:cubicBezTo>
                      <a:lnTo>
                        <a:pt x="323781" y="164095"/>
                      </a:lnTo>
                      <a:lnTo>
                        <a:pt x="329354" y="164124"/>
                      </a:lnTo>
                      <a:cubicBezTo>
                        <a:pt x="329864" y="164124"/>
                        <a:pt x="330286" y="164546"/>
                        <a:pt x="330271" y="165055"/>
                      </a:cubicBezTo>
                      <a:cubicBezTo>
                        <a:pt x="330271" y="165565"/>
                        <a:pt x="329849" y="165972"/>
                        <a:pt x="329340" y="165972"/>
                      </a:cubicBezTo>
                      <a:close/>
                      <a:moveTo>
                        <a:pt x="310772" y="165870"/>
                      </a:moveTo>
                      <a:lnTo>
                        <a:pt x="310772" y="165870"/>
                      </a:lnTo>
                      <a:lnTo>
                        <a:pt x="305199" y="165841"/>
                      </a:lnTo>
                      <a:cubicBezTo>
                        <a:pt x="304690" y="165841"/>
                        <a:pt x="304268" y="165419"/>
                        <a:pt x="304283" y="164910"/>
                      </a:cubicBezTo>
                      <a:cubicBezTo>
                        <a:pt x="304283" y="164401"/>
                        <a:pt x="304704" y="163993"/>
                        <a:pt x="305214" y="163993"/>
                      </a:cubicBezTo>
                      <a:lnTo>
                        <a:pt x="305214" y="163993"/>
                      </a:lnTo>
                      <a:lnTo>
                        <a:pt x="310787" y="164022"/>
                      </a:lnTo>
                      <a:cubicBezTo>
                        <a:pt x="311296" y="164022"/>
                        <a:pt x="311718" y="164444"/>
                        <a:pt x="311704" y="164954"/>
                      </a:cubicBezTo>
                      <a:cubicBezTo>
                        <a:pt x="311704" y="165463"/>
                        <a:pt x="311282" y="165870"/>
                        <a:pt x="310772" y="165870"/>
                      </a:cubicBezTo>
                      <a:close/>
                      <a:moveTo>
                        <a:pt x="292205" y="165754"/>
                      </a:moveTo>
                      <a:lnTo>
                        <a:pt x="292205" y="165754"/>
                      </a:lnTo>
                      <a:lnTo>
                        <a:pt x="286632" y="165725"/>
                      </a:lnTo>
                      <a:cubicBezTo>
                        <a:pt x="286123" y="165725"/>
                        <a:pt x="285700" y="165303"/>
                        <a:pt x="285715" y="164793"/>
                      </a:cubicBezTo>
                      <a:cubicBezTo>
                        <a:pt x="285715" y="164284"/>
                        <a:pt x="286137" y="163877"/>
                        <a:pt x="286646" y="163877"/>
                      </a:cubicBezTo>
                      <a:lnTo>
                        <a:pt x="286646" y="163877"/>
                      </a:lnTo>
                      <a:lnTo>
                        <a:pt x="292220" y="163906"/>
                      </a:lnTo>
                      <a:cubicBezTo>
                        <a:pt x="292729" y="163906"/>
                        <a:pt x="293151" y="164328"/>
                        <a:pt x="293136" y="164837"/>
                      </a:cubicBezTo>
                      <a:cubicBezTo>
                        <a:pt x="293136" y="165346"/>
                        <a:pt x="292714" y="165754"/>
                        <a:pt x="292205" y="165754"/>
                      </a:cubicBezTo>
                      <a:close/>
                      <a:moveTo>
                        <a:pt x="273637" y="165652"/>
                      </a:moveTo>
                      <a:lnTo>
                        <a:pt x="273637" y="165652"/>
                      </a:lnTo>
                      <a:lnTo>
                        <a:pt x="268064" y="165623"/>
                      </a:lnTo>
                      <a:cubicBezTo>
                        <a:pt x="267555" y="165623"/>
                        <a:pt x="267133" y="165201"/>
                        <a:pt x="267148" y="164692"/>
                      </a:cubicBezTo>
                      <a:cubicBezTo>
                        <a:pt x="267148" y="164182"/>
                        <a:pt x="267642" y="163760"/>
                        <a:pt x="268079" y="163775"/>
                      </a:cubicBezTo>
                      <a:lnTo>
                        <a:pt x="273652" y="163804"/>
                      </a:lnTo>
                      <a:cubicBezTo>
                        <a:pt x="274161" y="163804"/>
                        <a:pt x="274583" y="164226"/>
                        <a:pt x="274569" y="164735"/>
                      </a:cubicBezTo>
                      <a:cubicBezTo>
                        <a:pt x="274569" y="165245"/>
                        <a:pt x="274147" y="165652"/>
                        <a:pt x="273637" y="165652"/>
                      </a:cubicBezTo>
                      <a:close/>
                      <a:moveTo>
                        <a:pt x="255070" y="165550"/>
                      </a:moveTo>
                      <a:lnTo>
                        <a:pt x="255070" y="165550"/>
                      </a:lnTo>
                      <a:lnTo>
                        <a:pt x="249497" y="165521"/>
                      </a:lnTo>
                      <a:cubicBezTo>
                        <a:pt x="248988" y="165521"/>
                        <a:pt x="248566" y="165099"/>
                        <a:pt x="248580" y="164590"/>
                      </a:cubicBezTo>
                      <a:cubicBezTo>
                        <a:pt x="248580" y="164080"/>
                        <a:pt x="249002" y="163673"/>
                        <a:pt x="249511" y="163673"/>
                      </a:cubicBezTo>
                      <a:lnTo>
                        <a:pt x="249511" y="163673"/>
                      </a:lnTo>
                      <a:lnTo>
                        <a:pt x="255085" y="163702"/>
                      </a:lnTo>
                      <a:cubicBezTo>
                        <a:pt x="255594" y="163702"/>
                        <a:pt x="256016" y="164124"/>
                        <a:pt x="256001" y="164633"/>
                      </a:cubicBezTo>
                      <a:cubicBezTo>
                        <a:pt x="256001" y="165143"/>
                        <a:pt x="255579" y="165550"/>
                        <a:pt x="255070" y="165550"/>
                      </a:cubicBezTo>
                      <a:close/>
                      <a:moveTo>
                        <a:pt x="236503" y="165434"/>
                      </a:moveTo>
                      <a:lnTo>
                        <a:pt x="236503" y="165434"/>
                      </a:lnTo>
                      <a:lnTo>
                        <a:pt x="230929" y="165405"/>
                      </a:lnTo>
                      <a:cubicBezTo>
                        <a:pt x="230420" y="165405"/>
                        <a:pt x="229998" y="164983"/>
                        <a:pt x="230013" y="164473"/>
                      </a:cubicBezTo>
                      <a:cubicBezTo>
                        <a:pt x="230013" y="163964"/>
                        <a:pt x="230435" y="163557"/>
                        <a:pt x="230944" y="163557"/>
                      </a:cubicBezTo>
                      <a:lnTo>
                        <a:pt x="230944" y="163557"/>
                      </a:lnTo>
                      <a:lnTo>
                        <a:pt x="236517" y="163586"/>
                      </a:lnTo>
                      <a:cubicBezTo>
                        <a:pt x="237026" y="163586"/>
                        <a:pt x="237448" y="164008"/>
                        <a:pt x="237434" y="164517"/>
                      </a:cubicBezTo>
                      <a:cubicBezTo>
                        <a:pt x="237434" y="165026"/>
                        <a:pt x="237012" y="165434"/>
                        <a:pt x="236503" y="165434"/>
                      </a:cubicBezTo>
                      <a:close/>
                      <a:moveTo>
                        <a:pt x="217935" y="165332"/>
                      </a:moveTo>
                      <a:lnTo>
                        <a:pt x="217935" y="165332"/>
                      </a:lnTo>
                      <a:lnTo>
                        <a:pt x="212362" y="165303"/>
                      </a:lnTo>
                      <a:cubicBezTo>
                        <a:pt x="211853" y="165303"/>
                        <a:pt x="211431" y="164881"/>
                        <a:pt x="211445" y="164372"/>
                      </a:cubicBezTo>
                      <a:cubicBezTo>
                        <a:pt x="211445" y="163862"/>
                        <a:pt x="211867" y="163455"/>
                        <a:pt x="212376" y="163455"/>
                      </a:cubicBezTo>
                      <a:lnTo>
                        <a:pt x="212376" y="163455"/>
                      </a:lnTo>
                      <a:lnTo>
                        <a:pt x="217950" y="163484"/>
                      </a:lnTo>
                      <a:cubicBezTo>
                        <a:pt x="218459" y="163484"/>
                        <a:pt x="218881" y="163906"/>
                        <a:pt x="218866" y="164415"/>
                      </a:cubicBezTo>
                      <a:cubicBezTo>
                        <a:pt x="218866" y="164924"/>
                        <a:pt x="218444" y="165332"/>
                        <a:pt x="217935" y="165332"/>
                      </a:cubicBezTo>
                      <a:close/>
                      <a:moveTo>
                        <a:pt x="199368" y="165230"/>
                      </a:moveTo>
                      <a:lnTo>
                        <a:pt x="199368" y="165230"/>
                      </a:lnTo>
                      <a:lnTo>
                        <a:pt x="193795" y="165201"/>
                      </a:lnTo>
                      <a:cubicBezTo>
                        <a:pt x="193285" y="165201"/>
                        <a:pt x="192863" y="164779"/>
                        <a:pt x="192878" y="164270"/>
                      </a:cubicBezTo>
                      <a:cubicBezTo>
                        <a:pt x="192878" y="163760"/>
                        <a:pt x="193300" y="163353"/>
                        <a:pt x="193809" y="163353"/>
                      </a:cubicBezTo>
                      <a:lnTo>
                        <a:pt x="193809" y="163353"/>
                      </a:lnTo>
                      <a:lnTo>
                        <a:pt x="199382" y="163382"/>
                      </a:lnTo>
                      <a:cubicBezTo>
                        <a:pt x="199892" y="163382"/>
                        <a:pt x="200314" y="163804"/>
                        <a:pt x="200299" y="164313"/>
                      </a:cubicBezTo>
                      <a:cubicBezTo>
                        <a:pt x="200299" y="164823"/>
                        <a:pt x="199877" y="165230"/>
                        <a:pt x="199368" y="165230"/>
                      </a:cubicBezTo>
                      <a:close/>
                      <a:moveTo>
                        <a:pt x="180800" y="165114"/>
                      </a:moveTo>
                      <a:lnTo>
                        <a:pt x="180800" y="165114"/>
                      </a:lnTo>
                      <a:lnTo>
                        <a:pt x="175227" y="165085"/>
                      </a:lnTo>
                      <a:cubicBezTo>
                        <a:pt x="174718" y="165085"/>
                        <a:pt x="174296" y="164663"/>
                        <a:pt x="174310" y="164153"/>
                      </a:cubicBezTo>
                      <a:cubicBezTo>
                        <a:pt x="174310" y="163644"/>
                        <a:pt x="174732" y="163236"/>
                        <a:pt x="175242" y="163236"/>
                      </a:cubicBezTo>
                      <a:lnTo>
                        <a:pt x="175242" y="163236"/>
                      </a:lnTo>
                      <a:lnTo>
                        <a:pt x="180815" y="163266"/>
                      </a:lnTo>
                      <a:cubicBezTo>
                        <a:pt x="181324" y="163266"/>
                        <a:pt x="181746" y="163688"/>
                        <a:pt x="181731" y="164197"/>
                      </a:cubicBezTo>
                      <a:cubicBezTo>
                        <a:pt x="181731" y="164706"/>
                        <a:pt x="181310" y="165114"/>
                        <a:pt x="180800" y="165114"/>
                      </a:cubicBezTo>
                      <a:close/>
                      <a:moveTo>
                        <a:pt x="162233" y="165012"/>
                      </a:moveTo>
                      <a:lnTo>
                        <a:pt x="162233" y="165012"/>
                      </a:lnTo>
                      <a:lnTo>
                        <a:pt x="156660" y="164983"/>
                      </a:lnTo>
                      <a:cubicBezTo>
                        <a:pt x="156150" y="164983"/>
                        <a:pt x="155728" y="164561"/>
                        <a:pt x="155743" y="164051"/>
                      </a:cubicBezTo>
                      <a:cubicBezTo>
                        <a:pt x="155743" y="163542"/>
                        <a:pt x="156165" y="163135"/>
                        <a:pt x="156674" y="163135"/>
                      </a:cubicBezTo>
                      <a:lnTo>
                        <a:pt x="156674" y="163135"/>
                      </a:lnTo>
                      <a:lnTo>
                        <a:pt x="162247" y="163164"/>
                      </a:lnTo>
                      <a:cubicBezTo>
                        <a:pt x="162757" y="163164"/>
                        <a:pt x="163179" y="163586"/>
                        <a:pt x="163164" y="164095"/>
                      </a:cubicBezTo>
                      <a:cubicBezTo>
                        <a:pt x="163164" y="164604"/>
                        <a:pt x="162742" y="165012"/>
                        <a:pt x="162233" y="165012"/>
                      </a:cubicBezTo>
                      <a:close/>
                      <a:moveTo>
                        <a:pt x="143665" y="164910"/>
                      </a:moveTo>
                      <a:lnTo>
                        <a:pt x="143665" y="164910"/>
                      </a:lnTo>
                      <a:lnTo>
                        <a:pt x="138092" y="164881"/>
                      </a:lnTo>
                      <a:cubicBezTo>
                        <a:pt x="137583" y="164881"/>
                        <a:pt x="137161" y="164459"/>
                        <a:pt x="137175" y="163950"/>
                      </a:cubicBezTo>
                      <a:cubicBezTo>
                        <a:pt x="137175" y="163440"/>
                        <a:pt x="137597" y="163033"/>
                        <a:pt x="138107" y="163033"/>
                      </a:cubicBezTo>
                      <a:lnTo>
                        <a:pt x="138107" y="163033"/>
                      </a:lnTo>
                      <a:lnTo>
                        <a:pt x="143680" y="163062"/>
                      </a:lnTo>
                      <a:cubicBezTo>
                        <a:pt x="144189" y="163062"/>
                        <a:pt x="144611" y="163484"/>
                        <a:pt x="144597" y="163993"/>
                      </a:cubicBezTo>
                      <a:cubicBezTo>
                        <a:pt x="144597" y="164502"/>
                        <a:pt x="144175" y="164910"/>
                        <a:pt x="143665" y="164910"/>
                      </a:cubicBezTo>
                      <a:close/>
                      <a:moveTo>
                        <a:pt x="125098" y="164793"/>
                      </a:moveTo>
                      <a:lnTo>
                        <a:pt x="125098" y="164793"/>
                      </a:lnTo>
                      <a:lnTo>
                        <a:pt x="119525" y="164764"/>
                      </a:lnTo>
                      <a:cubicBezTo>
                        <a:pt x="119015" y="164764"/>
                        <a:pt x="118593" y="164342"/>
                        <a:pt x="118608" y="163833"/>
                      </a:cubicBezTo>
                      <a:cubicBezTo>
                        <a:pt x="118608" y="163324"/>
                        <a:pt x="119030" y="162916"/>
                        <a:pt x="119539" y="162916"/>
                      </a:cubicBezTo>
                      <a:lnTo>
                        <a:pt x="119539" y="162916"/>
                      </a:lnTo>
                      <a:lnTo>
                        <a:pt x="125112" y="162946"/>
                      </a:lnTo>
                      <a:cubicBezTo>
                        <a:pt x="125622" y="162946"/>
                        <a:pt x="126044" y="163367"/>
                        <a:pt x="126029" y="163877"/>
                      </a:cubicBezTo>
                      <a:cubicBezTo>
                        <a:pt x="126029" y="164386"/>
                        <a:pt x="125607" y="164793"/>
                        <a:pt x="125098" y="164793"/>
                      </a:cubicBezTo>
                      <a:close/>
                      <a:moveTo>
                        <a:pt x="106530" y="164692"/>
                      </a:moveTo>
                      <a:lnTo>
                        <a:pt x="106530" y="164692"/>
                      </a:lnTo>
                      <a:lnTo>
                        <a:pt x="100957" y="164663"/>
                      </a:lnTo>
                      <a:cubicBezTo>
                        <a:pt x="100448" y="164663"/>
                        <a:pt x="100026" y="164241"/>
                        <a:pt x="100041" y="163731"/>
                      </a:cubicBezTo>
                      <a:cubicBezTo>
                        <a:pt x="100041" y="163222"/>
                        <a:pt x="100463" y="162815"/>
                        <a:pt x="100972" y="162815"/>
                      </a:cubicBezTo>
                      <a:lnTo>
                        <a:pt x="100972" y="162815"/>
                      </a:lnTo>
                      <a:lnTo>
                        <a:pt x="106545" y="162844"/>
                      </a:lnTo>
                      <a:cubicBezTo>
                        <a:pt x="107054" y="162844"/>
                        <a:pt x="107476" y="163266"/>
                        <a:pt x="107462" y="163775"/>
                      </a:cubicBezTo>
                      <a:cubicBezTo>
                        <a:pt x="107462" y="164284"/>
                        <a:pt x="107040" y="164692"/>
                        <a:pt x="106530" y="164692"/>
                      </a:cubicBezTo>
                      <a:close/>
                      <a:moveTo>
                        <a:pt x="87963" y="164590"/>
                      </a:moveTo>
                      <a:lnTo>
                        <a:pt x="87963" y="164590"/>
                      </a:lnTo>
                      <a:lnTo>
                        <a:pt x="82390" y="164561"/>
                      </a:lnTo>
                      <a:cubicBezTo>
                        <a:pt x="81881" y="164561"/>
                        <a:pt x="81459" y="164139"/>
                        <a:pt x="81473" y="163629"/>
                      </a:cubicBezTo>
                      <a:cubicBezTo>
                        <a:pt x="81473" y="163120"/>
                        <a:pt x="81953" y="162771"/>
                        <a:pt x="82404" y="162713"/>
                      </a:cubicBezTo>
                      <a:lnTo>
                        <a:pt x="87978" y="162742"/>
                      </a:lnTo>
                      <a:cubicBezTo>
                        <a:pt x="88487" y="162742"/>
                        <a:pt x="88909" y="163164"/>
                        <a:pt x="88894" y="163673"/>
                      </a:cubicBezTo>
                      <a:cubicBezTo>
                        <a:pt x="88894" y="164182"/>
                        <a:pt x="88472" y="164590"/>
                        <a:pt x="87963" y="164590"/>
                      </a:cubicBezTo>
                      <a:close/>
                      <a:moveTo>
                        <a:pt x="69396" y="164473"/>
                      </a:moveTo>
                      <a:lnTo>
                        <a:pt x="69396" y="164473"/>
                      </a:lnTo>
                      <a:lnTo>
                        <a:pt x="63822" y="164444"/>
                      </a:lnTo>
                      <a:cubicBezTo>
                        <a:pt x="63313" y="164444"/>
                        <a:pt x="62891" y="164022"/>
                        <a:pt x="62906" y="163513"/>
                      </a:cubicBezTo>
                      <a:cubicBezTo>
                        <a:pt x="62906" y="163004"/>
                        <a:pt x="63328" y="162596"/>
                        <a:pt x="63837" y="162596"/>
                      </a:cubicBezTo>
                      <a:lnTo>
                        <a:pt x="63837" y="162596"/>
                      </a:lnTo>
                      <a:lnTo>
                        <a:pt x="69410" y="162625"/>
                      </a:lnTo>
                      <a:cubicBezTo>
                        <a:pt x="69919" y="162625"/>
                        <a:pt x="70341" y="163047"/>
                        <a:pt x="70327" y="163557"/>
                      </a:cubicBezTo>
                      <a:cubicBezTo>
                        <a:pt x="70327" y="164066"/>
                        <a:pt x="69905" y="164473"/>
                        <a:pt x="69396" y="164473"/>
                      </a:cubicBezTo>
                      <a:close/>
                      <a:moveTo>
                        <a:pt x="50828" y="164372"/>
                      </a:moveTo>
                      <a:lnTo>
                        <a:pt x="50828" y="164372"/>
                      </a:lnTo>
                      <a:lnTo>
                        <a:pt x="45255" y="164342"/>
                      </a:lnTo>
                      <a:cubicBezTo>
                        <a:pt x="44746" y="164342"/>
                        <a:pt x="44324" y="163920"/>
                        <a:pt x="44338" y="163411"/>
                      </a:cubicBezTo>
                      <a:cubicBezTo>
                        <a:pt x="44338" y="162902"/>
                        <a:pt x="44760" y="162494"/>
                        <a:pt x="45269" y="162494"/>
                      </a:cubicBezTo>
                      <a:lnTo>
                        <a:pt x="45269" y="162494"/>
                      </a:lnTo>
                      <a:lnTo>
                        <a:pt x="50843" y="162523"/>
                      </a:lnTo>
                      <a:cubicBezTo>
                        <a:pt x="51352" y="162523"/>
                        <a:pt x="51774" y="162946"/>
                        <a:pt x="51759" y="163455"/>
                      </a:cubicBezTo>
                      <a:cubicBezTo>
                        <a:pt x="51759" y="163964"/>
                        <a:pt x="51337" y="164372"/>
                        <a:pt x="50828" y="164372"/>
                      </a:cubicBezTo>
                      <a:close/>
                      <a:moveTo>
                        <a:pt x="32479" y="162291"/>
                      </a:moveTo>
                      <a:cubicBezTo>
                        <a:pt x="32377" y="162291"/>
                        <a:pt x="32290" y="162291"/>
                        <a:pt x="32188" y="162247"/>
                      </a:cubicBezTo>
                      <a:cubicBezTo>
                        <a:pt x="30398" y="161650"/>
                        <a:pt x="28623" y="160937"/>
                        <a:pt x="26920" y="160093"/>
                      </a:cubicBezTo>
                      <a:cubicBezTo>
                        <a:pt x="26455" y="159861"/>
                        <a:pt x="26266" y="159308"/>
                        <a:pt x="26498" y="158857"/>
                      </a:cubicBezTo>
                      <a:cubicBezTo>
                        <a:pt x="26731" y="158391"/>
                        <a:pt x="27284" y="158216"/>
                        <a:pt x="27735" y="158435"/>
                      </a:cubicBezTo>
                      <a:cubicBezTo>
                        <a:pt x="29365" y="159235"/>
                        <a:pt x="31053" y="159933"/>
                        <a:pt x="32770" y="160501"/>
                      </a:cubicBezTo>
                      <a:cubicBezTo>
                        <a:pt x="33250" y="160661"/>
                        <a:pt x="33527" y="161185"/>
                        <a:pt x="33367" y="161680"/>
                      </a:cubicBezTo>
                      <a:cubicBezTo>
                        <a:pt x="33236" y="162072"/>
                        <a:pt x="32872" y="162320"/>
                        <a:pt x="32479" y="162320"/>
                      </a:cubicBezTo>
                      <a:close/>
                      <a:moveTo>
                        <a:pt x="359432" y="159701"/>
                      </a:moveTo>
                      <a:cubicBezTo>
                        <a:pt x="359155" y="159701"/>
                        <a:pt x="358893" y="159584"/>
                        <a:pt x="358704" y="159351"/>
                      </a:cubicBezTo>
                      <a:cubicBezTo>
                        <a:pt x="358384" y="158944"/>
                        <a:pt x="358442" y="158362"/>
                        <a:pt x="358850" y="158042"/>
                      </a:cubicBezTo>
                      <a:cubicBezTo>
                        <a:pt x="360261" y="156921"/>
                        <a:pt x="361556" y="155655"/>
                        <a:pt x="362706" y="154287"/>
                      </a:cubicBezTo>
                      <a:cubicBezTo>
                        <a:pt x="363041" y="153895"/>
                        <a:pt x="363623" y="153851"/>
                        <a:pt x="364016" y="154186"/>
                      </a:cubicBezTo>
                      <a:cubicBezTo>
                        <a:pt x="364408" y="154520"/>
                        <a:pt x="364452" y="155102"/>
                        <a:pt x="364117" y="155495"/>
                      </a:cubicBezTo>
                      <a:cubicBezTo>
                        <a:pt x="362881" y="156950"/>
                        <a:pt x="361498" y="158289"/>
                        <a:pt x="359999" y="159497"/>
                      </a:cubicBezTo>
                      <a:cubicBezTo>
                        <a:pt x="359825" y="159628"/>
                        <a:pt x="359621" y="159701"/>
                        <a:pt x="359417" y="159701"/>
                      </a:cubicBezTo>
                      <a:close/>
                      <a:moveTo>
                        <a:pt x="16807" y="152687"/>
                      </a:moveTo>
                      <a:cubicBezTo>
                        <a:pt x="16574" y="152687"/>
                        <a:pt x="16342" y="152599"/>
                        <a:pt x="16152" y="152425"/>
                      </a:cubicBezTo>
                      <a:cubicBezTo>
                        <a:pt x="14799" y="151086"/>
                        <a:pt x="13533" y="149646"/>
                        <a:pt x="12384" y="148147"/>
                      </a:cubicBezTo>
                      <a:cubicBezTo>
                        <a:pt x="12078" y="147739"/>
                        <a:pt x="12151" y="147157"/>
                        <a:pt x="12558" y="146852"/>
                      </a:cubicBezTo>
                      <a:cubicBezTo>
                        <a:pt x="12966" y="146546"/>
                        <a:pt x="13548" y="146619"/>
                        <a:pt x="13853" y="147026"/>
                      </a:cubicBezTo>
                      <a:cubicBezTo>
                        <a:pt x="14945" y="148452"/>
                        <a:pt x="16152" y="149835"/>
                        <a:pt x="17447" y="151101"/>
                      </a:cubicBezTo>
                      <a:cubicBezTo>
                        <a:pt x="17811" y="151465"/>
                        <a:pt x="17811" y="152047"/>
                        <a:pt x="17447" y="152410"/>
                      </a:cubicBezTo>
                      <a:cubicBezTo>
                        <a:pt x="17273" y="152599"/>
                        <a:pt x="17025" y="152687"/>
                        <a:pt x="16793" y="152687"/>
                      </a:cubicBezTo>
                      <a:close/>
                      <a:moveTo>
                        <a:pt x="369370" y="144393"/>
                      </a:moveTo>
                      <a:cubicBezTo>
                        <a:pt x="369298" y="144393"/>
                        <a:pt x="369210" y="144393"/>
                        <a:pt x="369138" y="144363"/>
                      </a:cubicBezTo>
                      <a:cubicBezTo>
                        <a:pt x="368643" y="144232"/>
                        <a:pt x="368337" y="143723"/>
                        <a:pt x="368468" y="143228"/>
                      </a:cubicBezTo>
                      <a:cubicBezTo>
                        <a:pt x="368716" y="142268"/>
                        <a:pt x="368919" y="141293"/>
                        <a:pt x="369065" y="140318"/>
                      </a:cubicBezTo>
                      <a:lnTo>
                        <a:pt x="369429" y="137859"/>
                      </a:lnTo>
                      <a:cubicBezTo>
                        <a:pt x="369501" y="137350"/>
                        <a:pt x="369967" y="137001"/>
                        <a:pt x="370476" y="137073"/>
                      </a:cubicBezTo>
                      <a:cubicBezTo>
                        <a:pt x="370986" y="137146"/>
                        <a:pt x="371335" y="137626"/>
                        <a:pt x="371262" y="138121"/>
                      </a:cubicBezTo>
                      <a:lnTo>
                        <a:pt x="370898" y="140595"/>
                      </a:lnTo>
                      <a:cubicBezTo>
                        <a:pt x="370738" y="141642"/>
                        <a:pt x="370535" y="142690"/>
                        <a:pt x="370273" y="143709"/>
                      </a:cubicBezTo>
                      <a:cubicBezTo>
                        <a:pt x="370171" y="144131"/>
                        <a:pt x="369792" y="144407"/>
                        <a:pt x="369370" y="144407"/>
                      </a:cubicBezTo>
                      <a:close/>
                      <a:moveTo>
                        <a:pt x="7029" y="137088"/>
                      </a:moveTo>
                      <a:cubicBezTo>
                        <a:pt x="6636" y="137088"/>
                        <a:pt x="6287" y="136840"/>
                        <a:pt x="6156" y="136462"/>
                      </a:cubicBezTo>
                      <a:cubicBezTo>
                        <a:pt x="5544" y="134672"/>
                        <a:pt x="5050" y="132824"/>
                        <a:pt x="4700" y="130962"/>
                      </a:cubicBezTo>
                      <a:cubicBezTo>
                        <a:pt x="4599" y="130452"/>
                        <a:pt x="4933" y="129972"/>
                        <a:pt x="5443" y="129870"/>
                      </a:cubicBezTo>
                      <a:cubicBezTo>
                        <a:pt x="5937" y="129783"/>
                        <a:pt x="6432" y="130103"/>
                        <a:pt x="6534" y="130612"/>
                      </a:cubicBezTo>
                      <a:cubicBezTo>
                        <a:pt x="6869" y="132388"/>
                        <a:pt x="7334" y="134163"/>
                        <a:pt x="7916" y="135865"/>
                      </a:cubicBezTo>
                      <a:cubicBezTo>
                        <a:pt x="8076" y="136346"/>
                        <a:pt x="7829" y="136884"/>
                        <a:pt x="7334" y="137044"/>
                      </a:cubicBezTo>
                      <a:cubicBezTo>
                        <a:pt x="7232" y="137073"/>
                        <a:pt x="7131" y="137088"/>
                        <a:pt x="7029" y="137088"/>
                      </a:cubicBezTo>
                      <a:close/>
                      <a:moveTo>
                        <a:pt x="372062" y="126029"/>
                      </a:moveTo>
                      <a:cubicBezTo>
                        <a:pt x="372062" y="126029"/>
                        <a:pt x="371990" y="126029"/>
                        <a:pt x="371946" y="126029"/>
                      </a:cubicBezTo>
                      <a:cubicBezTo>
                        <a:pt x="371437" y="125971"/>
                        <a:pt x="371073" y="125505"/>
                        <a:pt x="371146" y="124996"/>
                      </a:cubicBezTo>
                      <a:cubicBezTo>
                        <a:pt x="371364" y="123206"/>
                        <a:pt x="371582" y="121358"/>
                        <a:pt x="371800" y="119466"/>
                      </a:cubicBezTo>
                      <a:cubicBezTo>
                        <a:pt x="371859" y="118957"/>
                        <a:pt x="372324" y="118593"/>
                        <a:pt x="372834" y="118651"/>
                      </a:cubicBezTo>
                      <a:cubicBezTo>
                        <a:pt x="373343" y="118710"/>
                        <a:pt x="373707" y="119175"/>
                        <a:pt x="373649" y="119684"/>
                      </a:cubicBezTo>
                      <a:cubicBezTo>
                        <a:pt x="373430" y="121576"/>
                        <a:pt x="373212" y="123424"/>
                        <a:pt x="372979" y="125228"/>
                      </a:cubicBezTo>
                      <a:cubicBezTo>
                        <a:pt x="372921" y="125694"/>
                        <a:pt x="372528" y="126043"/>
                        <a:pt x="372062" y="126043"/>
                      </a:cubicBezTo>
                      <a:close/>
                      <a:moveTo>
                        <a:pt x="4700" y="118768"/>
                      </a:moveTo>
                      <a:cubicBezTo>
                        <a:pt x="4206" y="118768"/>
                        <a:pt x="3784" y="118375"/>
                        <a:pt x="3769" y="117866"/>
                      </a:cubicBezTo>
                      <a:lnTo>
                        <a:pt x="3595" y="112292"/>
                      </a:lnTo>
                      <a:cubicBezTo>
                        <a:pt x="3580" y="111783"/>
                        <a:pt x="3973" y="111347"/>
                        <a:pt x="4497" y="111332"/>
                      </a:cubicBezTo>
                      <a:cubicBezTo>
                        <a:pt x="4962" y="111303"/>
                        <a:pt x="5443" y="111710"/>
                        <a:pt x="5457" y="112234"/>
                      </a:cubicBezTo>
                      <a:lnTo>
                        <a:pt x="5632" y="117807"/>
                      </a:lnTo>
                      <a:cubicBezTo>
                        <a:pt x="5646" y="118317"/>
                        <a:pt x="5253" y="118753"/>
                        <a:pt x="4730" y="118768"/>
                      </a:cubicBezTo>
                      <a:lnTo>
                        <a:pt x="4700" y="118768"/>
                      </a:lnTo>
                      <a:close/>
                      <a:moveTo>
                        <a:pt x="374085" y="107563"/>
                      </a:moveTo>
                      <a:cubicBezTo>
                        <a:pt x="374085" y="107563"/>
                        <a:pt x="374027" y="107563"/>
                        <a:pt x="373998" y="107563"/>
                      </a:cubicBezTo>
                      <a:cubicBezTo>
                        <a:pt x="373488" y="107520"/>
                        <a:pt x="373110" y="107054"/>
                        <a:pt x="373168" y="106545"/>
                      </a:cubicBezTo>
                      <a:cubicBezTo>
                        <a:pt x="373343" y="104726"/>
                        <a:pt x="373518" y="102878"/>
                        <a:pt x="373678" y="101001"/>
                      </a:cubicBezTo>
                      <a:cubicBezTo>
                        <a:pt x="373721" y="100491"/>
                        <a:pt x="374172" y="100142"/>
                        <a:pt x="374682" y="100157"/>
                      </a:cubicBezTo>
                      <a:cubicBezTo>
                        <a:pt x="375191" y="100200"/>
                        <a:pt x="375569" y="100651"/>
                        <a:pt x="375526" y="101161"/>
                      </a:cubicBezTo>
                      <a:cubicBezTo>
                        <a:pt x="375366" y="103038"/>
                        <a:pt x="375191" y="104886"/>
                        <a:pt x="375016" y="106719"/>
                      </a:cubicBezTo>
                      <a:cubicBezTo>
                        <a:pt x="374973" y="107199"/>
                        <a:pt x="374565" y="107563"/>
                        <a:pt x="374100" y="107563"/>
                      </a:cubicBezTo>
                      <a:close/>
                      <a:moveTo>
                        <a:pt x="4089" y="100200"/>
                      </a:moveTo>
                      <a:cubicBezTo>
                        <a:pt x="3595" y="100200"/>
                        <a:pt x="3173" y="99807"/>
                        <a:pt x="3158" y="99298"/>
                      </a:cubicBezTo>
                      <a:lnTo>
                        <a:pt x="2983" y="93725"/>
                      </a:lnTo>
                      <a:cubicBezTo>
                        <a:pt x="2969" y="93216"/>
                        <a:pt x="3362" y="92779"/>
                        <a:pt x="3886" y="92765"/>
                      </a:cubicBezTo>
                      <a:cubicBezTo>
                        <a:pt x="4395" y="92765"/>
                        <a:pt x="4831" y="93157"/>
                        <a:pt x="4846" y="93667"/>
                      </a:cubicBezTo>
                      <a:lnTo>
                        <a:pt x="5021" y="99240"/>
                      </a:lnTo>
                      <a:cubicBezTo>
                        <a:pt x="5035" y="99749"/>
                        <a:pt x="4642" y="100186"/>
                        <a:pt x="4118" y="100200"/>
                      </a:cubicBezTo>
                      <a:lnTo>
                        <a:pt x="4089" y="100200"/>
                      </a:lnTo>
                      <a:close/>
                      <a:moveTo>
                        <a:pt x="375584" y="89054"/>
                      </a:moveTo>
                      <a:cubicBezTo>
                        <a:pt x="375584" y="89054"/>
                        <a:pt x="375540" y="89054"/>
                        <a:pt x="375526" y="89054"/>
                      </a:cubicBezTo>
                      <a:cubicBezTo>
                        <a:pt x="375016" y="89025"/>
                        <a:pt x="374623" y="88574"/>
                        <a:pt x="374667" y="88064"/>
                      </a:cubicBezTo>
                      <a:cubicBezTo>
                        <a:pt x="374784" y="86231"/>
                        <a:pt x="374900" y="84383"/>
                        <a:pt x="375002" y="82506"/>
                      </a:cubicBezTo>
                      <a:cubicBezTo>
                        <a:pt x="375031" y="81997"/>
                        <a:pt x="375467" y="81589"/>
                        <a:pt x="375977" y="81633"/>
                      </a:cubicBezTo>
                      <a:cubicBezTo>
                        <a:pt x="376486" y="81662"/>
                        <a:pt x="376879" y="82098"/>
                        <a:pt x="376850" y="82608"/>
                      </a:cubicBezTo>
                      <a:cubicBezTo>
                        <a:pt x="376748" y="84485"/>
                        <a:pt x="376632" y="86333"/>
                        <a:pt x="376515" y="88181"/>
                      </a:cubicBezTo>
                      <a:cubicBezTo>
                        <a:pt x="376486" y="88676"/>
                        <a:pt x="376079" y="89054"/>
                        <a:pt x="375584" y="89054"/>
                      </a:cubicBezTo>
                      <a:close/>
                      <a:moveTo>
                        <a:pt x="3493" y="81647"/>
                      </a:moveTo>
                      <a:cubicBezTo>
                        <a:pt x="2998" y="81647"/>
                        <a:pt x="2576" y="81254"/>
                        <a:pt x="2561" y="80745"/>
                      </a:cubicBezTo>
                      <a:lnTo>
                        <a:pt x="2387" y="75172"/>
                      </a:lnTo>
                      <a:cubicBezTo>
                        <a:pt x="2372" y="74663"/>
                        <a:pt x="2765" y="74226"/>
                        <a:pt x="3289" y="74212"/>
                      </a:cubicBezTo>
                      <a:cubicBezTo>
                        <a:pt x="3784" y="74183"/>
                        <a:pt x="4235" y="74605"/>
                        <a:pt x="4249" y="75114"/>
                      </a:cubicBezTo>
                      <a:lnTo>
                        <a:pt x="4424" y="80687"/>
                      </a:lnTo>
                      <a:cubicBezTo>
                        <a:pt x="4439" y="81196"/>
                        <a:pt x="4046" y="81633"/>
                        <a:pt x="3522" y="81647"/>
                      </a:cubicBezTo>
                      <a:lnTo>
                        <a:pt x="3493" y="81647"/>
                      </a:lnTo>
                      <a:close/>
                      <a:moveTo>
                        <a:pt x="376515" y="70516"/>
                      </a:moveTo>
                      <a:lnTo>
                        <a:pt x="376486" y="70516"/>
                      </a:lnTo>
                      <a:cubicBezTo>
                        <a:pt x="375977" y="70501"/>
                        <a:pt x="375569" y="70065"/>
                        <a:pt x="375584" y="69555"/>
                      </a:cubicBezTo>
                      <a:cubicBezTo>
                        <a:pt x="375642" y="67707"/>
                        <a:pt x="375700" y="65859"/>
                        <a:pt x="375744" y="63997"/>
                      </a:cubicBezTo>
                      <a:cubicBezTo>
                        <a:pt x="375744" y="63487"/>
                        <a:pt x="376253" y="63109"/>
                        <a:pt x="376690" y="63094"/>
                      </a:cubicBezTo>
                      <a:cubicBezTo>
                        <a:pt x="377199" y="63094"/>
                        <a:pt x="377607" y="63531"/>
                        <a:pt x="377592" y="64040"/>
                      </a:cubicBezTo>
                      <a:cubicBezTo>
                        <a:pt x="377548" y="65917"/>
                        <a:pt x="377490" y="67765"/>
                        <a:pt x="377432" y="69613"/>
                      </a:cubicBezTo>
                      <a:cubicBezTo>
                        <a:pt x="377417" y="70123"/>
                        <a:pt x="377010" y="70516"/>
                        <a:pt x="376501" y="70516"/>
                      </a:cubicBezTo>
                      <a:close/>
                      <a:moveTo>
                        <a:pt x="2896" y="63094"/>
                      </a:moveTo>
                      <a:cubicBezTo>
                        <a:pt x="2401" y="63094"/>
                        <a:pt x="1979" y="62702"/>
                        <a:pt x="1965" y="62192"/>
                      </a:cubicBezTo>
                      <a:lnTo>
                        <a:pt x="1790" y="56619"/>
                      </a:lnTo>
                      <a:cubicBezTo>
                        <a:pt x="1776" y="56110"/>
                        <a:pt x="2169" y="55673"/>
                        <a:pt x="2692" y="55659"/>
                      </a:cubicBezTo>
                      <a:cubicBezTo>
                        <a:pt x="3187" y="55688"/>
                        <a:pt x="3638" y="56052"/>
                        <a:pt x="3653" y="56561"/>
                      </a:cubicBezTo>
                      <a:lnTo>
                        <a:pt x="3827" y="62134"/>
                      </a:lnTo>
                      <a:cubicBezTo>
                        <a:pt x="3842" y="62643"/>
                        <a:pt x="3449" y="63080"/>
                        <a:pt x="2925" y="63094"/>
                      </a:cubicBezTo>
                      <a:lnTo>
                        <a:pt x="2896" y="63094"/>
                      </a:lnTo>
                      <a:close/>
                      <a:moveTo>
                        <a:pt x="376821" y="51948"/>
                      </a:moveTo>
                      <a:cubicBezTo>
                        <a:pt x="376311" y="51948"/>
                        <a:pt x="375889" y="51526"/>
                        <a:pt x="375889" y="51017"/>
                      </a:cubicBezTo>
                      <a:cubicBezTo>
                        <a:pt x="375889" y="49169"/>
                        <a:pt x="375875" y="47321"/>
                        <a:pt x="375846" y="45458"/>
                      </a:cubicBezTo>
                      <a:cubicBezTo>
                        <a:pt x="375846" y="44949"/>
                        <a:pt x="376253" y="44527"/>
                        <a:pt x="376763" y="44512"/>
                      </a:cubicBezTo>
                      <a:cubicBezTo>
                        <a:pt x="377214" y="44512"/>
                        <a:pt x="377694" y="44920"/>
                        <a:pt x="377708" y="45429"/>
                      </a:cubicBezTo>
                      <a:cubicBezTo>
                        <a:pt x="377737" y="47292"/>
                        <a:pt x="377737" y="49154"/>
                        <a:pt x="377752" y="51002"/>
                      </a:cubicBezTo>
                      <a:cubicBezTo>
                        <a:pt x="377752" y="51512"/>
                        <a:pt x="377345" y="51934"/>
                        <a:pt x="376821" y="51934"/>
                      </a:cubicBezTo>
                      <a:lnTo>
                        <a:pt x="376821" y="51934"/>
                      </a:lnTo>
                      <a:close/>
                      <a:moveTo>
                        <a:pt x="2300" y="44542"/>
                      </a:moveTo>
                      <a:cubicBezTo>
                        <a:pt x="1805" y="44542"/>
                        <a:pt x="1383" y="44149"/>
                        <a:pt x="1368" y="43639"/>
                      </a:cubicBezTo>
                      <a:lnTo>
                        <a:pt x="1194" y="38066"/>
                      </a:lnTo>
                      <a:cubicBezTo>
                        <a:pt x="1179" y="37557"/>
                        <a:pt x="1572" y="37120"/>
                        <a:pt x="2096" y="37106"/>
                      </a:cubicBezTo>
                      <a:cubicBezTo>
                        <a:pt x="2532" y="37106"/>
                        <a:pt x="3042" y="37484"/>
                        <a:pt x="3056" y="38008"/>
                      </a:cubicBezTo>
                      <a:lnTo>
                        <a:pt x="3231" y="43581"/>
                      </a:lnTo>
                      <a:cubicBezTo>
                        <a:pt x="3245" y="44090"/>
                        <a:pt x="2852" y="44527"/>
                        <a:pt x="2329" y="44542"/>
                      </a:cubicBezTo>
                      <a:lnTo>
                        <a:pt x="2300" y="44542"/>
                      </a:lnTo>
                      <a:close/>
                      <a:moveTo>
                        <a:pt x="376428" y="33395"/>
                      </a:moveTo>
                      <a:cubicBezTo>
                        <a:pt x="375933" y="33395"/>
                        <a:pt x="375526" y="33002"/>
                        <a:pt x="375497" y="32508"/>
                      </a:cubicBezTo>
                      <a:cubicBezTo>
                        <a:pt x="375424" y="30660"/>
                        <a:pt x="375337" y="28812"/>
                        <a:pt x="375235" y="26964"/>
                      </a:cubicBezTo>
                      <a:cubicBezTo>
                        <a:pt x="375206" y="26454"/>
                        <a:pt x="375598" y="26018"/>
                        <a:pt x="376108" y="25989"/>
                      </a:cubicBezTo>
                      <a:cubicBezTo>
                        <a:pt x="376617" y="25945"/>
                        <a:pt x="377054" y="26352"/>
                        <a:pt x="377083" y="26862"/>
                      </a:cubicBezTo>
                      <a:cubicBezTo>
                        <a:pt x="377184" y="28724"/>
                        <a:pt x="377272" y="30572"/>
                        <a:pt x="377359" y="32435"/>
                      </a:cubicBezTo>
                      <a:cubicBezTo>
                        <a:pt x="377374" y="32944"/>
                        <a:pt x="376981" y="33381"/>
                        <a:pt x="376471" y="33395"/>
                      </a:cubicBezTo>
                      <a:lnTo>
                        <a:pt x="376428" y="33395"/>
                      </a:lnTo>
                      <a:close/>
                      <a:moveTo>
                        <a:pt x="1703" y="25989"/>
                      </a:moveTo>
                      <a:cubicBezTo>
                        <a:pt x="1208" y="25989"/>
                        <a:pt x="786" y="25596"/>
                        <a:pt x="772" y="25086"/>
                      </a:cubicBezTo>
                      <a:lnTo>
                        <a:pt x="597" y="19513"/>
                      </a:lnTo>
                      <a:cubicBezTo>
                        <a:pt x="582" y="19004"/>
                        <a:pt x="975" y="18567"/>
                        <a:pt x="1499" y="18553"/>
                      </a:cubicBezTo>
                      <a:cubicBezTo>
                        <a:pt x="1936" y="18495"/>
                        <a:pt x="2445" y="18931"/>
                        <a:pt x="2460" y="19455"/>
                      </a:cubicBezTo>
                      <a:lnTo>
                        <a:pt x="2634" y="25014"/>
                      </a:lnTo>
                      <a:cubicBezTo>
                        <a:pt x="2649" y="25523"/>
                        <a:pt x="2256" y="25960"/>
                        <a:pt x="1732" y="25974"/>
                      </a:cubicBezTo>
                      <a:lnTo>
                        <a:pt x="1703" y="25974"/>
                      </a:lnTo>
                      <a:close/>
                      <a:moveTo>
                        <a:pt x="375235" y="14871"/>
                      </a:moveTo>
                      <a:cubicBezTo>
                        <a:pt x="374754" y="14871"/>
                        <a:pt x="374347" y="14508"/>
                        <a:pt x="374318" y="14027"/>
                      </a:cubicBezTo>
                      <a:cubicBezTo>
                        <a:pt x="374158" y="12179"/>
                        <a:pt x="373983" y="10331"/>
                        <a:pt x="373780" y="8498"/>
                      </a:cubicBezTo>
                      <a:cubicBezTo>
                        <a:pt x="373721" y="7989"/>
                        <a:pt x="374100" y="7538"/>
                        <a:pt x="374609" y="7479"/>
                      </a:cubicBezTo>
                      <a:cubicBezTo>
                        <a:pt x="375118" y="7436"/>
                        <a:pt x="375569" y="7800"/>
                        <a:pt x="375627" y="8309"/>
                      </a:cubicBezTo>
                      <a:cubicBezTo>
                        <a:pt x="375817" y="10157"/>
                        <a:pt x="375991" y="12019"/>
                        <a:pt x="376166" y="13867"/>
                      </a:cubicBezTo>
                      <a:cubicBezTo>
                        <a:pt x="376210" y="14377"/>
                        <a:pt x="375831" y="14828"/>
                        <a:pt x="375322" y="14871"/>
                      </a:cubicBezTo>
                      <a:cubicBezTo>
                        <a:pt x="375293" y="14871"/>
                        <a:pt x="375264" y="14871"/>
                        <a:pt x="375235" y="14871"/>
                      </a:cubicBezTo>
                      <a:close/>
                      <a:moveTo>
                        <a:pt x="1106" y="7436"/>
                      </a:moveTo>
                      <a:cubicBezTo>
                        <a:pt x="612" y="7436"/>
                        <a:pt x="190" y="7043"/>
                        <a:pt x="175" y="6534"/>
                      </a:cubicBezTo>
                      <a:lnTo>
                        <a:pt x="0" y="960"/>
                      </a:lnTo>
                      <a:cubicBezTo>
                        <a:pt x="-14" y="451"/>
                        <a:pt x="379" y="15"/>
                        <a:pt x="903" y="0"/>
                      </a:cubicBezTo>
                      <a:cubicBezTo>
                        <a:pt x="1339" y="0"/>
                        <a:pt x="1848" y="378"/>
                        <a:pt x="1863" y="902"/>
                      </a:cubicBezTo>
                      <a:lnTo>
                        <a:pt x="2038" y="6475"/>
                      </a:lnTo>
                      <a:cubicBezTo>
                        <a:pt x="2052" y="6985"/>
                        <a:pt x="1659" y="7421"/>
                        <a:pt x="1135" y="7436"/>
                      </a:cubicBezTo>
                      <a:lnTo>
                        <a:pt x="1106" y="7436"/>
                      </a:lnTo>
                      <a:close/>
                      <a:moveTo>
                        <a:pt x="368352" y="1863"/>
                      </a:moveTo>
                      <a:lnTo>
                        <a:pt x="362779" y="1863"/>
                      </a:lnTo>
                      <a:cubicBezTo>
                        <a:pt x="362269" y="1863"/>
                        <a:pt x="361847" y="1441"/>
                        <a:pt x="361847" y="931"/>
                      </a:cubicBezTo>
                      <a:cubicBezTo>
                        <a:pt x="361847" y="422"/>
                        <a:pt x="362269" y="0"/>
                        <a:pt x="362779" y="0"/>
                      </a:cubicBezTo>
                      <a:lnTo>
                        <a:pt x="368352" y="0"/>
                      </a:lnTo>
                      <a:cubicBezTo>
                        <a:pt x="368861" y="0"/>
                        <a:pt x="369283" y="422"/>
                        <a:pt x="369283" y="931"/>
                      </a:cubicBezTo>
                      <a:cubicBezTo>
                        <a:pt x="369283" y="1441"/>
                        <a:pt x="368861" y="1863"/>
                        <a:pt x="368352" y="1863"/>
                      </a:cubicBezTo>
                      <a:close/>
                      <a:moveTo>
                        <a:pt x="349784" y="1863"/>
                      </a:moveTo>
                      <a:lnTo>
                        <a:pt x="344211" y="1863"/>
                      </a:lnTo>
                      <a:cubicBezTo>
                        <a:pt x="343702" y="1863"/>
                        <a:pt x="343280" y="1441"/>
                        <a:pt x="343280" y="931"/>
                      </a:cubicBezTo>
                      <a:cubicBezTo>
                        <a:pt x="343280" y="422"/>
                        <a:pt x="343702" y="0"/>
                        <a:pt x="344211" y="0"/>
                      </a:cubicBezTo>
                      <a:lnTo>
                        <a:pt x="349784" y="0"/>
                      </a:lnTo>
                      <a:cubicBezTo>
                        <a:pt x="350294" y="0"/>
                        <a:pt x="350716" y="422"/>
                        <a:pt x="350716" y="931"/>
                      </a:cubicBezTo>
                      <a:cubicBezTo>
                        <a:pt x="350716" y="1441"/>
                        <a:pt x="350294" y="1863"/>
                        <a:pt x="349784" y="1863"/>
                      </a:cubicBezTo>
                      <a:close/>
                      <a:moveTo>
                        <a:pt x="331217" y="1863"/>
                      </a:moveTo>
                      <a:lnTo>
                        <a:pt x="325644" y="1863"/>
                      </a:lnTo>
                      <a:cubicBezTo>
                        <a:pt x="325135" y="1863"/>
                        <a:pt x="324713" y="1441"/>
                        <a:pt x="324713" y="931"/>
                      </a:cubicBezTo>
                      <a:cubicBezTo>
                        <a:pt x="324713" y="422"/>
                        <a:pt x="325135" y="0"/>
                        <a:pt x="325644" y="0"/>
                      </a:cubicBezTo>
                      <a:lnTo>
                        <a:pt x="331217" y="0"/>
                      </a:lnTo>
                      <a:cubicBezTo>
                        <a:pt x="331726" y="0"/>
                        <a:pt x="332148" y="422"/>
                        <a:pt x="332148" y="931"/>
                      </a:cubicBezTo>
                      <a:cubicBezTo>
                        <a:pt x="332148" y="1441"/>
                        <a:pt x="331726" y="1863"/>
                        <a:pt x="331217" y="1863"/>
                      </a:cubicBezTo>
                      <a:close/>
                      <a:moveTo>
                        <a:pt x="312650" y="1863"/>
                      </a:moveTo>
                      <a:lnTo>
                        <a:pt x="307076" y="1863"/>
                      </a:lnTo>
                      <a:cubicBezTo>
                        <a:pt x="306567" y="1863"/>
                        <a:pt x="306145" y="1441"/>
                        <a:pt x="306145" y="931"/>
                      </a:cubicBezTo>
                      <a:cubicBezTo>
                        <a:pt x="306145" y="422"/>
                        <a:pt x="306567" y="0"/>
                        <a:pt x="307076" y="0"/>
                      </a:cubicBezTo>
                      <a:lnTo>
                        <a:pt x="312650" y="0"/>
                      </a:lnTo>
                      <a:cubicBezTo>
                        <a:pt x="313159" y="0"/>
                        <a:pt x="313581" y="422"/>
                        <a:pt x="313581" y="931"/>
                      </a:cubicBezTo>
                      <a:cubicBezTo>
                        <a:pt x="313581" y="1441"/>
                        <a:pt x="313159" y="1863"/>
                        <a:pt x="312650" y="1863"/>
                      </a:cubicBezTo>
                      <a:close/>
                      <a:moveTo>
                        <a:pt x="294082" y="1863"/>
                      </a:moveTo>
                      <a:lnTo>
                        <a:pt x="288509" y="1863"/>
                      </a:lnTo>
                      <a:cubicBezTo>
                        <a:pt x="288000" y="1863"/>
                        <a:pt x="287578" y="1441"/>
                        <a:pt x="287578" y="931"/>
                      </a:cubicBezTo>
                      <a:cubicBezTo>
                        <a:pt x="287578" y="422"/>
                        <a:pt x="288000" y="0"/>
                        <a:pt x="288509" y="0"/>
                      </a:cubicBezTo>
                      <a:lnTo>
                        <a:pt x="294082" y="0"/>
                      </a:lnTo>
                      <a:cubicBezTo>
                        <a:pt x="294591" y="0"/>
                        <a:pt x="295013" y="422"/>
                        <a:pt x="295013" y="931"/>
                      </a:cubicBezTo>
                      <a:cubicBezTo>
                        <a:pt x="295013" y="1441"/>
                        <a:pt x="294591" y="1863"/>
                        <a:pt x="294082" y="1863"/>
                      </a:cubicBezTo>
                      <a:close/>
                      <a:moveTo>
                        <a:pt x="275515" y="1863"/>
                      </a:moveTo>
                      <a:lnTo>
                        <a:pt x="269941" y="1863"/>
                      </a:lnTo>
                      <a:cubicBezTo>
                        <a:pt x="269432" y="1863"/>
                        <a:pt x="269010" y="1441"/>
                        <a:pt x="269010" y="931"/>
                      </a:cubicBezTo>
                      <a:cubicBezTo>
                        <a:pt x="269010" y="422"/>
                        <a:pt x="269432" y="0"/>
                        <a:pt x="269941" y="0"/>
                      </a:cubicBezTo>
                      <a:lnTo>
                        <a:pt x="275515" y="0"/>
                      </a:lnTo>
                      <a:cubicBezTo>
                        <a:pt x="276024" y="0"/>
                        <a:pt x="276446" y="422"/>
                        <a:pt x="276446" y="931"/>
                      </a:cubicBezTo>
                      <a:cubicBezTo>
                        <a:pt x="276446" y="1441"/>
                        <a:pt x="276024" y="1863"/>
                        <a:pt x="275515" y="1863"/>
                      </a:cubicBezTo>
                      <a:close/>
                      <a:moveTo>
                        <a:pt x="256947" y="1863"/>
                      </a:moveTo>
                      <a:lnTo>
                        <a:pt x="251374" y="1863"/>
                      </a:lnTo>
                      <a:cubicBezTo>
                        <a:pt x="250865" y="1863"/>
                        <a:pt x="250443" y="1441"/>
                        <a:pt x="250443" y="931"/>
                      </a:cubicBezTo>
                      <a:cubicBezTo>
                        <a:pt x="250443" y="422"/>
                        <a:pt x="250865" y="0"/>
                        <a:pt x="251374" y="0"/>
                      </a:cubicBezTo>
                      <a:lnTo>
                        <a:pt x="256947" y="0"/>
                      </a:lnTo>
                      <a:cubicBezTo>
                        <a:pt x="257456" y="0"/>
                        <a:pt x="257878" y="422"/>
                        <a:pt x="257878" y="931"/>
                      </a:cubicBezTo>
                      <a:cubicBezTo>
                        <a:pt x="257878" y="1441"/>
                        <a:pt x="257456" y="1863"/>
                        <a:pt x="256947" y="1863"/>
                      </a:cubicBezTo>
                      <a:close/>
                      <a:moveTo>
                        <a:pt x="238380" y="1863"/>
                      </a:moveTo>
                      <a:lnTo>
                        <a:pt x="232807" y="1863"/>
                      </a:lnTo>
                      <a:cubicBezTo>
                        <a:pt x="232297" y="1863"/>
                        <a:pt x="231875" y="1441"/>
                        <a:pt x="231875" y="931"/>
                      </a:cubicBezTo>
                      <a:cubicBezTo>
                        <a:pt x="231875" y="422"/>
                        <a:pt x="232297" y="0"/>
                        <a:pt x="232807" y="0"/>
                      </a:cubicBezTo>
                      <a:lnTo>
                        <a:pt x="238380" y="0"/>
                      </a:lnTo>
                      <a:cubicBezTo>
                        <a:pt x="238889" y="0"/>
                        <a:pt x="239311" y="422"/>
                        <a:pt x="239311" y="931"/>
                      </a:cubicBezTo>
                      <a:cubicBezTo>
                        <a:pt x="239311" y="1441"/>
                        <a:pt x="238889" y="1863"/>
                        <a:pt x="238380" y="1863"/>
                      </a:cubicBezTo>
                      <a:close/>
                      <a:moveTo>
                        <a:pt x="219812" y="1863"/>
                      </a:moveTo>
                      <a:lnTo>
                        <a:pt x="214239" y="1863"/>
                      </a:lnTo>
                      <a:cubicBezTo>
                        <a:pt x="213730" y="1863"/>
                        <a:pt x="213308" y="1441"/>
                        <a:pt x="213308" y="931"/>
                      </a:cubicBezTo>
                      <a:cubicBezTo>
                        <a:pt x="213308" y="422"/>
                        <a:pt x="213730" y="0"/>
                        <a:pt x="214239" y="0"/>
                      </a:cubicBezTo>
                      <a:lnTo>
                        <a:pt x="219812" y="0"/>
                      </a:lnTo>
                      <a:cubicBezTo>
                        <a:pt x="220322" y="0"/>
                        <a:pt x="220743" y="422"/>
                        <a:pt x="220743" y="931"/>
                      </a:cubicBezTo>
                      <a:cubicBezTo>
                        <a:pt x="220743" y="1441"/>
                        <a:pt x="220322" y="1863"/>
                        <a:pt x="219812" y="1863"/>
                      </a:cubicBezTo>
                      <a:close/>
                      <a:moveTo>
                        <a:pt x="201245" y="1863"/>
                      </a:moveTo>
                      <a:lnTo>
                        <a:pt x="195672" y="1863"/>
                      </a:lnTo>
                      <a:cubicBezTo>
                        <a:pt x="195162" y="1863"/>
                        <a:pt x="194740" y="1441"/>
                        <a:pt x="194740" y="931"/>
                      </a:cubicBezTo>
                      <a:cubicBezTo>
                        <a:pt x="194740" y="422"/>
                        <a:pt x="195162" y="0"/>
                        <a:pt x="195672" y="0"/>
                      </a:cubicBezTo>
                      <a:lnTo>
                        <a:pt x="201245" y="0"/>
                      </a:lnTo>
                      <a:cubicBezTo>
                        <a:pt x="201754" y="0"/>
                        <a:pt x="202176" y="422"/>
                        <a:pt x="202176" y="931"/>
                      </a:cubicBezTo>
                      <a:cubicBezTo>
                        <a:pt x="202176" y="1441"/>
                        <a:pt x="201754" y="1863"/>
                        <a:pt x="201245" y="1863"/>
                      </a:cubicBezTo>
                      <a:close/>
                      <a:moveTo>
                        <a:pt x="182677" y="1863"/>
                      </a:moveTo>
                      <a:lnTo>
                        <a:pt x="177104" y="1863"/>
                      </a:lnTo>
                      <a:cubicBezTo>
                        <a:pt x="176595" y="1863"/>
                        <a:pt x="176173" y="1441"/>
                        <a:pt x="176173" y="931"/>
                      </a:cubicBezTo>
                      <a:cubicBezTo>
                        <a:pt x="176173" y="422"/>
                        <a:pt x="176595" y="0"/>
                        <a:pt x="177104" y="0"/>
                      </a:cubicBezTo>
                      <a:lnTo>
                        <a:pt x="182677" y="0"/>
                      </a:lnTo>
                      <a:cubicBezTo>
                        <a:pt x="183187" y="0"/>
                        <a:pt x="183609" y="422"/>
                        <a:pt x="183609" y="931"/>
                      </a:cubicBezTo>
                      <a:cubicBezTo>
                        <a:pt x="183609" y="1441"/>
                        <a:pt x="183187" y="1863"/>
                        <a:pt x="182677" y="1863"/>
                      </a:cubicBezTo>
                      <a:close/>
                      <a:moveTo>
                        <a:pt x="164110" y="1863"/>
                      </a:moveTo>
                      <a:lnTo>
                        <a:pt x="158537" y="1863"/>
                      </a:lnTo>
                      <a:cubicBezTo>
                        <a:pt x="158027" y="1863"/>
                        <a:pt x="157605" y="1441"/>
                        <a:pt x="157605" y="931"/>
                      </a:cubicBezTo>
                      <a:cubicBezTo>
                        <a:pt x="157605" y="422"/>
                        <a:pt x="158027" y="0"/>
                        <a:pt x="158537" y="0"/>
                      </a:cubicBezTo>
                      <a:lnTo>
                        <a:pt x="164110" y="0"/>
                      </a:lnTo>
                      <a:cubicBezTo>
                        <a:pt x="164619" y="0"/>
                        <a:pt x="165041" y="422"/>
                        <a:pt x="165041" y="931"/>
                      </a:cubicBezTo>
                      <a:cubicBezTo>
                        <a:pt x="165041" y="1441"/>
                        <a:pt x="164619" y="1863"/>
                        <a:pt x="164110" y="1863"/>
                      </a:cubicBezTo>
                      <a:close/>
                      <a:moveTo>
                        <a:pt x="145542" y="1863"/>
                      </a:moveTo>
                      <a:lnTo>
                        <a:pt x="139969" y="1863"/>
                      </a:lnTo>
                      <a:cubicBezTo>
                        <a:pt x="139460" y="1863"/>
                        <a:pt x="139038" y="1441"/>
                        <a:pt x="139038" y="931"/>
                      </a:cubicBezTo>
                      <a:cubicBezTo>
                        <a:pt x="139038" y="422"/>
                        <a:pt x="139460" y="0"/>
                        <a:pt x="139969" y="0"/>
                      </a:cubicBezTo>
                      <a:lnTo>
                        <a:pt x="145542" y="0"/>
                      </a:lnTo>
                      <a:cubicBezTo>
                        <a:pt x="146052" y="0"/>
                        <a:pt x="146474" y="422"/>
                        <a:pt x="146474" y="931"/>
                      </a:cubicBezTo>
                      <a:cubicBezTo>
                        <a:pt x="146474" y="1441"/>
                        <a:pt x="146052" y="1863"/>
                        <a:pt x="145542" y="1863"/>
                      </a:cubicBezTo>
                      <a:close/>
                      <a:moveTo>
                        <a:pt x="126975" y="1863"/>
                      </a:moveTo>
                      <a:lnTo>
                        <a:pt x="121402" y="1863"/>
                      </a:lnTo>
                      <a:cubicBezTo>
                        <a:pt x="120893" y="1863"/>
                        <a:pt x="120471" y="1441"/>
                        <a:pt x="120471" y="931"/>
                      </a:cubicBezTo>
                      <a:cubicBezTo>
                        <a:pt x="120471" y="422"/>
                        <a:pt x="120893" y="0"/>
                        <a:pt x="121402" y="0"/>
                      </a:cubicBezTo>
                      <a:lnTo>
                        <a:pt x="126975" y="0"/>
                      </a:lnTo>
                      <a:cubicBezTo>
                        <a:pt x="127484" y="0"/>
                        <a:pt x="127906" y="422"/>
                        <a:pt x="127906" y="931"/>
                      </a:cubicBezTo>
                      <a:cubicBezTo>
                        <a:pt x="127906" y="1441"/>
                        <a:pt x="127484" y="1863"/>
                        <a:pt x="126975" y="1863"/>
                      </a:cubicBezTo>
                      <a:close/>
                      <a:moveTo>
                        <a:pt x="108408" y="1863"/>
                      </a:moveTo>
                      <a:lnTo>
                        <a:pt x="102834" y="1863"/>
                      </a:lnTo>
                      <a:cubicBezTo>
                        <a:pt x="102325" y="1863"/>
                        <a:pt x="101903" y="1441"/>
                        <a:pt x="101903" y="931"/>
                      </a:cubicBezTo>
                      <a:cubicBezTo>
                        <a:pt x="101903" y="422"/>
                        <a:pt x="102325" y="0"/>
                        <a:pt x="102834" y="0"/>
                      </a:cubicBezTo>
                      <a:lnTo>
                        <a:pt x="108408" y="0"/>
                      </a:lnTo>
                      <a:cubicBezTo>
                        <a:pt x="108917" y="0"/>
                        <a:pt x="109339" y="422"/>
                        <a:pt x="109339" y="931"/>
                      </a:cubicBezTo>
                      <a:cubicBezTo>
                        <a:pt x="109339" y="1441"/>
                        <a:pt x="108917" y="1863"/>
                        <a:pt x="108408" y="1863"/>
                      </a:cubicBezTo>
                      <a:close/>
                      <a:moveTo>
                        <a:pt x="89840" y="1863"/>
                      </a:moveTo>
                      <a:lnTo>
                        <a:pt x="84267" y="1863"/>
                      </a:lnTo>
                      <a:cubicBezTo>
                        <a:pt x="83758" y="1863"/>
                        <a:pt x="83336" y="1441"/>
                        <a:pt x="83336" y="931"/>
                      </a:cubicBezTo>
                      <a:cubicBezTo>
                        <a:pt x="83336" y="422"/>
                        <a:pt x="83758" y="0"/>
                        <a:pt x="84267" y="0"/>
                      </a:cubicBezTo>
                      <a:lnTo>
                        <a:pt x="89840" y="0"/>
                      </a:lnTo>
                      <a:cubicBezTo>
                        <a:pt x="90349" y="0"/>
                        <a:pt x="90771" y="422"/>
                        <a:pt x="90771" y="931"/>
                      </a:cubicBezTo>
                      <a:cubicBezTo>
                        <a:pt x="90771" y="1441"/>
                        <a:pt x="90349" y="1863"/>
                        <a:pt x="89840" y="1863"/>
                      </a:cubicBezTo>
                      <a:close/>
                      <a:moveTo>
                        <a:pt x="71273" y="1863"/>
                      </a:moveTo>
                      <a:lnTo>
                        <a:pt x="65699" y="1863"/>
                      </a:lnTo>
                      <a:cubicBezTo>
                        <a:pt x="65190" y="1863"/>
                        <a:pt x="64768" y="1441"/>
                        <a:pt x="64768" y="931"/>
                      </a:cubicBezTo>
                      <a:cubicBezTo>
                        <a:pt x="64768" y="422"/>
                        <a:pt x="65190" y="0"/>
                        <a:pt x="65699" y="0"/>
                      </a:cubicBezTo>
                      <a:lnTo>
                        <a:pt x="71273" y="0"/>
                      </a:lnTo>
                      <a:cubicBezTo>
                        <a:pt x="71782" y="0"/>
                        <a:pt x="72204" y="422"/>
                        <a:pt x="72204" y="931"/>
                      </a:cubicBezTo>
                      <a:cubicBezTo>
                        <a:pt x="72204" y="1441"/>
                        <a:pt x="71782" y="1863"/>
                        <a:pt x="71273" y="1863"/>
                      </a:cubicBezTo>
                      <a:close/>
                      <a:moveTo>
                        <a:pt x="52705" y="1863"/>
                      </a:moveTo>
                      <a:lnTo>
                        <a:pt x="47132" y="1863"/>
                      </a:lnTo>
                      <a:cubicBezTo>
                        <a:pt x="46623" y="1863"/>
                        <a:pt x="46201" y="1441"/>
                        <a:pt x="46201" y="931"/>
                      </a:cubicBezTo>
                      <a:cubicBezTo>
                        <a:pt x="46201" y="422"/>
                        <a:pt x="46623" y="0"/>
                        <a:pt x="47132" y="0"/>
                      </a:cubicBezTo>
                      <a:lnTo>
                        <a:pt x="52705" y="0"/>
                      </a:lnTo>
                      <a:cubicBezTo>
                        <a:pt x="53214" y="0"/>
                        <a:pt x="53636" y="422"/>
                        <a:pt x="53636" y="931"/>
                      </a:cubicBezTo>
                      <a:cubicBezTo>
                        <a:pt x="53636" y="1441"/>
                        <a:pt x="53214" y="1863"/>
                        <a:pt x="52705" y="1863"/>
                      </a:cubicBezTo>
                      <a:close/>
                      <a:moveTo>
                        <a:pt x="34138" y="1863"/>
                      </a:moveTo>
                      <a:lnTo>
                        <a:pt x="28565" y="1863"/>
                      </a:lnTo>
                      <a:cubicBezTo>
                        <a:pt x="28055" y="1863"/>
                        <a:pt x="27633" y="1441"/>
                        <a:pt x="27633" y="931"/>
                      </a:cubicBezTo>
                      <a:cubicBezTo>
                        <a:pt x="27633" y="422"/>
                        <a:pt x="28055" y="0"/>
                        <a:pt x="28565" y="0"/>
                      </a:cubicBezTo>
                      <a:lnTo>
                        <a:pt x="34138" y="0"/>
                      </a:lnTo>
                      <a:cubicBezTo>
                        <a:pt x="34647" y="0"/>
                        <a:pt x="35069" y="422"/>
                        <a:pt x="35069" y="931"/>
                      </a:cubicBezTo>
                      <a:cubicBezTo>
                        <a:pt x="35069" y="1441"/>
                        <a:pt x="34647" y="1863"/>
                        <a:pt x="34138" y="1863"/>
                      </a:cubicBezTo>
                      <a:close/>
                      <a:moveTo>
                        <a:pt x="15570" y="1863"/>
                      </a:moveTo>
                      <a:lnTo>
                        <a:pt x="9997" y="1863"/>
                      </a:lnTo>
                      <a:cubicBezTo>
                        <a:pt x="9488" y="1863"/>
                        <a:pt x="9066" y="1441"/>
                        <a:pt x="9066" y="931"/>
                      </a:cubicBezTo>
                      <a:cubicBezTo>
                        <a:pt x="9066" y="422"/>
                        <a:pt x="9488" y="0"/>
                        <a:pt x="9997" y="0"/>
                      </a:cubicBezTo>
                      <a:lnTo>
                        <a:pt x="15570" y="0"/>
                      </a:lnTo>
                      <a:cubicBezTo>
                        <a:pt x="16080" y="0"/>
                        <a:pt x="16502" y="422"/>
                        <a:pt x="16502" y="931"/>
                      </a:cubicBezTo>
                      <a:cubicBezTo>
                        <a:pt x="16502" y="1441"/>
                        <a:pt x="16080" y="1863"/>
                        <a:pt x="15570" y="186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47" name="Forme libre : forme 2946">
                  <a:extLst>
                    <a:ext uri="{FF2B5EF4-FFF2-40B4-BE49-F238E27FC236}">
                      <a16:creationId xmlns:a16="http://schemas.microsoft.com/office/drawing/2014/main" id="{261437F8-85B2-E6FA-89E9-91C28ADCAA28}"/>
                    </a:ext>
                  </a:extLst>
                </p:cNvPr>
                <p:cNvSpPr/>
                <p:nvPr/>
              </p:nvSpPr>
              <p:spPr>
                <a:xfrm>
                  <a:off x="730050" y="893603"/>
                  <a:ext cx="53810" cy="17685"/>
                </a:xfrm>
                <a:custGeom>
                  <a:avLst/>
                  <a:gdLst>
                    <a:gd name="connsiteX0" fmla="*/ 0 w 53810"/>
                    <a:gd name="connsiteY0" fmla="*/ 16172 h 17685"/>
                    <a:gd name="connsiteX1" fmla="*/ 931 w 53810"/>
                    <a:gd name="connsiteY1" fmla="*/ 6146 h 17685"/>
                    <a:gd name="connsiteX2" fmla="*/ 6781 w 53810"/>
                    <a:gd name="connsiteY2" fmla="*/ 1650 h 17685"/>
                    <a:gd name="connsiteX3" fmla="*/ 52079 w 53810"/>
                    <a:gd name="connsiteY3" fmla="*/ 6044 h 17685"/>
                    <a:gd name="connsiteX4" fmla="*/ 53811 w 53810"/>
                    <a:gd name="connsiteY4" fmla="*/ 17685 h 17685"/>
                    <a:gd name="connsiteX5" fmla="*/ 0 w 53810"/>
                    <a:gd name="connsiteY5" fmla="*/ 16172 h 176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3810" h="17685">
                      <a:moveTo>
                        <a:pt x="0" y="16172"/>
                      </a:moveTo>
                      <a:lnTo>
                        <a:pt x="931" y="6146"/>
                      </a:lnTo>
                      <a:cubicBezTo>
                        <a:pt x="1994" y="3760"/>
                        <a:pt x="4176" y="2057"/>
                        <a:pt x="6781" y="1650"/>
                      </a:cubicBezTo>
                      <a:cubicBezTo>
                        <a:pt x="16472" y="107"/>
                        <a:pt x="40511" y="-2599"/>
                        <a:pt x="52079" y="6044"/>
                      </a:cubicBezTo>
                      <a:lnTo>
                        <a:pt x="53811" y="17685"/>
                      </a:lnTo>
                      <a:lnTo>
                        <a:pt x="0" y="16172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48" name="Forme libre : forme 2947">
                  <a:extLst>
                    <a:ext uri="{FF2B5EF4-FFF2-40B4-BE49-F238E27FC236}">
                      <a16:creationId xmlns:a16="http://schemas.microsoft.com/office/drawing/2014/main" id="{63082F19-A50F-5312-7702-0F7E9A651C08}"/>
                    </a:ext>
                  </a:extLst>
                </p:cNvPr>
                <p:cNvSpPr/>
                <p:nvPr/>
              </p:nvSpPr>
              <p:spPr>
                <a:xfrm>
                  <a:off x="748996" y="862890"/>
                  <a:ext cx="15962" cy="37640"/>
                </a:xfrm>
                <a:custGeom>
                  <a:avLst/>
                  <a:gdLst>
                    <a:gd name="connsiteX0" fmla="*/ 11336 w 15962"/>
                    <a:gd name="connsiteY0" fmla="*/ 37237 h 37640"/>
                    <a:gd name="connsiteX1" fmla="*/ 4627 w 15962"/>
                    <a:gd name="connsiteY1" fmla="*/ 37237 h 37640"/>
                    <a:gd name="connsiteX2" fmla="*/ 0 w 15962"/>
                    <a:gd name="connsiteY2" fmla="*/ 31373 h 37640"/>
                    <a:gd name="connsiteX3" fmla="*/ 0 w 15962"/>
                    <a:gd name="connsiteY3" fmla="*/ 0 h 37640"/>
                    <a:gd name="connsiteX4" fmla="*/ 15963 w 15962"/>
                    <a:gd name="connsiteY4" fmla="*/ 0 h 37640"/>
                    <a:gd name="connsiteX5" fmla="*/ 15963 w 15962"/>
                    <a:gd name="connsiteY5" fmla="*/ 31343 h 37640"/>
                    <a:gd name="connsiteX6" fmla="*/ 11321 w 15962"/>
                    <a:gd name="connsiteY6" fmla="*/ 37237 h 37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962" h="37640">
                      <a:moveTo>
                        <a:pt x="11336" y="37237"/>
                      </a:moveTo>
                      <a:cubicBezTo>
                        <a:pt x="9109" y="37775"/>
                        <a:pt x="6868" y="37775"/>
                        <a:pt x="4627" y="37237"/>
                      </a:cubicBezTo>
                      <a:cubicBezTo>
                        <a:pt x="1921" y="36567"/>
                        <a:pt x="0" y="34152"/>
                        <a:pt x="0" y="31373"/>
                      </a:cubicBezTo>
                      <a:lnTo>
                        <a:pt x="0" y="0"/>
                      </a:lnTo>
                      <a:lnTo>
                        <a:pt x="15963" y="0"/>
                      </a:lnTo>
                      <a:lnTo>
                        <a:pt x="15963" y="31343"/>
                      </a:lnTo>
                      <a:cubicBezTo>
                        <a:pt x="15963" y="34137"/>
                        <a:pt x="14042" y="36582"/>
                        <a:pt x="11321" y="37237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49" name="Forme libre : forme 2948">
                  <a:extLst>
                    <a:ext uri="{FF2B5EF4-FFF2-40B4-BE49-F238E27FC236}">
                      <a16:creationId xmlns:a16="http://schemas.microsoft.com/office/drawing/2014/main" id="{C0CFF098-EE5F-17BB-6165-6B8A487BBEBD}"/>
                    </a:ext>
                  </a:extLst>
                </p:cNvPr>
                <p:cNvSpPr/>
                <p:nvPr/>
              </p:nvSpPr>
              <p:spPr>
                <a:xfrm>
                  <a:off x="884672" y="893603"/>
                  <a:ext cx="53810" cy="17685"/>
                </a:xfrm>
                <a:custGeom>
                  <a:avLst/>
                  <a:gdLst>
                    <a:gd name="connsiteX0" fmla="*/ 15 w 53810"/>
                    <a:gd name="connsiteY0" fmla="*/ 16172 h 17685"/>
                    <a:gd name="connsiteX1" fmla="*/ 946 w 53810"/>
                    <a:gd name="connsiteY1" fmla="*/ 6146 h 17685"/>
                    <a:gd name="connsiteX2" fmla="*/ 6781 w 53810"/>
                    <a:gd name="connsiteY2" fmla="*/ 1650 h 17685"/>
                    <a:gd name="connsiteX3" fmla="*/ 52079 w 53810"/>
                    <a:gd name="connsiteY3" fmla="*/ 6044 h 17685"/>
                    <a:gd name="connsiteX4" fmla="*/ 53811 w 53810"/>
                    <a:gd name="connsiteY4" fmla="*/ 17685 h 17685"/>
                    <a:gd name="connsiteX5" fmla="*/ 0 w 53810"/>
                    <a:gd name="connsiteY5" fmla="*/ 16172 h 176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3810" h="17685">
                      <a:moveTo>
                        <a:pt x="15" y="16172"/>
                      </a:moveTo>
                      <a:lnTo>
                        <a:pt x="946" y="6146"/>
                      </a:lnTo>
                      <a:cubicBezTo>
                        <a:pt x="2008" y="3760"/>
                        <a:pt x="4191" y="2057"/>
                        <a:pt x="6781" y="1650"/>
                      </a:cubicBezTo>
                      <a:cubicBezTo>
                        <a:pt x="16472" y="107"/>
                        <a:pt x="40511" y="-2599"/>
                        <a:pt x="52079" y="6044"/>
                      </a:cubicBezTo>
                      <a:lnTo>
                        <a:pt x="53811" y="17685"/>
                      </a:lnTo>
                      <a:lnTo>
                        <a:pt x="0" y="16172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0" name="Forme libre : forme 2949">
                  <a:extLst>
                    <a:ext uri="{FF2B5EF4-FFF2-40B4-BE49-F238E27FC236}">
                      <a16:creationId xmlns:a16="http://schemas.microsoft.com/office/drawing/2014/main" id="{B47C5B79-3952-6780-2741-A37A2E7F1301}"/>
                    </a:ext>
                  </a:extLst>
                </p:cNvPr>
                <p:cNvSpPr/>
                <p:nvPr/>
              </p:nvSpPr>
              <p:spPr>
                <a:xfrm>
                  <a:off x="903633" y="859587"/>
                  <a:ext cx="15962" cy="40943"/>
                </a:xfrm>
                <a:custGeom>
                  <a:avLst/>
                  <a:gdLst>
                    <a:gd name="connsiteX0" fmla="*/ 11335 w 15962"/>
                    <a:gd name="connsiteY0" fmla="*/ 40540 h 40943"/>
                    <a:gd name="connsiteX1" fmla="*/ 4627 w 15962"/>
                    <a:gd name="connsiteY1" fmla="*/ 40540 h 40943"/>
                    <a:gd name="connsiteX2" fmla="*/ 0 w 15962"/>
                    <a:gd name="connsiteY2" fmla="*/ 34676 h 40943"/>
                    <a:gd name="connsiteX3" fmla="*/ 0 w 15962"/>
                    <a:gd name="connsiteY3" fmla="*/ 0 h 40943"/>
                    <a:gd name="connsiteX4" fmla="*/ 15963 w 15962"/>
                    <a:gd name="connsiteY4" fmla="*/ 0 h 40943"/>
                    <a:gd name="connsiteX5" fmla="*/ 15963 w 15962"/>
                    <a:gd name="connsiteY5" fmla="*/ 34661 h 40943"/>
                    <a:gd name="connsiteX6" fmla="*/ 11321 w 15962"/>
                    <a:gd name="connsiteY6" fmla="*/ 40554 h 40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962" h="40943">
                      <a:moveTo>
                        <a:pt x="11335" y="40540"/>
                      </a:moveTo>
                      <a:cubicBezTo>
                        <a:pt x="9109" y="41078"/>
                        <a:pt x="6868" y="41078"/>
                        <a:pt x="4627" y="40540"/>
                      </a:cubicBezTo>
                      <a:cubicBezTo>
                        <a:pt x="1921" y="39871"/>
                        <a:pt x="0" y="37455"/>
                        <a:pt x="0" y="34676"/>
                      </a:cubicBezTo>
                      <a:lnTo>
                        <a:pt x="0" y="0"/>
                      </a:lnTo>
                      <a:lnTo>
                        <a:pt x="15963" y="0"/>
                      </a:lnTo>
                      <a:lnTo>
                        <a:pt x="15963" y="34661"/>
                      </a:lnTo>
                      <a:cubicBezTo>
                        <a:pt x="15963" y="37455"/>
                        <a:pt x="14042" y="39900"/>
                        <a:pt x="11321" y="40554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1" name="Forme libre : forme 2950">
                  <a:extLst>
                    <a:ext uri="{FF2B5EF4-FFF2-40B4-BE49-F238E27FC236}">
                      <a16:creationId xmlns:a16="http://schemas.microsoft.com/office/drawing/2014/main" id="{EFF31D2D-0F37-2AE6-43D1-FE04A136E70C}"/>
                    </a:ext>
                  </a:extLst>
                </p:cNvPr>
                <p:cNvSpPr/>
                <p:nvPr/>
              </p:nvSpPr>
              <p:spPr>
                <a:xfrm>
                  <a:off x="739081" y="819321"/>
                  <a:ext cx="189068" cy="51252"/>
                </a:xfrm>
                <a:custGeom>
                  <a:avLst/>
                  <a:gdLst>
                    <a:gd name="connsiteX0" fmla="*/ 8300 w 189068"/>
                    <a:gd name="connsiteY0" fmla="*/ 51252 h 51252"/>
                    <a:gd name="connsiteX1" fmla="*/ 180005 w 189068"/>
                    <a:gd name="connsiteY1" fmla="*/ 45563 h 51252"/>
                    <a:gd name="connsiteX2" fmla="*/ 187907 w 189068"/>
                    <a:gd name="connsiteY2" fmla="*/ 38767 h 51252"/>
                    <a:gd name="connsiteX3" fmla="*/ 188445 w 189068"/>
                    <a:gd name="connsiteY3" fmla="*/ 16999 h 51252"/>
                    <a:gd name="connsiteX4" fmla="*/ 169252 w 189068"/>
                    <a:gd name="connsiteY4" fmla="*/ 236 h 51252"/>
                    <a:gd name="connsiteX5" fmla="*/ 10730 w 189068"/>
                    <a:gd name="connsiteY5" fmla="*/ 17275 h 51252"/>
                    <a:gd name="connsiteX6" fmla="*/ 1243 w 189068"/>
                    <a:gd name="connsiteY6" fmla="*/ 28159 h 51252"/>
                    <a:gd name="connsiteX7" fmla="*/ 835 w 189068"/>
                    <a:gd name="connsiteY7" fmla="*/ 45592 h 51252"/>
                    <a:gd name="connsiteX8" fmla="*/ 8300 w 189068"/>
                    <a:gd name="connsiteY8" fmla="*/ 51238 h 512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9068" h="51252">
                      <a:moveTo>
                        <a:pt x="8300" y="51252"/>
                      </a:moveTo>
                      <a:lnTo>
                        <a:pt x="180005" y="45563"/>
                      </a:lnTo>
                      <a:cubicBezTo>
                        <a:pt x="183920" y="45432"/>
                        <a:pt x="187237" y="42609"/>
                        <a:pt x="187907" y="38767"/>
                      </a:cubicBezTo>
                      <a:cubicBezTo>
                        <a:pt x="188852" y="33398"/>
                        <a:pt x="189682" y="25351"/>
                        <a:pt x="188445" y="16999"/>
                      </a:cubicBezTo>
                      <a:cubicBezTo>
                        <a:pt x="187034" y="7511"/>
                        <a:pt x="178885" y="468"/>
                        <a:pt x="169252" y="236"/>
                      </a:cubicBezTo>
                      <a:cubicBezTo>
                        <a:pt x="137224" y="-521"/>
                        <a:pt x="55679" y="-507"/>
                        <a:pt x="10730" y="17275"/>
                      </a:cubicBezTo>
                      <a:cubicBezTo>
                        <a:pt x="5972" y="19152"/>
                        <a:pt x="2450" y="23212"/>
                        <a:pt x="1243" y="28159"/>
                      </a:cubicBezTo>
                      <a:cubicBezTo>
                        <a:pt x="93" y="32874"/>
                        <a:pt x="-664" y="39175"/>
                        <a:pt x="835" y="45592"/>
                      </a:cubicBezTo>
                      <a:cubicBezTo>
                        <a:pt x="1635" y="48997"/>
                        <a:pt x="4779" y="51354"/>
                        <a:pt x="8300" y="51238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2" name="Forme libre : forme 2951">
                  <a:extLst>
                    <a:ext uri="{FF2B5EF4-FFF2-40B4-BE49-F238E27FC236}">
                      <a16:creationId xmlns:a16="http://schemas.microsoft.com/office/drawing/2014/main" id="{243083B1-54C1-20DD-4A5B-4C48C2F3C6EF}"/>
                    </a:ext>
                  </a:extLst>
                </p:cNvPr>
                <p:cNvSpPr/>
                <p:nvPr/>
              </p:nvSpPr>
              <p:spPr>
                <a:xfrm>
                  <a:off x="742411" y="829000"/>
                  <a:ext cx="56671" cy="33745"/>
                </a:xfrm>
                <a:custGeom>
                  <a:avLst/>
                  <a:gdLst>
                    <a:gd name="connsiteX0" fmla="*/ 1987 w 56671"/>
                    <a:gd name="connsiteY0" fmla="*/ 33745 h 33745"/>
                    <a:gd name="connsiteX1" fmla="*/ 139 w 56671"/>
                    <a:gd name="connsiteY1" fmla="*/ 32072 h 33745"/>
                    <a:gd name="connsiteX2" fmla="*/ 1202 w 56671"/>
                    <a:gd name="connsiteY2" fmla="*/ 18728 h 33745"/>
                    <a:gd name="connsiteX3" fmla="*/ 11708 w 56671"/>
                    <a:gd name="connsiteY3" fmla="*/ 8048 h 33745"/>
                    <a:gd name="connsiteX4" fmla="*/ 54765 w 56671"/>
                    <a:gd name="connsiteY4" fmla="*/ 1 h 33745"/>
                    <a:gd name="connsiteX5" fmla="*/ 56671 w 56671"/>
                    <a:gd name="connsiteY5" fmla="*/ 1805 h 33745"/>
                    <a:gd name="connsiteX6" fmla="*/ 54867 w 56671"/>
                    <a:gd name="connsiteY6" fmla="*/ 3711 h 33745"/>
                    <a:gd name="connsiteX7" fmla="*/ 12755 w 56671"/>
                    <a:gd name="connsiteY7" fmla="*/ 11598 h 33745"/>
                    <a:gd name="connsiteX8" fmla="*/ 4796 w 56671"/>
                    <a:gd name="connsiteY8" fmla="*/ 19674 h 33745"/>
                    <a:gd name="connsiteX9" fmla="*/ 3850 w 56671"/>
                    <a:gd name="connsiteY9" fmla="*/ 31664 h 33745"/>
                    <a:gd name="connsiteX10" fmla="*/ 2191 w 56671"/>
                    <a:gd name="connsiteY10" fmla="*/ 33702 h 33745"/>
                    <a:gd name="connsiteX11" fmla="*/ 2002 w 56671"/>
                    <a:gd name="connsiteY11" fmla="*/ 33702 h 33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6671" h="33745">
                      <a:moveTo>
                        <a:pt x="1987" y="33745"/>
                      </a:moveTo>
                      <a:cubicBezTo>
                        <a:pt x="1042" y="33745"/>
                        <a:pt x="241" y="33032"/>
                        <a:pt x="139" y="32072"/>
                      </a:cubicBezTo>
                      <a:cubicBezTo>
                        <a:pt x="110" y="31795"/>
                        <a:pt x="-530" y="25145"/>
                        <a:pt x="1202" y="18728"/>
                      </a:cubicBezTo>
                      <a:cubicBezTo>
                        <a:pt x="2584" y="13635"/>
                        <a:pt x="6600" y="9546"/>
                        <a:pt x="11708" y="8048"/>
                      </a:cubicBezTo>
                      <a:cubicBezTo>
                        <a:pt x="21326" y="5225"/>
                        <a:pt x="39704" y="437"/>
                        <a:pt x="54765" y="1"/>
                      </a:cubicBezTo>
                      <a:cubicBezTo>
                        <a:pt x="55798" y="-28"/>
                        <a:pt x="56642" y="786"/>
                        <a:pt x="56671" y="1805"/>
                      </a:cubicBezTo>
                      <a:cubicBezTo>
                        <a:pt x="56700" y="2838"/>
                        <a:pt x="55885" y="3682"/>
                        <a:pt x="54867" y="3711"/>
                      </a:cubicBezTo>
                      <a:cubicBezTo>
                        <a:pt x="40228" y="4119"/>
                        <a:pt x="22199" y="8833"/>
                        <a:pt x="12755" y="11598"/>
                      </a:cubicBezTo>
                      <a:cubicBezTo>
                        <a:pt x="8885" y="12733"/>
                        <a:pt x="5829" y="15833"/>
                        <a:pt x="4796" y="19674"/>
                      </a:cubicBezTo>
                      <a:cubicBezTo>
                        <a:pt x="3239" y="25422"/>
                        <a:pt x="3835" y="31606"/>
                        <a:pt x="3850" y="31664"/>
                      </a:cubicBezTo>
                      <a:cubicBezTo>
                        <a:pt x="3952" y="32683"/>
                        <a:pt x="3210" y="33600"/>
                        <a:pt x="2191" y="33702"/>
                      </a:cubicBezTo>
                      <a:cubicBezTo>
                        <a:pt x="2133" y="33702"/>
                        <a:pt x="2060" y="33702"/>
                        <a:pt x="2002" y="33702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3" name="Forme libre : forme 2952">
                  <a:extLst>
                    <a:ext uri="{FF2B5EF4-FFF2-40B4-BE49-F238E27FC236}">
                      <a16:creationId xmlns:a16="http://schemas.microsoft.com/office/drawing/2014/main" id="{C2434425-9B9F-7401-1C82-A644069D4CB2}"/>
                    </a:ext>
                  </a:extLst>
                </p:cNvPr>
                <p:cNvSpPr/>
                <p:nvPr/>
              </p:nvSpPr>
              <p:spPr>
                <a:xfrm>
                  <a:off x="631989" y="904950"/>
                  <a:ext cx="407240" cy="163782"/>
                </a:xfrm>
                <a:custGeom>
                  <a:avLst/>
                  <a:gdLst>
                    <a:gd name="connsiteX0" fmla="*/ 18393 w 407240"/>
                    <a:gd name="connsiteY0" fmla="*/ 910 h 163782"/>
                    <a:gd name="connsiteX1" fmla="*/ 383543 w 407240"/>
                    <a:gd name="connsiteY1" fmla="*/ 6090 h 163782"/>
                    <a:gd name="connsiteX2" fmla="*/ 395737 w 407240"/>
                    <a:gd name="connsiteY2" fmla="*/ 17077 h 163782"/>
                    <a:gd name="connsiteX3" fmla="*/ 407160 w 407240"/>
                    <a:gd name="connsiteY3" fmla="*/ 121831 h 163782"/>
                    <a:gd name="connsiteX4" fmla="*/ 396988 w 407240"/>
                    <a:gd name="connsiteY4" fmla="*/ 133676 h 163782"/>
                    <a:gd name="connsiteX5" fmla="*/ 237870 w 407240"/>
                    <a:gd name="connsiteY5" fmla="*/ 163783 h 163782"/>
                    <a:gd name="connsiteX6" fmla="*/ 181353 w 407240"/>
                    <a:gd name="connsiteY6" fmla="*/ 163783 h 163782"/>
                    <a:gd name="connsiteX7" fmla="*/ 11816 w 407240"/>
                    <a:gd name="connsiteY7" fmla="*/ 130082 h 163782"/>
                    <a:gd name="connsiteX8" fmla="*/ 1120 w 407240"/>
                    <a:gd name="connsiteY8" fmla="*/ 117772 h 163782"/>
                    <a:gd name="connsiteX9" fmla="*/ 4132 w 407240"/>
                    <a:gd name="connsiteY9" fmla="*/ 13002 h 163782"/>
                    <a:gd name="connsiteX10" fmla="*/ 18393 w 407240"/>
                    <a:gd name="connsiteY10" fmla="*/ 895 h 1637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07240" h="163782">
                      <a:moveTo>
                        <a:pt x="18393" y="910"/>
                      </a:moveTo>
                      <a:cubicBezTo>
                        <a:pt x="73862" y="197"/>
                        <a:pt x="313828" y="-2320"/>
                        <a:pt x="383543" y="6090"/>
                      </a:cubicBezTo>
                      <a:cubicBezTo>
                        <a:pt x="389538" y="6818"/>
                        <a:pt x="394442" y="11198"/>
                        <a:pt x="395737" y="17077"/>
                      </a:cubicBezTo>
                      <a:cubicBezTo>
                        <a:pt x="399855" y="35702"/>
                        <a:pt x="408149" y="78949"/>
                        <a:pt x="407160" y="121831"/>
                      </a:cubicBezTo>
                      <a:cubicBezTo>
                        <a:pt x="407029" y="127666"/>
                        <a:pt x="402751" y="132585"/>
                        <a:pt x="396988" y="133676"/>
                      </a:cubicBezTo>
                      <a:lnTo>
                        <a:pt x="237870" y="163783"/>
                      </a:lnTo>
                      <a:lnTo>
                        <a:pt x="181353" y="163783"/>
                      </a:lnTo>
                      <a:lnTo>
                        <a:pt x="11816" y="130082"/>
                      </a:lnTo>
                      <a:cubicBezTo>
                        <a:pt x="5835" y="128889"/>
                        <a:pt x="1440" y="123839"/>
                        <a:pt x="1120" y="117772"/>
                      </a:cubicBezTo>
                      <a:cubicBezTo>
                        <a:pt x="14" y="96206"/>
                        <a:pt x="-1703" y="45582"/>
                        <a:pt x="4132" y="13002"/>
                      </a:cubicBezTo>
                      <a:cubicBezTo>
                        <a:pt x="5369" y="6076"/>
                        <a:pt x="11321" y="997"/>
                        <a:pt x="18393" y="895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4" name="Forme libre : forme 2953">
                  <a:extLst>
                    <a:ext uri="{FF2B5EF4-FFF2-40B4-BE49-F238E27FC236}">
                      <a16:creationId xmlns:a16="http://schemas.microsoft.com/office/drawing/2014/main" id="{E4D5F0AE-5AAC-0ECD-7FFA-2B7B315FC293}"/>
                    </a:ext>
                  </a:extLst>
                </p:cNvPr>
                <p:cNvSpPr/>
                <p:nvPr/>
              </p:nvSpPr>
              <p:spPr>
                <a:xfrm>
                  <a:off x="644780" y="917807"/>
                  <a:ext cx="381651" cy="138164"/>
                </a:xfrm>
                <a:custGeom>
                  <a:avLst/>
                  <a:gdLst>
                    <a:gd name="connsiteX0" fmla="*/ 169915 w 381651"/>
                    <a:gd name="connsiteY0" fmla="*/ 138150 h 138164"/>
                    <a:gd name="connsiteX1" fmla="*/ 169726 w 381651"/>
                    <a:gd name="connsiteY1" fmla="*/ 138135 h 138164"/>
                    <a:gd name="connsiteX2" fmla="*/ 164270 w 381651"/>
                    <a:gd name="connsiteY2" fmla="*/ 137044 h 138164"/>
                    <a:gd name="connsiteX3" fmla="*/ 163542 w 381651"/>
                    <a:gd name="connsiteY3" fmla="*/ 135953 h 138164"/>
                    <a:gd name="connsiteX4" fmla="*/ 164633 w 381651"/>
                    <a:gd name="connsiteY4" fmla="*/ 135225 h 138164"/>
                    <a:gd name="connsiteX5" fmla="*/ 170046 w 381651"/>
                    <a:gd name="connsiteY5" fmla="*/ 136302 h 138164"/>
                    <a:gd name="connsiteX6" fmla="*/ 170177 w 381651"/>
                    <a:gd name="connsiteY6" fmla="*/ 136302 h 138164"/>
                    <a:gd name="connsiteX7" fmla="*/ 175751 w 381651"/>
                    <a:gd name="connsiteY7" fmla="*/ 136302 h 138164"/>
                    <a:gd name="connsiteX8" fmla="*/ 176682 w 381651"/>
                    <a:gd name="connsiteY8" fmla="*/ 137233 h 138164"/>
                    <a:gd name="connsiteX9" fmla="*/ 175751 w 381651"/>
                    <a:gd name="connsiteY9" fmla="*/ 138165 h 138164"/>
                    <a:gd name="connsiteX10" fmla="*/ 170177 w 381651"/>
                    <a:gd name="connsiteY10" fmla="*/ 138165 h 138164"/>
                    <a:gd name="connsiteX11" fmla="*/ 170046 w 381651"/>
                    <a:gd name="connsiteY11" fmla="*/ 138165 h 138164"/>
                    <a:gd name="connsiteX12" fmla="*/ 169915 w 381651"/>
                    <a:gd name="connsiteY12" fmla="*/ 138165 h 138164"/>
                    <a:gd name="connsiteX13" fmla="*/ 212871 w 381651"/>
                    <a:gd name="connsiteY13" fmla="*/ 138150 h 138164"/>
                    <a:gd name="connsiteX14" fmla="*/ 207298 w 381651"/>
                    <a:gd name="connsiteY14" fmla="*/ 138150 h 138164"/>
                    <a:gd name="connsiteX15" fmla="*/ 206366 w 381651"/>
                    <a:gd name="connsiteY15" fmla="*/ 137219 h 138164"/>
                    <a:gd name="connsiteX16" fmla="*/ 207298 w 381651"/>
                    <a:gd name="connsiteY16" fmla="*/ 136288 h 138164"/>
                    <a:gd name="connsiteX17" fmla="*/ 212871 w 381651"/>
                    <a:gd name="connsiteY17" fmla="*/ 136288 h 138164"/>
                    <a:gd name="connsiteX18" fmla="*/ 213802 w 381651"/>
                    <a:gd name="connsiteY18" fmla="*/ 137219 h 138164"/>
                    <a:gd name="connsiteX19" fmla="*/ 212871 w 381651"/>
                    <a:gd name="connsiteY19" fmla="*/ 138150 h 138164"/>
                    <a:gd name="connsiteX20" fmla="*/ 194303 w 381651"/>
                    <a:gd name="connsiteY20" fmla="*/ 138150 h 138164"/>
                    <a:gd name="connsiteX21" fmla="*/ 188730 w 381651"/>
                    <a:gd name="connsiteY21" fmla="*/ 138150 h 138164"/>
                    <a:gd name="connsiteX22" fmla="*/ 187799 w 381651"/>
                    <a:gd name="connsiteY22" fmla="*/ 137219 h 138164"/>
                    <a:gd name="connsiteX23" fmla="*/ 188730 w 381651"/>
                    <a:gd name="connsiteY23" fmla="*/ 136288 h 138164"/>
                    <a:gd name="connsiteX24" fmla="*/ 194303 w 381651"/>
                    <a:gd name="connsiteY24" fmla="*/ 136288 h 138164"/>
                    <a:gd name="connsiteX25" fmla="*/ 195235 w 381651"/>
                    <a:gd name="connsiteY25" fmla="*/ 137219 h 138164"/>
                    <a:gd name="connsiteX26" fmla="*/ 194303 w 381651"/>
                    <a:gd name="connsiteY26" fmla="*/ 138150 h 138164"/>
                    <a:gd name="connsiteX27" fmla="*/ 225836 w 381651"/>
                    <a:gd name="connsiteY27" fmla="*/ 137772 h 138164"/>
                    <a:gd name="connsiteX28" fmla="*/ 224919 w 381651"/>
                    <a:gd name="connsiteY28" fmla="*/ 137015 h 138164"/>
                    <a:gd name="connsiteX29" fmla="*/ 225661 w 381651"/>
                    <a:gd name="connsiteY29" fmla="*/ 135924 h 138164"/>
                    <a:gd name="connsiteX30" fmla="*/ 231133 w 381651"/>
                    <a:gd name="connsiteY30" fmla="*/ 134891 h 138164"/>
                    <a:gd name="connsiteX31" fmla="*/ 232224 w 381651"/>
                    <a:gd name="connsiteY31" fmla="*/ 135633 h 138164"/>
                    <a:gd name="connsiteX32" fmla="*/ 231482 w 381651"/>
                    <a:gd name="connsiteY32" fmla="*/ 136724 h 138164"/>
                    <a:gd name="connsiteX33" fmla="*/ 226011 w 381651"/>
                    <a:gd name="connsiteY33" fmla="*/ 137757 h 138164"/>
                    <a:gd name="connsiteX34" fmla="*/ 225836 w 381651"/>
                    <a:gd name="connsiteY34" fmla="*/ 137772 h 138164"/>
                    <a:gd name="connsiteX35" fmla="*/ 151712 w 381651"/>
                    <a:gd name="connsiteY35" fmla="*/ 134541 h 138164"/>
                    <a:gd name="connsiteX36" fmla="*/ 151523 w 381651"/>
                    <a:gd name="connsiteY36" fmla="*/ 134527 h 138164"/>
                    <a:gd name="connsiteX37" fmla="*/ 146066 w 381651"/>
                    <a:gd name="connsiteY37" fmla="*/ 133435 h 138164"/>
                    <a:gd name="connsiteX38" fmla="*/ 145338 w 381651"/>
                    <a:gd name="connsiteY38" fmla="*/ 132344 h 138164"/>
                    <a:gd name="connsiteX39" fmla="*/ 146430 w 381651"/>
                    <a:gd name="connsiteY39" fmla="*/ 131617 h 138164"/>
                    <a:gd name="connsiteX40" fmla="*/ 151886 w 381651"/>
                    <a:gd name="connsiteY40" fmla="*/ 132708 h 138164"/>
                    <a:gd name="connsiteX41" fmla="*/ 152614 w 381651"/>
                    <a:gd name="connsiteY41" fmla="*/ 133799 h 138164"/>
                    <a:gd name="connsiteX42" fmla="*/ 151712 w 381651"/>
                    <a:gd name="connsiteY42" fmla="*/ 134541 h 138164"/>
                    <a:gd name="connsiteX43" fmla="*/ 244083 w 381651"/>
                    <a:gd name="connsiteY43" fmla="*/ 134323 h 138164"/>
                    <a:gd name="connsiteX44" fmla="*/ 243167 w 381651"/>
                    <a:gd name="connsiteY44" fmla="*/ 133566 h 138164"/>
                    <a:gd name="connsiteX45" fmla="*/ 243909 w 381651"/>
                    <a:gd name="connsiteY45" fmla="*/ 132475 h 138164"/>
                    <a:gd name="connsiteX46" fmla="*/ 249380 w 381651"/>
                    <a:gd name="connsiteY46" fmla="*/ 131442 h 138164"/>
                    <a:gd name="connsiteX47" fmla="*/ 250471 w 381651"/>
                    <a:gd name="connsiteY47" fmla="*/ 132184 h 138164"/>
                    <a:gd name="connsiteX48" fmla="*/ 249729 w 381651"/>
                    <a:gd name="connsiteY48" fmla="*/ 133275 h 138164"/>
                    <a:gd name="connsiteX49" fmla="*/ 244258 w 381651"/>
                    <a:gd name="connsiteY49" fmla="*/ 134308 h 138164"/>
                    <a:gd name="connsiteX50" fmla="*/ 244083 w 381651"/>
                    <a:gd name="connsiteY50" fmla="*/ 134323 h 138164"/>
                    <a:gd name="connsiteX51" fmla="*/ 133494 w 381651"/>
                    <a:gd name="connsiteY51" fmla="*/ 130918 h 138164"/>
                    <a:gd name="connsiteX52" fmla="*/ 133304 w 381651"/>
                    <a:gd name="connsiteY52" fmla="*/ 130904 h 138164"/>
                    <a:gd name="connsiteX53" fmla="*/ 127848 w 381651"/>
                    <a:gd name="connsiteY53" fmla="*/ 129812 h 138164"/>
                    <a:gd name="connsiteX54" fmla="*/ 127120 w 381651"/>
                    <a:gd name="connsiteY54" fmla="*/ 128721 h 138164"/>
                    <a:gd name="connsiteX55" fmla="*/ 128211 w 381651"/>
                    <a:gd name="connsiteY55" fmla="*/ 127993 h 138164"/>
                    <a:gd name="connsiteX56" fmla="*/ 133668 w 381651"/>
                    <a:gd name="connsiteY56" fmla="*/ 129085 h 138164"/>
                    <a:gd name="connsiteX57" fmla="*/ 134396 w 381651"/>
                    <a:gd name="connsiteY57" fmla="*/ 130176 h 138164"/>
                    <a:gd name="connsiteX58" fmla="*/ 133494 w 381651"/>
                    <a:gd name="connsiteY58" fmla="*/ 130918 h 138164"/>
                    <a:gd name="connsiteX59" fmla="*/ 262316 w 381651"/>
                    <a:gd name="connsiteY59" fmla="*/ 130874 h 138164"/>
                    <a:gd name="connsiteX60" fmla="*/ 261399 w 381651"/>
                    <a:gd name="connsiteY60" fmla="*/ 130118 h 138164"/>
                    <a:gd name="connsiteX61" fmla="*/ 262142 w 381651"/>
                    <a:gd name="connsiteY61" fmla="*/ 129026 h 138164"/>
                    <a:gd name="connsiteX62" fmla="*/ 267613 w 381651"/>
                    <a:gd name="connsiteY62" fmla="*/ 127993 h 138164"/>
                    <a:gd name="connsiteX63" fmla="*/ 268704 w 381651"/>
                    <a:gd name="connsiteY63" fmla="*/ 128735 h 138164"/>
                    <a:gd name="connsiteX64" fmla="*/ 267962 w 381651"/>
                    <a:gd name="connsiteY64" fmla="*/ 129827 h 138164"/>
                    <a:gd name="connsiteX65" fmla="*/ 262491 w 381651"/>
                    <a:gd name="connsiteY65" fmla="*/ 130860 h 138164"/>
                    <a:gd name="connsiteX66" fmla="*/ 262316 w 381651"/>
                    <a:gd name="connsiteY66" fmla="*/ 130874 h 138164"/>
                    <a:gd name="connsiteX67" fmla="*/ 280563 w 381651"/>
                    <a:gd name="connsiteY67" fmla="*/ 127426 h 138164"/>
                    <a:gd name="connsiteX68" fmla="*/ 279647 w 381651"/>
                    <a:gd name="connsiteY68" fmla="*/ 126669 h 138164"/>
                    <a:gd name="connsiteX69" fmla="*/ 280389 w 381651"/>
                    <a:gd name="connsiteY69" fmla="*/ 125578 h 138164"/>
                    <a:gd name="connsiteX70" fmla="*/ 285860 w 381651"/>
                    <a:gd name="connsiteY70" fmla="*/ 124545 h 138164"/>
                    <a:gd name="connsiteX71" fmla="*/ 286952 w 381651"/>
                    <a:gd name="connsiteY71" fmla="*/ 125287 h 138164"/>
                    <a:gd name="connsiteX72" fmla="*/ 286209 w 381651"/>
                    <a:gd name="connsiteY72" fmla="*/ 126378 h 138164"/>
                    <a:gd name="connsiteX73" fmla="*/ 280738 w 381651"/>
                    <a:gd name="connsiteY73" fmla="*/ 127411 h 138164"/>
                    <a:gd name="connsiteX74" fmla="*/ 280563 w 381651"/>
                    <a:gd name="connsiteY74" fmla="*/ 127426 h 138164"/>
                    <a:gd name="connsiteX75" fmla="*/ 115290 w 381651"/>
                    <a:gd name="connsiteY75" fmla="*/ 127309 h 138164"/>
                    <a:gd name="connsiteX76" fmla="*/ 115101 w 381651"/>
                    <a:gd name="connsiteY76" fmla="*/ 127295 h 138164"/>
                    <a:gd name="connsiteX77" fmla="*/ 109644 w 381651"/>
                    <a:gd name="connsiteY77" fmla="*/ 126203 h 138164"/>
                    <a:gd name="connsiteX78" fmla="*/ 108916 w 381651"/>
                    <a:gd name="connsiteY78" fmla="*/ 125112 h 138164"/>
                    <a:gd name="connsiteX79" fmla="*/ 110008 w 381651"/>
                    <a:gd name="connsiteY79" fmla="*/ 124384 h 138164"/>
                    <a:gd name="connsiteX80" fmla="*/ 115465 w 381651"/>
                    <a:gd name="connsiteY80" fmla="*/ 125476 h 138164"/>
                    <a:gd name="connsiteX81" fmla="*/ 116192 w 381651"/>
                    <a:gd name="connsiteY81" fmla="*/ 126567 h 138164"/>
                    <a:gd name="connsiteX82" fmla="*/ 115290 w 381651"/>
                    <a:gd name="connsiteY82" fmla="*/ 127309 h 138164"/>
                    <a:gd name="connsiteX83" fmla="*/ 298811 w 381651"/>
                    <a:gd name="connsiteY83" fmla="*/ 123977 h 138164"/>
                    <a:gd name="connsiteX84" fmla="*/ 297894 w 381651"/>
                    <a:gd name="connsiteY84" fmla="*/ 123220 h 138164"/>
                    <a:gd name="connsiteX85" fmla="*/ 298636 w 381651"/>
                    <a:gd name="connsiteY85" fmla="*/ 122129 h 138164"/>
                    <a:gd name="connsiteX86" fmla="*/ 304107 w 381651"/>
                    <a:gd name="connsiteY86" fmla="*/ 121096 h 138164"/>
                    <a:gd name="connsiteX87" fmla="*/ 305199 w 381651"/>
                    <a:gd name="connsiteY87" fmla="*/ 121838 h 138164"/>
                    <a:gd name="connsiteX88" fmla="*/ 304457 w 381651"/>
                    <a:gd name="connsiteY88" fmla="*/ 122929 h 138164"/>
                    <a:gd name="connsiteX89" fmla="*/ 298985 w 381651"/>
                    <a:gd name="connsiteY89" fmla="*/ 123963 h 138164"/>
                    <a:gd name="connsiteX90" fmla="*/ 298811 w 381651"/>
                    <a:gd name="connsiteY90" fmla="*/ 123977 h 138164"/>
                    <a:gd name="connsiteX91" fmla="*/ 97072 w 381651"/>
                    <a:gd name="connsiteY91" fmla="*/ 123686 h 138164"/>
                    <a:gd name="connsiteX92" fmla="*/ 96897 w 381651"/>
                    <a:gd name="connsiteY92" fmla="*/ 123671 h 138164"/>
                    <a:gd name="connsiteX93" fmla="*/ 91440 w 381651"/>
                    <a:gd name="connsiteY93" fmla="*/ 122580 h 138164"/>
                    <a:gd name="connsiteX94" fmla="*/ 90713 w 381651"/>
                    <a:gd name="connsiteY94" fmla="*/ 121489 h 138164"/>
                    <a:gd name="connsiteX95" fmla="*/ 91804 w 381651"/>
                    <a:gd name="connsiteY95" fmla="*/ 120761 h 138164"/>
                    <a:gd name="connsiteX96" fmla="*/ 97261 w 381651"/>
                    <a:gd name="connsiteY96" fmla="*/ 121853 h 138164"/>
                    <a:gd name="connsiteX97" fmla="*/ 97988 w 381651"/>
                    <a:gd name="connsiteY97" fmla="*/ 122944 h 138164"/>
                    <a:gd name="connsiteX98" fmla="*/ 97086 w 381651"/>
                    <a:gd name="connsiteY98" fmla="*/ 123686 h 138164"/>
                    <a:gd name="connsiteX99" fmla="*/ 317044 w 381651"/>
                    <a:gd name="connsiteY99" fmla="*/ 120528 h 138164"/>
                    <a:gd name="connsiteX100" fmla="*/ 316127 w 381651"/>
                    <a:gd name="connsiteY100" fmla="*/ 119772 h 138164"/>
                    <a:gd name="connsiteX101" fmla="*/ 316869 w 381651"/>
                    <a:gd name="connsiteY101" fmla="*/ 118680 h 138164"/>
                    <a:gd name="connsiteX102" fmla="*/ 322340 w 381651"/>
                    <a:gd name="connsiteY102" fmla="*/ 117647 h 138164"/>
                    <a:gd name="connsiteX103" fmla="*/ 323432 w 381651"/>
                    <a:gd name="connsiteY103" fmla="*/ 118389 h 138164"/>
                    <a:gd name="connsiteX104" fmla="*/ 322690 w 381651"/>
                    <a:gd name="connsiteY104" fmla="*/ 119481 h 138164"/>
                    <a:gd name="connsiteX105" fmla="*/ 317218 w 381651"/>
                    <a:gd name="connsiteY105" fmla="*/ 120514 h 138164"/>
                    <a:gd name="connsiteX106" fmla="*/ 317044 w 381651"/>
                    <a:gd name="connsiteY106" fmla="*/ 120528 h 138164"/>
                    <a:gd name="connsiteX107" fmla="*/ 78853 w 381651"/>
                    <a:gd name="connsiteY107" fmla="*/ 120077 h 138164"/>
                    <a:gd name="connsiteX108" fmla="*/ 78664 w 381651"/>
                    <a:gd name="connsiteY108" fmla="*/ 120063 h 138164"/>
                    <a:gd name="connsiteX109" fmla="*/ 73208 w 381651"/>
                    <a:gd name="connsiteY109" fmla="*/ 118971 h 138164"/>
                    <a:gd name="connsiteX110" fmla="*/ 72480 w 381651"/>
                    <a:gd name="connsiteY110" fmla="*/ 117880 h 138164"/>
                    <a:gd name="connsiteX111" fmla="*/ 73571 w 381651"/>
                    <a:gd name="connsiteY111" fmla="*/ 117153 h 138164"/>
                    <a:gd name="connsiteX112" fmla="*/ 79028 w 381651"/>
                    <a:gd name="connsiteY112" fmla="*/ 118244 h 138164"/>
                    <a:gd name="connsiteX113" fmla="*/ 79756 w 381651"/>
                    <a:gd name="connsiteY113" fmla="*/ 119335 h 138164"/>
                    <a:gd name="connsiteX114" fmla="*/ 78853 w 381651"/>
                    <a:gd name="connsiteY114" fmla="*/ 120077 h 138164"/>
                    <a:gd name="connsiteX115" fmla="*/ 335276 w 381651"/>
                    <a:gd name="connsiteY115" fmla="*/ 117080 h 138164"/>
                    <a:gd name="connsiteX116" fmla="*/ 334360 w 381651"/>
                    <a:gd name="connsiteY116" fmla="*/ 116323 h 138164"/>
                    <a:gd name="connsiteX117" fmla="*/ 335102 w 381651"/>
                    <a:gd name="connsiteY117" fmla="*/ 115232 h 138164"/>
                    <a:gd name="connsiteX118" fmla="*/ 340573 w 381651"/>
                    <a:gd name="connsiteY118" fmla="*/ 114199 h 138164"/>
                    <a:gd name="connsiteX119" fmla="*/ 341664 w 381651"/>
                    <a:gd name="connsiteY119" fmla="*/ 114941 h 138164"/>
                    <a:gd name="connsiteX120" fmla="*/ 340922 w 381651"/>
                    <a:gd name="connsiteY120" fmla="*/ 116032 h 138164"/>
                    <a:gd name="connsiteX121" fmla="*/ 335451 w 381651"/>
                    <a:gd name="connsiteY121" fmla="*/ 117065 h 138164"/>
                    <a:gd name="connsiteX122" fmla="*/ 335276 w 381651"/>
                    <a:gd name="connsiteY122" fmla="*/ 117080 h 138164"/>
                    <a:gd name="connsiteX123" fmla="*/ 60635 w 381651"/>
                    <a:gd name="connsiteY123" fmla="*/ 116454 h 138164"/>
                    <a:gd name="connsiteX124" fmla="*/ 60446 w 381651"/>
                    <a:gd name="connsiteY124" fmla="*/ 116440 h 138164"/>
                    <a:gd name="connsiteX125" fmla="*/ 54989 w 381651"/>
                    <a:gd name="connsiteY125" fmla="*/ 115348 h 138164"/>
                    <a:gd name="connsiteX126" fmla="*/ 54262 w 381651"/>
                    <a:gd name="connsiteY126" fmla="*/ 114257 h 138164"/>
                    <a:gd name="connsiteX127" fmla="*/ 55353 w 381651"/>
                    <a:gd name="connsiteY127" fmla="*/ 113529 h 138164"/>
                    <a:gd name="connsiteX128" fmla="*/ 60810 w 381651"/>
                    <a:gd name="connsiteY128" fmla="*/ 114621 h 138164"/>
                    <a:gd name="connsiteX129" fmla="*/ 61537 w 381651"/>
                    <a:gd name="connsiteY129" fmla="*/ 115712 h 138164"/>
                    <a:gd name="connsiteX130" fmla="*/ 60635 w 381651"/>
                    <a:gd name="connsiteY130" fmla="*/ 116454 h 138164"/>
                    <a:gd name="connsiteX131" fmla="*/ 353524 w 381651"/>
                    <a:gd name="connsiteY131" fmla="*/ 113631 h 138164"/>
                    <a:gd name="connsiteX132" fmla="*/ 352607 w 381651"/>
                    <a:gd name="connsiteY132" fmla="*/ 112874 h 138164"/>
                    <a:gd name="connsiteX133" fmla="*/ 353349 w 381651"/>
                    <a:gd name="connsiteY133" fmla="*/ 111783 h 138164"/>
                    <a:gd name="connsiteX134" fmla="*/ 358820 w 381651"/>
                    <a:gd name="connsiteY134" fmla="*/ 110750 h 138164"/>
                    <a:gd name="connsiteX135" fmla="*/ 359912 w 381651"/>
                    <a:gd name="connsiteY135" fmla="*/ 111492 h 138164"/>
                    <a:gd name="connsiteX136" fmla="*/ 359170 w 381651"/>
                    <a:gd name="connsiteY136" fmla="*/ 112583 h 138164"/>
                    <a:gd name="connsiteX137" fmla="*/ 353698 w 381651"/>
                    <a:gd name="connsiteY137" fmla="*/ 113617 h 138164"/>
                    <a:gd name="connsiteX138" fmla="*/ 353524 w 381651"/>
                    <a:gd name="connsiteY138" fmla="*/ 113631 h 138164"/>
                    <a:gd name="connsiteX139" fmla="*/ 42432 w 381651"/>
                    <a:gd name="connsiteY139" fmla="*/ 112831 h 138164"/>
                    <a:gd name="connsiteX140" fmla="*/ 42242 w 381651"/>
                    <a:gd name="connsiteY140" fmla="*/ 112816 h 138164"/>
                    <a:gd name="connsiteX141" fmla="*/ 36786 w 381651"/>
                    <a:gd name="connsiteY141" fmla="*/ 111725 h 138164"/>
                    <a:gd name="connsiteX142" fmla="*/ 36058 w 381651"/>
                    <a:gd name="connsiteY142" fmla="*/ 110634 h 138164"/>
                    <a:gd name="connsiteX143" fmla="*/ 37149 w 381651"/>
                    <a:gd name="connsiteY143" fmla="*/ 109906 h 138164"/>
                    <a:gd name="connsiteX144" fmla="*/ 42606 w 381651"/>
                    <a:gd name="connsiteY144" fmla="*/ 110997 h 138164"/>
                    <a:gd name="connsiteX145" fmla="*/ 43334 w 381651"/>
                    <a:gd name="connsiteY145" fmla="*/ 112089 h 138164"/>
                    <a:gd name="connsiteX146" fmla="*/ 42432 w 381651"/>
                    <a:gd name="connsiteY146" fmla="*/ 112831 h 138164"/>
                    <a:gd name="connsiteX147" fmla="*/ 371771 w 381651"/>
                    <a:gd name="connsiteY147" fmla="*/ 110168 h 138164"/>
                    <a:gd name="connsiteX148" fmla="*/ 370854 w 381651"/>
                    <a:gd name="connsiteY148" fmla="*/ 109411 h 138164"/>
                    <a:gd name="connsiteX149" fmla="*/ 371596 w 381651"/>
                    <a:gd name="connsiteY149" fmla="*/ 108320 h 138164"/>
                    <a:gd name="connsiteX150" fmla="*/ 377068 w 381651"/>
                    <a:gd name="connsiteY150" fmla="*/ 107287 h 138164"/>
                    <a:gd name="connsiteX151" fmla="*/ 378159 w 381651"/>
                    <a:gd name="connsiteY151" fmla="*/ 108029 h 138164"/>
                    <a:gd name="connsiteX152" fmla="*/ 377417 w 381651"/>
                    <a:gd name="connsiteY152" fmla="*/ 109120 h 138164"/>
                    <a:gd name="connsiteX153" fmla="*/ 371946 w 381651"/>
                    <a:gd name="connsiteY153" fmla="*/ 110153 h 138164"/>
                    <a:gd name="connsiteX154" fmla="*/ 371771 w 381651"/>
                    <a:gd name="connsiteY154" fmla="*/ 110168 h 138164"/>
                    <a:gd name="connsiteX155" fmla="*/ 24228 w 381651"/>
                    <a:gd name="connsiteY155" fmla="*/ 109207 h 138164"/>
                    <a:gd name="connsiteX156" fmla="*/ 24039 w 381651"/>
                    <a:gd name="connsiteY156" fmla="*/ 109193 h 138164"/>
                    <a:gd name="connsiteX157" fmla="*/ 18582 w 381651"/>
                    <a:gd name="connsiteY157" fmla="*/ 108102 h 138164"/>
                    <a:gd name="connsiteX158" fmla="*/ 17854 w 381651"/>
                    <a:gd name="connsiteY158" fmla="*/ 107010 h 138164"/>
                    <a:gd name="connsiteX159" fmla="*/ 18946 w 381651"/>
                    <a:gd name="connsiteY159" fmla="*/ 106283 h 138164"/>
                    <a:gd name="connsiteX160" fmla="*/ 24403 w 381651"/>
                    <a:gd name="connsiteY160" fmla="*/ 107374 h 138164"/>
                    <a:gd name="connsiteX161" fmla="*/ 25130 w 381651"/>
                    <a:gd name="connsiteY161" fmla="*/ 108465 h 138164"/>
                    <a:gd name="connsiteX162" fmla="*/ 24228 w 381651"/>
                    <a:gd name="connsiteY162" fmla="*/ 109207 h 138164"/>
                    <a:gd name="connsiteX163" fmla="*/ 6024 w 381651"/>
                    <a:gd name="connsiteY163" fmla="*/ 105584 h 138164"/>
                    <a:gd name="connsiteX164" fmla="*/ 5835 w 381651"/>
                    <a:gd name="connsiteY164" fmla="*/ 105570 h 138164"/>
                    <a:gd name="connsiteX165" fmla="*/ 1120 w 381651"/>
                    <a:gd name="connsiteY165" fmla="*/ 104624 h 138164"/>
                    <a:gd name="connsiteX166" fmla="*/ 1004 w 381651"/>
                    <a:gd name="connsiteY166" fmla="*/ 102412 h 138164"/>
                    <a:gd name="connsiteX167" fmla="*/ 1892 w 381651"/>
                    <a:gd name="connsiteY167" fmla="*/ 101437 h 138164"/>
                    <a:gd name="connsiteX168" fmla="*/ 2867 w 381651"/>
                    <a:gd name="connsiteY168" fmla="*/ 102325 h 138164"/>
                    <a:gd name="connsiteX169" fmla="*/ 2910 w 381651"/>
                    <a:gd name="connsiteY169" fmla="*/ 103081 h 138164"/>
                    <a:gd name="connsiteX170" fmla="*/ 6213 w 381651"/>
                    <a:gd name="connsiteY170" fmla="*/ 103736 h 138164"/>
                    <a:gd name="connsiteX171" fmla="*/ 6941 w 381651"/>
                    <a:gd name="connsiteY171" fmla="*/ 104828 h 138164"/>
                    <a:gd name="connsiteX172" fmla="*/ 6039 w 381651"/>
                    <a:gd name="connsiteY172" fmla="*/ 105570 h 138164"/>
                    <a:gd name="connsiteX173" fmla="*/ 380720 w 381651"/>
                    <a:gd name="connsiteY173" fmla="*/ 98978 h 138164"/>
                    <a:gd name="connsiteX174" fmla="*/ 379789 w 381651"/>
                    <a:gd name="connsiteY174" fmla="*/ 98061 h 138164"/>
                    <a:gd name="connsiteX175" fmla="*/ 379672 w 381651"/>
                    <a:gd name="connsiteY175" fmla="*/ 92503 h 138164"/>
                    <a:gd name="connsiteX176" fmla="*/ 380575 w 381651"/>
                    <a:gd name="connsiteY176" fmla="*/ 91542 h 138164"/>
                    <a:gd name="connsiteX177" fmla="*/ 381535 w 381651"/>
                    <a:gd name="connsiteY177" fmla="*/ 92444 h 138164"/>
                    <a:gd name="connsiteX178" fmla="*/ 381651 w 381651"/>
                    <a:gd name="connsiteY178" fmla="*/ 98032 h 138164"/>
                    <a:gd name="connsiteX179" fmla="*/ 380735 w 381651"/>
                    <a:gd name="connsiteY179" fmla="*/ 98978 h 138164"/>
                    <a:gd name="connsiteX180" fmla="*/ 380735 w 381651"/>
                    <a:gd name="connsiteY180" fmla="*/ 98978 h 138164"/>
                    <a:gd name="connsiteX181" fmla="*/ 1397 w 381651"/>
                    <a:gd name="connsiteY181" fmla="*/ 90320 h 138164"/>
                    <a:gd name="connsiteX182" fmla="*/ 466 w 381651"/>
                    <a:gd name="connsiteY182" fmla="*/ 89418 h 138164"/>
                    <a:gd name="connsiteX183" fmla="*/ 291 w 381651"/>
                    <a:gd name="connsiteY183" fmla="*/ 83845 h 138164"/>
                    <a:gd name="connsiteX184" fmla="*/ 1193 w 381651"/>
                    <a:gd name="connsiteY184" fmla="*/ 82884 h 138164"/>
                    <a:gd name="connsiteX185" fmla="*/ 2154 w 381651"/>
                    <a:gd name="connsiteY185" fmla="*/ 83786 h 138164"/>
                    <a:gd name="connsiteX186" fmla="*/ 2328 w 381651"/>
                    <a:gd name="connsiteY186" fmla="*/ 89345 h 138164"/>
                    <a:gd name="connsiteX187" fmla="*/ 1426 w 381651"/>
                    <a:gd name="connsiteY187" fmla="*/ 90305 h 138164"/>
                    <a:gd name="connsiteX188" fmla="*/ 1397 w 381651"/>
                    <a:gd name="connsiteY188" fmla="*/ 90305 h 138164"/>
                    <a:gd name="connsiteX189" fmla="*/ 379978 w 381651"/>
                    <a:gd name="connsiteY189" fmla="*/ 80440 h 138164"/>
                    <a:gd name="connsiteX190" fmla="*/ 379047 w 381651"/>
                    <a:gd name="connsiteY190" fmla="*/ 79566 h 138164"/>
                    <a:gd name="connsiteX191" fmla="*/ 378654 w 381651"/>
                    <a:gd name="connsiteY191" fmla="*/ 74022 h 138164"/>
                    <a:gd name="connsiteX192" fmla="*/ 379512 w 381651"/>
                    <a:gd name="connsiteY192" fmla="*/ 73018 h 138164"/>
                    <a:gd name="connsiteX193" fmla="*/ 380516 w 381651"/>
                    <a:gd name="connsiteY193" fmla="*/ 73877 h 138164"/>
                    <a:gd name="connsiteX194" fmla="*/ 380909 w 381651"/>
                    <a:gd name="connsiteY194" fmla="*/ 79450 h 138164"/>
                    <a:gd name="connsiteX195" fmla="*/ 380036 w 381651"/>
                    <a:gd name="connsiteY195" fmla="*/ 80440 h 138164"/>
                    <a:gd name="connsiteX196" fmla="*/ 379978 w 381651"/>
                    <a:gd name="connsiteY196" fmla="*/ 80440 h 138164"/>
                    <a:gd name="connsiteX197" fmla="*/ 975 w 381651"/>
                    <a:gd name="connsiteY197" fmla="*/ 71767 h 138164"/>
                    <a:gd name="connsiteX198" fmla="*/ 44 w 381651"/>
                    <a:gd name="connsiteY198" fmla="*/ 70850 h 138164"/>
                    <a:gd name="connsiteX199" fmla="*/ 0 w 381651"/>
                    <a:gd name="connsiteY199" fmla="*/ 65277 h 138164"/>
                    <a:gd name="connsiteX200" fmla="*/ 931 w 381651"/>
                    <a:gd name="connsiteY200" fmla="*/ 64346 h 138164"/>
                    <a:gd name="connsiteX201" fmla="*/ 931 w 381651"/>
                    <a:gd name="connsiteY201" fmla="*/ 64346 h 138164"/>
                    <a:gd name="connsiteX202" fmla="*/ 1863 w 381651"/>
                    <a:gd name="connsiteY202" fmla="*/ 65277 h 138164"/>
                    <a:gd name="connsiteX203" fmla="*/ 1906 w 381651"/>
                    <a:gd name="connsiteY203" fmla="*/ 70836 h 138164"/>
                    <a:gd name="connsiteX204" fmla="*/ 990 w 381651"/>
                    <a:gd name="connsiteY204" fmla="*/ 71782 h 138164"/>
                    <a:gd name="connsiteX205" fmla="*/ 990 w 381651"/>
                    <a:gd name="connsiteY205" fmla="*/ 71782 h 138164"/>
                    <a:gd name="connsiteX206" fmla="*/ 378377 w 381651"/>
                    <a:gd name="connsiteY206" fmla="*/ 61945 h 138164"/>
                    <a:gd name="connsiteX207" fmla="*/ 377461 w 381651"/>
                    <a:gd name="connsiteY207" fmla="*/ 61115 h 138164"/>
                    <a:gd name="connsiteX208" fmla="*/ 376835 w 381651"/>
                    <a:gd name="connsiteY208" fmla="*/ 55586 h 138164"/>
                    <a:gd name="connsiteX209" fmla="*/ 377650 w 381651"/>
                    <a:gd name="connsiteY209" fmla="*/ 54553 h 138164"/>
                    <a:gd name="connsiteX210" fmla="*/ 378683 w 381651"/>
                    <a:gd name="connsiteY210" fmla="*/ 55368 h 138164"/>
                    <a:gd name="connsiteX211" fmla="*/ 379323 w 381651"/>
                    <a:gd name="connsiteY211" fmla="*/ 60912 h 138164"/>
                    <a:gd name="connsiteX212" fmla="*/ 378494 w 381651"/>
                    <a:gd name="connsiteY212" fmla="*/ 61930 h 138164"/>
                    <a:gd name="connsiteX213" fmla="*/ 378392 w 381651"/>
                    <a:gd name="connsiteY213" fmla="*/ 61930 h 138164"/>
                    <a:gd name="connsiteX214" fmla="*/ 1004 w 381651"/>
                    <a:gd name="connsiteY214" fmla="*/ 53200 h 138164"/>
                    <a:gd name="connsiteX215" fmla="*/ 1004 w 381651"/>
                    <a:gd name="connsiteY215" fmla="*/ 53200 h 138164"/>
                    <a:gd name="connsiteX216" fmla="*/ 87 w 381651"/>
                    <a:gd name="connsiteY216" fmla="*/ 52254 h 138164"/>
                    <a:gd name="connsiteX217" fmla="*/ 204 w 381651"/>
                    <a:gd name="connsiteY217" fmla="*/ 46681 h 138164"/>
                    <a:gd name="connsiteX218" fmla="*/ 1150 w 381651"/>
                    <a:gd name="connsiteY218" fmla="*/ 45778 h 138164"/>
                    <a:gd name="connsiteX219" fmla="*/ 2052 w 381651"/>
                    <a:gd name="connsiteY219" fmla="*/ 46724 h 138164"/>
                    <a:gd name="connsiteX220" fmla="*/ 1935 w 381651"/>
                    <a:gd name="connsiteY220" fmla="*/ 52283 h 138164"/>
                    <a:gd name="connsiteX221" fmla="*/ 1004 w 381651"/>
                    <a:gd name="connsiteY221" fmla="*/ 53200 h 138164"/>
                    <a:gd name="connsiteX222" fmla="*/ 376020 w 381651"/>
                    <a:gd name="connsiteY222" fmla="*/ 43523 h 138164"/>
                    <a:gd name="connsiteX223" fmla="*/ 375103 w 381651"/>
                    <a:gd name="connsiteY223" fmla="*/ 42723 h 138164"/>
                    <a:gd name="connsiteX224" fmla="*/ 374259 w 381651"/>
                    <a:gd name="connsiteY224" fmla="*/ 37222 h 138164"/>
                    <a:gd name="connsiteX225" fmla="*/ 375031 w 381651"/>
                    <a:gd name="connsiteY225" fmla="*/ 36160 h 138164"/>
                    <a:gd name="connsiteX226" fmla="*/ 376093 w 381651"/>
                    <a:gd name="connsiteY226" fmla="*/ 36931 h 138164"/>
                    <a:gd name="connsiteX227" fmla="*/ 376937 w 381651"/>
                    <a:gd name="connsiteY227" fmla="*/ 42446 h 138164"/>
                    <a:gd name="connsiteX228" fmla="*/ 376151 w 381651"/>
                    <a:gd name="connsiteY228" fmla="*/ 43494 h 138164"/>
                    <a:gd name="connsiteX229" fmla="*/ 376020 w 381651"/>
                    <a:gd name="connsiteY229" fmla="*/ 43494 h 138164"/>
                    <a:gd name="connsiteX230" fmla="*/ 1601 w 381651"/>
                    <a:gd name="connsiteY230" fmla="*/ 34647 h 138164"/>
                    <a:gd name="connsiteX231" fmla="*/ 1557 w 381651"/>
                    <a:gd name="connsiteY231" fmla="*/ 34647 h 138164"/>
                    <a:gd name="connsiteX232" fmla="*/ 684 w 381651"/>
                    <a:gd name="connsiteY232" fmla="*/ 33672 h 138164"/>
                    <a:gd name="connsiteX233" fmla="*/ 1019 w 381651"/>
                    <a:gd name="connsiteY233" fmla="*/ 28099 h 138164"/>
                    <a:gd name="connsiteX234" fmla="*/ 2008 w 381651"/>
                    <a:gd name="connsiteY234" fmla="*/ 27240 h 138164"/>
                    <a:gd name="connsiteX235" fmla="*/ 2867 w 381651"/>
                    <a:gd name="connsiteY235" fmla="*/ 28230 h 138164"/>
                    <a:gd name="connsiteX236" fmla="*/ 2532 w 381651"/>
                    <a:gd name="connsiteY236" fmla="*/ 33774 h 138164"/>
                    <a:gd name="connsiteX237" fmla="*/ 1601 w 381651"/>
                    <a:gd name="connsiteY237" fmla="*/ 34647 h 138164"/>
                    <a:gd name="connsiteX238" fmla="*/ 372993 w 381651"/>
                    <a:gd name="connsiteY238" fmla="*/ 25203 h 138164"/>
                    <a:gd name="connsiteX239" fmla="*/ 372077 w 381651"/>
                    <a:gd name="connsiteY239" fmla="*/ 24446 h 138164"/>
                    <a:gd name="connsiteX240" fmla="*/ 371043 w 381651"/>
                    <a:gd name="connsiteY240" fmla="*/ 18975 h 138164"/>
                    <a:gd name="connsiteX241" fmla="*/ 371771 w 381651"/>
                    <a:gd name="connsiteY241" fmla="*/ 17884 h 138164"/>
                    <a:gd name="connsiteX242" fmla="*/ 372862 w 381651"/>
                    <a:gd name="connsiteY242" fmla="*/ 18611 h 138164"/>
                    <a:gd name="connsiteX243" fmla="*/ 373896 w 381651"/>
                    <a:gd name="connsiteY243" fmla="*/ 24097 h 138164"/>
                    <a:gd name="connsiteX244" fmla="*/ 373153 w 381651"/>
                    <a:gd name="connsiteY244" fmla="*/ 25174 h 138164"/>
                    <a:gd name="connsiteX245" fmla="*/ 372979 w 381651"/>
                    <a:gd name="connsiteY245" fmla="*/ 25174 h 138164"/>
                    <a:gd name="connsiteX246" fmla="*/ 3056 w 381651"/>
                    <a:gd name="connsiteY246" fmla="*/ 16137 h 138164"/>
                    <a:gd name="connsiteX247" fmla="*/ 2954 w 381651"/>
                    <a:gd name="connsiteY247" fmla="*/ 16137 h 138164"/>
                    <a:gd name="connsiteX248" fmla="*/ 2139 w 381651"/>
                    <a:gd name="connsiteY248" fmla="*/ 15119 h 138164"/>
                    <a:gd name="connsiteX249" fmla="*/ 2823 w 381651"/>
                    <a:gd name="connsiteY249" fmla="*/ 9560 h 138164"/>
                    <a:gd name="connsiteX250" fmla="*/ 3871 w 381651"/>
                    <a:gd name="connsiteY250" fmla="*/ 8760 h 138164"/>
                    <a:gd name="connsiteX251" fmla="*/ 4671 w 381651"/>
                    <a:gd name="connsiteY251" fmla="*/ 9808 h 138164"/>
                    <a:gd name="connsiteX252" fmla="*/ 4002 w 381651"/>
                    <a:gd name="connsiteY252" fmla="*/ 15308 h 138164"/>
                    <a:gd name="connsiteX253" fmla="*/ 3085 w 381651"/>
                    <a:gd name="connsiteY253" fmla="*/ 16137 h 138164"/>
                    <a:gd name="connsiteX254" fmla="*/ 368526 w 381651"/>
                    <a:gd name="connsiteY254" fmla="*/ 7741 h 138164"/>
                    <a:gd name="connsiteX255" fmla="*/ 368424 w 381651"/>
                    <a:gd name="connsiteY255" fmla="*/ 7741 h 138164"/>
                    <a:gd name="connsiteX256" fmla="*/ 362909 w 381651"/>
                    <a:gd name="connsiteY256" fmla="*/ 7145 h 138164"/>
                    <a:gd name="connsiteX257" fmla="*/ 362080 w 381651"/>
                    <a:gd name="connsiteY257" fmla="*/ 6126 h 138164"/>
                    <a:gd name="connsiteX258" fmla="*/ 363098 w 381651"/>
                    <a:gd name="connsiteY258" fmla="*/ 5297 h 138164"/>
                    <a:gd name="connsiteX259" fmla="*/ 368657 w 381651"/>
                    <a:gd name="connsiteY259" fmla="*/ 5893 h 138164"/>
                    <a:gd name="connsiteX260" fmla="*/ 369472 w 381651"/>
                    <a:gd name="connsiteY260" fmla="*/ 6926 h 138164"/>
                    <a:gd name="connsiteX261" fmla="*/ 368555 w 381651"/>
                    <a:gd name="connsiteY261" fmla="*/ 7741 h 138164"/>
                    <a:gd name="connsiteX262" fmla="*/ 350031 w 381651"/>
                    <a:gd name="connsiteY262" fmla="*/ 6068 h 138164"/>
                    <a:gd name="connsiteX263" fmla="*/ 349959 w 381651"/>
                    <a:gd name="connsiteY263" fmla="*/ 6068 h 138164"/>
                    <a:gd name="connsiteX264" fmla="*/ 344415 w 381651"/>
                    <a:gd name="connsiteY264" fmla="*/ 5690 h 138164"/>
                    <a:gd name="connsiteX265" fmla="*/ 343542 w 381651"/>
                    <a:gd name="connsiteY265" fmla="*/ 4700 h 138164"/>
                    <a:gd name="connsiteX266" fmla="*/ 344531 w 381651"/>
                    <a:gd name="connsiteY266" fmla="*/ 3827 h 138164"/>
                    <a:gd name="connsiteX267" fmla="*/ 350090 w 381651"/>
                    <a:gd name="connsiteY267" fmla="*/ 4205 h 138164"/>
                    <a:gd name="connsiteX268" fmla="*/ 350948 w 381651"/>
                    <a:gd name="connsiteY268" fmla="*/ 5195 h 138164"/>
                    <a:gd name="connsiteX269" fmla="*/ 350017 w 381651"/>
                    <a:gd name="connsiteY269" fmla="*/ 6053 h 138164"/>
                    <a:gd name="connsiteX270" fmla="*/ 331493 w 381651"/>
                    <a:gd name="connsiteY270" fmla="*/ 4962 h 138164"/>
                    <a:gd name="connsiteX271" fmla="*/ 331449 w 381651"/>
                    <a:gd name="connsiteY271" fmla="*/ 4962 h 138164"/>
                    <a:gd name="connsiteX272" fmla="*/ 325891 w 381651"/>
                    <a:gd name="connsiteY272" fmla="*/ 4700 h 138164"/>
                    <a:gd name="connsiteX273" fmla="*/ 325003 w 381651"/>
                    <a:gd name="connsiteY273" fmla="*/ 3725 h 138164"/>
                    <a:gd name="connsiteX274" fmla="*/ 325978 w 381651"/>
                    <a:gd name="connsiteY274" fmla="*/ 2838 h 138164"/>
                    <a:gd name="connsiteX275" fmla="*/ 331551 w 381651"/>
                    <a:gd name="connsiteY275" fmla="*/ 3099 h 138164"/>
                    <a:gd name="connsiteX276" fmla="*/ 332424 w 381651"/>
                    <a:gd name="connsiteY276" fmla="*/ 4074 h 138164"/>
                    <a:gd name="connsiteX277" fmla="*/ 331493 w 381651"/>
                    <a:gd name="connsiteY277" fmla="*/ 4962 h 138164"/>
                    <a:gd name="connsiteX278" fmla="*/ 312940 w 381651"/>
                    <a:gd name="connsiteY278" fmla="*/ 4147 h 138164"/>
                    <a:gd name="connsiteX279" fmla="*/ 312911 w 381651"/>
                    <a:gd name="connsiteY279" fmla="*/ 4147 h 138164"/>
                    <a:gd name="connsiteX280" fmla="*/ 307352 w 381651"/>
                    <a:gd name="connsiteY280" fmla="*/ 3943 h 138164"/>
                    <a:gd name="connsiteX281" fmla="*/ 306450 w 381651"/>
                    <a:gd name="connsiteY281" fmla="*/ 2983 h 138164"/>
                    <a:gd name="connsiteX282" fmla="*/ 307411 w 381651"/>
                    <a:gd name="connsiteY282" fmla="*/ 2081 h 138164"/>
                    <a:gd name="connsiteX283" fmla="*/ 312984 w 381651"/>
                    <a:gd name="connsiteY283" fmla="*/ 2285 h 138164"/>
                    <a:gd name="connsiteX284" fmla="*/ 313871 w 381651"/>
                    <a:gd name="connsiteY284" fmla="*/ 3245 h 138164"/>
                    <a:gd name="connsiteX285" fmla="*/ 312940 w 381651"/>
                    <a:gd name="connsiteY285" fmla="*/ 4133 h 138164"/>
                    <a:gd name="connsiteX286" fmla="*/ 294387 w 381651"/>
                    <a:gd name="connsiteY286" fmla="*/ 3536 h 138164"/>
                    <a:gd name="connsiteX287" fmla="*/ 294358 w 381651"/>
                    <a:gd name="connsiteY287" fmla="*/ 3536 h 138164"/>
                    <a:gd name="connsiteX288" fmla="*/ 288785 w 381651"/>
                    <a:gd name="connsiteY288" fmla="*/ 3376 h 138164"/>
                    <a:gd name="connsiteX289" fmla="*/ 287883 w 381651"/>
                    <a:gd name="connsiteY289" fmla="*/ 2416 h 138164"/>
                    <a:gd name="connsiteX290" fmla="*/ 288843 w 381651"/>
                    <a:gd name="connsiteY290" fmla="*/ 1513 h 138164"/>
                    <a:gd name="connsiteX291" fmla="*/ 294416 w 381651"/>
                    <a:gd name="connsiteY291" fmla="*/ 1673 h 138164"/>
                    <a:gd name="connsiteX292" fmla="*/ 295319 w 381651"/>
                    <a:gd name="connsiteY292" fmla="*/ 2634 h 138164"/>
                    <a:gd name="connsiteX293" fmla="*/ 294387 w 381651"/>
                    <a:gd name="connsiteY293" fmla="*/ 3536 h 138164"/>
                    <a:gd name="connsiteX294" fmla="*/ 275820 w 381651"/>
                    <a:gd name="connsiteY294" fmla="*/ 3056 h 138164"/>
                    <a:gd name="connsiteX295" fmla="*/ 275791 w 381651"/>
                    <a:gd name="connsiteY295" fmla="*/ 3056 h 138164"/>
                    <a:gd name="connsiteX296" fmla="*/ 270218 w 381651"/>
                    <a:gd name="connsiteY296" fmla="*/ 2939 h 138164"/>
                    <a:gd name="connsiteX297" fmla="*/ 269315 w 381651"/>
                    <a:gd name="connsiteY297" fmla="*/ 1994 h 138164"/>
                    <a:gd name="connsiteX298" fmla="*/ 270247 w 381651"/>
                    <a:gd name="connsiteY298" fmla="*/ 1091 h 138164"/>
                    <a:gd name="connsiteX299" fmla="*/ 270261 w 381651"/>
                    <a:gd name="connsiteY299" fmla="*/ 1091 h 138164"/>
                    <a:gd name="connsiteX300" fmla="*/ 275834 w 381651"/>
                    <a:gd name="connsiteY300" fmla="*/ 1208 h 138164"/>
                    <a:gd name="connsiteX301" fmla="*/ 276736 w 381651"/>
                    <a:gd name="connsiteY301" fmla="*/ 2154 h 138164"/>
                    <a:gd name="connsiteX302" fmla="*/ 275805 w 381651"/>
                    <a:gd name="connsiteY302" fmla="*/ 3056 h 138164"/>
                    <a:gd name="connsiteX303" fmla="*/ 257252 w 381651"/>
                    <a:gd name="connsiteY303" fmla="*/ 2677 h 138164"/>
                    <a:gd name="connsiteX304" fmla="*/ 257238 w 381651"/>
                    <a:gd name="connsiteY304" fmla="*/ 2677 h 138164"/>
                    <a:gd name="connsiteX305" fmla="*/ 251665 w 381651"/>
                    <a:gd name="connsiteY305" fmla="*/ 2576 h 138164"/>
                    <a:gd name="connsiteX306" fmla="*/ 250748 w 381651"/>
                    <a:gd name="connsiteY306" fmla="*/ 1630 h 138164"/>
                    <a:gd name="connsiteX307" fmla="*/ 251679 w 381651"/>
                    <a:gd name="connsiteY307" fmla="*/ 713 h 138164"/>
                    <a:gd name="connsiteX308" fmla="*/ 251694 w 381651"/>
                    <a:gd name="connsiteY308" fmla="*/ 713 h 138164"/>
                    <a:gd name="connsiteX309" fmla="*/ 257267 w 381651"/>
                    <a:gd name="connsiteY309" fmla="*/ 815 h 138164"/>
                    <a:gd name="connsiteX310" fmla="*/ 258184 w 381651"/>
                    <a:gd name="connsiteY310" fmla="*/ 1761 h 138164"/>
                    <a:gd name="connsiteX311" fmla="*/ 257252 w 381651"/>
                    <a:gd name="connsiteY311" fmla="*/ 2677 h 138164"/>
                    <a:gd name="connsiteX312" fmla="*/ 10273 w 381651"/>
                    <a:gd name="connsiteY312" fmla="*/ 2677 h 138164"/>
                    <a:gd name="connsiteX313" fmla="*/ 9342 w 381651"/>
                    <a:gd name="connsiteY313" fmla="*/ 1761 h 138164"/>
                    <a:gd name="connsiteX314" fmla="*/ 10259 w 381651"/>
                    <a:gd name="connsiteY314" fmla="*/ 815 h 138164"/>
                    <a:gd name="connsiteX315" fmla="*/ 15832 w 381651"/>
                    <a:gd name="connsiteY315" fmla="*/ 742 h 138164"/>
                    <a:gd name="connsiteX316" fmla="*/ 15832 w 381651"/>
                    <a:gd name="connsiteY316" fmla="*/ 742 h 138164"/>
                    <a:gd name="connsiteX317" fmla="*/ 16763 w 381651"/>
                    <a:gd name="connsiteY317" fmla="*/ 1659 h 138164"/>
                    <a:gd name="connsiteX318" fmla="*/ 15846 w 381651"/>
                    <a:gd name="connsiteY318" fmla="*/ 2605 h 138164"/>
                    <a:gd name="connsiteX319" fmla="*/ 10273 w 381651"/>
                    <a:gd name="connsiteY319" fmla="*/ 2677 h 138164"/>
                    <a:gd name="connsiteX320" fmla="*/ 10273 w 381651"/>
                    <a:gd name="connsiteY320" fmla="*/ 2677 h 138164"/>
                    <a:gd name="connsiteX321" fmla="*/ 28855 w 381651"/>
                    <a:gd name="connsiteY321" fmla="*/ 2459 h 138164"/>
                    <a:gd name="connsiteX322" fmla="*/ 27924 w 381651"/>
                    <a:gd name="connsiteY322" fmla="*/ 1542 h 138164"/>
                    <a:gd name="connsiteX323" fmla="*/ 28841 w 381651"/>
                    <a:gd name="connsiteY323" fmla="*/ 611 h 138164"/>
                    <a:gd name="connsiteX324" fmla="*/ 34414 w 381651"/>
                    <a:gd name="connsiteY324" fmla="*/ 553 h 138164"/>
                    <a:gd name="connsiteX325" fmla="*/ 34414 w 381651"/>
                    <a:gd name="connsiteY325" fmla="*/ 553 h 138164"/>
                    <a:gd name="connsiteX326" fmla="*/ 35345 w 381651"/>
                    <a:gd name="connsiteY326" fmla="*/ 1470 h 138164"/>
                    <a:gd name="connsiteX327" fmla="*/ 34428 w 381651"/>
                    <a:gd name="connsiteY327" fmla="*/ 2401 h 138164"/>
                    <a:gd name="connsiteX328" fmla="*/ 28855 w 381651"/>
                    <a:gd name="connsiteY328" fmla="*/ 2459 h 138164"/>
                    <a:gd name="connsiteX329" fmla="*/ 28855 w 381651"/>
                    <a:gd name="connsiteY329" fmla="*/ 2459 h 138164"/>
                    <a:gd name="connsiteX330" fmla="*/ 238699 w 381651"/>
                    <a:gd name="connsiteY330" fmla="*/ 2386 h 138164"/>
                    <a:gd name="connsiteX331" fmla="*/ 238699 w 381651"/>
                    <a:gd name="connsiteY331" fmla="*/ 2386 h 138164"/>
                    <a:gd name="connsiteX332" fmla="*/ 233126 w 381651"/>
                    <a:gd name="connsiteY332" fmla="*/ 2314 h 138164"/>
                    <a:gd name="connsiteX333" fmla="*/ 232210 w 381651"/>
                    <a:gd name="connsiteY333" fmla="*/ 1368 h 138164"/>
                    <a:gd name="connsiteX334" fmla="*/ 233141 w 381651"/>
                    <a:gd name="connsiteY334" fmla="*/ 451 h 138164"/>
                    <a:gd name="connsiteX335" fmla="*/ 233141 w 381651"/>
                    <a:gd name="connsiteY335" fmla="*/ 451 h 138164"/>
                    <a:gd name="connsiteX336" fmla="*/ 238714 w 381651"/>
                    <a:gd name="connsiteY336" fmla="*/ 524 h 138164"/>
                    <a:gd name="connsiteX337" fmla="*/ 239631 w 381651"/>
                    <a:gd name="connsiteY337" fmla="*/ 1470 h 138164"/>
                    <a:gd name="connsiteX338" fmla="*/ 238699 w 381651"/>
                    <a:gd name="connsiteY338" fmla="*/ 2386 h 138164"/>
                    <a:gd name="connsiteX339" fmla="*/ 47437 w 381651"/>
                    <a:gd name="connsiteY339" fmla="*/ 2285 h 138164"/>
                    <a:gd name="connsiteX340" fmla="*/ 46506 w 381651"/>
                    <a:gd name="connsiteY340" fmla="*/ 1368 h 138164"/>
                    <a:gd name="connsiteX341" fmla="*/ 47423 w 381651"/>
                    <a:gd name="connsiteY341" fmla="*/ 437 h 138164"/>
                    <a:gd name="connsiteX342" fmla="*/ 52996 w 381651"/>
                    <a:gd name="connsiteY342" fmla="*/ 393 h 138164"/>
                    <a:gd name="connsiteX343" fmla="*/ 52996 w 381651"/>
                    <a:gd name="connsiteY343" fmla="*/ 393 h 138164"/>
                    <a:gd name="connsiteX344" fmla="*/ 53927 w 381651"/>
                    <a:gd name="connsiteY344" fmla="*/ 1310 h 138164"/>
                    <a:gd name="connsiteX345" fmla="*/ 53010 w 381651"/>
                    <a:gd name="connsiteY345" fmla="*/ 2241 h 138164"/>
                    <a:gd name="connsiteX346" fmla="*/ 47437 w 381651"/>
                    <a:gd name="connsiteY346" fmla="*/ 2285 h 138164"/>
                    <a:gd name="connsiteX347" fmla="*/ 47437 w 381651"/>
                    <a:gd name="connsiteY347" fmla="*/ 2285 h 138164"/>
                    <a:gd name="connsiteX348" fmla="*/ 220132 w 381651"/>
                    <a:gd name="connsiteY348" fmla="*/ 2168 h 138164"/>
                    <a:gd name="connsiteX349" fmla="*/ 220132 w 381651"/>
                    <a:gd name="connsiteY349" fmla="*/ 2168 h 138164"/>
                    <a:gd name="connsiteX350" fmla="*/ 214559 w 381651"/>
                    <a:gd name="connsiteY350" fmla="*/ 2110 h 138164"/>
                    <a:gd name="connsiteX351" fmla="*/ 213642 w 381651"/>
                    <a:gd name="connsiteY351" fmla="*/ 1179 h 138164"/>
                    <a:gd name="connsiteX352" fmla="*/ 214573 w 381651"/>
                    <a:gd name="connsiteY352" fmla="*/ 262 h 138164"/>
                    <a:gd name="connsiteX353" fmla="*/ 214573 w 381651"/>
                    <a:gd name="connsiteY353" fmla="*/ 262 h 138164"/>
                    <a:gd name="connsiteX354" fmla="*/ 220147 w 381651"/>
                    <a:gd name="connsiteY354" fmla="*/ 320 h 138164"/>
                    <a:gd name="connsiteX355" fmla="*/ 221063 w 381651"/>
                    <a:gd name="connsiteY355" fmla="*/ 1251 h 138164"/>
                    <a:gd name="connsiteX356" fmla="*/ 220132 w 381651"/>
                    <a:gd name="connsiteY356" fmla="*/ 2168 h 138164"/>
                    <a:gd name="connsiteX357" fmla="*/ 66005 w 381651"/>
                    <a:gd name="connsiteY357" fmla="*/ 2139 h 138164"/>
                    <a:gd name="connsiteX358" fmla="*/ 65073 w 381651"/>
                    <a:gd name="connsiteY358" fmla="*/ 1222 h 138164"/>
                    <a:gd name="connsiteX359" fmla="*/ 65990 w 381651"/>
                    <a:gd name="connsiteY359" fmla="*/ 291 h 138164"/>
                    <a:gd name="connsiteX360" fmla="*/ 71563 w 381651"/>
                    <a:gd name="connsiteY360" fmla="*/ 247 h 138164"/>
                    <a:gd name="connsiteX361" fmla="*/ 71563 w 381651"/>
                    <a:gd name="connsiteY361" fmla="*/ 247 h 138164"/>
                    <a:gd name="connsiteX362" fmla="*/ 72495 w 381651"/>
                    <a:gd name="connsiteY362" fmla="*/ 1164 h 138164"/>
                    <a:gd name="connsiteX363" fmla="*/ 71578 w 381651"/>
                    <a:gd name="connsiteY363" fmla="*/ 2095 h 138164"/>
                    <a:gd name="connsiteX364" fmla="*/ 66005 w 381651"/>
                    <a:gd name="connsiteY364" fmla="*/ 2139 h 138164"/>
                    <a:gd name="connsiteX365" fmla="*/ 66005 w 381651"/>
                    <a:gd name="connsiteY365" fmla="*/ 2139 h 138164"/>
                    <a:gd name="connsiteX366" fmla="*/ 201565 w 381651"/>
                    <a:gd name="connsiteY366" fmla="*/ 2008 h 138164"/>
                    <a:gd name="connsiteX367" fmla="*/ 201565 w 381651"/>
                    <a:gd name="connsiteY367" fmla="*/ 2008 h 138164"/>
                    <a:gd name="connsiteX368" fmla="*/ 195991 w 381651"/>
                    <a:gd name="connsiteY368" fmla="*/ 1979 h 138164"/>
                    <a:gd name="connsiteX369" fmla="*/ 195075 w 381651"/>
                    <a:gd name="connsiteY369" fmla="*/ 1048 h 138164"/>
                    <a:gd name="connsiteX370" fmla="*/ 196006 w 381651"/>
                    <a:gd name="connsiteY370" fmla="*/ 131 h 138164"/>
                    <a:gd name="connsiteX371" fmla="*/ 196006 w 381651"/>
                    <a:gd name="connsiteY371" fmla="*/ 131 h 138164"/>
                    <a:gd name="connsiteX372" fmla="*/ 201579 w 381651"/>
                    <a:gd name="connsiteY372" fmla="*/ 160 h 138164"/>
                    <a:gd name="connsiteX373" fmla="*/ 202496 w 381651"/>
                    <a:gd name="connsiteY373" fmla="*/ 1091 h 138164"/>
                    <a:gd name="connsiteX374" fmla="*/ 201565 w 381651"/>
                    <a:gd name="connsiteY374" fmla="*/ 2008 h 138164"/>
                    <a:gd name="connsiteX375" fmla="*/ 84572 w 381651"/>
                    <a:gd name="connsiteY375" fmla="*/ 2008 h 138164"/>
                    <a:gd name="connsiteX376" fmla="*/ 83641 w 381651"/>
                    <a:gd name="connsiteY376" fmla="*/ 1091 h 138164"/>
                    <a:gd name="connsiteX377" fmla="*/ 84558 w 381651"/>
                    <a:gd name="connsiteY377" fmla="*/ 160 h 138164"/>
                    <a:gd name="connsiteX378" fmla="*/ 90131 w 381651"/>
                    <a:gd name="connsiteY378" fmla="*/ 131 h 138164"/>
                    <a:gd name="connsiteX379" fmla="*/ 90131 w 381651"/>
                    <a:gd name="connsiteY379" fmla="*/ 131 h 138164"/>
                    <a:gd name="connsiteX380" fmla="*/ 91062 w 381651"/>
                    <a:gd name="connsiteY380" fmla="*/ 1062 h 138164"/>
                    <a:gd name="connsiteX381" fmla="*/ 90145 w 381651"/>
                    <a:gd name="connsiteY381" fmla="*/ 1994 h 138164"/>
                    <a:gd name="connsiteX382" fmla="*/ 84572 w 381651"/>
                    <a:gd name="connsiteY382" fmla="*/ 2023 h 138164"/>
                    <a:gd name="connsiteX383" fmla="*/ 84572 w 381651"/>
                    <a:gd name="connsiteY383" fmla="*/ 2023 h 138164"/>
                    <a:gd name="connsiteX384" fmla="*/ 103140 w 381651"/>
                    <a:gd name="connsiteY384" fmla="*/ 1921 h 138164"/>
                    <a:gd name="connsiteX385" fmla="*/ 102208 w 381651"/>
                    <a:gd name="connsiteY385" fmla="*/ 989 h 138164"/>
                    <a:gd name="connsiteX386" fmla="*/ 103140 w 381651"/>
                    <a:gd name="connsiteY386" fmla="*/ 58 h 138164"/>
                    <a:gd name="connsiteX387" fmla="*/ 108713 w 381651"/>
                    <a:gd name="connsiteY387" fmla="*/ 58 h 138164"/>
                    <a:gd name="connsiteX388" fmla="*/ 108713 w 381651"/>
                    <a:gd name="connsiteY388" fmla="*/ 44 h 138164"/>
                    <a:gd name="connsiteX389" fmla="*/ 109644 w 381651"/>
                    <a:gd name="connsiteY389" fmla="*/ 975 h 138164"/>
                    <a:gd name="connsiteX390" fmla="*/ 108713 w 381651"/>
                    <a:gd name="connsiteY390" fmla="*/ 1906 h 138164"/>
                    <a:gd name="connsiteX391" fmla="*/ 103140 w 381651"/>
                    <a:gd name="connsiteY391" fmla="*/ 1906 h 138164"/>
                    <a:gd name="connsiteX392" fmla="*/ 103140 w 381651"/>
                    <a:gd name="connsiteY392" fmla="*/ 1921 h 138164"/>
                    <a:gd name="connsiteX393" fmla="*/ 182983 w 381651"/>
                    <a:gd name="connsiteY393" fmla="*/ 1921 h 138164"/>
                    <a:gd name="connsiteX394" fmla="*/ 177409 w 381651"/>
                    <a:gd name="connsiteY394" fmla="*/ 1921 h 138164"/>
                    <a:gd name="connsiteX395" fmla="*/ 176478 w 381651"/>
                    <a:gd name="connsiteY395" fmla="*/ 960 h 138164"/>
                    <a:gd name="connsiteX396" fmla="*/ 177409 w 381651"/>
                    <a:gd name="connsiteY396" fmla="*/ 29 h 138164"/>
                    <a:gd name="connsiteX397" fmla="*/ 182983 w 381651"/>
                    <a:gd name="connsiteY397" fmla="*/ 29 h 138164"/>
                    <a:gd name="connsiteX398" fmla="*/ 183914 w 381651"/>
                    <a:gd name="connsiteY398" fmla="*/ 989 h 138164"/>
                    <a:gd name="connsiteX399" fmla="*/ 182983 w 381651"/>
                    <a:gd name="connsiteY399" fmla="*/ 1921 h 138164"/>
                    <a:gd name="connsiteX400" fmla="*/ 121707 w 381651"/>
                    <a:gd name="connsiteY400" fmla="*/ 1877 h 138164"/>
                    <a:gd name="connsiteX401" fmla="*/ 120776 w 381651"/>
                    <a:gd name="connsiteY401" fmla="*/ 946 h 138164"/>
                    <a:gd name="connsiteX402" fmla="*/ 121707 w 381651"/>
                    <a:gd name="connsiteY402" fmla="*/ 15 h 138164"/>
                    <a:gd name="connsiteX403" fmla="*/ 127280 w 381651"/>
                    <a:gd name="connsiteY403" fmla="*/ 15 h 138164"/>
                    <a:gd name="connsiteX404" fmla="*/ 128211 w 381651"/>
                    <a:gd name="connsiteY404" fmla="*/ 931 h 138164"/>
                    <a:gd name="connsiteX405" fmla="*/ 127280 w 381651"/>
                    <a:gd name="connsiteY405" fmla="*/ 1863 h 138164"/>
                    <a:gd name="connsiteX406" fmla="*/ 121707 w 381651"/>
                    <a:gd name="connsiteY406" fmla="*/ 1863 h 138164"/>
                    <a:gd name="connsiteX407" fmla="*/ 121707 w 381651"/>
                    <a:gd name="connsiteY407" fmla="*/ 1863 h 138164"/>
                    <a:gd name="connsiteX408" fmla="*/ 164415 w 381651"/>
                    <a:gd name="connsiteY408" fmla="*/ 1877 h 138164"/>
                    <a:gd name="connsiteX409" fmla="*/ 158842 w 381651"/>
                    <a:gd name="connsiteY409" fmla="*/ 1877 h 138164"/>
                    <a:gd name="connsiteX410" fmla="*/ 157911 w 381651"/>
                    <a:gd name="connsiteY410" fmla="*/ 931 h 138164"/>
                    <a:gd name="connsiteX411" fmla="*/ 158842 w 381651"/>
                    <a:gd name="connsiteY411" fmla="*/ 0 h 138164"/>
                    <a:gd name="connsiteX412" fmla="*/ 164415 w 381651"/>
                    <a:gd name="connsiteY412" fmla="*/ 0 h 138164"/>
                    <a:gd name="connsiteX413" fmla="*/ 165346 w 381651"/>
                    <a:gd name="connsiteY413" fmla="*/ 946 h 138164"/>
                    <a:gd name="connsiteX414" fmla="*/ 164415 w 381651"/>
                    <a:gd name="connsiteY414" fmla="*/ 1877 h 138164"/>
                    <a:gd name="connsiteX415" fmla="*/ 140275 w 381651"/>
                    <a:gd name="connsiteY415" fmla="*/ 1863 h 138164"/>
                    <a:gd name="connsiteX416" fmla="*/ 139343 w 381651"/>
                    <a:gd name="connsiteY416" fmla="*/ 931 h 138164"/>
                    <a:gd name="connsiteX417" fmla="*/ 140275 w 381651"/>
                    <a:gd name="connsiteY417" fmla="*/ 0 h 138164"/>
                    <a:gd name="connsiteX418" fmla="*/ 145833 w 381651"/>
                    <a:gd name="connsiteY418" fmla="*/ 0 h 138164"/>
                    <a:gd name="connsiteX419" fmla="*/ 146764 w 381651"/>
                    <a:gd name="connsiteY419" fmla="*/ 931 h 138164"/>
                    <a:gd name="connsiteX420" fmla="*/ 145848 w 381651"/>
                    <a:gd name="connsiteY420" fmla="*/ 1863 h 138164"/>
                    <a:gd name="connsiteX421" fmla="*/ 140275 w 381651"/>
                    <a:gd name="connsiteY421" fmla="*/ 1863 h 138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</a:cxnLst>
                  <a:rect l="l" t="t" r="r" b="b"/>
                  <a:pathLst>
                    <a:path w="381651" h="138164">
                      <a:moveTo>
                        <a:pt x="169915" y="138150"/>
                      </a:moveTo>
                      <a:cubicBezTo>
                        <a:pt x="169915" y="138150"/>
                        <a:pt x="169799" y="138150"/>
                        <a:pt x="169726" y="138135"/>
                      </a:cubicBezTo>
                      <a:lnTo>
                        <a:pt x="164270" y="137044"/>
                      </a:lnTo>
                      <a:cubicBezTo>
                        <a:pt x="163760" y="136942"/>
                        <a:pt x="163440" y="136462"/>
                        <a:pt x="163542" y="135953"/>
                      </a:cubicBezTo>
                      <a:cubicBezTo>
                        <a:pt x="163644" y="135458"/>
                        <a:pt x="164124" y="135109"/>
                        <a:pt x="164633" y="135225"/>
                      </a:cubicBezTo>
                      <a:lnTo>
                        <a:pt x="170046" y="136302"/>
                      </a:lnTo>
                      <a:cubicBezTo>
                        <a:pt x="170046" y="136302"/>
                        <a:pt x="170134" y="136302"/>
                        <a:pt x="170177" y="136302"/>
                      </a:cubicBezTo>
                      <a:lnTo>
                        <a:pt x="175751" y="136302"/>
                      </a:lnTo>
                      <a:cubicBezTo>
                        <a:pt x="176260" y="136302"/>
                        <a:pt x="176682" y="136724"/>
                        <a:pt x="176682" y="137233"/>
                      </a:cubicBezTo>
                      <a:cubicBezTo>
                        <a:pt x="176682" y="137743"/>
                        <a:pt x="176260" y="138165"/>
                        <a:pt x="175751" y="138165"/>
                      </a:cubicBezTo>
                      <a:lnTo>
                        <a:pt x="170177" y="138165"/>
                      </a:lnTo>
                      <a:cubicBezTo>
                        <a:pt x="170177" y="138165"/>
                        <a:pt x="170090" y="138165"/>
                        <a:pt x="170046" y="138165"/>
                      </a:cubicBezTo>
                      <a:cubicBezTo>
                        <a:pt x="170003" y="138165"/>
                        <a:pt x="169959" y="138165"/>
                        <a:pt x="169915" y="138165"/>
                      </a:cubicBezTo>
                      <a:close/>
                      <a:moveTo>
                        <a:pt x="212871" y="138150"/>
                      </a:moveTo>
                      <a:lnTo>
                        <a:pt x="207298" y="138150"/>
                      </a:lnTo>
                      <a:cubicBezTo>
                        <a:pt x="206788" y="138150"/>
                        <a:pt x="206366" y="137728"/>
                        <a:pt x="206366" y="137219"/>
                      </a:cubicBezTo>
                      <a:cubicBezTo>
                        <a:pt x="206366" y="136709"/>
                        <a:pt x="206788" y="136288"/>
                        <a:pt x="207298" y="136288"/>
                      </a:cubicBezTo>
                      <a:lnTo>
                        <a:pt x="212871" y="136288"/>
                      </a:lnTo>
                      <a:cubicBezTo>
                        <a:pt x="213380" y="136288"/>
                        <a:pt x="213802" y="136709"/>
                        <a:pt x="213802" y="137219"/>
                      </a:cubicBezTo>
                      <a:cubicBezTo>
                        <a:pt x="213802" y="137728"/>
                        <a:pt x="213380" y="138150"/>
                        <a:pt x="212871" y="138150"/>
                      </a:cubicBezTo>
                      <a:close/>
                      <a:moveTo>
                        <a:pt x="194303" y="138150"/>
                      </a:moveTo>
                      <a:lnTo>
                        <a:pt x="188730" y="138150"/>
                      </a:lnTo>
                      <a:cubicBezTo>
                        <a:pt x="188221" y="138150"/>
                        <a:pt x="187799" y="137728"/>
                        <a:pt x="187799" y="137219"/>
                      </a:cubicBezTo>
                      <a:cubicBezTo>
                        <a:pt x="187799" y="136709"/>
                        <a:pt x="188221" y="136288"/>
                        <a:pt x="188730" y="136288"/>
                      </a:cubicBezTo>
                      <a:lnTo>
                        <a:pt x="194303" y="136288"/>
                      </a:lnTo>
                      <a:cubicBezTo>
                        <a:pt x="194813" y="136288"/>
                        <a:pt x="195235" y="136709"/>
                        <a:pt x="195235" y="137219"/>
                      </a:cubicBezTo>
                      <a:cubicBezTo>
                        <a:pt x="195235" y="137728"/>
                        <a:pt x="194813" y="138150"/>
                        <a:pt x="194303" y="138150"/>
                      </a:cubicBezTo>
                      <a:close/>
                      <a:moveTo>
                        <a:pt x="225836" y="137772"/>
                      </a:moveTo>
                      <a:cubicBezTo>
                        <a:pt x="225400" y="137772"/>
                        <a:pt x="225007" y="137466"/>
                        <a:pt x="224919" y="137015"/>
                      </a:cubicBezTo>
                      <a:cubicBezTo>
                        <a:pt x="224817" y="136506"/>
                        <a:pt x="225152" y="136026"/>
                        <a:pt x="225661" y="135924"/>
                      </a:cubicBezTo>
                      <a:lnTo>
                        <a:pt x="231133" y="134891"/>
                      </a:lnTo>
                      <a:cubicBezTo>
                        <a:pt x="231642" y="134803"/>
                        <a:pt x="232122" y="135123"/>
                        <a:pt x="232224" y="135633"/>
                      </a:cubicBezTo>
                      <a:cubicBezTo>
                        <a:pt x="232326" y="136142"/>
                        <a:pt x="231991" y="136622"/>
                        <a:pt x="231482" y="136724"/>
                      </a:cubicBezTo>
                      <a:lnTo>
                        <a:pt x="226011" y="137757"/>
                      </a:lnTo>
                      <a:cubicBezTo>
                        <a:pt x="226011" y="137757"/>
                        <a:pt x="225894" y="137772"/>
                        <a:pt x="225836" y="137772"/>
                      </a:cubicBezTo>
                      <a:close/>
                      <a:moveTo>
                        <a:pt x="151712" y="134541"/>
                      </a:moveTo>
                      <a:cubicBezTo>
                        <a:pt x="151712" y="134541"/>
                        <a:pt x="151595" y="134541"/>
                        <a:pt x="151523" y="134527"/>
                      </a:cubicBezTo>
                      <a:lnTo>
                        <a:pt x="146066" y="133435"/>
                      </a:lnTo>
                      <a:cubicBezTo>
                        <a:pt x="145557" y="133334"/>
                        <a:pt x="145236" y="132853"/>
                        <a:pt x="145338" y="132344"/>
                      </a:cubicBezTo>
                      <a:cubicBezTo>
                        <a:pt x="145440" y="131849"/>
                        <a:pt x="145920" y="131515"/>
                        <a:pt x="146430" y="131617"/>
                      </a:cubicBezTo>
                      <a:lnTo>
                        <a:pt x="151886" y="132708"/>
                      </a:lnTo>
                      <a:cubicBezTo>
                        <a:pt x="152396" y="132810"/>
                        <a:pt x="152716" y="133290"/>
                        <a:pt x="152614" y="133799"/>
                      </a:cubicBezTo>
                      <a:cubicBezTo>
                        <a:pt x="152527" y="134236"/>
                        <a:pt x="152134" y="134541"/>
                        <a:pt x="151712" y="134541"/>
                      </a:cubicBezTo>
                      <a:close/>
                      <a:moveTo>
                        <a:pt x="244083" y="134323"/>
                      </a:moveTo>
                      <a:cubicBezTo>
                        <a:pt x="243647" y="134323"/>
                        <a:pt x="243254" y="134018"/>
                        <a:pt x="243167" y="133566"/>
                      </a:cubicBezTo>
                      <a:cubicBezTo>
                        <a:pt x="243065" y="133057"/>
                        <a:pt x="243400" y="132577"/>
                        <a:pt x="243909" y="132475"/>
                      </a:cubicBezTo>
                      <a:lnTo>
                        <a:pt x="249380" y="131442"/>
                      </a:lnTo>
                      <a:cubicBezTo>
                        <a:pt x="249889" y="131340"/>
                        <a:pt x="250370" y="131675"/>
                        <a:pt x="250471" y="132184"/>
                      </a:cubicBezTo>
                      <a:cubicBezTo>
                        <a:pt x="250573" y="132693"/>
                        <a:pt x="250239" y="133174"/>
                        <a:pt x="249729" y="133275"/>
                      </a:cubicBezTo>
                      <a:lnTo>
                        <a:pt x="244258" y="134308"/>
                      </a:lnTo>
                      <a:cubicBezTo>
                        <a:pt x="244258" y="134308"/>
                        <a:pt x="244142" y="134323"/>
                        <a:pt x="244083" y="134323"/>
                      </a:cubicBezTo>
                      <a:close/>
                      <a:moveTo>
                        <a:pt x="133494" y="130918"/>
                      </a:moveTo>
                      <a:cubicBezTo>
                        <a:pt x="133494" y="130918"/>
                        <a:pt x="133377" y="130918"/>
                        <a:pt x="133304" y="130904"/>
                      </a:cubicBezTo>
                      <a:lnTo>
                        <a:pt x="127848" y="129812"/>
                      </a:lnTo>
                      <a:cubicBezTo>
                        <a:pt x="127338" y="129710"/>
                        <a:pt x="127018" y="129230"/>
                        <a:pt x="127120" y="128721"/>
                      </a:cubicBezTo>
                      <a:cubicBezTo>
                        <a:pt x="127222" y="128226"/>
                        <a:pt x="127702" y="127891"/>
                        <a:pt x="128211" y="127993"/>
                      </a:cubicBezTo>
                      <a:lnTo>
                        <a:pt x="133668" y="129085"/>
                      </a:lnTo>
                      <a:cubicBezTo>
                        <a:pt x="134178" y="129186"/>
                        <a:pt x="134498" y="129667"/>
                        <a:pt x="134396" y="130176"/>
                      </a:cubicBezTo>
                      <a:cubicBezTo>
                        <a:pt x="134308" y="130612"/>
                        <a:pt x="133916" y="130918"/>
                        <a:pt x="133494" y="130918"/>
                      </a:cubicBezTo>
                      <a:close/>
                      <a:moveTo>
                        <a:pt x="262316" y="130874"/>
                      </a:moveTo>
                      <a:cubicBezTo>
                        <a:pt x="261880" y="130874"/>
                        <a:pt x="261487" y="130569"/>
                        <a:pt x="261399" y="130118"/>
                      </a:cubicBezTo>
                      <a:cubicBezTo>
                        <a:pt x="261298" y="129608"/>
                        <a:pt x="261632" y="129128"/>
                        <a:pt x="262142" y="129026"/>
                      </a:cubicBezTo>
                      <a:lnTo>
                        <a:pt x="267613" y="127993"/>
                      </a:lnTo>
                      <a:cubicBezTo>
                        <a:pt x="268122" y="127906"/>
                        <a:pt x="268602" y="128226"/>
                        <a:pt x="268704" y="128735"/>
                      </a:cubicBezTo>
                      <a:cubicBezTo>
                        <a:pt x="268806" y="129245"/>
                        <a:pt x="268471" y="129725"/>
                        <a:pt x="267962" y="129827"/>
                      </a:cubicBezTo>
                      <a:lnTo>
                        <a:pt x="262491" y="130860"/>
                      </a:lnTo>
                      <a:cubicBezTo>
                        <a:pt x="262491" y="130860"/>
                        <a:pt x="262374" y="130874"/>
                        <a:pt x="262316" y="130874"/>
                      </a:cubicBezTo>
                      <a:close/>
                      <a:moveTo>
                        <a:pt x="280563" y="127426"/>
                      </a:moveTo>
                      <a:cubicBezTo>
                        <a:pt x="280127" y="127426"/>
                        <a:pt x="279734" y="127120"/>
                        <a:pt x="279647" y="126669"/>
                      </a:cubicBezTo>
                      <a:cubicBezTo>
                        <a:pt x="279545" y="126160"/>
                        <a:pt x="279880" y="125680"/>
                        <a:pt x="280389" y="125578"/>
                      </a:cubicBezTo>
                      <a:lnTo>
                        <a:pt x="285860" y="124545"/>
                      </a:lnTo>
                      <a:cubicBezTo>
                        <a:pt x="286369" y="124457"/>
                        <a:pt x="286850" y="124777"/>
                        <a:pt x="286952" y="125287"/>
                      </a:cubicBezTo>
                      <a:cubicBezTo>
                        <a:pt x="287053" y="125796"/>
                        <a:pt x="286719" y="126276"/>
                        <a:pt x="286209" y="126378"/>
                      </a:cubicBezTo>
                      <a:lnTo>
                        <a:pt x="280738" y="127411"/>
                      </a:lnTo>
                      <a:cubicBezTo>
                        <a:pt x="280738" y="127411"/>
                        <a:pt x="280622" y="127426"/>
                        <a:pt x="280563" y="127426"/>
                      </a:cubicBezTo>
                      <a:close/>
                      <a:moveTo>
                        <a:pt x="115290" y="127309"/>
                      </a:moveTo>
                      <a:cubicBezTo>
                        <a:pt x="115290" y="127309"/>
                        <a:pt x="115174" y="127309"/>
                        <a:pt x="115101" y="127295"/>
                      </a:cubicBezTo>
                      <a:lnTo>
                        <a:pt x="109644" y="126203"/>
                      </a:lnTo>
                      <a:cubicBezTo>
                        <a:pt x="109135" y="126102"/>
                        <a:pt x="108815" y="125621"/>
                        <a:pt x="108916" y="125112"/>
                      </a:cubicBezTo>
                      <a:cubicBezTo>
                        <a:pt x="109018" y="124603"/>
                        <a:pt x="109498" y="124283"/>
                        <a:pt x="110008" y="124384"/>
                      </a:cubicBezTo>
                      <a:lnTo>
                        <a:pt x="115465" y="125476"/>
                      </a:lnTo>
                      <a:cubicBezTo>
                        <a:pt x="115974" y="125578"/>
                        <a:pt x="116294" y="126058"/>
                        <a:pt x="116192" y="126567"/>
                      </a:cubicBezTo>
                      <a:cubicBezTo>
                        <a:pt x="116105" y="127004"/>
                        <a:pt x="115712" y="127309"/>
                        <a:pt x="115290" y="127309"/>
                      </a:cubicBezTo>
                      <a:close/>
                      <a:moveTo>
                        <a:pt x="298811" y="123977"/>
                      </a:moveTo>
                      <a:cubicBezTo>
                        <a:pt x="298374" y="123977"/>
                        <a:pt x="297981" y="123671"/>
                        <a:pt x="297894" y="123220"/>
                      </a:cubicBezTo>
                      <a:cubicBezTo>
                        <a:pt x="297792" y="122711"/>
                        <a:pt x="298127" y="122231"/>
                        <a:pt x="298636" y="122129"/>
                      </a:cubicBezTo>
                      <a:lnTo>
                        <a:pt x="304107" y="121096"/>
                      </a:lnTo>
                      <a:cubicBezTo>
                        <a:pt x="304617" y="120994"/>
                        <a:pt x="305097" y="121329"/>
                        <a:pt x="305199" y="121838"/>
                      </a:cubicBezTo>
                      <a:cubicBezTo>
                        <a:pt x="305301" y="122347"/>
                        <a:pt x="304966" y="122828"/>
                        <a:pt x="304457" y="122929"/>
                      </a:cubicBezTo>
                      <a:lnTo>
                        <a:pt x="298985" y="123963"/>
                      </a:lnTo>
                      <a:cubicBezTo>
                        <a:pt x="298985" y="123963"/>
                        <a:pt x="298869" y="123977"/>
                        <a:pt x="298811" y="123977"/>
                      </a:cubicBezTo>
                      <a:close/>
                      <a:moveTo>
                        <a:pt x="97072" y="123686"/>
                      </a:moveTo>
                      <a:cubicBezTo>
                        <a:pt x="97072" y="123686"/>
                        <a:pt x="96955" y="123686"/>
                        <a:pt x="96897" y="123671"/>
                      </a:cubicBezTo>
                      <a:lnTo>
                        <a:pt x="91440" y="122580"/>
                      </a:lnTo>
                      <a:cubicBezTo>
                        <a:pt x="90931" y="122478"/>
                        <a:pt x="90611" y="121998"/>
                        <a:pt x="90713" y="121489"/>
                      </a:cubicBezTo>
                      <a:cubicBezTo>
                        <a:pt x="90815" y="120994"/>
                        <a:pt x="91309" y="120645"/>
                        <a:pt x="91804" y="120761"/>
                      </a:cubicBezTo>
                      <a:lnTo>
                        <a:pt x="97261" y="121853"/>
                      </a:lnTo>
                      <a:cubicBezTo>
                        <a:pt x="97770" y="121954"/>
                        <a:pt x="98090" y="122435"/>
                        <a:pt x="97988" y="122944"/>
                      </a:cubicBezTo>
                      <a:cubicBezTo>
                        <a:pt x="97901" y="123381"/>
                        <a:pt x="97508" y="123686"/>
                        <a:pt x="97086" y="123686"/>
                      </a:cubicBezTo>
                      <a:close/>
                      <a:moveTo>
                        <a:pt x="317044" y="120528"/>
                      </a:moveTo>
                      <a:cubicBezTo>
                        <a:pt x="316607" y="120528"/>
                        <a:pt x="316214" y="120223"/>
                        <a:pt x="316127" y="119772"/>
                      </a:cubicBezTo>
                      <a:cubicBezTo>
                        <a:pt x="316025" y="119262"/>
                        <a:pt x="316360" y="118782"/>
                        <a:pt x="316869" y="118680"/>
                      </a:cubicBezTo>
                      <a:lnTo>
                        <a:pt x="322340" y="117647"/>
                      </a:lnTo>
                      <a:cubicBezTo>
                        <a:pt x="322850" y="117560"/>
                        <a:pt x="323330" y="117880"/>
                        <a:pt x="323432" y="118389"/>
                      </a:cubicBezTo>
                      <a:cubicBezTo>
                        <a:pt x="323534" y="118899"/>
                        <a:pt x="323199" y="119379"/>
                        <a:pt x="322690" y="119481"/>
                      </a:cubicBezTo>
                      <a:lnTo>
                        <a:pt x="317218" y="120514"/>
                      </a:lnTo>
                      <a:cubicBezTo>
                        <a:pt x="317218" y="120514"/>
                        <a:pt x="317102" y="120528"/>
                        <a:pt x="317044" y="120528"/>
                      </a:cubicBezTo>
                      <a:close/>
                      <a:moveTo>
                        <a:pt x="78853" y="120077"/>
                      </a:moveTo>
                      <a:cubicBezTo>
                        <a:pt x="78853" y="120077"/>
                        <a:pt x="78737" y="120077"/>
                        <a:pt x="78664" y="120063"/>
                      </a:cubicBezTo>
                      <a:lnTo>
                        <a:pt x="73208" y="118971"/>
                      </a:lnTo>
                      <a:cubicBezTo>
                        <a:pt x="72698" y="118870"/>
                        <a:pt x="72378" y="118389"/>
                        <a:pt x="72480" y="117880"/>
                      </a:cubicBezTo>
                      <a:cubicBezTo>
                        <a:pt x="72582" y="117385"/>
                        <a:pt x="73062" y="117051"/>
                        <a:pt x="73571" y="117153"/>
                      </a:cubicBezTo>
                      <a:lnTo>
                        <a:pt x="79028" y="118244"/>
                      </a:lnTo>
                      <a:cubicBezTo>
                        <a:pt x="79537" y="118346"/>
                        <a:pt x="79858" y="118826"/>
                        <a:pt x="79756" y="119335"/>
                      </a:cubicBezTo>
                      <a:cubicBezTo>
                        <a:pt x="79668" y="119772"/>
                        <a:pt x="79275" y="120077"/>
                        <a:pt x="78853" y="120077"/>
                      </a:cubicBezTo>
                      <a:close/>
                      <a:moveTo>
                        <a:pt x="335276" y="117080"/>
                      </a:moveTo>
                      <a:cubicBezTo>
                        <a:pt x="334840" y="117080"/>
                        <a:pt x="334447" y="116774"/>
                        <a:pt x="334360" y="116323"/>
                      </a:cubicBezTo>
                      <a:cubicBezTo>
                        <a:pt x="334258" y="115814"/>
                        <a:pt x="334592" y="115334"/>
                        <a:pt x="335102" y="115232"/>
                      </a:cubicBezTo>
                      <a:lnTo>
                        <a:pt x="340573" y="114199"/>
                      </a:lnTo>
                      <a:cubicBezTo>
                        <a:pt x="341082" y="114111"/>
                        <a:pt x="341563" y="114431"/>
                        <a:pt x="341664" y="114941"/>
                      </a:cubicBezTo>
                      <a:cubicBezTo>
                        <a:pt x="341766" y="115450"/>
                        <a:pt x="341432" y="115930"/>
                        <a:pt x="340922" y="116032"/>
                      </a:cubicBezTo>
                      <a:lnTo>
                        <a:pt x="335451" y="117065"/>
                      </a:lnTo>
                      <a:cubicBezTo>
                        <a:pt x="335451" y="117065"/>
                        <a:pt x="335335" y="117080"/>
                        <a:pt x="335276" y="117080"/>
                      </a:cubicBezTo>
                      <a:close/>
                      <a:moveTo>
                        <a:pt x="60635" y="116454"/>
                      </a:moveTo>
                      <a:cubicBezTo>
                        <a:pt x="60635" y="116454"/>
                        <a:pt x="60519" y="116454"/>
                        <a:pt x="60446" y="116440"/>
                      </a:cubicBezTo>
                      <a:lnTo>
                        <a:pt x="54989" y="115348"/>
                      </a:lnTo>
                      <a:cubicBezTo>
                        <a:pt x="54480" y="115246"/>
                        <a:pt x="54160" y="114766"/>
                        <a:pt x="54262" y="114257"/>
                      </a:cubicBezTo>
                      <a:cubicBezTo>
                        <a:pt x="54364" y="113747"/>
                        <a:pt x="54844" y="113427"/>
                        <a:pt x="55353" y="113529"/>
                      </a:cubicBezTo>
                      <a:lnTo>
                        <a:pt x="60810" y="114621"/>
                      </a:lnTo>
                      <a:cubicBezTo>
                        <a:pt x="61319" y="114722"/>
                        <a:pt x="61639" y="115203"/>
                        <a:pt x="61537" y="115712"/>
                      </a:cubicBezTo>
                      <a:cubicBezTo>
                        <a:pt x="61450" y="116148"/>
                        <a:pt x="61057" y="116454"/>
                        <a:pt x="60635" y="116454"/>
                      </a:cubicBezTo>
                      <a:close/>
                      <a:moveTo>
                        <a:pt x="353524" y="113631"/>
                      </a:moveTo>
                      <a:cubicBezTo>
                        <a:pt x="353087" y="113631"/>
                        <a:pt x="352694" y="113326"/>
                        <a:pt x="352607" y="112874"/>
                      </a:cubicBezTo>
                      <a:cubicBezTo>
                        <a:pt x="352505" y="112365"/>
                        <a:pt x="352840" y="111885"/>
                        <a:pt x="353349" y="111783"/>
                      </a:cubicBezTo>
                      <a:lnTo>
                        <a:pt x="358820" y="110750"/>
                      </a:lnTo>
                      <a:cubicBezTo>
                        <a:pt x="359330" y="110663"/>
                        <a:pt x="359810" y="110983"/>
                        <a:pt x="359912" y="111492"/>
                      </a:cubicBezTo>
                      <a:cubicBezTo>
                        <a:pt x="360014" y="112001"/>
                        <a:pt x="359679" y="112482"/>
                        <a:pt x="359170" y="112583"/>
                      </a:cubicBezTo>
                      <a:lnTo>
                        <a:pt x="353698" y="113617"/>
                      </a:lnTo>
                      <a:cubicBezTo>
                        <a:pt x="353698" y="113617"/>
                        <a:pt x="353582" y="113631"/>
                        <a:pt x="353524" y="113631"/>
                      </a:cubicBezTo>
                      <a:close/>
                      <a:moveTo>
                        <a:pt x="42432" y="112831"/>
                      </a:moveTo>
                      <a:cubicBezTo>
                        <a:pt x="42432" y="112831"/>
                        <a:pt x="42315" y="112831"/>
                        <a:pt x="42242" y="112816"/>
                      </a:cubicBezTo>
                      <a:lnTo>
                        <a:pt x="36786" y="111725"/>
                      </a:lnTo>
                      <a:cubicBezTo>
                        <a:pt x="36276" y="111623"/>
                        <a:pt x="35956" y="111143"/>
                        <a:pt x="36058" y="110634"/>
                      </a:cubicBezTo>
                      <a:cubicBezTo>
                        <a:pt x="36160" y="110124"/>
                        <a:pt x="36640" y="109804"/>
                        <a:pt x="37149" y="109906"/>
                      </a:cubicBezTo>
                      <a:lnTo>
                        <a:pt x="42606" y="110997"/>
                      </a:lnTo>
                      <a:cubicBezTo>
                        <a:pt x="43115" y="111099"/>
                        <a:pt x="43436" y="111579"/>
                        <a:pt x="43334" y="112089"/>
                      </a:cubicBezTo>
                      <a:cubicBezTo>
                        <a:pt x="43246" y="112525"/>
                        <a:pt x="42854" y="112831"/>
                        <a:pt x="42432" y="112831"/>
                      </a:cubicBezTo>
                      <a:close/>
                      <a:moveTo>
                        <a:pt x="371771" y="110168"/>
                      </a:moveTo>
                      <a:cubicBezTo>
                        <a:pt x="371334" y="110168"/>
                        <a:pt x="370942" y="109862"/>
                        <a:pt x="370854" y="109411"/>
                      </a:cubicBezTo>
                      <a:cubicBezTo>
                        <a:pt x="370752" y="108902"/>
                        <a:pt x="371087" y="108422"/>
                        <a:pt x="371596" y="108320"/>
                      </a:cubicBezTo>
                      <a:lnTo>
                        <a:pt x="377068" y="107287"/>
                      </a:lnTo>
                      <a:cubicBezTo>
                        <a:pt x="377577" y="107199"/>
                        <a:pt x="378057" y="107520"/>
                        <a:pt x="378159" y="108029"/>
                      </a:cubicBezTo>
                      <a:cubicBezTo>
                        <a:pt x="378261" y="108538"/>
                        <a:pt x="377926" y="109018"/>
                        <a:pt x="377417" y="109120"/>
                      </a:cubicBezTo>
                      <a:lnTo>
                        <a:pt x="371946" y="110153"/>
                      </a:lnTo>
                      <a:cubicBezTo>
                        <a:pt x="371946" y="110153"/>
                        <a:pt x="371829" y="110168"/>
                        <a:pt x="371771" y="110168"/>
                      </a:cubicBezTo>
                      <a:close/>
                      <a:moveTo>
                        <a:pt x="24228" y="109207"/>
                      </a:moveTo>
                      <a:cubicBezTo>
                        <a:pt x="24228" y="109207"/>
                        <a:pt x="24112" y="109207"/>
                        <a:pt x="24039" y="109193"/>
                      </a:cubicBezTo>
                      <a:lnTo>
                        <a:pt x="18582" y="108102"/>
                      </a:lnTo>
                      <a:cubicBezTo>
                        <a:pt x="18073" y="108000"/>
                        <a:pt x="17753" y="107520"/>
                        <a:pt x="17854" y="107010"/>
                      </a:cubicBezTo>
                      <a:cubicBezTo>
                        <a:pt x="17956" y="106516"/>
                        <a:pt x="18437" y="106166"/>
                        <a:pt x="18946" y="106283"/>
                      </a:cubicBezTo>
                      <a:lnTo>
                        <a:pt x="24403" y="107374"/>
                      </a:lnTo>
                      <a:cubicBezTo>
                        <a:pt x="24912" y="107476"/>
                        <a:pt x="25232" y="107956"/>
                        <a:pt x="25130" y="108465"/>
                      </a:cubicBezTo>
                      <a:cubicBezTo>
                        <a:pt x="25043" y="108902"/>
                        <a:pt x="24650" y="109207"/>
                        <a:pt x="24228" y="109207"/>
                      </a:cubicBezTo>
                      <a:close/>
                      <a:moveTo>
                        <a:pt x="6024" y="105584"/>
                      </a:moveTo>
                      <a:cubicBezTo>
                        <a:pt x="6024" y="105584"/>
                        <a:pt x="5908" y="105584"/>
                        <a:pt x="5835" y="105570"/>
                      </a:cubicBezTo>
                      <a:lnTo>
                        <a:pt x="1120" y="104624"/>
                      </a:lnTo>
                      <a:lnTo>
                        <a:pt x="1004" y="102412"/>
                      </a:lnTo>
                      <a:cubicBezTo>
                        <a:pt x="975" y="101903"/>
                        <a:pt x="1368" y="101466"/>
                        <a:pt x="1892" y="101437"/>
                      </a:cubicBezTo>
                      <a:cubicBezTo>
                        <a:pt x="2386" y="101335"/>
                        <a:pt x="2838" y="101801"/>
                        <a:pt x="2867" y="102325"/>
                      </a:cubicBezTo>
                      <a:lnTo>
                        <a:pt x="2910" y="103081"/>
                      </a:lnTo>
                      <a:lnTo>
                        <a:pt x="6213" y="103736"/>
                      </a:lnTo>
                      <a:cubicBezTo>
                        <a:pt x="6723" y="103838"/>
                        <a:pt x="7043" y="104318"/>
                        <a:pt x="6941" y="104828"/>
                      </a:cubicBezTo>
                      <a:cubicBezTo>
                        <a:pt x="6854" y="105264"/>
                        <a:pt x="6461" y="105570"/>
                        <a:pt x="6039" y="105570"/>
                      </a:cubicBezTo>
                      <a:close/>
                      <a:moveTo>
                        <a:pt x="380720" y="98978"/>
                      </a:moveTo>
                      <a:cubicBezTo>
                        <a:pt x="380211" y="98978"/>
                        <a:pt x="379803" y="98570"/>
                        <a:pt x="379789" y="98061"/>
                      </a:cubicBezTo>
                      <a:cubicBezTo>
                        <a:pt x="379760" y="96213"/>
                        <a:pt x="379731" y="94351"/>
                        <a:pt x="379672" y="92503"/>
                      </a:cubicBezTo>
                      <a:cubicBezTo>
                        <a:pt x="379672" y="91993"/>
                        <a:pt x="380065" y="91557"/>
                        <a:pt x="380575" y="91542"/>
                      </a:cubicBezTo>
                      <a:cubicBezTo>
                        <a:pt x="381055" y="91542"/>
                        <a:pt x="381520" y="91935"/>
                        <a:pt x="381535" y="92444"/>
                      </a:cubicBezTo>
                      <a:cubicBezTo>
                        <a:pt x="381593" y="94307"/>
                        <a:pt x="381622" y="96170"/>
                        <a:pt x="381651" y="98032"/>
                      </a:cubicBezTo>
                      <a:cubicBezTo>
                        <a:pt x="381651" y="98541"/>
                        <a:pt x="381244" y="98963"/>
                        <a:pt x="380735" y="98978"/>
                      </a:cubicBezTo>
                      <a:lnTo>
                        <a:pt x="380735" y="98978"/>
                      </a:lnTo>
                      <a:close/>
                      <a:moveTo>
                        <a:pt x="1397" y="90320"/>
                      </a:moveTo>
                      <a:cubicBezTo>
                        <a:pt x="902" y="90320"/>
                        <a:pt x="480" y="89927"/>
                        <a:pt x="466" y="89418"/>
                      </a:cubicBezTo>
                      <a:cubicBezTo>
                        <a:pt x="407" y="87628"/>
                        <a:pt x="349" y="85765"/>
                        <a:pt x="291" y="83845"/>
                      </a:cubicBezTo>
                      <a:cubicBezTo>
                        <a:pt x="291" y="83335"/>
                        <a:pt x="684" y="82899"/>
                        <a:pt x="1193" y="82884"/>
                      </a:cubicBezTo>
                      <a:cubicBezTo>
                        <a:pt x="1688" y="82928"/>
                        <a:pt x="2139" y="83277"/>
                        <a:pt x="2154" y="83786"/>
                      </a:cubicBezTo>
                      <a:cubicBezTo>
                        <a:pt x="2212" y="85707"/>
                        <a:pt x="2255" y="87570"/>
                        <a:pt x="2328" y="89345"/>
                      </a:cubicBezTo>
                      <a:cubicBezTo>
                        <a:pt x="2343" y="89854"/>
                        <a:pt x="1950" y="90291"/>
                        <a:pt x="1426" y="90305"/>
                      </a:cubicBezTo>
                      <a:lnTo>
                        <a:pt x="1397" y="90305"/>
                      </a:lnTo>
                      <a:close/>
                      <a:moveTo>
                        <a:pt x="379978" y="80440"/>
                      </a:moveTo>
                      <a:cubicBezTo>
                        <a:pt x="379498" y="80440"/>
                        <a:pt x="379090" y="80061"/>
                        <a:pt x="379047" y="79566"/>
                      </a:cubicBezTo>
                      <a:cubicBezTo>
                        <a:pt x="378930" y="77704"/>
                        <a:pt x="378799" y="75856"/>
                        <a:pt x="378654" y="74022"/>
                      </a:cubicBezTo>
                      <a:cubicBezTo>
                        <a:pt x="378610" y="73513"/>
                        <a:pt x="378988" y="73062"/>
                        <a:pt x="379512" y="73018"/>
                      </a:cubicBezTo>
                      <a:cubicBezTo>
                        <a:pt x="380022" y="72960"/>
                        <a:pt x="380473" y="73368"/>
                        <a:pt x="380516" y="73877"/>
                      </a:cubicBezTo>
                      <a:cubicBezTo>
                        <a:pt x="380662" y="75725"/>
                        <a:pt x="380793" y="77573"/>
                        <a:pt x="380909" y="79450"/>
                      </a:cubicBezTo>
                      <a:cubicBezTo>
                        <a:pt x="380938" y="79959"/>
                        <a:pt x="380560" y="80410"/>
                        <a:pt x="380036" y="80440"/>
                      </a:cubicBezTo>
                      <a:cubicBezTo>
                        <a:pt x="380022" y="80440"/>
                        <a:pt x="379993" y="80440"/>
                        <a:pt x="379978" y="80440"/>
                      </a:cubicBezTo>
                      <a:close/>
                      <a:moveTo>
                        <a:pt x="975" y="71767"/>
                      </a:moveTo>
                      <a:cubicBezTo>
                        <a:pt x="466" y="71767"/>
                        <a:pt x="58" y="71360"/>
                        <a:pt x="44" y="70850"/>
                      </a:cubicBezTo>
                      <a:cubicBezTo>
                        <a:pt x="29" y="69017"/>
                        <a:pt x="15" y="67154"/>
                        <a:pt x="0" y="65277"/>
                      </a:cubicBezTo>
                      <a:cubicBezTo>
                        <a:pt x="0" y="64768"/>
                        <a:pt x="407" y="64346"/>
                        <a:pt x="931" y="64346"/>
                      </a:cubicBezTo>
                      <a:lnTo>
                        <a:pt x="931" y="64346"/>
                      </a:lnTo>
                      <a:cubicBezTo>
                        <a:pt x="1441" y="64346"/>
                        <a:pt x="1863" y="64753"/>
                        <a:pt x="1863" y="65277"/>
                      </a:cubicBezTo>
                      <a:cubicBezTo>
                        <a:pt x="1863" y="67154"/>
                        <a:pt x="1892" y="69017"/>
                        <a:pt x="1906" y="70836"/>
                      </a:cubicBezTo>
                      <a:cubicBezTo>
                        <a:pt x="1906" y="71345"/>
                        <a:pt x="1499" y="71767"/>
                        <a:pt x="990" y="71782"/>
                      </a:cubicBezTo>
                      <a:lnTo>
                        <a:pt x="990" y="71782"/>
                      </a:lnTo>
                      <a:close/>
                      <a:moveTo>
                        <a:pt x="378377" y="61945"/>
                      </a:moveTo>
                      <a:cubicBezTo>
                        <a:pt x="377912" y="61945"/>
                        <a:pt x="377504" y="61596"/>
                        <a:pt x="377461" y="61115"/>
                      </a:cubicBezTo>
                      <a:cubicBezTo>
                        <a:pt x="377257" y="59253"/>
                        <a:pt x="377053" y="57405"/>
                        <a:pt x="376835" y="55586"/>
                      </a:cubicBezTo>
                      <a:cubicBezTo>
                        <a:pt x="376777" y="55077"/>
                        <a:pt x="377140" y="54611"/>
                        <a:pt x="377650" y="54553"/>
                      </a:cubicBezTo>
                      <a:cubicBezTo>
                        <a:pt x="378174" y="54480"/>
                        <a:pt x="378625" y="54858"/>
                        <a:pt x="378683" y="55368"/>
                      </a:cubicBezTo>
                      <a:cubicBezTo>
                        <a:pt x="378901" y="57187"/>
                        <a:pt x="379119" y="59035"/>
                        <a:pt x="379323" y="60912"/>
                      </a:cubicBezTo>
                      <a:cubicBezTo>
                        <a:pt x="379381" y="61421"/>
                        <a:pt x="379003" y="61887"/>
                        <a:pt x="378494" y="61930"/>
                      </a:cubicBezTo>
                      <a:cubicBezTo>
                        <a:pt x="378465" y="61930"/>
                        <a:pt x="378421" y="61930"/>
                        <a:pt x="378392" y="61930"/>
                      </a:cubicBezTo>
                      <a:close/>
                      <a:moveTo>
                        <a:pt x="1004" y="53200"/>
                      </a:moveTo>
                      <a:lnTo>
                        <a:pt x="1004" y="53200"/>
                      </a:lnTo>
                      <a:cubicBezTo>
                        <a:pt x="495" y="53200"/>
                        <a:pt x="87" y="52763"/>
                        <a:pt x="87" y="52254"/>
                      </a:cubicBezTo>
                      <a:cubicBezTo>
                        <a:pt x="116" y="50406"/>
                        <a:pt x="146" y="48543"/>
                        <a:pt x="204" y="46681"/>
                      </a:cubicBezTo>
                      <a:cubicBezTo>
                        <a:pt x="204" y="46171"/>
                        <a:pt x="640" y="45793"/>
                        <a:pt x="1150" y="45778"/>
                      </a:cubicBezTo>
                      <a:cubicBezTo>
                        <a:pt x="1659" y="45778"/>
                        <a:pt x="2066" y="46215"/>
                        <a:pt x="2052" y="46724"/>
                      </a:cubicBezTo>
                      <a:cubicBezTo>
                        <a:pt x="2008" y="48587"/>
                        <a:pt x="1964" y="50435"/>
                        <a:pt x="1935" y="52283"/>
                      </a:cubicBezTo>
                      <a:cubicBezTo>
                        <a:pt x="1935" y="52792"/>
                        <a:pt x="1513" y="53200"/>
                        <a:pt x="1004" y="53200"/>
                      </a:cubicBezTo>
                      <a:close/>
                      <a:moveTo>
                        <a:pt x="376020" y="43523"/>
                      </a:moveTo>
                      <a:cubicBezTo>
                        <a:pt x="375569" y="43523"/>
                        <a:pt x="375176" y="43188"/>
                        <a:pt x="375103" y="42723"/>
                      </a:cubicBezTo>
                      <a:cubicBezTo>
                        <a:pt x="374827" y="40846"/>
                        <a:pt x="374550" y="39012"/>
                        <a:pt x="374259" y="37222"/>
                      </a:cubicBezTo>
                      <a:cubicBezTo>
                        <a:pt x="374172" y="36713"/>
                        <a:pt x="374521" y="36233"/>
                        <a:pt x="375031" y="36160"/>
                      </a:cubicBezTo>
                      <a:cubicBezTo>
                        <a:pt x="375540" y="36087"/>
                        <a:pt x="376005" y="36422"/>
                        <a:pt x="376093" y="36931"/>
                      </a:cubicBezTo>
                      <a:cubicBezTo>
                        <a:pt x="376369" y="38721"/>
                        <a:pt x="376660" y="40569"/>
                        <a:pt x="376937" y="42446"/>
                      </a:cubicBezTo>
                      <a:cubicBezTo>
                        <a:pt x="377010" y="42955"/>
                        <a:pt x="376660" y="43421"/>
                        <a:pt x="376151" y="43494"/>
                      </a:cubicBezTo>
                      <a:cubicBezTo>
                        <a:pt x="376107" y="43494"/>
                        <a:pt x="376064" y="43494"/>
                        <a:pt x="376020" y="43494"/>
                      </a:cubicBezTo>
                      <a:close/>
                      <a:moveTo>
                        <a:pt x="1601" y="34647"/>
                      </a:moveTo>
                      <a:cubicBezTo>
                        <a:pt x="1601" y="34647"/>
                        <a:pt x="1572" y="34647"/>
                        <a:pt x="1557" y="34647"/>
                      </a:cubicBezTo>
                      <a:cubicBezTo>
                        <a:pt x="1048" y="34618"/>
                        <a:pt x="655" y="34181"/>
                        <a:pt x="684" y="33672"/>
                      </a:cubicBezTo>
                      <a:cubicBezTo>
                        <a:pt x="786" y="31809"/>
                        <a:pt x="888" y="29947"/>
                        <a:pt x="1019" y="28099"/>
                      </a:cubicBezTo>
                      <a:cubicBezTo>
                        <a:pt x="1048" y="27589"/>
                        <a:pt x="1499" y="27182"/>
                        <a:pt x="2008" y="27240"/>
                      </a:cubicBezTo>
                      <a:cubicBezTo>
                        <a:pt x="2517" y="27269"/>
                        <a:pt x="2910" y="27720"/>
                        <a:pt x="2867" y="28230"/>
                      </a:cubicBezTo>
                      <a:cubicBezTo>
                        <a:pt x="2750" y="30063"/>
                        <a:pt x="2634" y="31911"/>
                        <a:pt x="2532" y="33774"/>
                      </a:cubicBezTo>
                      <a:cubicBezTo>
                        <a:pt x="2503" y="34268"/>
                        <a:pt x="2095" y="34647"/>
                        <a:pt x="1601" y="34647"/>
                      </a:cubicBezTo>
                      <a:close/>
                      <a:moveTo>
                        <a:pt x="372993" y="25203"/>
                      </a:moveTo>
                      <a:cubicBezTo>
                        <a:pt x="372557" y="25203"/>
                        <a:pt x="372164" y="24883"/>
                        <a:pt x="372077" y="24446"/>
                      </a:cubicBezTo>
                      <a:cubicBezTo>
                        <a:pt x="371727" y="22525"/>
                        <a:pt x="371378" y="20706"/>
                        <a:pt x="371043" y="18975"/>
                      </a:cubicBezTo>
                      <a:cubicBezTo>
                        <a:pt x="370942" y="18466"/>
                        <a:pt x="371276" y="17985"/>
                        <a:pt x="371771" y="17884"/>
                      </a:cubicBezTo>
                      <a:cubicBezTo>
                        <a:pt x="372280" y="17782"/>
                        <a:pt x="372761" y="18116"/>
                        <a:pt x="372862" y="18611"/>
                      </a:cubicBezTo>
                      <a:cubicBezTo>
                        <a:pt x="373197" y="20343"/>
                        <a:pt x="373546" y="22176"/>
                        <a:pt x="373896" y="24097"/>
                      </a:cubicBezTo>
                      <a:cubicBezTo>
                        <a:pt x="373983" y="24606"/>
                        <a:pt x="373648" y="25086"/>
                        <a:pt x="373153" y="25174"/>
                      </a:cubicBezTo>
                      <a:cubicBezTo>
                        <a:pt x="373095" y="25174"/>
                        <a:pt x="373037" y="25174"/>
                        <a:pt x="372979" y="25174"/>
                      </a:cubicBezTo>
                      <a:close/>
                      <a:moveTo>
                        <a:pt x="3056" y="16137"/>
                      </a:moveTo>
                      <a:cubicBezTo>
                        <a:pt x="3056" y="16137"/>
                        <a:pt x="2983" y="16137"/>
                        <a:pt x="2954" y="16137"/>
                      </a:cubicBezTo>
                      <a:cubicBezTo>
                        <a:pt x="2445" y="16079"/>
                        <a:pt x="2081" y="15628"/>
                        <a:pt x="2139" y="15119"/>
                      </a:cubicBezTo>
                      <a:cubicBezTo>
                        <a:pt x="2343" y="13227"/>
                        <a:pt x="2576" y="11379"/>
                        <a:pt x="2823" y="9560"/>
                      </a:cubicBezTo>
                      <a:cubicBezTo>
                        <a:pt x="2896" y="9051"/>
                        <a:pt x="3361" y="8673"/>
                        <a:pt x="3871" y="8760"/>
                      </a:cubicBezTo>
                      <a:cubicBezTo>
                        <a:pt x="4380" y="8833"/>
                        <a:pt x="4729" y="9298"/>
                        <a:pt x="4671" y="9808"/>
                      </a:cubicBezTo>
                      <a:cubicBezTo>
                        <a:pt x="4424" y="11597"/>
                        <a:pt x="4205" y="13445"/>
                        <a:pt x="4002" y="15308"/>
                      </a:cubicBezTo>
                      <a:cubicBezTo>
                        <a:pt x="3943" y="15788"/>
                        <a:pt x="3551" y="16137"/>
                        <a:pt x="3085" y="16137"/>
                      </a:cubicBezTo>
                      <a:close/>
                      <a:moveTo>
                        <a:pt x="368526" y="7741"/>
                      </a:moveTo>
                      <a:cubicBezTo>
                        <a:pt x="368526" y="7741"/>
                        <a:pt x="368453" y="7741"/>
                        <a:pt x="368424" y="7741"/>
                      </a:cubicBezTo>
                      <a:cubicBezTo>
                        <a:pt x="366707" y="7538"/>
                        <a:pt x="364859" y="7334"/>
                        <a:pt x="362909" y="7145"/>
                      </a:cubicBezTo>
                      <a:cubicBezTo>
                        <a:pt x="362400" y="7101"/>
                        <a:pt x="362022" y="6635"/>
                        <a:pt x="362080" y="6126"/>
                      </a:cubicBezTo>
                      <a:cubicBezTo>
                        <a:pt x="362123" y="5617"/>
                        <a:pt x="362575" y="5268"/>
                        <a:pt x="363098" y="5297"/>
                      </a:cubicBezTo>
                      <a:cubicBezTo>
                        <a:pt x="365077" y="5486"/>
                        <a:pt x="366925" y="5690"/>
                        <a:pt x="368657" y="5893"/>
                      </a:cubicBezTo>
                      <a:cubicBezTo>
                        <a:pt x="369166" y="5952"/>
                        <a:pt x="369530" y="6417"/>
                        <a:pt x="369472" y="6926"/>
                      </a:cubicBezTo>
                      <a:cubicBezTo>
                        <a:pt x="369414" y="7407"/>
                        <a:pt x="369021" y="7741"/>
                        <a:pt x="368555" y="7741"/>
                      </a:cubicBezTo>
                      <a:close/>
                      <a:moveTo>
                        <a:pt x="350031" y="6068"/>
                      </a:moveTo>
                      <a:cubicBezTo>
                        <a:pt x="350031" y="6068"/>
                        <a:pt x="349988" y="6068"/>
                        <a:pt x="349959" y="6068"/>
                      </a:cubicBezTo>
                      <a:cubicBezTo>
                        <a:pt x="348169" y="5937"/>
                        <a:pt x="346321" y="5821"/>
                        <a:pt x="344415" y="5690"/>
                      </a:cubicBezTo>
                      <a:cubicBezTo>
                        <a:pt x="343905" y="5660"/>
                        <a:pt x="343512" y="5209"/>
                        <a:pt x="343542" y="4700"/>
                      </a:cubicBezTo>
                      <a:cubicBezTo>
                        <a:pt x="343571" y="4191"/>
                        <a:pt x="344022" y="3798"/>
                        <a:pt x="344531" y="3827"/>
                      </a:cubicBezTo>
                      <a:cubicBezTo>
                        <a:pt x="346452" y="3943"/>
                        <a:pt x="348300" y="4074"/>
                        <a:pt x="350090" y="4205"/>
                      </a:cubicBezTo>
                      <a:cubicBezTo>
                        <a:pt x="350599" y="4249"/>
                        <a:pt x="350992" y="4686"/>
                        <a:pt x="350948" y="5195"/>
                      </a:cubicBezTo>
                      <a:cubicBezTo>
                        <a:pt x="350919" y="5690"/>
                        <a:pt x="350512" y="6053"/>
                        <a:pt x="350017" y="6053"/>
                      </a:cubicBezTo>
                      <a:close/>
                      <a:moveTo>
                        <a:pt x="331493" y="4962"/>
                      </a:moveTo>
                      <a:cubicBezTo>
                        <a:pt x="331493" y="4962"/>
                        <a:pt x="331464" y="4962"/>
                        <a:pt x="331449" y="4962"/>
                      </a:cubicBezTo>
                      <a:cubicBezTo>
                        <a:pt x="329645" y="4875"/>
                        <a:pt x="327782" y="4787"/>
                        <a:pt x="325891" y="4700"/>
                      </a:cubicBezTo>
                      <a:cubicBezTo>
                        <a:pt x="325381" y="4671"/>
                        <a:pt x="324989" y="4249"/>
                        <a:pt x="325003" y="3725"/>
                      </a:cubicBezTo>
                      <a:cubicBezTo>
                        <a:pt x="325032" y="3216"/>
                        <a:pt x="325469" y="2808"/>
                        <a:pt x="325978" y="2838"/>
                      </a:cubicBezTo>
                      <a:cubicBezTo>
                        <a:pt x="327884" y="2925"/>
                        <a:pt x="329732" y="3012"/>
                        <a:pt x="331551" y="3099"/>
                      </a:cubicBezTo>
                      <a:cubicBezTo>
                        <a:pt x="332061" y="3129"/>
                        <a:pt x="332453" y="3565"/>
                        <a:pt x="332424" y="4074"/>
                      </a:cubicBezTo>
                      <a:cubicBezTo>
                        <a:pt x="332395" y="4569"/>
                        <a:pt x="331988" y="4962"/>
                        <a:pt x="331493" y="4962"/>
                      </a:cubicBezTo>
                      <a:close/>
                      <a:moveTo>
                        <a:pt x="312940" y="4147"/>
                      </a:moveTo>
                      <a:lnTo>
                        <a:pt x="312911" y="4147"/>
                      </a:lnTo>
                      <a:lnTo>
                        <a:pt x="307352" y="3943"/>
                      </a:lnTo>
                      <a:cubicBezTo>
                        <a:pt x="306843" y="3929"/>
                        <a:pt x="306436" y="3492"/>
                        <a:pt x="306450" y="2983"/>
                      </a:cubicBezTo>
                      <a:cubicBezTo>
                        <a:pt x="306465" y="2474"/>
                        <a:pt x="306930" y="2095"/>
                        <a:pt x="307411" y="2081"/>
                      </a:cubicBezTo>
                      <a:lnTo>
                        <a:pt x="312984" y="2285"/>
                      </a:lnTo>
                      <a:cubicBezTo>
                        <a:pt x="313493" y="2299"/>
                        <a:pt x="313901" y="2736"/>
                        <a:pt x="313871" y="3245"/>
                      </a:cubicBezTo>
                      <a:cubicBezTo>
                        <a:pt x="313857" y="3740"/>
                        <a:pt x="313435" y="4133"/>
                        <a:pt x="312940" y="4133"/>
                      </a:cubicBezTo>
                      <a:close/>
                      <a:moveTo>
                        <a:pt x="294387" y="3536"/>
                      </a:moveTo>
                      <a:lnTo>
                        <a:pt x="294358" y="3536"/>
                      </a:lnTo>
                      <a:lnTo>
                        <a:pt x="288785" y="3376"/>
                      </a:lnTo>
                      <a:cubicBezTo>
                        <a:pt x="288276" y="3376"/>
                        <a:pt x="287868" y="2939"/>
                        <a:pt x="287883" y="2416"/>
                      </a:cubicBezTo>
                      <a:cubicBezTo>
                        <a:pt x="287883" y="1906"/>
                        <a:pt x="288247" y="1528"/>
                        <a:pt x="288843" y="1513"/>
                      </a:cubicBezTo>
                      <a:lnTo>
                        <a:pt x="294416" y="1673"/>
                      </a:lnTo>
                      <a:cubicBezTo>
                        <a:pt x="294926" y="1688"/>
                        <a:pt x="295333" y="2125"/>
                        <a:pt x="295319" y="2634"/>
                      </a:cubicBezTo>
                      <a:cubicBezTo>
                        <a:pt x="295304" y="3143"/>
                        <a:pt x="294897" y="3536"/>
                        <a:pt x="294387" y="3536"/>
                      </a:cubicBezTo>
                      <a:close/>
                      <a:moveTo>
                        <a:pt x="275820" y="3056"/>
                      </a:moveTo>
                      <a:lnTo>
                        <a:pt x="275791" y="3056"/>
                      </a:lnTo>
                      <a:lnTo>
                        <a:pt x="270218" y="2939"/>
                      </a:lnTo>
                      <a:cubicBezTo>
                        <a:pt x="269708" y="2939"/>
                        <a:pt x="269301" y="2503"/>
                        <a:pt x="269315" y="1994"/>
                      </a:cubicBezTo>
                      <a:cubicBezTo>
                        <a:pt x="269315" y="1484"/>
                        <a:pt x="269737" y="1091"/>
                        <a:pt x="270247" y="1091"/>
                      </a:cubicBezTo>
                      <a:lnTo>
                        <a:pt x="270261" y="1091"/>
                      </a:lnTo>
                      <a:lnTo>
                        <a:pt x="275834" y="1208"/>
                      </a:lnTo>
                      <a:cubicBezTo>
                        <a:pt x="276344" y="1208"/>
                        <a:pt x="276751" y="1644"/>
                        <a:pt x="276736" y="2154"/>
                      </a:cubicBezTo>
                      <a:cubicBezTo>
                        <a:pt x="276736" y="2663"/>
                        <a:pt x="276315" y="3056"/>
                        <a:pt x="275805" y="3056"/>
                      </a:cubicBezTo>
                      <a:close/>
                      <a:moveTo>
                        <a:pt x="257252" y="2677"/>
                      </a:moveTo>
                      <a:lnTo>
                        <a:pt x="257238" y="2677"/>
                      </a:lnTo>
                      <a:lnTo>
                        <a:pt x="251665" y="2576"/>
                      </a:lnTo>
                      <a:cubicBezTo>
                        <a:pt x="251155" y="2576"/>
                        <a:pt x="250748" y="2139"/>
                        <a:pt x="250748" y="1630"/>
                      </a:cubicBezTo>
                      <a:cubicBezTo>
                        <a:pt x="250748" y="1120"/>
                        <a:pt x="251170" y="713"/>
                        <a:pt x="251679" y="713"/>
                      </a:cubicBezTo>
                      <a:lnTo>
                        <a:pt x="251694" y="713"/>
                      </a:lnTo>
                      <a:lnTo>
                        <a:pt x="257267" y="815"/>
                      </a:lnTo>
                      <a:cubicBezTo>
                        <a:pt x="257776" y="815"/>
                        <a:pt x="258184" y="1251"/>
                        <a:pt x="258184" y="1761"/>
                      </a:cubicBezTo>
                      <a:cubicBezTo>
                        <a:pt x="258184" y="2270"/>
                        <a:pt x="257762" y="2677"/>
                        <a:pt x="257252" y="2677"/>
                      </a:cubicBezTo>
                      <a:close/>
                      <a:moveTo>
                        <a:pt x="10273" y="2677"/>
                      </a:moveTo>
                      <a:cubicBezTo>
                        <a:pt x="9764" y="2677"/>
                        <a:pt x="9357" y="2270"/>
                        <a:pt x="9342" y="1761"/>
                      </a:cubicBezTo>
                      <a:cubicBezTo>
                        <a:pt x="9342" y="1251"/>
                        <a:pt x="9749" y="829"/>
                        <a:pt x="10259" y="815"/>
                      </a:cubicBezTo>
                      <a:lnTo>
                        <a:pt x="15832" y="742"/>
                      </a:lnTo>
                      <a:lnTo>
                        <a:pt x="15832" y="742"/>
                      </a:lnTo>
                      <a:cubicBezTo>
                        <a:pt x="16341" y="742"/>
                        <a:pt x="16763" y="1150"/>
                        <a:pt x="16763" y="1659"/>
                      </a:cubicBezTo>
                      <a:cubicBezTo>
                        <a:pt x="16763" y="2168"/>
                        <a:pt x="16356" y="2590"/>
                        <a:pt x="15846" y="2605"/>
                      </a:cubicBezTo>
                      <a:lnTo>
                        <a:pt x="10273" y="2677"/>
                      </a:lnTo>
                      <a:lnTo>
                        <a:pt x="10273" y="2677"/>
                      </a:lnTo>
                      <a:close/>
                      <a:moveTo>
                        <a:pt x="28855" y="2459"/>
                      </a:moveTo>
                      <a:cubicBezTo>
                        <a:pt x="28346" y="2459"/>
                        <a:pt x="27939" y="2052"/>
                        <a:pt x="27924" y="1542"/>
                      </a:cubicBezTo>
                      <a:cubicBezTo>
                        <a:pt x="27924" y="1033"/>
                        <a:pt x="28331" y="611"/>
                        <a:pt x="28841" y="611"/>
                      </a:cubicBezTo>
                      <a:lnTo>
                        <a:pt x="34414" y="553"/>
                      </a:lnTo>
                      <a:lnTo>
                        <a:pt x="34414" y="553"/>
                      </a:lnTo>
                      <a:cubicBezTo>
                        <a:pt x="34923" y="553"/>
                        <a:pt x="35331" y="960"/>
                        <a:pt x="35345" y="1470"/>
                      </a:cubicBezTo>
                      <a:cubicBezTo>
                        <a:pt x="35345" y="1979"/>
                        <a:pt x="34938" y="2401"/>
                        <a:pt x="34428" y="2401"/>
                      </a:cubicBezTo>
                      <a:lnTo>
                        <a:pt x="28855" y="2459"/>
                      </a:lnTo>
                      <a:lnTo>
                        <a:pt x="28855" y="2459"/>
                      </a:lnTo>
                      <a:close/>
                      <a:moveTo>
                        <a:pt x="238699" y="2386"/>
                      </a:moveTo>
                      <a:lnTo>
                        <a:pt x="238699" y="2386"/>
                      </a:lnTo>
                      <a:lnTo>
                        <a:pt x="233126" y="2314"/>
                      </a:lnTo>
                      <a:cubicBezTo>
                        <a:pt x="232617" y="2314"/>
                        <a:pt x="232210" y="1892"/>
                        <a:pt x="232210" y="1368"/>
                      </a:cubicBezTo>
                      <a:cubicBezTo>
                        <a:pt x="232210" y="859"/>
                        <a:pt x="232632" y="451"/>
                        <a:pt x="233141" y="451"/>
                      </a:cubicBezTo>
                      <a:lnTo>
                        <a:pt x="233141" y="451"/>
                      </a:lnTo>
                      <a:lnTo>
                        <a:pt x="238714" y="524"/>
                      </a:lnTo>
                      <a:cubicBezTo>
                        <a:pt x="239223" y="524"/>
                        <a:pt x="239631" y="946"/>
                        <a:pt x="239631" y="1470"/>
                      </a:cubicBezTo>
                      <a:cubicBezTo>
                        <a:pt x="239631" y="1979"/>
                        <a:pt x="239209" y="2386"/>
                        <a:pt x="238699" y="2386"/>
                      </a:cubicBezTo>
                      <a:close/>
                      <a:moveTo>
                        <a:pt x="47437" y="2285"/>
                      </a:moveTo>
                      <a:cubicBezTo>
                        <a:pt x="46928" y="2285"/>
                        <a:pt x="46520" y="1877"/>
                        <a:pt x="46506" y="1368"/>
                      </a:cubicBezTo>
                      <a:cubicBezTo>
                        <a:pt x="46506" y="859"/>
                        <a:pt x="46913" y="437"/>
                        <a:pt x="47423" y="437"/>
                      </a:cubicBezTo>
                      <a:lnTo>
                        <a:pt x="52996" y="393"/>
                      </a:lnTo>
                      <a:lnTo>
                        <a:pt x="52996" y="393"/>
                      </a:lnTo>
                      <a:cubicBezTo>
                        <a:pt x="53505" y="393"/>
                        <a:pt x="53913" y="800"/>
                        <a:pt x="53927" y="1310"/>
                      </a:cubicBezTo>
                      <a:cubicBezTo>
                        <a:pt x="53927" y="1819"/>
                        <a:pt x="53520" y="2241"/>
                        <a:pt x="53010" y="2241"/>
                      </a:cubicBezTo>
                      <a:lnTo>
                        <a:pt x="47437" y="2285"/>
                      </a:lnTo>
                      <a:lnTo>
                        <a:pt x="47437" y="2285"/>
                      </a:lnTo>
                      <a:close/>
                      <a:moveTo>
                        <a:pt x="220132" y="2168"/>
                      </a:moveTo>
                      <a:lnTo>
                        <a:pt x="220132" y="2168"/>
                      </a:lnTo>
                      <a:lnTo>
                        <a:pt x="214559" y="2110"/>
                      </a:lnTo>
                      <a:cubicBezTo>
                        <a:pt x="214050" y="2110"/>
                        <a:pt x="213628" y="1688"/>
                        <a:pt x="213642" y="1179"/>
                      </a:cubicBezTo>
                      <a:cubicBezTo>
                        <a:pt x="213642" y="669"/>
                        <a:pt x="214064" y="262"/>
                        <a:pt x="214573" y="262"/>
                      </a:cubicBezTo>
                      <a:lnTo>
                        <a:pt x="214573" y="262"/>
                      </a:lnTo>
                      <a:lnTo>
                        <a:pt x="220147" y="320"/>
                      </a:lnTo>
                      <a:cubicBezTo>
                        <a:pt x="220656" y="320"/>
                        <a:pt x="221078" y="742"/>
                        <a:pt x="221063" y="1251"/>
                      </a:cubicBezTo>
                      <a:cubicBezTo>
                        <a:pt x="221063" y="1761"/>
                        <a:pt x="220641" y="2168"/>
                        <a:pt x="220132" y="2168"/>
                      </a:cubicBezTo>
                      <a:close/>
                      <a:moveTo>
                        <a:pt x="66005" y="2139"/>
                      </a:moveTo>
                      <a:cubicBezTo>
                        <a:pt x="65495" y="2139"/>
                        <a:pt x="65073" y="1732"/>
                        <a:pt x="65073" y="1222"/>
                      </a:cubicBezTo>
                      <a:cubicBezTo>
                        <a:pt x="65073" y="713"/>
                        <a:pt x="65481" y="291"/>
                        <a:pt x="65990" y="291"/>
                      </a:cubicBezTo>
                      <a:lnTo>
                        <a:pt x="71563" y="247"/>
                      </a:lnTo>
                      <a:lnTo>
                        <a:pt x="71563" y="247"/>
                      </a:lnTo>
                      <a:cubicBezTo>
                        <a:pt x="72073" y="247"/>
                        <a:pt x="72495" y="655"/>
                        <a:pt x="72495" y="1164"/>
                      </a:cubicBezTo>
                      <a:cubicBezTo>
                        <a:pt x="72495" y="1673"/>
                        <a:pt x="72087" y="2095"/>
                        <a:pt x="71578" y="2095"/>
                      </a:cubicBezTo>
                      <a:lnTo>
                        <a:pt x="66005" y="2139"/>
                      </a:lnTo>
                      <a:lnTo>
                        <a:pt x="66005" y="2139"/>
                      </a:lnTo>
                      <a:close/>
                      <a:moveTo>
                        <a:pt x="201565" y="2008"/>
                      </a:moveTo>
                      <a:lnTo>
                        <a:pt x="201565" y="2008"/>
                      </a:lnTo>
                      <a:lnTo>
                        <a:pt x="195991" y="1979"/>
                      </a:lnTo>
                      <a:cubicBezTo>
                        <a:pt x="195482" y="1979"/>
                        <a:pt x="195060" y="1557"/>
                        <a:pt x="195075" y="1048"/>
                      </a:cubicBezTo>
                      <a:cubicBezTo>
                        <a:pt x="195075" y="538"/>
                        <a:pt x="195497" y="131"/>
                        <a:pt x="196006" y="131"/>
                      </a:cubicBezTo>
                      <a:lnTo>
                        <a:pt x="196006" y="131"/>
                      </a:lnTo>
                      <a:lnTo>
                        <a:pt x="201579" y="160"/>
                      </a:lnTo>
                      <a:cubicBezTo>
                        <a:pt x="202088" y="160"/>
                        <a:pt x="202510" y="582"/>
                        <a:pt x="202496" y="1091"/>
                      </a:cubicBezTo>
                      <a:cubicBezTo>
                        <a:pt x="202496" y="1601"/>
                        <a:pt x="202074" y="2008"/>
                        <a:pt x="201565" y="2008"/>
                      </a:cubicBezTo>
                      <a:close/>
                      <a:moveTo>
                        <a:pt x="84572" y="2008"/>
                      </a:moveTo>
                      <a:cubicBezTo>
                        <a:pt x="84063" y="2008"/>
                        <a:pt x="83641" y="1601"/>
                        <a:pt x="83641" y="1091"/>
                      </a:cubicBezTo>
                      <a:cubicBezTo>
                        <a:pt x="83641" y="582"/>
                        <a:pt x="84048" y="160"/>
                        <a:pt x="84558" y="160"/>
                      </a:cubicBezTo>
                      <a:lnTo>
                        <a:pt x="90131" y="131"/>
                      </a:lnTo>
                      <a:lnTo>
                        <a:pt x="90131" y="131"/>
                      </a:lnTo>
                      <a:cubicBezTo>
                        <a:pt x="90640" y="131"/>
                        <a:pt x="91062" y="538"/>
                        <a:pt x="91062" y="1062"/>
                      </a:cubicBezTo>
                      <a:cubicBezTo>
                        <a:pt x="91062" y="1572"/>
                        <a:pt x="90655" y="1994"/>
                        <a:pt x="90145" y="1994"/>
                      </a:cubicBezTo>
                      <a:lnTo>
                        <a:pt x="84572" y="2023"/>
                      </a:lnTo>
                      <a:lnTo>
                        <a:pt x="84572" y="2023"/>
                      </a:lnTo>
                      <a:close/>
                      <a:moveTo>
                        <a:pt x="103140" y="1921"/>
                      </a:moveTo>
                      <a:cubicBezTo>
                        <a:pt x="102630" y="1921"/>
                        <a:pt x="102208" y="1513"/>
                        <a:pt x="102208" y="989"/>
                      </a:cubicBezTo>
                      <a:cubicBezTo>
                        <a:pt x="102208" y="480"/>
                        <a:pt x="102616" y="58"/>
                        <a:pt x="103140" y="58"/>
                      </a:cubicBezTo>
                      <a:lnTo>
                        <a:pt x="108713" y="58"/>
                      </a:lnTo>
                      <a:cubicBezTo>
                        <a:pt x="108713" y="58"/>
                        <a:pt x="108713" y="44"/>
                        <a:pt x="108713" y="44"/>
                      </a:cubicBezTo>
                      <a:cubicBezTo>
                        <a:pt x="109222" y="44"/>
                        <a:pt x="109644" y="451"/>
                        <a:pt x="109644" y="975"/>
                      </a:cubicBezTo>
                      <a:cubicBezTo>
                        <a:pt x="109644" y="1484"/>
                        <a:pt x="109237" y="1906"/>
                        <a:pt x="108713" y="1906"/>
                      </a:cubicBezTo>
                      <a:lnTo>
                        <a:pt x="103140" y="1906"/>
                      </a:lnTo>
                      <a:cubicBezTo>
                        <a:pt x="103140" y="1906"/>
                        <a:pt x="103140" y="1921"/>
                        <a:pt x="103140" y="1921"/>
                      </a:cubicBezTo>
                      <a:close/>
                      <a:moveTo>
                        <a:pt x="182983" y="1921"/>
                      </a:moveTo>
                      <a:lnTo>
                        <a:pt x="177409" y="1921"/>
                      </a:lnTo>
                      <a:cubicBezTo>
                        <a:pt x="176900" y="1892"/>
                        <a:pt x="176478" y="1484"/>
                        <a:pt x="176478" y="960"/>
                      </a:cubicBezTo>
                      <a:cubicBezTo>
                        <a:pt x="176478" y="451"/>
                        <a:pt x="176900" y="29"/>
                        <a:pt x="177409" y="29"/>
                      </a:cubicBezTo>
                      <a:lnTo>
                        <a:pt x="182983" y="29"/>
                      </a:lnTo>
                      <a:cubicBezTo>
                        <a:pt x="183492" y="58"/>
                        <a:pt x="183914" y="466"/>
                        <a:pt x="183914" y="989"/>
                      </a:cubicBezTo>
                      <a:cubicBezTo>
                        <a:pt x="183914" y="1499"/>
                        <a:pt x="183492" y="1921"/>
                        <a:pt x="182983" y="1921"/>
                      </a:cubicBezTo>
                      <a:close/>
                      <a:moveTo>
                        <a:pt x="121707" y="1877"/>
                      </a:moveTo>
                      <a:cubicBezTo>
                        <a:pt x="121198" y="1877"/>
                        <a:pt x="120776" y="1470"/>
                        <a:pt x="120776" y="946"/>
                      </a:cubicBezTo>
                      <a:cubicBezTo>
                        <a:pt x="120776" y="437"/>
                        <a:pt x="121183" y="15"/>
                        <a:pt x="121707" y="15"/>
                      </a:cubicBezTo>
                      <a:lnTo>
                        <a:pt x="127280" y="15"/>
                      </a:lnTo>
                      <a:cubicBezTo>
                        <a:pt x="127760" y="-29"/>
                        <a:pt x="128211" y="422"/>
                        <a:pt x="128211" y="931"/>
                      </a:cubicBezTo>
                      <a:cubicBezTo>
                        <a:pt x="128211" y="1441"/>
                        <a:pt x="127804" y="1863"/>
                        <a:pt x="127280" y="1863"/>
                      </a:cubicBezTo>
                      <a:lnTo>
                        <a:pt x="121707" y="1863"/>
                      </a:lnTo>
                      <a:cubicBezTo>
                        <a:pt x="121707" y="1863"/>
                        <a:pt x="121707" y="1863"/>
                        <a:pt x="121707" y="1863"/>
                      </a:cubicBezTo>
                      <a:close/>
                      <a:moveTo>
                        <a:pt x="164415" y="1877"/>
                      </a:moveTo>
                      <a:lnTo>
                        <a:pt x="158842" y="1877"/>
                      </a:lnTo>
                      <a:cubicBezTo>
                        <a:pt x="158333" y="1877"/>
                        <a:pt x="157911" y="1455"/>
                        <a:pt x="157911" y="931"/>
                      </a:cubicBezTo>
                      <a:cubicBezTo>
                        <a:pt x="157911" y="422"/>
                        <a:pt x="158333" y="0"/>
                        <a:pt x="158842" y="0"/>
                      </a:cubicBezTo>
                      <a:lnTo>
                        <a:pt x="164415" y="0"/>
                      </a:lnTo>
                      <a:cubicBezTo>
                        <a:pt x="164924" y="0"/>
                        <a:pt x="165346" y="422"/>
                        <a:pt x="165346" y="946"/>
                      </a:cubicBezTo>
                      <a:cubicBezTo>
                        <a:pt x="165346" y="1455"/>
                        <a:pt x="164924" y="1877"/>
                        <a:pt x="164415" y="1877"/>
                      </a:cubicBezTo>
                      <a:close/>
                      <a:moveTo>
                        <a:pt x="140275" y="1863"/>
                      </a:moveTo>
                      <a:cubicBezTo>
                        <a:pt x="139765" y="1863"/>
                        <a:pt x="139343" y="1441"/>
                        <a:pt x="139343" y="931"/>
                      </a:cubicBezTo>
                      <a:cubicBezTo>
                        <a:pt x="139343" y="422"/>
                        <a:pt x="139751" y="0"/>
                        <a:pt x="140275" y="0"/>
                      </a:cubicBezTo>
                      <a:lnTo>
                        <a:pt x="145833" y="0"/>
                      </a:lnTo>
                      <a:cubicBezTo>
                        <a:pt x="146342" y="0"/>
                        <a:pt x="146764" y="422"/>
                        <a:pt x="146764" y="931"/>
                      </a:cubicBezTo>
                      <a:cubicBezTo>
                        <a:pt x="146764" y="1441"/>
                        <a:pt x="146357" y="1863"/>
                        <a:pt x="145848" y="1863"/>
                      </a:cubicBezTo>
                      <a:lnTo>
                        <a:pt x="140275" y="186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5" name="Forme libre : forme 2954">
                  <a:extLst>
                    <a:ext uri="{FF2B5EF4-FFF2-40B4-BE49-F238E27FC236}">
                      <a16:creationId xmlns:a16="http://schemas.microsoft.com/office/drawing/2014/main" id="{2D446B75-2ED2-ECBC-8830-259AD13922D5}"/>
                    </a:ext>
                  </a:extLst>
                </p:cNvPr>
                <p:cNvSpPr/>
                <p:nvPr/>
              </p:nvSpPr>
              <p:spPr>
                <a:xfrm>
                  <a:off x="796500" y="1019331"/>
                  <a:ext cx="85109" cy="73149"/>
                </a:xfrm>
                <a:custGeom>
                  <a:avLst/>
                  <a:gdLst>
                    <a:gd name="connsiteX0" fmla="*/ 68048 w 85109"/>
                    <a:gd name="connsiteY0" fmla="*/ 73135 h 73149"/>
                    <a:gd name="connsiteX1" fmla="*/ 18530 w 85109"/>
                    <a:gd name="connsiteY1" fmla="*/ 73135 h 73149"/>
                    <a:gd name="connsiteX2" fmla="*/ 5812 w 85109"/>
                    <a:gd name="connsiteY2" fmla="*/ 61901 h 73149"/>
                    <a:gd name="connsiteX3" fmla="*/ 93 w 85109"/>
                    <a:gd name="connsiteY3" fmla="*/ 14260 h 73149"/>
                    <a:gd name="connsiteX4" fmla="*/ 12811 w 85109"/>
                    <a:gd name="connsiteY4" fmla="*/ 0 h 73149"/>
                    <a:gd name="connsiteX5" fmla="*/ 72297 w 85109"/>
                    <a:gd name="connsiteY5" fmla="*/ 0 h 73149"/>
                    <a:gd name="connsiteX6" fmla="*/ 85058 w 85109"/>
                    <a:gd name="connsiteY6" fmla="*/ 13882 h 73149"/>
                    <a:gd name="connsiteX7" fmla="*/ 80809 w 85109"/>
                    <a:gd name="connsiteY7" fmla="*/ 61523 h 73149"/>
                    <a:gd name="connsiteX8" fmla="*/ 68048 w 85109"/>
                    <a:gd name="connsiteY8" fmla="*/ 73149 h 73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5109" h="73149">
                      <a:moveTo>
                        <a:pt x="68048" y="73135"/>
                      </a:moveTo>
                      <a:lnTo>
                        <a:pt x="18530" y="73135"/>
                      </a:lnTo>
                      <a:cubicBezTo>
                        <a:pt x="12040" y="73135"/>
                        <a:pt x="6583" y="68304"/>
                        <a:pt x="5812" y="61901"/>
                      </a:cubicBezTo>
                      <a:lnTo>
                        <a:pt x="93" y="14260"/>
                      </a:lnTo>
                      <a:cubicBezTo>
                        <a:pt x="-824" y="6665"/>
                        <a:pt x="5142" y="0"/>
                        <a:pt x="12811" y="0"/>
                      </a:cubicBezTo>
                      <a:lnTo>
                        <a:pt x="72297" y="0"/>
                      </a:lnTo>
                      <a:cubicBezTo>
                        <a:pt x="79820" y="0"/>
                        <a:pt x="85727" y="6417"/>
                        <a:pt x="85058" y="13882"/>
                      </a:cubicBezTo>
                      <a:lnTo>
                        <a:pt x="80809" y="61523"/>
                      </a:lnTo>
                      <a:cubicBezTo>
                        <a:pt x="80227" y="68100"/>
                        <a:pt x="74683" y="73149"/>
                        <a:pt x="68048" y="73149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6" name="Forme libre : forme 2955">
                  <a:extLst>
                    <a:ext uri="{FF2B5EF4-FFF2-40B4-BE49-F238E27FC236}">
                      <a16:creationId xmlns:a16="http://schemas.microsoft.com/office/drawing/2014/main" id="{E766C020-D57F-D546-2357-96139838C888}"/>
                    </a:ext>
                  </a:extLst>
                </p:cNvPr>
                <p:cNvSpPr/>
                <p:nvPr/>
              </p:nvSpPr>
              <p:spPr>
                <a:xfrm>
                  <a:off x="804315" y="1024934"/>
                  <a:ext cx="72061" cy="61959"/>
                </a:xfrm>
                <a:custGeom>
                  <a:avLst/>
                  <a:gdLst>
                    <a:gd name="connsiteX0" fmla="*/ 57614 w 72061"/>
                    <a:gd name="connsiteY0" fmla="*/ 61945 h 61959"/>
                    <a:gd name="connsiteX1" fmla="*/ 15692 w 72061"/>
                    <a:gd name="connsiteY1" fmla="*/ 61945 h 61959"/>
                    <a:gd name="connsiteX2" fmla="*/ 4924 w 72061"/>
                    <a:gd name="connsiteY2" fmla="*/ 52428 h 61959"/>
                    <a:gd name="connsiteX3" fmla="*/ 78 w 72061"/>
                    <a:gd name="connsiteY3" fmla="*/ 12078 h 61959"/>
                    <a:gd name="connsiteX4" fmla="*/ 10846 w 72061"/>
                    <a:gd name="connsiteY4" fmla="*/ 0 h 61959"/>
                    <a:gd name="connsiteX5" fmla="*/ 61208 w 72061"/>
                    <a:gd name="connsiteY5" fmla="*/ 0 h 61959"/>
                    <a:gd name="connsiteX6" fmla="*/ 72020 w 72061"/>
                    <a:gd name="connsiteY6" fmla="*/ 11757 h 61959"/>
                    <a:gd name="connsiteX7" fmla="*/ 68426 w 72061"/>
                    <a:gd name="connsiteY7" fmla="*/ 52108 h 61959"/>
                    <a:gd name="connsiteX8" fmla="*/ 57614 w 72061"/>
                    <a:gd name="connsiteY8" fmla="*/ 61959 h 619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2061" h="61959">
                      <a:moveTo>
                        <a:pt x="57614" y="61945"/>
                      </a:moveTo>
                      <a:lnTo>
                        <a:pt x="15692" y="61945"/>
                      </a:lnTo>
                      <a:cubicBezTo>
                        <a:pt x="10191" y="61945"/>
                        <a:pt x="5564" y="57856"/>
                        <a:pt x="4924" y="52428"/>
                      </a:cubicBezTo>
                      <a:lnTo>
                        <a:pt x="78" y="12078"/>
                      </a:lnTo>
                      <a:cubicBezTo>
                        <a:pt x="-693" y="5646"/>
                        <a:pt x="4342" y="0"/>
                        <a:pt x="10846" y="0"/>
                      </a:cubicBezTo>
                      <a:lnTo>
                        <a:pt x="61208" y="0"/>
                      </a:lnTo>
                      <a:cubicBezTo>
                        <a:pt x="67582" y="0"/>
                        <a:pt x="72573" y="5442"/>
                        <a:pt x="72020" y="11757"/>
                      </a:cubicBezTo>
                      <a:lnTo>
                        <a:pt x="68426" y="52108"/>
                      </a:lnTo>
                      <a:cubicBezTo>
                        <a:pt x="67931" y="57681"/>
                        <a:pt x="63245" y="61959"/>
                        <a:pt x="57614" y="61959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4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" name="Graphique 4">
              <a:extLst>
                <a:ext uri="{FF2B5EF4-FFF2-40B4-BE49-F238E27FC236}">
                  <a16:creationId xmlns:a16="http://schemas.microsoft.com/office/drawing/2014/main" id="{845E3CDF-AA3D-15C8-B01C-5EA0CDE469FE}"/>
                </a:ext>
              </a:extLst>
            </p:cNvPr>
            <p:cNvGrpSpPr/>
            <p:nvPr/>
          </p:nvGrpSpPr>
          <p:grpSpPr>
            <a:xfrm>
              <a:off x="4460144" y="5054061"/>
              <a:ext cx="1090061" cy="675848"/>
              <a:chOff x="0" y="437"/>
              <a:chExt cx="1839835" cy="1176696"/>
            </a:xfrm>
          </p:grpSpPr>
          <p:grpSp>
            <p:nvGrpSpPr>
              <p:cNvPr id="2672" name="Graphique 4">
                <a:extLst>
                  <a:ext uri="{FF2B5EF4-FFF2-40B4-BE49-F238E27FC236}">
                    <a16:creationId xmlns:a16="http://schemas.microsoft.com/office/drawing/2014/main" id="{9DB18E17-487A-BE26-594A-35C83CB82AEF}"/>
                  </a:ext>
                </a:extLst>
              </p:cNvPr>
              <p:cNvGrpSpPr/>
              <p:nvPr/>
            </p:nvGrpSpPr>
            <p:grpSpPr>
              <a:xfrm>
                <a:off x="1165482" y="19730"/>
                <a:ext cx="441834" cy="426402"/>
                <a:chOff x="1165482" y="19730"/>
                <a:chExt cx="441834" cy="426402"/>
              </a:xfrm>
            </p:grpSpPr>
            <p:grpSp>
              <p:nvGrpSpPr>
                <p:cNvPr id="2922" name="Graphique 4">
                  <a:extLst>
                    <a:ext uri="{FF2B5EF4-FFF2-40B4-BE49-F238E27FC236}">
                      <a16:creationId xmlns:a16="http://schemas.microsoft.com/office/drawing/2014/main" id="{CD845C78-1E4A-2209-E68E-6CF98DE8FD26}"/>
                    </a:ext>
                  </a:extLst>
                </p:cNvPr>
                <p:cNvGrpSpPr/>
                <p:nvPr/>
              </p:nvGrpSpPr>
              <p:grpSpPr>
                <a:xfrm>
                  <a:off x="1165482" y="83565"/>
                  <a:ext cx="362567" cy="362567"/>
                  <a:chOff x="1165482" y="83565"/>
                  <a:chExt cx="362567" cy="362567"/>
                </a:xfrm>
              </p:grpSpPr>
              <p:sp>
                <p:nvSpPr>
                  <p:cNvPr id="2928" name="Forme libre : forme 2927">
                    <a:extLst>
                      <a:ext uri="{FF2B5EF4-FFF2-40B4-BE49-F238E27FC236}">
                        <a16:creationId xmlns:a16="http://schemas.microsoft.com/office/drawing/2014/main" id="{6B9BD172-7676-5BA2-AD7C-4DEFC4E0F1FC}"/>
                      </a:ext>
                    </a:extLst>
                  </p:cNvPr>
                  <p:cNvSpPr/>
                  <p:nvPr/>
                </p:nvSpPr>
                <p:spPr>
                  <a:xfrm rot="-2700000">
                    <a:off x="1165482" y="83565"/>
                    <a:ext cx="362567" cy="362567"/>
                  </a:xfrm>
                  <a:custGeom>
                    <a:avLst/>
                    <a:gdLst>
                      <a:gd name="connsiteX0" fmla="*/ 362568 w 362567"/>
                      <a:gd name="connsiteY0" fmla="*/ 181284 h 362567"/>
                      <a:gd name="connsiteX1" fmla="*/ 181284 w 362567"/>
                      <a:gd name="connsiteY1" fmla="*/ 362568 h 362567"/>
                      <a:gd name="connsiteX2" fmla="*/ 0 w 362567"/>
                      <a:gd name="connsiteY2" fmla="*/ 181284 h 362567"/>
                      <a:gd name="connsiteX3" fmla="*/ 181284 w 362567"/>
                      <a:gd name="connsiteY3" fmla="*/ 0 h 362567"/>
                      <a:gd name="connsiteX4" fmla="*/ 362568 w 362567"/>
                      <a:gd name="connsiteY4" fmla="*/ 181284 h 3625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2567" h="362567">
                        <a:moveTo>
                          <a:pt x="362568" y="181284"/>
                        </a:moveTo>
                        <a:cubicBezTo>
                          <a:pt x="362568" y="281404"/>
                          <a:pt x="281404" y="362568"/>
                          <a:pt x="181284" y="362568"/>
                        </a:cubicBezTo>
                        <a:cubicBezTo>
                          <a:pt x="81164" y="362568"/>
                          <a:pt x="0" y="281404"/>
                          <a:pt x="0" y="181284"/>
                        </a:cubicBezTo>
                        <a:cubicBezTo>
                          <a:pt x="0" y="81164"/>
                          <a:pt x="81164" y="0"/>
                          <a:pt x="181284" y="0"/>
                        </a:cubicBezTo>
                        <a:cubicBezTo>
                          <a:pt x="281404" y="0"/>
                          <a:pt x="362568" y="81164"/>
                          <a:pt x="362568" y="181284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57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929" name="Graphique 4">
                    <a:extLst>
                      <a:ext uri="{FF2B5EF4-FFF2-40B4-BE49-F238E27FC236}">
                        <a16:creationId xmlns:a16="http://schemas.microsoft.com/office/drawing/2014/main" id="{4F5CFEE8-FCE0-AE9F-A9D9-AA4512A2671D}"/>
                      </a:ext>
                    </a:extLst>
                  </p:cNvPr>
                  <p:cNvGrpSpPr/>
                  <p:nvPr/>
                </p:nvGrpSpPr>
                <p:grpSpPr>
                  <a:xfrm>
                    <a:off x="1187242" y="105319"/>
                    <a:ext cx="319056" cy="319056"/>
                    <a:chOff x="1187242" y="105319"/>
                    <a:chExt cx="319056" cy="319056"/>
                  </a:xfrm>
                </p:grpSpPr>
                <p:sp>
                  <p:nvSpPr>
                    <p:cNvPr id="2936" name="Forme libre : forme 2935">
                      <a:extLst>
                        <a:ext uri="{FF2B5EF4-FFF2-40B4-BE49-F238E27FC236}">
                          <a16:creationId xmlns:a16="http://schemas.microsoft.com/office/drawing/2014/main" id="{726D9EDE-B21F-FCA1-93EB-E2566832E7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2056" y="110133"/>
                      <a:ext cx="309428" cy="309428"/>
                    </a:xfrm>
                    <a:custGeom>
                      <a:avLst/>
                      <a:gdLst>
                        <a:gd name="connsiteX0" fmla="*/ 309428 w 309428"/>
                        <a:gd name="connsiteY0" fmla="*/ 154714 h 309428"/>
                        <a:gd name="connsiteX1" fmla="*/ 154714 w 309428"/>
                        <a:gd name="connsiteY1" fmla="*/ 309428 h 309428"/>
                        <a:gd name="connsiteX2" fmla="*/ 0 w 309428"/>
                        <a:gd name="connsiteY2" fmla="*/ 154714 h 309428"/>
                        <a:gd name="connsiteX3" fmla="*/ 154714 w 309428"/>
                        <a:gd name="connsiteY3" fmla="*/ 0 h 309428"/>
                        <a:gd name="connsiteX4" fmla="*/ 309428 w 309428"/>
                        <a:gd name="connsiteY4" fmla="*/ 154714 h 3094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09428" h="309428">
                          <a:moveTo>
                            <a:pt x="309428" y="154714"/>
                          </a:moveTo>
                          <a:cubicBezTo>
                            <a:pt x="309428" y="240161"/>
                            <a:pt x="240161" y="309428"/>
                            <a:pt x="154714" y="309428"/>
                          </a:cubicBezTo>
                          <a:cubicBezTo>
                            <a:pt x="69268" y="309428"/>
                            <a:pt x="0" y="240161"/>
                            <a:pt x="0" y="154714"/>
                          </a:cubicBezTo>
                          <a:cubicBezTo>
                            <a:pt x="0" y="69268"/>
                            <a:pt x="69268" y="0"/>
                            <a:pt x="154714" y="0"/>
                          </a:cubicBezTo>
                          <a:cubicBezTo>
                            <a:pt x="240160" y="0"/>
                            <a:pt x="309428" y="69268"/>
                            <a:pt x="309428" y="154714"/>
                          </a:cubicBezTo>
                          <a:close/>
                        </a:path>
                      </a:pathLst>
                    </a:custGeom>
                    <a:solidFill>
                      <a:srgbClr val="8078D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37" name="Forme libre : forme 2936">
                      <a:extLst>
                        <a:ext uri="{FF2B5EF4-FFF2-40B4-BE49-F238E27FC236}">
                          <a16:creationId xmlns:a16="http://schemas.microsoft.com/office/drawing/2014/main" id="{A7029151-8C3C-BE3C-FB72-A91E077C1E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7242" y="105319"/>
                      <a:ext cx="319056" cy="319056"/>
                    </a:xfrm>
                    <a:custGeom>
                      <a:avLst/>
                      <a:gdLst>
                        <a:gd name="connsiteX0" fmla="*/ 159528 w 319056"/>
                        <a:gd name="connsiteY0" fmla="*/ 319057 h 319056"/>
                        <a:gd name="connsiteX1" fmla="*/ 0 w 319056"/>
                        <a:gd name="connsiteY1" fmla="*/ 159528 h 319056"/>
                        <a:gd name="connsiteX2" fmla="*/ 159528 w 319056"/>
                        <a:gd name="connsiteY2" fmla="*/ 0 h 319056"/>
                        <a:gd name="connsiteX3" fmla="*/ 319057 w 319056"/>
                        <a:gd name="connsiteY3" fmla="*/ 159528 h 319056"/>
                        <a:gd name="connsiteX4" fmla="*/ 159528 w 319056"/>
                        <a:gd name="connsiteY4" fmla="*/ 319057 h 319056"/>
                        <a:gd name="connsiteX5" fmla="*/ 159528 w 319056"/>
                        <a:gd name="connsiteY5" fmla="*/ 9628 h 319056"/>
                        <a:gd name="connsiteX6" fmla="*/ 9616 w 319056"/>
                        <a:gd name="connsiteY6" fmla="*/ 159541 h 319056"/>
                        <a:gd name="connsiteX7" fmla="*/ 159528 w 319056"/>
                        <a:gd name="connsiteY7" fmla="*/ 309453 h 319056"/>
                        <a:gd name="connsiteX8" fmla="*/ 309441 w 319056"/>
                        <a:gd name="connsiteY8" fmla="*/ 159541 h 319056"/>
                        <a:gd name="connsiteX9" fmla="*/ 159528 w 319056"/>
                        <a:gd name="connsiteY9" fmla="*/ 9628 h 3190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19056" h="319056">
                          <a:moveTo>
                            <a:pt x="159528" y="319057"/>
                          </a:moveTo>
                          <a:cubicBezTo>
                            <a:pt x="71563" y="319057"/>
                            <a:pt x="0" y="247494"/>
                            <a:pt x="0" y="159528"/>
                          </a:cubicBezTo>
                          <a:cubicBezTo>
                            <a:pt x="0" y="71563"/>
                            <a:pt x="71563" y="0"/>
                            <a:pt x="159528" y="0"/>
                          </a:cubicBezTo>
                          <a:cubicBezTo>
                            <a:pt x="247494" y="0"/>
                            <a:pt x="319057" y="71563"/>
                            <a:pt x="319057" y="159528"/>
                          </a:cubicBezTo>
                          <a:cubicBezTo>
                            <a:pt x="319057" y="247494"/>
                            <a:pt x="247494" y="319057"/>
                            <a:pt x="159528" y="319057"/>
                          </a:cubicBezTo>
                          <a:close/>
                          <a:moveTo>
                            <a:pt x="159528" y="9628"/>
                          </a:moveTo>
                          <a:cubicBezTo>
                            <a:pt x="76867" y="9628"/>
                            <a:pt x="9616" y="76879"/>
                            <a:pt x="9616" y="159541"/>
                          </a:cubicBezTo>
                          <a:cubicBezTo>
                            <a:pt x="9616" y="242202"/>
                            <a:pt x="76867" y="309453"/>
                            <a:pt x="159528" y="309453"/>
                          </a:cubicBezTo>
                          <a:cubicBezTo>
                            <a:pt x="242190" y="309453"/>
                            <a:pt x="309441" y="242202"/>
                            <a:pt x="309441" y="159541"/>
                          </a:cubicBezTo>
                          <a:cubicBezTo>
                            <a:pt x="309441" y="76879"/>
                            <a:pt x="242190" y="9628"/>
                            <a:pt x="159528" y="962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930" name="Graphique 4">
                    <a:extLst>
                      <a:ext uri="{FF2B5EF4-FFF2-40B4-BE49-F238E27FC236}">
                        <a16:creationId xmlns:a16="http://schemas.microsoft.com/office/drawing/2014/main" id="{85A1122B-1E4C-DA8D-845A-95BAAD7B6E82}"/>
                      </a:ext>
                    </a:extLst>
                  </p:cNvPr>
                  <p:cNvGrpSpPr/>
                  <p:nvPr/>
                </p:nvGrpSpPr>
                <p:grpSpPr>
                  <a:xfrm>
                    <a:off x="1247646" y="165722"/>
                    <a:ext cx="198249" cy="198249"/>
                    <a:chOff x="1247646" y="165722"/>
                    <a:chExt cx="198249" cy="198249"/>
                  </a:xfrm>
                </p:grpSpPr>
                <p:sp>
                  <p:nvSpPr>
                    <p:cNvPr id="2934" name="Forme libre : forme 2933">
                      <a:extLst>
                        <a:ext uri="{FF2B5EF4-FFF2-40B4-BE49-F238E27FC236}">
                          <a16:creationId xmlns:a16="http://schemas.microsoft.com/office/drawing/2014/main" id="{5F56A2DF-E88C-B861-E48E-010CCBED64AB}"/>
                        </a:ext>
                      </a:extLst>
                    </p:cNvPr>
                    <p:cNvSpPr/>
                    <p:nvPr/>
                  </p:nvSpPr>
                  <p:spPr>
                    <a:xfrm rot="-4603200">
                      <a:off x="1252393" y="170503"/>
                      <a:ext cx="188645" cy="188645"/>
                    </a:xfrm>
                    <a:custGeom>
                      <a:avLst/>
                      <a:gdLst>
                        <a:gd name="connsiteX0" fmla="*/ 188646 w 188645"/>
                        <a:gd name="connsiteY0" fmla="*/ 94323 h 188645"/>
                        <a:gd name="connsiteX1" fmla="*/ 94323 w 188645"/>
                        <a:gd name="connsiteY1" fmla="*/ 188646 h 188645"/>
                        <a:gd name="connsiteX2" fmla="*/ 0 w 188645"/>
                        <a:gd name="connsiteY2" fmla="*/ 94323 h 188645"/>
                        <a:gd name="connsiteX3" fmla="*/ 94323 w 188645"/>
                        <a:gd name="connsiteY3" fmla="*/ 0 h 188645"/>
                        <a:gd name="connsiteX4" fmla="*/ 188646 w 188645"/>
                        <a:gd name="connsiteY4" fmla="*/ 94323 h 1886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8645" h="188645">
                          <a:moveTo>
                            <a:pt x="188646" y="94323"/>
                          </a:moveTo>
                          <a:cubicBezTo>
                            <a:pt x="188646" y="146416"/>
                            <a:pt x="146416" y="188646"/>
                            <a:pt x="94323" y="188646"/>
                          </a:cubicBezTo>
                          <a:cubicBezTo>
                            <a:pt x="42230" y="188646"/>
                            <a:pt x="0" y="146416"/>
                            <a:pt x="0" y="94323"/>
                          </a:cubicBezTo>
                          <a:cubicBezTo>
                            <a:pt x="0" y="42230"/>
                            <a:pt x="42230" y="0"/>
                            <a:pt x="94323" y="0"/>
                          </a:cubicBezTo>
                          <a:cubicBezTo>
                            <a:pt x="146416" y="0"/>
                            <a:pt x="188646" y="42230"/>
                            <a:pt x="188646" y="94323"/>
                          </a:cubicBezTo>
                          <a:close/>
                        </a:path>
                      </a:pathLst>
                    </a:custGeom>
                    <a:solidFill>
                      <a:srgbClr val="8078D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35" name="Forme libre : forme 2934">
                      <a:extLst>
                        <a:ext uri="{FF2B5EF4-FFF2-40B4-BE49-F238E27FC236}">
                          <a16:creationId xmlns:a16="http://schemas.microsoft.com/office/drawing/2014/main" id="{48E3C3F2-51B3-8A26-9D78-1646865A27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47646" y="165722"/>
                      <a:ext cx="198249" cy="198249"/>
                    </a:xfrm>
                    <a:custGeom>
                      <a:avLst/>
                      <a:gdLst>
                        <a:gd name="connsiteX0" fmla="*/ 99125 w 198249"/>
                        <a:gd name="connsiteY0" fmla="*/ 198250 h 198249"/>
                        <a:gd name="connsiteX1" fmla="*/ 0 w 198249"/>
                        <a:gd name="connsiteY1" fmla="*/ 99125 h 198249"/>
                        <a:gd name="connsiteX2" fmla="*/ 99125 w 198249"/>
                        <a:gd name="connsiteY2" fmla="*/ 0 h 198249"/>
                        <a:gd name="connsiteX3" fmla="*/ 198250 w 198249"/>
                        <a:gd name="connsiteY3" fmla="*/ 99125 h 198249"/>
                        <a:gd name="connsiteX4" fmla="*/ 99125 w 198249"/>
                        <a:gd name="connsiteY4" fmla="*/ 198250 h 198249"/>
                        <a:gd name="connsiteX5" fmla="*/ 99125 w 198249"/>
                        <a:gd name="connsiteY5" fmla="*/ 9604 h 198249"/>
                        <a:gd name="connsiteX6" fmla="*/ 9604 w 198249"/>
                        <a:gd name="connsiteY6" fmla="*/ 99125 h 198249"/>
                        <a:gd name="connsiteX7" fmla="*/ 99125 w 198249"/>
                        <a:gd name="connsiteY7" fmla="*/ 188646 h 198249"/>
                        <a:gd name="connsiteX8" fmla="*/ 188646 w 198249"/>
                        <a:gd name="connsiteY8" fmla="*/ 99125 h 198249"/>
                        <a:gd name="connsiteX9" fmla="*/ 99125 w 198249"/>
                        <a:gd name="connsiteY9" fmla="*/ 9604 h 1982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8249" h="198249">
                          <a:moveTo>
                            <a:pt x="99125" y="198250"/>
                          </a:moveTo>
                          <a:cubicBezTo>
                            <a:pt x="44467" y="198250"/>
                            <a:pt x="0" y="153783"/>
                            <a:pt x="0" y="99125"/>
                          </a:cubicBezTo>
                          <a:cubicBezTo>
                            <a:pt x="0" y="44467"/>
                            <a:pt x="44467" y="0"/>
                            <a:pt x="99125" y="0"/>
                          </a:cubicBezTo>
                          <a:cubicBezTo>
                            <a:pt x="153783" y="0"/>
                            <a:pt x="198250" y="44467"/>
                            <a:pt x="198250" y="99125"/>
                          </a:cubicBezTo>
                          <a:cubicBezTo>
                            <a:pt x="198250" y="153783"/>
                            <a:pt x="153783" y="198250"/>
                            <a:pt x="99125" y="198250"/>
                          </a:cubicBezTo>
                          <a:close/>
                          <a:moveTo>
                            <a:pt x="99125" y="9604"/>
                          </a:moveTo>
                          <a:cubicBezTo>
                            <a:pt x="49771" y="9604"/>
                            <a:pt x="9604" y="49758"/>
                            <a:pt x="9604" y="99125"/>
                          </a:cubicBezTo>
                          <a:cubicBezTo>
                            <a:pt x="9604" y="148491"/>
                            <a:pt x="49758" y="188646"/>
                            <a:pt x="99125" y="188646"/>
                          </a:cubicBezTo>
                          <a:cubicBezTo>
                            <a:pt x="148491" y="188646"/>
                            <a:pt x="188646" y="148491"/>
                            <a:pt x="188646" y="99125"/>
                          </a:cubicBezTo>
                          <a:cubicBezTo>
                            <a:pt x="188646" y="49758"/>
                            <a:pt x="148491" y="9604"/>
                            <a:pt x="99125" y="9604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931" name="Graphique 4">
                    <a:extLst>
                      <a:ext uri="{FF2B5EF4-FFF2-40B4-BE49-F238E27FC236}">
                        <a16:creationId xmlns:a16="http://schemas.microsoft.com/office/drawing/2014/main" id="{37B47E3D-FFA1-7CDF-804E-066BE9B21522}"/>
                      </a:ext>
                    </a:extLst>
                  </p:cNvPr>
                  <p:cNvGrpSpPr/>
                  <p:nvPr/>
                </p:nvGrpSpPr>
                <p:grpSpPr>
                  <a:xfrm>
                    <a:off x="1305415" y="223492"/>
                    <a:ext cx="82710" cy="82710"/>
                    <a:chOff x="1305415" y="223492"/>
                    <a:chExt cx="82710" cy="82710"/>
                  </a:xfrm>
                </p:grpSpPr>
                <p:sp>
                  <p:nvSpPr>
                    <p:cNvPr id="2932" name="Forme libre : forme 2931">
                      <a:extLst>
                        <a:ext uri="{FF2B5EF4-FFF2-40B4-BE49-F238E27FC236}">
                          <a16:creationId xmlns:a16="http://schemas.microsoft.com/office/drawing/2014/main" id="{63C382D6-B206-63DF-0051-0FA4E8D640B5}"/>
                        </a:ext>
                      </a:extLst>
                    </p:cNvPr>
                    <p:cNvSpPr/>
                    <p:nvPr/>
                  </p:nvSpPr>
                  <p:spPr>
                    <a:xfrm rot="-4590599">
                      <a:off x="1310270" y="228324"/>
                      <a:ext cx="73081" cy="73081"/>
                    </a:xfrm>
                    <a:custGeom>
                      <a:avLst/>
                      <a:gdLst>
                        <a:gd name="connsiteX0" fmla="*/ 73082 w 73081"/>
                        <a:gd name="connsiteY0" fmla="*/ 36541 h 73081"/>
                        <a:gd name="connsiteX1" fmla="*/ 36541 w 73081"/>
                        <a:gd name="connsiteY1" fmla="*/ 73082 h 73081"/>
                        <a:gd name="connsiteX2" fmla="*/ 0 w 73081"/>
                        <a:gd name="connsiteY2" fmla="*/ 36541 h 73081"/>
                        <a:gd name="connsiteX3" fmla="*/ 36541 w 73081"/>
                        <a:gd name="connsiteY3" fmla="*/ 0 h 73081"/>
                        <a:gd name="connsiteX4" fmla="*/ 73082 w 73081"/>
                        <a:gd name="connsiteY4" fmla="*/ 36541 h 730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081" h="73081">
                          <a:moveTo>
                            <a:pt x="73082" y="36541"/>
                          </a:moveTo>
                          <a:cubicBezTo>
                            <a:pt x="73082" y="56722"/>
                            <a:pt x="56722" y="73082"/>
                            <a:pt x="36541" y="73082"/>
                          </a:cubicBezTo>
                          <a:cubicBezTo>
                            <a:pt x="16360" y="73082"/>
                            <a:pt x="0" y="56722"/>
                            <a:pt x="0" y="36541"/>
                          </a:cubicBezTo>
                          <a:cubicBezTo>
                            <a:pt x="0" y="16360"/>
                            <a:pt x="16360" y="0"/>
                            <a:pt x="36541" y="0"/>
                          </a:cubicBezTo>
                          <a:cubicBezTo>
                            <a:pt x="56722" y="0"/>
                            <a:pt x="73082" y="16360"/>
                            <a:pt x="73082" y="36541"/>
                          </a:cubicBezTo>
                          <a:close/>
                        </a:path>
                      </a:pathLst>
                    </a:custGeom>
                    <a:solidFill>
                      <a:srgbClr val="8078D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33" name="Forme libre : forme 2932">
                      <a:extLst>
                        <a:ext uri="{FF2B5EF4-FFF2-40B4-BE49-F238E27FC236}">
                          <a16:creationId xmlns:a16="http://schemas.microsoft.com/office/drawing/2014/main" id="{5E0F56C6-CE6B-63A1-DC76-F920063F72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05415" y="223492"/>
                      <a:ext cx="82710" cy="82710"/>
                    </a:xfrm>
                    <a:custGeom>
                      <a:avLst/>
                      <a:gdLst>
                        <a:gd name="connsiteX0" fmla="*/ 41355 w 82710"/>
                        <a:gd name="connsiteY0" fmla="*/ 82710 h 82710"/>
                        <a:gd name="connsiteX1" fmla="*/ 0 w 82710"/>
                        <a:gd name="connsiteY1" fmla="*/ 41355 h 82710"/>
                        <a:gd name="connsiteX2" fmla="*/ 41355 w 82710"/>
                        <a:gd name="connsiteY2" fmla="*/ 0 h 82710"/>
                        <a:gd name="connsiteX3" fmla="*/ 82710 w 82710"/>
                        <a:gd name="connsiteY3" fmla="*/ 41355 h 82710"/>
                        <a:gd name="connsiteX4" fmla="*/ 41355 w 82710"/>
                        <a:gd name="connsiteY4" fmla="*/ 82710 h 82710"/>
                        <a:gd name="connsiteX5" fmla="*/ 41355 w 82710"/>
                        <a:gd name="connsiteY5" fmla="*/ 9628 h 82710"/>
                        <a:gd name="connsiteX6" fmla="*/ 9616 w 82710"/>
                        <a:gd name="connsiteY6" fmla="*/ 41367 h 82710"/>
                        <a:gd name="connsiteX7" fmla="*/ 41355 w 82710"/>
                        <a:gd name="connsiteY7" fmla="*/ 73106 h 82710"/>
                        <a:gd name="connsiteX8" fmla="*/ 73094 w 82710"/>
                        <a:gd name="connsiteY8" fmla="*/ 41367 h 82710"/>
                        <a:gd name="connsiteX9" fmla="*/ 41355 w 82710"/>
                        <a:gd name="connsiteY9" fmla="*/ 9628 h 827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82710" h="82710">
                          <a:moveTo>
                            <a:pt x="41355" y="82710"/>
                          </a:moveTo>
                          <a:cubicBezTo>
                            <a:pt x="18558" y="82710"/>
                            <a:pt x="0" y="64164"/>
                            <a:pt x="0" y="41355"/>
                          </a:cubicBezTo>
                          <a:cubicBezTo>
                            <a:pt x="0" y="18546"/>
                            <a:pt x="18546" y="0"/>
                            <a:pt x="41355" y="0"/>
                          </a:cubicBezTo>
                          <a:cubicBezTo>
                            <a:pt x="64164" y="0"/>
                            <a:pt x="82710" y="18546"/>
                            <a:pt x="82710" y="41355"/>
                          </a:cubicBezTo>
                          <a:cubicBezTo>
                            <a:pt x="82710" y="64164"/>
                            <a:pt x="64164" y="82710"/>
                            <a:pt x="41355" y="82710"/>
                          </a:cubicBezTo>
                          <a:close/>
                          <a:moveTo>
                            <a:pt x="41355" y="9628"/>
                          </a:moveTo>
                          <a:cubicBezTo>
                            <a:pt x="23850" y="9628"/>
                            <a:pt x="9616" y="23863"/>
                            <a:pt x="9616" y="41367"/>
                          </a:cubicBezTo>
                          <a:cubicBezTo>
                            <a:pt x="9616" y="58872"/>
                            <a:pt x="23850" y="73106"/>
                            <a:pt x="41355" y="73106"/>
                          </a:cubicBezTo>
                          <a:cubicBezTo>
                            <a:pt x="58860" y="73106"/>
                            <a:pt x="73094" y="58872"/>
                            <a:pt x="73094" y="41367"/>
                          </a:cubicBezTo>
                          <a:cubicBezTo>
                            <a:pt x="73094" y="23863"/>
                            <a:pt x="58860" y="9628"/>
                            <a:pt x="41355" y="962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2923" name="Graphique 4">
                  <a:extLst>
                    <a:ext uri="{FF2B5EF4-FFF2-40B4-BE49-F238E27FC236}">
                      <a16:creationId xmlns:a16="http://schemas.microsoft.com/office/drawing/2014/main" id="{6F773EA6-5BD0-A101-E858-7713D7646BAF}"/>
                    </a:ext>
                  </a:extLst>
                </p:cNvPr>
                <p:cNvGrpSpPr/>
                <p:nvPr/>
              </p:nvGrpSpPr>
              <p:grpSpPr>
                <a:xfrm>
                  <a:off x="1345674" y="19730"/>
                  <a:ext cx="261642" cy="250184"/>
                  <a:chOff x="1345674" y="19730"/>
                  <a:chExt cx="261642" cy="250184"/>
                </a:xfrm>
              </p:grpSpPr>
              <p:sp>
                <p:nvSpPr>
                  <p:cNvPr id="2924" name="Forme libre : forme 2923">
                    <a:extLst>
                      <a:ext uri="{FF2B5EF4-FFF2-40B4-BE49-F238E27FC236}">
                        <a16:creationId xmlns:a16="http://schemas.microsoft.com/office/drawing/2014/main" id="{3A4077F2-81E1-5E1A-6F31-96A8A98CEF78}"/>
                      </a:ext>
                    </a:extLst>
                  </p:cNvPr>
                  <p:cNvSpPr/>
                  <p:nvPr/>
                </p:nvSpPr>
                <p:spPr>
                  <a:xfrm rot="-8100000">
                    <a:off x="1473041" y="8618"/>
                    <a:ext cx="6908" cy="261642"/>
                  </a:xfrm>
                  <a:custGeom>
                    <a:avLst/>
                    <a:gdLst>
                      <a:gd name="connsiteX0" fmla="*/ 0 w 6908"/>
                      <a:gd name="connsiteY0" fmla="*/ 0 h 261642"/>
                      <a:gd name="connsiteX1" fmla="*/ 6909 w 6908"/>
                      <a:gd name="connsiteY1" fmla="*/ 0 h 261642"/>
                      <a:gd name="connsiteX2" fmla="*/ 6909 w 6908"/>
                      <a:gd name="connsiteY2" fmla="*/ 261642 h 261642"/>
                      <a:gd name="connsiteX3" fmla="*/ 0 w 6908"/>
                      <a:gd name="connsiteY3" fmla="*/ 261642 h 2616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908" h="261642">
                        <a:moveTo>
                          <a:pt x="0" y="0"/>
                        </a:moveTo>
                        <a:lnTo>
                          <a:pt x="6909" y="0"/>
                        </a:lnTo>
                        <a:lnTo>
                          <a:pt x="6909" y="261642"/>
                        </a:lnTo>
                        <a:lnTo>
                          <a:pt x="0" y="261642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2B3582"/>
                      </a:gs>
                      <a:gs pos="50000">
                        <a:srgbClr val="202162"/>
                      </a:gs>
                      <a:gs pos="100000">
                        <a:srgbClr val="150E42"/>
                      </a:gs>
                    </a:gsLst>
                    <a:lin ang="6229278" scaled="1"/>
                  </a:gra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5" name="Forme libre : forme 2924">
                    <a:extLst>
                      <a:ext uri="{FF2B5EF4-FFF2-40B4-BE49-F238E27FC236}">
                        <a16:creationId xmlns:a16="http://schemas.microsoft.com/office/drawing/2014/main" id="{759CBE45-1658-D641-9729-5AEE4286983A}"/>
                      </a:ext>
                    </a:extLst>
                  </p:cNvPr>
                  <p:cNvSpPr/>
                  <p:nvPr/>
                </p:nvSpPr>
                <p:spPr>
                  <a:xfrm>
                    <a:off x="1346027" y="217346"/>
                    <a:ext cx="52568" cy="52568"/>
                  </a:xfrm>
                  <a:custGeom>
                    <a:avLst/>
                    <a:gdLst>
                      <a:gd name="connsiteX0" fmla="*/ 38963 w 52568"/>
                      <a:gd name="connsiteY0" fmla="*/ 388 h 52568"/>
                      <a:gd name="connsiteX1" fmla="*/ 52181 w 52568"/>
                      <a:gd name="connsiteY1" fmla="*/ 13606 h 52568"/>
                      <a:gd name="connsiteX2" fmla="*/ 3169 w 52568"/>
                      <a:gd name="connsiteY2" fmla="*/ 52131 h 52568"/>
                      <a:gd name="connsiteX3" fmla="*/ 438 w 52568"/>
                      <a:gd name="connsiteY3" fmla="*/ 49400 h 52568"/>
                      <a:gd name="connsiteX4" fmla="*/ 38963 w 52568"/>
                      <a:gd name="connsiteY4" fmla="*/ 388 h 525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568" h="52568">
                        <a:moveTo>
                          <a:pt x="38963" y="388"/>
                        </a:moveTo>
                        <a:cubicBezTo>
                          <a:pt x="41768" y="-2417"/>
                          <a:pt x="54986" y="10801"/>
                          <a:pt x="52181" y="13606"/>
                        </a:cubicBezTo>
                        <a:lnTo>
                          <a:pt x="3169" y="52131"/>
                        </a:lnTo>
                        <a:cubicBezTo>
                          <a:pt x="1356" y="53552"/>
                          <a:pt x="-983" y="51213"/>
                          <a:pt x="438" y="49400"/>
                        </a:cubicBezTo>
                        <a:lnTo>
                          <a:pt x="38963" y="38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2B3582"/>
                      </a:gs>
                      <a:gs pos="50000">
                        <a:srgbClr val="202162"/>
                      </a:gs>
                      <a:gs pos="100000">
                        <a:srgbClr val="150E42"/>
                      </a:gs>
                    </a:gsLst>
                    <a:lin ang="0" scaled="1"/>
                  </a:gra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6" name="Forme libre : forme 2925">
                    <a:extLst>
                      <a:ext uri="{FF2B5EF4-FFF2-40B4-BE49-F238E27FC236}">
                        <a16:creationId xmlns:a16="http://schemas.microsoft.com/office/drawing/2014/main" id="{01E1002D-F9CA-CB44-A0B6-21AD6F42E13C}"/>
                      </a:ext>
                    </a:extLst>
                  </p:cNvPr>
                  <p:cNvSpPr/>
                  <p:nvPr/>
                </p:nvSpPr>
                <p:spPr>
                  <a:xfrm>
                    <a:off x="1519467" y="49509"/>
                    <a:ext cx="76744" cy="52112"/>
                  </a:xfrm>
                  <a:custGeom>
                    <a:avLst/>
                    <a:gdLst>
                      <a:gd name="connsiteX0" fmla="*/ 51853 w 76744"/>
                      <a:gd name="connsiteY0" fmla="*/ 0 h 52112"/>
                      <a:gd name="connsiteX1" fmla="*/ 76745 w 76744"/>
                      <a:gd name="connsiteY1" fmla="*/ 2474 h 52112"/>
                      <a:gd name="connsiteX2" fmla="*/ 42580 w 76744"/>
                      <a:gd name="connsiteY2" fmla="*/ 36639 h 52112"/>
                      <a:gd name="connsiteX3" fmla="*/ 0 w 76744"/>
                      <a:gd name="connsiteY3" fmla="*/ 51853 h 52112"/>
                      <a:gd name="connsiteX4" fmla="*/ 0 w 76744"/>
                      <a:gd name="connsiteY4" fmla="*/ 51853 h 52112"/>
                      <a:gd name="connsiteX5" fmla="*/ 51853 w 76744"/>
                      <a:gd name="connsiteY5" fmla="*/ 0 h 521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6744" h="52112">
                        <a:moveTo>
                          <a:pt x="51853" y="0"/>
                        </a:moveTo>
                        <a:lnTo>
                          <a:pt x="76745" y="2474"/>
                        </a:lnTo>
                        <a:lnTo>
                          <a:pt x="42580" y="36639"/>
                        </a:lnTo>
                        <a:cubicBezTo>
                          <a:pt x="31384" y="47835"/>
                          <a:pt x="15753" y="53421"/>
                          <a:pt x="0" y="51853"/>
                        </a:cubicBezTo>
                        <a:lnTo>
                          <a:pt x="0" y="51853"/>
                        </a:lnTo>
                        <a:lnTo>
                          <a:pt x="51853" y="0"/>
                        </a:ln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7" name="Forme libre : forme 2926">
                    <a:extLst>
                      <a:ext uri="{FF2B5EF4-FFF2-40B4-BE49-F238E27FC236}">
                        <a16:creationId xmlns:a16="http://schemas.microsoft.com/office/drawing/2014/main" id="{068CC5A4-62DC-1B97-8E20-0F5A17D3959D}"/>
                      </a:ext>
                    </a:extLst>
                  </p:cNvPr>
                  <p:cNvSpPr/>
                  <p:nvPr/>
                </p:nvSpPr>
                <p:spPr>
                  <a:xfrm>
                    <a:off x="1514320" y="19730"/>
                    <a:ext cx="52112" cy="76744"/>
                  </a:xfrm>
                  <a:custGeom>
                    <a:avLst/>
                    <a:gdLst>
                      <a:gd name="connsiteX0" fmla="*/ 52113 w 52112"/>
                      <a:gd name="connsiteY0" fmla="*/ 24891 h 76744"/>
                      <a:gd name="connsiteX1" fmla="*/ 49638 w 52112"/>
                      <a:gd name="connsiteY1" fmla="*/ 0 h 76744"/>
                      <a:gd name="connsiteX2" fmla="*/ 15474 w 52112"/>
                      <a:gd name="connsiteY2" fmla="*/ 34165 h 76744"/>
                      <a:gd name="connsiteX3" fmla="*/ 260 w 52112"/>
                      <a:gd name="connsiteY3" fmla="*/ 76745 h 76744"/>
                      <a:gd name="connsiteX4" fmla="*/ 260 w 52112"/>
                      <a:gd name="connsiteY4" fmla="*/ 76745 h 76744"/>
                      <a:gd name="connsiteX5" fmla="*/ 52113 w 52112"/>
                      <a:gd name="connsiteY5" fmla="*/ 24891 h 767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2112" h="76744">
                        <a:moveTo>
                          <a:pt x="52113" y="24891"/>
                        </a:moveTo>
                        <a:lnTo>
                          <a:pt x="49638" y="0"/>
                        </a:lnTo>
                        <a:lnTo>
                          <a:pt x="15474" y="34165"/>
                        </a:lnTo>
                        <a:cubicBezTo>
                          <a:pt x="4278" y="45361"/>
                          <a:pt x="-1308" y="60991"/>
                          <a:pt x="260" y="76745"/>
                        </a:cubicBezTo>
                        <a:lnTo>
                          <a:pt x="260" y="76745"/>
                        </a:lnTo>
                        <a:lnTo>
                          <a:pt x="52113" y="24891"/>
                        </a:ln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673" name="Graphique 4">
                <a:extLst>
                  <a:ext uri="{FF2B5EF4-FFF2-40B4-BE49-F238E27FC236}">
                    <a16:creationId xmlns:a16="http://schemas.microsoft.com/office/drawing/2014/main" id="{8A98052D-ECF4-017A-6440-016CBEDB650E}"/>
                  </a:ext>
                </a:extLst>
              </p:cNvPr>
              <p:cNvGrpSpPr/>
              <p:nvPr/>
            </p:nvGrpSpPr>
            <p:grpSpPr>
              <a:xfrm>
                <a:off x="606894" y="255859"/>
                <a:ext cx="964359" cy="846112"/>
                <a:chOff x="606894" y="255859"/>
                <a:chExt cx="964359" cy="846112"/>
              </a:xfrm>
            </p:grpSpPr>
            <p:sp>
              <p:nvSpPr>
                <p:cNvPr id="2910" name="Forme libre : forme 2909">
                  <a:extLst>
                    <a:ext uri="{FF2B5EF4-FFF2-40B4-BE49-F238E27FC236}">
                      <a16:creationId xmlns:a16="http://schemas.microsoft.com/office/drawing/2014/main" id="{2D3B1E3B-F934-7E8B-7479-544AF9C148EC}"/>
                    </a:ext>
                  </a:extLst>
                </p:cNvPr>
                <p:cNvSpPr/>
                <p:nvPr/>
              </p:nvSpPr>
              <p:spPr>
                <a:xfrm>
                  <a:off x="623203" y="693343"/>
                  <a:ext cx="935328" cy="408628"/>
                </a:xfrm>
                <a:custGeom>
                  <a:avLst/>
                  <a:gdLst>
                    <a:gd name="connsiteX0" fmla="*/ 0 w 935328"/>
                    <a:gd name="connsiteY0" fmla="*/ 0 h 408628"/>
                    <a:gd name="connsiteX1" fmla="*/ 9898 w 935328"/>
                    <a:gd name="connsiteY1" fmla="*/ 307640 h 408628"/>
                    <a:gd name="connsiteX2" fmla="*/ 109562 w 935328"/>
                    <a:gd name="connsiteY2" fmla="*/ 404290 h 408628"/>
                    <a:gd name="connsiteX3" fmla="*/ 846249 w 935328"/>
                    <a:gd name="connsiteY3" fmla="*/ 408627 h 408628"/>
                    <a:gd name="connsiteX4" fmla="*/ 918253 w 935328"/>
                    <a:gd name="connsiteY4" fmla="*/ 347170 h 408628"/>
                    <a:gd name="connsiteX5" fmla="*/ 927918 w 935328"/>
                    <a:gd name="connsiteY5" fmla="*/ 0 h 408628"/>
                    <a:gd name="connsiteX6" fmla="*/ 0 w 935328"/>
                    <a:gd name="connsiteY6" fmla="*/ 0 h 408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35328" h="408628">
                      <a:moveTo>
                        <a:pt x="0" y="0"/>
                      </a:moveTo>
                      <a:lnTo>
                        <a:pt x="9898" y="307640"/>
                      </a:lnTo>
                      <a:cubicBezTo>
                        <a:pt x="11625" y="361282"/>
                        <a:pt x="55651" y="403972"/>
                        <a:pt x="109562" y="404290"/>
                      </a:cubicBezTo>
                      <a:lnTo>
                        <a:pt x="846249" y="408627"/>
                      </a:lnTo>
                      <a:cubicBezTo>
                        <a:pt x="882288" y="408835"/>
                        <a:pt x="912986" y="382657"/>
                        <a:pt x="918253" y="347170"/>
                      </a:cubicBezTo>
                      <a:cubicBezTo>
                        <a:pt x="929768" y="269482"/>
                        <a:pt x="944455" y="130472"/>
                        <a:pt x="927918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1" name="Forme libre : forme 2910">
                  <a:extLst>
                    <a:ext uri="{FF2B5EF4-FFF2-40B4-BE49-F238E27FC236}">
                      <a16:creationId xmlns:a16="http://schemas.microsoft.com/office/drawing/2014/main" id="{C486EC9C-F672-64C8-F5E2-BCA9693255FB}"/>
                    </a:ext>
                  </a:extLst>
                </p:cNvPr>
                <p:cNvSpPr/>
                <p:nvPr/>
              </p:nvSpPr>
              <p:spPr>
                <a:xfrm>
                  <a:off x="645742" y="693108"/>
                  <a:ext cx="891021" cy="389543"/>
                </a:xfrm>
                <a:custGeom>
                  <a:avLst/>
                  <a:gdLst>
                    <a:gd name="connsiteX0" fmla="*/ 804085 w 891021"/>
                    <a:gd name="connsiteY0" fmla="*/ 389544 h 389543"/>
                    <a:gd name="connsiteX1" fmla="*/ 801464 w 891021"/>
                    <a:gd name="connsiteY1" fmla="*/ 389544 h 389543"/>
                    <a:gd name="connsiteX2" fmla="*/ 801035 w 891021"/>
                    <a:gd name="connsiteY2" fmla="*/ 389090 h 389543"/>
                    <a:gd name="connsiteX3" fmla="*/ 801476 w 891021"/>
                    <a:gd name="connsiteY3" fmla="*/ 388662 h 389543"/>
                    <a:gd name="connsiteX4" fmla="*/ 804098 w 891021"/>
                    <a:gd name="connsiteY4" fmla="*/ 388662 h 389543"/>
                    <a:gd name="connsiteX5" fmla="*/ 804526 w 891021"/>
                    <a:gd name="connsiteY5" fmla="*/ 389115 h 389543"/>
                    <a:gd name="connsiteX6" fmla="*/ 804085 w 891021"/>
                    <a:gd name="connsiteY6" fmla="*/ 389544 h 389543"/>
                    <a:gd name="connsiteX7" fmla="*/ 795351 w 891021"/>
                    <a:gd name="connsiteY7" fmla="*/ 389495 h 389543"/>
                    <a:gd name="connsiteX8" fmla="*/ 792730 w 891021"/>
                    <a:gd name="connsiteY8" fmla="*/ 389495 h 389543"/>
                    <a:gd name="connsiteX9" fmla="*/ 792301 w 891021"/>
                    <a:gd name="connsiteY9" fmla="*/ 389041 h 389543"/>
                    <a:gd name="connsiteX10" fmla="*/ 792742 w 891021"/>
                    <a:gd name="connsiteY10" fmla="*/ 388613 h 389543"/>
                    <a:gd name="connsiteX11" fmla="*/ 795363 w 891021"/>
                    <a:gd name="connsiteY11" fmla="*/ 388613 h 389543"/>
                    <a:gd name="connsiteX12" fmla="*/ 795792 w 891021"/>
                    <a:gd name="connsiteY12" fmla="*/ 389066 h 389543"/>
                    <a:gd name="connsiteX13" fmla="*/ 795351 w 891021"/>
                    <a:gd name="connsiteY13" fmla="*/ 389495 h 389543"/>
                    <a:gd name="connsiteX14" fmla="*/ 786617 w 891021"/>
                    <a:gd name="connsiteY14" fmla="*/ 389446 h 389543"/>
                    <a:gd name="connsiteX15" fmla="*/ 783996 w 891021"/>
                    <a:gd name="connsiteY15" fmla="*/ 389446 h 389543"/>
                    <a:gd name="connsiteX16" fmla="*/ 783567 w 891021"/>
                    <a:gd name="connsiteY16" fmla="*/ 388992 h 389543"/>
                    <a:gd name="connsiteX17" fmla="*/ 784008 w 891021"/>
                    <a:gd name="connsiteY17" fmla="*/ 388564 h 389543"/>
                    <a:gd name="connsiteX18" fmla="*/ 786629 w 891021"/>
                    <a:gd name="connsiteY18" fmla="*/ 388564 h 389543"/>
                    <a:gd name="connsiteX19" fmla="*/ 787058 w 891021"/>
                    <a:gd name="connsiteY19" fmla="*/ 389017 h 389543"/>
                    <a:gd name="connsiteX20" fmla="*/ 786617 w 891021"/>
                    <a:gd name="connsiteY20" fmla="*/ 389446 h 389543"/>
                    <a:gd name="connsiteX21" fmla="*/ 810210 w 891021"/>
                    <a:gd name="connsiteY21" fmla="*/ 389421 h 389543"/>
                    <a:gd name="connsiteX22" fmla="*/ 809769 w 891021"/>
                    <a:gd name="connsiteY22" fmla="*/ 389017 h 389543"/>
                    <a:gd name="connsiteX23" fmla="*/ 810173 w 891021"/>
                    <a:gd name="connsiteY23" fmla="*/ 388551 h 389543"/>
                    <a:gd name="connsiteX24" fmla="*/ 812770 w 891021"/>
                    <a:gd name="connsiteY24" fmla="*/ 388343 h 389543"/>
                    <a:gd name="connsiteX25" fmla="*/ 813248 w 891021"/>
                    <a:gd name="connsiteY25" fmla="*/ 388735 h 389543"/>
                    <a:gd name="connsiteX26" fmla="*/ 812856 w 891021"/>
                    <a:gd name="connsiteY26" fmla="*/ 389213 h 389543"/>
                    <a:gd name="connsiteX27" fmla="*/ 810222 w 891021"/>
                    <a:gd name="connsiteY27" fmla="*/ 389433 h 389543"/>
                    <a:gd name="connsiteX28" fmla="*/ 810198 w 891021"/>
                    <a:gd name="connsiteY28" fmla="*/ 389433 h 389543"/>
                    <a:gd name="connsiteX29" fmla="*/ 777883 w 891021"/>
                    <a:gd name="connsiteY29" fmla="*/ 389397 h 389543"/>
                    <a:gd name="connsiteX30" fmla="*/ 775262 w 891021"/>
                    <a:gd name="connsiteY30" fmla="*/ 389397 h 389543"/>
                    <a:gd name="connsiteX31" fmla="*/ 774833 w 891021"/>
                    <a:gd name="connsiteY31" fmla="*/ 388943 h 389543"/>
                    <a:gd name="connsiteX32" fmla="*/ 775274 w 891021"/>
                    <a:gd name="connsiteY32" fmla="*/ 388515 h 389543"/>
                    <a:gd name="connsiteX33" fmla="*/ 777895 w 891021"/>
                    <a:gd name="connsiteY33" fmla="*/ 388515 h 389543"/>
                    <a:gd name="connsiteX34" fmla="*/ 778324 w 891021"/>
                    <a:gd name="connsiteY34" fmla="*/ 388968 h 389543"/>
                    <a:gd name="connsiteX35" fmla="*/ 777883 w 891021"/>
                    <a:gd name="connsiteY35" fmla="*/ 389397 h 389543"/>
                    <a:gd name="connsiteX36" fmla="*/ 769149 w 891021"/>
                    <a:gd name="connsiteY36" fmla="*/ 389348 h 389543"/>
                    <a:gd name="connsiteX37" fmla="*/ 766528 w 891021"/>
                    <a:gd name="connsiteY37" fmla="*/ 389348 h 389543"/>
                    <a:gd name="connsiteX38" fmla="*/ 766099 w 891021"/>
                    <a:gd name="connsiteY38" fmla="*/ 388894 h 389543"/>
                    <a:gd name="connsiteX39" fmla="*/ 766540 w 891021"/>
                    <a:gd name="connsiteY39" fmla="*/ 388466 h 389543"/>
                    <a:gd name="connsiteX40" fmla="*/ 769161 w 891021"/>
                    <a:gd name="connsiteY40" fmla="*/ 388466 h 389543"/>
                    <a:gd name="connsiteX41" fmla="*/ 769590 w 891021"/>
                    <a:gd name="connsiteY41" fmla="*/ 388919 h 389543"/>
                    <a:gd name="connsiteX42" fmla="*/ 769149 w 891021"/>
                    <a:gd name="connsiteY42" fmla="*/ 389348 h 389543"/>
                    <a:gd name="connsiteX43" fmla="*/ 760415 w 891021"/>
                    <a:gd name="connsiteY43" fmla="*/ 389299 h 389543"/>
                    <a:gd name="connsiteX44" fmla="*/ 757793 w 891021"/>
                    <a:gd name="connsiteY44" fmla="*/ 389299 h 389543"/>
                    <a:gd name="connsiteX45" fmla="*/ 757365 w 891021"/>
                    <a:gd name="connsiteY45" fmla="*/ 388845 h 389543"/>
                    <a:gd name="connsiteX46" fmla="*/ 757806 w 891021"/>
                    <a:gd name="connsiteY46" fmla="*/ 388417 h 389543"/>
                    <a:gd name="connsiteX47" fmla="*/ 760427 w 891021"/>
                    <a:gd name="connsiteY47" fmla="*/ 388417 h 389543"/>
                    <a:gd name="connsiteX48" fmla="*/ 760856 w 891021"/>
                    <a:gd name="connsiteY48" fmla="*/ 388870 h 389543"/>
                    <a:gd name="connsiteX49" fmla="*/ 760415 w 891021"/>
                    <a:gd name="connsiteY49" fmla="*/ 389299 h 389543"/>
                    <a:gd name="connsiteX50" fmla="*/ 751681 w 891021"/>
                    <a:gd name="connsiteY50" fmla="*/ 389250 h 389543"/>
                    <a:gd name="connsiteX51" fmla="*/ 749059 w 891021"/>
                    <a:gd name="connsiteY51" fmla="*/ 389250 h 389543"/>
                    <a:gd name="connsiteX52" fmla="*/ 748631 w 891021"/>
                    <a:gd name="connsiteY52" fmla="*/ 388796 h 389543"/>
                    <a:gd name="connsiteX53" fmla="*/ 749072 w 891021"/>
                    <a:gd name="connsiteY53" fmla="*/ 388368 h 389543"/>
                    <a:gd name="connsiteX54" fmla="*/ 751693 w 891021"/>
                    <a:gd name="connsiteY54" fmla="*/ 388368 h 389543"/>
                    <a:gd name="connsiteX55" fmla="*/ 752122 w 891021"/>
                    <a:gd name="connsiteY55" fmla="*/ 388821 h 389543"/>
                    <a:gd name="connsiteX56" fmla="*/ 751681 w 891021"/>
                    <a:gd name="connsiteY56" fmla="*/ 389250 h 389543"/>
                    <a:gd name="connsiteX57" fmla="*/ 742947 w 891021"/>
                    <a:gd name="connsiteY57" fmla="*/ 389201 h 389543"/>
                    <a:gd name="connsiteX58" fmla="*/ 740325 w 891021"/>
                    <a:gd name="connsiteY58" fmla="*/ 389201 h 389543"/>
                    <a:gd name="connsiteX59" fmla="*/ 739897 w 891021"/>
                    <a:gd name="connsiteY59" fmla="*/ 388747 h 389543"/>
                    <a:gd name="connsiteX60" fmla="*/ 740338 w 891021"/>
                    <a:gd name="connsiteY60" fmla="*/ 388319 h 389543"/>
                    <a:gd name="connsiteX61" fmla="*/ 742959 w 891021"/>
                    <a:gd name="connsiteY61" fmla="*/ 388319 h 389543"/>
                    <a:gd name="connsiteX62" fmla="*/ 743388 w 891021"/>
                    <a:gd name="connsiteY62" fmla="*/ 388772 h 389543"/>
                    <a:gd name="connsiteX63" fmla="*/ 742947 w 891021"/>
                    <a:gd name="connsiteY63" fmla="*/ 389201 h 389543"/>
                    <a:gd name="connsiteX64" fmla="*/ 734213 w 891021"/>
                    <a:gd name="connsiteY64" fmla="*/ 389152 h 389543"/>
                    <a:gd name="connsiteX65" fmla="*/ 731591 w 891021"/>
                    <a:gd name="connsiteY65" fmla="*/ 389152 h 389543"/>
                    <a:gd name="connsiteX66" fmla="*/ 731163 w 891021"/>
                    <a:gd name="connsiteY66" fmla="*/ 388698 h 389543"/>
                    <a:gd name="connsiteX67" fmla="*/ 731604 w 891021"/>
                    <a:gd name="connsiteY67" fmla="*/ 388270 h 389543"/>
                    <a:gd name="connsiteX68" fmla="*/ 734225 w 891021"/>
                    <a:gd name="connsiteY68" fmla="*/ 388270 h 389543"/>
                    <a:gd name="connsiteX69" fmla="*/ 734654 w 891021"/>
                    <a:gd name="connsiteY69" fmla="*/ 388723 h 389543"/>
                    <a:gd name="connsiteX70" fmla="*/ 734213 w 891021"/>
                    <a:gd name="connsiteY70" fmla="*/ 389152 h 389543"/>
                    <a:gd name="connsiteX71" fmla="*/ 725479 w 891021"/>
                    <a:gd name="connsiteY71" fmla="*/ 389103 h 389543"/>
                    <a:gd name="connsiteX72" fmla="*/ 722857 w 891021"/>
                    <a:gd name="connsiteY72" fmla="*/ 389103 h 389543"/>
                    <a:gd name="connsiteX73" fmla="*/ 722428 w 891021"/>
                    <a:gd name="connsiteY73" fmla="*/ 388649 h 389543"/>
                    <a:gd name="connsiteX74" fmla="*/ 722869 w 891021"/>
                    <a:gd name="connsiteY74" fmla="*/ 388221 h 389543"/>
                    <a:gd name="connsiteX75" fmla="*/ 725491 w 891021"/>
                    <a:gd name="connsiteY75" fmla="*/ 388221 h 389543"/>
                    <a:gd name="connsiteX76" fmla="*/ 725920 w 891021"/>
                    <a:gd name="connsiteY76" fmla="*/ 388674 h 389543"/>
                    <a:gd name="connsiteX77" fmla="*/ 725479 w 891021"/>
                    <a:gd name="connsiteY77" fmla="*/ 389103 h 389543"/>
                    <a:gd name="connsiteX78" fmla="*/ 716745 w 891021"/>
                    <a:gd name="connsiteY78" fmla="*/ 389054 h 389543"/>
                    <a:gd name="connsiteX79" fmla="*/ 714123 w 891021"/>
                    <a:gd name="connsiteY79" fmla="*/ 389054 h 389543"/>
                    <a:gd name="connsiteX80" fmla="*/ 713694 w 891021"/>
                    <a:gd name="connsiteY80" fmla="*/ 388600 h 389543"/>
                    <a:gd name="connsiteX81" fmla="*/ 714135 w 891021"/>
                    <a:gd name="connsiteY81" fmla="*/ 388172 h 389543"/>
                    <a:gd name="connsiteX82" fmla="*/ 716757 w 891021"/>
                    <a:gd name="connsiteY82" fmla="*/ 388172 h 389543"/>
                    <a:gd name="connsiteX83" fmla="*/ 717186 w 891021"/>
                    <a:gd name="connsiteY83" fmla="*/ 388625 h 389543"/>
                    <a:gd name="connsiteX84" fmla="*/ 716745 w 891021"/>
                    <a:gd name="connsiteY84" fmla="*/ 389054 h 389543"/>
                    <a:gd name="connsiteX85" fmla="*/ 708010 w 891021"/>
                    <a:gd name="connsiteY85" fmla="*/ 389005 h 389543"/>
                    <a:gd name="connsiteX86" fmla="*/ 705389 w 891021"/>
                    <a:gd name="connsiteY86" fmla="*/ 389005 h 389543"/>
                    <a:gd name="connsiteX87" fmla="*/ 704960 w 891021"/>
                    <a:gd name="connsiteY87" fmla="*/ 388551 h 389543"/>
                    <a:gd name="connsiteX88" fmla="*/ 705401 w 891021"/>
                    <a:gd name="connsiteY88" fmla="*/ 388123 h 389543"/>
                    <a:gd name="connsiteX89" fmla="*/ 708023 w 891021"/>
                    <a:gd name="connsiteY89" fmla="*/ 388123 h 389543"/>
                    <a:gd name="connsiteX90" fmla="*/ 708451 w 891021"/>
                    <a:gd name="connsiteY90" fmla="*/ 388576 h 389543"/>
                    <a:gd name="connsiteX91" fmla="*/ 708010 w 891021"/>
                    <a:gd name="connsiteY91" fmla="*/ 389005 h 389543"/>
                    <a:gd name="connsiteX92" fmla="*/ 699276 w 891021"/>
                    <a:gd name="connsiteY92" fmla="*/ 388956 h 389543"/>
                    <a:gd name="connsiteX93" fmla="*/ 696655 w 891021"/>
                    <a:gd name="connsiteY93" fmla="*/ 388956 h 389543"/>
                    <a:gd name="connsiteX94" fmla="*/ 696226 w 891021"/>
                    <a:gd name="connsiteY94" fmla="*/ 388502 h 389543"/>
                    <a:gd name="connsiteX95" fmla="*/ 696667 w 891021"/>
                    <a:gd name="connsiteY95" fmla="*/ 388074 h 389543"/>
                    <a:gd name="connsiteX96" fmla="*/ 699289 w 891021"/>
                    <a:gd name="connsiteY96" fmla="*/ 388074 h 389543"/>
                    <a:gd name="connsiteX97" fmla="*/ 699717 w 891021"/>
                    <a:gd name="connsiteY97" fmla="*/ 388527 h 389543"/>
                    <a:gd name="connsiteX98" fmla="*/ 699276 w 891021"/>
                    <a:gd name="connsiteY98" fmla="*/ 388956 h 389543"/>
                    <a:gd name="connsiteX99" fmla="*/ 690542 w 891021"/>
                    <a:gd name="connsiteY99" fmla="*/ 388907 h 389543"/>
                    <a:gd name="connsiteX100" fmla="*/ 687921 w 891021"/>
                    <a:gd name="connsiteY100" fmla="*/ 388907 h 389543"/>
                    <a:gd name="connsiteX101" fmla="*/ 687492 w 891021"/>
                    <a:gd name="connsiteY101" fmla="*/ 388453 h 389543"/>
                    <a:gd name="connsiteX102" fmla="*/ 687933 w 891021"/>
                    <a:gd name="connsiteY102" fmla="*/ 388025 h 389543"/>
                    <a:gd name="connsiteX103" fmla="*/ 690555 w 891021"/>
                    <a:gd name="connsiteY103" fmla="*/ 388025 h 389543"/>
                    <a:gd name="connsiteX104" fmla="*/ 690983 w 891021"/>
                    <a:gd name="connsiteY104" fmla="*/ 388478 h 389543"/>
                    <a:gd name="connsiteX105" fmla="*/ 690542 w 891021"/>
                    <a:gd name="connsiteY105" fmla="*/ 388907 h 389543"/>
                    <a:gd name="connsiteX106" fmla="*/ 681808 w 891021"/>
                    <a:gd name="connsiteY106" fmla="*/ 388858 h 389543"/>
                    <a:gd name="connsiteX107" fmla="*/ 679187 w 891021"/>
                    <a:gd name="connsiteY107" fmla="*/ 388858 h 389543"/>
                    <a:gd name="connsiteX108" fmla="*/ 678758 w 891021"/>
                    <a:gd name="connsiteY108" fmla="*/ 388404 h 389543"/>
                    <a:gd name="connsiteX109" fmla="*/ 679199 w 891021"/>
                    <a:gd name="connsiteY109" fmla="*/ 387976 h 389543"/>
                    <a:gd name="connsiteX110" fmla="*/ 681821 w 891021"/>
                    <a:gd name="connsiteY110" fmla="*/ 387976 h 389543"/>
                    <a:gd name="connsiteX111" fmla="*/ 682249 w 891021"/>
                    <a:gd name="connsiteY111" fmla="*/ 388429 h 389543"/>
                    <a:gd name="connsiteX112" fmla="*/ 681808 w 891021"/>
                    <a:gd name="connsiteY112" fmla="*/ 388858 h 389543"/>
                    <a:gd name="connsiteX113" fmla="*/ 673074 w 891021"/>
                    <a:gd name="connsiteY113" fmla="*/ 388809 h 389543"/>
                    <a:gd name="connsiteX114" fmla="*/ 670453 w 891021"/>
                    <a:gd name="connsiteY114" fmla="*/ 388809 h 389543"/>
                    <a:gd name="connsiteX115" fmla="*/ 670024 w 891021"/>
                    <a:gd name="connsiteY115" fmla="*/ 388355 h 389543"/>
                    <a:gd name="connsiteX116" fmla="*/ 670465 w 891021"/>
                    <a:gd name="connsiteY116" fmla="*/ 387927 h 389543"/>
                    <a:gd name="connsiteX117" fmla="*/ 673086 w 891021"/>
                    <a:gd name="connsiteY117" fmla="*/ 387927 h 389543"/>
                    <a:gd name="connsiteX118" fmla="*/ 673515 w 891021"/>
                    <a:gd name="connsiteY118" fmla="*/ 388380 h 389543"/>
                    <a:gd name="connsiteX119" fmla="*/ 673074 w 891021"/>
                    <a:gd name="connsiteY119" fmla="*/ 388809 h 389543"/>
                    <a:gd name="connsiteX120" fmla="*/ 664340 w 891021"/>
                    <a:gd name="connsiteY120" fmla="*/ 388760 h 389543"/>
                    <a:gd name="connsiteX121" fmla="*/ 661719 w 891021"/>
                    <a:gd name="connsiteY121" fmla="*/ 388760 h 389543"/>
                    <a:gd name="connsiteX122" fmla="*/ 661290 w 891021"/>
                    <a:gd name="connsiteY122" fmla="*/ 388306 h 389543"/>
                    <a:gd name="connsiteX123" fmla="*/ 661731 w 891021"/>
                    <a:gd name="connsiteY123" fmla="*/ 387878 h 389543"/>
                    <a:gd name="connsiteX124" fmla="*/ 664352 w 891021"/>
                    <a:gd name="connsiteY124" fmla="*/ 387878 h 389543"/>
                    <a:gd name="connsiteX125" fmla="*/ 664781 w 891021"/>
                    <a:gd name="connsiteY125" fmla="*/ 388331 h 389543"/>
                    <a:gd name="connsiteX126" fmla="*/ 664340 w 891021"/>
                    <a:gd name="connsiteY126" fmla="*/ 388760 h 389543"/>
                    <a:gd name="connsiteX127" fmla="*/ 655606 w 891021"/>
                    <a:gd name="connsiteY127" fmla="*/ 388711 h 389543"/>
                    <a:gd name="connsiteX128" fmla="*/ 652985 w 891021"/>
                    <a:gd name="connsiteY128" fmla="*/ 388711 h 389543"/>
                    <a:gd name="connsiteX129" fmla="*/ 652556 w 891021"/>
                    <a:gd name="connsiteY129" fmla="*/ 388257 h 389543"/>
                    <a:gd name="connsiteX130" fmla="*/ 652997 w 891021"/>
                    <a:gd name="connsiteY130" fmla="*/ 387829 h 389543"/>
                    <a:gd name="connsiteX131" fmla="*/ 655618 w 891021"/>
                    <a:gd name="connsiteY131" fmla="*/ 387829 h 389543"/>
                    <a:gd name="connsiteX132" fmla="*/ 656047 w 891021"/>
                    <a:gd name="connsiteY132" fmla="*/ 388282 h 389543"/>
                    <a:gd name="connsiteX133" fmla="*/ 655606 w 891021"/>
                    <a:gd name="connsiteY133" fmla="*/ 388711 h 389543"/>
                    <a:gd name="connsiteX134" fmla="*/ 646872 w 891021"/>
                    <a:gd name="connsiteY134" fmla="*/ 388662 h 389543"/>
                    <a:gd name="connsiteX135" fmla="*/ 644251 w 891021"/>
                    <a:gd name="connsiteY135" fmla="*/ 388662 h 389543"/>
                    <a:gd name="connsiteX136" fmla="*/ 643822 w 891021"/>
                    <a:gd name="connsiteY136" fmla="*/ 388208 h 389543"/>
                    <a:gd name="connsiteX137" fmla="*/ 644263 w 891021"/>
                    <a:gd name="connsiteY137" fmla="*/ 387780 h 389543"/>
                    <a:gd name="connsiteX138" fmla="*/ 646884 w 891021"/>
                    <a:gd name="connsiteY138" fmla="*/ 387780 h 389543"/>
                    <a:gd name="connsiteX139" fmla="*/ 647313 w 891021"/>
                    <a:gd name="connsiteY139" fmla="*/ 388233 h 389543"/>
                    <a:gd name="connsiteX140" fmla="*/ 646872 w 891021"/>
                    <a:gd name="connsiteY140" fmla="*/ 388662 h 389543"/>
                    <a:gd name="connsiteX141" fmla="*/ 638138 w 891021"/>
                    <a:gd name="connsiteY141" fmla="*/ 388613 h 389543"/>
                    <a:gd name="connsiteX142" fmla="*/ 635516 w 891021"/>
                    <a:gd name="connsiteY142" fmla="*/ 388613 h 389543"/>
                    <a:gd name="connsiteX143" fmla="*/ 635088 w 891021"/>
                    <a:gd name="connsiteY143" fmla="*/ 388159 h 389543"/>
                    <a:gd name="connsiteX144" fmla="*/ 635529 w 891021"/>
                    <a:gd name="connsiteY144" fmla="*/ 387731 h 389543"/>
                    <a:gd name="connsiteX145" fmla="*/ 638150 w 891021"/>
                    <a:gd name="connsiteY145" fmla="*/ 387731 h 389543"/>
                    <a:gd name="connsiteX146" fmla="*/ 638579 w 891021"/>
                    <a:gd name="connsiteY146" fmla="*/ 388184 h 389543"/>
                    <a:gd name="connsiteX147" fmla="*/ 638138 w 891021"/>
                    <a:gd name="connsiteY147" fmla="*/ 388613 h 389543"/>
                    <a:gd name="connsiteX148" fmla="*/ 629404 w 891021"/>
                    <a:gd name="connsiteY148" fmla="*/ 388564 h 389543"/>
                    <a:gd name="connsiteX149" fmla="*/ 626783 w 891021"/>
                    <a:gd name="connsiteY149" fmla="*/ 388564 h 389543"/>
                    <a:gd name="connsiteX150" fmla="*/ 626354 w 891021"/>
                    <a:gd name="connsiteY150" fmla="*/ 388110 h 389543"/>
                    <a:gd name="connsiteX151" fmla="*/ 626795 w 891021"/>
                    <a:gd name="connsiteY151" fmla="*/ 387682 h 389543"/>
                    <a:gd name="connsiteX152" fmla="*/ 629416 w 891021"/>
                    <a:gd name="connsiteY152" fmla="*/ 387682 h 389543"/>
                    <a:gd name="connsiteX153" fmla="*/ 629845 w 891021"/>
                    <a:gd name="connsiteY153" fmla="*/ 388135 h 389543"/>
                    <a:gd name="connsiteX154" fmla="*/ 629404 w 891021"/>
                    <a:gd name="connsiteY154" fmla="*/ 388564 h 389543"/>
                    <a:gd name="connsiteX155" fmla="*/ 620670 w 891021"/>
                    <a:gd name="connsiteY155" fmla="*/ 388515 h 389543"/>
                    <a:gd name="connsiteX156" fmla="*/ 618048 w 891021"/>
                    <a:gd name="connsiteY156" fmla="*/ 388515 h 389543"/>
                    <a:gd name="connsiteX157" fmla="*/ 617620 w 891021"/>
                    <a:gd name="connsiteY157" fmla="*/ 388061 h 389543"/>
                    <a:gd name="connsiteX158" fmla="*/ 618061 w 891021"/>
                    <a:gd name="connsiteY158" fmla="*/ 387633 h 389543"/>
                    <a:gd name="connsiteX159" fmla="*/ 620682 w 891021"/>
                    <a:gd name="connsiteY159" fmla="*/ 387633 h 389543"/>
                    <a:gd name="connsiteX160" fmla="*/ 621111 w 891021"/>
                    <a:gd name="connsiteY160" fmla="*/ 388086 h 389543"/>
                    <a:gd name="connsiteX161" fmla="*/ 620670 w 891021"/>
                    <a:gd name="connsiteY161" fmla="*/ 388515 h 389543"/>
                    <a:gd name="connsiteX162" fmla="*/ 611936 w 891021"/>
                    <a:gd name="connsiteY162" fmla="*/ 388466 h 389543"/>
                    <a:gd name="connsiteX163" fmla="*/ 609314 w 891021"/>
                    <a:gd name="connsiteY163" fmla="*/ 388466 h 389543"/>
                    <a:gd name="connsiteX164" fmla="*/ 608886 w 891021"/>
                    <a:gd name="connsiteY164" fmla="*/ 388012 h 389543"/>
                    <a:gd name="connsiteX165" fmla="*/ 609327 w 891021"/>
                    <a:gd name="connsiteY165" fmla="*/ 387584 h 389543"/>
                    <a:gd name="connsiteX166" fmla="*/ 611948 w 891021"/>
                    <a:gd name="connsiteY166" fmla="*/ 387584 h 389543"/>
                    <a:gd name="connsiteX167" fmla="*/ 612377 w 891021"/>
                    <a:gd name="connsiteY167" fmla="*/ 388037 h 389543"/>
                    <a:gd name="connsiteX168" fmla="*/ 611936 w 891021"/>
                    <a:gd name="connsiteY168" fmla="*/ 388466 h 389543"/>
                    <a:gd name="connsiteX169" fmla="*/ 603202 w 891021"/>
                    <a:gd name="connsiteY169" fmla="*/ 388417 h 389543"/>
                    <a:gd name="connsiteX170" fmla="*/ 600580 w 891021"/>
                    <a:gd name="connsiteY170" fmla="*/ 388417 h 389543"/>
                    <a:gd name="connsiteX171" fmla="*/ 600152 w 891021"/>
                    <a:gd name="connsiteY171" fmla="*/ 387963 h 389543"/>
                    <a:gd name="connsiteX172" fmla="*/ 600593 w 891021"/>
                    <a:gd name="connsiteY172" fmla="*/ 387535 h 389543"/>
                    <a:gd name="connsiteX173" fmla="*/ 603214 w 891021"/>
                    <a:gd name="connsiteY173" fmla="*/ 387535 h 389543"/>
                    <a:gd name="connsiteX174" fmla="*/ 603643 w 891021"/>
                    <a:gd name="connsiteY174" fmla="*/ 387988 h 389543"/>
                    <a:gd name="connsiteX175" fmla="*/ 603202 w 891021"/>
                    <a:gd name="connsiteY175" fmla="*/ 388417 h 389543"/>
                    <a:gd name="connsiteX176" fmla="*/ 818981 w 891021"/>
                    <a:gd name="connsiteY176" fmla="*/ 388380 h 389543"/>
                    <a:gd name="connsiteX177" fmla="*/ 818552 w 891021"/>
                    <a:gd name="connsiteY177" fmla="*/ 388025 h 389543"/>
                    <a:gd name="connsiteX178" fmla="*/ 818895 w 891021"/>
                    <a:gd name="connsiteY178" fmla="*/ 387510 h 389543"/>
                    <a:gd name="connsiteX179" fmla="*/ 821443 w 891021"/>
                    <a:gd name="connsiteY179" fmla="*/ 386971 h 389543"/>
                    <a:gd name="connsiteX180" fmla="*/ 821970 w 891021"/>
                    <a:gd name="connsiteY180" fmla="*/ 387302 h 389543"/>
                    <a:gd name="connsiteX181" fmla="*/ 821639 w 891021"/>
                    <a:gd name="connsiteY181" fmla="*/ 387829 h 389543"/>
                    <a:gd name="connsiteX182" fmla="*/ 819054 w 891021"/>
                    <a:gd name="connsiteY182" fmla="*/ 388368 h 389543"/>
                    <a:gd name="connsiteX183" fmla="*/ 818969 w 891021"/>
                    <a:gd name="connsiteY183" fmla="*/ 388368 h 389543"/>
                    <a:gd name="connsiteX184" fmla="*/ 594468 w 891021"/>
                    <a:gd name="connsiteY184" fmla="*/ 388368 h 389543"/>
                    <a:gd name="connsiteX185" fmla="*/ 591846 w 891021"/>
                    <a:gd name="connsiteY185" fmla="*/ 388368 h 389543"/>
                    <a:gd name="connsiteX186" fmla="*/ 591417 w 891021"/>
                    <a:gd name="connsiteY186" fmla="*/ 387914 h 389543"/>
                    <a:gd name="connsiteX187" fmla="*/ 591858 w 891021"/>
                    <a:gd name="connsiteY187" fmla="*/ 387486 h 389543"/>
                    <a:gd name="connsiteX188" fmla="*/ 594480 w 891021"/>
                    <a:gd name="connsiteY188" fmla="*/ 387486 h 389543"/>
                    <a:gd name="connsiteX189" fmla="*/ 594909 w 891021"/>
                    <a:gd name="connsiteY189" fmla="*/ 387939 h 389543"/>
                    <a:gd name="connsiteX190" fmla="*/ 594468 w 891021"/>
                    <a:gd name="connsiteY190" fmla="*/ 388368 h 389543"/>
                    <a:gd name="connsiteX191" fmla="*/ 585734 w 891021"/>
                    <a:gd name="connsiteY191" fmla="*/ 388319 h 389543"/>
                    <a:gd name="connsiteX192" fmla="*/ 583112 w 891021"/>
                    <a:gd name="connsiteY192" fmla="*/ 388319 h 389543"/>
                    <a:gd name="connsiteX193" fmla="*/ 582683 w 891021"/>
                    <a:gd name="connsiteY193" fmla="*/ 387866 h 389543"/>
                    <a:gd name="connsiteX194" fmla="*/ 583124 w 891021"/>
                    <a:gd name="connsiteY194" fmla="*/ 387437 h 389543"/>
                    <a:gd name="connsiteX195" fmla="*/ 585746 w 891021"/>
                    <a:gd name="connsiteY195" fmla="*/ 387437 h 389543"/>
                    <a:gd name="connsiteX196" fmla="*/ 586175 w 891021"/>
                    <a:gd name="connsiteY196" fmla="*/ 387890 h 389543"/>
                    <a:gd name="connsiteX197" fmla="*/ 585734 w 891021"/>
                    <a:gd name="connsiteY197" fmla="*/ 388319 h 389543"/>
                    <a:gd name="connsiteX198" fmla="*/ 577000 w 891021"/>
                    <a:gd name="connsiteY198" fmla="*/ 388270 h 389543"/>
                    <a:gd name="connsiteX199" fmla="*/ 574378 w 891021"/>
                    <a:gd name="connsiteY199" fmla="*/ 388270 h 389543"/>
                    <a:gd name="connsiteX200" fmla="*/ 573949 w 891021"/>
                    <a:gd name="connsiteY200" fmla="*/ 387816 h 389543"/>
                    <a:gd name="connsiteX201" fmla="*/ 574390 w 891021"/>
                    <a:gd name="connsiteY201" fmla="*/ 387388 h 389543"/>
                    <a:gd name="connsiteX202" fmla="*/ 577012 w 891021"/>
                    <a:gd name="connsiteY202" fmla="*/ 387388 h 389543"/>
                    <a:gd name="connsiteX203" fmla="*/ 577441 w 891021"/>
                    <a:gd name="connsiteY203" fmla="*/ 387841 h 389543"/>
                    <a:gd name="connsiteX204" fmla="*/ 577000 w 891021"/>
                    <a:gd name="connsiteY204" fmla="*/ 388270 h 389543"/>
                    <a:gd name="connsiteX205" fmla="*/ 568265 w 891021"/>
                    <a:gd name="connsiteY205" fmla="*/ 388221 h 389543"/>
                    <a:gd name="connsiteX206" fmla="*/ 565644 w 891021"/>
                    <a:gd name="connsiteY206" fmla="*/ 388221 h 389543"/>
                    <a:gd name="connsiteX207" fmla="*/ 565215 w 891021"/>
                    <a:gd name="connsiteY207" fmla="*/ 387767 h 389543"/>
                    <a:gd name="connsiteX208" fmla="*/ 565656 w 891021"/>
                    <a:gd name="connsiteY208" fmla="*/ 387339 h 389543"/>
                    <a:gd name="connsiteX209" fmla="*/ 568278 w 891021"/>
                    <a:gd name="connsiteY209" fmla="*/ 387339 h 389543"/>
                    <a:gd name="connsiteX210" fmla="*/ 568706 w 891021"/>
                    <a:gd name="connsiteY210" fmla="*/ 387792 h 389543"/>
                    <a:gd name="connsiteX211" fmla="*/ 568265 w 891021"/>
                    <a:gd name="connsiteY211" fmla="*/ 388221 h 389543"/>
                    <a:gd name="connsiteX212" fmla="*/ 559531 w 891021"/>
                    <a:gd name="connsiteY212" fmla="*/ 388172 h 389543"/>
                    <a:gd name="connsiteX213" fmla="*/ 556910 w 891021"/>
                    <a:gd name="connsiteY213" fmla="*/ 388172 h 389543"/>
                    <a:gd name="connsiteX214" fmla="*/ 556481 w 891021"/>
                    <a:gd name="connsiteY214" fmla="*/ 387718 h 389543"/>
                    <a:gd name="connsiteX215" fmla="*/ 556922 w 891021"/>
                    <a:gd name="connsiteY215" fmla="*/ 387290 h 389543"/>
                    <a:gd name="connsiteX216" fmla="*/ 559544 w 891021"/>
                    <a:gd name="connsiteY216" fmla="*/ 387290 h 389543"/>
                    <a:gd name="connsiteX217" fmla="*/ 559972 w 891021"/>
                    <a:gd name="connsiteY217" fmla="*/ 387743 h 389543"/>
                    <a:gd name="connsiteX218" fmla="*/ 559531 w 891021"/>
                    <a:gd name="connsiteY218" fmla="*/ 388172 h 389543"/>
                    <a:gd name="connsiteX219" fmla="*/ 550797 w 891021"/>
                    <a:gd name="connsiteY219" fmla="*/ 388123 h 389543"/>
                    <a:gd name="connsiteX220" fmla="*/ 548176 w 891021"/>
                    <a:gd name="connsiteY220" fmla="*/ 388123 h 389543"/>
                    <a:gd name="connsiteX221" fmla="*/ 547747 w 891021"/>
                    <a:gd name="connsiteY221" fmla="*/ 387669 h 389543"/>
                    <a:gd name="connsiteX222" fmla="*/ 548188 w 891021"/>
                    <a:gd name="connsiteY222" fmla="*/ 387241 h 389543"/>
                    <a:gd name="connsiteX223" fmla="*/ 550810 w 891021"/>
                    <a:gd name="connsiteY223" fmla="*/ 387241 h 389543"/>
                    <a:gd name="connsiteX224" fmla="*/ 551238 w 891021"/>
                    <a:gd name="connsiteY224" fmla="*/ 387694 h 389543"/>
                    <a:gd name="connsiteX225" fmla="*/ 550797 w 891021"/>
                    <a:gd name="connsiteY225" fmla="*/ 388123 h 389543"/>
                    <a:gd name="connsiteX226" fmla="*/ 542063 w 891021"/>
                    <a:gd name="connsiteY226" fmla="*/ 388074 h 389543"/>
                    <a:gd name="connsiteX227" fmla="*/ 539442 w 891021"/>
                    <a:gd name="connsiteY227" fmla="*/ 388074 h 389543"/>
                    <a:gd name="connsiteX228" fmla="*/ 539013 w 891021"/>
                    <a:gd name="connsiteY228" fmla="*/ 387620 h 389543"/>
                    <a:gd name="connsiteX229" fmla="*/ 539454 w 891021"/>
                    <a:gd name="connsiteY229" fmla="*/ 387192 h 389543"/>
                    <a:gd name="connsiteX230" fmla="*/ 542075 w 891021"/>
                    <a:gd name="connsiteY230" fmla="*/ 387192 h 389543"/>
                    <a:gd name="connsiteX231" fmla="*/ 542504 w 891021"/>
                    <a:gd name="connsiteY231" fmla="*/ 387645 h 389543"/>
                    <a:gd name="connsiteX232" fmla="*/ 542063 w 891021"/>
                    <a:gd name="connsiteY232" fmla="*/ 388074 h 389543"/>
                    <a:gd name="connsiteX233" fmla="*/ 533329 w 891021"/>
                    <a:gd name="connsiteY233" fmla="*/ 388025 h 389543"/>
                    <a:gd name="connsiteX234" fmla="*/ 530708 w 891021"/>
                    <a:gd name="connsiteY234" fmla="*/ 388025 h 389543"/>
                    <a:gd name="connsiteX235" fmla="*/ 530279 w 891021"/>
                    <a:gd name="connsiteY235" fmla="*/ 387571 h 389543"/>
                    <a:gd name="connsiteX236" fmla="*/ 530720 w 891021"/>
                    <a:gd name="connsiteY236" fmla="*/ 387143 h 389543"/>
                    <a:gd name="connsiteX237" fmla="*/ 533341 w 891021"/>
                    <a:gd name="connsiteY237" fmla="*/ 387143 h 389543"/>
                    <a:gd name="connsiteX238" fmla="*/ 533770 w 891021"/>
                    <a:gd name="connsiteY238" fmla="*/ 387596 h 389543"/>
                    <a:gd name="connsiteX239" fmla="*/ 533329 w 891021"/>
                    <a:gd name="connsiteY239" fmla="*/ 388025 h 389543"/>
                    <a:gd name="connsiteX240" fmla="*/ 524595 w 891021"/>
                    <a:gd name="connsiteY240" fmla="*/ 387976 h 389543"/>
                    <a:gd name="connsiteX241" fmla="*/ 521974 w 891021"/>
                    <a:gd name="connsiteY241" fmla="*/ 387976 h 389543"/>
                    <a:gd name="connsiteX242" fmla="*/ 521545 w 891021"/>
                    <a:gd name="connsiteY242" fmla="*/ 387522 h 389543"/>
                    <a:gd name="connsiteX243" fmla="*/ 521986 w 891021"/>
                    <a:gd name="connsiteY243" fmla="*/ 387094 h 389543"/>
                    <a:gd name="connsiteX244" fmla="*/ 524607 w 891021"/>
                    <a:gd name="connsiteY244" fmla="*/ 387094 h 389543"/>
                    <a:gd name="connsiteX245" fmla="*/ 525036 w 891021"/>
                    <a:gd name="connsiteY245" fmla="*/ 387547 h 389543"/>
                    <a:gd name="connsiteX246" fmla="*/ 524595 w 891021"/>
                    <a:gd name="connsiteY246" fmla="*/ 387976 h 389543"/>
                    <a:gd name="connsiteX247" fmla="*/ 515861 w 891021"/>
                    <a:gd name="connsiteY247" fmla="*/ 387927 h 389543"/>
                    <a:gd name="connsiteX248" fmla="*/ 513240 w 891021"/>
                    <a:gd name="connsiteY248" fmla="*/ 387927 h 389543"/>
                    <a:gd name="connsiteX249" fmla="*/ 512811 w 891021"/>
                    <a:gd name="connsiteY249" fmla="*/ 387474 h 389543"/>
                    <a:gd name="connsiteX250" fmla="*/ 513252 w 891021"/>
                    <a:gd name="connsiteY250" fmla="*/ 387045 h 389543"/>
                    <a:gd name="connsiteX251" fmla="*/ 515873 w 891021"/>
                    <a:gd name="connsiteY251" fmla="*/ 387045 h 389543"/>
                    <a:gd name="connsiteX252" fmla="*/ 516302 w 891021"/>
                    <a:gd name="connsiteY252" fmla="*/ 387498 h 389543"/>
                    <a:gd name="connsiteX253" fmla="*/ 515861 w 891021"/>
                    <a:gd name="connsiteY253" fmla="*/ 387927 h 389543"/>
                    <a:gd name="connsiteX254" fmla="*/ 507127 w 891021"/>
                    <a:gd name="connsiteY254" fmla="*/ 387878 h 389543"/>
                    <a:gd name="connsiteX255" fmla="*/ 504506 w 891021"/>
                    <a:gd name="connsiteY255" fmla="*/ 387878 h 389543"/>
                    <a:gd name="connsiteX256" fmla="*/ 504077 w 891021"/>
                    <a:gd name="connsiteY256" fmla="*/ 387424 h 389543"/>
                    <a:gd name="connsiteX257" fmla="*/ 504518 w 891021"/>
                    <a:gd name="connsiteY257" fmla="*/ 386996 h 389543"/>
                    <a:gd name="connsiteX258" fmla="*/ 507139 w 891021"/>
                    <a:gd name="connsiteY258" fmla="*/ 386996 h 389543"/>
                    <a:gd name="connsiteX259" fmla="*/ 507568 w 891021"/>
                    <a:gd name="connsiteY259" fmla="*/ 387449 h 389543"/>
                    <a:gd name="connsiteX260" fmla="*/ 507127 w 891021"/>
                    <a:gd name="connsiteY260" fmla="*/ 387878 h 389543"/>
                    <a:gd name="connsiteX261" fmla="*/ 498393 w 891021"/>
                    <a:gd name="connsiteY261" fmla="*/ 387829 h 389543"/>
                    <a:gd name="connsiteX262" fmla="*/ 495771 w 891021"/>
                    <a:gd name="connsiteY262" fmla="*/ 387829 h 389543"/>
                    <a:gd name="connsiteX263" fmla="*/ 495343 w 891021"/>
                    <a:gd name="connsiteY263" fmla="*/ 387375 h 389543"/>
                    <a:gd name="connsiteX264" fmla="*/ 495784 w 891021"/>
                    <a:gd name="connsiteY264" fmla="*/ 386947 h 389543"/>
                    <a:gd name="connsiteX265" fmla="*/ 498405 w 891021"/>
                    <a:gd name="connsiteY265" fmla="*/ 386947 h 389543"/>
                    <a:gd name="connsiteX266" fmla="*/ 498834 w 891021"/>
                    <a:gd name="connsiteY266" fmla="*/ 387400 h 389543"/>
                    <a:gd name="connsiteX267" fmla="*/ 498393 w 891021"/>
                    <a:gd name="connsiteY267" fmla="*/ 387829 h 389543"/>
                    <a:gd name="connsiteX268" fmla="*/ 489659 w 891021"/>
                    <a:gd name="connsiteY268" fmla="*/ 387780 h 389543"/>
                    <a:gd name="connsiteX269" fmla="*/ 487037 w 891021"/>
                    <a:gd name="connsiteY269" fmla="*/ 387780 h 389543"/>
                    <a:gd name="connsiteX270" fmla="*/ 486609 w 891021"/>
                    <a:gd name="connsiteY270" fmla="*/ 387327 h 389543"/>
                    <a:gd name="connsiteX271" fmla="*/ 487050 w 891021"/>
                    <a:gd name="connsiteY271" fmla="*/ 386898 h 389543"/>
                    <a:gd name="connsiteX272" fmla="*/ 489671 w 891021"/>
                    <a:gd name="connsiteY272" fmla="*/ 386898 h 389543"/>
                    <a:gd name="connsiteX273" fmla="*/ 490100 w 891021"/>
                    <a:gd name="connsiteY273" fmla="*/ 387351 h 389543"/>
                    <a:gd name="connsiteX274" fmla="*/ 489659 w 891021"/>
                    <a:gd name="connsiteY274" fmla="*/ 387780 h 389543"/>
                    <a:gd name="connsiteX275" fmla="*/ 480925 w 891021"/>
                    <a:gd name="connsiteY275" fmla="*/ 387731 h 389543"/>
                    <a:gd name="connsiteX276" fmla="*/ 478303 w 891021"/>
                    <a:gd name="connsiteY276" fmla="*/ 387731 h 389543"/>
                    <a:gd name="connsiteX277" fmla="*/ 477875 w 891021"/>
                    <a:gd name="connsiteY277" fmla="*/ 387277 h 389543"/>
                    <a:gd name="connsiteX278" fmla="*/ 478316 w 891021"/>
                    <a:gd name="connsiteY278" fmla="*/ 386849 h 389543"/>
                    <a:gd name="connsiteX279" fmla="*/ 480937 w 891021"/>
                    <a:gd name="connsiteY279" fmla="*/ 386849 h 389543"/>
                    <a:gd name="connsiteX280" fmla="*/ 481366 w 891021"/>
                    <a:gd name="connsiteY280" fmla="*/ 387302 h 389543"/>
                    <a:gd name="connsiteX281" fmla="*/ 480925 w 891021"/>
                    <a:gd name="connsiteY281" fmla="*/ 387731 h 389543"/>
                    <a:gd name="connsiteX282" fmla="*/ 472191 w 891021"/>
                    <a:gd name="connsiteY282" fmla="*/ 387682 h 389543"/>
                    <a:gd name="connsiteX283" fmla="*/ 469569 w 891021"/>
                    <a:gd name="connsiteY283" fmla="*/ 387682 h 389543"/>
                    <a:gd name="connsiteX284" fmla="*/ 469141 w 891021"/>
                    <a:gd name="connsiteY284" fmla="*/ 387228 h 389543"/>
                    <a:gd name="connsiteX285" fmla="*/ 469582 w 891021"/>
                    <a:gd name="connsiteY285" fmla="*/ 386800 h 389543"/>
                    <a:gd name="connsiteX286" fmla="*/ 472203 w 891021"/>
                    <a:gd name="connsiteY286" fmla="*/ 386800 h 389543"/>
                    <a:gd name="connsiteX287" fmla="*/ 472632 w 891021"/>
                    <a:gd name="connsiteY287" fmla="*/ 387253 h 389543"/>
                    <a:gd name="connsiteX288" fmla="*/ 472191 w 891021"/>
                    <a:gd name="connsiteY288" fmla="*/ 387682 h 389543"/>
                    <a:gd name="connsiteX289" fmla="*/ 463457 w 891021"/>
                    <a:gd name="connsiteY289" fmla="*/ 387633 h 389543"/>
                    <a:gd name="connsiteX290" fmla="*/ 460835 w 891021"/>
                    <a:gd name="connsiteY290" fmla="*/ 387633 h 389543"/>
                    <a:gd name="connsiteX291" fmla="*/ 460406 w 891021"/>
                    <a:gd name="connsiteY291" fmla="*/ 387180 h 389543"/>
                    <a:gd name="connsiteX292" fmla="*/ 460847 w 891021"/>
                    <a:gd name="connsiteY292" fmla="*/ 386751 h 389543"/>
                    <a:gd name="connsiteX293" fmla="*/ 463469 w 891021"/>
                    <a:gd name="connsiteY293" fmla="*/ 386751 h 389543"/>
                    <a:gd name="connsiteX294" fmla="*/ 463898 w 891021"/>
                    <a:gd name="connsiteY294" fmla="*/ 387204 h 389543"/>
                    <a:gd name="connsiteX295" fmla="*/ 463457 w 891021"/>
                    <a:gd name="connsiteY295" fmla="*/ 387633 h 389543"/>
                    <a:gd name="connsiteX296" fmla="*/ 454723 w 891021"/>
                    <a:gd name="connsiteY296" fmla="*/ 387584 h 389543"/>
                    <a:gd name="connsiteX297" fmla="*/ 452101 w 891021"/>
                    <a:gd name="connsiteY297" fmla="*/ 387584 h 389543"/>
                    <a:gd name="connsiteX298" fmla="*/ 451672 w 891021"/>
                    <a:gd name="connsiteY298" fmla="*/ 387130 h 389543"/>
                    <a:gd name="connsiteX299" fmla="*/ 452113 w 891021"/>
                    <a:gd name="connsiteY299" fmla="*/ 386702 h 389543"/>
                    <a:gd name="connsiteX300" fmla="*/ 454735 w 891021"/>
                    <a:gd name="connsiteY300" fmla="*/ 386702 h 389543"/>
                    <a:gd name="connsiteX301" fmla="*/ 455164 w 891021"/>
                    <a:gd name="connsiteY301" fmla="*/ 387155 h 389543"/>
                    <a:gd name="connsiteX302" fmla="*/ 454723 w 891021"/>
                    <a:gd name="connsiteY302" fmla="*/ 387584 h 389543"/>
                    <a:gd name="connsiteX303" fmla="*/ 445989 w 891021"/>
                    <a:gd name="connsiteY303" fmla="*/ 387535 h 389543"/>
                    <a:gd name="connsiteX304" fmla="*/ 443367 w 891021"/>
                    <a:gd name="connsiteY304" fmla="*/ 387535 h 389543"/>
                    <a:gd name="connsiteX305" fmla="*/ 442938 w 891021"/>
                    <a:gd name="connsiteY305" fmla="*/ 387082 h 389543"/>
                    <a:gd name="connsiteX306" fmla="*/ 443379 w 891021"/>
                    <a:gd name="connsiteY306" fmla="*/ 386653 h 389543"/>
                    <a:gd name="connsiteX307" fmla="*/ 446001 w 891021"/>
                    <a:gd name="connsiteY307" fmla="*/ 386653 h 389543"/>
                    <a:gd name="connsiteX308" fmla="*/ 446430 w 891021"/>
                    <a:gd name="connsiteY308" fmla="*/ 387106 h 389543"/>
                    <a:gd name="connsiteX309" fmla="*/ 445989 w 891021"/>
                    <a:gd name="connsiteY309" fmla="*/ 387535 h 389543"/>
                    <a:gd name="connsiteX310" fmla="*/ 437255 w 891021"/>
                    <a:gd name="connsiteY310" fmla="*/ 387486 h 389543"/>
                    <a:gd name="connsiteX311" fmla="*/ 434633 w 891021"/>
                    <a:gd name="connsiteY311" fmla="*/ 387486 h 389543"/>
                    <a:gd name="connsiteX312" fmla="*/ 434204 w 891021"/>
                    <a:gd name="connsiteY312" fmla="*/ 387032 h 389543"/>
                    <a:gd name="connsiteX313" fmla="*/ 434645 w 891021"/>
                    <a:gd name="connsiteY313" fmla="*/ 386604 h 389543"/>
                    <a:gd name="connsiteX314" fmla="*/ 437267 w 891021"/>
                    <a:gd name="connsiteY314" fmla="*/ 386604 h 389543"/>
                    <a:gd name="connsiteX315" fmla="*/ 437695 w 891021"/>
                    <a:gd name="connsiteY315" fmla="*/ 387057 h 389543"/>
                    <a:gd name="connsiteX316" fmla="*/ 437255 w 891021"/>
                    <a:gd name="connsiteY316" fmla="*/ 387486 h 389543"/>
                    <a:gd name="connsiteX317" fmla="*/ 428520 w 891021"/>
                    <a:gd name="connsiteY317" fmla="*/ 387437 h 389543"/>
                    <a:gd name="connsiteX318" fmla="*/ 425899 w 891021"/>
                    <a:gd name="connsiteY318" fmla="*/ 387437 h 389543"/>
                    <a:gd name="connsiteX319" fmla="*/ 425470 w 891021"/>
                    <a:gd name="connsiteY319" fmla="*/ 386983 h 389543"/>
                    <a:gd name="connsiteX320" fmla="*/ 425911 w 891021"/>
                    <a:gd name="connsiteY320" fmla="*/ 386555 h 389543"/>
                    <a:gd name="connsiteX321" fmla="*/ 428533 w 891021"/>
                    <a:gd name="connsiteY321" fmla="*/ 386555 h 389543"/>
                    <a:gd name="connsiteX322" fmla="*/ 428961 w 891021"/>
                    <a:gd name="connsiteY322" fmla="*/ 387008 h 389543"/>
                    <a:gd name="connsiteX323" fmla="*/ 428520 w 891021"/>
                    <a:gd name="connsiteY323" fmla="*/ 387437 h 389543"/>
                    <a:gd name="connsiteX324" fmla="*/ 419786 w 891021"/>
                    <a:gd name="connsiteY324" fmla="*/ 387388 h 389543"/>
                    <a:gd name="connsiteX325" fmla="*/ 417165 w 891021"/>
                    <a:gd name="connsiteY325" fmla="*/ 387388 h 389543"/>
                    <a:gd name="connsiteX326" fmla="*/ 416736 w 891021"/>
                    <a:gd name="connsiteY326" fmla="*/ 386935 h 389543"/>
                    <a:gd name="connsiteX327" fmla="*/ 417177 w 891021"/>
                    <a:gd name="connsiteY327" fmla="*/ 386506 h 389543"/>
                    <a:gd name="connsiteX328" fmla="*/ 419799 w 891021"/>
                    <a:gd name="connsiteY328" fmla="*/ 386506 h 389543"/>
                    <a:gd name="connsiteX329" fmla="*/ 420227 w 891021"/>
                    <a:gd name="connsiteY329" fmla="*/ 386959 h 389543"/>
                    <a:gd name="connsiteX330" fmla="*/ 419786 w 891021"/>
                    <a:gd name="connsiteY330" fmla="*/ 387388 h 389543"/>
                    <a:gd name="connsiteX331" fmla="*/ 411052 w 891021"/>
                    <a:gd name="connsiteY331" fmla="*/ 387339 h 389543"/>
                    <a:gd name="connsiteX332" fmla="*/ 408431 w 891021"/>
                    <a:gd name="connsiteY332" fmla="*/ 387339 h 389543"/>
                    <a:gd name="connsiteX333" fmla="*/ 408002 w 891021"/>
                    <a:gd name="connsiteY333" fmla="*/ 386885 h 389543"/>
                    <a:gd name="connsiteX334" fmla="*/ 408443 w 891021"/>
                    <a:gd name="connsiteY334" fmla="*/ 386457 h 389543"/>
                    <a:gd name="connsiteX335" fmla="*/ 411065 w 891021"/>
                    <a:gd name="connsiteY335" fmla="*/ 386457 h 389543"/>
                    <a:gd name="connsiteX336" fmla="*/ 411493 w 891021"/>
                    <a:gd name="connsiteY336" fmla="*/ 386910 h 389543"/>
                    <a:gd name="connsiteX337" fmla="*/ 411052 w 891021"/>
                    <a:gd name="connsiteY337" fmla="*/ 387339 h 389543"/>
                    <a:gd name="connsiteX338" fmla="*/ 402318 w 891021"/>
                    <a:gd name="connsiteY338" fmla="*/ 387290 h 389543"/>
                    <a:gd name="connsiteX339" fmla="*/ 399697 w 891021"/>
                    <a:gd name="connsiteY339" fmla="*/ 387290 h 389543"/>
                    <a:gd name="connsiteX340" fmla="*/ 399268 w 891021"/>
                    <a:gd name="connsiteY340" fmla="*/ 386836 h 389543"/>
                    <a:gd name="connsiteX341" fmla="*/ 399709 w 891021"/>
                    <a:gd name="connsiteY341" fmla="*/ 386408 h 389543"/>
                    <a:gd name="connsiteX342" fmla="*/ 402330 w 891021"/>
                    <a:gd name="connsiteY342" fmla="*/ 386408 h 389543"/>
                    <a:gd name="connsiteX343" fmla="*/ 402759 w 891021"/>
                    <a:gd name="connsiteY343" fmla="*/ 386861 h 389543"/>
                    <a:gd name="connsiteX344" fmla="*/ 402318 w 891021"/>
                    <a:gd name="connsiteY344" fmla="*/ 387290 h 389543"/>
                    <a:gd name="connsiteX345" fmla="*/ 393584 w 891021"/>
                    <a:gd name="connsiteY345" fmla="*/ 387241 h 389543"/>
                    <a:gd name="connsiteX346" fmla="*/ 390963 w 891021"/>
                    <a:gd name="connsiteY346" fmla="*/ 387241 h 389543"/>
                    <a:gd name="connsiteX347" fmla="*/ 390534 w 891021"/>
                    <a:gd name="connsiteY347" fmla="*/ 386788 h 389543"/>
                    <a:gd name="connsiteX348" fmla="*/ 390975 w 891021"/>
                    <a:gd name="connsiteY348" fmla="*/ 386359 h 389543"/>
                    <a:gd name="connsiteX349" fmla="*/ 393596 w 891021"/>
                    <a:gd name="connsiteY349" fmla="*/ 386359 h 389543"/>
                    <a:gd name="connsiteX350" fmla="*/ 394025 w 891021"/>
                    <a:gd name="connsiteY350" fmla="*/ 386812 h 389543"/>
                    <a:gd name="connsiteX351" fmla="*/ 393584 w 891021"/>
                    <a:gd name="connsiteY351" fmla="*/ 387241 h 389543"/>
                    <a:gd name="connsiteX352" fmla="*/ 384850 w 891021"/>
                    <a:gd name="connsiteY352" fmla="*/ 387192 h 389543"/>
                    <a:gd name="connsiteX353" fmla="*/ 382229 w 891021"/>
                    <a:gd name="connsiteY353" fmla="*/ 387192 h 389543"/>
                    <a:gd name="connsiteX354" fmla="*/ 381800 w 891021"/>
                    <a:gd name="connsiteY354" fmla="*/ 386738 h 389543"/>
                    <a:gd name="connsiteX355" fmla="*/ 382241 w 891021"/>
                    <a:gd name="connsiteY355" fmla="*/ 386310 h 389543"/>
                    <a:gd name="connsiteX356" fmla="*/ 384862 w 891021"/>
                    <a:gd name="connsiteY356" fmla="*/ 386310 h 389543"/>
                    <a:gd name="connsiteX357" fmla="*/ 385291 w 891021"/>
                    <a:gd name="connsiteY357" fmla="*/ 386763 h 389543"/>
                    <a:gd name="connsiteX358" fmla="*/ 384850 w 891021"/>
                    <a:gd name="connsiteY358" fmla="*/ 387192 h 389543"/>
                    <a:gd name="connsiteX359" fmla="*/ 376116 w 891021"/>
                    <a:gd name="connsiteY359" fmla="*/ 387143 h 389543"/>
                    <a:gd name="connsiteX360" fmla="*/ 373495 w 891021"/>
                    <a:gd name="connsiteY360" fmla="*/ 387143 h 389543"/>
                    <a:gd name="connsiteX361" fmla="*/ 373066 w 891021"/>
                    <a:gd name="connsiteY361" fmla="*/ 386690 h 389543"/>
                    <a:gd name="connsiteX362" fmla="*/ 373507 w 891021"/>
                    <a:gd name="connsiteY362" fmla="*/ 386261 h 389543"/>
                    <a:gd name="connsiteX363" fmla="*/ 376128 w 891021"/>
                    <a:gd name="connsiteY363" fmla="*/ 386261 h 389543"/>
                    <a:gd name="connsiteX364" fmla="*/ 376557 w 891021"/>
                    <a:gd name="connsiteY364" fmla="*/ 386714 h 389543"/>
                    <a:gd name="connsiteX365" fmla="*/ 376116 w 891021"/>
                    <a:gd name="connsiteY365" fmla="*/ 387143 h 389543"/>
                    <a:gd name="connsiteX366" fmla="*/ 367382 w 891021"/>
                    <a:gd name="connsiteY366" fmla="*/ 387094 h 389543"/>
                    <a:gd name="connsiteX367" fmla="*/ 364760 w 891021"/>
                    <a:gd name="connsiteY367" fmla="*/ 387094 h 389543"/>
                    <a:gd name="connsiteX368" fmla="*/ 364332 w 891021"/>
                    <a:gd name="connsiteY368" fmla="*/ 386641 h 389543"/>
                    <a:gd name="connsiteX369" fmla="*/ 364773 w 891021"/>
                    <a:gd name="connsiteY369" fmla="*/ 386212 h 389543"/>
                    <a:gd name="connsiteX370" fmla="*/ 367394 w 891021"/>
                    <a:gd name="connsiteY370" fmla="*/ 386212 h 389543"/>
                    <a:gd name="connsiteX371" fmla="*/ 367823 w 891021"/>
                    <a:gd name="connsiteY371" fmla="*/ 386665 h 389543"/>
                    <a:gd name="connsiteX372" fmla="*/ 367382 w 891021"/>
                    <a:gd name="connsiteY372" fmla="*/ 387094 h 389543"/>
                    <a:gd name="connsiteX373" fmla="*/ 358648 w 891021"/>
                    <a:gd name="connsiteY373" fmla="*/ 387045 h 389543"/>
                    <a:gd name="connsiteX374" fmla="*/ 356026 w 891021"/>
                    <a:gd name="connsiteY374" fmla="*/ 387045 h 389543"/>
                    <a:gd name="connsiteX375" fmla="*/ 355598 w 891021"/>
                    <a:gd name="connsiteY375" fmla="*/ 386591 h 389543"/>
                    <a:gd name="connsiteX376" fmla="*/ 356039 w 891021"/>
                    <a:gd name="connsiteY376" fmla="*/ 386163 h 389543"/>
                    <a:gd name="connsiteX377" fmla="*/ 358660 w 891021"/>
                    <a:gd name="connsiteY377" fmla="*/ 386163 h 389543"/>
                    <a:gd name="connsiteX378" fmla="*/ 359089 w 891021"/>
                    <a:gd name="connsiteY378" fmla="*/ 386616 h 389543"/>
                    <a:gd name="connsiteX379" fmla="*/ 358648 w 891021"/>
                    <a:gd name="connsiteY379" fmla="*/ 387045 h 389543"/>
                    <a:gd name="connsiteX380" fmla="*/ 349914 w 891021"/>
                    <a:gd name="connsiteY380" fmla="*/ 386996 h 389543"/>
                    <a:gd name="connsiteX381" fmla="*/ 347292 w 891021"/>
                    <a:gd name="connsiteY381" fmla="*/ 386996 h 389543"/>
                    <a:gd name="connsiteX382" fmla="*/ 346864 w 891021"/>
                    <a:gd name="connsiteY382" fmla="*/ 386543 h 389543"/>
                    <a:gd name="connsiteX383" fmla="*/ 347305 w 891021"/>
                    <a:gd name="connsiteY383" fmla="*/ 386114 h 389543"/>
                    <a:gd name="connsiteX384" fmla="*/ 349926 w 891021"/>
                    <a:gd name="connsiteY384" fmla="*/ 386114 h 389543"/>
                    <a:gd name="connsiteX385" fmla="*/ 350355 w 891021"/>
                    <a:gd name="connsiteY385" fmla="*/ 386567 h 389543"/>
                    <a:gd name="connsiteX386" fmla="*/ 349914 w 891021"/>
                    <a:gd name="connsiteY386" fmla="*/ 386996 h 389543"/>
                    <a:gd name="connsiteX387" fmla="*/ 341180 w 891021"/>
                    <a:gd name="connsiteY387" fmla="*/ 386947 h 389543"/>
                    <a:gd name="connsiteX388" fmla="*/ 338558 w 891021"/>
                    <a:gd name="connsiteY388" fmla="*/ 386947 h 389543"/>
                    <a:gd name="connsiteX389" fmla="*/ 338130 w 891021"/>
                    <a:gd name="connsiteY389" fmla="*/ 386493 h 389543"/>
                    <a:gd name="connsiteX390" fmla="*/ 338571 w 891021"/>
                    <a:gd name="connsiteY390" fmla="*/ 386065 h 389543"/>
                    <a:gd name="connsiteX391" fmla="*/ 341192 w 891021"/>
                    <a:gd name="connsiteY391" fmla="*/ 386065 h 389543"/>
                    <a:gd name="connsiteX392" fmla="*/ 341621 w 891021"/>
                    <a:gd name="connsiteY392" fmla="*/ 386518 h 389543"/>
                    <a:gd name="connsiteX393" fmla="*/ 341180 w 891021"/>
                    <a:gd name="connsiteY393" fmla="*/ 386947 h 389543"/>
                    <a:gd name="connsiteX394" fmla="*/ 332446 w 891021"/>
                    <a:gd name="connsiteY394" fmla="*/ 386898 h 389543"/>
                    <a:gd name="connsiteX395" fmla="*/ 329824 w 891021"/>
                    <a:gd name="connsiteY395" fmla="*/ 386898 h 389543"/>
                    <a:gd name="connsiteX396" fmla="*/ 329395 w 891021"/>
                    <a:gd name="connsiteY396" fmla="*/ 386444 h 389543"/>
                    <a:gd name="connsiteX397" fmla="*/ 329837 w 891021"/>
                    <a:gd name="connsiteY397" fmla="*/ 386016 h 389543"/>
                    <a:gd name="connsiteX398" fmla="*/ 332458 w 891021"/>
                    <a:gd name="connsiteY398" fmla="*/ 386016 h 389543"/>
                    <a:gd name="connsiteX399" fmla="*/ 332887 w 891021"/>
                    <a:gd name="connsiteY399" fmla="*/ 386469 h 389543"/>
                    <a:gd name="connsiteX400" fmla="*/ 332446 w 891021"/>
                    <a:gd name="connsiteY400" fmla="*/ 386898 h 389543"/>
                    <a:gd name="connsiteX401" fmla="*/ 323712 w 891021"/>
                    <a:gd name="connsiteY401" fmla="*/ 386849 h 389543"/>
                    <a:gd name="connsiteX402" fmla="*/ 321090 w 891021"/>
                    <a:gd name="connsiteY402" fmla="*/ 386849 h 389543"/>
                    <a:gd name="connsiteX403" fmla="*/ 320661 w 891021"/>
                    <a:gd name="connsiteY403" fmla="*/ 386396 h 389543"/>
                    <a:gd name="connsiteX404" fmla="*/ 321102 w 891021"/>
                    <a:gd name="connsiteY404" fmla="*/ 385967 h 389543"/>
                    <a:gd name="connsiteX405" fmla="*/ 323724 w 891021"/>
                    <a:gd name="connsiteY405" fmla="*/ 385967 h 389543"/>
                    <a:gd name="connsiteX406" fmla="*/ 324153 w 891021"/>
                    <a:gd name="connsiteY406" fmla="*/ 386420 h 389543"/>
                    <a:gd name="connsiteX407" fmla="*/ 323712 w 891021"/>
                    <a:gd name="connsiteY407" fmla="*/ 386849 h 389543"/>
                    <a:gd name="connsiteX408" fmla="*/ 314978 w 891021"/>
                    <a:gd name="connsiteY408" fmla="*/ 386800 h 389543"/>
                    <a:gd name="connsiteX409" fmla="*/ 312356 w 891021"/>
                    <a:gd name="connsiteY409" fmla="*/ 386800 h 389543"/>
                    <a:gd name="connsiteX410" fmla="*/ 311927 w 891021"/>
                    <a:gd name="connsiteY410" fmla="*/ 386346 h 389543"/>
                    <a:gd name="connsiteX411" fmla="*/ 312368 w 891021"/>
                    <a:gd name="connsiteY411" fmla="*/ 385918 h 389543"/>
                    <a:gd name="connsiteX412" fmla="*/ 314990 w 891021"/>
                    <a:gd name="connsiteY412" fmla="*/ 385918 h 389543"/>
                    <a:gd name="connsiteX413" fmla="*/ 315419 w 891021"/>
                    <a:gd name="connsiteY413" fmla="*/ 386371 h 389543"/>
                    <a:gd name="connsiteX414" fmla="*/ 314978 w 891021"/>
                    <a:gd name="connsiteY414" fmla="*/ 386800 h 389543"/>
                    <a:gd name="connsiteX415" fmla="*/ 306244 w 891021"/>
                    <a:gd name="connsiteY415" fmla="*/ 386751 h 389543"/>
                    <a:gd name="connsiteX416" fmla="*/ 303622 w 891021"/>
                    <a:gd name="connsiteY416" fmla="*/ 386751 h 389543"/>
                    <a:gd name="connsiteX417" fmla="*/ 303193 w 891021"/>
                    <a:gd name="connsiteY417" fmla="*/ 386297 h 389543"/>
                    <a:gd name="connsiteX418" fmla="*/ 303634 w 891021"/>
                    <a:gd name="connsiteY418" fmla="*/ 385869 h 389543"/>
                    <a:gd name="connsiteX419" fmla="*/ 306256 w 891021"/>
                    <a:gd name="connsiteY419" fmla="*/ 385869 h 389543"/>
                    <a:gd name="connsiteX420" fmla="*/ 306684 w 891021"/>
                    <a:gd name="connsiteY420" fmla="*/ 386322 h 389543"/>
                    <a:gd name="connsiteX421" fmla="*/ 306244 w 891021"/>
                    <a:gd name="connsiteY421" fmla="*/ 386751 h 389543"/>
                    <a:gd name="connsiteX422" fmla="*/ 297509 w 891021"/>
                    <a:gd name="connsiteY422" fmla="*/ 386702 h 389543"/>
                    <a:gd name="connsiteX423" fmla="*/ 294888 w 891021"/>
                    <a:gd name="connsiteY423" fmla="*/ 386702 h 389543"/>
                    <a:gd name="connsiteX424" fmla="*/ 294459 w 891021"/>
                    <a:gd name="connsiteY424" fmla="*/ 386249 h 389543"/>
                    <a:gd name="connsiteX425" fmla="*/ 294900 w 891021"/>
                    <a:gd name="connsiteY425" fmla="*/ 385820 h 389543"/>
                    <a:gd name="connsiteX426" fmla="*/ 297522 w 891021"/>
                    <a:gd name="connsiteY426" fmla="*/ 385820 h 389543"/>
                    <a:gd name="connsiteX427" fmla="*/ 297950 w 891021"/>
                    <a:gd name="connsiteY427" fmla="*/ 386273 h 389543"/>
                    <a:gd name="connsiteX428" fmla="*/ 297509 w 891021"/>
                    <a:gd name="connsiteY428" fmla="*/ 386702 h 389543"/>
                    <a:gd name="connsiteX429" fmla="*/ 288775 w 891021"/>
                    <a:gd name="connsiteY429" fmla="*/ 386653 h 389543"/>
                    <a:gd name="connsiteX430" fmla="*/ 286154 w 891021"/>
                    <a:gd name="connsiteY430" fmla="*/ 386653 h 389543"/>
                    <a:gd name="connsiteX431" fmla="*/ 285725 w 891021"/>
                    <a:gd name="connsiteY431" fmla="*/ 386199 h 389543"/>
                    <a:gd name="connsiteX432" fmla="*/ 286166 w 891021"/>
                    <a:gd name="connsiteY432" fmla="*/ 385771 h 389543"/>
                    <a:gd name="connsiteX433" fmla="*/ 288788 w 891021"/>
                    <a:gd name="connsiteY433" fmla="*/ 385771 h 389543"/>
                    <a:gd name="connsiteX434" fmla="*/ 289216 w 891021"/>
                    <a:gd name="connsiteY434" fmla="*/ 386224 h 389543"/>
                    <a:gd name="connsiteX435" fmla="*/ 288775 w 891021"/>
                    <a:gd name="connsiteY435" fmla="*/ 386653 h 389543"/>
                    <a:gd name="connsiteX436" fmla="*/ 280041 w 891021"/>
                    <a:gd name="connsiteY436" fmla="*/ 386604 h 389543"/>
                    <a:gd name="connsiteX437" fmla="*/ 277420 w 891021"/>
                    <a:gd name="connsiteY437" fmla="*/ 386604 h 389543"/>
                    <a:gd name="connsiteX438" fmla="*/ 276991 w 891021"/>
                    <a:gd name="connsiteY438" fmla="*/ 386151 h 389543"/>
                    <a:gd name="connsiteX439" fmla="*/ 277432 w 891021"/>
                    <a:gd name="connsiteY439" fmla="*/ 385722 h 389543"/>
                    <a:gd name="connsiteX440" fmla="*/ 280054 w 891021"/>
                    <a:gd name="connsiteY440" fmla="*/ 385722 h 389543"/>
                    <a:gd name="connsiteX441" fmla="*/ 280482 w 891021"/>
                    <a:gd name="connsiteY441" fmla="*/ 386175 h 389543"/>
                    <a:gd name="connsiteX442" fmla="*/ 280041 w 891021"/>
                    <a:gd name="connsiteY442" fmla="*/ 386604 h 389543"/>
                    <a:gd name="connsiteX443" fmla="*/ 271307 w 891021"/>
                    <a:gd name="connsiteY443" fmla="*/ 386555 h 389543"/>
                    <a:gd name="connsiteX444" fmla="*/ 268686 w 891021"/>
                    <a:gd name="connsiteY444" fmla="*/ 386555 h 389543"/>
                    <a:gd name="connsiteX445" fmla="*/ 268257 w 891021"/>
                    <a:gd name="connsiteY445" fmla="*/ 386102 h 389543"/>
                    <a:gd name="connsiteX446" fmla="*/ 268698 w 891021"/>
                    <a:gd name="connsiteY446" fmla="*/ 385673 h 389543"/>
                    <a:gd name="connsiteX447" fmla="*/ 271320 w 891021"/>
                    <a:gd name="connsiteY447" fmla="*/ 385673 h 389543"/>
                    <a:gd name="connsiteX448" fmla="*/ 271748 w 891021"/>
                    <a:gd name="connsiteY448" fmla="*/ 386126 h 389543"/>
                    <a:gd name="connsiteX449" fmla="*/ 271307 w 891021"/>
                    <a:gd name="connsiteY449" fmla="*/ 386555 h 389543"/>
                    <a:gd name="connsiteX450" fmla="*/ 262573 w 891021"/>
                    <a:gd name="connsiteY450" fmla="*/ 386506 h 389543"/>
                    <a:gd name="connsiteX451" fmla="*/ 259952 w 891021"/>
                    <a:gd name="connsiteY451" fmla="*/ 386506 h 389543"/>
                    <a:gd name="connsiteX452" fmla="*/ 259523 w 891021"/>
                    <a:gd name="connsiteY452" fmla="*/ 386052 h 389543"/>
                    <a:gd name="connsiteX453" fmla="*/ 259964 w 891021"/>
                    <a:gd name="connsiteY453" fmla="*/ 385624 h 389543"/>
                    <a:gd name="connsiteX454" fmla="*/ 262585 w 891021"/>
                    <a:gd name="connsiteY454" fmla="*/ 385624 h 389543"/>
                    <a:gd name="connsiteX455" fmla="*/ 263014 w 891021"/>
                    <a:gd name="connsiteY455" fmla="*/ 386077 h 389543"/>
                    <a:gd name="connsiteX456" fmla="*/ 262573 w 891021"/>
                    <a:gd name="connsiteY456" fmla="*/ 386506 h 389543"/>
                    <a:gd name="connsiteX457" fmla="*/ 253839 w 891021"/>
                    <a:gd name="connsiteY457" fmla="*/ 386457 h 389543"/>
                    <a:gd name="connsiteX458" fmla="*/ 251218 w 891021"/>
                    <a:gd name="connsiteY458" fmla="*/ 386457 h 389543"/>
                    <a:gd name="connsiteX459" fmla="*/ 250789 w 891021"/>
                    <a:gd name="connsiteY459" fmla="*/ 386004 h 389543"/>
                    <a:gd name="connsiteX460" fmla="*/ 251230 w 891021"/>
                    <a:gd name="connsiteY460" fmla="*/ 385575 h 389543"/>
                    <a:gd name="connsiteX461" fmla="*/ 253851 w 891021"/>
                    <a:gd name="connsiteY461" fmla="*/ 385575 h 389543"/>
                    <a:gd name="connsiteX462" fmla="*/ 254280 w 891021"/>
                    <a:gd name="connsiteY462" fmla="*/ 386028 h 389543"/>
                    <a:gd name="connsiteX463" fmla="*/ 253839 w 891021"/>
                    <a:gd name="connsiteY463" fmla="*/ 386457 h 389543"/>
                    <a:gd name="connsiteX464" fmla="*/ 245105 w 891021"/>
                    <a:gd name="connsiteY464" fmla="*/ 386408 h 389543"/>
                    <a:gd name="connsiteX465" fmla="*/ 242484 w 891021"/>
                    <a:gd name="connsiteY465" fmla="*/ 386408 h 389543"/>
                    <a:gd name="connsiteX466" fmla="*/ 242055 w 891021"/>
                    <a:gd name="connsiteY466" fmla="*/ 385955 h 389543"/>
                    <a:gd name="connsiteX467" fmla="*/ 242496 w 891021"/>
                    <a:gd name="connsiteY467" fmla="*/ 385526 h 389543"/>
                    <a:gd name="connsiteX468" fmla="*/ 245117 w 891021"/>
                    <a:gd name="connsiteY468" fmla="*/ 385526 h 389543"/>
                    <a:gd name="connsiteX469" fmla="*/ 245546 w 891021"/>
                    <a:gd name="connsiteY469" fmla="*/ 385979 h 389543"/>
                    <a:gd name="connsiteX470" fmla="*/ 245105 w 891021"/>
                    <a:gd name="connsiteY470" fmla="*/ 386408 h 389543"/>
                    <a:gd name="connsiteX471" fmla="*/ 236371 w 891021"/>
                    <a:gd name="connsiteY471" fmla="*/ 386359 h 389543"/>
                    <a:gd name="connsiteX472" fmla="*/ 233750 w 891021"/>
                    <a:gd name="connsiteY472" fmla="*/ 386359 h 389543"/>
                    <a:gd name="connsiteX473" fmla="*/ 233321 w 891021"/>
                    <a:gd name="connsiteY473" fmla="*/ 385905 h 389543"/>
                    <a:gd name="connsiteX474" fmla="*/ 233762 w 891021"/>
                    <a:gd name="connsiteY474" fmla="*/ 385477 h 389543"/>
                    <a:gd name="connsiteX475" fmla="*/ 236383 w 891021"/>
                    <a:gd name="connsiteY475" fmla="*/ 385477 h 389543"/>
                    <a:gd name="connsiteX476" fmla="*/ 236812 w 891021"/>
                    <a:gd name="connsiteY476" fmla="*/ 385930 h 389543"/>
                    <a:gd name="connsiteX477" fmla="*/ 236371 w 891021"/>
                    <a:gd name="connsiteY477" fmla="*/ 386359 h 389543"/>
                    <a:gd name="connsiteX478" fmla="*/ 227637 w 891021"/>
                    <a:gd name="connsiteY478" fmla="*/ 386310 h 389543"/>
                    <a:gd name="connsiteX479" fmla="*/ 225015 w 891021"/>
                    <a:gd name="connsiteY479" fmla="*/ 386310 h 389543"/>
                    <a:gd name="connsiteX480" fmla="*/ 224587 w 891021"/>
                    <a:gd name="connsiteY480" fmla="*/ 385857 h 389543"/>
                    <a:gd name="connsiteX481" fmla="*/ 225028 w 891021"/>
                    <a:gd name="connsiteY481" fmla="*/ 385428 h 389543"/>
                    <a:gd name="connsiteX482" fmla="*/ 227649 w 891021"/>
                    <a:gd name="connsiteY482" fmla="*/ 385428 h 389543"/>
                    <a:gd name="connsiteX483" fmla="*/ 228078 w 891021"/>
                    <a:gd name="connsiteY483" fmla="*/ 385881 h 389543"/>
                    <a:gd name="connsiteX484" fmla="*/ 227637 w 891021"/>
                    <a:gd name="connsiteY484" fmla="*/ 386310 h 389543"/>
                    <a:gd name="connsiteX485" fmla="*/ 827666 w 891021"/>
                    <a:gd name="connsiteY485" fmla="*/ 386310 h 389543"/>
                    <a:gd name="connsiteX486" fmla="*/ 827249 w 891021"/>
                    <a:gd name="connsiteY486" fmla="*/ 386004 h 389543"/>
                    <a:gd name="connsiteX487" fmla="*/ 827531 w 891021"/>
                    <a:gd name="connsiteY487" fmla="*/ 385452 h 389543"/>
                    <a:gd name="connsiteX488" fmla="*/ 829993 w 891021"/>
                    <a:gd name="connsiteY488" fmla="*/ 384595 h 389543"/>
                    <a:gd name="connsiteX489" fmla="*/ 830557 w 891021"/>
                    <a:gd name="connsiteY489" fmla="*/ 384852 h 389543"/>
                    <a:gd name="connsiteX490" fmla="*/ 830300 w 891021"/>
                    <a:gd name="connsiteY490" fmla="*/ 385416 h 389543"/>
                    <a:gd name="connsiteX491" fmla="*/ 827801 w 891021"/>
                    <a:gd name="connsiteY491" fmla="*/ 386285 h 389543"/>
                    <a:gd name="connsiteX492" fmla="*/ 827666 w 891021"/>
                    <a:gd name="connsiteY492" fmla="*/ 386310 h 389543"/>
                    <a:gd name="connsiteX493" fmla="*/ 218903 w 891021"/>
                    <a:gd name="connsiteY493" fmla="*/ 386261 h 389543"/>
                    <a:gd name="connsiteX494" fmla="*/ 216281 w 891021"/>
                    <a:gd name="connsiteY494" fmla="*/ 386261 h 389543"/>
                    <a:gd name="connsiteX495" fmla="*/ 215853 w 891021"/>
                    <a:gd name="connsiteY495" fmla="*/ 385807 h 389543"/>
                    <a:gd name="connsiteX496" fmla="*/ 216294 w 891021"/>
                    <a:gd name="connsiteY496" fmla="*/ 385379 h 389543"/>
                    <a:gd name="connsiteX497" fmla="*/ 218915 w 891021"/>
                    <a:gd name="connsiteY497" fmla="*/ 385379 h 389543"/>
                    <a:gd name="connsiteX498" fmla="*/ 219344 w 891021"/>
                    <a:gd name="connsiteY498" fmla="*/ 385832 h 389543"/>
                    <a:gd name="connsiteX499" fmla="*/ 218903 w 891021"/>
                    <a:gd name="connsiteY499" fmla="*/ 386261 h 389543"/>
                    <a:gd name="connsiteX500" fmla="*/ 210169 w 891021"/>
                    <a:gd name="connsiteY500" fmla="*/ 386212 h 389543"/>
                    <a:gd name="connsiteX501" fmla="*/ 207547 w 891021"/>
                    <a:gd name="connsiteY501" fmla="*/ 386212 h 389543"/>
                    <a:gd name="connsiteX502" fmla="*/ 207119 w 891021"/>
                    <a:gd name="connsiteY502" fmla="*/ 385759 h 389543"/>
                    <a:gd name="connsiteX503" fmla="*/ 207560 w 891021"/>
                    <a:gd name="connsiteY503" fmla="*/ 385330 h 389543"/>
                    <a:gd name="connsiteX504" fmla="*/ 210181 w 891021"/>
                    <a:gd name="connsiteY504" fmla="*/ 385330 h 389543"/>
                    <a:gd name="connsiteX505" fmla="*/ 210610 w 891021"/>
                    <a:gd name="connsiteY505" fmla="*/ 385783 h 389543"/>
                    <a:gd name="connsiteX506" fmla="*/ 210169 w 891021"/>
                    <a:gd name="connsiteY506" fmla="*/ 386212 h 389543"/>
                    <a:gd name="connsiteX507" fmla="*/ 201435 w 891021"/>
                    <a:gd name="connsiteY507" fmla="*/ 386163 h 389543"/>
                    <a:gd name="connsiteX508" fmla="*/ 198813 w 891021"/>
                    <a:gd name="connsiteY508" fmla="*/ 386163 h 389543"/>
                    <a:gd name="connsiteX509" fmla="*/ 198385 w 891021"/>
                    <a:gd name="connsiteY509" fmla="*/ 385710 h 389543"/>
                    <a:gd name="connsiteX510" fmla="*/ 198826 w 891021"/>
                    <a:gd name="connsiteY510" fmla="*/ 385281 h 389543"/>
                    <a:gd name="connsiteX511" fmla="*/ 201447 w 891021"/>
                    <a:gd name="connsiteY511" fmla="*/ 385281 h 389543"/>
                    <a:gd name="connsiteX512" fmla="*/ 201876 w 891021"/>
                    <a:gd name="connsiteY512" fmla="*/ 385734 h 389543"/>
                    <a:gd name="connsiteX513" fmla="*/ 201435 w 891021"/>
                    <a:gd name="connsiteY513" fmla="*/ 386163 h 389543"/>
                    <a:gd name="connsiteX514" fmla="*/ 192701 w 891021"/>
                    <a:gd name="connsiteY514" fmla="*/ 386114 h 389543"/>
                    <a:gd name="connsiteX515" fmla="*/ 190079 w 891021"/>
                    <a:gd name="connsiteY515" fmla="*/ 386114 h 389543"/>
                    <a:gd name="connsiteX516" fmla="*/ 189650 w 891021"/>
                    <a:gd name="connsiteY516" fmla="*/ 385660 h 389543"/>
                    <a:gd name="connsiteX517" fmla="*/ 190091 w 891021"/>
                    <a:gd name="connsiteY517" fmla="*/ 385232 h 389543"/>
                    <a:gd name="connsiteX518" fmla="*/ 192713 w 891021"/>
                    <a:gd name="connsiteY518" fmla="*/ 385232 h 389543"/>
                    <a:gd name="connsiteX519" fmla="*/ 193142 w 891021"/>
                    <a:gd name="connsiteY519" fmla="*/ 385685 h 389543"/>
                    <a:gd name="connsiteX520" fmla="*/ 192701 w 891021"/>
                    <a:gd name="connsiteY520" fmla="*/ 386114 h 389543"/>
                    <a:gd name="connsiteX521" fmla="*/ 183967 w 891021"/>
                    <a:gd name="connsiteY521" fmla="*/ 386065 h 389543"/>
                    <a:gd name="connsiteX522" fmla="*/ 181345 w 891021"/>
                    <a:gd name="connsiteY522" fmla="*/ 386065 h 389543"/>
                    <a:gd name="connsiteX523" fmla="*/ 180916 w 891021"/>
                    <a:gd name="connsiteY523" fmla="*/ 385612 h 389543"/>
                    <a:gd name="connsiteX524" fmla="*/ 181357 w 891021"/>
                    <a:gd name="connsiteY524" fmla="*/ 385183 h 389543"/>
                    <a:gd name="connsiteX525" fmla="*/ 183979 w 891021"/>
                    <a:gd name="connsiteY525" fmla="*/ 385183 h 389543"/>
                    <a:gd name="connsiteX526" fmla="*/ 184408 w 891021"/>
                    <a:gd name="connsiteY526" fmla="*/ 385636 h 389543"/>
                    <a:gd name="connsiteX527" fmla="*/ 183967 w 891021"/>
                    <a:gd name="connsiteY527" fmla="*/ 386065 h 389543"/>
                    <a:gd name="connsiteX528" fmla="*/ 175233 w 891021"/>
                    <a:gd name="connsiteY528" fmla="*/ 386016 h 389543"/>
                    <a:gd name="connsiteX529" fmla="*/ 172611 w 891021"/>
                    <a:gd name="connsiteY529" fmla="*/ 386016 h 389543"/>
                    <a:gd name="connsiteX530" fmla="*/ 172182 w 891021"/>
                    <a:gd name="connsiteY530" fmla="*/ 385563 h 389543"/>
                    <a:gd name="connsiteX531" fmla="*/ 172623 w 891021"/>
                    <a:gd name="connsiteY531" fmla="*/ 385134 h 389543"/>
                    <a:gd name="connsiteX532" fmla="*/ 175245 w 891021"/>
                    <a:gd name="connsiteY532" fmla="*/ 385134 h 389543"/>
                    <a:gd name="connsiteX533" fmla="*/ 175674 w 891021"/>
                    <a:gd name="connsiteY533" fmla="*/ 385587 h 389543"/>
                    <a:gd name="connsiteX534" fmla="*/ 175233 w 891021"/>
                    <a:gd name="connsiteY534" fmla="*/ 386016 h 389543"/>
                    <a:gd name="connsiteX535" fmla="*/ 166498 w 891021"/>
                    <a:gd name="connsiteY535" fmla="*/ 385967 h 389543"/>
                    <a:gd name="connsiteX536" fmla="*/ 163877 w 891021"/>
                    <a:gd name="connsiteY536" fmla="*/ 385967 h 389543"/>
                    <a:gd name="connsiteX537" fmla="*/ 163448 w 891021"/>
                    <a:gd name="connsiteY537" fmla="*/ 385513 h 389543"/>
                    <a:gd name="connsiteX538" fmla="*/ 163889 w 891021"/>
                    <a:gd name="connsiteY538" fmla="*/ 385085 h 389543"/>
                    <a:gd name="connsiteX539" fmla="*/ 166511 w 891021"/>
                    <a:gd name="connsiteY539" fmla="*/ 385085 h 389543"/>
                    <a:gd name="connsiteX540" fmla="*/ 166939 w 891021"/>
                    <a:gd name="connsiteY540" fmla="*/ 385538 h 389543"/>
                    <a:gd name="connsiteX541" fmla="*/ 166498 w 891021"/>
                    <a:gd name="connsiteY541" fmla="*/ 385967 h 389543"/>
                    <a:gd name="connsiteX542" fmla="*/ 157764 w 891021"/>
                    <a:gd name="connsiteY542" fmla="*/ 385918 h 389543"/>
                    <a:gd name="connsiteX543" fmla="*/ 155143 w 891021"/>
                    <a:gd name="connsiteY543" fmla="*/ 385918 h 389543"/>
                    <a:gd name="connsiteX544" fmla="*/ 154714 w 891021"/>
                    <a:gd name="connsiteY544" fmla="*/ 385465 h 389543"/>
                    <a:gd name="connsiteX545" fmla="*/ 155155 w 891021"/>
                    <a:gd name="connsiteY545" fmla="*/ 385036 h 389543"/>
                    <a:gd name="connsiteX546" fmla="*/ 157777 w 891021"/>
                    <a:gd name="connsiteY546" fmla="*/ 385036 h 389543"/>
                    <a:gd name="connsiteX547" fmla="*/ 158205 w 891021"/>
                    <a:gd name="connsiteY547" fmla="*/ 385489 h 389543"/>
                    <a:gd name="connsiteX548" fmla="*/ 157764 w 891021"/>
                    <a:gd name="connsiteY548" fmla="*/ 385918 h 389543"/>
                    <a:gd name="connsiteX549" fmla="*/ 149030 w 891021"/>
                    <a:gd name="connsiteY549" fmla="*/ 385869 h 389543"/>
                    <a:gd name="connsiteX550" fmla="*/ 146409 w 891021"/>
                    <a:gd name="connsiteY550" fmla="*/ 385869 h 389543"/>
                    <a:gd name="connsiteX551" fmla="*/ 145980 w 891021"/>
                    <a:gd name="connsiteY551" fmla="*/ 385416 h 389543"/>
                    <a:gd name="connsiteX552" fmla="*/ 146421 w 891021"/>
                    <a:gd name="connsiteY552" fmla="*/ 384987 h 389543"/>
                    <a:gd name="connsiteX553" fmla="*/ 149043 w 891021"/>
                    <a:gd name="connsiteY553" fmla="*/ 384987 h 389543"/>
                    <a:gd name="connsiteX554" fmla="*/ 149471 w 891021"/>
                    <a:gd name="connsiteY554" fmla="*/ 385440 h 389543"/>
                    <a:gd name="connsiteX555" fmla="*/ 149030 w 891021"/>
                    <a:gd name="connsiteY555" fmla="*/ 385869 h 389543"/>
                    <a:gd name="connsiteX556" fmla="*/ 140296 w 891021"/>
                    <a:gd name="connsiteY556" fmla="*/ 385820 h 389543"/>
                    <a:gd name="connsiteX557" fmla="*/ 137675 w 891021"/>
                    <a:gd name="connsiteY557" fmla="*/ 385820 h 389543"/>
                    <a:gd name="connsiteX558" fmla="*/ 137246 w 891021"/>
                    <a:gd name="connsiteY558" fmla="*/ 385367 h 389543"/>
                    <a:gd name="connsiteX559" fmla="*/ 137687 w 891021"/>
                    <a:gd name="connsiteY559" fmla="*/ 384938 h 389543"/>
                    <a:gd name="connsiteX560" fmla="*/ 140309 w 891021"/>
                    <a:gd name="connsiteY560" fmla="*/ 384938 h 389543"/>
                    <a:gd name="connsiteX561" fmla="*/ 140737 w 891021"/>
                    <a:gd name="connsiteY561" fmla="*/ 385391 h 389543"/>
                    <a:gd name="connsiteX562" fmla="*/ 140296 w 891021"/>
                    <a:gd name="connsiteY562" fmla="*/ 385820 h 389543"/>
                    <a:gd name="connsiteX563" fmla="*/ 131562 w 891021"/>
                    <a:gd name="connsiteY563" fmla="*/ 385771 h 389543"/>
                    <a:gd name="connsiteX564" fmla="*/ 128941 w 891021"/>
                    <a:gd name="connsiteY564" fmla="*/ 385771 h 389543"/>
                    <a:gd name="connsiteX565" fmla="*/ 128512 w 891021"/>
                    <a:gd name="connsiteY565" fmla="*/ 385318 h 389543"/>
                    <a:gd name="connsiteX566" fmla="*/ 128953 w 891021"/>
                    <a:gd name="connsiteY566" fmla="*/ 384889 h 389543"/>
                    <a:gd name="connsiteX567" fmla="*/ 131574 w 891021"/>
                    <a:gd name="connsiteY567" fmla="*/ 384889 h 389543"/>
                    <a:gd name="connsiteX568" fmla="*/ 132003 w 891021"/>
                    <a:gd name="connsiteY568" fmla="*/ 385342 h 389543"/>
                    <a:gd name="connsiteX569" fmla="*/ 131562 w 891021"/>
                    <a:gd name="connsiteY569" fmla="*/ 385771 h 389543"/>
                    <a:gd name="connsiteX570" fmla="*/ 122828 w 891021"/>
                    <a:gd name="connsiteY570" fmla="*/ 385722 h 389543"/>
                    <a:gd name="connsiteX571" fmla="*/ 120207 w 891021"/>
                    <a:gd name="connsiteY571" fmla="*/ 385722 h 389543"/>
                    <a:gd name="connsiteX572" fmla="*/ 119778 w 891021"/>
                    <a:gd name="connsiteY572" fmla="*/ 385268 h 389543"/>
                    <a:gd name="connsiteX573" fmla="*/ 120219 w 891021"/>
                    <a:gd name="connsiteY573" fmla="*/ 384840 h 389543"/>
                    <a:gd name="connsiteX574" fmla="*/ 122840 w 891021"/>
                    <a:gd name="connsiteY574" fmla="*/ 384840 h 389543"/>
                    <a:gd name="connsiteX575" fmla="*/ 123269 w 891021"/>
                    <a:gd name="connsiteY575" fmla="*/ 385293 h 389543"/>
                    <a:gd name="connsiteX576" fmla="*/ 122828 w 891021"/>
                    <a:gd name="connsiteY576" fmla="*/ 385722 h 389543"/>
                    <a:gd name="connsiteX577" fmla="*/ 114094 w 891021"/>
                    <a:gd name="connsiteY577" fmla="*/ 385673 h 389543"/>
                    <a:gd name="connsiteX578" fmla="*/ 111473 w 891021"/>
                    <a:gd name="connsiteY578" fmla="*/ 385673 h 389543"/>
                    <a:gd name="connsiteX579" fmla="*/ 111044 w 891021"/>
                    <a:gd name="connsiteY579" fmla="*/ 385220 h 389543"/>
                    <a:gd name="connsiteX580" fmla="*/ 111485 w 891021"/>
                    <a:gd name="connsiteY580" fmla="*/ 384791 h 389543"/>
                    <a:gd name="connsiteX581" fmla="*/ 114106 w 891021"/>
                    <a:gd name="connsiteY581" fmla="*/ 384791 h 389543"/>
                    <a:gd name="connsiteX582" fmla="*/ 114535 w 891021"/>
                    <a:gd name="connsiteY582" fmla="*/ 385244 h 389543"/>
                    <a:gd name="connsiteX583" fmla="*/ 114094 w 891021"/>
                    <a:gd name="connsiteY583" fmla="*/ 385673 h 389543"/>
                    <a:gd name="connsiteX584" fmla="*/ 105360 w 891021"/>
                    <a:gd name="connsiteY584" fmla="*/ 385624 h 389543"/>
                    <a:gd name="connsiteX585" fmla="*/ 104748 w 891021"/>
                    <a:gd name="connsiteY585" fmla="*/ 385624 h 389543"/>
                    <a:gd name="connsiteX586" fmla="*/ 102726 w 891021"/>
                    <a:gd name="connsiteY586" fmla="*/ 385587 h 389543"/>
                    <a:gd name="connsiteX587" fmla="*/ 102298 w 891021"/>
                    <a:gd name="connsiteY587" fmla="*/ 385134 h 389543"/>
                    <a:gd name="connsiteX588" fmla="*/ 102751 w 891021"/>
                    <a:gd name="connsiteY588" fmla="*/ 384705 h 389543"/>
                    <a:gd name="connsiteX589" fmla="*/ 104748 w 891021"/>
                    <a:gd name="connsiteY589" fmla="*/ 384742 h 389543"/>
                    <a:gd name="connsiteX590" fmla="*/ 105360 w 891021"/>
                    <a:gd name="connsiteY590" fmla="*/ 384742 h 389543"/>
                    <a:gd name="connsiteX591" fmla="*/ 105789 w 891021"/>
                    <a:gd name="connsiteY591" fmla="*/ 385183 h 389543"/>
                    <a:gd name="connsiteX592" fmla="*/ 105348 w 891021"/>
                    <a:gd name="connsiteY592" fmla="*/ 385612 h 389543"/>
                    <a:gd name="connsiteX593" fmla="*/ 96638 w 891021"/>
                    <a:gd name="connsiteY593" fmla="*/ 385232 h 389543"/>
                    <a:gd name="connsiteX594" fmla="*/ 96601 w 891021"/>
                    <a:gd name="connsiteY594" fmla="*/ 385232 h 389543"/>
                    <a:gd name="connsiteX595" fmla="*/ 93980 w 891021"/>
                    <a:gd name="connsiteY595" fmla="*/ 384962 h 389543"/>
                    <a:gd name="connsiteX596" fmla="*/ 93600 w 891021"/>
                    <a:gd name="connsiteY596" fmla="*/ 384472 h 389543"/>
                    <a:gd name="connsiteX597" fmla="*/ 94090 w 891021"/>
                    <a:gd name="connsiteY597" fmla="*/ 384093 h 389543"/>
                    <a:gd name="connsiteX598" fmla="*/ 96687 w 891021"/>
                    <a:gd name="connsiteY598" fmla="*/ 384362 h 389543"/>
                    <a:gd name="connsiteX599" fmla="*/ 97079 w 891021"/>
                    <a:gd name="connsiteY599" fmla="*/ 384840 h 389543"/>
                    <a:gd name="connsiteX600" fmla="*/ 96650 w 891021"/>
                    <a:gd name="connsiteY600" fmla="*/ 385244 h 389543"/>
                    <a:gd name="connsiteX601" fmla="*/ 87990 w 891021"/>
                    <a:gd name="connsiteY601" fmla="*/ 384056 h 389543"/>
                    <a:gd name="connsiteX602" fmla="*/ 87916 w 891021"/>
                    <a:gd name="connsiteY602" fmla="*/ 384056 h 389543"/>
                    <a:gd name="connsiteX603" fmla="*/ 85332 w 891021"/>
                    <a:gd name="connsiteY603" fmla="*/ 383541 h 389543"/>
                    <a:gd name="connsiteX604" fmla="*/ 84989 w 891021"/>
                    <a:gd name="connsiteY604" fmla="*/ 383027 h 389543"/>
                    <a:gd name="connsiteX605" fmla="*/ 85503 w 891021"/>
                    <a:gd name="connsiteY605" fmla="*/ 382684 h 389543"/>
                    <a:gd name="connsiteX606" fmla="*/ 88063 w 891021"/>
                    <a:gd name="connsiteY606" fmla="*/ 383186 h 389543"/>
                    <a:gd name="connsiteX607" fmla="*/ 88419 w 891021"/>
                    <a:gd name="connsiteY607" fmla="*/ 383701 h 389543"/>
                    <a:gd name="connsiteX608" fmla="*/ 87990 w 891021"/>
                    <a:gd name="connsiteY608" fmla="*/ 384056 h 389543"/>
                    <a:gd name="connsiteX609" fmla="*/ 835861 w 891021"/>
                    <a:gd name="connsiteY609" fmla="*/ 383100 h 389543"/>
                    <a:gd name="connsiteX610" fmla="*/ 835469 w 891021"/>
                    <a:gd name="connsiteY610" fmla="*/ 382855 h 389543"/>
                    <a:gd name="connsiteX611" fmla="*/ 835677 w 891021"/>
                    <a:gd name="connsiteY611" fmla="*/ 382267 h 389543"/>
                    <a:gd name="connsiteX612" fmla="*/ 838017 w 891021"/>
                    <a:gd name="connsiteY612" fmla="*/ 381104 h 389543"/>
                    <a:gd name="connsiteX613" fmla="*/ 838605 w 891021"/>
                    <a:gd name="connsiteY613" fmla="*/ 381287 h 389543"/>
                    <a:gd name="connsiteX614" fmla="*/ 838421 w 891021"/>
                    <a:gd name="connsiteY614" fmla="*/ 381875 h 389543"/>
                    <a:gd name="connsiteX615" fmla="*/ 836057 w 891021"/>
                    <a:gd name="connsiteY615" fmla="*/ 383051 h 389543"/>
                    <a:gd name="connsiteX616" fmla="*/ 835873 w 891021"/>
                    <a:gd name="connsiteY616" fmla="*/ 383088 h 389543"/>
                    <a:gd name="connsiteX617" fmla="*/ 79476 w 891021"/>
                    <a:gd name="connsiteY617" fmla="*/ 382096 h 389543"/>
                    <a:gd name="connsiteX618" fmla="*/ 79354 w 891021"/>
                    <a:gd name="connsiteY618" fmla="*/ 382084 h 389543"/>
                    <a:gd name="connsiteX619" fmla="*/ 76830 w 891021"/>
                    <a:gd name="connsiteY619" fmla="*/ 381336 h 389543"/>
                    <a:gd name="connsiteX620" fmla="*/ 76536 w 891021"/>
                    <a:gd name="connsiteY620" fmla="*/ 380785 h 389543"/>
                    <a:gd name="connsiteX621" fmla="*/ 77088 w 891021"/>
                    <a:gd name="connsiteY621" fmla="*/ 380491 h 389543"/>
                    <a:gd name="connsiteX622" fmla="*/ 79587 w 891021"/>
                    <a:gd name="connsiteY622" fmla="*/ 381226 h 389543"/>
                    <a:gd name="connsiteX623" fmla="*/ 79893 w 891021"/>
                    <a:gd name="connsiteY623" fmla="*/ 381765 h 389543"/>
                    <a:gd name="connsiteX624" fmla="*/ 79476 w 891021"/>
                    <a:gd name="connsiteY624" fmla="*/ 382084 h 389543"/>
                    <a:gd name="connsiteX625" fmla="*/ 71183 w 891021"/>
                    <a:gd name="connsiteY625" fmla="*/ 379364 h 389543"/>
                    <a:gd name="connsiteX626" fmla="*/ 71024 w 891021"/>
                    <a:gd name="connsiteY626" fmla="*/ 379340 h 389543"/>
                    <a:gd name="connsiteX627" fmla="*/ 68586 w 891021"/>
                    <a:gd name="connsiteY627" fmla="*/ 378372 h 389543"/>
                    <a:gd name="connsiteX628" fmla="*/ 68354 w 891021"/>
                    <a:gd name="connsiteY628" fmla="*/ 377796 h 389543"/>
                    <a:gd name="connsiteX629" fmla="*/ 68929 w 891021"/>
                    <a:gd name="connsiteY629" fmla="*/ 377563 h 389543"/>
                    <a:gd name="connsiteX630" fmla="*/ 71342 w 891021"/>
                    <a:gd name="connsiteY630" fmla="*/ 378519 h 389543"/>
                    <a:gd name="connsiteX631" fmla="*/ 71600 w 891021"/>
                    <a:gd name="connsiteY631" fmla="*/ 379082 h 389543"/>
                    <a:gd name="connsiteX632" fmla="*/ 71195 w 891021"/>
                    <a:gd name="connsiteY632" fmla="*/ 379364 h 389543"/>
                    <a:gd name="connsiteX633" fmla="*/ 843505 w 891021"/>
                    <a:gd name="connsiteY633" fmla="*/ 378874 h 389543"/>
                    <a:gd name="connsiteX634" fmla="*/ 843137 w 891021"/>
                    <a:gd name="connsiteY634" fmla="*/ 378678 h 389543"/>
                    <a:gd name="connsiteX635" fmla="*/ 843272 w 891021"/>
                    <a:gd name="connsiteY635" fmla="*/ 378078 h 389543"/>
                    <a:gd name="connsiteX636" fmla="*/ 845440 w 891021"/>
                    <a:gd name="connsiteY636" fmla="*/ 376632 h 389543"/>
                    <a:gd name="connsiteX637" fmla="*/ 846053 w 891021"/>
                    <a:gd name="connsiteY637" fmla="*/ 376743 h 389543"/>
                    <a:gd name="connsiteX638" fmla="*/ 845943 w 891021"/>
                    <a:gd name="connsiteY638" fmla="*/ 377355 h 389543"/>
                    <a:gd name="connsiteX639" fmla="*/ 843750 w 891021"/>
                    <a:gd name="connsiteY639" fmla="*/ 378825 h 389543"/>
                    <a:gd name="connsiteX640" fmla="*/ 843517 w 891021"/>
                    <a:gd name="connsiteY640" fmla="*/ 378899 h 389543"/>
                    <a:gd name="connsiteX641" fmla="*/ 63184 w 891021"/>
                    <a:gd name="connsiteY641" fmla="*/ 375897 h 389543"/>
                    <a:gd name="connsiteX642" fmla="*/ 62988 w 891021"/>
                    <a:gd name="connsiteY642" fmla="*/ 375849 h 389543"/>
                    <a:gd name="connsiteX643" fmla="*/ 60648 w 891021"/>
                    <a:gd name="connsiteY643" fmla="*/ 374660 h 389543"/>
                    <a:gd name="connsiteX644" fmla="*/ 60465 w 891021"/>
                    <a:gd name="connsiteY644" fmla="*/ 374072 h 389543"/>
                    <a:gd name="connsiteX645" fmla="*/ 61053 w 891021"/>
                    <a:gd name="connsiteY645" fmla="*/ 373889 h 389543"/>
                    <a:gd name="connsiteX646" fmla="*/ 63380 w 891021"/>
                    <a:gd name="connsiteY646" fmla="*/ 375065 h 389543"/>
                    <a:gd name="connsiteX647" fmla="*/ 63576 w 891021"/>
                    <a:gd name="connsiteY647" fmla="*/ 375652 h 389543"/>
                    <a:gd name="connsiteX648" fmla="*/ 63184 w 891021"/>
                    <a:gd name="connsiteY648" fmla="*/ 375897 h 389543"/>
                    <a:gd name="connsiteX649" fmla="*/ 850536 w 891021"/>
                    <a:gd name="connsiteY649" fmla="*/ 373717 h 389543"/>
                    <a:gd name="connsiteX650" fmla="*/ 850205 w 891021"/>
                    <a:gd name="connsiteY650" fmla="*/ 373558 h 389543"/>
                    <a:gd name="connsiteX651" fmla="*/ 850254 w 891021"/>
                    <a:gd name="connsiteY651" fmla="*/ 372945 h 389543"/>
                    <a:gd name="connsiteX652" fmla="*/ 852227 w 891021"/>
                    <a:gd name="connsiteY652" fmla="*/ 371243 h 389543"/>
                    <a:gd name="connsiteX653" fmla="*/ 852839 w 891021"/>
                    <a:gd name="connsiteY653" fmla="*/ 371279 h 389543"/>
                    <a:gd name="connsiteX654" fmla="*/ 852802 w 891021"/>
                    <a:gd name="connsiteY654" fmla="*/ 371892 h 389543"/>
                    <a:gd name="connsiteX655" fmla="*/ 850806 w 891021"/>
                    <a:gd name="connsiteY655" fmla="*/ 373619 h 389543"/>
                    <a:gd name="connsiteX656" fmla="*/ 850524 w 891021"/>
                    <a:gd name="connsiteY656" fmla="*/ 373717 h 389543"/>
                    <a:gd name="connsiteX657" fmla="*/ 55528 w 891021"/>
                    <a:gd name="connsiteY657" fmla="*/ 371708 h 389543"/>
                    <a:gd name="connsiteX658" fmla="*/ 55295 w 891021"/>
                    <a:gd name="connsiteY658" fmla="*/ 371647 h 389543"/>
                    <a:gd name="connsiteX659" fmla="*/ 53066 w 891021"/>
                    <a:gd name="connsiteY659" fmla="*/ 370250 h 389543"/>
                    <a:gd name="connsiteX660" fmla="*/ 52931 w 891021"/>
                    <a:gd name="connsiteY660" fmla="*/ 369650 h 389543"/>
                    <a:gd name="connsiteX661" fmla="*/ 53531 w 891021"/>
                    <a:gd name="connsiteY661" fmla="*/ 369515 h 389543"/>
                    <a:gd name="connsiteX662" fmla="*/ 55736 w 891021"/>
                    <a:gd name="connsiteY662" fmla="*/ 370900 h 389543"/>
                    <a:gd name="connsiteX663" fmla="*/ 55883 w 891021"/>
                    <a:gd name="connsiteY663" fmla="*/ 371500 h 389543"/>
                    <a:gd name="connsiteX664" fmla="*/ 55504 w 891021"/>
                    <a:gd name="connsiteY664" fmla="*/ 371708 h 389543"/>
                    <a:gd name="connsiteX665" fmla="*/ 856869 w 891021"/>
                    <a:gd name="connsiteY665" fmla="*/ 367702 h 389543"/>
                    <a:gd name="connsiteX666" fmla="*/ 856575 w 891021"/>
                    <a:gd name="connsiteY666" fmla="*/ 367580 h 389543"/>
                    <a:gd name="connsiteX667" fmla="*/ 856551 w 891021"/>
                    <a:gd name="connsiteY667" fmla="*/ 366967 h 389543"/>
                    <a:gd name="connsiteX668" fmla="*/ 858290 w 891021"/>
                    <a:gd name="connsiteY668" fmla="*/ 365020 h 389543"/>
                    <a:gd name="connsiteX669" fmla="*/ 858903 w 891021"/>
                    <a:gd name="connsiteY669" fmla="*/ 364971 h 389543"/>
                    <a:gd name="connsiteX670" fmla="*/ 858952 w 891021"/>
                    <a:gd name="connsiteY670" fmla="*/ 365583 h 389543"/>
                    <a:gd name="connsiteX671" fmla="*/ 857200 w 891021"/>
                    <a:gd name="connsiteY671" fmla="*/ 367555 h 389543"/>
                    <a:gd name="connsiteX672" fmla="*/ 856882 w 891021"/>
                    <a:gd name="connsiteY672" fmla="*/ 367690 h 389543"/>
                    <a:gd name="connsiteX673" fmla="*/ 48288 w 891021"/>
                    <a:gd name="connsiteY673" fmla="*/ 366833 h 389543"/>
                    <a:gd name="connsiteX674" fmla="*/ 48031 w 891021"/>
                    <a:gd name="connsiteY674" fmla="*/ 366747 h 389543"/>
                    <a:gd name="connsiteX675" fmla="*/ 45937 w 891021"/>
                    <a:gd name="connsiteY675" fmla="*/ 365154 h 389543"/>
                    <a:gd name="connsiteX676" fmla="*/ 45863 w 891021"/>
                    <a:gd name="connsiteY676" fmla="*/ 364542 h 389543"/>
                    <a:gd name="connsiteX677" fmla="*/ 46476 w 891021"/>
                    <a:gd name="connsiteY677" fmla="*/ 364468 h 389543"/>
                    <a:gd name="connsiteX678" fmla="*/ 48546 w 891021"/>
                    <a:gd name="connsiteY678" fmla="*/ 366049 h 389543"/>
                    <a:gd name="connsiteX679" fmla="*/ 48631 w 891021"/>
                    <a:gd name="connsiteY679" fmla="*/ 366661 h 389543"/>
                    <a:gd name="connsiteX680" fmla="*/ 48276 w 891021"/>
                    <a:gd name="connsiteY680" fmla="*/ 366833 h 389543"/>
                    <a:gd name="connsiteX681" fmla="*/ 41527 w 891021"/>
                    <a:gd name="connsiteY681" fmla="*/ 361320 h 389543"/>
                    <a:gd name="connsiteX682" fmla="*/ 41233 w 891021"/>
                    <a:gd name="connsiteY682" fmla="*/ 361210 h 389543"/>
                    <a:gd name="connsiteX683" fmla="*/ 39297 w 891021"/>
                    <a:gd name="connsiteY683" fmla="*/ 359434 h 389543"/>
                    <a:gd name="connsiteX684" fmla="*/ 39285 w 891021"/>
                    <a:gd name="connsiteY684" fmla="*/ 358821 h 389543"/>
                    <a:gd name="connsiteX685" fmla="*/ 39897 w 891021"/>
                    <a:gd name="connsiteY685" fmla="*/ 358809 h 389543"/>
                    <a:gd name="connsiteX686" fmla="*/ 41821 w 891021"/>
                    <a:gd name="connsiteY686" fmla="*/ 360573 h 389543"/>
                    <a:gd name="connsiteX687" fmla="*/ 41857 w 891021"/>
                    <a:gd name="connsiteY687" fmla="*/ 361186 h 389543"/>
                    <a:gd name="connsiteX688" fmla="*/ 41527 w 891021"/>
                    <a:gd name="connsiteY688" fmla="*/ 361333 h 389543"/>
                    <a:gd name="connsiteX689" fmla="*/ 862382 w 891021"/>
                    <a:gd name="connsiteY689" fmla="*/ 360941 h 389543"/>
                    <a:gd name="connsiteX690" fmla="*/ 862125 w 891021"/>
                    <a:gd name="connsiteY690" fmla="*/ 360855 h 389543"/>
                    <a:gd name="connsiteX691" fmla="*/ 862026 w 891021"/>
                    <a:gd name="connsiteY691" fmla="*/ 360242 h 389543"/>
                    <a:gd name="connsiteX692" fmla="*/ 863497 w 891021"/>
                    <a:gd name="connsiteY692" fmla="*/ 358099 h 389543"/>
                    <a:gd name="connsiteX693" fmla="*/ 864097 w 891021"/>
                    <a:gd name="connsiteY693" fmla="*/ 357976 h 389543"/>
                    <a:gd name="connsiteX694" fmla="*/ 864219 w 891021"/>
                    <a:gd name="connsiteY694" fmla="*/ 358576 h 389543"/>
                    <a:gd name="connsiteX695" fmla="*/ 862725 w 891021"/>
                    <a:gd name="connsiteY695" fmla="*/ 360745 h 389543"/>
                    <a:gd name="connsiteX696" fmla="*/ 862369 w 891021"/>
                    <a:gd name="connsiteY696" fmla="*/ 360928 h 389543"/>
                    <a:gd name="connsiteX697" fmla="*/ 35292 w 891021"/>
                    <a:gd name="connsiteY697" fmla="*/ 355208 h 389543"/>
                    <a:gd name="connsiteX698" fmla="*/ 34973 w 891021"/>
                    <a:gd name="connsiteY698" fmla="*/ 355073 h 389543"/>
                    <a:gd name="connsiteX699" fmla="*/ 33209 w 891021"/>
                    <a:gd name="connsiteY699" fmla="*/ 353125 h 389543"/>
                    <a:gd name="connsiteX700" fmla="*/ 33246 w 891021"/>
                    <a:gd name="connsiteY700" fmla="*/ 352513 h 389543"/>
                    <a:gd name="connsiteX701" fmla="*/ 33858 w 891021"/>
                    <a:gd name="connsiteY701" fmla="*/ 352549 h 389543"/>
                    <a:gd name="connsiteX702" fmla="*/ 35610 w 891021"/>
                    <a:gd name="connsiteY702" fmla="*/ 354485 h 389543"/>
                    <a:gd name="connsiteX703" fmla="*/ 35585 w 891021"/>
                    <a:gd name="connsiteY703" fmla="*/ 355097 h 389543"/>
                    <a:gd name="connsiteX704" fmla="*/ 35292 w 891021"/>
                    <a:gd name="connsiteY704" fmla="*/ 355220 h 389543"/>
                    <a:gd name="connsiteX705" fmla="*/ 867000 w 891021"/>
                    <a:gd name="connsiteY705" fmla="*/ 353529 h 389543"/>
                    <a:gd name="connsiteX706" fmla="*/ 866792 w 891021"/>
                    <a:gd name="connsiteY706" fmla="*/ 353480 h 389543"/>
                    <a:gd name="connsiteX707" fmla="*/ 866608 w 891021"/>
                    <a:gd name="connsiteY707" fmla="*/ 352892 h 389543"/>
                    <a:gd name="connsiteX708" fmla="*/ 867796 w 891021"/>
                    <a:gd name="connsiteY708" fmla="*/ 350577 h 389543"/>
                    <a:gd name="connsiteX709" fmla="*/ 868384 w 891021"/>
                    <a:gd name="connsiteY709" fmla="*/ 350381 h 389543"/>
                    <a:gd name="connsiteX710" fmla="*/ 868580 w 891021"/>
                    <a:gd name="connsiteY710" fmla="*/ 350969 h 389543"/>
                    <a:gd name="connsiteX711" fmla="*/ 867380 w 891021"/>
                    <a:gd name="connsiteY711" fmla="*/ 353309 h 389543"/>
                    <a:gd name="connsiteX712" fmla="*/ 867000 w 891021"/>
                    <a:gd name="connsiteY712" fmla="*/ 353542 h 389543"/>
                    <a:gd name="connsiteX713" fmla="*/ 29632 w 891021"/>
                    <a:gd name="connsiteY713" fmla="*/ 348544 h 389543"/>
                    <a:gd name="connsiteX714" fmla="*/ 29289 w 891021"/>
                    <a:gd name="connsiteY714" fmla="*/ 348372 h 389543"/>
                    <a:gd name="connsiteX715" fmla="*/ 27709 w 891021"/>
                    <a:gd name="connsiteY715" fmla="*/ 346265 h 389543"/>
                    <a:gd name="connsiteX716" fmla="*/ 27807 w 891021"/>
                    <a:gd name="connsiteY716" fmla="*/ 345653 h 389543"/>
                    <a:gd name="connsiteX717" fmla="*/ 28419 w 891021"/>
                    <a:gd name="connsiteY717" fmla="*/ 345751 h 389543"/>
                    <a:gd name="connsiteX718" fmla="*/ 29987 w 891021"/>
                    <a:gd name="connsiteY718" fmla="*/ 347833 h 389543"/>
                    <a:gd name="connsiteX719" fmla="*/ 29914 w 891021"/>
                    <a:gd name="connsiteY719" fmla="*/ 348446 h 389543"/>
                    <a:gd name="connsiteX720" fmla="*/ 29644 w 891021"/>
                    <a:gd name="connsiteY720" fmla="*/ 348532 h 389543"/>
                    <a:gd name="connsiteX721" fmla="*/ 870614 w 891021"/>
                    <a:gd name="connsiteY721" fmla="*/ 345592 h 389543"/>
                    <a:gd name="connsiteX722" fmla="*/ 870454 w 891021"/>
                    <a:gd name="connsiteY722" fmla="*/ 345567 h 389543"/>
                    <a:gd name="connsiteX723" fmla="*/ 870197 w 891021"/>
                    <a:gd name="connsiteY723" fmla="*/ 345004 h 389543"/>
                    <a:gd name="connsiteX724" fmla="*/ 871079 w 891021"/>
                    <a:gd name="connsiteY724" fmla="*/ 342554 h 389543"/>
                    <a:gd name="connsiteX725" fmla="*/ 871630 w 891021"/>
                    <a:gd name="connsiteY725" fmla="*/ 342284 h 389543"/>
                    <a:gd name="connsiteX726" fmla="*/ 871900 w 891021"/>
                    <a:gd name="connsiteY726" fmla="*/ 342835 h 389543"/>
                    <a:gd name="connsiteX727" fmla="*/ 871006 w 891021"/>
                    <a:gd name="connsiteY727" fmla="*/ 345322 h 389543"/>
                    <a:gd name="connsiteX728" fmla="*/ 870601 w 891021"/>
                    <a:gd name="connsiteY728" fmla="*/ 345604 h 389543"/>
                    <a:gd name="connsiteX729" fmla="*/ 24597 w 891021"/>
                    <a:gd name="connsiteY729" fmla="*/ 341402 h 389543"/>
                    <a:gd name="connsiteX730" fmla="*/ 24230 w 891021"/>
                    <a:gd name="connsiteY730" fmla="*/ 341194 h 389543"/>
                    <a:gd name="connsiteX731" fmla="*/ 22846 w 891021"/>
                    <a:gd name="connsiteY731" fmla="*/ 338952 h 389543"/>
                    <a:gd name="connsiteX732" fmla="*/ 22993 w 891021"/>
                    <a:gd name="connsiteY732" fmla="*/ 338352 h 389543"/>
                    <a:gd name="connsiteX733" fmla="*/ 23593 w 891021"/>
                    <a:gd name="connsiteY733" fmla="*/ 338499 h 389543"/>
                    <a:gd name="connsiteX734" fmla="*/ 24965 w 891021"/>
                    <a:gd name="connsiteY734" fmla="*/ 340716 h 389543"/>
                    <a:gd name="connsiteX735" fmla="*/ 24830 w 891021"/>
                    <a:gd name="connsiteY735" fmla="*/ 341316 h 389543"/>
                    <a:gd name="connsiteX736" fmla="*/ 24597 w 891021"/>
                    <a:gd name="connsiteY736" fmla="*/ 341390 h 389543"/>
                    <a:gd name="connsiteX737" fmla="*/ 873186 w 891021"/>
                    <a:gd name="connsiteY737" fmla="*/ 337250 h 389543"/>
                    <a:gd name="connsiteX738" fmla="*/ 873088 w 891021"/>
                    <a:gd name="connsiteY738" fmla="*/ 337250 h 389543"/>
                    <a:gd name="connsiteX739" fmla="*/ 872770 w 891021"/>
                    <a:gd name="connsiteY739" fmla="*/ 336723 h 389543"/>
                    <a:gd name="connsiteX740" fmla="*/ 873333 w 891021"/>
                    <a:gd name="connsiteY740" fmla="*/ 334175 h 389543"/>
                    <a:gd name="connsiteX741" fmla="*/ 873847 w 891021"/>
                    <a:gd name="connsiteY741" fmla="*/ 333832 h 389543"/>
                    <a:gd name="connsiteX742" fmla="*/ 874191 w 891021"/>
                    <a:gd name="connsiteY742" fmla="*/ 334346 h 389543"/>
                    <a:gd name="connsiteX743" fmla="*/ 873627 w 891021"/>
                    <a:gd name="connsiteY743" fmla="*/ 336919 h 389543"/>
                    <a:gd name="connsiteX744" fmla="*/ 873198 w 891021"/>
                    <a:gd name="connsiteY744" fmla="*/ 337250 h 389543"/>
                    <a:gd name="connsiteX745" fmla="*/ 20249 w 891021"/>
                    <a:gd name="connsiteY745" fmla="*/ 333807 h 389543"/>
                    <a:gd name="connsiteX746" fmla="*/ 19857 w 891021"/>
                    <a:gd name="connsiteY746" fmla="*/ 333575 h 389543"/>
                    <a:gd name="connsiteX747" fmla="*/ 18681 w 891021"/>
                    <a:gd name="connsiteY747" fmla="*/ 331210 h 389543"/>
                    <a:gd name="connsiteX748" fmla="*/ 18889 w 891021"/>
                    <a:gd name="connsiteY748" fmla="*/ 330622 h 389543"/>
                    <a:gd name="connsiteX749" fmla="*/ 19477 w 891021"/>
                    <a:gd name="connsiteY749" fmla="*/ 330831 h 389543"/>
                    <a:gd name="connsiteX750" fmla="*/ 20641 w 891021"/>
                    <a:gd name="connsiteY750" fmla="*/ 333170 h 389543"/>
                    <a:gd name="connsiteX751" fmla="*/ 20457 w 891021"/>
                    <a:gd name="connsiteY751" fmla="*/ 333758 h 389543"/>
                    <a:gd name="connsiteX752" fmla="*/ 20261 w 891021"/>
                    <a:gd name="connsiteY752" fmla="*/ 333807 h 389543"/>
                    <a:gd name="connsiteX753" fmla="*/ 874729 w 891021"/>
                    <a:gd name="connsiteY753" fmla="*/ 328650 h 389543"/>
                    <a:gd name="connsiteX754" fmla="*/ 874668 w 891021"/>
                    <a:gd name="connsiteY754" fmla="*/ 328650 h 389543"/>
                    <a:gd name="connsiteX755" fmla="*/ 874301 w 891021"/>
                    <a:gd name="connsiteY755" fmla="*/ 328160 h 389543"/>
                    <a:gd name="connsiteX756" fmla="*/ 874681 w 891021"/>
                    <a:gd name="connsiteY756" fmla="*/ 325563 h 389543"/>
                    <a:gd name="connsiteX757" fmla="*/ 875170 w 891021"/>
                    <a:gd name="connsiteY757" fmla="*/ 325196 h 389543"/>
                    <a:gd name="connsiteX758" fmla="*/ 875538 w 891021"/>
                    <a:gd name="connsiteY758" fmla="*/ 325686 h 389543"/>
                    <a:gd name="connsiteX759" fmla="*/ 875158 w 891021"/>
                    <a:gd name="connsiteY759" fmla="*/ 328283 h 389543"/>
                    <a:gd name="connsiteX760" fmla="*/ 874729 w 891021"/>
                    <a:gd name="connsiteY760" fmla="*/ 328662 h 389543"/>
                    <a:gd name="connsiteX761" fmla="*/ 16623 w 891021"/>
                    <a:gd name="connsiteY761" fmla="*/ 325857 h 389543"/>
                    <a:gd name="connsiteX762" fmla="*/ 16219 w 891021"/>
                    <a:gd name="connsiteY762" fmla="*/ 325588 h 389543"/>
                    <a:gd name="connsiteX763" fmla="*/ 15263 w 891021"/>
                    <a:gd name="connsiteY763" fmla="*/ 323126 h 389543"/>
                    <a:gd name="connsiteX764" fmla="*/ 15520 w 891021"/>
                    <a:gd name="connsiteY764" fmla="*/ 322562 h 389543"/>
                    <a:gd name="connsiteX765" fmla="*/ 16084 w 891021"/>
                    <a:gd name="connsiteY765" fmla="*/ 322819 h 389543"/>
                    <a:gd name="connsiteX766" fmla="*/ 17027 w 891021"/>
                    <a:gd name="connsiteY766" fmla="*/ 325257 h 389543"/>
                    <a:gd name="connsiteX767" fmla="*/ 16782 w 891021"/>
                    <a:gd name="connsiteY767" fmla="*/ 325821 h 389543"/>
                    <a:gd name="connsiteX768" fmla="*/ 16623 w 891021"/>
                    <a:gd name="connsiteY768" fmla="*/ 325857 h 389543"/>
                    <a:gd name="connsiteX769" fmla="*/ 875979 w 891021"/>
                    <a:gd name="connsiteY769" fmla="*/ 320002 h 389543"/>
                    <a:gd name="connsiteX770" fmla="*/ 875918 w 891021"/>
                    <a:gd name="connsiteY770" fmla="*/ 320002 h 389543"/>
                    <a:gd name="connsiteX771" fmla="*/ 875550 w 891021"/>
                    <a:gd name="connsiteY771" fmla="*/ 319512 h 389543"/>
                    <a:gd name="connsiteX772" fmla="*/ 875918 w 891021"/>
                    <a:gd name="connsiteY772" fmla="*/ 316915 h 389543"/>
                    <a:gd name="connsiteX773" fmla="*/ 876408 w 891021"/>
                    <a:gd name="connsiteY773" fmla="*/ 316547 h 389543"/>
                    <a:gd name="connsiteX774" fmla="*/ 876775 w 891021"/>
                    <a:gd name="connsiteY774" fmla="*/ 317037 h 389543"/>
                    <a:gd name="connsiteX775" fmla="*/ 876408 w 891021"/>
                    <a:gd name="connsiteY775" fmla="*/ 319634 h 389543"/>
                    <a:gd name="connsiteX776" fmla="*/ 875979 w 891021"/>
                    <a:gd name="connsiteY776" fmla="*/ 320014 h 389543"/>
                    <a:gd name="connsiteX777" fmla="*/ 13744 w 891021"/>
                    <a:gd name="connsiteY777" fmla="*/ 317601 h 389543"/>
                    <a:gd name="connsiteX778" fmla="*/ 13328 w 891021"/>
                    <a:gd name="connsiteY778" fmla="*/ 317295 h 389543"/>
                    <a:gd name="connsiteX779" fmla="*/ 12617 w 891021"/>
                    <a:gd name="connsiteY779" fmla="*/ 314759 h 389543"/>
                    <a:gd name="connsiteX780" fmla="*/ 12923 w 891021"/>
                    <a:gd name="connsiteY780" fmla="*/ 314220 h 389543"/>
                    <a:gd name="connsiteX781" fmla="*/ 13462 w 891021"/>
                    <a:gd name="connsiteY781" fmla="*/ 314526 h 389543"/>
                    <a:gd name="connsiteX782" fmla="*/ 14173 w 891021"/>
                    <a:gd name="connsiteY782" fmla="*/ 317037 h 389543"/>
                    <a:gd name="connsiteX783" fmla="*/ 13879 w 891021"/>
                    <a:gd name="connsiteY783" fmla="*/ 317576 h 389543"/>
                    <a:gd name="connsiteX784" fmla="*/ 13756 w 891021"/>
                    <a:gd name="connsiteY784" fmla="*/ 317589 h 389543"/>
                    <a:gd name="connsiteX785" fmla="*/ 877167 w 891021"/>
                    <a:gd name="connsiteY785" fmla="*/ 311341 h 389543"/>
                    <a:gd name="connsiteX786" fmla="*/ 877106 w 891021"/>
                    <a:gd name="connsiteY786" fmla="*/ 311341 h 389543"/>
                    <a:gd name="connsiteX787" fmla="*/ 876726 w 891021"/>
                    <a:gd name="connsiteY787" fmla="*/ 310851 h 389543"/>
                    <a:gd name="connsiteX788" fmla="*/ 877069 w 891021"/>
                    <a:gd name="connsiteY788" fmla="*/ 308254 h 389543"/>
                    <a:gd name="connsiteX789" fmla="*/ 877559 w 891021"/>
                    <a:gd name="connsiteY789" fmla="*/ 307875 h 389543"/>
                    <a:gd name="connsiteX790" fmla="*/ 877939 w 891021"/>
                    <a:gd name="connsiteY790" fmla="*/ 308365 h 389543"/>
                    <a:gd name="connsiteX791" fmla="*/ 877596 w 891021"/>
                    <a:gd name="connsiteY791" fmla="*/ 310962 h 389543"/>
                    <a:gd name="connsiteX792" fmla="*/ 877167 w 891021"/>
                    <a:gd name="connsiteY792" fmla="*/ 311341 h 389543"/>
                    <a:gd name="connsiteX793" fmla="*/ 11650 w 891021"/>
                    <a:gd name="connsiteY793" fmla="*/ 309124 h 389543"/>
                    <a:gd name="connsiteX794" fmla="*/ 11221 w 891021"/>
                    <a:gd name="connsiteY794" fmla="*/ 308769 h 389543"/>
                    <a:gd name="connsiteX795" fmla="*/ 10743 w 891021"/>
                    <a:gd name="connsiteY795" fmla="*/ 306184 h 389543"/>
                    <a:gd name="connsiteX796" fmla="*/ 11098 w 891021"/>
                    <a:gd name="connsiteY796" fmla="*/ 305682 h 389543"/>
                    <a:gd name="connsiteX797" fmla="*/ 11600 w 891021"/>
                    <a:gd name="connsiteY797" fmla="*/ 306037 h 389543"/>
                    <a:gd name="connsiteX798" fmla="*/ 12078 w 891021"/>
                    <a:gd name="connsiteY798" fmla="*/ 308610 h 389543"/>
                    <a:gd name="connsiteX799" fmla="*/ 11735 w 891021"/>
                    <a:gd name="connsiteY799" fmla="*/ 309124 h 389543"/>
                    <a:gd name="connsiteX800" fmla="*/ 11650 w 891021"/>
                    <a:gd name="connsiteY800" fmla="*/ 309124 h 389543"/>
                    <a:gd name="connsiteX801" fmla="*/ 878306 w 891021"/>
                    <a:gd name="connsiteY801" fmla="*/ 302681 h 389543"/>
                    <a:gd name="connsiteX802" fmla="*/ 878245 w 891021"/>
                    <a:gd name="connsiteY802" fmla="*/ 302681 h 389543"/>
                    <a:gd name="connsiteX803" fmla="*/ 877865 w 891021"/>
                    <a:gd name="connsiteY803" fmla="*/ 302191 h 389543"/>
                    <a:gd name="connsiteX804" fmla="*/ 878196 w 891021"/>
                    <a:gd name="connsiteY804" fmla="*/ 299594 h 389543"/>
                    <a:gd name="connsiteX805" fmla="*/ 878686 w 891021"/>
                    <a:gd name="connsiteY805" fmla="*/ 299214 h 389543"/>
                    <a:gd name="connsiteX806" fmla="*/ 879066 w 891021"/>
                    <a:gd name="connsiteY806" fmla="*/ 299704 h 389543"/>
                    <a:gd name="connsiteX807" fmla="*/ 878735 w 891021"/>
                    <a:gd name="connsiteY807" fmla="*/ 302301 h 389543"/>
                    <a:gd name="connsiteX808" fmla="*/ 878306 w 891021"/>
                    <a:gd name="connsiteY808" fmla="*/ 302681 h 389543"/>
                    <a:gd name="connsiteX809" fmla="*/ 10351 w 891021"/>
                    <a:gd name="connsiteY809" fmla="*/ 300488 h 389543"/>
                    <a:gd name="connsiteX810" fmla="*/ 9922 w 891021"/>
                    <a:gd name="connsiteY810" fmla="*/ 300096 h 389543"/>
                    <a:gd name="connsiteX811" fmla="*/ 9690 w 891021"/>
                    <a:gd name="connsiteY811" fmla="*/ 297475 h 389543"/>
                    <a:gd name="connsiteX812" fmla="*/ 10094 w 891021"/>
                    <a:gd name="connsiteY812" fmla="*/ 297009 h 389543"/>
                    <a:gd name="connsiteX813" fmla="*/ 10559 w 891021"/>
                    <a:gd name="connsiteY813" fmla="*/ 297413 h 389543"/>
                    <a:gd name="connsiteX814" fmla="*/ 10792 w 891021"/>
                    <a:gd name="connsiteY814" fmla="*/ 300010 h 389543"/>
                    <a:gd name="connsiteX815" fmla="*/ 10400 w 891021"/>
                    <a:gd name="connsiteY815" fmla="*/ 300488 h 389543"/>
                    <a:gd name="connsiteX816" fmla="*/ 10351 w 891021"/>
                    <a:gd name="connsiteY816" fmla="*/ 300488 h 389543"/>
                    <a:gd name="connsiteX817" fmla="*/ 879409 w 891021"/>
                    <a:gd name="connsiteY817" fmla="*/ 294008 h 389543"/>
                    <a:gd name="connsiteX818" fmla="*/ 879360 w 891021"/>
                    <a:gd name="connsiteY818" fmla="*/ 294008 h 389543"/>
                    <a:gd name="connsiteX819" fmla="*/ 878980 w 891021"/>
                    <a:gd name="connsiteY819" fmla="*/ 293518 h 389543"/>
                    <a:gd name="connsiteX820" fmla="*/ 879299 w 891021"/>
                    <a:gd name="connsiteY820" fmla="*/ 290921 h 389543"/>
                    <a:gd name="connsiteX821" fmla="*/ 879789 w 891021"/>
                    <a:gd name="connsiteY821" fmla="*/ 290541 h 389543"/>
                    <a:gd name="connsiteX822" fmla="*/ 880168 w 891021"/>
                    <a:gd name="connsiteY822" fmla="*/ 291031 h 389543"/>
                    <a:gd name="connsiteX823" fmla="*/ 879850 w 891021"/>
                    <a:gd name="connsiteY823" fmla="*/ 293640 h 389543"/>
                    <a:gd name="connsiteX824" fmla="*/ 879421 w 891021"/>
                    <a:gd name="connsiteY824" fmla="*/ 294020 h 389543"/>
                    <a:gd name="connsiteX825" fmla="*/ 9824 w 891021"/>
                    <a:gd name="connsiteY825" fmla="*/ 291766 h 389543"/>
                    <a:gd name="connsiteX826" fmla="*/ 9383 w 891021"/>
                    <a:gd name="connsiteY826" fmla="*/ 291337 h 389543"/>
                    <a:gd name="connsiteX827" fmla="*/ 9298 w 891021"/>
                    <a:gd name="connsiteY827" fmla="*/ 288716 h 389543"/>
                    <a:gd name="connsiteX828" fmla="*/ 9726 w 891021"/>
                    <a:gd name="connsiteY828" fmla="*/ 288263 h 389543"/>
                    <a:gd name="connsiteX829" fmla="*/ 10180 w 891021"/>
                    <a:gd name="connsiteY829" fmla="*/ 288692 h 389543"/>
                    <a:gd name="connsiteX830" fmla="*/ 10265 w 891021"/>
                    <a:gd name="connsiteY830" fmla="*/ 291313 h 389543"/>
                    <a:gd name="connsiteX831" fmla="*/ 9837 w 891021"/>
                    <a:gd name="connsiteY831" fmla="*/ 291766 h 389543"/>
                    <a:gd name="connsiteX832" fmla="*/ 9824 w 891021"/>
                    <a:gd name="connsiteY832" fmla="*/ 291766 h 389543"/>
                    <a:gd name="connsiteX833" fmla="*/ 880450 w 891021"/>
                    <a:gd name="connsiteY833" fmla="*/ 285323 h 389543"/>
                    <a:gd name="connsiteX834" fmla="*/ 880401 w 891021"/>
                    <a:gd name="connsiteY834" fmla="*/ 285323 h 389543"/>
                    <a:gd name="connsiteX835" fmla="*/ 880021 w 891021"/>
                    <a:gd name="connsiteY835" fmla="*/ 284833 h 389543"/>
                    <a:gd name="connsiteX836" fmla="*/ 880328 w 891021"/>
                    <a:gd name="connsiteY836" fmla="*/ 282224 h 389543"/>
                    <a:gd name="connsiteX837" fmla="*/ 880818 w 891021"/>
                    <a:gd name="connsiteY837" fmla="*/ 281844 h 389543"/>
                    <a:gd name="connsiteX838" fmla="*/ 881197 w 891021"/>
                    <a:gd name="connsiteY838" fmla="*/ 282334 h 389543"/>
                    <a:gd name="connsiteX839" fmla="*/ 880891 w 891021"/>
                    <a:gd name="connsiteY839" fmla="*/ 284943 h 389543"/>
                    <a:gd name="connsiteX840" fmla="*/ 880462 w 891021"/>
                    <a:gd name="connsiteY840" fmla="*/ 285323 h 389543"/>
                    <a:gd name="connsiteX841" fmla="*/ 9543 w 891021"/>
                    <a:gd name="connsiteY841" fmla="*/ 283032 h 389543"/>
                    <a:gd name="connsiteX842" fmla="*/ 9102 w 891021"/>
                    <a:gd name="connsiteY842" fmla="*/ 282603 h 389543"/>
                    <a:gd name="connsiteX843" fmla="*/ 9016 w 891021"/>
                    <a:gd name="connsiteY843" fmla="*/ 279982 h 389543"/>
                    <a:gd name="connsiteX844" fmla="*/ 9432 w 891021"/>
                    <a:gd name="connsiteY844" fmla="*/ 279529 h 389543"/>
                    <a:gd name="connsiteX845" fmla="*/ 9886 w 891021"/>
                    <a:gd name="connsiteY845" fmla="*/ 279958 h 389543"/>
                    <a:gd name="connsiteX846" fmla="*/ 9971 w 891021"/>
                    <a:gd name="connsiteY846" fmla="*/ 282579 h 389543"/>
                    <a:gd name="connsiteX847" fmla="*/ 9555 w 891021"/>
                    <a:gd name="connsiteY847" fmla="*/ 283032 h 389543"/>
                    <a:gd name="connsiteX848" fmla="*/ 9543 w 891021"/>
                    <a:gd name="connsiteY848" fmla="*/ 283032 h 389543"/>
                    <a:gd name="connsiteX849" fmla="*/ 881455 w 891021"/>
                    <a:gd name="connsiteY849" fmla="*/ 276638 h 389543"/>
                    <a:gd name="connsiteX850" fmla="*/ 881406 w 891021"/>
                    <a:gd name="connsiteY850" fmla="*/ 276638 h 389543"/>
                    <a:gd name="connsiteX851" fmla="*/ 881026 w 891021"/>
                    <a:gd name="connsiteY851" fmla="*/ 276160 h 389543"/>
                    <a:gd name="connsiteX852" fmla="*/ 881320 w 891021"/>
                    <a:gd name="connsiteY852" fmla="*/ 273551 h 389543"/>
                    <a:gd name="connsiteX853" fmla="*/ 881798 w 891021"/>
                    <a:gd name="connsiteY853" fmla="*/ 273159 h 389543"/>
                    <a:gd name="connsiteX854" fmla="*/ 882190 w 891021"/>
                    <a:gd name="connsiteY854" fmla="*/ 273637 h 389543"/>
                    <a:gd name="connsiteX855" fmla="*/ 881896 w 891021"/>
                    <a:gd name="connsiteY855" fmla="*/ 276246 h 389543"/>
                    <a:gd name="connsiteX856" fmla="*/ 881467 w 891021"/>
                    <a:gd name="connsiteY856" fmla="*/ 276638 h 389543"/>
                    <a:gd name="connsiteX857" fmla="*/ 9261 w 891021"/>
                    <a:gd name="connsiteY857" fmla="*/ 274298 h 389543"/>
                    <a:gd name="connsiteX858" fmla="*/ 8820 w 891021"/>
                    <a:gd name="connsiteY858" fmla="*/ 273869 h 389543"/>
                    <a:gd name="connsiteX859" fmla="*/ 8734 w 891021"/>
                    <a:gd name="connsiteY859" fmla="*/ 271248 h 389543"/>
                    <a:gd name="connsiteX860" fmla="*/ 9151 w 891021"/>
                    <a:gd name="connsiteY860" fmla="*/ 270795 h 389543"/>
                    <a:gd name="connsiteX861" fmla="*/ 9604 w 891021"/>
                    <a:gd name="connsiteY861" fmla="*/ 271223 h 389543"/>
                    <a:gd name="connsiteX862" fmla="*/ 9690 w 891021"/>
                    <a:gd name="connsiteY862" fmla="*/ 273845 h 389543"/>
                    <a:gd name="connsiteX863" fmla="*/ 9273 w 891021"/>
                    <a:gd name="connsiteY863" fmla="*/ 274298 h 389543"/>
                    <a:gd name="connsiteX864" fmla="*/ 9261 w 891021"/>
                    <a:gd name="connsiteY864" fmla="*/ 274298 h 389543"/>
                    <a:gd name="connsiteX865" fmla="*/ 882398 w 891021"/>
                    <a:gd name="connsiteY865" fmla="*/ 267953 h 389543"/>
                    <a:gd name="connsiteX866" fmla="*/ 882349 w 891021"/>
                    <a:gd name="connsiteY866" fmla="*/ 267953 h 389543"/>
                    <a:gd name="connsiteX867" fmla="*/ 881957 w 891021"/>
                    <a:gd name="connsiteY867" fmla="*/ 267475 h 389543"/>
                    <a:gd name="connsiteX868" fmla="*/ 882239 w 891021"/>
                    <a:gd name="connsiteY868" fmla="*/ 264866 h 389543"/>
                    <a:gd name="connsiteX869" fmla="*/ 882716 w 891021"/>
                    <a:gd name="connsiteY869" fmla="*/ 264474 h 389543"/>
                    <a:gd name="connsiteX870" fmla="*/ 883108 w 891021"/>
                    <a:gd name="connsiteY870" fmla="*/ 264952 h 389543"/>
                    <a:gd name="connsiteX871" fmla="*/ 882826 w 891021"/>
                    <a:gd name="connsiteY871" fmla="*/ 267561 h 389543"/>
                    <a:gd name="connsiteX872" fmla="*/ 882398 w 891021"/>
                    <a:gd name="connsiteY872" fmla="*/ 267953 h 389543"/>
                    <a:gd name="connsiteX873" fmla="*/ 8979 w 891021"/>
                    <a:gd name="connsiteY873" fmla="*/ 265564 h 389543"/>
                    <a:gd name="connsiteX874" fmla="*/ 8538 w 891021"/>
                    <a:gd name="connsiteY874" fmla="*/ 265148 h 389543"/>
                    <a:gd name="connsiteX875" fmla="*/ 8452 w 891021"/>
                    <a:gd name="connsiteY875" fmla="*/ 262526 h 389543"/>
                    <a:gd name="connsiteX876" fmla="*/ 8881 w 891021"/>
                    <a:gd name="connsiteY876" fmla="*/ 262073 h 389543"/>
                    <a:gd name="connsiteX877" fmla="*/ 9334 w 891021"/>
                    <a:gd name="connsiteY877" fmla="*/ 262502 h 389543"/>
                    <a:gd name="connsiteX878" fmla="*/ 9420 w 891021"/>
                    <a:gd name="connsiteY878" fmla="*/ 265123 h 389543"/>
                    <a:gd name="connsiteX879" fmla="*/ 8991 w 891021"/>
                    <a:gd name="connsiteY879" fmla="*/ 265576 h 389543"/>
                    <a:gd name="connsiteX880" fmla="*/ 8979 w 891021"/>
                    <a:gd name="connsiteY880" fmla="*/ 265576 h 389543"/>
                    <a:gd name="connsiteX881" fmla="*/ 883304 w 891021"/>
                    <a:gd name="connsiteY881" fmla="*/ 259255 h 389543"/>
                    <a:gd name="connsiteX882" fmla="*/ 883255 w 891021"/>
                    <a:gd name="connsiteY882" fmla="*/ 259255 h 389543"/>
                    <a:gd name="connsiteX883" fmla="*/ 882863 w 891021"/>
                    <a:gd name="connsiteY883" fmla="*/ 258778 h 389543"/>
                    <a:gd name="connsiteX884" fmla="*/ 883120 w 891021"/>
                    <a:gd name="connsiteY884" fmla="*/ 256169 h 389543"/>
                    <a:gd name="connsiteX885" fmla="*/ 883598 w 891021"/>
                    <a:gd name="connsiteY885" fmla="*/ 255777 h 389543"/>
                    <a:gd name="connsiteX886" fmla="*/ 883990 w 891021"/>
                    <a:gd name="connsiteY886" fmla="*/ 256254 h 389543"/>
                    <a:gd name="connsiteX887" fmla="*/ 883733 w 891021"/>
                    <a:gd name="connsiteY887" fmla="*/ 258863 h 389543"/>
                    <a:gd name="connsiteX888" fmla="*/ 883304 w 891021"/>
                    <a:gd name="connsiteY888" fmla="*/ 259255 h 389543"/>
                    <a:gd name="connsiteX889" fmla="*/ 8697 w 891021"/>
                    <a:gd name="connsiteY889" fmla="*/ 256830 h 389543"/>
                    <a:gd name="connsiteX890" fmla="*/ 8256 w 891021"/>
                    <a:gd name="connsiteY890" fmla="*/ 256401 h 389543"/>
                    <a:gd name="connsiteX891" fmla="*/ 8171 w 891021"/>
                    <a:gd name="connsiteY891" fmla="*/ 253780 h 389543"/>
                    <a:gd name="connsiteX892" fmla="*/ 8599 w 891021"/>
                    <a:gd name="connsiteY892" fmla="*/ 253327 h 389543"/>
                    <a:gd name="connsiteX893" fmla="*/ 9053 w 891021"/>
                    <a:gd name="connsiteY893" fmla="*/ 253755 h 389543"/>
                    <a:gd name="connsiteX894" fmla="*/ 9138 w 891021"/>
                    <a:gd name="connsiteY894" fmla="*/ 256377 h 389543"/>
                    <a:gd name="connsiteX895" fmla="*/ 8722 w 891021"/>
                    <a:gd name="connsiteY895" fmla="*/ 256830 h 389543"/>
                    <a:gd name="connsiteX896" fmla="*/ 8710 w 891021"/>
                    <a:gd name="connsiteY896" fmla="*/ 256830 h 389543"/>
                    <a:gd name="connsiteX897" fmla="*/ 884162 w 891021"/>
                    <a:gd name="connsiteY897" fmla="*/ 250558 h 389543"/>
                    <a:gd name="connsiteX898" fmla="*/ 884125 w 891021"/>
                    <a:gd name="connsiteY898" fmla="*/ 250558 h 389543"/>
                    <a:gd name="connsiteX899" fmla="*/ 883733 w 891021"/>
                    <a:gd name="connsiteY899" fmla="*/ 250080 h 389543"/>
                    <a:gd name="connsiteX900" fmla="*/ 883978 w 891021"/>
                    <a:gd name="connsiteY900" fmla="*/ 247471 h 389543"/>
                    <a:gd name="connsiteX901" fmla="*/ 884456 w 891021"/>
                    <a:gd name="connsiteY901" fmla="*/ 247079 h 389543"/>
                    <a:gd name="connsiteX902" fmla="*/ 884848 w 891021"/>
                    <a:gd name="connsiteY902" fmla="*/ 247557 h 389543"/>
                    <a:gd name="connsiteX903" fmla="*/ 884603 w 891021"/>
                    <a:gd name="connsiteY903" fmla="*/ 250166 h 389543"/>
                    <a:gd name="connsiteX904" fmla="*/ 884174 w 891021"/>
                    <a:gd name="connsiteY904" fmla="*/ 250558 h 389543"/>
                    <a:gd name="connsiteX905" fmla="*/ 8416 w 891021"/>
                    <a:gd name="connsiteY905" fmla="*/ 248096 h 389543"/>
                    <a:gd name="connsiteX906" fmla="*/ 7975 w 891021"/>
                    <a:gd name="connsiteY906" fmla="*/ 247667 h 389543"/>
                    <a:gd name="connsiteX907" fmla="*/ 7889 w 891021"/>
                    <a:gd name="connsiteY907" fmla="*/ 245046 h 389543"/>
                    <a:gd name="connsiteX908" fmla="*/ 8305 w 891021"/>
                    <a:gd name="connsiteY908" fmla="*/ 244593 h 389543"/>
                    <a:gd name="connsiteX909" fmla="*/ 8759 w 891021"/>
                    <a:gd name="connsiteY909" fmla="*/ 245021 h 389543"/>
                    <a:gd name="connsiteX910" fmla="*/ 8844 w 891021"/>
                    <a:gd name="connsiteY910" fmla="*/ 247643 h 389543"/>
                    <a:gd name="connsiteX911" fmla="*/ 8428 w 891021"/>
                    <a:gd name="connsiteY911" fmla="*/ 248096 h 389543"/>
                    <a:gd name="connsiteX912" fmla="*/ 8416 w 891021"/>
                    <a:gd name="connsiteY912" fmla="*/ 248096 h 389543"/>
                    <a:gd name="connsiteX913" fmla="*/ 884958 w 891021"/>
                    <a:gd name="connsiteY913" fmla="*/ 241861 h 389543"/>
                    <a:gd name="connsiteX914" fmla="*/ 884921 w 891021"/>
                    <a:gd name="connsiteY914" fmla="*/ 241861 h 389543"/>
                    <a:gd name="connsiteX915" fmla="*/ 884529 w 891021"/>
                    <a:gd name="connsiteY915" fmla="*/ 241383 h 389543"/>
                    <a:gd name="connsiteX916" fmla="*/ 884762 w 891021"/>
                    <a:gd name="connsiteY916" fmla="*/ 238774 h 389543"/>
                    <a:gd name="connsiteX917" fmla="*/ 885240 w 891021"/>
                    <a:gd name="connsiteY917" fmla="*/ 238382 h 389543"/>
                    <a:gd name="connsiteX918" fmla="*/ 885632 w 891021"/>
                    <a:gd name="connsiteY918" fmla="*/ 238860 h 389543"/>
                    <a:gd name="connsiteX919" fmla="*/ 885399 w 891021"/>
                    <a:gd name="connsiteY919" fmla="*/ 241469 h 389543"/>
                    <a:gd name="connsiteX920" fmla="*/ 884958 w 891021"/>
                    <a:gd name="connsiteY920" fmla="*/ 241861 h 389543"/>
                    <a:gd name="connsiteX921" fmla="*/ 8134 w 891021"/>
                    <a:gd name="connsiteY921" fmla="*/ 239362 h 389543"/>
                    <a:gd name="connsiteX922" fmla="*/ 7693 w 891021"/>
                    <a:gd name="connsiteY922" fmla="*/ 238933 h 389543"/>
                    <a:gd name="connsiteX923" fmla="*/ 7607 w 891021"/>
                    <a:gd name="connsiteY923" fmla="*/ 236312 h 389543"/>
                    <a:gd name="connsiteX924" fmla="*/ 8036 w 891021"/>
                    <a:gd name="connsiteY924" fmla="*/ 235858 h 389543"/>
                    <a:gd name="connsiteX925" fmla="*/ 8489 w 891021"/>
                    <a:gd name="connsiteY925" fmla="*/ 236287 h 389543"/>
                    <a:gd name="connsiteX926" fmla="*/ 8575 w 891021"/>
                    <a:gd name="connsiteY926" fmla="*/ 238909 h 389543"/>
                    <a:gd name="connsiteX927" fmla="*/ 8158 w 891021"/>
                    <a:gd name="connsiteY927" fmla="*/ 239362 h 389543"/>
                    <a:gd name="connsiteX928" fmla="*/ 8146 w 891021"/>
                    <a:gd name="connsiteY928" fmla="*/ 239362 h 389543"/>
                    <a:gd name="connsiteX929" fmla="*/ 885717 w 891021"/>
                    <a:gd name="connsiteY929" fmla="*/ 233151 h 389543"/>
                    <a:gd name="connsiteX930" fmla="*/ 885681 w 891021"/>
                    <a:gd name="connsiteY930" fmla="*/ 233151 h 389543"/>
                    <a:gd name="connsiteX931" fmla="*/ 885276 w 891021"/>
                    <a:gd name="connsiteY931" fmla="*/ 232674 h 389543"/>
                    <a:gd name="connsiteX932" fmla="*/ 885497 w 891021"/>
                    <a:gd name="connsiteY932" fmla="*/ 230064 h 389543"/>
                    <a:gd name="connsiteX933" fmla="*/ 885963 w 891021"/>
                    <a:gd name="connsiteY933" fmla="*/ 229660 h 389543"/>
                    <a:gd name="connsiteX934" fmla="*/ 886367 w 891021"/>
                    <a:gd name="connsiteY934" fmla="*/ 230126 h 389543"/>
                    <a:gd name="connsiteX935" fmla="*/ 886146 w 891021"/>
                    <a:gd name="connsiteY935" fmla="*/ 232735 h 389543"/>
                    <a:gd name="connsiteX936" fmla="*/ 885705 w 891021"/>
                    <a:gd name="connsiteY936" fmla="*/ 233139 h 389543"/>
                    <a:gd name="connsiteX937" fmla="*/ 7852 w 891021"/>
                    <a:gd name="connsiteY937" fmla="*/ 230628 h 389543"/>
                    <a:gd name="connsiteX938" fmla="*/ 7411 w 891021"/>
                    <a:gd name="connsiteY938" fmla="*/ 230199 h 389543"/>
                    <a:gd name="connsiteX939" fmla="*/ 7325 w 891021"/>
                    <a:gd name="connsiteY939" fmla="*/ 227578 h 389543"/>
                    <a:gd name="connsiteX940" fmla="*/ 7754 w 891021"/>
                    <a:gd name="connsiteY940" fmla="*/ 227124 h 389543"/>
                    <a:gd name="connsiteX941" fmla="*/ 8207 w 891021"/>
                    <a:gd name="connsiteY941" fmla="*/ 227553 h 389543"/>
                    <a:gd name="connsiteX942" fmla="*/ 8293 w 891021"/>
                    <a:gd name="connsiteY942" fmla="*/ 230175 h 389543"/>
                    <a:gd name="connsiteX943" fmla="*/ 7864 w 891021"/>
                    <a:gd name="connsiteY943" fmla="*/ 230628 h 389543"/>
                    <a:gd name="connsiteX944" fmla="*/ 7852 w 891021"/>
                    <a:gd name="connsiteY944" fmla="*/ 230628 h 389543"/>
                    <a:gd name="connsiteX945" fmla="*/ 886416 w 891021"/>
                    <a:gd name="connsiteY945" fmla="*/ 224442 h 389543"/>
                    <a:gd name="connsiteX946" fmla="*/ 886379 w 891021"/>
                    <a:gd name="connsiteY946" fmla="*/ 224442 h 389543"/>
                    <a:gd name="connsiteX947" fmla="*/ 885975 w 891021"/>
                    <a:gd name="connsiteY947" fmla="*/ 223976 h 389543"/>
                    <a:gd name="connsiteX948" fmla="*/ 886171 w 891021"/>
                    <a:gd name="connsiteY948" fmla="*/ 221367 h 389543"/>
                    <a:gd name="connsiteX949" fmla="*/ 886636 w 891021"/>
                    <a:gd name="connsiteY949" fmla="*/ 220963 h 389543"/>
                    <a:gd name="connsiteX950" fmla="*/ 887040 w 891021"/>
                    <a:gd name="connsiteY950" fmla="*/ 221428 h 389543"/>
                    <a:gd name="connsiteX951" fmla="*/ 886844 w 891021"/>
                    <a:gd name="connsiteY951" fmla="*/ 224037 h 389543"/>
                    <a:gd name="connsiteX952" fmla="*/ 886403 w 891021"/>
                    <a:gd name="connsiteY952" fmla="*/ 224442 h 389543"/>
                    <a:gd name="connsiteX953" fmla="*/ 7570 w 891021"/>
                    <a:gd name="connsiteY953" fmla="*/ 221894 h 389543"/>
                    <a:gd name="connsiteX954" fmla="*/ 7129 w 891021"/>
                    <a:gd name="connsiteY954" fmla="*/ 221465 h 389543"/>
                    <a:gd name="connsiteX955" fmla="*/ 7044 w 891021"/>
                    <a:gd name="connsiteY955" fmla="*/ 218844 h 389543"/>
                    <a:gd name="connsiteX956" fmla="*/ 7460 w 891021"/>
                    <a:gd name="connsiteY956" fmla="*/ 218390 h 389543"/>
                    <a:gd name="connsiteX957" fmla="*/ 7913 w 891021"/>
                    <a:gd name="connsiteY957" fmla="*/ 218819 h 389543"/>
                    <a:gd name="connsiteX958" fmla="*/ 7999 w 891021"/>
                    <a:gd name="connsiteY958" fmla="*/ 221440 h 389543"/>
                    <a:gd name="connsiteX959" fmla="*/ 7583 w 891021"/>
                    <a:gd name="connsiteY959" fmla="*/ 221894 h 389543"/>
                    <a:gd name="connsiteX960" fmla="*/ 7570 w 891021"/>
                    <a:gd name="connsiteY960" fmla="*/ 221894 h 389543"/>
                    <a:gd name="connsiteX961" fmla="*/ 887065 w 891021"/>
                    <a:gd name="connsiteY961" fmla="*/ 215720 h 389543"/>
                    <a:gd name="connsiteX962" fmla="*/ 887028 w 891021"/>
                    <a:gd name="connsiteY962" fmla="*/ 215720 h 389543"/>
                    <a:gd name="connsiteX963" fmla="*/ 886624 w 891021"/>
                    <a:gd name="connsiteY963" fmla="*/ 215254 h 389543"/>
                    <a:gd name="connsiteX964" fmla="*/ 886808 w 891021"/>
                    <a:gd name="connsiteY964" fmla="*/ 212645 h 389543"/>
                    <a:gd name="connsiteX965" fmla="*/ 887273 w 891021"/>
                    <a:gd name="connsiteY965" fmla="*/ 212241 h 389543"/>
                    <a:gd name="connsiteX966" fmla="*/ 887677 w 891021"/>
                    <a:gd name="connsiteY966" fmla="*/ 212706 h 389543"/>
                    <a:gd name="connsiteX967" fmla="*/ 887494 w 891021"/>
                    <a:gd name="connsiteY967" fmla="*/ 215328 h 389543"/>
                    <a:gd name="connsiteX968" fmla="*/ 887053 w 891021"/>
                    <a:gd name="connsiteY968" fmla="*/ 215732 h 389543"/>
                    <a:gd name="connsiteX969" fmla="*/ 7289 w 891021"/>
                    <a:gd name="connsiteY969" fmla="*/ 213160 h 389543"/>
                    <a:gd name="connsiteX970" fmla="*/ 6848 w 891021"/>
                    <a:gd name="connsiteY970" fmla="*/ 212743 h 389543"/>
                    <a:gd name="connsiteX971" fmla="*/ 6762 w 891021"/>
                    <a:gd name="connsiteY971" fmla="*/ 210122 h 389543"/>
                    <a:gd name="connsiteX972" fmla="*/ 7178 w 891021"/>
                    <a:gd name="connsiteY972" fmla="*/ 209668 h 389543"/>
                    <a:gd name="connsiteX973" fmla="*/ 7632 w 891021"/>
                    <a:gd name="connsiteY973" fmla="*/ 210097 h 389543"/>
                    <a:gd name="connsiteX974" fmla="*/ 7717 w 891021"/>
                    <a:gd name="connsiteY974" fmla="*/ 212719 h 389543"/>
                    <a:gd name="connsiteX975" fmla="*/ 7301 w 891021"/>
                    <a:gd name="connsiteY975" fmla="*/ 213172 h 389543"/>
                    <a:gd name="connsiteX976" fmla="*/ 7289 w 891021"/>
                    <a:gd name="connsiteY976" fmla="*/ 213172 h 389543"/>
                    <a:gd name="connsiteX977" fmla="*/ 887665 w 891021"/>
                    <a:gd name="connsiteY977" fmla="*/ 207010 h 389543"/>
                    <a:gd name="connsiteX978" fmla="*/ 887641 w 891021"/>
                    <a:gd name="connsiteY978" fmla="*/ 207010 h 389543"/>
                    <a:gd name="connsiteX979" fmla="*/ 887237 w 891021"/>
                    <a:gd name="connsiteY979" fmla="*/ 206545 h 389543"/>
                    <a:gd name="connsiteX980" fmla="*/ 887408 w 891021"/>
                    <a:gd name="connsiteY980" fmla="*/ 203923 h 389543"/>
                    <a:gd name="connsiteX981" fmla="*/ 887873 w 891021"/>
                    <a:gd name="connsiteY981" fmla="*/ 203519 h 389543"/>
                    <a:gd name="connsiteX982" fmla="*/ 888278 w 891021"/>
                    <a:gd name="connsiteY982" fmla="*/ 203985 h 389543"/>
                    <a:gd name="connsiteX983" fmla="*/ 888106 w 891021"/>
                    <a:gd name="connsiteY983" fmla="*/ 206606 h 389543"/>
                    <a:gd name="connsiteX984" fmla="*/ 887665 w 891021"/>
                    <a:gd name="connsiteY984" fmla="*/ 207010 h 389543"/>
                    <a:gd name="connsiteX985" fmla="*/ 7007 w 891021"/>
                    <a:gd name="connsiteY985" fmla="*/ 204426 h 389543"/>
                    <a:gd name="connsiteX986" fmla="*/ 6566 w 891021"/>
                    <a:gd name="connsiteY986" fmla="*/ 203997 h 389543"/>
                    <a:gd name="connsiteX987" fmla="*/ 6480 w 891021"/>
                    <a:gd name="connsiteY987" fmla="*/ 201375 h 389543"/>
                    <a:gd name="connsiteX988" fmla="*/ 6909 w 891021"/>
                    <a:gd name="connsiteY988" fmla="*/ 200922 h 389543"/>
                    <a:gd name="connsiteX989" fmla="*/ 7362 w 891021"/>
                    <a:gd name="connsiteY989" fmla="*/ 201339 h 389543"/>
                    <a:gd name="connsiteX990" fmla="*/ 7448 w 891021"/>
                    <a:gd name="connsiteY990" fmla="*/ 203960 h 389543"/>
                    <a:gd name="connsiteX991" fmla="*/ 7019 w 891021"/>
                    <a:gd name="connsiteY991" fmla="*/ 204413 h 389543"/>
                    <a:gd name="connsiteX992" fmla="*/ 7007 w 891021"/>
                    <a:gd name="connsiteY992" fmla="*/ 204413 h 389543"/>
                    <a:gd name="connsiteX993" fmla="*/ 888216 w 891021"/>
                    <a:gd name="connsiteY993" fmla="*/ 198276 h 389543"/>
                    <a:gd name="connsiteX994" fmla="*/ 888192 w 891021"/>
                    <a:gd name="connsiteY994" fmla="*/ 198276 h 389543"/>
                    <a:gd name="connsiteX995" fmla="*/ 887788 w 891021"/>
                    <a:gd name="connsiteY995" fmla="*/ 197811 h 389543"/>
                    <a:gd name="connsiteX996" fmla="*/ 887947 w 891021"/>
                    <a:gd name="connsiteY996" fmla="*/ 195189 h 389543"/>
                    <a:gd name="connsiteX997" fmla="*/ 888412 w 891021"/>
                    <a:gd name="connsiteY997" fmla="*/ 194773 h 389543"/>
                    <a:gd name="connsiteX998" fmla="*/ 888829 w 891021"/>
                    <a:gd name="connsiteY998" fmla="*/ 195238 h 389543"/>
                    <a:gd name="connsiteX999" fmla="*/ 888670 w 891021"/>
                    <a:gd name="connsiteY999" fmla="*/ 197860 h 389543"/>
                    <a:gd name="connsiteX1000" fmla="*/ 888229 w 891021"/>
                    <a:gd name="connsiteY1000" fmla="*/ 198276 h 389543"/>
                    <a:gd name="connsiteX1001" fmla="*/ 6725 w 891021"/>
                    <a:gd name="connsiteY1001" fmla="*/ 195679 h 389543"/>
                    <a:gd name="connsiteX1002" fmla="*/ 6284 w 891021"/>
                    <a:gd name="connsiteY1002" fmla="*/ 195251 h 389543"/>
                    <a:gd name="connsiteX1003" fmla="*/ 6198 w 891021"/>
                    <a:gd name="connsiteY1003" fmla="*/ 192629 h 389543"/>
                    <a:gd name="connsiteX1004" fmla="*/ 6615 w 891021"/>
                    <a:gd name="connsiteY1004" fmla="*/ 192176 h 389543"/>
                    <a:gd name="connsiteX1005" fmla="*/ 7068 w 891021"/>
                    <a:gd name="connsiteY1005" fmla="*/ 192605 h 389543"/>
                    <a:gd name="connsiteX1006" fmla="*/ 7154 w 891021"/>
                    <a:gd name="connsiteY1006" fmla="*/ 195226 h 389543"/>
                    <a:gd name="connsiteX1007" fmla="*/ 6737 w 891021"/>
                    <a:gd name="connsiteY1007" fmla="*/ 195679 h 389543"/>
                    <a:gd name="connsiteX1008" fmla="*/ 6725 w 891021"/>
                    <a:gd name="connsiteY1008" fmla="*/ 195679 h 389543"/>
                    <a:gd name="connsiteX1009" fmla="*/ 888706 w 891021"/>
                    <a:gd name="connsiteY1009" fmla="*/ 189542 h 389543"/>
                    <a:gd name="connsiteX1010" fmla="*/ 888682 w 891021"/>
                    <a:gd name="connsiteY1010" fmla="*/ 189542 h 389543"/>
                    <a:gd name="connsiteX1011" fmla="*/ 888265 w 891021"/>
                    <a:gd name="connsiteY1011" fmla="*/ 189089 h 389543"/>
                    <a:gd name="connsiteX1012" fmla="*/ 888400 w 891021"/>
                    <a:gd name="connsiteY1012" fmla="*/ 186467 h 389543"/>
                    <a:gd name="connsiteX1013" fmla="*/ 888853 w 891021"/>
                    <a:gd name="connsiteY1013" fmla="*/ 186051 h 389543"/>
                    <a:gd name="connsiteX1014" fmla="*/ 889270 w 891021"/>
                    <a:gd name="connsiteY1014" fmla="*/ 186504 h 389543"/>
                    <a:gd name="connsiteX1015" fmla="*/ 889135 w 891021"/>
                    <a:gd name="connsiteY1015" fmla="*/ 189126 h 389543"/>
                    <a:gd name="connsiteX1016" fmla="*/ 888694 w 891021"/>
                    <a:gd name="connsiteY1016" fmla="*/ 189542 h 389543"/>
                    <a:gd name="connsiteX1017" fmla="*/ 6443 w 891021"/>
                    <a:gd name="connsiteY1017" fmla="*/ 186945 h 389543"/>
                    <a:gd name="connsiteX1018" fmla="*/ 6002 w 891021"/>
                    <a:gd name="connsiteY1018" fmla="*/ 186516 h 389543"/>
                    <a:gd name="connsiteX1019" fmla="*/ 5917 w 891021"/>
                    <a:gd name="connsiteY1019" fmla="*/ 183895 h 389543"/>
                    <a:gd name="connsiteX1020" fmla="*/ 6333 w 891021"/>
                    <a:gd name="connsiteY1020" fmla="*/ 183442 h 389543"/>
                    <a:gd name="connsiteX1021" fmla="*/ 6786 w 891021"/>
                    <a:gd name="connsiteY1021" fmla="*/ 183871 h 389543"/>
                    <a:gd name="connsiteX1022" fmla="*/ 6872 w 891021"/>
                    <a:gd name="connsiteY1022" fmla="*/ 186492 h 389543"/>
                    <a:gd name="connsiteX1023" fmla="*/ 6456 w 891021"/>
                    <a:gd name="connsiteY1023" fmla="*/ 186945 h 389543"/>
                    <a:gd name="connsiteX1024" fmla="*/ 6443 w 891021"/>
                    <a:gd name="connsiteY1024" fmla="*/ 186945 h 389543"/>
                    <a:gd name="connsiteX1025" fmla="*/ 889147 w 891021"/>
                    <a:gd name="connsiteY1025" fmla="*/ 180820 h 389543"/>
                    <a:gd name="connsiteX1026" fmla="*/ 889123 w 891021"/>
                    <a:gd name="connsiteY1026" fmla="*/ 180820 h 389543"/>
                    <a:gd name="connsiteX1027" fmla="*/ 888706 w 891021"/>
                    <a:gd name="connsiteY1027" fmla="*/ 180367 h 389543"/>
                    <a:gd name="connsiteX1028" fmla="*/ 888829 w 891021"/>
                    <a:gd name="connsiteY1028" fmla="*/ 177746 h 389543"/>
                    <a:gd name="connsiteX1029" fmla="*/ 889282 w 891021"/>
                    <a:gd name="connsiteY1029" fmla="*/ 177329 h 389543"/>
                    <a:gd name="connsiteX1030" fmla="*/ 889699 w 891021"/>
                    <a:gd name="connsiteY1030" fmla="*/ 177782 h 389543"/>
                    <a:gd name="connsiteX1031" fmla="*/ 889576 w 891021"/>
                    <a:gd name="connsiteY1031" fmla="*/ 180404 h 389543"/>
                    <a:gd name="connsiteX1032" fmla="*/ 889135 w 891021"/>
                    <a:gd name="connsiteY1032" fmla="*/ 180820 h 389543"/>
                    <a:gd name="connsiteX1033" fmla="*/ 6162 w 891021"/>
                    <a:gd name="connsiteY1033" fmla="*/ 178211 h 389543"/>
                    <a:gd name="connsiteX1034" fmla="*/ 5721 w 891021"/>
                    <a:gd name="connsiteY1034" fmla="*/ 177782 h 389543"/>
                    <a:gd name="connsiteX1035" fmla="*/ 5635 w 891021"/>
                    <a:gd name="connsiteY1035" fmla="*/ 175161 h 389543"/>
                    <a:gd name="connsiteX1036" fmla="*/ 6064 w 891021"/>
                    <a:gd name="connsiteY1036" fmla="*/ 174708 h 389543"/>
                    <a:gd name="connsiteX1037" fmla="*/ 6517 w 891021"/>
                    <a:gd name="connsiteY1037" fmla="*/ 175136 h 389543"/>
                    <a:gd name="connsiteX1038" fmla="*/ 6603 w 891021"/>
                    <a:gd name="connsiteY1038" fmla="*/ 177758 h 389543"/>
                    <a:gd name="connsiteX1039" fmla="*/ 6174 w 891021"/>
                    <a:gd name="connsiteY1039" fmla="*/ 178211 h 389543"/>
                    <a:gd name="connsiteX1040" fmla="*/ 6162 w 891021"/>
                    <a:gd name="connsiteY1040" fmla="*/ 178211 h 389543"/>
                    <a:gd name="connsiteX1041" fmla="*/ 889527 w 891021"/>
                    <a:gd name="connsiteY1041" fmla="*/ 172086 h 389543"/>
                    <a:gd name="connsiteX1042" fmla="*/ 889515 w 891021"/>
                    <a:gd name="connsiteY1042" fmla="*/ 172086 h 389543"/>
                    <a:gd name="connsiteX1043" fmla="*/ 889098 w 891021"/>
                    <a:gd name="connsiteY1043" fmla="*/ 171633 h 389543"/>
                    <a:gd name="connsiteX1044" fmla="*/ 889196 w 891021"/>
                    <a:gd name="connsiteY1044" fmla="*/ 169012 h 389543"/>
                    <a:gd name="connsiteX1045" fmla="*/ 889650 w 891021"/>
                    <a:gd name="connsiteY1045" fmla="*/ 168595 h 389543"/>
                    <a:gd name="connsiteX1046" fmla="*/ 890066 w 891021"/>
                    <a:gd name="connsiteY1046" fmla="*/ 169048 h 389543"/>
                    <a:gd name="connsiteX1047" fmla="*/ 889968 w 891021"/>
                    <a:gd name="connsiteY1047" fmla="*/ 171670 h 389543"/>
                    <a:gd name="connsiteX1048" fmla="*/ 889527 w 891021"/>
                    <a:gd name="connsiteY1048" fmla="*/ 172086 h 389543"/>
                    <a:gd name="connsiteX1049" fmla="*/ 5880 w 891021"/>
                    <a:gd name="connsiteY1049" fmla="*/ 169477 h 389543"/>
                    <a:gd name="connsiteX1050" fmla="*/ 5439 w 891021"/>
                    <a:gd name="connsiteY1050" fmla="*/ 169048 h 389543"/>
                    <a:gd name="connsiteX1051" fmla="*/ 5353 w 891021"/>
                    <a:gd name="connsiteY1051" fmla="*/ 166427 h 389543"/>
                    <a:gd name="connsiteX1052" fmla="*/ 5782 w 891021"/>
                    <a:gd name="connsiteY1052" fmla="*/ 165974 h 389543"/>
                    <a:gd name="connsiteX1053" fmla="*/ 6235 w 891021"/>
                    <a:gd name="connsiteY1053" fmla="*/ 166402 h 389543"/>
                    <a:gd name="connsiteX1054" fmla="*/ 6321 w 891021"/>
                    <a:gd name="connsiteY1054" fmla="*/ 169024 h 389543"/>
                    <a:gd name="connsiteX1055" fmla="*/ 5904 w 891021"/>
                    <a:gd name="connsiteY1055" fmla="*/ 169477 h 389543"/>
                    <a:gd name="connsiteX1056" fmla="*/ 5892 w 891021"/>
                    <a:gd name="connsiteY1056" fmla="*/ 169477 h 389543"/>
                    <a:gd name="connsiteX1057" fmla="*/ 889846 w 891021"/>
                    <a:gd name="connsiteY1057" fmla="*/ 163352 h 389543"/>
                    <a:gd name="connsiteX1058" fmla="*/ 889833 w 891021"/>
                    <a:gd name="connsiteY1058" fmla="*/ 163352 h 389543"/>
                    <a:gd name="connsiteX1059" fmla="*/ 889417 w 891021"/>
                    <a:gd name="connsiteY1059" fmla="*/ 162899 h 389543"/>
                    <a:gd name="connsiteX1060" fmla="*/ 889503 w 891021"/>
                    <a:gd name="connsiteY1060" fmla="*/ 160278 h 389543"/>
                    <a:gd name="connsiteX1061" fmla="*/ 889956 w 891021"/>
                    <a:gd name="connsiteY1061" fmla="*/ 159849 h 389543"/>
                    <a:gd name="connsiteX1062" fmla="*/ 890385 w 891021"/>
                    <a:gd name="connsiteY1062" fmla="*/ 160302 h 389543"/>
                    <a:gd name="connsiteX1063" fmla="*/ 890299 w 891021"/>
                    <a:gd name="connsiteY1063" fmla="*/ 162924 h 389543"/>
                    <a:gd name="connsiteX1064" fmla="*/ 889858 w 891021"/>
                    <a:gd name="connsiteY1064" fmla="*/ 163340 h 389543"/>
                    <a:gd name="connsiteX1065" fmla="*/ 5598 w 891021"/>
                    <a:gd name="connsiteY1065" fmla="*/ 160743 h 389543"/>
                    <a:gd name="connsiteX1066" fmla="*/ 5157 w 891021"/>
                    <a:gd name="connsiteY1066" fmla="*/ 160314 h 389543"/>
                    <a:gd name="connsiteX1067" fmla="*/ 5071 w 891021"/>
                    <a:gd name="connsiteY1067" fmla="*/ 157693 h 389543"/>
                    <a:gd name="connsiteX1068" fmla="*/ 5488 w 891021"/>
                    <a:gd name="connsiteY1068" fmla="*/ 157240 h 389543"/>
                    <a:gd name="connsiteX1069" fmla="*/ 5941 w 891021"/>
                    <a:gd name="connsiteY1069" fmla="*/ 157668 h 389543"/>
                    <a:gd name="connsiteX1070" fmla="*/ 6027 w 891021"/>
                    <a:gd name="connsiteY1070" fmla="*/ 160290 h 389543"/>
                    <a:gd name="connsiteX1071" fmla="*/ 5610 w 891021"/>
                    <a:gd name="connsiteY1071" fmla="*/ 160743 h 389543"/>
                    <a:gd name="connsiteX1072" fmla="*/ 5598 w 891021"/>
                    <a:gd name="connsiteY1072" fmla="*/ 160743 h 389543"/>
                    <a:gd name="connsiteX1073" fmla="*/ 890115 w 891021"/>
                    <a:gd name="connsiteY1073" fmla="*/ 154618 h 389543"/>
                    <a:gd name="connsiteX1074" fmla="*/ 890115 w 891021"/>
                    <a:gd name="connsiteY1074" fmla="*/ 154618 h 389543"/>
                    <a:gd name="connsiteX1075" fmla="*/ 889686 w 891021"/>
                    <a:gd name="connsiteY1075" fmla="*/ 154165 h 389543"/>
                    <a:gd name="connsiteX1076" fmla="*/ 889760 w 891021"/>
                    <a:gd name="connsiteY1076" fmla="*/ 151543 h 389543"/>
                    <a:gd name="connsiteX1077" fmla="*/ 890213 w 891021"/>
                    <a:gd name="connsiteY1077" fmla="*/ 151115 h 389543"/>
                    <a:gd name="connsiteX1078" fmla="*/ 890642 w 891021"/>
                    <a:gd name="connsiteY1078" fmla="*/ 151568 h 389543"/>
                    <a:gd name="connsiteX1079" fmla="*/ 890568 w 891021"/>
                    <a:gd name="connsiteY1079" fmla="*/ 154189 h 389543"/>
                    <a:gd name="connsiteX1080" fmla="*/ 890127 w 891021"/>
                    <a:gd name="connsiteY1080" fmla="*/ 154618 h 389543"/>
                    <a:gd name="connsiteX1081" fmla="*/ 5316 w 891021"/>
                    <a:gd name="connsiteY1081" fmla="*/ 152009 h 389543"/>
                    <a:gd name="connsiteX1082" fmla="*/ 4875 w 891021"/>
                    <a:gd name="connsiteY1082" fmla="*/ 151580 h 389543"/>
                    <a:gd name="connsiteX1083" fmla="*/ 4790 w 891021"/>
                    <a:gd name="connsiteY1083" fmla="*/ 148959 h 389543"/>
                    <a:gd name="connsiteX1084" fmla="*/ 5206 w 891021"/>
                    <a:gd name="connsiteY1084" fmla="*/ 148506 h 389543"/>
                    <a:gd name="connsiteX1085" fmla="*/ 5659 w 891021"/>
                    <a:gd name="connsiteY1085" fmla="*/ 148934 h 389543"/>
                    <a:gd name="connsiteX1086" fmla="*/ 5745 w 891021"/>
                    <a:gd name="connsiteY1086" fmla="*/ 151556 h 389543"/>
                    <a:gd name="connsiteX1087" fmla="*/ 5329 w 891021"/>
                    <a:gd name="connsiteY1087" fmla="*/ 152009 h 389543"/>
                    <a:gd name="connsiteX1088" fmla="*/ 5316 w 891021"/>
                    <a:gd name="connsiteY1088" fmla="*/ 152009 h 389543"/>
                    <a:gd name="connsiteX1089" fmla="*/ 890323 w 891021"/>
                    <a:gd name="connsiteY1089" fmla="*/ 145872 h 389543"/>
                    <a:gd name="connsiteX1090" fmla="*/ 890323 w 891021"/>
                    <a:gd name="connsiteY1090" fmla="*/ 145872 h 389543"/>
                    <a:gd name="connsiteX1091" fmla="*/ 889895 w 891021"/>
                    <a:gd name="connsiteY1091" fmla="*/ 145431 h 389543"/>
                    <a:gd name="connsiteX1092" fmla="*/ 889944 w 891021"/>
                    <a:gd name="connsiteY1092" fmla="*/ 142809 h 389543"/>
                    <a:gd name="connsiteX1093" fmla="*/ 890385 w 891021"/>
                    <a:gd name="connsiteY1093" fmla="*/ 142381 h 389543"/>
                    <a:gd name="connsiteX1094" fmla="*/ 890385 w 891021"/>
                    <a:gd name="connsiteY1094" fmla="*/ 142381 h 389543"/>
                    <a:gd name="connsiteX1095" fmla="*/ 890813 w 891021"/>
                    <a:gd name="connsiteY1095" fmla="*/ 142822 h 389543"/>
                    <a:gd name="connsiteX1096" fmla="*/ 890764 w 891021"/>
                    <a:gd name="connsiteY1096" fmla="*/ 145443 h 389543"/>
                    <a:gd name="connsiteX1097" fmla="*/ 890323 w 891021"/>
                    <a:gd name="connsiteY1097" fmla="*/ 145872 h 389543"/>
                    <a:gd name="connsiteX1098" fmla="*/ 5035 w 891021"/>
                    <a:gd name="connsiteY1098" fmla="*/ 143263 h 389543"/>
                    <a:gd name="connsiteX1099" fmla="*/ 4594 w 891021"/>
                    <a:gd name="connsiteY1099" fmla="*/ 142834 h 389543"/>
                    <a:gd name="connsiteX1100" fmla="*/ 4508 w 891021"/>
                    <a:gd name="connsiteY1100" fmla="*/ 140212 h 389543"/>
                    <a:gd name="connsiteX1101" fmla="*/ 4937 w 891021"/>
                    <a:gd name="connsiteY1101" fmla="*/ 139759 h 389543"/>
                    <a:gd name="connsiteX1102" fmla="*/ 5390 w 891021"/>
                    <a:gd name="connsiteY1102" fmla="*/ 140188 h 389543"/>
                    <a:gd name="connsiteX1103" fmla="*/ 5476 w 891021"/>
                    <a:gd name="connsiteY1103" fmla="*/ 142809 h 389543"/>
                    <a:gd name="connsiteX1104" fmla="*/ 5047 w 891021"/>
                    <a:gd name="connsiteY1104" fmla="*/ 143263 h 389543"/>
                    <a:gd name="connsiteX1105" fmla="*/ 5035 w 891021"/>
                    <a:gd name="connsiteY1105" fmla="*/ 143263 h 389543"/>
                    <a:gd name="connsiteX1106" fmla="*/ 890470 w 891021"/>
                    <a:gd name="connsiteY1106" fmla="*/ 137126 h 389543"/>
                    <a:gd name="connsiteX1107" fmla="*/ 890470 w 891021"/>
                    <a:gd name="connsiteY1107" fmla="*/ 137126 h 389543"/>
                    <a:gd name="connsiteX1108" fmla="*/ 890042 w 891021"/>
                    <a:gd name="connsiteY1108" fmla="*/ 136685 h 389543"/>
                    <a:gd name="connsiteX1109" fmla="*/ 890078 w 891021"/>
                    <a:gd name="connsiteY1109" fmla="*/ 134063 h 389543"/>
                    <a:gd name="connsiteX1110" fmla="*/ 890519 w 891021"/>
                    <a:gd name="connsiteY1110" fmla="*/ 133634 h 389543"/>
                    <a:gd name="connsiteX1111" fmla="*/ 890519 w 891021"/>
                    <a:gd name="connsiteY1111" fmla="*/ 133634 h 389543"/>
                    <a:gd name="connsiteX1112" fmla="*/ 890948 w 891021"/>
                    <a:gd name="connsiteY1112" fmla="*/ 134075 h 389543"/>
                    <a:gd name="connsiteX1113" fmla="*/ 890911 w 891021"/>
                    <a:gd name="connsiteY1113" fmla="*/ 136697 h 389543"/>
                    <a:gd name="connsiteX1114" fmla="*/ 890470 w 891021"/>
                    <a:gd name="connsiteY1114" fmla="*/ 137126 h 389543"/>
                    <a:gd name="connsiteX1115" fmla="*/ 4753 w 891021"/>
                    <a:gd name="connsiteY1115" fmla="*/ 134529 h 389543"/>
                    <a:gd name="connsiteX1116" fmla="*/ 4312 w 891021"/>
                    <a:gd name="connsiteY1116" fmla="*/ 134100 h 389543"/>
                    <a:gd name="connsiteX1117" fmla="*/ 4226 w 891021"/>
                    <a:gd name="connsiteY1117" fmla="*/ 131478 h 389543"/>
                    <a:gd name="connsiteX1118" fmla="*/ 4643 w 891021"/>
                    <a:gd name="connsiteY1118" fmla="*/ 131025 h 389543"/>
                    <a:gd name="connsiteX1119" fmla="*/ 5096 w 891021"/>
                    <a:gd name="connsiteY1119" fmla="*/ 131454 h 389543"/>
                    <a:gd name="connsiteX1120" fmla="*/ 5182 w 891021"/>
                    <a:gd name="connsiteY1120" fmla="*/ 134075 h 389543"/>
                    <a:gd name="connsiteX1121" fmla="*/ 4765 w 891021"/>
                    <a:gd name="connsiteY1121" fmla="*/ 134529 h 389543"/>
                    <a:gd name="connsiteX1122" fmla="*/ 4753 w 891021"/>
                    <a:gd name="connsiteY1122" fmla="*/ 134529 h 389543"/>
                    <a:gd name="connsiteX1123" fmla="*/ 890556 w 891021"/>
                    <a:gd name="connsiteY1123" fmla="*/ 128404 h 389543"/>
                    <a:gd name="connsiteX1124" fmla="*/ 890556 w 891021"/>
                    <a:gd name="connsiteY1124" fmla="*/ 128404 h 389543"/>
                    <a:gd name="connsiteX1125" fmla="*/ 890127 w 891021"/>
                    <a:gd name="connsiteY1125" fmla="*/ 127963 h 389543"/>
                    <a:gd name="connsiteX1126" fmla="*/ 890127 w 891021"/>
                    <a:gd name="connsiteY1126" fmla="*/ 125341 h 389543"/>
                    <a:gd name="connsiteX1127" fmla="*/ 890581 w 891021"/>
                    <a:gd name="connsiteY1127" fmla="*/ 124900 h 389543"/>
                    <a:gd name="connsiteX1128" fmla="*/ 890581 w 891021"/>
                    <a:gd name="connsiteY1128" fmla="*/ 124900 h 389543"/>
                    <a:gd name="connsiteX1129" fmla="*/ 891022 w 891021"/>
                    <a:gd name="connsiteY1129" fmla="*/ 125341 h 389543"/>
                    <a:gd name="connsiteX1130" fmla="*/ 891022 w 891021"/>
                    <a:gd name="connsiteY1130" fmla="*/ 127963 h 389543"/>
                    <a:gd name="connsiteX1131" fmla="*/ 890568 w 891021"/>
                    <a:gd name="connsiteY1131" fmla="*/ 128391 h 389543"/>
                    <a:gd name="connsiteX1132" fmla="*/ 4471 w 891021"/>
                    <a:gd name="connsiteY1132" fmla="*/ 125795 h 389543"/>
                    <a:gd name="connsiteX1133" fmla="*/ 4030 w 891021"/>
                    <a:gd name="connsiteY1133" fmla="*/ 125366 h 389543"/>
                    <a:gd name="connsiteX1134" fmla="*/ 3944 w 891021"/>
                    <a:gd name="connsiteY1134" fmla="*/ 122744 h 389543"/>
                    <a:gd name="connsiteX1135" fmla="*/ 4361 w 891021"/>
                    <a:gd name="connsiteY1135" fmla="*/ 122291 h 389543"/>
                    <a:gd name="connsiteX1136" fmla="*/ 4814 w 891021"/>
                    <a:gd name="connsiteY1136" fmla="*/ 122720 h 389543"/>
                    <a:gd name="connsiteX1137" fmla="*/ 4900 w 891021"/>
                    <a:gd name="connsiteY1137" fmla="*/ 125341 h 389543"/>
                    <a:gd name="connsiteX1138" fmla="*/ 4483 w 891021"/>
                    <a:gd name="connsiteY1138" fmla="*/ 125795 h 389543"/>
                    <a:gd name="connsiteX1139" fmla="*/ 4471 w 891021"/>
                    <a:gd name="connsiteY1139" fmla="*/ 125795 h 389543"/>
                    <a:gd name="connsiteX1140" fmla="*/ 890581 w 891021"/>
                    <a:gd name="connsiteY1140" fmla="*/ 119670 h 389543"/>
                    <a:gd name="connsiteX1141" fmla="*/ 890140 w 891021"/>
                    <a:gd name="connsiteY1141" fmla="*/ 119229 h 389543"/>
                    <a:gd name="connsiteX1142" fmla="*/ 890140 w 891021"/>
                    <a:gd name="connsiteY1142" fmla="*/ 116607 h 389543"/>
                    <a:gd name="connsiteX1143" fmla="*/ 890568 w 891021"/>
                    <a:gd name="connsiteY1143" fmla="*/ 116166 h 389543"/>
                    <a:gd name="connsiteX1144" fmla="*/ 890568 w 891021"/>
                    <a:gd name="connsiteY1144" fmla="*/ 116166 h 389543"/>
                    <a:gd name="connsiteX1145" fmla="*/ 891009 w 891021"/>
                    <a:gd name="connsiteY1145" fmla="*/ 116607 h 389543"/>
                    <a:gd name="connsiteX1146" fmla="*/ 891009 w 891021"/>
                    <a:gd name="connsiteY1146" fmla="*/ 119229 h 389543"/>
                    <a:gd name="connsiteX1147" fmla="*/ 890581 w 891021"/>
                    <a:gd name="connsiteY1147" fmla="*/ 119670 h 389543"/>
                    <a:gd name="connsiteX1148" fmla="*/ 4189 w 891021"/>
                    <a:gd name="connsiteY1148" fmla="*/ 117060 h 389543"/>
                    <a:gd name="connsiteX1149" fmla="*/ 3748 w 891021"/>
                    <a:gd name="connsiteY1149" fmla="*/ 116632 h 389543"/>
                    <a:gd name="connsiteX1150" fmla="*/ 3663 w 891021"/>
                    <a:gd name="connsiteY1150" fmla="*/ 114010 h 389543"/>
                    <a:gd name="connsiteX1151" fmla="*/ 4091 w 891021"/>
                    <a:gd name="connsiteY1151" fmla="*/ 113557 h 389543"/>
                    <a:gd name="connsiteX1152" fmla="*/ 4545 w 891021"/>
                    <a:gd name="connsiteY1152" fmla="*/ 113974 h 389543"/>
                    <a:gd name="connsiteX1153" fmla="*/ 4630 w 891021"/>
                    <a:gd name="connsiteY1153" fmla="*/ 116595 h 389543"/>
                    <a:gd name="connsiteX1154" fmla="*/ 4202 w 891021"/>
                    <a:gd name="connsiteY1154" fmla="*/ 117048 h 389543"/>
                    <a:gd name="connsiteX1155" fmla="*/ 4189 w 891021"/>
                    <a:gd name="connsiteY1155" fmla="*/ 117048 h 389543"/>
                    <a:gd name="connsiteX1156" fmla="*/ 890532 w 891021"/>
                    <a:gd name="connsiteY1156" fmla="*/ 110936 h 389543"/>
                    <a:gd name="connsiteX1157" fmla="*/ 890091 w 891021"/>
                    <a:gd name="connsiteY1157" fmla="*/ 110507 h 389543"/>
                    <a:gd name="connsiteX1158" fmla="*/ 890066 w 891021"/>
                    <a:gd name="connsiteY1158" fmla="*/ 107885 h 389543"/>
                    <a:gd name="connsiteX1159" fmla="*/ 890495 w 891021"/>
                    <a:gd name="connsiteY1159" fmla="*/ 107444 h 389543"/>
                    <a:gd name="connsiteX1160" fmla="*/ 890495 w 891021"/>
                    <a:gd name="connsiteY1160" fmla="*/ 107444 h 389543"/>
                    <a:gd name="connsiteX1161" fmla="*/ 890936 w 891021"/>
                    <a:gd name="connsiteY1161" fmla="*/ 107873 h 389543"/>
                    <a:gd name="connsiteX1162" fmla="*/ 890960 w 891021"/>
                    <a:gd name="connsiteY1162" fmla="*/ 110495 h 389543"/>
                    <a:gd name="connsiteX1163" fmla="*/ 890532 w 891021"/>
                    <a:gd name="connsiteY1163" fmla="*/ 110936 h 389543"/>
                    <a:gd name="connsiteX1164" fmla="*/ 890532 w 891021"/>
                    <a:gd name="connsiteY1164" fmla="*/ 110936 h 389543"/>
                    <a:gd name="connsiteX1165" fmla="*/ 3908 w 891021"/>
                    <a:gd name="connsiteY1165" fmla="*/ 108326 h 389543"/>
                    <a:gd name="connsiteX1166" fmla="*/ 3467 w 891021"/>
                    <a:gd name="connsiteY1166" fmla="*/ 107898 h 389543"/>
                    <a:gd name="connsiteX1167" fmla="*/ 3381 w 891021"/>
                    <a:gd name="connsiteY1167" fmla="*/ 105276 h 389543"/>
                    <a:gd name="connsiteX1168" fmla="*/ 3797 w 891021"/>
                    <a:gd name="connsiteY1168" fmla="*/ 104823 h 389543"/>
                    <a:gd name="connsiteX1169" fmla="*/ 4251 w 891021"/>
                    <a:gd name="connsiteY1169" fmla="*/ 105252 h 389543"/>
                    <a:gd name="connsiteX1170" fmla="*/ 4336 w 891021"/>
                    <a:gd name="connsiteY1170" fmla="*/ 107873 h 389543"/>
                    <a:gd name="connsiteX1171" fmla="*/ 3920 w 891021"/>
                    <a:gd name="connsiteY1171" fmla="*/ 108326 h 389543"/>
                    <a:gd name="connsiteX1172" fmla="*/ 3908 w 891021"/>
                    <a:gd name="connsiteY1172" fmla="*/ 108326 h 389543"/>
                    <a:gd name="connsiteX1173" fmla="*/ 890421 w 891021"/>
                    <a:gd name="connsiteY1173" fmla="*/ 102202 h 389543"/>
                    <a:gd name="connsiteX1174" fmla="*/ 889980 w 891021"/>
                    <a:gd name="connsiteY1174" fmla="*/ 101773 h 389543"/>
                    <a:gd name="connsiteX1175" fmla="*/ 889931 w 891021"/>
                    <a:gd name="connsiteY1175" fmla="*/ 99151 h 389543"/>
                    <a:gd name="connsiteX1176" fmla="*/ 890360 w 891021"/>
                    <a:gd name="connsiteY1176" fmla="*/ 98710 h 389543"/>
                    <a:gd name="connsiteX1177" fmla="*/ 890801 w 891021"/>
                    <a:gd name="connsiteY1177" fmla="*/ 99139 h 389543"/>
                    <a:gd name="connsiteX1178" fmla="*/ 890850 w 891021"/>
                    <a:gd name="connsiteY1178" fmla="*/ 101761 h 389543"/>
                    <a:gd name="connsiteX1179" fmla="*/ 890421 w 891021"/>
                    <a:gd name="connsiteY1179" fmla="*/ 102202 h 389543"/>
                    <a:gd name="connsiteX1180" fmla="*/ 890421 w 891021"/>
                    <a:gd name="connsiteY1180" fmla="*/ 102202 h 389543"/>
                    <a:gd name="connsiteX1181" fmla="*/ 3626 w 891021"/>
                    <a:gd name="connsiteY1181" fmla="*/ 99592 h 389543"/>
                    <a:gd name="connsiteX1182" fmla="*/ 3185 w 891021"/>
                    <a:gd name="connsiteY1182" fmla="*/ 99164 h 389543"/>
                    <a:gd name="connsiteX1183" fmla="*/ 3099 w 891021"/>
                    <a:gd name="connsiteY1183" fmla="*/ 96542 h 389543"/>
                    <a:gd name="connsiteX1184" fmla="*/ 3516 w 891021"/>
                    <a:gd name="connsiteY1184" fmla="*/ 96089 h 389543"/>
                    <a:gd name="connsiteX1185" fmla="*/ 3969 w 891021"/>
                    <a:gd name="connsiteY1185" fmla="*/ 96518 h 389543"/>
                    <a:gd name="connsiteX1186" fmla="*/ 4055 w 891021"/>
                    <a:gd name="connsiteY1186" fmla="*/ 99139 h 389543"/>
                    <a:gd name="connsiteX1187" fmla="*/ 3638 w 891021"/>
                    <a:gd name="connsiteY1187" fmla="*/ 99592 h 389543"/>
                    <a:gd name="connsiteX1188" fmla="*/ 3626 w 891021"/>
                    <a:gd name="connsiteY1188" fmla="*/ 99592 h 389543"/>
                    <a:gd name="connsiteX1189" fmla="*/ 890238 w 891021"/>
                    <a:gd name="connsiteY1189" fmla="*/ 93467 h 389543"/>
                    <a:gd name="connsiteX1190" fmla="*/ 889797 w 891021"/>
                    <a:gd name="connsiteY1190" fmla="*/ 93039 h 389543"/>
                    <a:gd name="connsiteX1191" fmla="*/ 889723 w 891021"/>
                    <a:gd name="connsiteY1191" fmla="*/ 90417 h 389543"/>
                    <a:gd name="connsiteX1192" fmla="*/ 890152 w 891021"/>
                    <a:gd name="connsiteY1192" fmla="*/ 89964 h 389543"/>
                    <a:gd name="connsiteX1193" fmla="*/ 890605 w 891021"/>
                    <a:gd name="connsiteY1193" fmla="*/ 90393 h 389543"/>
                    <a:gd name="connsiteX1194" fmla="*/ 890679 w 891021"/>
                    <a:gd name="connsiteY1194" fmla="*/ 93014 h 389543"/>
                    <a:gd name="connsiteX1195" fmla="*/ 890250 w 891021"/>
                    <a:gd name="connsiteY1195" fmla="*/ 93467 h 389543"/>
                    <a:gd name="connsiteX1196" fmla="*/ 890250 w 891021"/>
                    <a:gd name="connsiteY1196" fmla="*/ 93467 h 389543"/>
                    <a:gd name="connsiteX1197" fmla="*/ 3344 w 891021"/>
                    <a:gd name="connsiteY1197" fmla="*/ 90858 h 389543"/>
                    <a:gd name="connsiteX1198" fmla="*/ 2903 w 891021"/>
                    <a:gd name="connsiteY1198" fmla="*/ 90430 h 389543"/>
                    <a:gd name="connsiteX1199" fmla="*/ 2817 w 891021"/>
                    <a:gd name="connsiteY1199" fmla="*/ 87808 h 389543"/>
                    <a:gd name="connsiteX1200" fmla="*/ 3246 w 891021"/>
                    <a:gd name="connsiteY1200" fmla="*/ 87355 h 389543"/>
                    <a:gd name="connsiteX1201" fmla="*/ 3699 w 891021"/>
                    <a:gd name="connsiteY1201" fmla="*/ 87784 h 389543"/>
                    <a:gd name="connsiteX1202" fmla="*/ 3785 w 891021"/>
                    <a:gd name="connsiteY1202" fmla="*/ 90405 h 389543"/>
                    <a:gd name="connsiteX1203" fmla="*/ 3356 w 891021"/>
                    <a:gd name="connsiteY1203" fmla="*/ 90858 h 389543"/>
                    <a:gd name="connsiteX1204" fmla="*/ 3344 w 891021"/>
                    <a:gd name="connsiteY1204" fmla="*/ 90858 h 389543"/>
                    <a:gd name="connsiteX1205" fmla="*/ 889993 w 891021"/>
                    <a:gd name="connsiteY1205" fmla="*/ 84746 h 389543"/>
                    <a:gd name="connsiteX1206" fmla="*/ 889552 w 891021"/>
                    <a:gd name="connsiteY1206" fmla="*/ 84329 h 389543"/>
                    <a:gd name="connsiteX1207" fmla="*/ 889466 w 891021"/>
                    <a:gd name="connsiteY1207" fmla="*/ 81708 h 389543"/>
                    <a:gd name="connsiteX1208" fmla="*/ 889882 w 891021"/>
                    <a:gd name="connsiteY1208" fmla="*/ 81254 h 389543"/>
                    <a:gd name="connsiteX1209" fmla="*/ 890336 w 891021"/>
                    <a:gd name="connsiteY1209" fmla="*/ 81671 h 389543"/>
                    <a:gd name="connsiteX1210" fmla="*/ 890421 w 891021"/>
                    <a:gd name="connsiteY1210" fmla="*/ 84292 h 389543"/>
                    <a:gd name="connsiteX1211" fmla="*/ 890005 w 891021"/>
                    <a:gd name="connsiteY1211" fmla="*/ 84746 h 389543"/>
                    <a:gd name="connsiteX1212" fmla="*/ 889993 w 891021"/>
                    <a:gd name="connsiteY1212" fmla="*/ 84746 h 389543"/>
                    <a:gd name="connsiteX1213" fmla="*/ 3062 w 891021"/>
                    <a:gd name="connsiteY1213" fmla="*/ 82124 h 389543"/>
                    <a:gd name="connsiteX1214" fmla="*/ 2621 w 891021"/>
                    <a:gd name="connsiteY1214" fmla="*/ 81695 h 389543"/>
                    <a:gd name="connsiteX1215" fmla="*/ 2536 w 891021"/>
                    <a:gd name="connsiteY1215" fmla="*/ 79074 h 389543"/>
                    <a:gd name="connsiteX1216" fmla="*/ 2964 w 891021"/>
                    <a:gd name="connsiteY1216" fmla="*/ 78621 h 389543"/>
                    <a:gd name="connsiteX1217" fmla="*/ 3418 w 891021"/>
                    <a:gd name="connsiteY1217" fmla="*/ 79050 h 389543"/>
                    <a:gd name="connsiteX1218" fmla="*/ 3503 w 891021"/>
                    <a:gd name="connsiteY1218" fmla="*/ 81671 h 389543"/>
                    <a:gd name="connsiteX1219" fmla="*/ 3075 w 891021"/>
                    <a:gd name="connsiteY1219" fmla="*/ 82124 h 389543"/>
                    <a:gd name="connsiteX1220" fmla="*/ 3062 w 891021"/>
                    <a:gd name="connsiteY1220" fmla="*/ 82124 h 389543"/>
                    <a:gd name="connsiteX1221" fmla="*/ 889662 w 891021"/>
                    <a:gd name="connsiteY1221" fmla="*/ 76012 h 389543"/>
                    <a:gd name="connsiteX1222" fmla="*/ 889221 w 891021"/>
                    <a:gd name="connsiteY1222" fmla="*/ 75595 h 389543"/>
                    <a:gd name="connsiteX1223" fmla="*/ 889111 w 891021"/>
                    <a:gd name="connsiteY1223" fmla="*/ 72974 h 389543"/>
                    <a:gd name="connsiteX1224" fmla="*/ 889527 w 891021"/>
                    <a:gd name="connsiteY1224" fmla="*/ 72520 h 389543"/>
                    <a:gd name="connsiteX1225" fmla="*/ 889980 w 891021"/>
                    <a:gd name="connsiteY1225" fmla="*/ 72937 h 389543"/>
                    <a:gd name="connsiteX1226" fmla="*/ 890091 w 891021"/>
                    <a:gd name="connsiteY1226" fmla="*/ 75558 h 389543"/>
                    <a:gd name="connsiteX1227" fmla="*/ 889674 w 891021"/>
                    <a:gd name="connsiteY1227" fmla="*/ 76012 h 389543"/>
                    <a:gd name="connsiteX1228" fmla="*/ 889650 w 891021"/>
                    <a:gd name="connsiteY1228" fmla="*/ 76012 h 389543"/>
                    <a:gd name="connsiteX1229" fmla="*/ 2781 w 891021"/>
                    <a:gd name="connsiteY1229" fmla="*/ 73390 h 389543"/>
                    <a:gd name="connsiteX1230" fmla="*/ 2340 w 891021"/>
                    <a:gd name="connsiteY1230" fmla="*/ 72961 h 389543"/>
                    <a:gd name="connsiteX1231" fmla="*/ 2254 w 891021"/>
                    <a:gd name="connsiteY1231" fmla="*/ 70340 h 389543"/>
                    <a:gd name="connsiteX1232" fmla="*/ 2670 w 891021"/>
                    <a:gd name="connsiteY1232" fmla="*/ 69887 h 389543"/>
                    <a:gd name="connsiteX1233" fmla="*/ 3124 w 891021"/>
                    <a:gd name="connsiteY1233" fmla="*/ 70303 h 389543"/>
                    <a:gd name="connsiteX1234" fmla="*/ 3209 w 891021"/>
                    <a:gd name="connsiteY1234" fmla="*/ 72925 h 389543"/>
                    <a:gd name="connsiteX1235" fmla="*/ 2793 w 891021"/>
                    <a:gd name="connsiteY1235" fmla="*/ 73378 h 389543"/>
                    <a:gd name="connsiteX1236" fmla="*/ 2781 w 891021"/>
                    <a:gd name="connsiteY1236" fmla="*/ 73378 h 389543"/>
                    <a:gd name="connsiteX1237" fmla="*/ 889270 w 891021"/>
                    <a:gd name="connsiteY1237" fmla="*/ 67278 h 389543"/>
                    <a:gd name="connsiteX1238" fmla="*/ 888829 w 891021"/>
                    <a:gd name="connsiteY1238" fmla="*/ 66861 h 389543"/>
                    <a:gd name="connsiteX1239" fmla="*/ 888694 w 891021"/>
                    <a:gd name="connsiteY1239" fmla="*/ 64240 h 389543"/>
                    <a:gd name="connsiteX1240" fmla="*/ 889111 w 891021"/>
                    <a:gd name="connsiteY1240" fmla="*/ 63786 h 389543"/>
                    <a:gd name="connsiteX1241" fmla="*/ 889576 w 891021"/>
                    <a:gd name="connsiteY1241" fmla="*/ 64203 h 389543"/>
                    <a:gd name="connsiteX1242" fmla="*/ 889711 w 891021"/>
                    <a:gd name="connsiteY1242" fmla="*/ 66824 h 389543"/>
                    <a:gd name="connsiteX1243" fmla="*/ 889294 w 891021"/>
                    <a:gd name="connsiteY1243" fmla="*/ 67278 h 389543"/>
                    <a:gd name="connsiteX1244" fmla="*/ 889270 w 891021"/>
                    <a:gd name="connsiteY1244" fmla="*/ 67278 h 389543"/>
                    <a:gd name="connsiteX1245" fmla="*/ 2499 w 891021"/>
                    <a:gd name="connsiteY1245" fmla="*/ 64644 h 389543"/>
                    <a:gd name="connsiteX1246" fmla="*/ 2058 w 891021"/>
                    <a:gd name="connsiteY1246" fmla="*/ 64215 h 389543"/>
                    <a:gd name="connsiteX1247" fmla="*/ 1972 w 891021"/>
                    <a:gd name="connsiteY1247" fmla="*/ 61594 h 389543"/>
                    <a:gd name="connsiteX1248" fmla="*/ 2389 w 891021"/>
                    <a:gd name="connsiteY1248" fmla="*/ 61140 h 389543"/>
                    <a:gd name="connsiteX1249" fmla="*/ 2842 w 891021"/>
                    <a:gd name="connsiteY1249" fmla="*/ 61557 h 389543"/>
                    <a:gd name="connsiteX1250" fmla="*/ 2928 w 891021"/>
                    <a:gd name="connsiteY1250" fmla="*/ 64178 h 389543"/>
                    <a:gd name="connsiteX1251" fmla="*/ 2511 w 891021"/>
                    <a:gd name="connsiteY1251" fmla="*/ 64632 h 389543"/>
                    <a:gd name="connsiteX1252" fmla="*/ 2499 w 891021"/>
                    <a:gd name="connsiteY1252" fmla="*/ 64632 h 389543"/>
                    <a:gd name="connsiteX1253" fmla="*/ 888792 w 891021"/>
                    <a:gd name="connsiteY1253" fmla="*/ 58543 h 389543"/>
                    <a:gd name="connsiteX1254" fmla="*/ 888351 w 891021"/>
                    <a:gd name="connsiteY1254" fmla="*/ 58127 h 389543"/>
                    <a:gd name="connsiteX1255" fmla="*/ 888192 w 891021"/>
                    <a:gd name="connsiteY1255" fmla="*/ 55518 h 389543"/>
                    <a:gd name="connsiteX1256" fmla="*/ 888596 w 891021"/>
                    <a:gd name="connsiteY1256" fmla="*/ 55052 h 389543"/>
                    <a:gd name="connsiteX1257" fmla="*/ 889062 w 891021"/>
                    <a:gd name="connsiteY1257" fmla="*/ 55456 h 389543"/>
                    <a:gd name="connsiteX1258" fmla="*/ 889221 w 891021"/>
                    <a:gd name="connsiteY1258" fmla="*/ 58078 h 389543"/>
                    <a:gd name="connsiteX1259" fmla="*/ 888804 w 891021"/>
                    <a:gd name="connsiteY1259" fmla="*/ 58543 h 389543"/>
                    <a:gd name="connsiteX1260" fmla="*/ 888780 w 891021"/>
                    <a:gd name="connsiteY1260" fmla="*/ 58543 h 389543"/>
                    <a:gd name="connsiteX1261" fmla="*/ 2217 w 891021"/>
                    <a:gd name="connsiteY1261" fmla="*/ 55910 h 389543"/>
                    <a:gd name="connsiteX1262" fmla="*/ 1776 w 891021"/>
                    <a:gd name="connsiteY1262" fmla="*/ 55481 h 389543"/>
                    <a:gd name="connsiteX1263" fmla="*/ 1690 w 891021"/>
                    <a:gd name="connsiteY1263" fmla="*/ 52860 h 389543"/>
                    <a:gd name="connsiteX1264" fmla="*/ 2119 w 891021"/>
                    <a:gd name="connsiteY1264" fmla="*/ 52406 h 389543"/>
                    <a:gd name="connsiteX1265" fmla="*/ 2572 w 891021"/>
                    <a:gd name="connsiteY1265" fmla="*/ 52823 h 389543"/>
                    <a:gd name="connsiteX1266" fmla="*/ 2658 w 891021"/>
                    <a:gd name="connsiteY1266" fmla="*/ 55444 h 389543"/>
                    <a:gd name="connsiteX1267" fmla="*/ 2229 w 891021"/>
                    <a:gd name="connsiteY1267" fmla="*/ 55898 h 389543"/>
                    <a:gd name="connsiteX1268" fmla="*/ 2217 w 891021"/>
                    <a:gd name="connsiteY1268" fmla="*/ 55898 h 389543"/>
                    <a:gd name="connsiteX1269" fmla="*/ 888241 w 891021"/>
                    <a:gd name="connsiteY1269" fmla="*/ 49822 h 389543"/>
                    <a:gd name="connsiteX1270" fmla="*/ 887800 w 891021"/>
                    <a:gd name="connsiteY1270" fmla="*/ 49417 h 389543"/>
                    <a:gd name="connsiteX1271" fmla="*/ 887616 w 891021"/>
                    <a:gd name="connsiteY1271" fmla="*/ 46808 h 389543"/>
                    <a:gd name="connsiteX1272" fmla="*/ 888020 w 891021"/>
                    <a:gd name="connsiteY1272" fmla="*/ 46343 h 389543"/>
                    <a:gd name="connsiteX1273" fmla="*/ 888486 w 891021"/>
                    <a:gd name="connsiteY1273" fmla="*/ 46747 h 389543"/>
                    <a:gd name="connsiteX1274" fmla="*/ 888670 w 891021"/>
                    <a:gd name="connsiteY1274" fmla="*/ 49368 h 389543"/>
                    <a:gd name="connsiteX1275" fmla="*/ 888265 w 891021"/>
                    <a:gd name="connsiteY1275" fmla="*/ 49834 h 389543"/>
                    <a:gd name="connsiteX1276" fmla="*/ 888241 w 891021"/>
                    <a:gd name="connsiteY1276" fmla="*/ 49834 h 389543"/>
                    <a:gd name="connsiteX1277" fmla="*/ 1935 w 891021"/>
                    <a:gd name="connsiteY1277" fmla="*/ 47176 h 389543"/>
                    <a:gd name="connsiteX1278" fmla="*/ 1494 w 891021"/>
                    <a:gd name="connsiteY1278" fmla="*/ 46747 h 389543"/>
                    <a:gd name="connsiteX1279" fmla="*/ 1409 w 891021"/>
                    <a:gd name="connsiteY1279" fmla="*/ 44125 h 389543"/>
                    <a:gd name="connsiteX1280" fmla="*/ 1825 w 891021"/>
                    <a:gd name="connsiteY1280" fmla="*/ 43672 h 389543"/>
                    <a:gd name="connsiteX1281" fmla="*/ 2278 w 891021"/>
                    <a:gd name="connsiteY1281" fmla="*/ 44101 h 389543"/>
                    <a:gd name="connsiteX1282" fmla="*/ 2364 w 891021"/>
                    <a:gd name="connsiteY1282" fmla="*/ 46722 h 389543"/>
                    <a:gd name="connsiteX1283" fmla="*/ 1948 w 891021"/>
                    <a:gd name="connsiteY1283" fmla="*/ 47176 h 389543"/>
                    <a:gd name="connsiteX1284" fmla="*/ 1935 w 891021"/>
                    <a:gd name="connsiteY1284" fmla="*/ 47176 h 389543"/>
                    <a:gd name="connsiteX1285" fmla="*/ 887604 w 891021"/>
                    <a:gd name="connsiteY1285" fmla="*/ 41112 h 389543"/>
                    <a:gd name="connsiteX1286" fmla="*/ 887163 w 891021"/>
                    <a:gd name="connsiteY1286" fmla="*/ 40708 h 389543"/>
                    <a:gd name="connsiteX1287" fmla="*/ 886955 w 891021"/>
                    <a:gd name="connsiteY1287" fmla="*/ 38099 h 389543"/>
                    <a:gd name="connsiteX1288" fmla="*/ 887359 w 891021"/>
                    <a:gd name="connsiteY1288" fmla="*/ 37633 h 389543"/>
                    <a:gd name="connsiteX1289" fmla="*/ 887824 w 891021"/>
                    <a:gd name="connsiteY1289" fmla="*/ 38037 h 389543"/>
                    <a:gd name="connsiteX1290" fmla="*/ 888033 w 891021"/>
                    <a:gd name="connsiteY1290" fmla="*/ 40647 h 389543"/>
                    <a:gd name="connsiteX1291" fmla="*/ 887628 w 891021"/>
                    <a:gd name="connsiteY1291" fmla="*/ 41112 h 389543"/>
                    <a:gd name="connsiteX1292" fmla="*/ 887592 w 891021"/>
                    <a:gd name="connsiteY1292" fmla="*/ 41112 h 389543"/>
                    <a:gd name="connsiteX1293" fmla="*/ 1654 w 891021"/>
                    <a:gd name="connsiteY1293" fmla="*/ 38442 h 389543"/>
                    <a:gd name="connsiteX1294" fmla="*/ 1213 w 891021"/>
                    <a:gd name="connsiteY1294" fmla="*/ 38013 h 389543"/>
                    <a:gd name="connsiteX1295" fmla="*/ 1127 w 891021"/>
                    <a:gd name="connsiteY1295" fmla="*/ 35391 h 389543"/>
                    <a:gd name="connsiteX1296" fmla="*/ 1543 w 891021"/>
                    <a:gd name="connsiteY1296" fmla="*/ 34938 h 389543"/>
                    <a:gd name="connsiteX1297" fmla="*/ 1997 w 891021"/>
                    <a:gd name="connsiteY1297" fmla="*/ 35367 h 389543"/>
                    <a:gd name="connsiteX1298" fmla="*/ 2082 w 891021"/>
                    <a:gd name="connsiteY1298" fmla="*/ 37988 h 389543"/>
                    <a:gd name="connsiteX1299" fmla="*/ 1666 w 891021"/>
                    <a:gd name="connsiteY1299" fmla="*/ 38442 h 389543"/>
                    <a:gd name="connsiteX1300" fmla="*/ 1654 w 891021"/>
                    <a:gd name="connsiteY1300" fmla="*/ 38442 h 389543"/>
                    <a:gd name="connsiteX1301" fmla="*/ 886881 w 891021"/>
                    <a:gd name="connsiteY1301" fmla="*/ 32402 h 389543"/>
                    <a:gd name="connsiteX1302" fmla="*/ 886453 w 891021"/>
                    <a:gd name="connsiteY1302" fmla="*/ 31998 h 389543"/>
                    <a:gd name="connsiteX1303" fmla="*/ 886220 w 891021"/>
                    <a:gd name="connsiteY1303" fmla="*/ 29389 h 389543"/>
                    <a:gd name="connsiteX1304" fmla="*/ 886612 w 891021"/>
                    <a:gd name="connsiteY1304" fmla="*/ 28911 h 389543"/>
                    <a:gd name="connsiteX1305" fmla="*/ 887090 w 891021"/>
                    <a:gd name="connsiteY1305" fmla="*/ 29303 h 389543"/>
                    <a:gd name="connsiteX1306" fmla="*/ 887322 w 891021"/>
                    <a:gd name="connsiteY1306" fmla="*/ 31913 h 389543"/>
                    <a:gd name="connsiteX1307" fmla="*/ 886930 w 891021"/>
                    <a:gd name="connsiteY1307" fmla="*/ 32390 h 389543"/>
                    <a:gd name="connsiteX1308" fmla="*/ 886893 w 891021"/>
                    <a:gd name="connsiteY1308" fmla="*/ 32390 h 389543"/>
                    <a:gd name="connsiteX1309" fmla="*/ 1372 w 891021"/>
                    <a:gd name="connsiteY1309" fmla="*/ 29708 h 389543"/>
                    <a:gd name="connsiteX1310" fmla="*/ 931 w 891021"/>
                    <a:gd name="connsiteY1310" fmla="*/ 29279 h 389543"/>
                    <a:gd name="connsiteX1311" fmla="*/ 845 w 891021"/>
                    <a:gd name="connsiteY1311" fmla="*/ 26657 h 389543"/>
                    <a:gd name="connsiteX1312" fmla="*/ 1274 w 891021"/>
                    <a:gd name="connsiteY1312" fmla="*/ 26204 h 389543"/>
                    <a:gd name="connsiteX1313" fmla="*/ 1727 w 891021"/>
                    <a:gd name="connsiteY1313" fmla="*/ 26633 h 389543"/>
                    <a:gd name="connsiteX1314" fmla="*/ 1813 w 891021"/>
                    <a:gd name="connsiteY1314" fmla="*/ 29254 h 389543"/>
                    <a:gd name="connsiteX1315" fmla="*/ 1384 w 891021"/>
                    <a:gd name="connsiteY1315" fmla="*/ 29708 h 389543"/>
                    <a:gd name="connsiteX1316" fmla="*/ 1372 w 891021"/>
                    <a:gd name="connsiteY1316" fmla="*/ 29708 h 389543"/>
                    <a:gd name="connsiteX1317" fmla="*/ 886073 w 891021"/>
                    <a:gd name="connsiteY1317" fmla="*/ 23705 h 389543"/>
                    <a:gd name="connsiteX1318" fmla="*/ 885644 w 891021"/>
                    <a:gd name="connsiteY1318" fmla="*/ 23313 h 389543"/>
                    <a:gd name="connsiteX1319" fmla="*/ 885387 w 891021"/>
                    <a:gd name="connsiteY1319" fmla="*/ 20704 h 389543"/>
                    <a:gd name="connsiteX1320" fmla="*/ 885779 w 891021"/>
                    <a:gd name="connsiteY1320" fmla="*/ 20226 h 389543"/>
                    <a:gd name="connsiteX1321" fmla="*/ 886256 w 891021"/>
                    <a:gd name="connsiteY1321" fmla="*/ 20618 h 389543"/>
                    <a:gd name="connsiteX1322" fmla="*/ 886514 w 891021"/>
                    <a:gd name="connsiteY1322" fmla="*/ 23227 h 389543"/>
                    <a:gd name="connsiteX1323" fmla="*/ 886122 w 891021"/>
                    <a:gd name="connsiteY1323" fmla="*/ 23705 h 389543"/>
                    <a:gd name="connsiteX1324" fmla="*/ 886073 w 891021"/>
                    <a:gd name="connsiteY1324" fmla="*/ 23705 h 389543"/>
                    <a:gd name="connsiteX1325" fmla="*/ 1090 w 891021"/>
                    <a:gd name="connsiteY1325" fmla="*/ 20974 h 389543"/>
                    <a:gd name="connsiteX1326" fmla="*/ 649 w 891021"/>
                    <a:gd name="connsiteY1326" fmla="*/ 20545 h 389543"/>
                    <a:gd name="connsiteX1327" fmla="*/ 563 w 891021"/>
                    <a:gd name="connsiteY1327" fmla="*/ 17923 h 389543"/>
                    <a:gd name="connsiteX1328" fmla="*/ 992 w 891021"/>
                    <a:gd name="connsiteY1328" fmla="*/ 17470 h 389543"/>
                    <a:gd name="connsiteX1329" fmla="*/ 1445 w 891021"/>
                    <a:gd name="connsiteY1329" fmla="*/ 17887 h 389543"/>
                    <a:gd name="connsiteX1330" fmla="*/ 1531 w 891021"/>
                    <a:gd name="connsiteY1330" fmla="*/ 20508 h 389543"/>
                    <a:gd name="connsiteX1331" fmla="*/ 1115 w 891021"/>
                    <a:gd name="connsiteY1331" fmla="*/ 20961 h 389543"/>
                    <a:gd name="connsiteX1332" fmla="*/ 1102 w 891021"/>
                    <a:gd name="connsiteY1332" fmla="*/ 20961 h 389543"/>
                    <a:gd name="connsiteX1333" fmla="*/ 885179 w 891021"/>
                    <a:gd name="connsiteY1333" fmla="*/ 15008 h 389543"/>
                    <a:gd name="connsiteX1334" fmla="*/ 884750 w 891021"/>
                    <a:gd name="connsiteY1334" fmla="*/ 14616 h 389543"/>
                    <a:gd name="connsiteX1335" fmla="*/ 884468 w 891021"/>
                    <a:gd name="connsiteY1335" fmla="*/ 12007 h 389543"/>
                    <a:gd name="connsiteX1336" fmla="*/ 884848 w 891021"/>
                    <a:gd name="connsiteY1336" fmla="*/ 11529 h 389543"/>
                    <a:gd name="connsiteX1337" fmla="*/ 885325 w 891021"/>
                    <a:gd name="connsiteY1337" fmla="*/ 11909 h 389543"/>
                    <a:gd name="connsiteX1338" fmla="*/ 885607 w 891021"/>
                    <a:gd name="connsiteY1338" fmla="*/ 14518 h 389543"/>
                    <a:gd name="connsiteX1339" fmla="*/ 885215 w 891021"/>
                    <a:gd name="connsiteY1339" fmla="*/ 14996 h 389543"/>
                    <a:gd name="connsiteX1340" fmla="*/ 885166 w 891021"/>
                    <a:gd name="connsiteY1340" fmla="*/ 14996 h 389543"/>
                    <a:gd name="connsiteX1341" fmla="*/ 808 w 891021"/>
                    <a:gd name="connsiteY1341" fmla="*/ 12239 h 389543"/>
                    <a:gd name="connsiteX1342" fmla="*/ 367 w 891021"/>
                    <a:gd name="connsiteY1342" fmla="*/ 11811 h 389543"/>
                    <a:gd name="connsiteX1343" fmla="*/ 282 w 891021"/>
                    <a:gd name="connsiteY1343" fmla="*/ 9189 h 389543"/>
                    <a:gd name="connsiteX1344" fmla="*/ 698 w 891021"/>
                    <a:gd name="connsiteY1344" fmla="*/ 8736 h 389543"/>
                    <a:gd name="connsiteX1345" fmla="*/ 1151 w 891021"/>
                    <a:gd name="connsiteY1345" fmla="*/ 9152 h 389543"/>
                    <a:gd name="connsiteX1346" fmla="*/ 1237 w 891021"/>
                    <a:gd name="connsiteY1346" fmla="*/ 11774 h 389543"/>
                    <a:gd name="connsiteX1347" fmla="*/ 821 w 891021"/>
                    <a:gd name="connsiteY1347" fmla="*/ 12227 h 389543"/>
                    <a:gd name="connsiteX1348" fmla="*/ 808 w 891021"/>
                    <a:gd name="connsiteY1348" fmla="*/ 12227 h 389543"/>
                    <a:gd name="connsiteX1349" fmla="*/ 884186 w 891021"/>
                    <a:gd name="connsiteY1349" fmla="*/ 6323 h 389543"/>
                    <a:gd name="connsiteX1350" fmla="*/ 883757 w 891021"/>
                    <a:gd name="connsiteY1350" fmla="*/ 5943 h 389543"/>
                    <a:gd name="connsiteX1351" fmla="*/ 883439 w 891021"/>
                    <a:gd name="connsiteY1351" fmla="*/ 3346 h 389543"/>
                    <a:gd name="connsiteX1352" fmla="*/ 883819 w 891021"/>
                    <a:gd name="connsiteY1352" fmla="*/ 2856 h 389543"/>
                    <a:gd name="connsiteX1353" fmla="*/ 884309 w 891021"/>
                    <a:gd name="connsiteY1353" fmla="*/ 3236 h 389543"/>
                    <a:gd name="connsiteX1354" fmla="*/ 884627 w 891021"/>
                    <a:gd name="connsiteY1354" fmla="*/ 5845 h 389543"/>
                    <a:gd name="connsiteX1355" fmla="*/ 884248 w 891021"/>
                    <a:gd name="connsiteY1355" fmla="*/ 6335 h 389543"/>
                    <a:gd name="connsiteX1356" fmla="*/ 884198 w 891021"/>
                    <a:gd name="connsiteY1356" fmla="*/ 6335 h 389543"/>
                    <a:gd name="connsiteX1357" fmla="*/ 527 w 891021"/>
                    <a:gd name="connsiteY1357" fmla="*/ 3505 h 389543"/>
                    <a:gd name="connsiteX1358" fmla="*/ 86 w 891021"/>
                    <a:gd name="connsiteY1358" fmla="*/ 3077 h 389543"/>
                    <a:gd name="connsiteX1359" fmla="*/ 0 w 891021"/>
                    <a:gd name="connsiteY1359" fmla="*/ 455 h 389543"/>
                    <a:gd name="connsiteX1360" fmla="*/ 416 w 891021"/>
                    <a:gd name="connsiteY1360" fmla="*/ 2 h 389543"/>
                    <a:gd name="connsiteX1361" fmla="*/ 870 w 891021"/>
                    <a:gd name="connsiteY1361" fmla="*/ 431 h 389543"/>
                    <a:gd name="connsiteX1362" fmla="*/ 955 w 891021"/>
                    <a:gd name="connsiteY1362" fmla="*/ 3052 h 389543"/>
                    <a:gd name="connsiteX1363" fmla="*/ 539 w 891021"/>
                    <a:gd name="connsiteY1363" fmla="*/ 3505 h 389543"/>
                    <a:gd name="connsiteX1364" fmla="*/ 527 w 891021"/>
                    <a:gd name="connsiteY1364" fmla="*/ 3505 h 389543"/>
                    <a:gd name="connsiteX1365" fmla="*/ 880254 w 891021"/>
                    <a:gd name="connsiteY1365" fmla="*/ 884 h 389543"/>
                    <a:gd name="connsiteX1366" fmla="*/ 877633 w 891021"/>
                    <a:gd name="connsiteY1366" fmla="*/ 884 h 389543"/>
                    <a:gd name="connsiteX1367" fmla="*/ 877192 w 891021"/>
                    <a:gd name="connsiteY1367" fmla="*/ 443 h 389543"/>
                    <a:gd name="connsiteX1368" fmla="*/ 877633 w 891021"/>
                    <a:gd name="connsiteY1368" fmla="*/ 2 h 389543"/>
                    <a:gd name="connsiteX1369" fmla="*/ 880254 w 891021"/>
                    <a:gd name="connsiteY1369" fmla="*/ 2 h 389543"/>
                    <a:gd name="connsiteX1370" fmla="*/ 880695 w 891021"/>
                    <a:gd name="connsiteY1370" fmla="*/ 443 h 389543"/>
                    <a:gd name="connsiteX1371" fmla="*/ 880254 w 891021"/>
                    <a:gd name="connsiteY1371" fmla="*/ 884 h 389543"/>
                    <a:gd name="connsiteX1372" fmla="*/ 871520 w 891021"/>
                    <a:gd name="connsiteY1372" fmla="*/ 884 h 389543"/>
                    <a:gd name="connsiteX1373" fmla="*/ 868899 w 891021"/>
                    <a:gd name="connsiteY1373" fmla="*/ 884 h 389543"/>
                    <a:gd name="connsiteX1374" fmla="*/ 868458 w 891021"/>
                    <a:gd name="connsiteY1374" fmla="*/ 443 h 389543"/>
                    <a:gd name="connsiteX1375" fmla="*/ 868899 w 891021"/>
                    <a:gd name="connsiteY1375" fmla="*/ 2 h 389543"/>
                    <a:gd name="connsiteX1376" fmla="*/ 871520 w 891021"/>
                    <a:gd name="connsiteY1376" fmla="*/ 2 h 389543"/>
                    <a:gd name="connsiteX1377" fmla="*/ 871961 w 891021"/>
                    <a:gd name="connsiteY1377" fmla="*/ 443 h 389543"/>
                    <a:gd name="connsiteX1378" fmla="*/ 871520 w 891021"/>
                    <a:gd name="connsiteY1378" fmla="*/ 884 h 389543"/>
                    <a:gd name="connsiteX1379" fmla="*/ 862786 w 891021"/>
                    <a:gd name="connsiteY1379" fmla="*/ 884 h 389543"/>
                    <a:gd name="connsiteX1380" fmla="*/ 860164 w 891021"/>
                    <a:gd name="connsiteY1380" fmla="*/ 884 h 389543"/>
                    <a:gd name="connsiteX1381" fmla="*/ 859724 w 891021"/>
                    <a:gd name="connsiteY1381" fmla="*/ 443 h 389543"/>
                    <a:gd name="connsiteX1382" fmla="*/ 860164 w 891021"/>
                    <a:gd name="connsiteY1382" fmla="*/ 2 h 389543"/>
                    <a:gd name="connsiteX1383" fmla="*/ 862786 w 891021"/>
                    <a:gd name="connsiteY1383" fmla="*/ 2 h 389543"/>
                    <a:gd name="connsiteX1384" fmla="*/ 863227 w 891021"/>
                    <a:gd name="connsiteY1384" fmla="*/ 443 h 389543"/>
                    <a:gd name="connsiteX1385" fmla="*/ 862786 w 891021"/>
                    <a:gd name="connsiteY1385" fmla="*/ 884 h 389543"/>
                    <a:gd name="connsiteX1386" fmla="*/ 854052 w 891021"/>
                    <a:gd name="connsiteY1386" fmla="*/ 884 h 389543"/>
                    <a:gd name="connsiteX1387" fmla="*/ 851430 w 891021"/>
                    <a:gd name="connsiteY1387" fmla="*/ 884 h 389543"/>
                    <a:gd name="connsiteX1388" fmla="*/ 850989 w 891021"/>
                    <a:gd name="connsiteY1388" fmla="*/ 443 h 389543"/>
                    <a:gd name="connsiteX1389" fmla="*/ 851430 w 891021"/>
                    <a:gd name="connsiteY1389" fmla="*/ 2 h 389543"/>
                    <a:gd name="connsiteX1390" fmla="*/ 854052 w 891021"/>
                    <a:gd name="connsiteY1390" fmla="*/ 2 h 389543"/>
                    <a:gd name="connsiteX1391" fmla="*/ 854493 w 891021"/>
                    <a:gd name="connsiteY1391" fmla="*/ 443 h 389543"/>
                    <a:gd name="connsiteX1392" fmla="*/ 854052 w 891021"/>
                    <a:gd name="connsiteY1392" fmla="*/ 884 h 389543"/>
                    <a:gd name="connsiteX1393" fmla="*/ 845318 w 891021"/>
                    <a:gd name="connsiteY1393" fmla="*/ 884 h 389543"/>
                    <a:gd name="connsiteX1394" fmla="*/ 842696 w 891021"/>
                    <a:gd name="connsiteY1394" fmla="*/ 884 h 389543"/>
                    <a:gd name="connsiteX1395" fmla="*/ 842255 w 891021"/>
                    <a:gd name="connsiteY1395" fmla="*/ 443 h 389543"/>
                    <a:gd name="connsiteX1396" fmla="*/ 842696 w 891021"/>
                    <a:gd name="connsiteY1396" fmla="*/ 2 h 389543"/>
                    <a:gd name="connsiteX1397" fmla="*/ 845318 w 891021"/>
                    <a:gd name="connsiteY1397" fmla="*/ 2 h 389543"/>
                    <a:gd name="connsiteX1398" fmla="*/ 845759 w 891021"/>
                    <a:gd name="connsiteY1398" fmla="*/ 443 h 389543"/>
                    <a:gd name="connsiteX1399" fmla="*/ 845318 w 891021"/>
                    <a:gd name="connsiteY1399" fmla="*/ 884 h 389543"/>
                    <a:gd name="connsiteX1400" fmla="*/ 836584 w 891021"/>
                    <a:gd name="connsiteY1400" fmla="*/ 884 h 389543"/>
                    <a:gd name="connsiteX1401" fmla="*/ 833962 w 891021"/>
                    <a:gd name="connsiteY1401" fmla="*/ 884 h 389543"/>
                    <a:gd name="connsiteX1402" fmla="*/ 833521 w 891021"/>
                    <a:gd name="connsiteY1402" fmla="*/ 443 h 389543"/>
                    <a:gd name="connsiteX1403" fmla="*/ 833962 w 891021"/>
                    <a:gd name="connsiteY1403" fmla="*/ 2 h 389543"/>
                    <a:gd name="connsiteX1404" fmla="*/ 836584 w 891021"/>
                    <a:gd name="connsiteY1404" fmla="*/ 2 h 389543"/>
                    <a:gd name="connsiteX1405" fmla="*/ 837025 w 891021"/>
                    <a:gd name="connsiteY1405" fmla="*/ 443 h 389543"/>
                    <a:gd name="connsiteX1406" fmla="*/ 836584 w 891021"/>
                    <a:gd name="connsiteY1406" fmla="*/ 884 h 389543"/>
                    <a:gd name="connsiteX1407" fmla="*/ 827850 w 891021"/>
                    <a:gd name="connsiteY1407" fmla="*/ 884 h 389543"/>
                    <a:gd name="connsiteX1408" fmla="*/ 825228 w 891021"/>
                    <a:gd name="connsiteY1408" fmla="*/ 884 h 389543"/>
                    <a:gd name="connsiteX1409" fmla="*/ 824787 w 891021"/>
                    <a:gd name="connsiteY1409" fmla="*/ 443 h 389543"/>
                    <a:gd name="connsiteX1410" fmla="*/ 825228 w 891021"/>
                    <a:gd name="connsiteY1410" fmla="*/ 2 h 389543"/>
                    <a:gd name="connsiteX1411" fmla="*/ 827850 w 891021"/>
                    <a:gd name="connsiteY1411" fmla="*/ 2 h 389543"/>
                    <a:gd name="connsiteX1412" fmla="*/ 828291 w 891021"/>
                    <a:gd name="connsiteY1412" fmla="*/ 443 h 389543"/>
                    <a:gd name="connsiteX1413" fmla="*/ 827850 w 891021"/>
                    <a:gd name="connsiteY1413" fmla="*/ 884 h 389543"/>
                    <a:gd name="connsiteX1414" fmla="*/ 819116 w 891021"/>
                    <a:gd name="connsiteY1414" fmla="*/ 884 h 389543"/>
                    <a:gd name="connsiteX1415" fmla="*/ 816494 w 891021"/>
                    <a:gd name="connsiteY1415" fmla="*/ 884 h 389543"/>
                    <a:gd name="connsiteX1416" fmla="*/ 816053 w 891021"/>
                    <a:gd name="connsiteY1416" fmla="*/ 443 h 389543"/>
                    <a:gd name="connsiteX1417" fmla="*/ 816494 w 891021"/>
                    <a:gd name="connsiteY1417" fmla="*/ 2 h 389543"/>
                    <a:gd name="connsiteX1418" fmla="*/ 819116 w 891021"/>
                    <a:gd name="connsiteY1418" fmla="*/ 2 h 389543"/>
                    <a:gd name="connsiteX1419" fmla="*/ 819557 w 891021"/>
                    <a:gd name="connsiteY1419" fmla="*/ 443 h 389543"/>
                    <a:gd name="connsiteX1420" fmla="*/ 819116 w 891021"/>
                    <a:gd name="connsiteY1420" fmla="*/ 884 h 389543"/>
                    <a:gd name="connsiteX1421" fmla="*/ 810382 w 891021"/>
                    <a:gd name="connsiteY1421" fmla="*/ 884 h 389543"/>
                    <a:gd name="connsiteX1422" fmla="*/ 807760 w 891021"/>
                    <a:gd name="connsiteY1422" fmla="*/ 884 h 389543"/>
                    <a:gd name="connsiteX1423" fmla="*/ 807319 w 891021"/>
                    <a:gd name="connsiteY1423" fmla="*/ 443 h 389543"/>
                    <a:gd name="connsiteX1424" fmla="*/ 807760 w 891021"/>
                    <a:gd name="connsiteY1424" fmla="*/ 2 h 389543"/>
                    <a:gd name="connsiteX1425" fmla="*/ 810382 w 891021"/>
                    <a:gd name="connsiteY1425" fmla="*/ 2 h 389543"/>
                    <a:gd name="connsiteX1426" fmla="*/ 810823 w 891021"/>
                    <a:gd name="connsiteY1426" fmla="*/ 443 h 389543"/>
                    <a:gd name="connsiteX1427" fmla="*/ 810382 w 891021"/>
                    <a:gd name="connsiteY1427" fmla="*/ 884 h 389543"/>
                    <a:gd name="connsiteX1428" fmla="*/ 801648 w 891021"/>
                    <a:gd name="connsiteY1428" fmla="*/ 884 h 389543"/>
                    <a:gd name="connsiteX1429" fmla="*/ 799026 w 891021"/>
                    <a:gd name="connsiteY1429" fmla="*/ 884 h 389543"/>
                    <a:gd name="connsiteX1430" fmla="*/ 798585 w 891021"/>
                    <a:gd name="connsiteY1430" fmla="*/ 443 h 389543"/>
                    <a:gd name="connsiteX1431" fmla="*/ 799026 w 891021"/>
                    <a:gd name="connsiteY1431" fmla="*/ 2 h 389543"/>
                    <a:gd name="connsiteX1432" fmla="*/ 801648 w 891021"/>
                    <a:gd name="connsiteY1432" fmla="*/ 2 h 389543"/>
                    <a:gd name="connsiteX1433" fmla="*/ 802089 w 891021"/>
                    <a:gd name="connsiteY1433" fmla="*/ 443 h 389543"/>
                    <a:gd name="connsiteX1434" fmla="*/ 801648 w 891021"/>
                    <a:gd name="connsiteY1434" fmla="*/ 884 h 389543"/>
                    <a:gd name="connsiteX1435" fmla="*/ 792914 w 891021"/>
                    <a:gd name="connsiteY1435" fmla="*/ 884 h 389543"/>
                    <a:gd name="connsiteX1436" fmla="*/ 790292 w 891021"/>
                    <a:gd name="connsiteY1436" fmla="*/ 884 h 389543"/>
                    <a:gd name="connsiteX1437" fmla="*/ 789851 w 891021"/>
                    <a:gd name="connsiteY1437" fmla="*/ 443 h 389543"/>
                    <a:gd name="connsiteX1438" fmla="*/ 790292 w 891021"/>
                    <a:gd name="connsiteY1438" fmla="*/ 2 h 389543"/>
                    <a:gd name="connsiteX1439" fmla="*/ 792914 w 891021"/>
                    <a:gd name="connsiteY1439" fmla="*/ 2 h 389543"/>
                    <a:gd name="connsiteX1440" fmla="*/ 793354 w 891021"/>
                    <a:gd name="connsiteY1440" fmla="*/ 443 h 389543"/>
                    <a:gd name="connsiteX1441" fmla="*/ 792914 w 891021"/>
                    <a:gd name="connsiteY1441" fmla="*/ 884 h 389543"/>
                    <a:gd name="connsiteX1442" fmla="*/ 784179 w 891021"/>
                    <a:gd name="connsiteY1442" fmla="*/ 884 h 389543"/>
                    <a:gd name="connsiteX1443" fmla="*/ 781558 w 891021"/>
                    <a:gd name="connsiteY1443" fmla="*/ 884 h 389543"/>
                    <a:gd name="connsiteX1444" fmla="*/ 781117 w 891021"/>
                    <a:gd name="connsiteY1444" fmla="*/ 443 h 389543"/>
                    <a:gd name="connsiteX1445" fmla="*/ 781558 w 891021"/>
                    <a:gd name="connsiteY1445" fmla="*/ 2 h 389543"/>
                    <a:gd name="connsiteX1446" fmla="*/ 784179 w 891021"/>
                    <a:gd name="connsiteY1446" fmla="*/ 2 h 389543"/>
                    <a:gd name="connsiteX1447" fmla="*/ 784620 w 891021"/>
                    <a:gd name="connsiteY1447" fmla="*/ 443 h 389543"/>
                    <a:gd name="connsiteX1448" fmla="*/ 784179 w 891021"/>
                    <a:gd name="connsiteY1448" fmla="*/ 884 h 389543"/>
                    <a:gd name="connsiteX1449" fmla="*/ 775445 w 891021"/>
                    <a:gd name="connsiteY1449" fmla="*/ 884 h 389543"/>
                    <a:gd name="connsiteX1450" fmla="*/ 772824 w 891021"/>
                    <a:gd name="connsiteY1450" fmla="*/ 884 h 389543"/>
                    <a:gd name="connsiteX1451" fmla="*/ 772383 w 891021"/>
                    <a:gd name="connsiteY1451" fmla="*/ 443 h 389543"/>
                    <a:gd name="connsiteX1452" fmla="*/ 772824 w 891021"/>
                    <a:gd name="connsiteY1452" fmla="*/ 2 h 389543"/>
                    <a:gd name="connsiteX1453" fmla="*/ 775445 w 891021"/>
                    <a:gd name="connsiteY1453" fmla="*/ 2 h 389543"/>
                    <a:gd name="connsiteX1454" fmla="*/ 775886 w 891021"/>
                    <a:gd name="connsiteY1454" fmla="*/ 443 h 389543"/>
                    <a:gd name="connsiteX1455" fmla="*/ 775445 w 891021"/>
                    <a:gd name="connsiteY1455" fmla="*/ 884 h 389543"/>
                    <a:gd name="connsiteX1456" fmla="*/ 766711 w 891021"/>
                    <a:gd name="connsiteY1456" fmla="*/ 884 h 389543"/>
                    <a:gd name="connsiteX1457" fmla="*/ 764090 w 891021"/>
                    <a:gd name="connsiteY1457" fmla="*/ 884 h 389543"/>
                    <a:gd name="connsiteX1458" fmla="*/ 763649 w 891021"/>
                    <a:gd name="connsiteY1458" fmla="*/ 443 h 389543"/>
                    <a:gd name="connsiteX1459" fmla="*/ 764090 w 891021"/>
                    <a:gd name="connsiteY1459" fmla="*/ 2 h 389543"/>
                    <a:gd name="connsiteX1460" fmla="*/ 766711 w 891021"/>
                    <a:gd name="connsiteY1460" fmla="*/ 2 h 389543"/>
                    <a:gd name="connsiteX1461" fmla="*/ 767152 w 891021"/>
                    <a:gd name="connsiteY1461" fmla="*/ 443 h 389543"/>
                    <a:gd name="connsiteX1462" fmla="*/ 766711 w 891021"/>
                    <a:gd name="connsiteY1462" fmla="*/ 884 h 389543"/>
                    <a:gd name="connsiteX1463" fmla="*/ 757977 w 891021"/>
                    <a:gd name="connsiteY1463" fmla="*/ 884 h 389543"/>
                    <a:gd name="connsiteX1464" fmla="*/ 755356 w 891021"/>
                    <a:gd name="connsiteY1464" fmla="*/ 884 h 389543"/>
                    <a:gd name="connsiteX1465" fmla="*/ 754915 w 891021"/>
                    <a:gd name="connsiteY1465" fmla="*/ 443 h 389543"/>
                    <a:gd name="connsiteX1466" fmla="*/ 755356 w 891021"/>
                    <a:gd name="connsiteY1466" fmla="*/ 2 h 389543"/>
                    <a:gd name="connsiteX1467" fmla="*/ 757977 w 891021"/>
                    <a:gd name="connsiteY1467" fmla="*/ 2 h 389543"/>
                    <a:gd name="connsiteX1468" fmla="*/ 758418 w 891021"/>
                    <a:gd name="connsiteY1468" fmla="*/ 443 h 389543"/>
                    <a:gd name="connsiteX1469" fmla="*/ 757977 w 891021"/>
                    <a:gd name="connsiteY1469" fmla="*/ 884 h 389543"/>
                    <a:gd name="connsiteX1470" fmla="*/ 749243 w 891021"/>
                    <a:gd name="connsiteY1470" fmla="*/ 884 h 389543"/>
                    <a:gd name="connsiteX1471" fmla="*/ 746622 w 891021"/>
                    <a:gd name="connsiteY1471" fmla="*/ 884 h 389543"/>
                    <a:gd name="connsiteX1472" fmla="*/ 746181 w 891021"/>
                    <a:gd name="connsiteY1472" fmla="*/ 443 h 389543"/>
                    <a:gd name="connsiteX1473" fmla="*/ 746622 w 891021"/>
                    <a:gd name="connsiteY1473" fmla="*/ 2 h 389543"/>
                    <a:gd name="connsiteX1474" fmla="*/ 749243 w 891021"/>
                    <a:gd name="connsiteY1474" fmla="*/ 2 h 389543"/>
                    <a:gd name="connsiteX1475" fmla="*/ 749684 w 891021"/>
                    <a:gd name="connsiteY1475" fmla="*/ 443 h 389543"/>
                    <a:gd name="connsiteX1476" fmla="*/ 749243 w 891021"/>
                    <a:gd name="connsiteY1476" fmla="*/ 884 h 389543"/>
                    <a:gd name="connsiteX1477" fmla="*/ 740509 w 891021"/>
                    <a:gd name="connsiteY1477" fmla="*/ 884 h 389543"/>
                    <a:gd name="connsiteX1478" fmla="*/ 737888 w 891021"/>
                    <a:gd name="connsiteY1478" fmla="*/ 884 h 389543"/>
                    <a:gd name="connsiteX1479" fmla="*/ 737447 w 891021"/>
                    <a:gd name="connsiteY1479" fmla="*/ 443 h 389543"/>
                    <a:gd name="connsiteX1480" fmla="*/ 737888 w 891021"/>
                    <a:gd name="connsiteY1480" fmla="*/ 2 h 389543"/>
                    <a:gd name="connsiteX1481" fmla="*/ 740509 w 891021"/>
                    <a:gd name="connsiteY1481" fmla="*/ 2 h 389543"/>
                    <a:gd name="connsiteX1482" fmla="*/ 740950 w 891021"/>
                    <a:gd name="connsiteY1482" fmla="*/ 443 h 389543"/>
                    <a:gd name="connsiteX1483" fmla="*/ 740509 w 891021"/>
                    <a:gd name="connsiteY1483" fmla="*/ 884 h 389543"/>
                    <a:gd name="connsiteX1484" fmla="*/ 731775 w 891021"/>
                    <a:gd name="connsiteY1484" fmla="*/ 884 h 389543"/>
                    <a:gd name="connsiteX1485" fmla="*/ 729154 w 891021"/>
                    <a:gd name="connsiteY1485" fmla="*/ 884 h 389543"/>
                    <a:gd name="connsiteX1486" fmla="*/ 728713 w 891021"/>
                    <a:gd name="connsiteY1486" fmla="*/ 443 h 389543"/>
                    <a:gd name="connsiteX1487" fmla="*/ 729154 w 891021"/>
                    <a:gd name="connsiteY1487" fmla="*/ 2 h 389543"/>
                    <a:gd name="connsiteX1488" fmla="*/ 731775 w 891021"/>
                    <a:gd name="connsiteY1488" fmla="*/ 2 h 389543"/>
                    <a:gd name="connsiteX1489" fmla="*/ 732216 w 891021"/>
                    <a:gd name="connsiteY1489" fmla="*/ 443 h 389543"/>
                    <a:gd name="connsiteX1490" fmla="*/ 731775 w 891021"/>
                    <a:gd name="connsiteY1490" fmla="*/ 884 h 389543"/>
                    <a:gd name="connsiteX1491" fmla="*/ 723041 w 891021"/>
                    <a:gd name="connsiteY1491" fmla="*/ 884 h 389543"/>
                    <a:gd name="connsiteX1492" fmla="*/ 720419 w 891021"/>
                    <a:gd name="connsiteY1492" fmla="*/ 884 h 389543"/>
                    <a:gd name="connsiteX1493" fmla="*/ 719979 w 891021"/>
                    <a:gd name="connsiteY1493" fmla="*/ 443 h 389543"/>
                    <a:gd name="connsiteX1494" fmla="*/ 720419 w 891021"/>
                    <a:gd name="connsiteY1494" fmla="*/ 2 h 389543"/>
                    <a:gd name="connsiteX1495" fmla="*/ 723041 w 891021"/>
                    <a:gd name="connsiteY1495" fmla="*/ 2 h 389543"/>
                    <a:gd name="connsiteX1496" fmla="*/ 723482 w 891021"/>
                    <a:gd name="connsiteY1496" fmla="*/ 443 h 389543"/>
                    <a:gd name="connsiteX1497" fmla="*/ 723041 w 891021"/>
                    <a:gd name="connsiteY1497" fmla="*/ 884 h 389543"/>
                    <a:gd name="connsiteX1498" fmla="*/ 714307 w 891021"/>
                    <a:gd name="connsiteY1498" fmla="*/ 884 h 389543"/>
                    <a:gd name="connsiteX1499" fmla="*/ 711685 w 891021"/>
                    <a:gd name="connsiteY1499" fmla="*/ 884 h 389543"/>
                    <a:gd name="connsiteX1500" fmla="*/ 711244 w 891021"/>
                    <a:gd name="connsiteY1500" fmla="*/ 443 h 389543"/>
                    <a:gd name="connsiteX1501" fmla="*/ 711685 w 891021"/>
                    <a:gd name="connsiteY1501" fmla="*/ 2 h 389543"/>
                    <a:gd name="connsiteX1502" fmla="*/ 714307 w 891021"/>
                    <a:gd name="connsiteY1502" fmla="*/ 2 h 389543"/>
                    <a:gd name="connsiteX1503" fmla="*/ 714748 w 891021"/>
                    <a:gd name="connsiteY1503" fmla="*/ 443 h 389543"/>
                    <a:gd name="connsiteX1504" fmla="*/ 714307 w 891021"/>
                    <a:gd name="connsiteY1504" fmla="*/ 884 h 389543"/>
                    <a:gd name="connsiteX1505" fmla="*/ 705573 w 891021"/>
                    <a:gd name="connsiteY1505" fmla="*/ 884 h 389543"/>
                    <a:gd name="connsiteX1506" fmla="*/ 702951 w 891021"/>
                    <a:gd name="connsiteY1506" fmla="*/ 884 h 389543"/>
                    <a:gd name="connsiteX1507" fmla="*/ 702510 w 891021"/>
                    <a:gd name="connsiteY1507" fmla="*/ 443 h 389543"/>
                    <a:gd name="connsiteX1508" fmla="*/ 702951 w 891021"/>
                    <a:gd name="connsiteY1508" fmla="*/ 2 h 389543"/>
                    <a:gd name="connsiteX1509" fmla="*/ 705573 w 891021"/>
                    <a:gd name="connsiteY1509" fmla="*/ 2 h 389543"/>
                    <a:gd name="connsiteX1510" fmla="*/ 706014 w 891021"/>
                    <a:gd name="connsiteY1510" fmla="*/ 443 h 389543"/>
                    <a:gd name="connsiteX1511" fmla="*/ 705573 w 891021"/>
                    <a:gd name="connsiteY1511" fmla="*/ 884 h 389543"/>
                    <a:gd name="connsiteX1512" fmla="*/ 696839 w 891021"/>
                    <a:gd name="connsiteY1512" fmla="*/ 884 h 389543"/>
                    <a:gd name="connsiteX1513" fmla="*/ 694217 w 891021"/>
                    <a:gd name="connsiteY1513" fmla="*/ 884 h 389543"/>
                    <a:gd name="connsiteX1514" fmla="*/ 693776 w 891021"/>
                    <a:gd name="connsiteY1514" fmla="*/ 443 h 389543"/>
                    <a:gd name="connsiteX1515" fmla="*/ 694217 w 891021"/>
                    <a:gd name="connsiteY1515" fmla="*/ 2 h 389543"/>
                    <a:gd name="connsiteX1516" fmla="*/ 696839 w 891021"/>
                    <a:gd name="connsiteY1516" fmla="*/ 2 h 389543"/>
                    <a:gd name="connsiteX1517" fmla="*/ 697280 w 891021"/>
                    <a:gd name="connsiteY1517" fmla="*/ 443 h 389543"/>
                    <a:gd name="connsiteX1518" fmla="*/ 696839 w 891021"/>
                    <a:gd name="connsiteY1518" fmla="*/ 884 h 389543"/>
                    <a:gd name="connsiteX1519" fmla="*/ 688105 w 891021"/>
                    <a:gd name="connsiteY1519" fmla="*/ 884 h 389543"/>
                    <a:gd name="connsiteX1520" fmla="*/ 685483 w 891021"/>
                    <a:gd name="connsiteY1520" fmla="*/ 884 h 389543"/>
                    <a:gd name="connsiteX1521" fmla="*/ 685042 w 891021"/>
                    <a:gd name="connsiteY1521" fmla="*/ 443 h 389543"/>
                    <a:gd name="connsiteX1522" fmla="*/ 685483 w 891021"/>
                    <a:gd name="connsiteY1522" fmla="*/ 2 h 389543"/>
                    <a:gd name="connsiteX1523" fmla="*/ 688105 w 891021"/>
                    <a:gd name="connsiteY1523" fmla="*/ 2 h 389543"/>
                    <a:gd name="connsiteX1524" fmla="*/ 688546 w 891021"/>
                    <a:gd name="connsiteY1524" fmla="*/ 443 h 389543"/>
                    <a:gd name="connsiteX1525" fmla="*/ 688105 w 891021"/>
                    <a:gd name="connsiteY1525" fmla="*/ 884 h 389543"/>
                    <a:gd name="connsiteX1526" fmla="*/ 679371 w 891021"/>
                    <a:gd name="connsiteY1526" fmla="*/ 884 h 389543"/>
                    <a:gd name="connsiteX1527" fmla="*/ 676749 w 891021"/>
                    <a:gd name="connsiteY1527" fmla="*/ 884 h 389543"/>
                    <a:gd name="connsiteX1528" fmla="*/ 676308 w 891021"/>
                    <a:gd name="connsiteY1528" fmla="*/ 443 h 389543"/>
                    <a:gd name="connsiteX1529" fmla="*/ 676749 w 891021"/>
                    <a:gd name="connsiteY1529" fmla="*/ 2 h 389543"/>
                    <a:gd name="connsiteX1530" fmla="*/ 679371 w 891021"/>
                    <a:gd name="connsiteY1530" fmla="*/ 2 h 389543"/>
                    <a:gd name="connsiteX1531" fmla="*/ 679812 w 891021"/>
                    <a:gd name="connsiteY1531" fmla="*/ 443 h 389543"/>
                    <a:gd name="connsiteX1532" fmla="*/ 679371 w 891021"/>
                    <a:gd name="connsiteY1532" fmla="*/ 884 h 389543"/>
                    <a:gd name="connsiteX1533" fmla="*/ 670637 w 891021"/>
                    <a:gd name="connsiteY1533" fmla="*/ 884 h 389543"/>
                    <a:gd name="connsiteX1534" fmla="*/ 668015 w 891021"/>
                    <a:gd name="connsiteY1534" fmla="*/ 884 h 389543"/>
                    <a:gd name="connsiteX1535" fmla="*/ 667574 w 891021"/>
                    <a:gd name="connsiteY1535" fmla="*/ 443 h 389543"/>
                    <a:gd name="connsiteX1536" fmla="*/ 668015 w 891021"/>
                    <a:gd name="connsiteY1536" fmla="*/ 2 h 389543"/>
                    <a:gd name="connsiteX1537" fmla="*/ 670637 w 891021"/>
                    <a:gd name="connsiteY1537" fmla="*/ 2 h 389543"/>
                    <a:gd name="connsiteX1538" fmla="*/ 671078 w 891021"/>
                    <a:gd name="connsiteY1538" fmla="*/ 443 h 389543"/>
                    <a:gd name="connsiteX1539" fmla="*/ 670637 w 891021"/>
                    <a:gd name="connsiteY1539" fmla="*/ 884 h 389543"/>
                    <a:gd name="connsiteX1540" fmla="*/ 661902 w 891021"/>
                    <a:gd name="connsiteY1540" fmla="*/ 884 h 389543"/>
                    <a:gd name="connsiteX1541" fmla="*/ 659281 w 891021"/>
                    <a:gd name="connsiteY1541" fmla="*/ 884 h 389543"/>
                    <a:gd name="connsiteX1542" fmla="*/ 658840 w 891021"/>
                    <a:gd name="connsiteY1542" fmla="*/ 443 h 389543"/>
                    <a:gd name="connsiteX1543" fmla="*/ 659281 w 891021"/>
                    <a:gd name="connsiteY1543" fmla="*/ 2 h 389543"/>
                    <a:gd name="connsiteX1544" fmla="*/ 661902 w 891021"/>
                    <a:gd name="connsiteY1544" fmla="*/ 2 h 389543"/>
                    <a:gd name="connsiteX1545" fmla="*/ 662343 w 891021"/>
                    <a:gd name="connsiteY1545" fmla="*/ 443 h 389543"/>
                    <a:gd name="connsiteX1546" fmla="*/ 661902 w 891021"/>
                    <a:gd name="connsiteY1546" fmla="*/ 884 h 389543"/>
                    <a:gd name="connsiteX1547" fmla="*/ 653168 w 891021"/>
                    <a:gd name="connsiteY1547" fmla="*/ 884 h 389543"/>
                    <a:gd name="connsiteX1548" fmla="*/ 650547 w 891021"/>
                    <a:gd name="connsiteY1548" fmla="*/ 884 h 389543"/>
                    <a:gd name="connsiteX1549" fmla="*/ 650106 w 891021"/>
                    <a:gd name="connsiteY1549" fmla="*/ 443 h 389543"/>
                    <a:gd name="connsiteX1550" fmla="*/ 650547 w 891021"/>
                    <a:gd name="connsiteY1550" fmla="*/ 2 h 389543"/>
                    <a:gd name="connsiteX1551" fmla="*/ 653168 w 891021"/>
                    <a:gd name="connsiteY1551" fmla="*/ 2 h 389543"/>
                    <a:gd name="connsiteX1552" fmla="*/ 653609 w 891021"/>
                    <a:gd name="connsiteY1552" fmla="*/ 443 h 389543"/>
                    <a:gd name="connsiteX1553" fmla="*/ 653168 w 891021"/>
                    <a:gd name="connsiteY1553" fmla="*/ 884 h 389543"/>
                    <a:gd name="connsiteX1554" fmla="*/ 644434 w 891021"/>
                    <a:gd name="connsiteY1554" fmla="*/ 884 h 389543"/>
                    <a:gd name="connsiteX1555" fmla="*/ 641813 w 891021"/>
                    <a:gd name="connsiteY1555" fmla="*/ 884 h 389543"/>
                    <a:gd name="connsiteX1556" fmla="*/ 641372 w 891021"/>
                    <a:gd name="connsiteY1556" fmla="*/ 443 h 389543"/>
                    <a:gd name="connsiteX1557" fmla="*/ 641813 w 891021"/>
                    <a:gd name="connsiteY1557" fmla="*/ 2 h 389543"/>
                    <a:gd name="connsiteX1558" fmla="*/ 644434 w 891021"/>
                    <a:gd name="connsiteY1558" fmla="*/ 2 h 389543"/>
                    <a:gd name="connsiteX1559" fmla="*/ 644875 w 891021"/>
                    <a:gd name="connsiteY1559" fmla="*/ 443 h 389543"/>
                    <a:gd name="connsiteX1560" fmla="*/ 644434 w 891021"/>
                    <a:gd name="connsiteY1560" fmla="*/ 884 h 389543"/>
                    <a:gd name="connsiteX1561" fmla="*/ 635700 w 891021"/>
                    <a:gd name="connsiteY1561" fmla="*/ 884 h 389543"/>
                    <a:gd name="connsiteX1562" fmla="*/ 633079 w 891021"/>
                    <a:gd name="connsiteY1562" fmla="*/ 884 h 389543"/>
                    <a:gd name="connsiteX1563" fmla="*/ 632638 w 891021"/>
                    <a:gd name="connsiteY1563" fmla="*/ 443 h 389543"/>
                    <a:gd name="connsiteX1564" fmla="*/ 633079 w 891021"/>
                    <a:gd name="connsiteY1564" fmla="*/ 2 h 389543"/>
                    <a:gd name="connsiteX1565" fmla="*/ 635700 w 891021"/>
                    <a:gd name="connsiteY1565" fmla="*/ 2 h 389543"/>
                    <a:gd name="connsiteX1566" fmla="*/ 636141 w 891021"/>
                    <a:gd name="connsiteY1566" fmla="*/ 443 h 389543"/>
                    <a:gd name="connsiteX1567" fmla="*/ 635700 w 891021"/>
                    <a:gd name="connsiteY1567" fmla="*/ 884 h 389543"/>
                    <a:gd name="connsiteX1568" fmla="*/ 626966 w 891021"/>
                    <a:gd name="connsiteY1568" fmla="*/ 884 h 389543"/>
                    <a:gd name="connsiteX1569" fmla="*/ 624345 w 891021"/>
                    <a:gd name="connsiteY1569" fmla="*/ 884 h 389543"/>
                    <a:gd name="connsiteX1570" fmla="*/ 623904 w 891021"/>
                    <a:gd name="connsiteY1570" fmla="*/ 443 h 389543"/>
                    <a:gd name="connsiteX1571" fmla="*/ 624345 w 891021"/>
                    <a:gd name="connsiteY1571" fmla="*/ 2 h 389543"/>
                    <a:gd name="connsiteX1572" fmla="*/ 626966 w 891021"/>
                    <a:gd name="connsiteY1572" fmla="*/ 2 h 389543"/>
                    <a:gd name="connsiteX1573" fmla="*/ 627407 w 891021"/>
                    <a:gd name="connsiteY1573" fmla="*/ 443 h 389543"/>
                    <a:gd name="connsiteX1574" fmla="*/ 626966 w 891021"/>
                    <a:gd name="connsiteY1574" fmla="*/ 884 h 389543"/>
                    <a:gd name="connsiteX1575" fmla="*/ 618232 w 891021"/>
                    <a:gd name="connsiteY1575" fmla="*/ 884 h 389543"/>
                    <a:gd name="connsiteX1576" fmla="*/ 615611 w 891021"/>
                    <a:gd name="connsiteY1576" fmla="*/ 884 h 389543"/>
                    <a:gd name="connsiteX1577" fmla="*/ 615170 w 891021"/>
                    <a:gd name="connsiteY1577" fmla="*/ 443 h 389543"/>
                    <a:gd name="connsiteX1578" fmla="*/ 615611 w 891021"/>
                    <a:gd name="connsiteY1578" fmla="*/ 2 h 389543"/>
                    <a:gd name="connsiteX1579" fmla="*/ 618232 w 891021"/>
                    <a:gd name="connsiteY1579" fmla="*/ 2 h 389543"/>
                    <a:gd name="connsiteX1580" fmla="*/ 618673 w 891021"/>
                    <a:gd name="connsiteY1580" fmla="*/ 443 h 389543"/>
                    <a:gd name="connsiteX1581" fmla="*/ 618232 w 891021"/>
                    <a:gd name="connsiteY1581" fmla="*/ 884 h 389543"/>
                    <a:gd name="connsiteX1582" fmla="*/ 609498 w 891021"/>
                    <a:gd name="connsiteY1582" fmla="*/ 884 h 389543"/>
                    <a:gd name="connsiteX1583" fmla="*/ 606877 w 891021"/>
                    <a:gd name="connsiteY1583" fmla="*/ 884 h 389543"/>
                    <a:gd name="connsiteX1584" fmla="*/ 606436 w 891021"/>
                    <a:gd name="connsiteY1584" fmla="*/ 443 h 389543"/>
                    <a:gd name="connsiteX1585" fmla="*/ 606877 w 891021"/>
                    <a:gd name="connsiteY1585" fmla="*/ 2 h 389543"/>
                    <a:gd name="connsiteX1586" fmla="*/ 609498 w 891021"/>
                    <a:gd name="connsiteY1586" fmla="*/ 2 h 389543"/>
                    <a:gd name="connsiteX1587" fmla="*/ 609939 w 891021"/>
                    <a:gd name="connsiteY1587" fmla="*/ 443 h 389543"/>
                    <a:gd name="connsiteX1588" fmla="*/ 609498 w 891021"/>
                    <a:gd name="connsiteY1588" fmla="*/ 884 h 389543"/>
                    <a:gd name="connsiteX1589" fmla="*/ 600764 w 891021"/>
                    <a:gd name="connsiteY1589" fmla="*/ 884 h 389543"/>
                    <a:gd name="connsiteX1590" fmla="*/ 598143 w 891021"/>
                    <a:gd name="connsiteY1590" fmla="*/ 884 h 389543"/>
                    <a:gd name="connsiteX1591" fmla="*/ 597702 w 891021"/>
                    <a:gd name="connsiteY1591" fmla="*/ 443 h 389543"/>
                    <a:gd name="connsiteX1592" fmla="*/ 598143 w 891021"/>
                    <a:gd name="connsiteY1592" fmla="*/ 2 h 389543"/>
                    <a:gd name="connsiteX1593" fmla="*/ 600764 w 891021"/>
                    <a:gd name="connsiteY1593" fmla="*/ 2 h 389543"/>
                    <a:gd name="connsiteX1594" fmla="*/ 601205 w 891021"/>
                    <a:gd name="connsiteY1594" fmla="*/ 443 h 389543"/>
                    <a:gd name="connsiteX1595" fmla="*/ 600764 w 891021"/>
                    <a:gd name="connsiteY1595" fmla="*/ 884 h 389543"/>
                    <a:gd name="connsiteX1596" fmla="*/ 592030 w 891021"/>
                    <a:gd name="connsiteY1596" fmla="*/ 884 h 389543"/>
                    <a:gd name="connsiteX1597" fmla="*/ 589409 w 891021"/>
                    <a:gd name="connsiteY1597" fmla="*/ 884 h 389543"/>
                    <a:gd name="connsiteX1598" fmla="*/ 588968 w 891021"/>
                    <a:gd name="connsiteY1598" fmla="*/ 443 h 389543"/>
                    <a:gd name="connsiteX1599" fmla="*/ 589409 w 891021"/>
                    <a:gd name="connsiteY1599" fmla="*/ 2 h 389543"/>
                    <a:gd name="connsiteX1600" fmla="*/ 592030 w 891021"/>
                    <a:gd name="connsiteY1600" fmla="*/ 2 h 389543"/>
                    <a:gd name="connsiteX1601" fmla="*/ 592471 w 891021"/>
                    <a:gd name="connsiteY1601" fmla="*/ 443 h 389543"/>
                    <a:gd name="connsiteX1602" fmla="*/ 592030 w 891021"/>
                    <a:gd name="connsiteY1602" fmla="*/ 884 h 389543"/>
                    <a:gd name="connsiteX1603" fmla="*/ 583296 w 891021"/>
                    <a:gd name="connsiteY1603" fmla="*/ 884 h 389543"/>
                    <a:gd name="connsiteX1604" fmla="*/ 580674 w 891021"/>
                    <a:gd name="connsiteY1604" fmla="*/ 884 h 389543"/>
                    <a:gd name="connsiteX1605" fmla="*/ 580233 w 891021"/>
                    <a:gd name="connsiteY1605" fmla="*/ 443 h 389543"/>
                    <a:gd name="connsiteX1606" fmla="*/ 580674 w 891021"/>
                    <a:gd name="connsiteY1606" fmla="*/ 2 h 389543"/>
                    <a:gd name="connsiteX1607" fmla="*/ 583296 w 891021"/>
                    <a:gd name="connsiteY1607" fmla="*/ 2 h 389543"/>
                    <a:gd name="connsiteX1608" fmla="*/ 583737 w 891021"/>
                    <a:gd name="connsiteY1608" fmla="*/ 443 h 389543"/>
                    <a:gd name="connsiteX1609" fmla="*/ 583296 w 891021"/>
                    <a:gd name="connsiteY1609" fmla="*/ 884 h 389543"/>
                    <a:gd name="connsiteX1610" fmla="*/ 574562 w 891021"/>
                    <a:gd name="connsiteY1610" fmla="*/ 884 h 389543"/>
                    <a:gd name="connsiteX1611" fmla="*/ 571940 w 891021"/>
                    <a:gd name="connsiteY1611" fmla="*/ 884 h 389543"/>
                    <a:gd name="connsiteX1612" fmla="*/ 571499 w 891021"/>
                    <a:gd name="connsiteY1612" fmla="*/ 443 h 389543"/>
                    <a:gd name="connsiteX1613" fmla="*/ 571940 w 891021"/>
                    <a:gd name="connsiteY1613" fmla="*/ 2 h 389543"/>
                    <a:gd name="connsiteX1614" fmla="*/ 574562 w 891021"/>
                    <a:gd name="connsiteY1614" fmla="*/ 2 h 389543"/>
                    <a:gd name="connsiteX1615" fmla="*/ 575003 w 891021"/>
                    <a:gd name="connsiteY1615" fmla="*/ 443 h 389543"/>
                    <a:gd name="connsiteX1616" fmla="*/ 574562 w 891021"/>
                    <a:gd name="connsiteY1616" fmla="*/ 884 h 389543"/>
                    <a:gd name="connsiteX1617" fmla="*/ 565828 w 891021"/>
                    <a:gd name="connsiteY1617" fmla="*/ 884 h 389543"/>
                    <a:gd name="connsiteX1618" fmla="*/ 563206 w 891021"/>
                    <a:gd name="connsiteY1618" fmla="*/ 884 h 389543"/>
                    <a:gd name="connsiteX1619" fmla="*/ 562765 w 891021"/>
                    <a:gd name="connsiteY1619" fmla="*/ 443 h 389543"/>
                    <a:gd name="connsiteX1620" fmla="*/ 563206 w 891021"/>
                    <a:gd name="connsiteY1620" fmla="*/ 2 h 389543"/>
                    <a:gd name="connsiteX1621" fmla="*/ 565828 w 891021"/>
                    <a:gd name="connsiteY1621" fmla="*/ 2 h 389543"/>
                    <a:gd name="connsiteX1622" fmla="*/ 566269 w 891021"/>
                    <a:gd name="connsiteY1622" fmla="*/ 443 h 389543"/>
                    <a:gd name="connsiteX1623" fmla="*/ 565828 w 891021"/>
                    <a:gd name="connsiteY1623" fmla="*/ 884 h 389543"/>
                    <a:gd name="connsiteX1624" fmla="*/ 557094 w 891021"/>
                    <a:gd name="connsiteY1624" fmla="*/ 884 h 389543"/>
                    <a:gd name="connsiteX1625" fmla="*/ 554472 w 891021"/>
                    <a:gd name="connsiteY1625" fmla="*/ 884 h 389543"/>
                    <a:gd name="connsiteX1626" fmla="*/ 554031 w 891021"/>
                    <a:gd name="connsiteY1626" fmla="*/ 443 h 389543"/>
                    <a:gd name="connsiteX1627" fmla="*/ 554472 w 891021"/>
                    <a:gd name="connsiteY1627" fmla="*/ 2 h 389543"/>
                    <a:gd name="connsiteX1628" fmla="*/ 557094 w 891021"/>
                    <a:gd name="connsiteY1628" fmla="*/ 2 h 389543"/>
                    <a:gd name="connsiteX1629" fmla="*/ 557535 w 891021"/>
                    <a:gd name="connsiteY1629" fmla="*/ 443 h 389543"/>
                    <a:gd name="connsiteX1630" fmla="*/ 557094 w 891021"/>
                    <a:gd name="connsiteY1630" fmla="*/ 884 h 389543"/>
                    <a:gd name="connsiteX1631" fmla="*/ 548360 w 891021"/>
                    <a:gd name="connsiteY1631" fmla="*/ 884 h 389543"/>
                    <a:gd name="connsiteX1632" fmla="*/ 545738 w 891021"/>
                    <a:gd name="connsiteY1632" fmla="*/ 884 h 389543"/>
                    <a:gd name="connsiteX1633" fmla="*/ 545297 w 891021"/>
                    <a:gd name="connsiteY1633" fmla="*/ 443 h 389543"/>
                    <a:gd name="connsiteX1634" fmla="*/ 545738 w 891021"/>
                    <a:gd name="connsiteY1634" fmla="*/ 2 h 389543"/>
                    <a:gd name="connsiteX1635" fmla="*/ 548360 w 891021"/>
                    <a:gd name="connsiteY1635" fmla="*/ 2 h 389543"/>
                    <a:gd name="connsiteX1636" fmla="*/ 548801 w 891021"/>
                    <a:gd name="connsiteY1636" fmla="*/ 443 h 389543"/>
                    <a:gd name="connsiteX1637" fmla="*/ 548360 w 891021"/>
                    <a:gd name="connsiteY1637" fmla="*/ 884 h 389543"/>
                    <a:gd name="connsiteX1638" fmla="*/ 539626 w 891021"/>
                    <a:gd name="connsiteY1638" fmla="*/ 884 h 389543"/>
                    <a:gd name="connsiteX1639" fmla="*/ 537004 w 891021"/>
                    <a:gd name="connsiteY1639" fmla="*/ 884 h 389543"/>
                    <a:gd name="connsiteX1640" fmla="*/ 536563 w 891021"/>
                    <a:gd name="connsiteY1640" fmla="*/ 443 h 389543"/>
                    <a:gd name="connsiteX1641" fmla="*/ 537004 w 891021"/>
                    <a:gd name="connsiteY1641" fmla="*/ 2 h 389543"/>
                    <a:gd name="connsiteX1642" fmla="*/ 539626 w 891021"/>
                    <a:gd name="connsiteY1642" fmla="*/ 2 h 389543"/>
                    <a:gd name="connsiteX1643" fmla="*/ 540067 w 891021"/>
                    <a:gd name="connsiteY1643" fmla="*/ 443 h 389543"/>
                    <a:gd name="connsiteX1644" fmla="*/ 539626 w 891021"/>
                    <a:gd name="connsiteY1644" fmla="*/ 884 h 389543"/>
                    <a:gd name="connsiteX1645" fmla="*/ 530892 w 891021"/>
                    <a:gd name="connsiteY1645" fmla="*/ 884 h 389543"/>
                    <a:gd name="connsiteX1646" fmla="*/ 528270 w 891021"/>
                    <a:gd name="connsiteY1646" fmla="*/ 884 h 389543"/>
                    <a:gd name="connsiteX1647" fmla="*/ 527829 w 891021"/>
                    <a:gd name="connsiteY1647" fmla="*/ 443 h 389543"/>
                    <a:gd name="connsiteX1648" fmla="*/ 528270 w 891021"/>
                    <a:gd name="connsiteY1648" fmla="*/ 2 h 389543"/>
                    <a:gd name="connsiteX1649" fmla="*/ 530892 w 891021"/>
                    <a:gd name="connsiteY1649" fmla="*/ 2 h 389543"/>
                    <a:gd name="connsiteX1650" fmla="*/ 531333 w 891021"/>
                    <a:gd name="connsiteY1650" fmla="*/ 443 h 389543"/>
                    <a:gd name="connsiteX1651" fmla="*/ 530892 w 891021"/>
                    <a:gd name="connsiteY1651" fmla="*/ 884 h 389543"/>
                    <a:gd name="connsiteX1652" fmla="*/ 522157 w 891021"/>
                    <a:gd name="connsiteY1652" fmla="*/ 884 h 389543"/>
                    <a:gd name="connsiteX1653" fmla="*/ 519536 w 891021"/>
                    <a:gd name="connsiteY1653" fmla="*/ 884 h 389543"/>
                    <a:gd name="connsiteX1654" fmla="*/ 519095 w 891021"/>
                    <a:gd name="connsiteY1654" fmla="*/ 443 h 389543"/>
                    <a:gd name="connsiteX1655" fmla="*/ 519536 w 891021"/>
                    <a:gd name="connsiteY1655" fmla="*/ 2 h 389543"/>
                    <a:gd name="connsiteX1656" fmla="*/ 522157 w 891021"/>
                    <a:gd name="connsiteY1656" fmla="*/ 2 h 389543"/>
                    <a:gd name="connsiteX1657" fmla="*/ 522598 w 891021"/>
                    <a:gd name="connsiteY1657" fmla="*/ 443 h 389543"/>
                    <a:gd name="connsiteX1658" fmla="*/ 522157 w 891021"/>
                    <a:gd name="connsiteY1658" fmla="*/ 884 h 389543"/>
                    <a:gd name="connsiteX1659" fmla="*/ 513423 w 891021"/>
                    <a:gd name="connsiteY1659" fmla="*/ 884 h 389543"/>
                    <a:gd name="connsiteX1660" fmla="*/ 510802 w 891021"/>
                    <a:gd name="connsiteY1660" fmla="*/ 884 h 389543"/>
                    <a:gd name="connsiteX1661" fmla="*/ 510361 w 891021"/>
                    <a:gd name="connsiteY1661" fmla="*/ 443 h 389543"/>
                    <a:gd name="connsiteX1662" fmla="*/ 510802 w 891021"/>
                    <a:gd name="connsiteY1662" fmla="*/ 2 h 389543"/>
                    <a:gd name="connsiteX1663" fmla="*/ 513423 w 891021"/>
                    <a:gd name="connsiteY1663" fmla="*/ 2 h 389543"/>
                    <a:gd name="connsiteX1664" fmla="*/ 513864 w 891021"/>
                    <a:gd name="connsiteY1664" fmla="*/ 443 h 389543"/>
                    <a:gd name="connsiteX1665" fmla="*/ 513423 w 891021"/>
                    <a:gd name="connsiteY1665" fmla="*/ 884 h 389543"/>
                    <a:gd name="connsiteX1666" fmla="*/ 504689 w 891021"/>
                    <a:gd name="connsiteY1666" fmla="*/ 884 h 389543"/>
                    <a:gd name="connsiteX1667" fmla="*/ 502068 w 891021"/>
                    <a:gd name="connsiteY1667" fmla="*/ 884 h 389543"/>
                    <a:gd name="connsiteX1668" fmla="*/ 501627 w 891021"/>
                    <a:gd name="connsiteY1668" fmla="*/ 443 h 389543"/>
                    <a:gd name="connsiteX1669" fmla="*/ 502068 w 891021"/>
                    <a:gd name="connsiteY1669" fmla="*/ 2 h 389543"/>
                    <a:gd name="connsiteX1670" fmla="*/ 504689 w 891021"/>
                    <a:gd name="connsiteY1670" fmla="*/ 2 h 389543"/>
                    <a:gd name="connsiteX1671" fmla="*/ 505130 w 891021"/>
                    <a:gd name="connsiteY1671" fmla="*/ 443 h 389543"/>
                    <a:gd name="connsiteX1672" fmla="*/ 504689 w 891021"/>
                    <a:gd name="connsiteY1672" fmla="*/ 884 h 389543"/>
                    <a:gd name="connsiteX1673" fmla="*/ 495955 w 891021"/>
                    <a:gd name="connsiteY1673" fmla="*/ 884 h 389543"/>
                    <a:gd name="connsiteX1674" fmla="*/ 493334 w 891021"/>
                    <a:gd name="connsiteY1674" fmla="*/ 884 h 389543"/>
                    <a:gd name="connsiteX1675" fmla="*/ 492893 w 891021"/>
                    <a:gd name="connsiteY1675" fmla="*/ 443 h 389543"/>
                    <a:gd name="connsiteX1676" fmla="*/ 493334 w 891021"/>
                    <a:gd name="connsiteY1676" fmla="*/ 2 h 389543"/>
                    <a:gd name="connsiteX1677" fmla="*/ 495955 w 891021"/>
                    <a:gd name="connsiteY1677" fmla="*/ 2 h 389543"/>
                    <a:gd name="connsiteX1678" fmla="*/ 496396 w 891021"/>
                    <a:gd name="connsiteY1678" fmla="*/ 443 h 389543"/>
                    <a:gd name="connsiteX1679" fmla="*/ 495955 w 891021"/>
                    <a:gd name="connsiteY1679" fmla="*/ 884 h 389543"/>
                    <a:gd name="connsiteX1680" fmla="*/ 487221 w 891021"/>
                    <a:gd name="connsiteY1680" fmla="*/ 884 h 389543"/>
                    <a:gd name="connsiteX1681" fmla="*/ 484600 w 891021"/>
                    <a:gd name="connsiteY1681" fmla="*/ 884 h 389543"/>
                    <a:gd name="connsiteX1682" fmla="*/ 484159 w 891021"/>
                    <a:gd name="connsiteY1682" fmla="*/ 443 h 389543"/>
                    <a:gd name="connsiteX1683" fmla="*/ 484600 w 891021"/>
                    <a:gd name="connsiteY1683" fmla="*/ 2 h 389543"/>
                    <a:gd name="connsiteX1684" fmla="*/ 487221 w 891021"/>
                    <a:gd name="connsiteY1684" fmla="*/ 2 h 389543"/>
                    <a:gd name="connsiteX1685" fmla="*/ 487662 w 891021"/>
                    <a:gd name="connsiteY1685" fmla="*/ 443 h 389543"/>
                    <a:gd name="connsiteX1686" fmla="*/ 487221 w 891021"/>
                    <a:gd name="connsiteY1686" fmla="*/ 884 h 389543"/>
                    <a:gd name="connsiteX1687" fmla="*/ 478487 w 891021"/>
                    <a:gd name="connsiteY1687" fmla="*/ 884 h 389543"/>
                    <a:gd name="connsiteX1688" fmla="*/ 475866 w 891021"/>
                    <a:gd name="connsiteY1688" fmla="*/ 884 h 389543"/>
                    <a:gd name="connsiteX1689" fmla="*/ 475425 w 891021"/>
                    <a:gd name="connsiteY1689" fmla="*/ 443 h 389543"/>
                    <a:gd name="connsiteX1690" fmla="*/ 475866 w 891021"/>
                    <a:gd name="connsiteY1690" fmla="*/ 2 h 389543"/>
                    <a:gd name="connsiteX1691" fmla="*/ 478487 w 891021"/>
                    <a:gd name="connsiteY1691" fmla="*/ 2 h 389543"/>
                    <a:gd name="connsiteX1692" fmla="*/ 478928 w 891021"/>
                    <a:gd name="connsiteY1692" fmla="*/ 443 h 389543"/>
                    <a:gd name="connsiteX1693" fmla="*/ 478487 w 891021"/>
                    <a:gd name="connsiteY1693" fmla="*/ 884 h 389543"/>
                    <a:gd name="connsiteX1694" fmla="*/ 469753 w 891021"/>
                    <a:gd name="connsiteY1694" fmla="*/ 884 h 389543"/>
                    <a:gd name="connsiteX1695" fmla="*/ 467132 w 891021"/>
                    <a:gd name="connsiteY1695" fmla="*/ 884 h 389543"/>
                    <a:gd name="connsiteX1696" fmla="*/ 466691 w 891021"/>
                    <a:gd name="connsiteY1696" fmla="*/ 443 h 389543"/>
                    <a:gd name="connsiteX1697" fmla="*/ 467132 w 891021"/>
                    <a:gd name="connsiteY1697" fmla="*/ 2 h 389543"/>
                    <a:gd name="connsiteX1698" fmla="*/ 469753 w 891021"/>
                    <a:gd name="connsiteY1698" fmla="*/ 2 h 389543"/>
                    <a:gd name="connsiteX1699" fmla="*/ 470194 w 891021"/>
                    <a:gd name="connsiteY1699" fmla="*/ 443 h 389543"/>
                    <a:gd name="connsiteX1700" fmla="*/ 469753 w 891021"/>
                    <a:gd name="connsiteY1700" fmla="*/ 884 h 389543"/>
                    <a:gd name="connsiteX1701" fmla="*/ 461019 w 891021"/>
                    <a:gd name="connsiteY1701" fmla="*/ 884 h 389543"/>
                    <a:gd name="connsiteX1702" fmla="*/ 458398 w 891021"/>
                    <a:gd name="connsiteY1702" fmla="*/ 884 h 389543"/>
                    <a:gd name="connsiteX1703" fmla="*/ 457957 w 891021"/>
                    <a:gd name="connsiteY1703" fmla="*/ 443 h 389543"/>
                    <a:gd name="connsiteX1704" fmla="*/ 458398 w 891021"/>
                    <a:gd name="connsiteY1704" fmla="*/ 2 h 389543"/>
                    <a:gd name="connsiteX1705" fmla="*/ 461019 w 891021"/>
                    <a:gd name="connsiteY1705" fmla="*/ 2 h 389543"/>
                    <a:gd name="connsiteX1706" fmla="*/ 461460 w 891021"/>
                    <a:gd name="connsiteY1706" fmla="*/ 443 h 389543"/>
                    <a:gd name="connsiteX1707" fmla="*/ 461019 w 891021"/>
                    <a:gd name="connsiteY1707" fmla="*/ 884 h 389543"/>
                    <a:gd name="connsiteX1708" fmla="*/ 452285 w 891021"/>
                    <a:gd name="connsiteY1708" fmla="*/ 884 h 389543"/>
                    <a:gd name="connsiteX1709" fmla="*/ 449663 w 891021"/>
                    <a:gd name="connsiteY1709" fmla="*/ 884 h 389543"/>
                    <a:gd name="connsiteX1710" fmla="*/ 449222 w 891021"/>
                    <a:gd name="connsiteY1710" fmla="*/ 443 h 389543"/>
                    <a:gd name="connsiteX1711" fmla="*/ 449663 w 891021"/>
                    <a:gd name="connsiteY1711" fmla="*/ 2 h 389543"/>
                    <a:gd name="connsiteX1712" fmla="*/ 452285 w 891021"/>
                    <a:gd name="connsiteY1712" fmla="*/ 2 h 389543"/>
                    <a:gd name="connsiteX1713" fmla="*/ 452726 w 891021"/>
                    <a:gd name="connsiteY1713" fmla="*/ 443 h 389543"/>
                    <a:gd name="connsiteX1714" fmla="*/ 452285 w 891021"/>
                    <a:gd name="connsiteY1714" fmla="*/ 884 h 389543"/>
                    <a:gd name="connsiteX1715" fmla="*/ 443551 w 891021"/>
                    <a:gd name="connsiteY1715" fmla="*/ 884 h 389543"/>
                    <a:gd name="connsiteX1716" fmla="*/ 440929 w 891021"/>
                    <a:gd name="connsiteY1716" fmla="*/ 884 h 389543"/>
                    <a:gd name="connsiteX1717" fmla="*/ 440488 w 891021"/>
                    <a:gd name="connsiteY1717" fmla="*/ 443 h 389543"/>
                    <a:gd name="connsiteX1718" fmla="*/ 440929 w 891021"/>
                    <a:gd name="connsiteY1718" fmla="*/ 2 h 389543"/>
                    <a:gd name="connsiteX1719" fmla="*/ 443551 w 891021"/>
                    <a:gd name="connsiteY1719" fmla="*/ 2 h 389543"/>
                    <a:gd name="connsiteX1720" fmla="*/ 443992 w 891021"/>
                    <a:gd name="connsiteY1720" fmla="*/ 443 h 389543"/>
                    <a:gd name="connsiteX1721" fmla="*/ 443551 w 891021"/>
                    <a:gd name="connsiteY1721" fmla="*/ 884 h 389543"/>
                    <a:gd name="connsiteX1722" fmla="*/ 434817 w 891021"/>
                    <a:gd name="connsiteY1722" fmla="*/ 884 h 389543"/>
                    <a:gd name="connsiteX1723" fmla="*/ 432195 w 891021"/>
                    <a:gd name="connsiteY1723" fmla="*/ 884 h 389543"/>
                    <a:gd name="connsiteX1724" fmla="*/ 431754 w 891021"/>
                    <a:gd name="connsiteY1724" fmla="*/ 443 h 389543"/>
                    <a:gd name="connsiteX1725" fmla="*/ 432195 w 891021"/>
                    <a:gd name="connsiteY1725" fmla="*/ 2 h 389543"/>
                    <a:gd name="connsiteX1726" fmla="*/ 434817 w 891021"/>
                    <a:gd name="connsiteY1726" fmla="*/ 2 h 389543"/>
                    <a:gd name="connsiteX1727" fmla="*/ 435258 w 891021"/>
                    <a:gd name="connsiteY1727" fmla="*/ 443 h 389543"/>
                    <a:gd name="connsiteX1728" fmla="*/ 434817 w 891021"/>
                    <a:gd name="connsiteY1728" fmla="*/ 884 h 389543"/>
                    <a:gd name="connsiteX1729" fmla="*/ 426083 w 891021"/>
                    <a:gd name="connsiteY1729" fmla="*/ 884 h 389543"/>
                    <a:gd name="connsiteX1730" fmla="*/ 423461 w 891021"/>
                    <a:gd name="connsiteY1730" fmla="*/ 884 h 389543"/>
                    <a:gd name="connsiteX1731" fmla="*/ 423020 w 891021"/>
                    <a:gd name="connsiteY1731" fmla="*/ 443 h 389543"/>
                    <a:gd name="connsiteX1732" fmla="*/ 423461 w 891021"/>
                    <a:gd name="connsiteY1732" fmla="*/ 2 h 389543"/>
                    <a:gd name="connsiteX1733" fmla="*/ 426083 w 891021"/>
                    <a:gd name="connsiteY1733" fmla="*/ 2 h 389543"/>
                    <a:gd name="connsiteX1734" fmla="*/ 426524 w 891021"/>
                    <a:gd name="connsiteY1734" fmla="*/ 443 h 389543"/>
                    <a:gd name="connsiteX1735" fmla="*/ 426083 w 891021"/>
                    <a:gd name="connsiteY1735" fmla="*/ 884 h 389543"/>
                    <a:gd name="connsiteX1736" fmla="*/ 417349 w 891021"/>
                    <a:gd name="connsiteY1736" fmla="*/ 884 h 389543"/>
                    <a:gd name="connsiteX1737" fmla="*/ 414727 w 891021"/>
                    <a:gd name="connsiteY1737" fmla="*/ 884 h 389543"/>
                    <a:gd name="connsiteX1738" fmla="*/ 414286 w 891021"/>
                    <a:gd name="connsiteY1738" fmla="*/ 443 h 389543"/>
                    <a:gd name="connsiteX1739" fmla="*/ 414727 w 891021"/>
                    <a:gd name="connsiteY1739" fmla="*/ 2 h 389543"/>
                    <a:gd name="connsiteX1740" fmla="*/ 417349 w 891021"/>
                    <a:gd name="connsiteY1740" fmla="*/ 2 h 389543"/>
                    <a:gd name="connsiteX1741" fmla="*/ 417790 w 891021"/>
                    <a:gd name="connsiteY1741" fmla="*/ 443 h 389543"/>
                    <a:gd name="connsiteX1742" fmla="*/ 417349 w 891021"/>
                    <a:gd name="connsiteY1742" fmla="*/ 884 h 389543"/>
                    <a:gd name="connsiteX1743" fmla="*/ 408615 w 891021"/>
                    <a:gd name="connsiteY1743" fmla="*/ 884 h 389543"/>
                    <a:gd name="connsiteX1744" fmla="*/ 405993 w 891021"/>
                    <a:gd name="connsiteY1744" fmla="*/ 884 h 389543"/>
                    <a:gd name="connsiteX1745" fmla="*/ 405552 w 891021"/>
                    <a:gd name="connsiteY1745" fmla="*/ 443 h 389543"/>
                    <a:gd name="connsiteX1746" fmla="*/ 405993 w 891021"/>
                    <a:gd name="connsiteY1746" fmla="*/ 2 h 389543"/>
                    <a:gd name="connsiteX1747" fmla="*/ 408615 w 891021"/>
                    <a:gd name="connsiteY1747" fmla="*/ 2 h 389543"/>
                    <a:gd name="connsiteX1748" fmla="*/ 409056 w 891021"/>
                    <a:gd name="connsiteY1748" fmla="*/ 443 h 389543"/>
                    <a:gd name="connsiteX1749" fmla="*/ 408615 w 891021"/>
                    <a:gd name="connsiteY1749" fmla="*/ 884 h 389543"/>
                    <a:gd name="connsiteX1750" fmla="*/ 399881 w 891021"/>
                    <a:gd name="connsiteY1750" fmla="*/ 884 h 389543"/>
                    <a:gd name="connsiteX1751" fmla="*/ 397259 w 891021"/>
                    <a:gd name="connsiteY1751" fmla="*/ 884 h 389543"/>
                    <a:gd name="connsiteX1752" fmla="*/ 396818 w 891021"/>
                    <a:gd name="connsiteY1752" fmla="*/ 443 h 389543"/>
                    <a:gd name="connsiteX1753" fmla="*/ 397259 w 891021"/>
                    <a:gd name="connsiteY1753" fmla="*/ 2 h 389543"/>
                    <a:gd name="connsiteX1754" fmla="*/ 399881 w 891021"/>
                    <a:gd name="connsiteY1754" fmla="*/ 2 h 389543"/>
                    <a:gd name="connsiteX1755" fmla="*/ 400322 w 891021"/>
                    <a:gd name="connsiteY1755" fmla="*/ 443 h 389543"/>
                    <a:gd name="connsiteX1756" fmla="*/ 399881 w 891021"/>
                    <a:gd name="connsiteY1756" fmla="*/ 884 h 389543"/>
                    <a:gd name="connsiteX1757" fmla="*/ 391146 w 891021"/>
                    <a:gd name="connsiteY1757" fmla="*/ 884 h 389543"/>
                    <a:gd name="connsiteX1758" fmla="*/ 388525 w 891021"/>
                    <a:gd name="connsiteY1758" fmla="*/ 884 h 389543"/>
                    <a:gd name="connsiteX1759" fmla="*/ 388084 w 891021"/>
                    <a:gd name="connsiteY1759" fmla="*/ 443 h 389543"/>
                    <a:gd name="connsiteX1760" fmla="*/ 388525 w 891021"/>
                    <a:gd name="connsiteY1760" fmla="*/ 2 h 389543"/>
                    <a:gd name="connsiteX1761" fmla="*/ 391146 w 891021"/>
                    <a:gd name="connsiteY1761" fmla="*/ 2 h 389543"/>
                    <a:gd name="connsiteX1762" fmla="*/ 391587 w 891021"/>
                    <a:gd name="connsiteY1762" fmla="*/ 443 h 389543"/>
                    <a:gd name="connsiteX1763" fmla="*/ 391146 w 891021"/>
                    <a:gd name="connsiteY1763" fmla="*/ 884 h 389543"/>
                    <a:gd name="connsiteX1764" fmla="*/ 382412 w 891021"/>
                    <a:gd name="connsiteY1764" fmla="*/ 884 h 389543"/>
                    <a:gd name="connsiteX1765" fmla="*/ 379791 w 891021"/>
                    <a:gd name="connsiteY1765" fmla="*/ 884 h 389543"/>
                    <a:gd name="connsiteX1766" fmla="*/ 379350 w 891021"/>
                    <a:gd name="connsiteY1766" fmla="*/ 443 h 389543"/>
                    <a:gd name="connsiteX1767" fmla="*/ 379791 w 891021"/>
                    <a:gd name="connsiteY1767" fmla="*/ 2 h 389543"/>
                    <a:gd name="connsiteX1768" fmla="*/ 382412 w 891021"/>
                    <a:gd name="connsiteY1768" fmla="*/ 2 h 389543"/>
                    <a:gd name="connsiteX1769" fmla="*/ 382853 w 891021"/>
                    <a:gd name="connsiteY1769" fmla="*/ 443 h 389543"/>
                    <a:gd name="connsiteX1770" fmla="*/ 382412 w 891021"/>
                    <a:gd name="connsiteY1770" fmla="*/ 884 h 389543"/>
                    <a:gd name="connsiteX1771" fmla="*/ 373678 w 891021"/>
                    <a:gd name="connsiteY1771" fmla="*/ 884 h 389543"/>
                    <a:gd name="connsiteX1772" fmla="*/ 371057 w 891021"/>
                    <a:gd name="connsiteY1772" fmla="*/ 884 h 389543"/>
                    <a:gd name="connsiteX1773" fmla="*/ 370616 w 891021"/>
                    <a:gd name="connsiteY1773" fmla="*/ 443 h 389543"/>
                    <a:gd name="connsiteX1774" fmla="*/ 371057 w 891021"/>
                    <a:gd name="connsiteY1774" fmla="*/ 2 h 389543"/>
                    <a:gd name="connsiteX1775" fmla="*/ 373678 w 891021"/>
                    <a:gd name="connsiteY1775" fmla="*/ 2 h 389543"/>
                    <a:gd name="connsiteX1776" fmla="*/ 374119 w 891021"/>
                    <a:gd name="connsiteY1776" fmla="*/ 443 h 389543"/>
                    <a:gd name="connsiteX1777" fmla="*/ 373678 w 891021"/>
                    <a:gd name="connsiteY1777" fmla="*/ 884 h 389543"/>
                    <a:gd name="connsiteX1778" fmla="*/ 364944 w 891021"/>
                    <a:gd name="connsiteY1778" fmla="*/ 884 h 389543"/>
                    <a:gd name="connsiteX1779" fmla="*/ 362323 w 891021"/>
                    <a:gd name="connsiteY1779" fmla="*/ 884 h 389543"/>
                    <a:gd name="connsiteX1780" fmla="*/ 361882 w 891021"/>
                    <a:gd name="connsiteY1780" fmla="*/ 443 h 389543"/>
                    <a:gd name="connsiteX1781" fmla="*/ 362323 w 891021"/>
                    <a:gd name="connsiteY1781" fmla="*/ 2 h 389543"/>
                    <a:gd name="connsiteX1782" fmla="*/ 364944 w 891021"/>
                    <a:gd name="connsiteY1782" fmla="*/ 2 h 389543"/>
                    <a:gd name="connsiteX1783" fmla="*/ 365385 w 891021"/>
                    <a:gd name="connsiteY1783" fmla="*/ 443 h 389543"/>
                    <a:gd name="connsiteX1784" fmla="*/ 364944 w 891021"/>
                    <a:gd name="connsiteY1784" fmla="*/ 884 h 389543"/>
                    <a:gd name="connsiteX1785" fmla="*/ 356210 w 891021"/>
                    <a:gd name="connsiteY1785" fmla="*/ 884 h 389543"/>
                    <a:gd name="connsiteX1786" fmla="*/ 353589 w 891021"/>
                    <a:gd name="connsiteY1786" fmla="*/ 884 h 389543"/>
                    <a:gd name="connsiteX1787" fmla="*/ 353148 w 891021"/>
                    <a:gd name="connsiteY1787" fmla="*/ 443 h 389543"/>
                    <a:gd name="connsiteX1788" fmla="*/ 353589 w 891021"/>
                    <a:gd name="connsiteY1788" fmla="*/ 2 h 389543"/>
                    <a:gd name="connsiteX1789" fmla="*/ 356210 w 891021"/>
                    <a:gd name="connsiteY1789" fmla="*/ 2 h 389543"/>
                    <a:gd name="connsiteX1790" fmla="*/ 356651 w 891021"/>
                    <a:gd name="connsiteY1790" fmla="*/ 443 h 389543"/>
                    <a:gd name="connsiteX1791" fmla="*/ 356210 w 891021"/>
                    <a:gd name="connsiteY1791" fmla="*/ 884 h 389543"/>
                    <a:gd name="connsiteX1792" fmla="*/ 347476 w 891021"/>
                    <a:gd name="connsiteY1792" fmla="*/ 884 h 389543"/>
                    <a:gd name="connsiteX1793" fmla="*/ 344855 w 891021"/>
                    <a:gd name="connsiteY1793" fmla="*/ 884 h 389543"/>
                    <a:gd name="connsiteX1794" fmla="*/ 344414 w 891021"/>
                    <a:gd name="connsiteY1794" fmla="*/ 443 h 389543"/>
                    <a:gd name="connsiteX1795" fmla="*/ 344855 w 891021"/>
                    <a:gd name="connsiteY1795" fmla="*/ 2 h 389543"/>
                    <a:gd name="connsiteX1796" fmla="*/ 347476 w 891021"/>
                    <a:gd name="connsiteY1796" fmla="*/ 2 h 389543"/>
                    <a:gd name="connsiteX1797" fmla="*/ 347917 w 891021"/>
                    <a:gd name="connsiteY1797" fmla="*/ 443 h 389543"/>
                    <a:gd name="connsiteX1798" fmla="*/ 347476 w 891021"/>
                    <a:gd name="connsiteY1798" fmla="*/ 884 h 389543"/>
                    <a:gd name="connsiteX1799" fmla="*/ 338742 w 891021"/>
                    <a:gd name="connsiteY1799" fmla="*/ 884 h 389543"/>
                    <a:gd name="connsiteX1800" fmla="*/ 336121 w 891021"/>
                    <a:gd name="connsiteY1800" fmla="*/ 884 h 389543"/>
                    <a:gd name="connsiteX1801" fmla="*/ 335680 w 891021"/>
                    <a:gd name="connsiteY1801" fmla="*/ 443 h 389543"/>
                    <a:gd name="connsiteX1802" fmla="*/ 336121 w 891021"/>
                    <a:gd name="connsiteY1802" fmla="*/ 2 h 389543"/>
                    <a:gd name="connsiteX1803" fmla="*/ 338742 w 891021"/>
                    <a:gd name="connsiteY1803" fmla="*/ 2 h 389543"/>
                    <a:gd name="connsiteX1804" fmla="*/ 339183 w 891021"/>
                    <a:gd name="connsiteY1804" fmla="*/ 443 h 389543"/>
                    <a:gd name="connsiteX1805" fmla="*/ 338742 w 891021"/>
                    <a:gd name="connsiteY1805" fmla="*/ 884 h 389543"/>
                    <a:gd name="connsiteX1806" fmla="*/ 330008 w 891021"/>
                    <a:gd name="connsiteY1806" fmla="*/ 884 h 389543"/>
                    <a:gd name="connsiteX1807" fmla="*/ 327387 w 891021"/>
                    <a:gd name="connsiteY1807" fmla="*/ 884 h 389543"/>
                    <a:gd name="connsiteX1808" fmla="*/ 326946 w 891021"/>
                    <a:gd name="connsiteY1808" fmla="*/ 443 h 389543"/>
                    <a:gd name="connsiteX1809" fmla="*/ 327387 w 891021"/>
                    <a:gd name="connsiteY1809" fmla="*/ 2 h 389543"/>
                    <a:gd name="connsiteX1810" fmla="*/ 330008 w 891021"/>
                    <a:gd name="connsiteY1810" fmla="*/ 2 h 389543"/>
                    <a:gd name="connsiteX1811" fmla="*/ 330449 w 891021"/>
                    <a:gd name="connsiteY1811" fmla="*/ 443 h 389543"/>
                    <a:gd name="connsiteX1812" fmla="*/ 330008 w 891021"/>
                    <a:gd name="connsiteY1812" fmla="*/ 884 h 389543"/>
                    <a:gd name="connsiteX1813" fmla="*/ 321274 w 891021"/>
                    <a:gd name="connsiteY1813" fmla="*/ 884 h 389543"/>
                    <a:gd name="connsiteX1814" fmla="*/ 318653 w 891021"/>
                    <a:gd name="connsiteY1814" fmla="*/ 884 h 389543"/>
                    <a:gd name="connsiteX1815" fmla="*/ 318211 w 891021"/>
                    <a:gd name="connsiteY1815" fmla="*/ 443 h 389543"/>
                    <a:gd name="connsiteX1816" fmla="*/ 318653 w 891021"/>
                    <a:gd name="connsiteY1816" fmla="*/ 2 h 389543"/>
                    <a:gd name="connsiteX1817" fmla="*/ 321274 w 891021"/>
                    <a:gd name="connsiteY1817" fmla="*/ 2 h 389543"/>
                    <a:gd name="connsiteX1818" fmla="*/ 321715 w 891021"/>
                    <a:gd name="connsiteY1818" fmla="*/ 443 h 389543"/>
                    <a:gd name="connsiteX1819" fmla="*/ 321274 w 891021"/>
                    <a:gd name="connsiteY1819" fmla="*/ 884 h 389543"/>
                    <a:gd name="connsiteX1820" fmla="*/ 312540 w 891021"/>
                    <a:gd name="connsiteY1820" fmla="*/ 884 h 389543"/>
                    <a:gd name="connsiteX1821" fmla="*/ 309918 w 891021"/>
                    <a:gd name="connsiteY1821" fmla="*/ 884 h 389543"/>
                    <a:gd name="connsiteX1822" fmla="*/ 309477 w 891021"/>
                    <a:gd name="connsiteY1822" fmla="*/ 443 h 389543"/>
                    <a:gd name="connsiteX1823" fmla="*/ 309918 w 891021"/>
                    <a:gd name="connsiteY1823" fmla="*/ 2 h 389543"/>
                    <a:gd name="connsiteX1824" fmla="*/ 312540 w 891021"/>
                    <a:gd name="connsiteY1824" fmla="*/ 2 h 389543"/>
                    <a:gd name="connsiteX1825" fmla="*/ 312981 w 891021"/>
                    <a:gd name="connsiteY1825" fmla="*/ 443 h 389543"/>
                    <a:gd name="connsiteX1826" fmla="*/ 312540 w 891021"/>
                    <a:gd name="connsiteY1826" fmla="*/ 884 h 389543"/>
                    <a:gd name="connsiteX1827" fmla="*/ 303806 w 891021"/>
                    <a:gd name="connsiteY1827" fmla="*/ 884 h 389543"/>
                    <a:gd name="connsiteX1828" fmla="*/ 301184 w 891021"/>
                    <a:gd name="connsiteY1828" fmla="*/ 884 h 389543"/>
                    <a:gd name="connsiteX1829" fmla="*/ 300743 w 891021"/>
                    <a:gd name="connsiteY1829" fmla="*/ 443 h 389543"/>
                    <a:gd name="connsiteX1830" fmla="*/ 301184 w 891021"/>
                    <a:gd name="connsiteY1830" fmla="*/ 2 h 389543"/>
                    <a:gd name="connsiteX1831" fmla="*/ 303806 w 891021"/>
                    <a:gd name="connsiteY1831" fmla="*/ 2 h 389543"/>
                    <a:gd name="connsiteX1832" fmla="*/ 304247 w 891021"/>
                    <a:gd name="connsiteY1832" fmla="*/ 443 h 389543"/>
                    <a:gd name="connsiteX1833" fmla="*/ 303806 w 891021"/>
                    <a:gd name="connsiteY1833" fmla="*/ 884 h 389543"/>
                    <a:gd name="connsiteX1834" fmla="*/ 295072 w 891021"/>
                    <a:gd name="connsiteY1834" fmla="*/ 884 h 389543"/>
                    <a:gd name="connsiteX1835" fmla="*/ 292450 w 891021"/>
                    <a:gd name="connsiteY1835" fmla="*/ 884 h 389543"/>
                    <a:gd name="connsiteX1836" fmla="*/ 292009 w 891021"/>
                    <a:gd name="connsiteY1836" fmla="*/ 443 h 389543"/>
                    <a:gd name="connsiteX1837" fmla="*/ 292450 w 891021"/>
                    <a:gd name="connsiteY1837" fmla="*/ 2 h 389543"/>
                    <a:gd name="connsiteX1838" fmla="*/ 295072 w 891021"/>
                    <a:gd name="connsiteY1838" fmla="*/ 2 h 389543"/>
                    <a:gd name="connsiteX1839" fmla="*/ 295513 w 891021"/>
                    <a:gd name="connsiteY1839" fmla="*/ 443 h 389543"/>
                    <a:gd name="connsiteX1840" fmla="*/ 295072 w 891021"/>
                    <a:gd name="connsiteY1840" fmla="*/ 884 h 389543"/>
                    <a:gd name="connsiteX1841" fmla="*/ 286338 w 891021"/>
                    <a:gd name="connsiteY1841" fmla="*/ 884 h 389543"/>
                    <a:gd name="connsiteX1842" fmla="*/ 283716 w 891021"/>
                    <a:gd name="connsiteY1842" fmla="*/ 884 h 389543"/>
                    <a:gd name="connsiteX1843" fmla="*/ 283275 w 891021"/>
                    <a:gd name="connsiteY1843" fmla="*/ 443 h 389543"/>
                    <a:gd name="connsiteX1844" fmla="*/ 283716 w 891021"/>
                    <a:gd name="connsiteY1844" fmla="*/ 2 h 389543"/>
                    <a:gd name="connsiteX1845" fmla="*/ 286338 w 891021"/>
                    <a:gd name="connsiteY1845" fmla="*/ 2 h 389543"/>
                    <a:gd name="connsiteX1846" fmla="*/ 286779 w 891021"/>
                    <a:gd name="connsiteY1846" fmla="*/ 443 h 389543"/>
                    <a:gd name="connsiteX1847" fmla="*/ 286338 w 891021"/>
                    <a:gd name="connsiteY1847" fmla="*/ 884 h 389543"/>
                    <a:gd name="connsiteX1848" fmla="*/ 277604 w 891021"/>
                    <a:gd name="connsiteY1848" fmla="*/ 884 h 389543"/>
                    <a:gd name="connsiteX1849" fmla="*/ 274982 w 891021"/>
                    <a:gd name="connsiteY1849" fmla="*/ 884 h 389543"/>
                    <a:gd name="connsiteX1850" fmla="*/ 274541 w 891021"/>
                    <a:gd name="connsiteY1850" fmla="*/ 443 h 389543"/>
                    <a:gd name="connsiteX1851" fmla="*/ 274982 w 891021"/>
                    <a:gd name="connsiteY1851" fmla="*/ 2 h 389543"/>
                    <a:gd name="connsiteX1852" fmla="*/ 277604 w 891021"/>
                    <a:gd name="connsiteY1852" fmla="*/ 2 h 389543"/>
                    <a:gd name="connsiteX1853" fmla="*/ 278045 w 891021"/>
                    <a:gd name="connsiteY1853" fmla="*/ 443 h 389543"/>
                    <a:gd name="connsiteX1854" fmla="*/ 277604 w 891021"/>
                    <a:gd name="connsiteY1854" fmla="*/ 884 h 389543"/>
                    <a:gd name="connsiteX1855" fmla="*/ 268870 w 891021"/>
                    <a:gd name="connsiteY1855" fmla="*/ 884 h 389543"/>
                    <a:gd name="connsiteX1856" fmla="*/ 266248 w 891021"/>
                    <a:gd name="connsiteY1856" fmla="*/ 884 h 389543"/>
                    <a:gd name="connsiteX1857" fmla="*/ 265807 w 891021"/>
                    <a:gd name="connsiteY1857" fmla="*/ 443 h 389543"/>
                    <a:gd name="connsiteX1858" fmla="*/ 266248 w 891021"/>
                    <a:gd name="connsiteY1858" fmla="*/ 2 h 389543"/>
                    <a:gd name="connsiteX1859" fmla="*/ 268870 w 891021"/>
                    <a:gd name="connsiteY1859" fmla="*/ 2 h 389543"/>
                    <a:gd name="connsiteX1860" fmla="*/ 269311 w 891021"/>
                    <a:gd name="connsiteY1860" fmla="*/ 443 h 389543"/>
                    <a:gd name="connsiteX1861" fmla="*/ 268870 w 891021"/>
                    <a:gd name="connsiteY1861" fmla="*/ 884 h 389543"/>
                    <a:gd name="connsiteX1862" fmla="*/ 260135 w 891021"/>
                    <a:gd name="connsiteY1862" fmla="*/ 884 h 389543"/>
                    <a:gd name="connsiteX1863" fmla="*/ 257514 w 891021"/>
                    <a:gd name="connsiteY1863" fmla="*/ 884 h 389543"/>
                    <a:gd name="connsiteX1864" fmla="*/ 257073 w 891021"/>
                    <a:gd name="connsiteY1864" fmla="*/ 443 h 389543"/>
                    <a:gd name="connsiteX1865" fmla="*/ 257514 w 891021"/>
                    <a:gd name="connsiteY1865" fmla="*/ 2 h 389543"/>
                    <a:gd name="connsiteX1866" fmla="*/ 260135 w 891021"/>
                    <a:gd name="connsiteY1866" fmla="*/ 2 h 389543"/>
                    <a:gd name="connsiteX1867" fmla="*/ 260576 w 891021"/>
                    <a:gd name="connsiteY1867" fmla="*/ 443 h 389543"/>
                    <a:gd name="connsiteX1868" fmla="*/ 260135 w 891021"/>
                    <a:gd name="connsiteY1868" fmla="*/ 884 h 389543"/>
                    <a:gd name="connsiteX1869" fmla="*/ 251401 w 891021"/>
                    <a:gd name="connsiteY1869" fmla="*/ 884 h 389543"/>
                    <a:gd name="connsiteX1870" fmla="*/ 248780 w 891021"/>
                    <a:gd name="connsiteY1870" fmla="*/ 884 h 389543"/>
                    <a:gd name="connsiteX1871" fmla="*/ 248339 w 891021"/>
                    <a:gd name="connsiteY1871" fmla="*/ 443 h 389543"/>
                    <a:gd name="connsiteX1872" fmla="*/ 248780 w 891021"/>
                    <a:gd name="connsiteY1872" fmla="*/ 2 h 389543"/>
                    <a:gd name="connsiteX1873" fmla="*/ 251401 w 891021"/>
                    <a:gd name="connsiteY1873" fmla="*/ 2 h 389543"/>
                    <a:gd name="connsiteX1874" fmla="*/ 251842 w 891021"/>
                    <a:gd name="connsiteY1874" fmla="*/ 443 h 389543"/>
                    <a:gd name="connsiteX1875" fmla="*/ 251401 w 891021"/>
                    <a:gd name="connsiteY1875" fmla="*/ 884 h 389543"/>
                    <a:gd name="connsiteX1876" fmla="*/ 242667 w 891021"/>
                    <a:gd name="connsiteY1876" fmla="*/ 884 h 389543"/>
                    <a:gd name="connsiteX1877" fmla="*/ 240046 w 891021"/>
                    <a:gd name="connsiteY1877" fmla="*/ 884 h 389543"/>
                    <a:gd name="connsiteX1878" fmla="*/ 239605 w 891021"/>
                    <a:gd name="connsiteY1878" fmla="*/ 443 h 389543"/>
                    <a:gd name="connsiteX1879" fmla="*/ 240046 w 891021"/>
                    <a:gd name="connsiteY1879" fmla="*/ 2 h 389543"/>
                    <a:gd name="connsiteX1880" fmla="*/ 242667 w 891021"/>
                    <a:gd name="connsiteY1880" fmla="*/ 2 h 389543"/>
                    <a:gd name="connsiteX1881" fmla="*/ 243108 w 891021"/>
                    <a:gd name="connsiteY1881" fmla="*/ 443 h 389543"/>
                    <a:gd name="connsiteX1882" fmla="*/ 242667 w 891021"/>
                    <a:gd name="connsiteY1882" fmla="*/ 884 h 389543"/>
                    <a:gd name="connsiteX1883" fmla="*/ 233933 w 891021"/>
                    <a:gd name="connsiteY1883" fmla="*/ 884 h 389543"/>
                    <a:gd name="connsiteX1884" fmla="*/ 231312 w 891021"/>
                    <a:gd name="connsiteY1884" fmla="*/ 884 h 389543"/>
                    <a:gd name="connsiteX1885" fmla="*/ 230871 w 891021"/>
                    <a:gd name="connsiteY1885" fmla="*/ 443 h 389543"/>
                    <a:gd name="connsiteX1886" fmla="*/ 231312 w 891021"/>
                    <a:gd name="connsiteY1886" fmla="*/ 2 h 389543"/>
                    <a:gd name="connsiteX1887" fmla="*/ 233933 w 891021"/>
                    <a:gd name="connsiteY1887" fmla="*/ 2 h 389543"/>
                    <a:gd name="connsiteX1888" fmla="*/ 234374 w 891021"/>
                    <a:gd name="connsiteY1888" fmla="*/ 443 h 389543"/>
                    <a:gd name="connsiteX1889" fmla="*/ 233933 w 891021"/>
                    <a:gd name="connsiteY1889" fmla="*/ 884 h 389543"/>
                    <a:gd name="connsiteX1890" fmla="*/ 225199 w 891021"/>
                    <a:gd name="connsiteY1890" fmla="*/ 884 h 389543"/>
                    <a:gd name="connsiteX1891" fmla="*/ 222578 w 891021"/>
                    <a:gd name="connsiteY1891" fmla="*/ 884 h 389543"/>
                    <a:gd name="connsiteX1892" fmla="*/ 222137 w 891021"/>
                    <a:gd name="connsiteY1892" fmla="*/ 443 h 389543"/>
                    <a:gd name="connsiteX1893" fmla="*/ 222578 w 891021"/>
                    <a:gd name="connsiteY1893" fmla="*/ 2 h 389543"/>
                    <a:gd name="connsiteX1894" fmla="*/ 225199 w 891021"/>
                    <a:gd name="connsiteY1894" fmla="*/ 2 h 389543"/>
                    <a:gd name="connsiteX1895" fmla="*/ 225640 w 891021"/>
                    <a:gd name="connsiteY1895" fmla="*/ 443 h 389543"/>
                    <a:gd name="connsiteX1896" fmla="*/ 225199 w 891021"/>
                    <a:gd name="connsiteY1896" fmla="*/ 884 h 389543"/>
                    <a:gd name="connsiteX1897" fmla="*/ 216465 w 891021"/>
                    <a:gd name="connsiteY1897" fmla="*/ 884 h 389543"/>
                    <a:gd name="connsiteX1898" fmla="*/ 213844 w 891021"/>
                    <a:gd name="connsiteY1898" fmla="*/ 884 h 389543"/>
                    <a:gd name="connsiteX1899" fmla="*/ 213403 w 891021"/>
                    <a:gd name="connsiteY1899" fmla="*/ 443 h 389543"/>
                    <a:gd name="connsiteX1900" fmla="*/ 213844 w 891021"/>
                    <a:gd name="connsiteY1900" fmla="*/ 2 h 389543"/>
                    <a:gd name="connsiteX1901" fmla="*/ 216465 w 891021"/>
                    <a:gd name="connsiteY1901" fmla="*/ 2 h 389543"/>
                    <a:gd name="connsiteX1902" fmla="*/ 216906 w 891021"/>
                    <a:gd name="connsiteY1902" fmla="*/ 443 h 389543"/>
                    <a:gd name="connsiteX1903" fmla="*/ 216465 w 891021"/>
                    <a:gd name="connsiteY1903" fmla="*/ 884 h 389543"/>
                    <a:gd name="connsiteX1904" fmla="*/ 207731 w 891021"/>
                    <a:gd name="connsiteY1904" fmla="*/ 884 h 389543"/>
                    <a:gd name="connsiteX1905" fmla="*/ 205110 w 891021"/>
                    <a:gd name="connsiteY1905" fmla="*/ 884 h 389543"/>
                    <a:gd name="connsiteX1906" fmla="*/ 204669 w 891021"/>
                    <a:gd name="connsiteY1906" fmla="*/ 443 h 389543"/>
                    <a:gd name="connsiteX1907" fmla="*/ 205110 w 891021"/>
                    <a:gd name="connsiteY1907" fmla="*/ 2 h 389543"/>
                    <a:gd name="connsiteX1908" fmla="*/ 207731 w 891021"/>
                    <a:gd name="connsiteY1908" fmla="*/ 2 h 389543"/>
                    <a:gd name="connsiteX1909" fmla="*/ 208172 w 891021"/>
                    <a:gd name="connsiteY1909" fmla="*/ 443 h 389543"/>
                    <a:gd name="connsiteX1910" fmla="*/ 207731 w 891021"/>
                    <a:gd name="connsiteY1910" fmla="*/ 884 h 389543"/>
                    <a:gd name="connsiteX1911" fmla="*/ 198997 w 891021"/>
                    <a:gd name="connsiteY1911" fmla="*/ 884 h 389543"/>
                    <a:gd name="connsiteX1912" fmla="*/ 196376 w 891021"/>
                    <a:gd name="connsiteY1912" fmla="*/ 884 h 389543"/>
                    <a:gd name="connsiteX1913" fmla="*/ 195935 w 891021"/>
                    <a:gd name="connsiteY1913" fmla="*/ 443 h 389543"/>
                    <a:gd name="connsiteX1914" fmla="*/ 196376 w 891021"/>
                    <a:gd name="connsiteY1914" fmla="*/ 2 h 389543"/>
                    <a:gd name="connsiteX1915" fmla="*/ 198997 w 891021"/>
                    <a:gd name="connsiteY1915" fmla="*/ 2 h 389543"/>
                    <a:gd name="connsiteX1916" fmla="*/ 199438 w 891021"/>
                    <a:gd name="connsiteY1916" fmla="*/ 443 h 389543"/>
                    <a:gd name="connsiteX1917" fmla="*/ 198997 w 891021"/>
                    <a:gd name="connsiteY1917" fmla="*/ 884 h 389543"/>
                    <a:gd name="connsiteX1918" fmla="*/ 190263 w 891021"/>
                    <a:gd name="connsiteY1918" fmla="*/ 884 h 389543"/>
                    <a:gd name="connsiteX1919" fmla="*/ 187642 w 891021"/>
                    <a:gd name="connsiteY1919" fmla="*/ 884 h 389543"/>
                    <a:gd name="connsiteX1920" fmla="*/ 187201 w 891021"/>
                    <a:gd name="connsiteY1920" fmla="*/ 443 h 389543"/>
                    <a:gd name="connsiteX1921" fmla="*/ 187642 w 891021"/>
                    <a:gd name="connsiteY1921" fmla="*/ 2 h 389543"/>
                    <a:gd name="connsiteX1922" fmla="*/ 190263 w 891021"/>
                    <a:gd name="connsiteY1922" fmla="*/ 2 h 389543"/>
                    <a:gd name="connsiteX1923" fmla="*/ 190704 w 891021"/>
                    <a:gd name="connsiteY1923" fmla="*/ 443 h 389543"/>
                    <a:gd name="connsiteX1924" fmla="*/ 190263 w 891021"/>
                    <a:gd name="connsiteY1924" fmla="*/ 884 h 389543"/>
                    <a:gd name="connsiteX1925" fmla="*/ 181529 w 891021"/>
                    <a:gd name="connsiteY1925" fmla="*/ 884 h 389543"/>
                    <a:gd name="connsiteX1926" fmla="*/ 178907 w 891021"/>
                    <a:gd name="connsiteY1926" fmla="*/ 884 h 389543"/>
                    <a:gd name="connsiteX1927" fmla="*/ 178466 w 891021"/>
                    <a:gd name="connsiteY1927" fmla="*/ 443 h 389543"/>
                    <a:gd name="connsiteX1928" fmla="*/ 178907 w 891021"/>
                    <a:gd name="connsiteY1928" fmla="*/ 2 h 389543"/>
                    <a:gd name="connsiteX1929" fmla="*/ 181529 w 891021"/>
                    <a:gd name="connsiteY1929" fmla="*/ 2 h 389543"/>
                    <a:gd name="connsiteX1930" fmla="*/ 181970 w 891021"/>
                    <a:gd name="connsiteY1930" fmla="*/ 443 h 389543"/>
                    <a:gd name="connsiteX1931" fmla="*/ 181529 w 891021"/>
                    <a:gd name="connsiteY1931" fmla="*/ 884 h 389543"/>
                    <a:gd name="connsiteX1932" fmla="*/ 172795 w 891021"/>
                    <a:gd name="connsiteY1932" fmla="*/ 884 h 389543"/>
                    <a:gd name="connsiteX1933" fmla="*/ 170173 w 891021"/>
                    <a:gd name="connsiteY1933" fmla="*/ 884 h 389543"/>
                    <a:gd name="connsiteX1934" fmla="*/ 169732 w 891021"/>
                    <a:gd name="connsiteY1934" fmla="*/ 443 h 389543"/>
                    <a:gd name="connsiteX1935" fmla="*/ 170173 w 891021"/>
                    <a:gd name="connsiteY1935" fmla="*/ 2 h 389543"/>
                    <a:gd name="connsiteX1936" fmla="*/ 172795 w 891021"/>
                    <a:gd name="connsiteY1936" fmla="*/ 2 h 389543"/>
                    <a:gd name="connsiteX1937" fmla="*/ 173236 w 891021"/>
                    <a:gd name="connsiteY1937" fmla="*/ 443 h 389543"/>
                    <a:gd name="connsiteX1938" fmla="*/ 172795 w 891021"/>
                    <a:gd name="connsiteY1938" fmla="*/ 884 h 389543"/>
                    <a:gd name="connsiteX1939" fmla="*/ 164061 w 891021"/>
                    <a:gd name="connsiteY1939" fmla="*/ 884 h 389543"/>
                    <a:gd name="connsiteX1940" fmla="*/ 161439 w 891021"/>
                    <a:gd name="connsiteY1940" fmla="*/ 884 h 389543"/>
                    <a:gd name="connsiteX1941" fmla="*/ 160998 w 891021"/>
                    <a:gd name="connsiteY1941" fmla="*/ 443 h 389543"/>
                    <a:gd name="connsiteX1942" fmla="*/ 161439 w 891021"/>
                    <a:gd name="connsiteY1942" fmla="*/ 2 h 389543"/>
                    <a:gd name="connsiteX1943" fmla="*/ 164061 w 891021"/>
                    <a:gd name="connsiteY1943" fmla="*/ 2 h 389543"/>
                    <a:gd name="connsiteX1944" fmla="*/ 164502 w 891021"/>
                    <a:gd name="connsiteY1944" fmla="*/ 443 h 389543"/>
                    <a:gd name="connsiteX1945" fmla="*/ 164061 w 891021"/>
                    <a:gd name="connsiteY1945" fmla="*/ 884 h 389543"/>
                    <a:gd name="connsiteX1946" fmla="*/ 155327 w 891021"/>
                    <a:gd name="connsiteY1946" fmla="*/ 884 h 389543"/>
                    <a:gd name="connsiteX1947" fmla="*/ 152705 w 891021"/>
                    <a:gd name="connsiteY1947" fmla="*/ 884 h 389543"/>
                    <a:gd name="connsiteX1948" fmla="*/ 152264 w 891021"/>
                    <a:gd name="connsiteY1948" fmla="*/ 443 h 389543"/>
                    <a:gd name="connsiteX1949" fmla="*/ 152705 w 891021"/>
                    <a:gd name="connsiteY1949" fmla="*/ 2 h 389543"/>
                    <a:gd name="connsiteX1950" fmla="*/ 155327 w 891021"/>
                    <a:gd name="connsiteY1950" fmla="*/ 2 h 389543"/>
                    <a:gd name="connsiteX1951" fmla="*/ 155768 w 891021"/>
                    <a:gd name="connsiteY1951" fmla="*/ 443 h 389543"/>
                    <a:gd name="connsiteX1952" fmla="*/ 155327 w 891021"/>
                    <a:gd name="connsiteY1952" fmla="*/ 884 h 389543"/>
                    <a:gd name="connsiteX1953" fmla="*/ 146593 w 891021"/>
                    <a:gd name="connsiteY1953" fmla="*/ 884 h 389543"/>
                    <a:gd name="connsiteX1954" fmla="*/ 143971 w 891021"/>
                    <a:gd name="connsiteY1954" fmla="*/ 884 h 389543"/>
                    <a:gd name="connsiteX1955" fmla="*/ 143530 w 891021"/>
                    <a:gd name="connsiteY1955" fmla="*/ 443 h 389543"/>
                    <a:gd name="connsiteX1956" fmla="*/ 143971 w 891021"/>
                    <a:gd name="connsiteY1956" fmla="*/ 2 h 389543"/>
                    <a:gd name="connsiteX1957" fmla="*/ 146593 w 891021"/>
                    <a:gd name="connsiteY1957" fmla="*/ 2 h 389543"/>
                    <a:gd name="connsiteX1958" fmla="*/ 147034 w 891021"/>
                    <a:gd name="connsiteY1958" fmla="*/ 443 h 389543"/>
                    <a:gd name="connsiteX1959" fmla="*/ 146593 w 891021"/>
                    <a:gd name="connsiteY1959" fmla="*/ 884 h 389543"/>
                    <a:gd name="connsiteX1960" fmla="*/ 137859 w 891021"/>
                    <a:gd name="connsiteY1960" fmla="*/ 884 h 389543"/>
                    <a:gd name="connsiteX1961" fmla="*/ 135237 w 891021"/>
                    <a:gd name="connsiteY1961" fmla="*/ 884 h 389543"/>
                    <a:gd name="connsiteX1962" fmla="*/ 134796 w 891021"/>
                    <a:gd name="connsiteY1962" fmla="*/ 443 h 389543"/>
                    <a:gd name="connsiteX1963" fmla="*/ 135237 w 891021"/>
                    <a:gd name="connsiteY1963" fmla="*/ 2 h 389543"/>
                    <a:gd name="connsiteX1964" fmla="*/ 137859 w 891021"/>
                    <a:gd name="connsiteY1964" fmla="*/ 2 h 389543"/>
                    <a:gd name="connsiteX1965" fmla="*/ 138300 w 891021"/>
                    <a:gd name="connsiteY1965" fmla="*/ 443 h 389543"/>
                    <a:gd name="connsiteX1966" fmla="*/ 137859 w 891021"/>
                    <a:gd name="connsiteY1966" fmla="*/ 884 h 389543"/>
                    <a:gd name="connsiteX1967" fmla="*/ 129124 w 891021"/>
                    <a:gd name="connsiteY1967" fmla="*/ 884 h 389543"/>
                    <a:gd name="connsiteX1968" fmla="*/ 126503 w 891021"/>
                    <a:gd name="connsiteY1968" fmla="*/ 884 h 389543"/>
                    <a:gd name="connsiteX1969" fmla="*/ 126062 w 891021"/>
                    <a:gd name="connsiteY1969" fmla="*/ 443 h 389543"/>
                    <a:gd name="connsiteX1970" fmla="*/ 126503 w 891021"/>
                    <a:gd name="connsiteY1970" fmla="*/ 2 h 389543"/>
                    <a:gd name="connsiteX1971" fmla="*/ 129124 w 891021"/>
                    <a:gd name="connsiteY1971" fmla="*/ 2 h 389543"/>
                    <a:gd name="connsiteX1972" fmla="*/ 129565 w 891021"/>
                    <a:gd name="connsiteY1972" fmla="*/ 443 h 389543"/>
                    <a:gd name="connsiteX1973" fmla="*/ 129124 w 891021"/>
                    <a:gd name="connsiteY1973" fmla="*/ 884 h 389543"/>
                    <a:gd name="connsiteX1974" fmla="*/ 120390 w 891021"/>
                    <a:gd name="connsiteY1974" fmla="*/ 884 h 389543"/>
                    <a:gd name="connsiteX1975" fmla="*/ 117769 w 891021"/>
                    <a:gd name="connsiteY1975" fmla="*/ 884 h 389543"/>
                    <a:gd name="connsiteX1976" fmla="*/ 117328 w 891021"/>
                    <a:gd name="connsiteY1976" fmla="*/ 443 h 389543"/>
                    <a:gd name="connsiteX1977" fmla="*/ 117769 w 891021"/>
                    <a:gd name="connsiteY1977" fmla="*/ 2 h 389543"/>
                    <a:gd name="connsiteX1978" fmla="*/ 120390 w 891021"/>
                    <a:gd name="connsiteY1978" fmla="*/ 2 h 389543"/>
                    <a:gd name="connsiteX1979" fmla="*/ 120831 w 891021"/>
                    <a:gd name="connsiteY1979" fmla="*/ 443 h 389543"/>
                    <a:gd name="connsiteX1980" fmla="*/ 120390 w 891021"/>
                    <a:gd name="connsiteY1980" fmla="*/ 884 h 389543"/>
                    <a:gd name="connsiteX1981" fmla="*/ 111656 w 891021"/>
                    <a:gd name="connsiteY1981" fmla="*/ 884 h 389543"/>
                    <a:gd name="connsiteX1982" fmla="*/ 109035 w 891021"/>
                    <a:gd name="connsiteY1982" fmla="*/ 884 h 389543"/>
                    <a:gd name="connsiteX1983" fmla="*/ 108594 w 891021"/>
                    <a:gd name="connsiteY1983" fmla="*/ 443 h 389543"/>
                    <a:gd name="connsiteX1984" fmla="*/ 109035 w 891021"/>
                    <a:gd name="connsiteY1984" fmla="*/ 2 h 389543"/>
                    <a:gd name="connsiteX1985" fmla="*/ 111656 w 891021"/>
                    <a:gd name="connsiteY1985" fmla="*/ 2 h 389543"/>
                    <a:gd name="connsiteX1986" fmla="*/ 112097 w 891021"/>
                    <a:gd name="connsiteY1986" fmla="*/ 443 h 389543"/>
                    <a:gd name="connsiteX1987" fmla="*/ 111656 w 891021"/>
                    <a:gd name="connsiteY1987" fmla="*/ 884 h 389543"/>
                    <a:gd name="connsiteX1988" fmla="*/ 102922 w 891021"/>
                    <a:gd name="connsiteY1988" fmla="*/ 884 h 389543"/>
                    <a:gd name="connsiteX1989" fmla="*/ 100301 w 891021"/>
                    <a:gd name="connsiteY1989" fmla="*/ 884 h 389543"/>
                    <a:gd name="connsiteX1990" fmla="*/ 99860 w 891021"/>
                    <a:gd name="connsiteY1990" fmla="*/ 443 h 389543"/>
                    <a:gd name="connsiteX1991" fmla="*/ 100301 w 891021"/>
                    <a:gd name="connsiteY1991" fmla="*/ 2 h 389543"/>
                    <a:gd name="connsiteX1992" fmla="*/ 102922 w 891021"/>
                    <a:gd name="connsiteY1992" fmla="*/ 2 h 389543"/>
                    <a:gd name="connsiteX1993" fmla="*/ 103363 w 891021"/>
                    <a:gd name="connsiteY1993" fmla="*/ 443 h 389543"/>
                    <a:gd name="connsiteX1994" fmla="*/ 102922 w 891021"/>
                    <a:gd name="connsiteY1994" fmla="*/ 884 h 389543"/>
                    <a:gd name="connsiteX1995" fmla="*/ 94188 w 891021"/>
                    <a:gd name="connsiteY1995" fmla="*/ 884 h 389543"/>
                    <a:gd name="connsiteX1996" fmla="*/ 91567 w 891021"/>
                    <a:gd name="connsiteY1996" fmla="*/ 884 h 389543"/>
                    <a:gd name="connsiteX1997" fmla="*/ 91126 w 891021"/>
                    <a:gd name="connsiteY1997" fmla="*/ 443 h 389543"/>
                    <a:gd name="connsiteX1998" fmla="*/ 91567 w 891021"/>
                    <a:gd name="connsiteY1998" fmla="*/ 2 h 389543"/>
                    <a:gd name="connsiteX1999" fmla="*/ 94188 w 891021"/>
                    <a:gd name="connsiteY1999" fmla="*/ 2 h 389543"/>
                    <a:gd name="connsiteX2000" fmla="*/ 94629 w 891021"/>
                    <a:gd name="connsiteY2000" fmla="*/ 443 h 389543"/>
                    <a:gd name="connsiteX2001" fmla="*/ 94188 w 891021"/>
                    <a:gd name="connsiteY2001" fmla="*/ 884 h 389543"/>
                    <a:gd name="connsiteX2002" fmla="*/ 85454 w 891021"/>
                    <a:gd name="connsiteY2002" fmla="*/ 884 h 389543"/>
                    <a:gd name="connsiteX2003" fmla="*/ 82833 w 891021"/>
                    <a:gd name="connsiteY2003" fmla="*/ 884 h 389543"/>
                    <a:gd name="connsiteX2004" fmla="*/ 82392 w 891021"/>
                    <a:gd name="connsiteY2004" fmla="*/ 443 h 389543"/>
                    <a:gd name="connsiteX2005" fmla="*/ 82833 w 891021"/>
                    <a:gd name="connsiteY2005" fmla="*/ 2 h 389543"/>
                    <a:gd name="connsiteX2006" fmla="*/ 85454 w 891021"/>
                    <a:gd name="connsiteY2006" fmla="*/ 2 h 389543"/>
                    <a:gd name="connsiteX2007" fmla="*/ 85895 w 891021"/>
                    <a:gd name="connsiteY2007" fmla="*/ 443 h 389543"/>
                    <a:gd name="connsiteX2008" fmla="*/ 85454 w 891021"/>
                    <a:gd name="connsiteY2008" fmla="*/ 884 h 389543"/>
                    <a:gd name="connsiteX2009" fmla="*/ 76720 w 891021"/>
                    <a:gd name="connsiteY2009" fmla="*/ 884 h 389543"/>
                    <a:gd name="connsiteX2010" fmla="*/ 74099 w 891021"/>
                    <a:gd name="connsiteY2010" fmla="*/ 884 h 389543"/>
                    <a:gd name="connsiteX2011" fmla="*/ 73658 w 891021"/>
                    <a:gd name="connsiteY2011" fmla="*/ 443 h 389543"/>
                    <a:gd name="connsiteX2012" fmla="*/ 74099 w 891021"/>
                    <a:gd name="connsiteY2012" fmla="*/ 2 h 389543"/>
                    <a:gd name="connsiteX2013" fmla="*/ 76720 w 891021"/>
                    <a:gd name="connsiteY2013" fmla="*/ 2 h 389543"/>
                    <a:gd name="connsiteX2014" fmla="*/ 77161 w 891021"/>
                    <a:gd name="connsiteY2014" fmla="*/ 443 h 389543"/>
                    <a:gd name="connsiteX2015" fmla="*/ 76720 w 891021"/>
                    <a:gd name="connsiteY2015" fmla="*/ 884 h 389543"/>
                    <a:gd name="connsiteX2016" fmla="*/ 67986 w 891021"/>
                    <a:gd name="connsiteY2016" fmla="*/ 884 h 389543"/>
                    <a:gd name="connsiteX2017" fmla="*/ 65365 w 891021"/>
                    <a:gd name="connsiteY2017" fmla="*/ 884 h 389543"/>
                    <a:gd name="connsiteX2018" fmla="*/ 64924 w 891021"/>
                    <a:gd name="connsiteY2018" fmla="*/ 443 h 389543"/>
                    <a:gd name="connsiteX2019" fmla="*/ 65365 w 891021"/>
                    <a:gd name="connsiteY2019" fmla="*/ 2 h 389543"/>
                    <a:gd name="connsiteX2020" fmla="*/ 67986 w 891021"/>
                    <a:gd name="connsiteY2020" fmla="*/ 2 h 389543"/>
                    <a:gd name="connsiteX2021" fmla="*/ 68427 w 891021"/>
                    <a:gd name="connsiteY2021" fmla="*/ 443 h 389543"/>
                    <a:gd name="connsiteX2022" fmla="*/ 67986 w 891021"/>
                    <a:gd name="connsiteY2022" fmla="*/ 884 h 389543"/>
                    <a:gd name="connsiteX2023" fmla="*/ 59252 w 891021"/>
                    <a:gd name="connsiteY2023" fmla="*/ 884 h 389543"/>
                    <a:gd name="connsiteX2024" fmla="*/ 56631 w 891021"/>
                    <a:gd name="connsiteY2024" fmla="*/ 884 h 389543"/>
                    <a:gd name="connsiteX2025" fmla="*/ 56190 w 891021"/>
                    <a:gd name="connsiteY2025" fmla="*/ 443 h 389543"/>
                    <a:gd name="connsiteX2026" fmla="*/ 56631 w 891021"/>
                    <a:gd name="connsiteY2026" fmla="*/ 2 h 389543"/>
                    <a:gd name="connsiteX2027" fmla="*/ 59252 w 891021"/>
                    <a:gd name="connsiteY2027" fmla="*/ 2 h 389543"/>
                    <a:gd name="connsiteX2028" fmla="*/ 59693 w 891021"/>
                    <a:gd name="connsiteY2028" fmla="*/ 443 h 389543"/>
                    <a:gd name="connsiteX2029" fmla="*/ 59252 w 891021"/>
                    <a:gd name="connsiteY2029" fmla="*/ 884 h 389543"/>
                    <a:gd name="connsiteX2030" fmla="*/ 50518 w 891021"/>
                    <a:gd name="connsiteY2030" fmla="*/ 884 h 389543"/>
                    <a:gd name="connsiteX2031" fmla="*/ 47896 w 891021"/>
                    <a:gd name="connsiteY2031" fmla="*/ 884 h 389543"/>
                    <a:gd name="connsiteX2032" fmla="*/ 47455 w 891021"/>
                    <a:gd name="connsiteY2032" fmla="*/ 443 h 389543"/>
                    <a:gd name="connsiteX2033" fmla="*/ 47896 w 891021"/>
                    <a:gd name="connsiteY2033" fmla="*/ 2 h 389543"/>
                    <a:gd name="connsiteX2034" fmla="*/ 50518 w 891021"/>
                    <a:gd name="connsiteY2034" fmla="*/ 2 h 389543"/>
                    <a:gd name="connsiteX2035" fmla="*/ 50959 w 891021"/>
                    <a:gd name="connsiteY2035" fmla="*/ 443 h 389543"/>
                    <a:gd name="connsiteX2036" fmla="*/ 50518 w 891021"/>
                    <a:gd name="connsiteY2036" fmla="*/ 884 h 389543"/>
                    <a:gd name="connsiteX2037" fmla="*/ 41784 w 891021"/>
                    <a:gd name="connsiteY2037" fmla="*/ 884 h 389543"/>
                    <a:gd name="connsiteX2038" fmla="*/ 39162 w 891021"/>
                    <a:gd name="connsiteY2038" fmla="*/ 884 h 389543"/>
                    <a:gd name="connsiteX2039" fmla="*/ 38721 w 891021"/>
                    <a:gd name="connsiteY2039" fmla="*/ 443 h 389543"/>
                    <a:gd name="connsiteX2040" fmla="*/ 39162 w 891021"/>
                    <a:gd name="connsiteY2040" fmla="*/ 2 h 389543"/>
                    <a:gd name="connsiteX2041" fmla="*/ 41784 w 891021"/>
                    <a:gd name="connsiteY2041" fmla="*/ 2 h 389543"/>
                    <a:gd name="connsiteX2042" fmla="*/ 42225 w 891021"/>
                    <a:gd name="connsiteY2042" fmla="*/ 443 h 389543"/>
                    <a:gd name="connsiteX2043" fmla="*/ 41784 w 891021"/>
                    <a:gd name="connsiteY2043" fmla="*/ 884 h 389543"/>
                    <a:gd name="connsiteX2044" fmla="*/ 33050 w 891021"/>
                    <a:gd name="connsiteY2044" fmla="*/ 884 h 389543"/>
                    <a:gd name="connsiteX2045" fmla="*/ 30428 w 891021"/>
                    <a:gd name="connsiteY2045" fmla="*/ 884 h 389543"/>
                    <a:gd name="connsiteX2046" fmla="*/ 29987 w 891021"/>
                    <a:gd name="connsiteY2046" fmla="*/ 443 h 389543"/>
                    <a:gd name="connsiteX2047" fmla="*/ 30428 w 891021"/>
                    <a:gd name="connsiteY2047" fmla="*/ 2 h 389543"/>
                    <a:gd name="connsiteX2048" fmla="*/ 33050 w 891021"/>
                    <a:gd name="connsiteY2048" fmla="*/ 2 h 389543"/>
                    <a:gd name="connsiteX2049" fmla="*/ 33491 w 891021"/>
                    <a:gd name="connsiteY2049" fmla="*/ 443 h 389543"/>
                    <a:gd name="connsiteX2050" fmla="*/ 33050 w 891021"/>
                    <a:gd name="connsiteY2050" fmla="*/ 884 h 389543"/>
                    <a:gd name="connsiteX2051" fmla="*/ 24316 w 891021"/>
                    <a:gd name="connsiteY2051" fmla="*/ 884 h 389543"/>
                    <a:gd name="connsiteX2052" fmla="*/ 21694 w 891021"/>
                    <a:gd name="connsiteY2052" fmla="*/ 884 h 389543"/>
                    <a:gd name="connsiteX2053" fmla="*/ 21253 w 891021"/>
                    <a:gd name="connsiteY2053" fmla="*/ 443 h 389543"/>
                    <a:gd name="connsiteX2054" fmla="*/ 21694 w 891021"/>
                    <a:gd name="connsiteY2054" fmla="*/ 2 h 389543"/>
                    <a:gd name="connsiteX2055" fmla="*/ 24316 w 891021"/>
                    <a:gd name="connsiteY2055" fmla="*/ 2 h 389543"/>
                    <a:gd name="connsiteX2056" fmla="*/ 24757 w 891021"/>
                    <a:gd name="connsiteY2056" fmla="*/ 443 h 389543"/>
                    <a:gd name="connsiteX2057" fmla="*/ 24316 w 891021"/>
                    <a:gd name="connsiteY2057" fmla="*/ 884 h 389543"/>
                    <a:gd name="connsiteX2058" fmla="*/ 15582 w 891021"/>
                    <a:gd name="connsiteY2058" fmla="*/ 884 h 389543"/>
                    <a:gd name="connsiteX2059" fmla="*/ 12960 w 891021"/>
                    <a:gd name="connsiteY2059" fmla="*/ 884 h 389543"/>
                    <a:gd name="connsiteX2060" fmla="*/ 12519 w 891021"/>
                    <a:gd name="connsiteY2060" fmla="*/ 443 h 389543"/>
                    <a:gd name="connsiteX2061" fmla="*/ 12960 w 891021"/>
                    <a:gd name="connsiteY2061" fmla="*/ 2 h 389543"/>
                    <a:gd name="connsiteX2062" fmla="*/ 15582 w 891021"/>
                    <a:gd name="connsiteY2062" fmla="*/ 2 h 389543"/>
                    <a:gd name="connsiteX2063" fmla="*/ 16023 w 891021"/>
                    <a:gd name="connsiteY2063" fmla="*/ 443 h 389543"/>
                    <a:gd name="connsiteX2064" fmla="*/ 15582 w 891021"/>
                    <a:gd name="connsiteY2064" fmla="*/ 884 h 389543"/>
                    <a:gd name="connsiteX2065" fmla="*/ 6848 w 891021"/>
                    <a:gd name="connsiteY2065" fmla="*/ 884 h 389543"/>
                    <a:gd name="connsiteX2066" fmla="*/ 4226 w 891021"/>
                    <a:gd name="connsiteY2066" fmla="*/ 884 h 389543"/>
                    <a:gd name="connsiteX2067" fmla="*/ 3785 w 891021"/>
                    <a:gd name="connsiteY2067" fmla="*/ 443 h 389543"/>
                    <a:gd name="connsiteX2068" fmla="*/ 4226 w 891021"/>
                    <a:gd name="connsiteY2068" fmla="*/ 2 h 389543"/>
                    <a:gd name="connsiteX2069" fmla="*/ 6848 w 891021"/>
                    <a:gd name="connsiteY2069" fmla="*/ 2 h 389543"/>
                    <a:gd name="connsiteX2070" fmla="*/ 7289 w 891021"/>
                    <a:gd name="connsiteY2070" fmla="*/ 443 h 389543"/>
                    <a:gd name="connsiteX2071" fmla="*/ 6848 w 891021"/>
                    <a:gd name="connsiteY2071" fmla="*/ 884 h 389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  <a:cxn ang="0">
                      <a:pos x="connsiteX1420" y="connsiteY1420"/>
                    </a:cxn>
                    <a:cxn ang="0">
                      <a:pos x="connsiteX1421" y="connsiteY1421"/>
                    </a:cxn>
                    <a:cxn ang="0">
                      <a:pos x="connsiteX1422" y="connsiteY1422"/>
                    </a:cxn>
                    <a:cxn ang="0">
                      <a:pos x="connsiteX1423" y="connsiteY1423"/>
                    </a:cxn>
                    <a:cxn ang="0">
                      <a:pos x="connsiteX1424" y="connsiteY1424"/>
                    </a:cxn>
                    <a:cxn ang="0">
                      <a:pos x="connsiteX1425" y="connsiteY1425"/>
                    </a:cxn>
                    <a:cxn ang="0">
                      <a:pos x="connsiteX1426" y="connsiteY1426"/>
                    </a:cxn>
                    <a:cxn ang="0">
                      <a:pos x="connsiteX1427" y="connsiteY1427"/>
                    </a:cxn>
                    <a:cxn ang="0">
                      <a:pos x="connsiteX1428" y="connsiteY1428"/>
                    </a:cxn>
                    <a:cxn ang="0">
                      <a:pos x="connsiteX1429" y="connsiteY1429"/>
                    </a:cxn>
                    <a:cxn ang="0">
                      <a:pos x="connsiteX1430" y="connsiteY1430"/>
                    </a:cxn>
                    <a:cxn ang="0">
                      <a:pos x="connsiteX1431" y="connsiteY1431"/>
                    </a:cxn>
                    <a:cxn ang="0">
                      <a:pos x="connsiteX1432" y="connsiteY1432"/>
                    </a:cxn>
                    <a:cxn ang="0">
                      <a:pos x="connsiteX1433" y="connsiteY1433"/>
                    </a:cxn>
                    <a:cxn ang="0">
                      <a:pos x="connsiteX1434" y="connsiteY1434"/>
                    </a:cxn>
                    <a:cxn ang="0">
                      <a:pos x="connsiteX1435" y="connsiteY1435"/>
                    </a:cxn>
                    <a:cxn ang="0">
                      <a:pos x="connsiteX1436" y="connsiteY1436"/>
                    </a:cxn>
                    <a:cxn ang="0">
                      <a:pos x="connsiteX1437" y="connsiteY1437"/>
                    </a:cxn>
                    <a:cxn ang="0">
                      <a:pos x="connsiteX1438" y="connsiteY1438"/>
                    </a:cxn>
                    <a:cxn ang="0">
                      <a:pos x="connsiteX1439" y="connsiteY1439"/>
                    </a:cxn>
                    <a:cxn ang="0">
                      <a:pos x="connsiteX1440" y="connsiteY1440"/>
                    </a:cxn>
                    <a:cxn ang="0">
                      <a:pos x="connsiteX1441" y="connsiteY1441"/>
                    </a:cxn>
                    <a:cxn ang="0">
                      <a:pos x="connsiteX1442" y="connsiteY1442"/>
                    </a:cxn>
                    <a:cxn ang="0">
                      <a:pos x="connsiteX1443" y="connsiteY1443"/>
                    </a:cxn>
                    <a:cxn ang="0">
                      <a:pos x="connsiteX1444" y="connsiteY1444"/>
                    </a:cxn>
                    <a:cxn ang="0">
                      <a:pos x="connsiteX1445" y="connsiteY1445"/>
                    </a:cxn>
                    <a:cxn ang="0">
                      <a:pos x="connsiteX1446" y="connsiteY1446"/>
                    </a:cxn>
                    <a:cxn ang="0">
                      <a:pos x="connsiteX1447" y="connsiteY1447"/>
                    </a:cxn>
                    <a:cxn ang="0">
                      <a:pos x="connsiteX1448" y="connsiteY1448"/>
                    </a:cxn>
                    <a:cxn ang="0">
                      <a:pos x="connsiteX1449" y="connsiteY1449"/>
                    </a:cxn>
                    <a:cxn ang="0">
                      <a:pos x="connsiteX1450" y="connsiteY1450"/>
                    </a:cxn>
                    <a:cxn ang="0">
                      <a:pos x="connsiteX1451" y="connsiteY1451"/>
                    </a:cxn>
                    <a:cxn ang="0">
                      <a:pos x="connsiteX1452" y="connsiteY1452"/>
                    </a:cxn>
                    <a:cxn ang="0">
                      <a:pos x="connsiteX1453" y="connsiteY1453"/>
                    </a:cxn>
                    <a:cxn ang="0">
                      <a:pos x="connsiteX1454" y="connsiteY1454"/>
                    </a:cxn>
                    <a:cxn ang="0">
                      <a:pos x="connsiteX1455" y="connsiteY1455"/>
                    </a:cxn>
                    <a:cxn ang="0">
                      <a:pos x="connsiteX1456" y="connsiteY1456"/>
                    </a:cxn>
                    <a:cxn ang="0">
                      <a:pos x="connsiteX1457" y="connsiteY1457"/>
                    </a:cxn>
                    <a:cxn ang="0">
                      <a:pos x="connsiteX1458" y="connsiteY1458"/>
                    </a:cxn>
                    <a:cxn ang="0">
                      <a:pos x="connsiteX1459" y="connsiteY1459"/>
                    </a:cxn>
                    <a:cxn ang="0">
                      <a:pos x="connsiteX1460" y="connsiteY1460"/>
                    </a:cxn>
                    <a:cxn ang="0">
                      <a:pos x="connsiteX1461" y="connsiteY1461"/>
                    </a:cxn>
                    <a:cxn ang="0">
                      <a:pos x="connsiteX1462" y="connsiteY1462"/>
                    </a:cxn>
                    <a:cxn ang="0">
                      <a:pos x="connsiteX1463" y="connsiteY1463"/>
                    </a:cxn>
                    <a:cxn ang="0">
                      <a:pos x="connsiteX1464" y="connsiteY1464"/>
                    </a:cxn>
                    <a:cxn ang="0">
                      <a:pos x="connsiteX1465" y="connsiteY1465"/>
                    </a:cxn>
                    <a:cxn ang="0">
                      <a:pos x="connsiteX1466" y="connsiteY1466"/>
                    </a:cxn>
                    <a:cxn ang="0">
                      <a:pos x="connsiteX1467" y="connsiteY1467"/>
                    </a:cxn>
                    <a:cxn ang="0">
                      <a:pos x="connsiteX1468" y="connsiteY1468"/>
                    </a:cxn>
                    <a:cxn ang="0">
                      <a:pos x="connsiteX1469" y="connsiteY1469"/>
                    </a:cxn>
                    <a:cxn ang="0">
                      <a:pos x="connsiteX1470" y="connsiteY1470"/>
                    </a:cxn>
                    <a:cxn ang="0">
                      <a:pos x="connsiteX1471" y="connsiteY1471"/>
                    </a:cxn>
                    <a:cxn ang="0">
                      <a:pos x="connsiteX1472" y="connsiteY1472"/>
                    </a:cxn>
                    <a:cxn ang="0">
                      <a:pos x="connsiteX1473" y="connsiteY1473"/>
                    </a:cxn>
                    <a:cxn ang="0">
                      <a:pos x="connsiteX1474" y="connsiteY1474"/>
                    </a:cxn>
                    <a:cxn ang="0">
                      <a:pos x="connsiteX1475" y="connsiteY1475"/>
                    </a:cxn>
                    <a:cxn ang="0">
                      <a:pos x="connsiteX1476" y="connsiteY1476"/>
                    </a:cxn>
                    <a:cxn ang="0">
                      <a:pos x="connsiteX1477" y="connsiteY1477"/>
                    </a:cxn>
                    <a:cxn ang="0">
                      <a:pos x="connsiteX1478" y="connsiteY1478"/>
                    </a:cxn>
                    <a:cxn ang="0">
                      <a:pos x="connsiteX1479" y="connsiteY1479"/>
                    </a:cxn>
                    <a:cxn ang="0">
                      <a:pos x="connsiteX1480" y="connsiteY1480"/>
                    </a:cxn>
                    <a:cxn ang="0">
                      <a:pos x="connsiteX1481" y="connsiteY1481"/>
                    </a:cxn>
                    <a:cxn ang="0">
                      <a:pos x="connsiteX1482" y="connsiteY1482"/>
                    </a:cxn>
                    <a:cxn ang="0">
                      <a:pos x="connsiteX1483" y="connsiteY1483"/>
                    </a:cxn>
                    <a:cxn ang="0">
                      <a:pos x="connsiteX1484" y="connsiteY1484"/>
                    </a:cxn>
                    <a:cxn ang="0">
                      <a:pos x="connsiteX1485" y="connsiteY1485"/>
                    </a:cxn>
                    <a:cxn ang="0">
                      <a:pos x="connsiteX1486" y="connsiteY1486"/>
                    </a:cxn>
                    <a:cxn ang="0">
                      <a:pos x="connsiteX1487" y="connsiteY1487"/>
                    </a:cxn>
                    <a:cxn ang="0">
                      <a:pos x="connsiteX1488" y="connsiteY1488"/>
                    </a:cxn>
                    <a:cxn ang="0">
                      <a:pos x="connsiteX1489" y="connsiteY1489"/>
                    </a:cxn>
                    <a:cxn ang="0">
                      <a:pos x="connsiteX1490" y="connsiteY1490"/>
                    </a:cxn>
                    <a:cxn ang="0">
                      <a:pos x="connsiteX1491" y="connsiteY1491"/>
                    </a:cxn>
                    <a:cxn ang="0">
                      <a:pos x="connsiteX1492" y="connsiteY1492"/>
                    </a:cxn>
                    <a:cxn ang="0">
                      <a:pos x="connsiteX1493" y="connsiteY1493"/>
                    </a:cxn>
                    <a:cxn ang="0">
                      <a:pos x="connsiteX1494" y="connsiteY1494"/>
                    </a:cxn>
                    <a:cxn ang="0">
                      <a:pos x="connsiteX1495" y="connsiteY1495"/>
                    </a:cxn>
                    <a:cxn ang="0">
                      <a:pos x="connsiteX1496" y="connsiteY1496"/>
                    </a:cxn>
                    <a:cxn ang="0">
                      <a:pos x="connsiteX1497" y="connsiteY1497"/>
                    </a:cxn>
                    <a:cxn ang="0">
                      <a:pos x="connsiteX1498" y="connsiteY1498"/>
                    </a:cxn>
                    <a:cxn ang="0">
                      <a:pos x="connsiteX1499" y="connsiteY1499"/>
                    </a:cxn>
                    <a:cxn ang="0">
                      <a:pos x="connsiteX1500" y="connsiteY1500"/>
                    </a:cxn>
                    <a:cxn ang="0">
                      <a:pos x="connsiteX1501" y="connsiteY1501"/>
                    </a:cxn>
                    <a:cxn ang="0">
                      <a:pos x="connsiteX1502" y="connsiteY1502"/>
                    </a:cxn>
                    <a:cxn ang="0">
                      <a:pos x="connsiteX1503" y="connsiteY1503"/>
                    </a:cxn>
                    <a:cxn ang="0">
                      <a:pos x="connsiteX1504" y="connsiteY1504"/>
                    </a:cxn>
                    <a:cxn ang="0">
                      <a:pos x="connsiteX1505" y="connsiteY1505"/>
                    </a:cxn>
                    <a:cxn ang="0">
                      <a:pos x="connsiteX1506" y="connsiteY1506"/>
                    </a:cxn>
                    <a:cxn ang="0">
                      <a:pos x="connsiteX1507" y="connsiteY1507"/>
                    </a:cxn>
                    <a:cxn ang="0">
                      <a:pos x="connsiteX1508" y="connsiteY1508"/>
                    </a:cxn>
                    <a:cxn ang="0">
                      <a:pos x="connsiteX1509" y="connsiteY1509"/>
                    </a:cxn>
                    <a:cxn ang="0">
                      <a:pos x="connsiteX1510" y="connsiteY1510"/>
                    </a:cxn>
                    <a:cxn ang="0">
                      <a:pos x="connsiteX1511" y="connsiteY1511"/>
                    </a:cxn>
                    <a:cxn ang="0">
                      <a:pos x="connsiteX1512" y="connsiteY1512"/>
                    </a:cxn>
                    <a:cxn ang="0">
                      <a:pos x="connsiteX1513" y="connsiteY1513"/>
                    </a:cxn>
                    <a:cxn ang="0">
                      <a:pos x="connsiteX1514" y="connsiteY1514"/>
                    </a:cxn>
                    <a:cxn ang="0">
                      <a:pos x="connsiteX1515" y="connsiteY1515"/>
                    </a:cxn>
                    <a:cxn ang="0">
                      <a:pos x="connsiteX1516" y="connsiteY1516"/>
                    </a:cxn>
                    <a:cxn ang="0">
                      <a:pos x="connsiteX1517" y="connsiteY1517"/>
                    </a:cxn>
                    <a:cxn ang="0">
                      <a:pos x="connsiteX1518" y="connsiteY1518"/>
                    </a:cxn>
                    <a:cxn ang="0">
                      <a:pos x="connsiteX1519" y="connsiteY1519"/>
                    </a:cxn>
                    <a:cxn ang="0">
                      <a:pos x="connsiteX1520" y="connsiteY1520"/>
                    </a:cxn>
                    <a:cxn ang="0">
                      <a:pos x="connsiteX1521" y="connsiteY1521"/>
                    </a:cxn>
                    <a:cxn ang="0">
                      <a:pos x="connsiteX1522" y="connsiteY1522"/>
                    </a:cxn>
                    <a:cxn ang="0">
                      <a:pos x="connsiteX1523" y="connsiteY1523"/>
                    </a:cxn>
                    <a:cxn ang="0">
                      <a:pos x="connsiteX1524" y="connsiteY1524"/>
                    </a:cxn>
                    <a:cxn ang="0">
                      <a:pos x="connsiteX1525" y="connsiteY1525"/>
                    </a:cxn>
                    <a:cxn ang="0">
                      <a:pos x="connsiteX1526" y="connsiteY1526"/>
                    </a:cxn>
                    <a:cxn ang="0">
                      <a:pos x="connsiteX1527" y="connsiteY1527"/>
                    </a:cxn>
                    <a:cxn ang="0">
                      <a:pos x="connsiteX1528" y="connsiteY1528"/>
                    </a:cxn>
                    <a:cxn ang="0">
                      <a:pos x="connsiteX1529" y="connsiteY1529"/>
                    </a:cxn>
                    <a:cxn ang="0">
                      <a:pos x="connsiteX1530" y="connsiteY1530"/>
                    </a:cxn>
                    <a:cxn ang="0">
                      <a:pos x="connsiteX1531" y="connsiteY1531"/>
                    </a:cxn>
                    <a:cxn ang="0">
                      <a:pos x="connsiteX1532" y="connsiteY1532"/>
                    </a:cxn>
                    <a:cxn ang="0">
                      <a:pos x="connsiteX1533" y="connsiteY1533"/>
                    </a:cxn>
                    <a:cxn ang="0">
                      <a:pos x="connsiteX1534" y="connsiteY1534"/>
                    </a:cxn>
                    <a:cxn ang="0">
                      <a:pos x="connsiteX1535" y="connsiteY1535"/>
                    </a:cxn>
                    <a:cxn ang="0">
                      <a:pos x="connsiteX1536" y="connsiteY1536"/>
                    </a:cxn>
                    <a:cxn ang="0">
                      <a:pos x="connsiteX1537" y="connsiteY1537"/>
                    </a:cxn>
                    <a:cxn ang="0">
                      <a:pos x="connsiteX1538" y="connsiteY1538"/>
                    </a:cxn>
                    <a:cxn ang="0">
                      <a:pos x="connsiteX1539" y="connsiteY1539"/>
                    </a:cxn>
                    <a:cxn ang="0">
                      <a:pos x="connsiteX1540" y="connsiteY1540"/>
                    </a:cxn>
                    <a:cxn ang="0">
                      <a:pos x="connsiteX1541" y="connsiteY1541"/>
                    </a:cxn>
                    <a:cxn ang="0">
                      <a:pos x="connsiteX1542" y="connsiteY1542"/>
                    </a:cxn>
                    <a:cxn ang="0">
                      <a:pos x="connsiteX1543" y="connsiteY1543"/>
                    </a:cxn>
                    <a:cxn ang="0">
                      <a:pos x="connsiteX1544" y="connsiteY1544"/>
                    </a:cxn>
                    <a:cxn ang="0">
                      <a:pos x="connsiteX1545" y="connsiteY1545"/>
                    </a:cxn>
                    <a:cxn ang="0">
                      <a:pos x="connsiteX1546" y="connsiteY1546"/>
                    </a:cxn>
                    <a:cxn ang="0">
                      <a:pos x="connsiteX1547" y="connsiteY1547"/>
                    </a:cxn>
                    <a:cxn ang="0">
                      <a:pos x="connsiteX1548" y="connsiteY1548"/>
                    </a:cxn>
                    <a:cxn ang="0">
                      <a:pos x="connsiteX1549" y="connsiteY1549"/>
                    </a:cxn>
                    <a:cxn ang="0">
                      <a:pos x="connsiteX1550" y="connsiteY1550"/>
                    </a:cxn>
                    <a:cxn ang="0">
                      <a:pos x="connsiteX1551" y="connsiteY1551"/>
                    </a:cxn>
                    <a:cxn ang="0">
                      <a:pos x="connsiteX1552" y="connsiteY1552"/>
                    </a:cxn>
                    <a:cxn ang="0">
                      <a:pos x="connsiteX1553" y="connsiteY1553"/>
                    </a:cxn>
                    <a:cxn ang="0">
                      <a:pos x="connsiteX1554" y="connsiteY1554"/>
                    </a:cxn>
                    <a:cxn ang="0">
                      <a:pos x="connsiteX1555" y="connsiteY1555"/>
                    </a:cxn>
                    <a:cxn ang="0">
                      <a:pos x="connsiteX1556" y="connsiteY1556"/>
                    </a:cxn>
                    <a:cxn ang="0">
                      <a:pos x="connsiteX1557" y="connsiteY1557"/>
                    </a:cxn>
                    <a:cxn ang="0">
                      <a:pos x="connsiteX1558" y="connsiteY1558"/>
                    </a:cxn>
                    <a:cxn ang="0">
                      <a:pos x="connsiteX1559" y="connsiteY1559"/>
                    </a:cxn>
                    <a:cxn ang="0">
                      <a:pos x="connsiteX1560" y="connsiteY1560"/>
                    </a:cxn>
                    <a:cxn ang="0">
                      <a:pos x="connsiteX1561" y="connsiteY1561"/>
                    </a:cxn>
                    <a:cxn ang="0">
                      <a:pos x="connsiteX1562" y="connsiteY1562"/>
                    </a:cxn>
                    <a:cxn ang="0">
                      <a:pos x="connsiteX1563" y="connsiteY1563"/>
                    </a:cxn>
                    <a:cxn ang="0">
                      <a:pos x="connsiteX1564" y="connsiteY1564"/>
                    </a:cxn>
                    <a:cxn ang="0">
                      <a:pos x="connsiteX1565" y="connsiteY1565"/>
                    </a:cxn>
                    <a:cxn ang="0">
                      <a:pos x="connsiteX1566" y="connsiteY1566"/>
                    </a:cxn>
                    <a:cxn ang="0">
                      <a:pos x="connsiteX1567" y="connsiteY1567"/>
                    </a:cxn>
                    <a:cxn ang="0">
                      <a:pos x="connsiteX1568" y="connsiteY1568"/>
                    </a:cxn>
                    <a:cxn ang="0">
                      <a:pos x="connsiteX1569" y="connsiteY1569"/>
                    </a:cxn>
                    <a:cxn ang="0">
                      <a:pos x="connsiteX1570" y="connsiteY1570"/>
                    </a:cxn>
                    <a:cxn ang="0">
                      <a:pos x="connsiteX1571" y="connsiteY1571"/>
                    </a:cxn>
                    <a:cxn ang="0">
                      <a:pos x="connsiteX1572" y="connsiteY1572"/>
                    </a:cxn>
                    <a:cxn ang="0">
                      <a:pos x="connsiteX1573" y="connsiteY1573"/>
                    </a:cxn>
                    <a:cxn ang="0">
                      <a:pos x="connsiteX1574" y="connsiteY1574"/>
                    </a:cxn>
                    <a:cxn ang="0">
                      <a:pos x="connsiteX1575" y="connsiteY1575"/>
                    </a:cxn>
                    <a:cxn ang="0">
                      <a:pos x="connsiteX1576" y="connsiteY1576"/>
                    </a:cxn>
                    <a:cxn ang="0">
                      <a:pos x="connsiteX1577" y="connsiteY1577"/>
                    </a:cxn>
                    <a:cxn ang="0">
                      <a:pos x="connsiteX1578" y="connsiteY1578"/>
                    </a:cxn>
                    <a:cxn ang="0">
                      <a:pos x="connsiteX1579" y="connsiteY1579"/>
                    </a:cxn>
                    <a:cxn ang="0">
                      <a:pos x="connsiteX1580" y="connsiteY1580"/>
                    </a:cxn>
                    <a:cxn ang="0">
                      <a:pos x="connsiteX1581" y="connsiteY1581"/>
                    </a:cxn>
                    <a:cxn ang="0">
                      <a:pos x="connsiteX1582" y="connsiteY1582"/>
                    </a:cxn>
                    <a:cxn ang="0">
                      <a:pos x="connsiteX1583" y="connsiteY1583"/>
                    </a:cxn>
                    <a:cxn ang="0">
                      <a:pos x="connsiteX1584" y="connsiteY1584"/>
                    </a:cxn>
                    <a:cxn ang="0">
                      <a:pos x="connsiteX1585" y="connsiteY1585"/>
                    </a:cxn>
                    <a:cxn ang="0">
                      <a:pos x="connsiteX1586" y="connsiteY1586"/>
                    </a:cxn>
                    <a:cxn ang="0">
                      <a:pos x="connsiteX1587" y="connsiteY1587"/>
                    </a:cxn>
                    <a:cxn ang="0">
                      <a:pos x="connsiteX1588" y="connsiteY1588"/>
                    </a:cxn>
                    <a:cxn ang="0">
                      <a:pos x="connsiteX1589" y="connsiteY1589"/>
                    </a:cxn>
                    <a:cxn ang="0">
                      <a:pos x="connsiteX1590" y="connsiteY1590"/>
                    </a:cxn>
                    <a:cxn ang="0">
                      <a:pos x="connsiteX1591" y="connsiteY1591"/>
                    </a:cxn>
                    <a:cxn ang="0">
                      <a:pos x="connsiteX1592" y="connsiteY1592"/>
                    </a:cxn>
                    <a:cxn ang="0">
                      <a:pos x="connsiteX1593" y="connsiteY1593"/>
                    </a:cxn>
                    <a:cxn ang="0">
                      <a:pos x="connsiteX1594" y="connsiteY1594"/>
                    </a:cxn>
                    <a:cxn ang="0">
                      <a:pos x="connsiteX1595" y="connsiteY1595"/>
                    </a:cxn>
                    <a:cxn ang="0">
                      <a:pos x="connsiteX1596" y="connsiteY1596"/>
                    </a:cxn>
                    <a:cxn ang="0">
                      <a:pos x="connsiteX1597" y="connsiteY1597"/>
                    </a:cxn>
                    <a:cxn ang="0">
                      <a:pos x="connsiteX1598" y="connsiteY1598"/>
                    </a:cxn>
                    <a:cxn ang="0">
                      <a:pos x="connsiteX1599" y="connsiteY1599"/>
                    </a:cxn>
                    <a:cxn ang="0">
                      <a:pos x="connsiteX1600" y="connsiteY1600"/>
                    </a:cxn>
                    <a:cxn ang="0">
                      <a:pos x="connsiteX1601" y="connsiteY1601"/>
                    </a:cxn>
                    <a:cxn ang="0">
                      <a:pos x="connsiteX1602" y="connsiteY1602"/>
                    </a:cxn>
                    <a:cxn ang="0">
                      <a:pos x="connsiteX1603" y="connsiteY1603"/>
                    </a:cxn>
                    <a:cxn ang="0">
                      <a:pos x="connsiteX1604" y="connsiteY1604"/>
                    </a:cxn>
                    <a:cxn ang="0">
                      <a:pos x="connsiteX1605" y="connsiteY1605"/>
                    </a:cxn>
                    <a:cxn ang="0">
                      <a:pos x="connsiteX1606" y="connsiteY1606"/>
                    </a:cxn>
                    <a:cxn ang="0">
                      <a:pos x="connsiteX1607" y="connsiteY1607"/>
                    </a:cxn>
                    <a:cxn ang="0">
                      <a:pos x="connsiteX1608" y="connsiteY1608"/>
                    </a:cxn>
                    <a:cxn ang="0">
                      <a:pos x="connsiteX1609" y="connsiteY1609"/>
                    </a:cxn>
                    <a:cxn ang="0">
                      <a:pos x="connsiteX1610" y="connsiteY1610"/>
                    </a:cxn>
                    <a:cxn ang="0">
                      <a:pos x="connsiteX1611" y="connsiteY1611"/>
                    </a:cxn>
                    <a:cxn ang="0">
                      <a:pos x="connsiteX1612" y="connsiteY1612"/>
                    </a:cxn>
                    <a:cxn ang="0">
                      <a:pos x="connsiteX1613" y="connsiteY1613"/>
                    </a:cxn>
                    <a:cxn ang="0">
                      <a:pos x="connsiteX1614" y="connsiteY1614"/>
                    </a:cxn>
                    <a:cxn ang="0">
                      <a:pos x="connsiteX1615" y="connsiteY1615"/>
                    </a:cxn>
                    <a:cxn ang="0">
                      <a:pos x="connsiteX1616" y="connsiteY1616"/>
                    </a:cxn>
                    <a:cxn ang="0">
                      <a:pos x="connsiteX1617" y="connsiteY1617"/>
                    </a:cxn>
                    <a:cxn ang="0">
                      <a:pos x="connsiteX1618" y="connsiteY1618"/>
                    </a:cxn>
                    <a:cxn ang="0">
                      <a:pos x="connsiteX1619" y="connsiteY1619"/>
                    </a:cxn>
                    <a:cxn ang="0">
                      <a:pos x="connsiteX1620" y="connsiteY1620"/>
                    </a:cxn>
                    <a:cxn ang="0">
                      <a:pos x="connsiteX1621" y="connsiteY1621"/>
                    </a:cxn>
                    <a:cxn ang="0">
                      <a:pos x="connsiteX1622" y="connsiteY1622"/>
                    </a:cxn>
                    <a:cxn ang="0">
                      <a:pos x="connsiteX1623" y="connsiteY1623"/>
                    </a:cxn>
                    <a:cxn ang="0">
                      <a:pos x="connsiteX1624" y="connsiteY1624"/>
                    </a:cxn>
                    <a:cxn ang="0">
                      <a:pos x="connsiteX1625" y="connsiteY1625"/>
                    </a:cxn>
                    <a:cxn ang="0">
                      <a:pos x="connsiteX1626" y="connsiteY1626"/>
                    </a:cxn>
                    <a:cxn ang="0">
                      <a:pos x="connsiteX1627" y="connsiteY1627"/>
                    </a:cxn>
                    <a:cxn ang="0">
                      <a:pos x="connsiteX1628" y="connsiteY1628"/>
                    </a:cxn>
                    <a:cxn ang="0">
                      <a:pos x="connsiteX1629" y="connsiteY1629"/>
                    </a:cxn>
                    <a:cxn ang="0">
                      <a:pos x="connsiteX1630" y="connsiteY1630"/>
                    </a:cxn>
                    <a:cxn ang="0">
                      <a:pos x="connsiteX1631" y="connsiteY1631"/>
                    </a:cxn>
                    <a:cxn ang="0">
                      <a:pos x="connsiteX1632" y="connsiteY1632"/>
                    </a:cxn>
                    <a:cxn ang="0">
                      <a:pos x="connsiteX1633" y="connsiteY1633"/>
                    </a:cxn>
                    <a:cxn ang="0">
                      <a:pos x="connsiteX1634" y="connsiteY1634"/>
                    </a:cxn>
                    <a:cxn ang="0">
                      <a:pos x="connsiteX1635" y="connsiteY1635"/>
                    </a:cxn>
                    <a:cxn ang="0">
                      <a:pos x="connsiteX1636" y="connsiteY1636"/>
                    </a:cxn>
                    <a:cxn ang="0">
                      <a:pos x="connsiteX1637" y="connsiteY1637"/>
                    </a:cxn>
                    <a:cxn ang="0">
                      <a:pos x="connsiteX1638" y="connsiteY1638"/>
                    </a:cxn>
                    <a:cxn ang="0">
                      <a:pos x="connsiteX1639" y="connsiteY1639"/>
                    </a:cxn>
                    <a:cxn ang="0">
                      <a:pos x="connsiteX1640" y="connsiteY1640"/>
                    </a:cxn>
                    <a:cxn ang="0">
                      <a:pos x="connsiteX1641" y="connsiteY1641"/>
                    </a:cxn>
                    <a:cxn ang="0">
                      <a:pos x="connsiteX1642" y="connsiteY1642"/>
                    </a:cxn>
                    <a:cxn ang="0">
                      <a:pos x="connsiteX1643" y="connsiteY1643"/>
                    </a:cxn>
                    <a:cxn ang="0">
                      <a:pos x="connsiteX1644" y="connsiteY1644"/>
                    </a:cxn>
                    <a:cxn ang="0">
                      <a:pos x="connsiteX1645" y="connsiteY1645"/>
                    </a:cxn>
                    <a:cxn ang="0">
                      <a:pos x="connsiteX1646" y="connsiteY1646"/>
                    </a:cxn>
                    <a:cxn ang="0">
                      <a:pos x="connsiteX1647" y="connsiteY1647"/>
                    </a:cxn>
                    <a:cxn ang="0">
                      <a:pos x="connsiteX1648" y="connsiteY1648"/>
                    </a:cxn>
                    <a:cxn ang="0">
                      <a:pos x="connsiteX1649" y="connsiteY1649"/>
                    </a:cxn>
                    <a:cxn ang="0">
                      <a:pos x="connsiteX1650" y="connsiteY1650"/>
                    </a:cxn>
                    <a:cxn ang="0">
                      <a:pos x="connsiteX1651" y="connsiteY1651"/>
                    </a:cxn>
                    <a:cxn ang="0">
                      <a:pos x="connsiteX1652" y="connsiteY1652"/>
                    </a:cxn>
                    <a:cxn ang="0">
                      <a:pos x="connsiteX1653" y="connsiteY1653"/>
                    </a:cxn>
                    <a:cxn ang="0">
                      <a:pos x="connsiteX1654" y="connsiteY1654"/>
                    </a:cxn>
                    <a:cxn ang="0">
                      <a:pos x="connsiteX1655" y="connsiteY1655"/>
                    </a:cxn>
                    <a:cxn ang="0">
                      <a:pos x="connsiteX1656" y="connsiteY1656"/>
                    </a:cxn>
                    <a:cxn ang="0">
                      <a:pos x="connsiteX1657" y="connsiteY1657"/>
                    </a:cxn>
                    <a:cxn ang="0">
                      <a:pos x="connsiteX1658" y="connsiteY1658"/>
                    </a:cxn>
                    <a:cxn ang="0">
                      <a:pos x="connsiteX1659" y="connsiteY1659"/>
                    </a:cxn>
                    <a:cxn ang="0">
                      <a:pos x="connsiteX1660" y="connsiteY1660"/>
                    </a:cxn>
                    <a:cxn ang="0">
                      <a:pos x="connsiteX1661" y="connsiteY1661"/>
                    </a:cxn>
                    <a:cxn ang="0">
                      <a:pos x="connsiteX1662" y="connsiteY1662"/>
                    </a:cxn>
                    <a:cxn ang="0">
                      <a:pos x="connsiteX1663" y="connsiteY1663"/>
                    </a:cxn>
                    <a:cxn ang="0">
                      <a:pos x="connsiteX1664" y="connsiteY1664"/>
                    </a:cxn>
                    <a:cxn ang="0">
                      <a:pos x="connsiteX1665" y="connsiteY1665"/>
                    </a:cxn>
                    <a:cxn ang="0">
                      <a:pos x="connsiteX1666" y="connsiteY1666"/>
                    </a:cxn>
                    <a:cxn ang="0">
                      <a:pos x="connsiteX1667" y="connsiteY1667"/>
                    </a:cxn>
                    <a:cxn ang="0">
                      <a:pos x="connsiteX1668" y="connsiteY1668"/>
                    </a:cxn>
                    <a:cxn ang="0">
                      <a:pos x="connsiteX1669" y="connsiteY1669"/>
                    </a:cxn>
                    <a:cxn ang="0">
                      <a:pos x="connsiteX1670" y="connsiteY1670"/>
                    </a:cxn>
                    <a:cxn ang="0">
                      <a:pos x="connsiteX1671" y="connsiteY1671"/>
                    </a:cxn>
                    <a:cxn ang="0">
                      <a:pos x="connsiteX1672" y="connsiteY1672"/>
                    </a:cxn>
                    <a:cxn ang="0">
                      <a:pos x="connsiteX1673" y="connsiteY1673"/>
                    </a:cxn>
                    <a:cxn ang="0">
                      <a:pos x="connsiteX1674" y="connsiteY1674"/>
                    </a:cxn>
                    <a:cxn ang="0">
                      <a:pos x="connsiteX1675" y="connsiteY1675"/>
                    </a:cxn>
                    <a:cxn ang="0">
                      <a:pos x="connsiteX1676" y="connsiteY1676"/>
                    </a:cxn>
                    <a:cxn ang="0">
                      <a:pos x="connsiteX1677" y="connsiteY1677"/>
                    </a:cxn>
                    <a:cxn ang="0">
                      <a:pos x="connsiteX1678" y="connsiteY1678"/>
                    </a:cxn>
                    <a:cxn ang="0">
                      <a:pos x="connsiteX1679" y="connsiteY1679"/>
                    </a:cxn>
                    <a:cxn ang="0">
                      <a:pos x="connsiteX1680" y="connsiteY1680"/>
                    </a:cxn>
                    <a:cxn ang="0">
                      <a:pos x="connsiteX1681" y="connsiteY1681"/>
                    </a:cxn>
                    <a:cxn ang="0">
                      <a:pos x="connsiteX1682" y="connsiteY1682"/>
                    </a:cxn>
                    <a:cxn ang="0">
                      <a:pos x="connsiteX1683" y="connsiteY1683"/>
                    </a:cxn>
                    <a:cxn ang="0">
                      <a:pos x="connsiteX1684" y="connsiteY1684"/>
                    </a:cxn>
                    <a:cxn ang="0">
                      <a:pos x="connsiteX1685" y="connsiteY1685"/>
                    </a:cxn>
                    <a:cxn ang="0">
                      <a:pos x="connsiteX1686" y="connsiteY1686"/>
                    </a:cxn>
                    <a:cxn ang="0">
                      <a:pos x="connsiteX1687" y="connsiteY1687"/>
                    </a:cxn>
                    <a:cxn ang="0">
                      <a:pos x="connsiteX1688" y="connsiteY1688"/>
                    </a:cxn>
                    <a:cxn ang="0">
                      <a:pos x="connsiteX1689" y="connsiteY1689"/>
                    </a:cxn>
                    <a:cxn ang="0">
                      <a:pos x="connsiteX1690" y="connsiteY1690"/>
                    </a:cxn>
                    <a:cxn ang="0">
                      <a:pos x="connsiteX1691" y="connsiteY1691"/>
                    </a:cxn>
                    <a:cxn ang="0">
                      <a:pos x="connsiteX1692" y="connsiteY1692"/>
                    </a:cxn>
                    <a:cxn ang="0">
                      <a:pos x="connsiteX1693" y="connsiteY1693"/>
                    </a:cxn>
                    <a:cxn ang="0">
                      <a:pos x="connsiteX1694" y="connsiteY1694"/>
                    </a:cxn>
                    <a:cxn ang="0">
                      <a:pos x="connsiteX1695" y="connsiteY1695"/>
                    </a:cxn>
                    <a:cxn ang="0">
                      <a:pos x="connsiteX1696" y="connsiteY1696"/>
                    </a:cxn>
                    <a:cxn ang="0">
                      <a:pos x="connsiteX1697" y="connsiteY1697"/>
                    </a:cxn>
                    <a:cxn ang="0">
                      <a:pos x="connsiteX1698" y="connsiteY1698"/>
                    </a:cxn>
                    <a:cxn ang="0">
                      <a:pos x="connsiteX1699" y="connsiteY1699"/>
                    </a:cxn>
                    <a:cxn ang="0">
                      <a:pos x="connsiteX1700" y="connsiteY1700"/>
                    </a:cxn>
                    <a:cxn ang="0">
                      <a:pos x="connsiteX1701" y="connsiteY1701"/>
                    </a:cxn>
                    <a:cxn ang="0">
                      <a:pos x="connsiteX1702" y="connsiteY1702"/>
                    </a:cxn>
                    <a:cxn ang="0">
                      <a:pos x="connsiteX1703" y="connsiteY1703"/>
                    </a:cxn>
                    <a:cxn ang="0">
                      <a:pos x="connsiteX1704" y="connsiteY1704"/>
                    </a:cxn>
                    <a:cxn ang="0">
                      <a:pos x="connsiteX1705" y="connsiteY1705"/>
                    </a:cxn>
                    <a:cxn ang="0">
                      <a:pos x="connsiteX1706" y="connsiteY1706"/>
                    </a:cxn>
                    <a:cxn ang="0">
                      <a:pos x="connsiteX1707" y="connsiteY1707"/>
                    </a:cxn>
                    <a:cxn ang="0">
                      <a:pos x="connsiteX1708" y="connsiteY1708"/>
                    </a:cxn>
                    <a:cxn ang="0">
                      <a:pos x="connsiteX1709" y="connsiteY1709"/>
                    </a:cxn>
                    <a:cxn ang="0">
                      <a:pos x="connsiteX1710" y="connsiteY1710"/>
                    </a:cxn>
                    <a:cxn ang="0">
                      <a:pos x="connsiteX1711" y="connsiteY1711"/>
                    </a:cxn>
                    <a:cxn ang="0">
                      <a:pos x="connsiteX1712" y="connsiteY1712"/>
                    </a:cxn>
                    <a:cxn ang="0">
                      <a:pos x="connsiteX1713" y="connsiteY1713"/>
                    </a:cxn>
                    <a:cxn ang="0">
                      <a:pos x="connsiteX1714" y="connsiteY1714"/>
                    </a:cxn>
                    <a:cxn ang="0">
                      <a:pos x="connsiteX1715" y="connsiteY1715"/>
                    </a:cxn>
                    <a:cxn ang="0">
                      <a:pos x="connsiteX1716" y="connsiteY1716"/>
                    </a:cxn>
                    <a:cxn ang="0">
                      <a:pos x="connsiteX1717" y="connsiteY1717"/>
                    </a:cxn>
                    <a:cxn ang="0">
                      <a:pos x="connsiteX1718" y="connsiteY1718"/>
                    </a:cxn>
                    <a:cxn ang="0">
                      <a:pos x="connsiteX1719" y="connsiteY1719"/>
                    </a:cxn>
                    <a:cxn ang="0">
                      <a:pos x="connsiteX1720" y="connsiteY1720"/>
                    </a:cxn>
                    <a:cxn ang="0">
                      <a:pos x="connsiteX1721" y="connsiteY1721"/>
                    </a:cxn>
                    <a:cxn ang="0">
                      <a:pos x="connsiteX1722" y="connsiteY1722"/>
                    </a:cxn>
                    <a:cxn ang="0">
                      <a:pos x="connsiteX1723" y="connsiteY1723"/>
                    </a:cxn>
                    <a:cxn ang="0">
                      <a:pos x="connsiteX1724" y="connsiteY1724"/>
                    </a:cxn>
                    <a:cxn ang="0">
                      <a:pos x="connsiteX1725" y="connsiteY1725"/>
                    </a:cxn>
                    <a:cxn ang="0">
                      <a:pos x="connsiteX1726" y="connsiteY1726"/>
                    </a:cxn>
                    <a:cxn ang="0">
                      <a:pos x="connsiteX1727" y="connsiteY1727"/>
                    </a:cxn>
                    <a:cxn ang="0">
                      <a:pos x="connsiteX1728" y="connsiteY1728"/>
                    </a:cxn>
                    <a:cxn ang="0">
                      <a:pos x="connsiteX1729" y="connsiteY1729"/>
                    </a:cxn>
                    <a:cxn ang="0">
                      <a:pos x="connsiteX1730" y="connsiteY1730"/>
                    </a:cxn>
                    <a:cxn ang="0">
                      <a:pos x="connsiteX1731" y="connsiteY1731"/>
                    </a:cxn>
                    <a:cxn ang="0">
                      <a:pos x="connsiteX1732" y="connsiteY1732"/>
                    </a:cxn>
                    <a:cxn ang="0">
                      <a:pos x="connsiteX1733" y="connsiteY1733"/>
                    </a:cxn>
                    <a:cxn ang="0">
                      <a:pos x="connsiteX1734" y="connsiteY1734"/>
                    </a:cxn>
                    <a:cxn ang="0">
                      <a:pos x="connsiteX1735" y="connsiteY1735"/>
                    </a:cxn>
                    <a:cxn ang="0">
                      <a:pos x="connsiteX1736" y="connsiteY1736"/>
                    </a:cxn>
                    <a:cxn ang="0">
                      <a:pos x="connsiteX1737" y="connsiteY1737"/>
                    </a:cxn>
                    <a:cxn ang="0">
                      <a:pos x="connsiteX1738" y="connsiteY1738"/>
                    </a:cxn>
                    <a:cxn ang="0">
                      <a:pos x="connsiteX1739" y="connsiteY1739"/>
                    </a:cxn>
                    <a:cxn ang="0">
                      <a:pos x="connsiteX1740" y="connsiteY1740"/>
                    </a:cxn>
                    <a:cxn ang="0">
                      <a:pos x="connsiteX1741" y="connsiteY1741"/>
                    </a:cxn>
                    <a:cxn ang="0">
                      <a:pos x="connsiteX1742" y="connsiteY1742"/>
                    </a:cxn>
                    <a:cxn ang="0">
                      <a:pos x="connsiteX1743" y="connsiteY1743"/>
                    </a:cxn>
                    <a:cxn ang="0">
                      <a:pos x="connsiteX1744" y="connsiteY1744"/>
                    </a:cxn>
                    <a:cxn ang="0">
                      <a:pos x="connsiteX1745" y="connsiteY1745"/>
                    </a:cxn>
                    <a:cxn ang="0">
                      <a:pos x="connsiteX1746" y="connsiteY1746"/>
                    </a:cxn>
                    <a:cxn ang="0">
                      <a:pos x="connsiteX1747" y="connsiteY1747"/>
                    </a:cxn>
                    <a:cxn ang="0">
                      <a:pos x="connsiteX1748" y="connsiteY1748"/>
                    </a:cxn>
                    <a:cxn ang="0">
                      <a:pos x="connsiteX1749" y="connsiteY1749"/>
                    </a:cxn>
                    <a:cxn ang="0">
                      <a:pos x="connsiteX1750" y="connsiteY1750"/>
                    </a:cxn>
                    <a:cxn ang="0">
                      <a:pos x="connsiteX1751" y="connsiteY1751"/>
                    </a:cxn>
                    <a:cxn ang="0">
                      <a:pos x="connsiteX1752" y="connsiteY1752"/>
                    </a:cxn>
                    <a:cxn ang="0">
                      <a:pos x="connsiteX1753" y="connsiteY1753"/>
                    </a:cxn>
                    <a:cxn ang="0">
                      <a:pos x="connsiteX1754" y="connsiteY1754"/>
                    </a:cxn>
                    <a:cxn ang="0">
                      <a:pos x="connsiteX1755" y="connsiteY1755"/>
                    </a:cxn>
                    <a:cxn ang="0">
                      <a:pos x="connsiteX1756" y="connsiteY1756"/>
                    </a:cxn>
                    <a:cxn ang="0">
                      <a:pos x="connsiteX1757" y="connsiteY1757"/>
                    </a:cxn>
                    <a:cxn ang="0">
                      <a:pos x="connsiteX1758" y="connsiteY1758"/>
                    </a:cxn>
                    <a:cxn ang="0">
                      <a:pos x="connsiteX1759" y="connsiteY1759"/>
                    </a:cxn>
                    <a:cxn ang="0">
                      <a:pos x="connsiteX1760" y="connsiteY1760"/>
                    </a:cxn>
                    <a:cxn ang="0">
                      <a:pos x="connsiteX1761" y="connsiteY1761"/>
                    </a:cxn>
                    <a:cxn ang="0">
                      <a:pos x="connsiteX1762" y="connsiteY1762"/>
                    </a:cxn>
                    <a:cxn ang="0">
                      <a:pos x="connsiteX1763" y="connsiteY1763"/>
                    </a:cxn>
                    <a:cxn ang="0">
                      <a:pos x="connsiteX1764" y="connsiteY1764"/>
                    </a:cxn>
                    <a:cxn ang="0">
                      <a:pos x="connsiteX1765" y="connsiteY1765"/>
                    </a:cxn>
                    <a:cxn ang="0">
                      <a:pos x="connsiteX1766" y="connsiteY1766"/>
                    </a:cxn>
                    <a:cxn ang="0">
                      <a:pos x="connsiteX1767" y="connsiteY1767"/>
                    </a:cxn>
                    <a:cxn ang="0">
                      <a:pos x="connsiteX1768" y="connsiteY1768"/>
                    </a:cxn>
                    <a:cxn ang="0">
                      <a:pos x="connsiteX1769" y="connsiteY1769"/>
                    </a:cxn>
                    <a:cxn ang="0">
                      <a:pos x="connsiteX1770" y="connsiteY1770"/>
                    </a:cxn>
                    <a:cxn ang="0">
                      <a:pos x="connsiteX1771" y="connsiteY1771"/>
                    </a:cxn>
                    <a:cxn ang="0">
                      <a:pos x="connsiteX1772" y="connsiteY1772"/>
                    </a:cxn>
                    <a:cxn ang="0">
                      <a:pos x="connsiteX1773" y="connsiteY1773"/>
                    </a:cxn>
                    <a:cxn ang="0">
                      <a:pos x="connsiteX1774" y="connsiteY1774"/>
                    </a:cxn>
                    <a:cxn ang="0">
                      <a:pos x="connsiteX1775" y="connsiteY1775"/>
                    </a:cxn>
                    <a:cxn ang="0">
                      <a:pos x="connsiteX1776" y="connsiteY1776"/>
                    </a:cxn>
                    <a:cxn ang="0">
                      <a:pos x="connsiteX1777" y="connsiteY1777"/>
                    </a:cxn>
                    <a:cxn ang="0">
                      <a:pos x="connsiteX1778" y="connsiteY1778"/>
                    </a:cxn>
                    <a:cxn ang="0">
                      <a:pos x="connsiteX1779" y="connsiteY1779"/>
                    </a:cxn>
                    <a:cxn ang="0">
                      <a:pos x="connsiteX1780" y="connsiteY1780"/>
                    </a:cxn>
                    <a:cxn ang="0">
                      <a:pos x="connsiteX1781" y="connsiteY1781"/>
                    </a:cxn>
                    <a:cxn ang="0">
                      <a:pos x="connsiteX1782" y="connsiteY1782"/>
                    </a:cxn>
                    <a:cxn ang="0">
                      <a:pos x="connsiteX1783" y="connsiteY1783"/>
                    </a:cxn>
                    <a:cxn ang="0">
                      <a:pos x="connsiteX1784" y="connsiteY1784"/>
                    </a:cxn>
                    <a:cxn ang="0">
                      <a:pos x="connsiteX1785" y="connsiteY1785"/>
                    </a:cxn>
                    <a:cxn ang="0">
                      <a:pos x="connsiteX1786" y="connsiteY1786"/>
                    </a:cxn>
                    <a:cxn ang="0">
                      <a:pos x="connsiteX1787" y="connsiteY1787"/>
                    </a:cxn>
                    <a:cxn ang="0">
                      <a:pos x="connsiteX1788" y="connsiteY1788"/>
                    </a:cxn>
                    <a:cxn ang="0">
                      <a:pos x="connsiteX1789" y="connsiteY1789"/>
                    </a:cxn>
                    <a:cxn ang="0">
                      <a:pos x="connsiteX1790" y="connsiteY1790"/>
                    </a:cxn>
                    <a:cxn ang="0">
                      <a:pos x="connsiteX1791" y="connsiteY1791"/>
                    </a:cxn>
                    <a:cxn ang="0">
                      <a:pos x="connsiteX1792" y="connsiteY1792"/>
                    </a:cxn>
                    <a:cxn ang="0">
                      <a:pos x="connsiteX1793" y="connsiteY1793"/>
                    </a:cxn>
                    <a:cxn ang="0">
                      <a:pos x="connsiteX1794" y="connsiteY1794"/>
                    </a:cxn>
                    <a:cxn ang="0">
                      <a:pos x="connsiteX1795" y="connsiteY1795"/>
                    </a:cxn>
                    <a:cxn ang="0">
                      <a:pos x="connsiteX1796" y="connsiteY1796"/>
                    </a:cxn>
                    <a:cxn ang="0">
                      <a:pos x="connsiteX1797" y="connsiteY1797"/>
                    </a:cxn>
                    <a:cxn ang="0">
                      <a:pos x="connsiteX1798" y="connsiteY1798"/>
                    </a:cxn>
                    <a:cxn ang="0">
                      <a:pos x="connsiteX1799" y="connsiteY1799"/>
                    </a:cxn>
                    <a:cxn ang="0">
                      <a:pos x="connsiteX1800" y="connsiteY1800"/>
                    </a:cxn>
                    <a:cxn ang="0">
                      <a:pos x="connsiteX1801" y="connsiteY1801"/>
                    </a:cxn>
                    <a:cxn ang="0">
                      <a:pos x="connsiteX1802" y="connsiteY1802"/>
                    </a:cxn>
                    <a:cxn ang="0">
                      <a:pos x="connsiteX1803" y="connsiteY1803"/>
                    </a:cxn>
                    <a:cxn ang="0">
                      <a:pos x="connsiteX1804" y="connsiteY1804"/>
                    </a:cxn>
                    <a:cxn ang="0">
                      <a:pos x="connsiteX1805" y="connsiteY1805"/>
                    </a:cxn>
                    <a:cxn ang="0">
                      <a:pos x="connsiteX1806" y="connsiteY1806"/>
                    </a:cxn>
                    <a:cxn ang="0">
                      <a:pos x="connsiteX1807" y="connsiteY1807"/>
                    </a:cxn>
                    <a:cxn ang="0">
                      <a:pos x="connsiteX1808" y="connsiteY1808"/>
                    </a:cxn>
                    <a:cxn ang="0">
                      <a:pos x="connsiteX1809" y="connsiteY1809"/>
                    </a:cxn>
                    <a:cxn ang="0">
                      <a:pos x="connsiteX1810" y="connsiteY1810"/>
                    </a:cxn>
                    <a:cxn ang="0">
                      <a:pos x="connsiteX1811" y="connsiteY1811"/>
                    </a:cxn>
                    <a:cxn ang="0">
                      <a:pos x="connsiteX1812" y="connsiteY1812"/>
                    </a:cxn>
                    <a:cxn ang="0">
                      <a:pos x="connsiteX1813" y="connsiteY1813"/>
                    </a:cxn>
                    <a:cxn ang="0">
                      <a:pos x="connsiteX1814" y="connsiteY1814"/>
                    </a:cxn>
                    <a:cxn ang="0">
                      <a:pos x="connsiteX1815" y="connsiteY1815"/>
                    </a:cxn>
                    <a:cxn ang="0">
                      <a:pos x="connsiteX1816" y="connsiteY1816"/>
                    </a:cxn>
                    <a:cxn ang="0">
                      <a:pos x="connsiteX1817" y="connsiteY1817"/>
                    </a:cxn>
                    <a:cxn ang="0">
                      <a:pos x="connsiteX1818" y="connsiteY1818"/>
                    </a:cxn>
                    <a:cxn ang="0">
                      <a:pos x="connsiteX1819" y="connsiteY1819"/>
                    </a:cxn>
                    <a:cxn ang="0">
                      <a:pos x="connsiteX1820" y="connsiteY1820"/>
                    </a:cxn>
                    <a:cxn ang="0">
                      <a:pos x="connsiteX1821" y="connsiteY1821"/>
                    </a:cxn>
                    <a:cxn ang="0">
                      <a:pos x="connsiteX1822" y="connsiteY1822"/>
                    </a:cxn>
                    <a:cxn ang="0">
                      <a:pos x="connsiteX1823" y="connsiteY1823"/>
                    </a:cxn>
                    <a:cxn ang="0">
                      <a:pos x="connsiteX1824" y="connsiteY1824"/>
                    </a:cxn>
                    <a:cxn ang="0">
                      <a:pos x="connsiteX1825" y="connsiteY1825"/>
                    </a:cxn>
                    <a:cxn ang="0">
                      <a:pos x="connsiteX1826" y="connsiteY1826"/>
                    </a:cxn>
                    <a:cxn ang="0">
                      <a:pos x="connsiteX1827" y="connsiteY1827"/>
                    </a:cxn>
                    <a:cxn ang="0">
                      <a:pos x="connsiteX1828" y="connsiteY1828"/>
                    </a:cxn>
                    <a:cxn ang="0">
                      <a:pos x="connsiteX1829" y="connsiteY1829"/>
                    </a:cxn>
                    <a:cxn ang="0">
                      <a:pos x="connsiteX1830" y="connsiteY1830"/>
                    </a:cxn>
                    <a:cxn ang="0">
                      <a:pos x="connsiteX1831" y="connsiteY1831"/>
                    </a:cxn>
                    <a:cxn ang="0">
                      <a:pos x="connsiteX1832" y="connsiteY1832"/>
                    </a:cxn>
                    <a:cxn ang="0">
                      <a:pos x="connsiteX1833" y="connsiteY1833"/>
                    </a:cxn>
                    <a:cxn ang="0">
                      <a:pos x="connsiteX1834" y="connsiteY1834"/>
                    </a:cxn>
                    <a:cxn ang="0">
                      <a:pos x="connsiteX1835" y="connsiteY1835"/>
                    </a:cxn>
                    <a:cxn ang="0">
                      <a:pos x="connsiteX1836" y="connsiteY1836"/>
                    </a:cxn>
                    <a:cxn ang="0">
                      <a:pos x="connsiteX1837" y="connsiteY1837"/>
                    </a:cxn>
                    <a:cxn ang="0">
                      <a:pos x="connsiteX1838" y="connsiteY1838"/>
                    </a:cxn>
                    <a:cxn ang="0">
                      <a:pos x="connsiteX1839" y="connsiteY1839"/>
                    </a:cxn>
                    <a:cxn ang="0">
                      <a:pos x="connsiteX1840" y="connsiteY1840"/>
                    </a:cxn>
                    <a:cxn ang="0">
                      <a:pos x="connsiteX1841" y="connsiteY1841"/>
                    </a:cxn>
                    <a:cxn ang="0">
                      <a:pos x="connsiteX1842" y="connsiteY1842"/>
                    </a:cxn>
                    <a:cxn ang="0">
                      <a:pos x="connsiteX1843" y="connsiteY1843"/>
                    </a:cxn>
                    <a:cxn ang="0">
                      <a:pos x="connsiteX1844" y="connsiteY1844"/>
                    </a:cxn>
                    <a:cxn ang="0">
                      <a:pos x="connsiteX1845" y="connsiteY1845"/>
                    </a:cxn>
                    <a:cxn ang="0">
                      <a:pos x="connsiteX1846" y="connsiteY1846"/>
                    </a:cxn>
                    <a:cxn ang="0">
                      <a:pos x="connsiteX1847" y="connsiteY1847"/>
                    </a:cxn>
                    <a:cxn ang="0">
                      <a:pos x="connsiteX1848" y="connsiteY1848"/>
                    </a:cxn>
                    <a:cxn ang="0">
                      <a:pos x="connsiteX1849" y="connsiteY1849"/>
                    </a:cxn>
                    <a:cxn ang="0">
                      <a:pos x="connsiteX1850" y="connsiteY1850"/>
                    </a:cxn>
                    <a:cxn ang="0">
                      <a:pos x="connsiteX1851" y="connsiteY1851"/>
                    </a:cxn>
                    <a:cxn ang="0">
                      <a:pos x="connsiteX1852" y="connsiteY1852"/>
                    </a:cxn>
                    <a:cxn ang="0">
                      <a:pos x="connsiteX1853" y="connsiteY1853"/>
                    </a:cxn>
                    <a:cxn ang="0">
                      <a:pos x="connsiteX1854" y="connsiteY1854"/>
                    </a:cxn>
                    <a:cxn ang="0">
                      <a:pos x="connsiteX1855" y="connsiteY1855"/>
                    </a:cxn>
                    <a:cxn ang="0">
                      <a:pos x="connsiteX1856" y="connsiteY1856"/>
                    </a:cxn>
                    <a:cxn ang="0">
                      <a:pos x="connsiteX1857" y="connsiteY1857"/>
                    </a:cxn>
                    <a:cxn ang="0">
                      <a:pos x="connsiteX1858" y="connsiteY1858"/>
                    </a:cxn>
                    <a:cxn ang="0">
                      <a:pos x="connsiteX1859" y="connsiteY1859"/>
                    </a:cxn>
                    <a:cxn ang="0">
                      <a:pos x="connsiteX1860" y="connsiteY1860"/>
                    </a:cxn>
                    <a:cxn ang="0">
                      <a:pos x="connsiteX1861" y="connsiteY1861"/>
                    </a:cxn>
                    <a:cxn ang="0">
                      <a:pos x="connsiteX1862" y="connsiteY1862"/>
                    </a:cxn>
                    <a:cxn ang="0">
                      <a:pos x="connsiteX1863" y="connsiteY1863"/>
                    </a:cxn>
                    <a:cxn ang="0">
                      <a:pos x="connsiteX1864" y="connsiteY1864"/>
                    </a:cxn>
                    <a:cxn ang="0">
                      <a:pos x="connsiteX1865" y="connsiteY1865"/>
                    </a:cxn>
                    <a:cxn ang="0">
                      <a:pos x="connsiteX1866" y="connsiteY1866"/>
                    </a:cxn>
                    <a:cxn ang="0">
                      <a:pos x="connsiteX1867" y="connsiteY1867"/>
                    </a:cxn>
                    <a:cxn ang="0">
                      <a:pos x="connsiteX1868" y="connsiteY1868"/>
                    </a:cxn>
                    <a:cxn ang="0">
                      <a:pos x="connsiteX1869" y="connsiteY1869"/>
                    </a:cxn>
                    <a:cxn ang="0">
                      <a:pos x="connsiteX1870" y="connsiteY1870"/>
                    </a:cxn>
                    <a:cxn ang="0">
                      <a:pos x="connsiteX1871" y="connsiteY1871"/>
                    </a:cxn>
                    <a:cxn ang="0">
                      <a:pos x="connsiteX1872" y="connsiteY1872"/>
                    </a:cxn>
                    <a:cxn ang="0">
                      <a:pos x="connsiteX1873" y="connsiteY1873"/>
                    </a:cxn>
                    <a:cxn ang="0">
                      <a:pos x="connsiteX1874" y="connsiteY1874"/>
                    </a:cxn>
                    <a:cxn ang="0">
                      <a:pos x="connsiteX1875" y="connsiteY1875"/>
                    </a:cxn>
                    <a:cxn ang="0">
                      <a:pos x="connsiteX1876" y="connsiteY1876"/>
                    </a:cxn>
                    <a:cxn ang="0">
                      <a:pos x="connsiteX1877" y="connsiteY1877"/>
                    </a:cxn>
                    <a:cxn ang="0">
                      <a:pos x="connsiteX1878" y="connsiteY1878"/>
                    </a:cxn>
                    <a:cxn ang="0">
                      <a:pos x="connsiteX1879" y="connsiteY1879"/>
                    </a:cxn>
                    <a:cxn ang="0">
                      <a:pos x="connsiteX1880" y="connsiteY1880"/>
                    </a:cxn>
                    <a:cxn ang="0">
                      <a:pos x="connsiteX1881" y="connsiteY1881"/>
                    </a:cxn>
                    <a:cxn ang="0">
                      <a:pos x="connsiteX1882" y="connsiteY1882"/>
                    </a:cxn>
                    <a:cxn ang="0">
                      <a:pos x="connsiteX1883" y="connsiteY1883"/>
                    </a:cxn>
                    <a:cxn ang="0">
                      <a:pos x="connsiteX1884" y="connsiteY1884"/>
                    </a:cxn>
                    <a:cxn ang="0">
                      <a:pos x="connsiteX1885" y="connsiteY1885"/>
                    </a:cxn>
                    <a:cxn ang="0">
                      <a:pos x="connsiteX1886" y="connsiteY1886"/>
                    </a:cxn>
                    <a:cxn ang="0">
                      <a:pos x="connsiteX1887" y="connsiteY1887"/>
                    </a:cxn>
                    <a:cxn ang="0">
                      <a:pos x="connsiteX1888" y="connsiteY1888"/>
                    </a:cxn>
                    <a:cxn ang="0">
                      <a:pos x="connsiteX1889" y="connsiteY1889"/>
                    </a:cxn>
                    <a:cxn ang="0">
                      <a:pos x="connsiteX1890" y="connsiteY1890"/>
                    </a:cxn>
                    <a:cxn ang="0">
                      <a:pos x="connsiteX1891" y="connsiteY1891"/>
                    </a:cxn>
                    <a:cxn ang="0">
                      <a:pos x="connsiteX1892" y="connsiteY1892"/>
                    </a:cxn>
                    <a:cxn ang="0">
                      <a:pos x="connsiteX1893" y="connsiteY1893"/>
                    </a:cxn>
                    <a:cxn ang="0">
                      <a:pos x="connsiteX1894" y="connsiteY1894"/>
                    </a:cxn>
                    <a:cxn ang="0">
                      <a:pos x="connsiteX1895" y="connsiteY1895"/>
                    </a:cxn>
                    <a:cxn ang="0">
                      <a:pos x="connsiteX1896" y="connsiteY1896"/>
                    </a:cxn>
                    <a:cxn ang="0">
                      <a:pos x="connsiteX1897" y="connsiteY1897"/>
                    </a:cxn>
                    <a:cxn ang="0">
                      <a:pos x="connsiteX1898" y="connsiteY1898"/>
                    </a:cxn>
                    <a:cxn ang="0">
                      <a:pos x="connsiteX1899" y="connsiteY1899"/>
                    </a:cxn>
                    <a:cxn ang="0">
                      <a:pos x="connsiteX1900" y="connsiteY1900"/>
                    </a:cxn>
                    <a:cxn ang="0">
                      <a:pos x="connsiteX1901" y="connsiteY1901"/>
                    </a:cxn>
                    <a:cxn ang="0">
                      <a:pos x="connsiteX1902" y="connsiteY1902"/>
                    </a:cxn>
                    <a:cxn ang="0">
                      <a:pos x="connsiteX1903" y="connsiteY1903"/>
                    </a:cxn>
                    <a:cxn ang="0">
                      <a:pos x="connsiteX1904" y="connsiteY1904"/>
                    </a:cxn>
                    <a:cxn ang="0">
                      <a:pos x="connsiteX1905" y="connsiteY1905"/>
                    </a:cxn>
                    <a:cxn ang="0">
                      <a:pos x="connsiteX1906" y="connsiteY1906"/>
                    </a:cxn>
                    <a:cxn ang="0">
                      <a:pos x="connsiteX1907" y="connsiteY1907"/>
                    </a:cxn>
                    <a:cxn ang="0">
                      <a:pos x="connsiteX1908" y="connsiteY1908"/>
                    </a:cxn>
                    <a:cxn ang="0">
                      <a:pos x="connsiteX1909" y="connsiteY1909"/>
                    </a:cxn>
                    <a:cxn ang="0">
                      <a:pos x="connsiteX1910" y="connsiteY1910"/>
                    </a:cxn>
                    <a:cxn ang="0">
                      <a:pos x="connsiteX1911" y="connsiteY1911"/>
                    </a:cxn>
                    <a:cxn ang="0">
                      <a:pos x="connsiteX1912" y="connsiteY1912"/>
                    </a:cxn>
                    <a:cxn ang="0">
                      <a:pos x="connsiteX1913" y="connsiteY1913"/>
                    </a:cxn>
                    <a:cxn ang="0">
                      <a:pos x="connsiteX1914" y="connsiteY1914"/>
                    </a:cxn>
                    <a:cxn ang="0">
                      <a:pos x="connsiteX1915" y="connsiteY1915"/>
                    </a:cxn>
                    <a:cxn ang="0">
                      <a:pos x="connsiteX1916" y="connsiteY1916"/>
                    </a:cxn>
                    <a:cxn ang="0">
                      <a:pos x="connsiteX1917" y="connsiteY1917"/>
                    </a:cxn>
                    <a:cxn ang="0">
                      <a:pos x="connsiteX1918" y="connsiteY1918"/>
                    </a:cxn>
                    <a:cxn ang="0">
                      <a:pos x="connsiteX1919" y="connsiteY1919"/>
                    </a:cxn>
                    <a:cxn ang="0">
                      <a:pos x="connsiteX1920" y="connsiteY1920"/>
                    </a:cxn>
                    <a:cxn ang="0">
                      <a:pos x="connsiteX1921" y="connsiteY1921"/>
                    </a:cxn>
                    <a:cxn ang="0">
                      <a:pos x="connsiteX1922" y="connsiteY1922"/>
                    </a:cxn>
                    <a:cxn ang="0">
                      <a:pos x="connsiteX1923" y="connsiteY1923"/>
                    </a:cxn>
                    <a:cxn ang="0">
                      <a:pos x="connsiteX1924" y="connsiteY1924"/>
                    </a:cxn>
                    <a:cxn ang="0">
                      <a:pos x="connsiteX1925" y="connsiteY1925"/>
                    </a:cxn>
                    <a:cxn ang="0">
                      <a:pos x="connsiteX1926" y="connsiteY1926"/>
                    </a:cxn>
                    <a:cxn ang="0">
                      <a:pos x="connsiteX1927" y="connsiteY1927"/>
                    </a:cxn>
                    <a:cxn ang="0">
                      <a:pos x="connsiteX1928" y="connsiteY1928"/>
                    </a:cxn>
                    <a:cxn ang="0">
                      <a:pos x="connsiteX1929" y="connsiteY1929"/>
                    </a:cxn>
                    <a:cxn ang="0">
                      <a:pos x="connsiteX1930" y="connsiteY1930"/>
                    </a:cxn>
                    <a:cxn ang="0">
                      <a:pos x="connsiteX1931" y="connsiteY1931"/>
                    </a:cxn>
                    <a:cxn ang="0">
                      <a:pos x="connsiteX1932" y="connsiteY1932"/>
                    </a:cxn>
                    <a:cxn ang="0">
                      <a:pos x="connsiteX1933" y="connsiteY1933"/>
                    </a:cxn>
                    <a:cxn ang="0">
                      <a:pos x="connsiteX1934" y="connsiteY1934"/>
                    </a:cxn>
                    <a:cxn ang="0">
                      <a:pos x="connsiteX1935" y="connsiteY1935"/>
                    </a:cxn>
                    <a:cxn ang="0">
                      <a:pos x="connsiteX1936" y="connsiteY1936"/>
                    </a:cxn>
                    <a:cxn ang="0">
                      <a:pos x="connsiteX1937" y="connsiteY1937"/>
                    </a:cxn>
                    <a:cxn ang="0">
                      <a:pos x="connsiteX1938" y="connsiteY1938"/>
                    </a:cxn>
                    <a:cxn ang="0">
                      <a:pos x="connsiteX1939" y="connsiteY1939"/>
                    </a:cxn>
                    <a:cxn ang="0">
                      <a:pos x="connsiteX1940" y="connsiteY1940"/>
                    </a:cxn>
                    <a:cxn ang="0">
                      <a:pos x="connsiteX1941" y="connsiteY1941"/>
                    </a:cxn>
                    <a:cxn ang="0">
                      <a:pos x="connsiteX1942" y="connsiteY1942"/>
                    </a:cxn>
                    <a:cxn ang="0">
                      <a:pos x="connsiteX1943" y="connsiteY1943"/>
                    </a:cxn>
                    <a:cxn ang="0">
                      <a:pos x="connsiteX1944" y="connsiteY1944"/>
                    </a:cxn>
                    <a:cxn ang="0">
                      <a:pos x="connsiteX1945" y="connsiteY1945"/>
                    </a:cxn>
                    <a:cxn ang="0">
                      <a:pos x="connsiteX1946" y="connsiteY1946"/>
                    </a:cxn>
                    <a:cxn ang="0">
                      <a:pos x="connsiteX1947" y="connsiteY1947"/>
                    </a:cxn>
                    <a:cxn ang="0">
                      <a:pos x="connsiteX1948" y="connsiteY1948"/>
                    </a:cxn>
                    <a:cxn ang="0">
                      <a:pos x="connsiteX1949" y="connsiteY1949"/>
                    </a:cxn>
                    <a:cxn ang="0">
                      <a:pos x="connsiteX1950" y="connsiteY1950"/>
                    </a:cxn>
                    <a:cxn ang="0">
                      <a:pos x="connsiteX1951" y="connsiteY1951"/>
                    </a:cxn>
                    <a:cxn ang="0">
                      <a:pos x="connsiteX1952" y="connsiteY1952"/>
                    </a:cxn>
                    <a:cxn ang="0">
                      <a:pos x="connsiteX1953" y="connsiteY1953"/>
                    </a:cxn>
                    <a:cxn ang="0">
                      <a:pos x="connsiteX1954" y="connsiteY1954"/>
                    </a:cxn>
                    <a:cxn ang="0">
                      <a:pos x="connsiteX1955" y="connsiteY1955"/>
                    </a:cxn>
                    <a:cxn ang="0">
                      <a:pos x="connsiteX1956" y="connsiteY1956"/>
                    </a:cxn>
                    <a:cxn ang="0">
                      <a:pos x="connsiteX1957" y="connsiteY1957"/>
                    </a:cxn>
                    <a:cxn ang="0">
                      <a:pos x="connsiteX1958" y="connsiteY1958"/>
                    </a:cxn>
                    <a:cxn ang="0">
                      <a:pos x="connsiteX1959" y="connsiteY1959"/>
                    </a:cxn>
                    <a:cxn ang="0">
                      <a:pos x="connsiteX1960" y="connsiteY1960"/>
                    </a:cxn>
                    <a:cxn ang="0">
                      <a:pos x="connsiteX1961" y="connsiteY1961"/>
                    </a:cxn>
                    <a:cxn ang="0">
                      <a:pos x="connsiteX1962" y="connsiteY1962"/>
                    </a:cxn>
                    <a:cxn ang="0">
                      <a:pos x="connsiteX1963" y="connsiteY1963"/>
                    </a:cxn>
                    <a:cxn ang="0">
                      <a:pos x="connsiteX1964" y="connsiteY1964"/>
                    </a:cxn>
                    <a:cxn ang="0">
                      <a:pos x="connsiteX1965" y="connsiteY1965"/>
                    </a:cxn>
                    <a:cxn ang="0">
                      <a:pos x="connsiteX1966" y="connsiteY1966"/>
                    </a:cxn>
                    <a:cxn ang="0">
                      <a:pos x="connsiteX1967" y="connsiteY1967"/>
                    </a:cxn>
                    <a:cxn ang="0">
                      <a:pos x="connsiteX1968" y="connsiteY1968"/>
                    </a:cxn>
                    <a:cxn ang="0">
                      <a:pos x="connsiteX1969" y="connsiteY1969"/>
                    </a:cxn>
                    <a:cxn ang="0">
                      <a:pos x="connsiteX1970" y="connsiteY1970"/>
                    </a:cxn>
                    <a:cxn ang="0">
                      <a:pos x="connsiteX1971" y="connsiteY1971"/>
                    </a:cxn>
                    <a:cxn ang="0">
                      <a:pos x="connsiteX1972" y="connsiteY1972"/>
                    </a:cxn>
                    <a:cxn ang="0">
                      <a:pos x="connsiteX1973" y="connsiteY1973"/>
                    </a:cxn>
                    <a:cxn ang="0">
                      <a:pos x="connsiteX1974" y="connsiteY1974"/>
                    </a:cxn>
                    <a:cxn ang="0">
                      <a:pos x="connsiteX1975" y="connsiteY1975"/>
                    </a:cxn>
                    <a:cxn ang="0">
                      <a:pos x="connsiteX1976" y="connsiteY1976"/>
                    </a:cxn>
                    <a:cxn ang="0">
                      <a:pos x="connsiteX1977" y="connsiteY1977"/>
                    </a:cxn>
                    <a:cxn ang="0">
                      <a:pos x="connsiteX1978" y="connsiteY1978"/>
                    </a:cxn>
                    <a:cxn ang="0">
                      <a:pos x="connsiteX1979" y="connsiteY1979"/>
                    </a:cxn>
                    <a:cxn ang="0">
                      <a:pos x="connsiteX1980" y="connsiteY1980"/>
                    </a:cxn>
                    <a:cxn ang="0">
                      <a:pos x="connsiteX1981" y="connsiteY1981"/>
                    </a:cxn>
                    <a:cxn ang="0">
                      <a:pos x="connsiteX1982" y="connsiteY1982"/>
                    </a:cxn>
                    <a:cxn ang="0">
                      <a:pos x="connsiteX1983" y="connsiteY1983"/>
                    </a:cxn>
                    <a:cxn ang="0">
                      <a:pos x="connsiteX1984" y="connsiteY1984"/>
                    </a:cxn>
                    <a:cxn ang="0">
                      <a:pos x="connsiteX1985" y="connsiteY1985"/>
                    </a:cxn>
                    <a:cxn ang="0">
                      <a:pos x="connsiteX1986" y="connsiteY1986"/>
                    </a:cxn>
                    <a:cxn ang="0">
                      <a:pos x="connsiteX1987" y="connsiteY1987"/>
                    </a:cxn>
                    <a:cxn ang="0">
                      <a:pos x="connsiteX1988" y="connsiteY1988"/>
                    </a:cxn>
                    <a:cxn ang="0">
                      <a:pos x="connsiteX1989" y="connsiteY1989"/>
                    </a:cxn>
                    <a:cxn ang="0">
                      <a:pos x="connsiteX1990" y="connsiteY1990"/>
                    </a:cxn>
                    <a:cxn ang="0">
                      <a:pos x="connsiteX1991" y="connsiteY1991"/>
                    </a:cxn>
                    <a:cxn ang="0">
                      <a:pos x="connsiteX1992" y="connsiteY1992"/>
                    </a:cxn>
                    <a:cxn ang="0">
                      <a:pos x="connsiteX1993" y="connsiteY1993"/>
                    </a:cxn>
                    <a:cxn ang="0">
                      <a:pos x="connsiteX1994" y="connsiteY1994"/>
                    </a:cxn>
                    <a:cxn ang="0">
                      <a:pos x="connsiteX1995" y="connsiteY1995"/>
                    </a:cxn>
                    <a:cxn ang="0">
                      <a:pos x="connsiteX1996" y="connsiteY1996"/>
                    </a:cxn>
                    <a:cxn ang="0">
                      <a:pos x="connsiteX1997" y="connsiteY1997"/>
                    </a:cxn>
                    <a:cxn ang="0">
                      <a:pos x="connsiteX1998" y="connsiteY1998"/>
                    </a:cxn>
                    <a:cxn ang="0">
                      <a:pos x="connsiteX1999" y="connsiteY1999"/>
                    </a:cxn>
                    <a:cxn ang="0">
                      <a:pos x="connsiteX2000" y="connsiteY2000"/>
                    </a:cxn>
                    <a:cxn ang="0">
                      <a:pos x="connsiteX2001" y="connsiteY2001"/>
                    </a:cxn>
                    <a:cxn ang="0">
                      <a:pos x="connsiteX2002" y="connsiteY2002"/>
                    </a:cxn>
                    <a:cxn ang="0">
                      <a:pos x="connsiteX2003" y="connsiteY2003"/>
                    </a:cxn>
                    <a:cxn ang="0">
                      <a:pos x="connsiteX2004" y="connsiteY2004"/>
                    </a:cxn>
                    <a:cxn ang="0">
                      <a:pos x="connsiteX2005" y="connsiteY2005"/>
                    </a:cxn>
                    <a:cxn ang="0">
                      <a:pos x="connsiteX2006" y="connsiteY2006"/>
                    </a:cxn>
                    <a:cxn ang="0">
                      <a:pos x="connsiteX2007" y="connsiteY2007"/>
                    </a:cxn>
                    <a:cxn ang="0">
                      <a:pos x="connsiteX2008" y="connsiteY2008"/>
                    </a:cxn>
                    <a:cxn ang="0">
                      <a:pos x="connsiteX2009" y="connsiteY2009"/>
                    </a:cxn>
                    <a:cxn ang="0">
                      <a:pos x="connsiteX2010" y="connsiteY2010"/>
                    </a:cxn>
                    <a:cxn ang="0">
                      <a:pos x="connsiteX2011" y="connsiteY2011"/>
                    </a:cxn>
                    <a:cxn ang="0">
                      <a:pos x="connsiteX2012" y="connsiteY2012"/>
                    </a:cxn>
                    <a:cxn ang="0">
                      <a:pos x="connsiteX2013" y="connsiteY2013"/>
                    </a:cxn>
                    <a:cxn ang="0">
                      <a:pos x="connsiteX2014" y="connsiteY2014"/>
                    </a:cxn>
                    <a:cxn ang="0">
                      <a:pos x="connsiteX2015" y="connsiteY2015"/>
                    </a:cxn>
                    <a:cxn ang="0">
                      <a:pos x="connsiteX2016" y="connsiteY2016"/>
                    </a:cxn>
                    <a:cxn ang="0">
                      <a:pos x="connsiteX2017" y="connsiteY2017"/>
                    </a:cxn>
                    <a:cxn ang="0">
                      <a:pos x="connsiteX2018" y="connsiteY2018"/>
                    </a:cxn>
                    <a:cxn ang="0">
                      <a:pos x="connsiteX2019" y="connsiteY2019"/>
                    </a:cxn>
                    <a:cxn ang="0">
                      <a:pos x="connsiteX2020" y="connsiteY2020"/>
                    </a:cxn>
                    <a:cxn ang="0">
                      <a:pos x="connsiteX2021" y="connsiteY2021"/>
                    </a:cxn>
                    <a:cxn ang="0">
                      <a:pos x="connsiteX2022" y="connsiteY2022"/>
                    </a:cxn>
                    <a:cxn ang="0">
                      <a:pos x="connsiteX2023" y="connsiteY2023"/>
                    </a:cxn>
                    <a:cxn ang="0">
                      <a:pos x="connsiteX2024" y="connsiteY2024"/>
                    </a:cxn>
                    <a:cxn ang="0">
                      <a:pos x="connsiteX2025" y="connsiteY2025"/>
                    </a:cxn>
                    <a:cxn ang="0">
                      <a:pos x="connsiteX2026" y="connsiteY2026"/>
                    </a:cxn>
                    <a:cxn ang="0">
                      <a:pos x="connsiteX2027" y="connsiteY2027"/>
                    </a:cxn>
                    <a:cxn ang="0">
                      <a:pos x="connsiteX2028" y="connsiteY2028"/>
                    </a:cxn>
                    <a:cxn ang="0">
                      <a:pos x="connsiteX2029" y="connsiteY2029"/>
                    </a:cxn>
                    <a:cxn ang="0">
                      <a:pos x="connsiteX2030" y="connsiteY2030"/>
                    </a:cxn>
                    <a:cxn ang="0">
                      <a:pos x="connsiteX2031" y="connsiteY2031"/>
                    </a:cxn>
                    <a:cxn ang="0">
                      <a:pos x="connsiteX2032" y="connsiteY2032"/>
                    </a:cxn>
                    <a:cxn ang="0">
                      <a:pos x="connsiteX2033" y="connsiteY2033"/>
                    </a:cxn>
                    <a:cxn ang="0">
                      <a:pos x="connsiteX2034" y="connsiteY2034"/>
                    </a:cxn>
                    <a:cxn ang="0">
                      <a:pos x="connsiteX2035" y="connsiteY2035"/>
                    </a:cxn>
                    <a:cxn ang="0">
                      <a:pos x="connsiteX2036" y="connsiteY2036"/>
                    </a:cxn>
                    <a:cxn ang="0">
                      <a:pos x="connsiteX2037" y="connsiteY2037"/>
                    </a:cxn>
                    <a:cxn ang="0">
                      <a:pos x="connsiteX2038" y="connsiteY2038"/>
                    </a:cxn>
                    <a:cxn ang="0">
                      <a:pos x="connsiteX2039" y="connsiteY2039"/>
                    </a:cxn>
                    <a:cxn ang="0">
                      <a:pos x="connsiteX2040" y="connsiteY2040"/>
                    </a:cxn>
                    <a:cxn ang="0">
                      <a:pos x="connsiteX2041" y="connsiteY2041"/>
                    </a:cxn>
                    <a:cxn ang="0">
                      <a:pos x="connsiteX2042" y="connsiteY2042"/>
                    </a:cxn>
                    <a:cxn ang="0">
                      <a:pos x="connsiteX2043" y="connsiteY2043"/>
                    </a:cxn>
                    <a:cxn ang="0">
                      <a:pos x="connsiteX2044" y="connsiteY2044"/>
                    </a:cxn>
                    <a:cxn ang="0">
                      <a:pos x="connsiteX2045" y="connsiteY2045"/>
                    </a:cxn>
                    <a:cxn ang="0">
                      <a:pos x="connsiteX2046" y="connsiteY2046"/>
                    </a:cxn>
                    <a:cxn ang="0">
                      <a:pos x="connsiteX2047" y="connsiteY2047"/>
                    </a:cxn>
                    <a:cxn ang="0">
                      <a:pos x="connsiteX2048" y="connsiteY2048"/>
                    </a:cxn>
                    <a:cxn ang="0">
                      <a:pos x="connsiteX2049" y="connsiteY2049"/>
                    </a:cxn>
                    <a:cxn ang="0">
                      <a:pos x="connsiteX2050" y="connsiteY2050"/>
                    </a:cxn>
                    <a:cxn ang="0">
                      <a:pos x="connsiteX2051" y="connsiteY2051"/>
                    </a:cxn>
                    <a:cxn ang="0">
                      <a:pos x="connsiteX2052" y="connsiteY2052"/>
                    </a:cxn>
                    <a:cxn ang="0">
                      <a:pos x="connsiteX2053" y="connsiteY2053"/>
                    </a:cxn>
                    <a:cxn ang="0">
                      <a:pos x="connsiteX2054" y="connsiteY2054"/>
                    </a:cxn>
                    <a:cxn ang="0">
                      <a:pos x="connsiteX2055" y="connsiteY2055"/>
                    </a:cxn>
                    <a:cxn ang="0">
                      <a:pos x="connsiteX2056" y="connsiteY2056"/>
                    </a:cxn>
                    <a:cxn ang="0">
                      <a:pos x="connsiteX2057" y="connsiteY2057"/>
                    </a:cxn>
                    <a:cxn ang="0">
                      <a:pos x="connsiteX2058" y="connsiteY2058"/>
                    </a:cxn>
                    <a:cxn ang="0">
                      <a:pos x="connsiteX2059" y="connsiteY2059"/>
                    </a:cxn>
                    <a:cxn ang="0">
                      <a:pos x="connsiteX2060" y="connsiteY2060"/>
                    </a:cxn>
                    <a:cxn ang="0">
                      <a:pos x="connsiteX2061" y="connsiteY2061"/>
                    </a:cxn>
                    <a:cxn ang="0">
                      <a:pos x="connsiteX2062" y="connsiteY2062"/>
                    </a:cxn>
                    <a:cxn ang="0">
                      <a:pos x="connsiteX2063" y="connsiteY2063"/>
                    </a:cxn>
                    <a:cxn ang="0">
                      <a:pos x="connsiteX2064" y="connsiteY2064"/>
                    </a:cxn>
                    <a:cxn ang="0">
                      <a:pos x="connsiteX2065" y="connsiteY2065"/>
                    </a:cxn>
                    <a:cxn ang="0">
                      <a:pos x="connsiteX2066" y="connsiteY2066"/>
                    </a:cxn>
                    <a:cxn ang="0">
                      <a:pos x="connsiteX2067" y="connsiteY2067"/>
                    </a:cxn>
                    <a:cxn ang="0">
                      <a:pos x="connsiteX2068" y="connsiteY2068"/>
                    </a:cxn>
                    <a:cxn ang="0">
                      <a:pos x="connsiteX2069" y="connsiteY2069"/>
                    </a:cxn>
                    <a:cxn ang="0">
                      <a:pos x="connsiteX2070" y="connsiteY2070"/>
                    </a:cxn>
                    <a:cxn ang="0">
                      <a:pos x="connsiteX2071" y="connsiteY2071"/>
                    </a:cxn>
                  </a:cxnLst>
                  <a:rect l="l" t="t" r="r" b="b"/>
                  <a:pathLst>
                    <a:path w="891021" h="389543">
                      <a:moveTo>
                        <a:pt x="804085" y="389544"/>
                      </a:moveTo>
                      <a:lnTo>
                        <a:pt x="801464" y="389544"/>
                      </a:lnTo>
                      <a:cubicBezTo>
                        <a:pt x="801219" y="389531"/>
                        <a:pt x="801023" y="389335"/>
                        <a:pt x="801035" y="389090"/>
                      </a:cubicBezTo>
                      <a:cubicBezTo>
                        <a:pt x="801035" y="388845"/>
                        <a:pt x="801231" y="388662"/>
                        <a:pt x="801476" y="388662"/>
                      </a:cubicBezTo>
                      <a:lnTo>
                        <a:pt x="804098" y="388662"/>
                      </a:lnTo>
                      <a:cubicBezTo>
                        <a:pt x="804342" y="388674"/>
                        <a:pt x="804539" y="388870"/>
                        <a:pt x="804526" y="389115"/>
                      </a:cubicBezTo>
                      <a:cubicBezTo>
                        <a:pt x="804526" y="389360"/>
                        <a:pt x="804330" y="389544"/>
                        <a:pt x="804085" y="389544"/>
                      </a:cubicBezTo>
                      <a:close/>
                      <a:moveTo>
                        <a:pt x="795351" y="389495"/>
                      </a:moveTo>
                      <a:lnTo>
                        <a:pt x="792730" y="389495"/>
                      </a:lnTo>
                      <a:cubicBezTo>
                        <a:pt x="792485" y="389482"/>
                        <a:pt x="792289" y="389286"/>
                        <a:pt x="792301" y="389041"/>
                      </a:cubicBezTo>
                      <a:cubicBezTo>
                        <a:pt x="792301" y="388796"/>
                        <a:pt x="792497" y="388613"/>
                        <a:pt x="792742" y="388613"/>
                      </a:cubicBezTo>
                      <a:lnTo>
                        <a:pt x="795363" y="388613"/>
                      </a:lnTo>
                      <a:cubicBezTo>
                        <a:pt x="795608" y="388625"/>
                        <a:pt x="795804" y="388821"/>
                        <a:pt x="795792" y="389066"/>
                      </a:cubicBezTo>
                      <a:cubicBezTo>
                        <a:pt x="795792" y="389311"/>
                        <a:pt x="795596" y="389495"/>
                        <a:pt x="795351" y="389495"/>
                      </a:cubicBezTo>
                      <a:close/>
                      <a:moveTo>
                        <a:pt x="786617" y="389446"/>
                      </a:moveTo>
                      <a:lnTo>
                        <a:pt x="783996" y="389446"/>
                      </a:lnTo>
                      <a:cubicBezTo>
                        <a:pt x="783751" y="389433"/>
                        <a:pt x="783555" y="389237"/>
                        <a:pt x="783567" y="388992"/>
                      </a:cubicBezTo>
                      <a:cubicBezTo>
                        <a:pt x="783567" y="388747"/>
                        <a:pt x="783763" y="388564"/>
                        <a:pt x="784008" y="388564"/>
                      </a:cubicBezTo>
                      <a:lnTo>
                        <a:pt x="786629" y="388564"/>
                      </a:lnTo>
                      <a:cubicBezTo>
                        <a:pt x="786874" y="388576"/>
                        <a:pt x="787070" y="388772"/>
                        <a:pt x="787058" y="389017"/>
                      </a:cubicBezTo>
                      <a:cubicBezTo>
                        <a:pt x="787058" y="389262"/>
                        <a:pt x="786862" y="389446"/>
                        <a:pt x="786617" y="389446"/>
                      </a:cubicBezTo>
                      <a:close/>
                      <a:moveTo>
                        <a:pt x="810210" y="389421"/>
                      </a:moveTo>
                      <a:cubicBezTo>
                        <a:pt x="809977" y="389421"/>
                        <a:pt x="809794" y="389237"/>
                        <a:pt x="809769" y="389017"/>
                      </a:cubicBezTo>
                      <a:cubicBezTo>
                        <a:pt x="809757" y="388772"/>
                        <a:pt x="809941" y="388564"/>
                        <a:pt x="810173" y="388551"/>
                      </a:cubicBezTo>
                      <a:cubicBezTo>
                        <a:pt x="811043" y="388502"/>
                        <a:pt x="811913" y="388429"/>
                        <a:pt x="812770" y="388343"/>
                      </a:cubicBezTo>
                      <a:cubicBezTo>
                        <a:pt x="813015" y="388319"/>
                        <a:pt x="813224" y="388490"/>
                        <a:pt x="813248" y="388735"/>
                      </a:cubicBezTo>
                      <a:cubicBezTo>
                        <a:pt x="813273" y="388980"/>
                        <a:pt x="813101" y="389188"/>
                        <a:pt x="812856" y="389213"/>
                      </a:cubicBezTo>
                      <a:cubicBezTo>
                        <a:pt x="811986" y="389299"/>
                        <a:pt x="811104" y="389372"/>
                        <a:pt x="810222" y="389433"/>
                      </a:cubicBezTo>
                      <a:cubicBezTo>
                        <a:pt x="810222" y="389433"/>
                        <a:pt x="810198" y="389433"/>
                        <a:pt x="810198" y="389433"/>
                      </a:cubicBezTo>
                      <a:close/>
                      <a:moveTo>
                        <a:pt x="777883" y="389397"/>
                      </a:moveTo>
                      <a:lnTo>
                        <a:pt x="775262" y="389397"/>
                      </a:lnTo>
                      <a:cubicBezTo>
                        <a:pt x="775017" y="389384"/>
                        <a:pt x="774821" y="389188"/>
                        <a:pt x="774833" y="388943"/>
                      </a:cubicBezTo>
                      <a:cubicBezTo>
                        <a:pt x="774833" y="388698"/>
                        <a:pt x="775029" y="388466"/>
                        <a:pt x="775274" y="388515"/>
                      </a:cubicBezTo>
                      <a:lnTo>
                        <a:pt x="777895" y="388515"/>
                      </a:lnTo>
                      <a:cubicBezTo>
                        <a:pt x="778140" y="388527"/>
                        <a:pt x="778336" y="388723"/>
                        <a:pt x="778324" y="388968"/>
                      </a:cubicBezTo>
                      <a:cubicBezTo>
                        <a:pt x="778324" y="389213"/>
                        <a:pt x="778128" y="389397"/>
                        <a:pt x="777883" y="389397"/>
                      </a:cubicBezTo>
                      <a:close/>
                      <a:moveTo>
                        <a:pt x="769149" y="389348"/>
                      </a:moveTo>
                      <a:lnTo>
                        <a:pt x="766528" y="389348"/>
                      </a:lnTo>
                      <a:cubicBezTo>
                        <a:pt x="766282" y="389335"/>
                        <a:pt x="766087" y="389139"/>
                        <a:pt x="766099" y="388894"/>
                      </a:cubicBezTo>
                      <a:cubicBezTo>
                        <a:pt x="766099" y="388649"/>
                        <a:pt x="766295" y="388466"/>
                        <a:pt x="766540" y="388466"/>
                      </a:cubicBezTo>
                      <a:lnTo>
                        <a:pt x="769161" y="388466"/>
                      </a:lnTo>
                      <a:cubicBezTo>
                        <a:pt x="769406" y="388478"/>
                        <a:pt x="769602" y="388674"/>
                        <a:pt x="769590" y="388919"/>
                      </a:cubicBezTo>
                      <a:cubicBezTo>
                        <a:pt x="769590" y="389164"/>
                        <a:pt x="769394" y="389348"/>
                        <a:pt x="769149" y="389348"/>
                      </a:cubicBezTo>
                      <a:close/>
                      <a:moveTo>
                        <a:pt x="760415" y="389299"/>
                      </a:moveTo>
                      <a:lnTo>
                        <a:pt x="757793" y="389299"/>
                      </a:lnTo>
                      <a:cubicBezTo>
                        <a:pt x="757549" y="389286"/>
                        <a:pt x="757352" y="389090"/>
                        <a:pt x="757365" y="388845"/>
                      </a:cubicBezTo>
                      <a:cubicBezTo>
                        <a:pt x="757365" y="388600"/>
                        <a:pt x="757561" y="388417"/>
                        <a:pt x="757806" y="388417"/>
                      </a:cubicBezTo>
                      <a:lnTo>
                        <a:pt x="760427" y="388417"/>
                      </a:lnTo>
                      <a:cubicBezTo>
                        <a:pt x="760672" y="388429"/>
                        <a:pt x="760868" y="388625"/>
                        <a:pt x="760856" y="388870"/>
                      </a:cubicBezTo>
                      <a:cubicBezTo>
                        <a:pt x="760856" y="389115"/>
                        <a:pt x="760660" y="389299"/>
                        <a:pt x="760415" y="389299"/>
                      </a:cubicBezTo>
                      <a:close/>
                      <a:moveTo>
                        <a:pt x="751681" y="389250"/>
                      </a:moveTo>
                      <a:lnTo>
                        <a:pt x="749059" y="389250"/>
                      </a:lnTo>
                      <a:cubicBezTo>
                        <a:pt x="748814" y="389237"/>
                        <a:pt x="748618" y="389041"/>
                        <a:pt x="748631" y="388796"/>
                      </a:cubicBezTo>
                      <a:cubicBezTo>
                        <a:pt x="748631" y="388551"/>
                        <a:pt x="748827" y="388368"/>
                        <a:pt x="749072" y="388368"/>
                      </a:cubicBezTo>
                      <a:lnTo>
                        <a:pt x="751693" y="388368"/>
                      </a:lnTo>
                      <a:cubicBezTo>
                        <a:pt x="751938" y="388380"/>
                        <a:pt x="752134" y="388576"/>
                        <a:pt x="752122" y="388821"/>
                      </a:cubicBezTo>
                      <a:cubicBezTo>
                        <a:pt x="752122" y="389066"/>
                        <a:pt x="751926" y="389250"/>
                        <a:pt x="751681" y="389250"/>
                      </a:cubicBezTo>
                      <a:close/>
                      <a:moveTo>
                        <a:pt x="742947" y="389201"/>
                      </a:moveTo>
                      <a:lnTo>
                        <a:pt x="740325" y="389201"/>
                      </a:lnTo>
                      <a:cubicBezTo>
                        <a:pt x="740080" y="389188"/>
                        <a:pt x="739884" y="388992"/>
                        <a:pt x="739897" y="388747"/>
                      </a:cubicBezTo>
                      <a:cubicBezTo>
                        <a:pt x="739897" y="388502"/>
                        <a:pt x="740093" y="388319"/>
                        <a:pt x="740338" y="388319"/>
                      </a:cubicBezTo>
                      <a:lnTo>
                        <a:pt x="742959" y="388319"/>
                      </a:lnTo>
                      <a:cubicBezTo>
                        <a:pt x="743204" y="388331"/>
                        <a:pt x="743400" y="388527"/>
                        <a:pt x="743388" y="388772"/>
                      </a:cubicBezTo>
                      <a:cubicBezTo>
                        <a:pt x="743388" y="389017"/>
                        <a:pt x="743192" y="389201"/>
                        <a:pt x="742947" y="389201"/>
                      </a:cubicBezTo>
                      <a:close/>
                      <a:moveTo>
                        <a:pt x="734213" y="389152"/>
                      </a:moveTo>
                      <a:lnTo>
                        <a:pt x="731591" y="389152"/>
                      </a:lnTo>
                      <a:cubicBezTo>
                        <a:pt x="731346" y="389139"/>
                        <a:pt x="731150" y="388943"/>
                        <a:pt x="731163" y="388698"/>
                      </a:cubicBezTo>
                      <a:cubicBezTo>
                        <a:pt x="731163" y="388453"/>
                        <a:pt x="731359" y="388270"/>
                        <a:pt x="731604" y="388270"/>
                      </a:cubicBezTo>
                      <a:lnTo>
                        <a:pt x="734225" y="388270"/>
                      </a:lnTo>
                      <a:cubicBezTo>
                        <a:pt x="734470" y="388282"/>
                        <a:pt x="734666" y="388478"/>
                        <a:pt x="734654" y="388723"/>
                      </a:cubicBezTo>
                      <a:cubicBezTo>
                        <a:pt x="734654" y="388968"/>
                        <a:pt x="734458" y="389152"/>
                        <a:pt x="734213" y="389152"/>
                      </a:cubicBezTo>
                      <a:close/>
                      <a:moveTo>
                        <a:pt x="725479" y="389103"/>
                      </a:moveTo>
                      <a:lnTo>
                        <a:pt x="722857" y="389103"/>
                      </a:lnTo>
                      <a:cubicBezTo>
                        <a:pt x="722612" y="389090"/>
                        <a:pt x="722416" y="388894"/>
                        <a:pt x="722428" y="388649"/>
                      </a:cubicBezTo>
                      <a:cubicBezTo>
                        <a:pt x="722428" y="388404"/>
                        <a:pt x="722612" y="388245"/>
                        <a:pt x="722869" y="388221"/>
                      </a:cubicBezTo>
                      <a:lnTo>
                        <a:pt x="725491" y="388221"/>
                      </a:lnTo>
                      <a:cubicBezTo>
                        <a:pt x="725736" y="388233"/>
                        <a:pt x="725932" y="388429"/>
                        <a:pt x="725920" y="388674"/>
                      </a:cubicBezTo>
                      <a:cubicBezTo>
                        <a:pt x="725920" y="388919"/>
                        <a:pt x="725724" y="389103"/>
                        <a:pt x="725479" y="389103"/>
                      </a:cubicBezTo>
                      <a:close/>
                      <a:moveTo>
                        <a:pt x="716745" y="389054"/>
                      </a:moveTo>
                      <a:lnTo>
                        <a:pt x="714123" y="389054"/>
                      </a:lnTo>
                      <a:cubicBezTo>
                        <a:pt x="713878" y="389041"/>
                        <a:pt x="713682" y="388845"/>
                        <a:pt x="713694" y="388600"/>
                      </a:cubicBezTo>
                      <a:cubicBezTo>
                        <a:pt x="713694" y="388355"/>
                        <a:pt x="713890" y="388172"/>
                        <a:pt x="714135" y="388172"/>
                      </a:cubicBezTo>
                      <a:lnTo>
                        <a:pt x="716757" y="388172"/>
                      </a:lnTo>
                      <a:cubicBezTo>
                        <a:pt x="717002" y="388184"/>
                        <a:pt x="717198" y="388380"/>
                        <a:pt x="717186" y="388625"/>
                      </a:cubicBezTo>
                      <a:cubicBezTo>
                        <a:pt x="717186" y="388870"/>
                        <a:pt x="716990" y="389054"/>
                        <a:pt x="716745" y="389054"/>
                      </a:cubicBezTo>
                      <a:close/>
                      <a:moveTo>
                        <a:pt x="708010" y="389005"/>
                      </a:moveTo>
                      <a:lnTo>
                        <a:pt x="705389" y="389005"/>
                      </a:lnTo>
                      <a:cubicBezTo>
                        <a:pt x="705144" y="388992"/>
                        <a:pt x="704948" y="388796"/>
                        <a:pt x="704960" y="388551"/>
                      </a:cubicBezTo>
                      <a:cubicBezTo>
                        <a:pt x="704960" y="388306"/>
                        <a:pt x="705156" y="388123"/>
                        <a:pt x="705401" y="388123"/>
                      </a:cubicBezTo>
                      <a:lnTo>
                        <a:pt x="708023" y="388123"/>
                      </a:lnTo>
                      <a:cubicBezTo>
                        <a:pt x="708268" y="388135"/>
                        <a:pt x="708464" y="388331"/>
                        <a:pt x="708451" y="388576"/>
                      </a:cubicBezTo>
                      <a:cubicBezTo>
                        <a:pt x="708451" y="388821"/>
                        <a:pt x="708255" y="389005"/>
                        <a:pt x="708010" y="389005"/>
                      </a:cubicBezTo>
                      <a:close/>
                      <a:moveTo>
                        <a:pt x="699276" y="388956"/>
                      </a:moveTo>
                      <a:lnTo>
                        <a:pt x="696655" y="388956"/>
                      </a:lnTo>
                      <a:cubicBezTo>
                        <a:pt x="696410" y="388943"/>
                        <a:pt x="696214" y="388747"/>
                        <a:pt x="696226" y="388502"/>
                      </a:cubicBezTo>
                      <a:cubicBezTo>
                        <a:pt x="696226" y="388257"/>
                        <a:pt x="696422" y="388074"/>
                        <a:pt x="696667" y="388074"/>
                      </a:cubicBezTo>
                      <a:lnTo>
                        <a:pt x="699289" y="388074"/>
                      </a:lnTo>
                      <a:cubicBezTo>
                        <a:pt x="699534" y="388086"/>
                        <a:pt x="699730" y="388282"/>
                        <a:pt x="699717" y="388527"/>
                      </a:cubicBezTo>
                      <a:cubicBezTo>
                        <a:pt x="699717" y="388772"/>
                        <a:pt x="699521" y="388956"/>
                        <a:pt x="699276" y="388956"/>
                      </a:cubicBezTo>
                      <a:close/>
                      <a:moveTo>
                        <a:pt x="690542" y="388907"/>
                      </a:moveTo>
                      <a:lnTo>
                        <a:pt x="687921" y="388907"/>
                      </a:lnTo>
                      <a:cubicBezTo>
                        <a:pt x="687676" y="388894"/>
                        <a:pt x="687480" y="388698"/>
                        <a:pt x="687492" y="388453"/>
                      </a:cubicBezTo>
                      <a:cubicBezTo>
                        <a:pt x="687492" y="388208"/>
                        <a:pt x="687676" y="388012"/>
                        <a:pt x="687933" y="388025"/>
                      </a:cubicBezTo>
                      <a:lnTo>
                        <a:pt x="690555" y="388025"/>
                      </a:lnTo>
                      <a:cubicBezTo>
                        <a:pt x="690800" y="388037"/>
                        <a:pt x="690996" y="388233"/>
                        <a:pt x="690983" y="388478"/>
                      </a:cubicBezTo>
                      <a:cubicBezTo>
                        <a:pt x="690983" y="388723"/>
                        <a:pt x="690787" y="388907"/>
                        <a:pt x="690542" y="388907"/>
                      </a:cubicBezTo>
                      <a:close/>
                      <a:moveTo>
                        <a:pt x="681808" y="388858"/>
                      </a:moveTo>
                      <a:lnTo>
                        <a:pt x="679187" y="388858"/>
                      </a:lnTo>
                      <a:cubicBezTo>
                        <a:pt x="678942" y="388845"/>
                        <a:pt x="678746" y="388649"/>
                        <a:pt x="678758" y="388404"/>
                      </a:cubicBezTo>
                      <a:cubicBezTo>
                        <a:pt x="678758" y="388159"/>
                        <a:pt x="678954" y="387976"/>
                        <a:pt x="679199" y="387976"/>
                      </a:cubicBezTo>
                      <a:lnTo>
                        <a:pt x="681821" y="387976"/>
                      </a:lnTo>
                      <a:cubicBezTo>
                        <a:pt x="682065" y="387988"/>
                        <a:pt x="682262" y="388184"/>
                        <a:pt x="682249" y="388429"/>
                      </a:cubicBezTo>
                      <a:cubicBezTo>
                        <a:pt x="682249" y="388674"/>
                        <a:pt x="682053" y="388858"/>
                        <a:pt x="681808" y="388858"/>
                      </a:cubicBezTo>
                      <a:close/>
                      <a:moveTo>
                        <a:pt x="673074" y="388809"/>
                      </a:moveTo>
                      <a:lnTo>
                        <a:pt x="670453" y="388809"/>
                      </a:lnTo>
                      <a:cubicBezTo>
                        <a:pt x="670208" y="388796"/>
                        <a:pt x="670012" y="388600"/>
                        <a:pt x="670024" y="388355"/>
                      </a:cubicBezTo>
                      <a:cubicBezTo>
                        <a:pt x="670024" y="388110"/>
                        <a:pt x="670220" y="387927"/>
                        <a:pt x="670465" y="387927"/>
                      </a:cubicBezTo>
                      <a:lnTo>
                        <a:pt x="673086" y="387927"/>
                      </a:lnTo>
                      <a:cubicBezTo>
                        <a:pt x="673332" y="387939"/>
                        <a:pt x="673527" y="388135"/>
                        <a:pt x="673515" y="388380"/>
                      </a:cubicBezTo>
                      <a:cubicBezTo>
                        <a:pt x="673515" y="388625"/>
                        <a:pt x="673319" y="388809"/>
                        <a:pt x="673074" y="388809"/>
                      </a:cubicBezTo>
                      <a:close/>
                      <a:moveTo>
                        <a:pt x="664340" y="388760"/>
                      </a:moveTo>
                      <a:lnTo>
                        <a:pt x="661719" y="388760"/>
                      </a:lnTo>
                      <a:cubicBezTo>
                        <a:pt x="661474" y="388747"/>
                        <a:pt x="661278" y="388551"/>
                        <a:pt x="661290" y="388306"/>
                      </a:cubicBezTo>
                      <a:cubicBezTo>
                        <a:pt x="661290" y="388061"/>
                        <a:pt x="661486" y="387878"/>
                        <a:pt x="661731" y="387878"/>
                      </a:cubicBezTo>
                      <a:lnTo>
                        <a:pt x="664352" y="387878"/>
                      </a:lnTo>
                      <a:cubicBezTo>
                        <a:pt x="664597" y="387890"/>
                        <a:pt x="664793" y="388086"/>
                        <a:pt x="664781" y="388331"/>
                      </a:cubicBezTo>
                      <a:cubicBezTo>
                        <a:pt x="664781" y="388576"/>
                        <a:pt x="664585" y="388760"/>
                        <a:pt x="664340" y="388760"/>
                      </a:cubicBezTo>
                      <a:close/>
                      <a:moveTo>
                        <a:pt x="655606" y="388711"/>
                      </a:moveTo>
                      <a:lnTo>
                        <a:pt x="652985" y="388711"/>
                      </a:lnTo>
                      <a:cubicBezTo>
                        <a:pt x="652740" y="388698"/>
                        <a:pt x="652544" y="388502"/>
                        <a:pt x="652556" y="388257"/>
                      </a:cubicBezTo>
                      <a:cubicBezTo>
                        <a:pt x="652556" y="388012"/>
                        <a:pt x="652752" y="387829"/>
                        <a:pt x="652997" y="387829"/>
                      </a:cubicBezTo>
                      <a:lnTo>
                        <a:pt x="655618" y="387829"/>
                      </a:lnTo>
                      <a:cubicBezTo>
                        <a:pt x="655863" y="387841"/>
                        <a:pt x="656059" y="388037"/>
                        <a:pt x="656047" y="388282"/>
                      </a:cubicBezTo>
                      <a:cubicBezTo>
                        <a:pt x="656047" y="388527"/>
                        <a:pt x="655851" y="388711"/>
                        <a:pt x="655606" y="388711"/>
                      </a:cubicBezTo>
                      <a:close/>
                      <a:moveTo>
                        <a:pt x="646872" y="388662"/>
                      </a:moveTo>
                      <a:lnTo>
                        <a:pt x="644251" y="388662"/>
                      </a:lnTo>
                      <a:cubicBezTo>
                        <a:pt x="644006" y="388649"/>
                        <a:pt x="643810" y="388453"/>
                        <a:pt x="643822" y="388208"/>
                      </a:cubicBezTo>
                      <a:cubicBezTo>
                        <a:pt x="643822" y="387963"/>
                        <a:pt x="644018" y="387780"/>
                        <a:pt x="644263" y="387780"/>
                      </a:cubicBezTo>
                      <a:lnTo>
                        <a:pt x="646884" y="387780"/>
                      </a:lnTo>
                      <a:cubicBezTo>
                        <a:pt x="647129" y="387792"/>
                        <a:pt x="647325" y="387988"/>
                        <a:pt x="647313" y="388233"/>
                      </a:cubicBezTo>
                      <a:cubicBezTo>
                        <a:pt x="647313" y="388478"/>
                        <a:pt x="647117" y="388662"/>
                        <a:pt x="646872" y="388662"/>
                      </a:cubicBezTo>
                      <a:close/>
                      <a:moveTo>
                        <a:pt x="638138" y="388613"/>
                      </a:moveTo>
                      <a:lnTo>
                        <a:pt x="635516" y="388613"/>
                      </a:lnTo>
                      <a:cubicBezTo>
                        <a:pt x="635272" y="388600"/>
                        <a:pt x="635075" y="388404"/>
                        <a:pt x="635088" y="388159"/>
                      </a:cubicBezTo>
                      <a:cubicBezTo>
                        <a:pt x="635088" y="387914"/>
                        <a:pt x="635284" y="387731"/>
                        <a:pt x="635529" y="387731"/>
                      </a:cubicBezTo>
                      <a:lnTo>
                        <a:pt x="638150" y="387731"/>
                      </a:lnTo>
                      <a:cubicBezTo>
                        <a:pt x="638395" y="387743"/>
                        <a:pt x="638591" y="387939"/>
                        <a:pt x="638579" y="388184"/>
                      </a:cubicBezTo>
                      <a:cubicBezTo>
                        <a:pt x="638579" y="388429"/>
                        <a:pt x="638383" y="388613"/>
                        <a:pt x="638138" y="388613"/>
                      </a:cubicBezTo>
                      <a:close/>
                      <a:moveTo>
                        <a:pt x="629404" y="388564"/>
                      </a:moveTo>
                      <a:lnTo>
                        <a:pt x="626783" y="388564"/>
                      </a:lnTo>
                      <a:cubicBezTo>
                        <a:pt x="626537" y="388551"/>
                        <a:pt x="626341" y="388355"/>
                        <a:pt x="626354" y="388110"/>
                      </a:cubicBezTo>
                      <a:cubicBezTo>
                        <a:pt x="626354" y="387866"/>
                        <a:pt x="626550" y="387682"/>
                        <a:pt x="626795" y="387682"/>
                      </a:cubicBezTo>
                      <a:lnTo>
                        <a:pt x="629416" y="387682"/>
                      </a:lnTo>
                      <a:cubicBezTo>
                        <a:pt x="629661" y="387694"/>
                        <a:pt x="629857" y="387890"/>
                        <a:pt x="629845" y="388135"/>
                      </a:cubicBezTo>
                      <a:cubicBezTo>
                        <a:pt x="629845" y="388380"/>
                        <a:pt x="629649" y="388564"/>
                        <a:pt x="629404" y="388564"/>
                      </a:cubicBezTo>
                      <a:close/>
                      <a:moveTo>
                        <a:pt x="620670" y="388515"/>
                      </a:moveTo>
                      <a:lnTo>
                        <a:pt x="618048" y="388515"/>
                      </a:lnTo>
                      <a:cubicBezTo>
                        <a:pt x="617803" y="388502"/>
                        <a:pt x="617607" y="388306"/>
                        <a:pt x="617620" y="388061"/>
                      </a:cubicBezTo>
                      <a:cubicBezTo>
                        <a:pt x="617620" y="387816"/>
                        <a:pt x="617816" y="387633"/>
                        <a:pt x="618061" y="387633"/>
                      </a:cubicBezTo>
                      <a:lnTo>
                        <a:pt x="620682" y="387633"/>
                      </a:lnTo>
                      <a:cubicBezTo>
                        <a:pt x="620927" y="387645"/>
                        <a:pt x="621123" y="387841"/>
                        <a:pt x="621111" y="388086"/>
                      </a:cubicBezTo>
                      <a:cubicBezTo>
                        <a:pt x="621111" y="388331"/>
                        <a:pt x="620915" y="388515"/>
                        <a:pt x="620670" y="388515"/>
                      </a:cubicBezTo>
                      <a:close/>
                      <a:moveTo>
                        <a:pt x="611936" y="388466"/>
                      </a:moveTo>
                      <a:lnTo>
                        <a:pt x="609314" y="388466"/>
                      </a:lnTo>
                      <a:cubicBezTo>
                        <a:pt x="609069" y="388453"/>
                        <a:pt x="608873" y="388257"/>
                        <a:pt x="608886" y="388012"/>
                      </a:cubicBezTo>
                      <a:cubicBezTo>
                        <a:pt x="608886" y="387767"/>
                        <a:pt x="609082" y="387584"/>
                        <a:pt x="609327" y="387584"/>
                      </a:cubicBezTo>
                      <a:lnTo>
                        <a:pt x="611948" y="387584"/>
                      </a:lnTo>
                      <a:cubicBezTo>
                        <a:pt x="612193" y="387596"/>
                        <a:pt x="612389" y="387792"/>
                        <a:pt x="612377" y="388037"/>
                      </a:cubicBezTo>
                      <a:cubicBezTo>
                        <a:pt x="612377" y="388282"/>
                        <a:pt x="612181" y="388466"/>
                        <a:pt x="611936" y="388466"/>
                      </a:cubicBezTo>
                      <a:close/>
                      <a:moveTo>
                        <a:pt x="603202" y="388417"/>
                      </a:moveTo>
                      <a:lnTo>
                        <a:pt x="600580" y="388417"/>
                      </a:lnTo>
                      <a:cubicBezTo>
                        <a:pt x="600335" y="388404"/>
                        <a:pt x="600139" y="388208"/>
                        <a:pt x="600152" y="387963"/>
                      </a:cubicBezTo>
                      <a:cubicBezTo>
                        <a:pt x="600164" y="387718"/>
                        <a:pt x="600335" y="387559"/>
                        <a:pt x="600593" y="387535"/>
                      </a:cubicBezTo>
                      <a:lnTo>
                        <a:pt x="603214" y="387535"/>
                      </a:lnTo>
                      <a:cubicBezTo>
                        <a:pt x="603459" y="387547"/>
                        <a:pt x="603655" y="387743"/>
                        <a:pt x="603643" y="387988"/>
                      </a:cubicBezTo>
                      <a:cubicBezTo>
                        <a:pt x="603643" y="388233"/>
                        <a:pt x="603447" y="388417"/>
                        <a:pt x="603202" y="388417"/>
                      </a:cubicBezTo>
                      <a:close/>
                      <a:moveTo>
                        <a:pt x="818981" y="388380"/>
                      </a:moveTo>
                      <a:cubicBezTo>
                        <a:pt x="818773" y="388380"/>
                        <a:pt x="818589" y="388233"/>
                        <a:pt x="818552" y="388025"/>
                      </a:cubicBezTo>
                      <a:cubicBezTo>
                        <a:pt x="818503" y="387792"/>
                        <a:pt x="818662" y="387559"/>
                        <a:pt x="818895" y="387510"/>
                      </a:cubicBezTo>
                      <a:cubicBezTo>
                        <a:pt x="819753" y="387351"/>
                        <a:pt x="820598" y="387167"/>
                        <a:pt x="821443" y="386971"/>
                      </a:cubicBezTo>
                      <a:cubicBezTo>
                        <a:pt x="821676" y="386922"/>
                        <a:pt x="821909" y="387069"/>
                        <a:pt x="821970" y="387302"/>
                      </a:cubicBezTo>
                      <a:cubicBezTo>
                        <a:pt x="822019" y="387535"/>
                        <a:pt x="821872" y="387767"/>
                        <a:pt x="821639" y="387829"/>
                      </a:cubicBezTo>
                      <a:cubicBezTo>
                        <a:pt x="820782" y="388025"/>
                        <a:pt x="819924" y="388208"/>
                        <a:pt x="819054" y="388368"/>
                      </a:cubicBezTo>
                      <a:cubicBezTo>
                        <a:pt x="819030" y="388368"/>
                        <a:pt x="818993" y="388368"/>
                        <a:pt x="818969" y="388368"/>
                      </a:cubicBezTo>
                      <a:close/>
                      <a:moveTo>
                        <a:pt x="594468" y="388368"/>
                      </a:moveTo>
                      <a:lnTo>
                        <a:pt x="591846" y="388368"/>
                      </a:lnTo>
                      <a:cubicBezTo>
                        <a:pt x="591601" y="388355"/>
                        <a:pt x="591405" y="388159"/>
                        <a:pt x="591417" y="387914"/>
                      </a:cubicBezTo>
                      <a:cubicBezTo>
                        <a:pt x="591417" y="387669"/>
                        <a:pt x="591613" y="387486"/>
                        <a:pt x="591858" y="387486"/>
                      </a:cubicBezTo>
                      <a:lnTo>
                        <a:pt x="594480" y="387486"/>
                      </a:lnTo>
                      <a:cubicBezTo>
                        <a:pt x="594725" y="387498"/>
                        <a:pt x="594921" y="387694"/>
                        <a:pt x="594909" y="387939"/>
                      </a:cubicBezTo>
                      <a:cubicBezTo>
                        <a:pt x="594909" y="388184"/>
                        <a:pt x="594713" y="388368"/>
                        <a:pt x="594468" y="388368"/>
                      </a:cubicBezTo>
                      <a:close/>
                      <a:moveTo>
                        <a:pt x="585734" y="388319"/>
                      </a:moveTo>
                      <a:lnTo>
                        <a:pt x="583112" y="388319"/>
                      </a:lnTo>
                      <a:cubicBezTo>
                        <a:pt x="582867" y="388306"/>
                        <a:pt x="582671" y="388110"/>
                        <a:pt x="582683" y="387866"/>
                      </a:cubicBezTo>
                      <a:cubicBezTo>
                        <a:pt x="582683" y="387620"/>
                        <a:pt x="582879" y="387437"/>
                        <a:pt x="583124" y="387437"/>
                      </a:cubicBezTo>
                      <a:lnTo>
                        <a:pt x="585746" y="387437"/>
                      </a:lnTo>
                      <a:cubicBezTo>
                        <a:pt x="585991" y="387449"/>
                        <a:pt x="586187" y="387645"/>
                        <a:pt x="586175" y="387890"/>
                      </a:cubicBezTo>
                      <a:cubicBezTo>
                        <a:pt x="586175" y="388135"/>
                        <a:pt x="585979" y="388319"/>
                        <a:pt x="585734" y="388319"/>
                      </a:cubicBezTo>
                      <a:close/>
                      <a:moveTo>
                        <a:pt x="577000" y="388270"/>
                      </a:moveTo>
                      <a:lnTo>
                        <a:pt x="574378" y="388270"/>
                      </a:lnTo>
                      <a:cubicBezTo>
                        <a:pt x="574133" y="388257"/>
                        <a:pt x="573937" y="388061"/>
                        <a:pt x="573949" y="387816"/>
                      </a:cubicBezTo>
                      <a:cubicBezTo>
                        <a:pt x="573949" y="387571"/>
                        <a:pt x="574145" y="387388"/>
                        <a:pt x="574390" y="387388"/>
                      </a:cubicBezTo>
                      <a:lnTo>
                        <a:pt x="577012" y="387388"/>
                      </a:lnTo>
                      <a:cubicBezTo>
                        <a:pt x="577257" y="387400"/>
                        <a:pt x="577453" y="387596"/>
                        <a:pt x="577441" y="387841"/>
                      </a:cubicBezTo>
                      <a:cubicBezTo>
                        <a:pt x="577441" y="388086"/>
                        <a:pt x="577245" y="388270"/>
                        <a:pt x="577000" y="388270"/>
                      </a:cubicBezTo>
                      <a:close/>
                      <a:moveTo>
                        <a:pt x="568265" y="388221"/>
                      </a:moveTo>
                      <a:lnTo>
                        <a:pt x="565644" y="388221"/>
                      </a:lnTo>
                      <a:cubicBezTo>
                        <a:pt x="565399" y="388208"/>
                        <a:pt x="565203" y="388012"/>
                        <a:pt x="565215" y="387767"/>
                      </a:cubicBezTo>
                      <a:cubicBezTo>
                        <a:pt x="565215" y="387522"/>
                        <a:pt x="565387" y="387327"/>
                        <a:pt x="565656" y="387339"/>
                      </a:cubicBezTo>
                      <a:lnTo>
                        <a:pt x="568278" y="387339"/>
                      </a:lnTo>
                      <a:cubicBezTo>
                        <a:pt x="568523" y="387351"/>
                        <a:pt x="568719" y="387547"/>
                        <a:pt x="568706" y="387792"/>
                      </a:cubicBezTo>
                      <a:cubicBezTo>
                        <a:pt x="568706" y="388037"/>
                        <a:pt x="568510" y="388221"/>
                        <a:pt x="568265" y="388221"/>
                      </a:cubicBezTo>
                      <a:close/>
                      <a:moveTo>
                        <a:pt x="559531" y="388172"/>
                      </a:moveTo>
                      <a:lnTo>
                        <a:pt x="556910" y="388172"/>
                      </a:lnTo>
                      <a:cubicBezTo>
                        <a:pt x="556665" y="388159"/>
                        <a:pt x="556469" y="387963"/>
                        <a:pt x="556481" y="387718"/>
                      </a:cubicBezTo>
                      <a:cubicBezTo>
                        <a:pt x="556481" y="387474"/>
                        <a:pt x="556677" y="387290"/>
                        <a:pt x="556922" y="387290"/>
                      </a:cubicBezTo>
                      <a:lnTo>
                        <a:pt x="559544" y="387290"/>
                      </a:lnTo>
                      <a:cubicBezTo>
                        <a:pt x="559789" y="387302"/>
                        <a:pt x="559985" y="387498"/>
                        <a:pt x="559972" y="387743"/>
                      </a:cubicBezTo>
                      <a:cubicBezTo>
                        <a:pt x="559972" y="387988"/>
                        <a:pt x="559776" y="388172"/>
                        <a:pt x="559531" y="388172"/>
                      </a:cubicBezTo>
                      <a:close/>
                      <a:moveTo>
                        <a:pt x="550797" y="388123"/>
                      </a:moveTo>
                      <a:lnTo>
                        <a:pt x="548176" y="388123"/>
                      </a:lnTo>
                      <a:cubicBezTo>
                        <a:pt x="547931" y="388110"/>
                        <a:pt x="547735" y="387914"/>
                        <a:pt x="547747" y="387669"/>
                      </a:cubicBezTo>
                      <a:cubicBezTo>
                        <a:pt x="547747" y="387424"/>
                        <a:pt x="547943" y="387241"/>
                        <a:pt x="548188" y="387241"/>
                      </a:cubicBezTo>
                      <a:lnTo>
                        <a:pt x="550810" y="387241"/>
                      </a:lnTo>
                      <a:cubicBezTo>
                        <a:pt x="551055" y="387253"/>
                        <a:pt x="551251" y="387449"/>
                        <a:pt x="551238" y="387694"/>
                      </a:cubicBezTo>
                      <a:cubicBezTo>
                        <a:pt x="551238" y="387939"/>
                        <a:pt x="551042" y="388123"/>
                        <a:pt x="550797" y="388123"/>
                      </a:cubicBezTo>
                      <a:close/>
                      <a:moveTo>
                        <a:pt x="542063" y="388074"/>
                      </a:moveTo>
                      <a:lnTo>
                        <a:pt x="539442" y="388074"/>
                      </a:lnTo>
                      <a:cubicBezTo>
                        <a:pt x="539197" y="388061"/>
                        <a:pt x="539001" y="387866"/>
                        <a:pt x="539013" y="387620"/>
                      </a:cubicBezTo>
                      <a:cubicBezTo>
                        <a:pt x="539013" y="387375"/>
                        <a:pt x="539209" y="387192"/>
                        <a:pt x="539454" y="387192"/>
                      </a:cubicBezTo>
                      <a:lnTo>
                        <a:pt x="542075" y="387192"/>
                      </a:lnTo>
                      <a:cubicBezTo>
                        <a:pt x="542320" y="387204"/>
                        <a:pt x="542517" y="387400"/>
                        <a:pt x="542504" y="387645"/>
                      </a:cubicBezTo>
                      <a:cubicBezTo>
                        <a:pt x="542504" y="387890"/>
                        <a:pt x="542308" y="388074"/>
                        <a:pt x="542063" y="388074"/>
                      </a:cubicBezTo>
                      <a:close/>
                      <a:moveTo>
                        <a:pt x="533329" y="388025"/>
                      </a:moveTo>
                      <a:lnTo>
                        <a:pt x="530708" y="388025"/>
                      </a:lnTo>
                      <a:cubicBezTo>
                        <a:pt x="530463" y="388012"/>
                        <a:pt x="530267" y="387816"/>
                        <a:pt x="530279" y="387571"/>
                      </a:cubicBezTo>
                      <a:cubicBezTo>
                        <a:pt x="530279" y="387327"/>
                        <a:pt x="530475" y="387143"/>
                        <a:pt x="530720" y="387143"/>
                      </a:cubicBezTo>
                      <a:lnTo>
                        <a:pt x="533341" y="387143"/>
                      </a:lnTo>
                      <a:cubicBezTo>
                        <a:pt x="533586" y="387155"/>
                        <a:pt x="533782" y="387351"/>
                        <a:pt x="533770" y="387596"/>
                      </a:cubicBezTo>
                      <a:cubicBezTo>
                        <a:pt x="533770" y="387841"/>
                        <a:pt x="533574" y="388025"/>
                        <a:pt x="533329" y="388025"/>
                      </a:cubicBezTo>
                      <a:close/>
                      <a:moveTo>
                        <a:pt x="524595" y="387976"/>
                      </a:moveTo>
                      <a:lnTo>
                        <a:pt x="521974" y="387976"/>
                      </a:lnTo>
                      <a:cubicBezTo>
                        <a:pt x="521729" y="387963"/>
                        <a:pt x="521533" y="387767"/>
                        <a:pt x="521545" y="387522"/>
                      </a:cubicBezTo>
                      <a:cubicBezTo>
                        <a:pt x="521545" y="387277"/>
                        <a:pt x="521778" y="387094"/>
                        <a:pt x="521986" y="387094"/>
                      </a:cubicBezTo>
                      <a:lnTo>
                        <a:pt x="524607" y="387094"/>
                      </a:lnTo>
                      <a:cubicBezTo>
                        <a:pt x="524852" y="387106"/>
                        <a:pt x="525048" y="387302"/>
                        <a:pt x="525036" y="387547"/>
                      </a:cubicBezTo>
                      <a:cubicBezTo>
                        <a:pt x="525036" y="387792"/>
                        <a:pt x="524840" y="387976"/>
                        <a:pt x="524595" y="387976"/>
                      </a:cubicBezTo>
                      <a:close/>
                      <a:moveTo>
                        <a:pt x="515861" y="387927"/>
                      </a:moveTo>
                      <a:lnTo>
                        <a:pt x="513240" y="387927"/>
                      </a:lnTo>
                      <a:cubicBezTo>
                        <a:pt x="512995" y="387914"/>
                        <a:pt x="512799" y="387718"/>
                        <a:pt x="512811" y="387474"/>
                      </a:cubicBezTo>
                      <a:cubicBezTo>
                        <a:pt x="512811" y="387228"/>
                        <a:pt x="513007" y="387045"/>
                        <a:pt x="513252" y="387045"/>
                      </a:cubicBezTo>
                      <a:lnTo>
                        <a:pt x="515873" y="387045"/>
                      </a:lnTo>
                      <a:cubicBezTo>
                        <a:pt x="516118" y="387057"/>
                        <a:pt x="516314" y="387253"/>
                        <a:pt x="516302" y="387498"/>
                      </a:cubicBezTo>
                      <a:cubicBezTo>
                        <a:pt x="516302" y="387743"/>
                        <a:pt x="516106" y="387927"/>
                        <a:pt x="515861" y="387927"/>
                      </a:cubicBezTo>
                      <a:close/>
                      <a:moveTo>
                        <a:pt x="507127" y="387878"/>
                      </a:moveTo>
                      <a:lnTo>
                        <a:pt x="504506" y="387878"/>
                      </a:lnTo>
                      <a:cubicBezTo>
                        <a:pt x="504261" y="387866"/>
                        <a:pt x="504065" y="387669"/>
                        <a:pt x="504077" y="387424"/>
                      </a:cubicBezTo>
                      <a:cubicBezTo>
                        <a:pt x="504077" y="387180"/>
                        <a:pt x="504273" y="386996"/>
                        <a:pt x="504518" y="386996"/>
                      </a:cubicBezTo>
                      <a:lnTo>
                        <a:pt x="507139" y="386996"/>
                      </a:lnTo>
                      <a:cubicBezTo>
                        <a:pt x="507384" y="387008"/>
                        <a:pt x="507580" y="387204"/>
                        <a:pt x="507568" y="387449"/>
                      </a:cubicBezTo>
                      <a:cubicBezTo>
                        <a:pt x="507568" y="387694"/>
                        <a:pt x="507372" y="387878"/>
                        <a:pt x="507127" y="387878"/>
                      </a:cubicBezTo>
                      <a:close/>
                      <a:moveTo>
                        <a:pt x="498393" y="387829"/>
                      </a:moveTo>
                      <a:lnTo>
                        <a:pt x="495771" y="387829"/>
                      </a:lnTo>
                      <a:cubicBezTo>
                        <a:pt x="495526" y="387816"/>
                        <a:pt x="495330" y="387620"/>
                        <a:pt x="495343" y="387375"/>
                      </a:cubicBezTo>
                      <a:cubicBezTo>
                        <a:pt x="495343" y="387130"/>
                        <a:pt x="495539" y="386947"/>
                        <a:pt x="495784" y="386947"/>
                      </a:cubicBezTo>
                      <a:lnTo>
                        <a:pt x="498405" y="386947"/>
                      </a:lnTo>
                      <a:cubicBezTo>
                        <a:pt x="498650" y="386959"/>
                        <a:pt x="498846" y="387155"/>
                        <a:pt x="498834" y="387400"/>
                      </a:cubicBezTo>
                      <a:cubicBezTo>
                        <a:pt x="498834" y="387645"/>
                        <a:pt x="498638" y="387829"/>
                        <a:pt x="498393" y="387829"/>
                      </a:cubicBezTo>
                      <a:close/>
                      <a:moveTo>
                        <a:pt x="489659" y="387780"/>
                      </a:moveTo>
                      <a:lnTo>
                        <a:pt x="487037" y="387780"/>
                      </a:lnTo>
                      <a:cubicBezTo>
                        <a:pt x="486792" y="387767"/>
                        <a:pt x="486596" y="387571"/>
                        <a:pt x="486609" y="387327"/>
                      </a:cubicBezTo>
                      <a:cubicBezTo>
                        <a:pt x="486609" y="387082"/>
                        <a:pt x="486841" y="386861"/>
                        <a:pt x="487050" y="386898"/>
                      </a:cubicBezTo>
                      <a:lnTo>
                        <a:pt x="489671" y="386898"/>
                      </a:lnTo>
                      <a:cubicBezTo>
                        <a:pt x="489916" y="386910"/>
                        <a:pt x="490112" y="387106"/>
                        <a:pt x="490100" y="387351"/>
                      </a:cubicBezTo>
                      <a:cubicBezTo>
                        <a:pt x="490100" y="387596"/>
                        <a:pt x="489904" y="387780"/>
                        <a:pt x="489659" y="387780"/>
                      </a:cubicBezTo>
                      <a:close/>
                      <a:moveTo>
                        <a:pt x="480925" y="387731"/>
                      </a:moveTo>
                      <a:lnTo>
                        <a:pt x="478303" y="387731"/>
                      </a:lnTo>
                      <a:cubicBezTo>
                        <a:pt x="478058" y="387718"/>
                        <a:pt x="477862" y="387522"/>
                        <a:pt x="477875" y="387277"/>
                      </a:cubicBezTo>
                      <a:cubicBezTo>
                        <a:pt x="477875" y="387032"/>
                        <a:pt x="478071" y="386849"/>
                        <a:pt x="478316" y="386849"/>
                      </a:cubicBezTo>
                      <a:lnTo>
                        <a:pt x="480937" y="386849"/>
                      </a:lnTo>
                      <a:cubicBezTo>
                        <a:pt x="481182" y="386861"/>
                        <a:pt x="481378" y="387057"/>
                        <a:pt x="481366" y="387302"/>
                      </a:cubicBezTo>
                      <a:cubicBezTo>
                        <a:pt x="481366" y="387547"/>
                        <a:pt x="481170" y="387731"/>
                        <a:pt x="480925" y="387731"/>
                      </a:cubicBezTo>
                      <a:close/>
                      <a:moveTo>
                        <a:pt x="472191" y="387682"/>
                      </a:moveTo>
                      <a:lnTo>
                        <a:pt x="469569" y="387682"/>
                      </a:lnTo>
                      <a:cubicBezTo>
                        <a:pt x="469324" y="387669"/>
                        <a:pt x="469128" y="387474"/>
                        <a:pt x="469141" y="387228"/>
                      </a:cubicBezTo>
                      <a:cubicBezTo>
                        <a:pt x="469141" y="386983"/>
                        <a:pt x="469337" y="386800"/>
                        <a:pt x="469582" y="386800"/>
                      </a:cubicBezTo>
                      <a:lnTo>
                        <a:pt x="472203" y="386800"/>
                      </a:lnTo>
                      <a:cubicBezTo>
                        <a:pt x="472448" y="386812"/>
                        <a:pt x="472644" y="387008"/>
                        <a:pt x="472632" y="387253"/>
                      </a:cubicBezTo>
                      <a:cubicBezTo>
                        <a:pt x="472632" y="387498"/>
                        <a:pt x="472436" y="387682"/>
                        <a:pt x="472191" y="387682"/>
                      </a:cubicBezTo>
                      <a:close/>
                      <a:moveTo>
                        <a:pt x="463457" y="387633"/>
                      </a:moveTo>
                      <a:lnTo>
                        <a:pt x="460835" y="387633"/>
                      </a:lnTo>
                      <a:cubicBezTo>
                        <a:pt x="460590" y="387620"/>
                        <a:pt x="460394" y="387424"/>
                        <a:pt x="460406" y="387180"/>
                      </a:cubicBezTo>
                      <a:cubicBezTo>
                        <a:pt x="460406" y="386935"/>
                        <a:pt x="460603" y="386751"/>
                        <a:pt x="460847" y="386751"/>
                      </a:cubicBezTo>
                      <a:lnTo>
                        <a:pt x="463469" y="386751"/>
                      </a:lnTo>
                      <a:cubicBezTo>
                        <a:pt x="463714" y="386763"/>
                        <a:pt x="463910" y="386959"/>
                        <a:pt x="463898" y="387204"/>
                      </a:cubicBezTo>
                      <a:cubicBezTo>
                        <a:pt x="463898" y="387449"/>
                        <a:pt x="463702" y="387633"/>
                        <a:pt x="463457" y="387633"/>
                      </a:cubicBezTo>
                      <a:close/>
                      <a:moveTo>
                        <a:pt x="454723" y="387584"/>
                      </a:moveTo>
                      <a:lnTo>
                        <a:pt x="452101" y="387584"/>
                      </a:lnTo>
                      <a:cubicBezTo>
                        <a:pt x="451856" y="387571"/>
                        <a:pt x="451660" y="387375"/>
                        <a:pt x="451672" y="387130"/>
                      </a:cubicBezTo>
                      <a:cubicBezTo>
                        <a:pt x="451672" y="386885"/>
                        <a:pt x="451868" y="386702"/>
                        <a:pt x="452113" y="386702"/>
                      </a:cubicBezTo>
                      <a:lnTo>
                        <a:pt x="454735" y="386702"/>
                      </a:lnTo>
                      <a:cubicBezTo>
                        <a:pt x="454980" y="386714"/>
                        <a:pt x="455176" y="386910"/>
                        <a:pt x="455164" y="387155"/>
                      </a:cubicBezTo>
                      <a:cubicBezTo>
                        <a:pt x="455164" y="387400"/>
                        <a:pt x="454968" y="387584"/>
                        <a:pt x="454723" y="387584"/>
                      </a:cubicBezTo>
                      <a:close/>
                      <a:moveTo>
                        <a:pt x="445989" y="387535"/>
                      </a:moveTo>
                      <a:lnTo>
                        <a:pt x="443367" y="387535"/>
                      </a:lnTo>
                      <a:cubicBezTo>
                        <a:pt x="443122" y="387522"/>
                        <a:pt x="442926" y="387327"/>
                        <a:pt x="442938" y="387082"/>
                      </a:cubicBezTo>
                      <a:cubicBezTo>
                        <a:pt x="442938" y="386836"/>
                        <a:pt x="443134" y="386653"/>
                        <a:pt x="443379" y="386653"/>
                      </a:cubicBezTo>
                      <a:lnTo>
                        <a:pt x="446001" y="386653"/>
                      </a:lnTo>
                      <a:cubicBezTo>
                        <a:pt x="446246" y="386665"/>
                        <a:pt x="446442" y="386861"/>
                        <a:pt x="446430" y="387106"/>
                      </a:cubicBezTo>
                      <a:cubicBezTo>
                        <a:pt x="446430" y="387351"/>
                        <a:pt x="446234" y="387535"/>
                        <a:pt x="445989" y="387535"/>
                      </a:cubicBezTo>
                      <a:close/>
                      <a:moveTo>
                        <a:pt x="437255" y="387486"/>
                      </a:moveTo>
                      <a:lnTo>
                        <a:pt x="434633" y="387486"/>
                      </a:lnTo>
                      <a:cubicBezTo>
                        <a:pt x="434388" y="387474"/>
                        <a:pt x="434192" y="387277"/>
                        <a:pt x="434204" y="387032"/>
                      </a:cubicBezTo>
                      <a:cubicBezTo>
                        <a:pt x="434204" y="386788"/>
                        <a:pt x="434400" y="386604"/>
                        <a:pt x="434645" y="386604"/>
                      </a:cubicBezTo>
                      <a:lnTo>
                        <a:pt x="437267" y="386604"/>
                      </a:lnTo>
                      <a:cubicBezTo>
                        <a:pt x="437512" y="386616"/>
                        <a:pt x="437708" y="386812"/>
                        <a:pt x="437695" y="387057"/>
                      </a:cubicBezTo>
                      <a:cubicBezTo>
                        <a:pt x="437695" y="387302"/>
                        <a:pt x="437499" y="387486"/>
                        <a:pt x="437255" y="387486"/>
                      </a:cubicBezTo>
                      <a:close/>
                      <a:moveTo>
                        <a:pt x="428520" y="387437"/>
                      </a:moveTo>
                      <a:lnTo>
                        <a:pt x="425899" y="387437"/>
                      </a:lnTo>
                      <a:cubicBezTo>
                        <a:pt x="425654" y="387424"/>
                        <a:pt x="425458" y="387228"/>
                        <a:pt x="425470" y="386983"/>
                      </a:cubicBezTo>
                      <a:cubicBezTo>
                        <a:pt x="425470" y="386738"/>
                        <a:pt x="425666" y="386555"/>
                        <a:pt x="425911" y="386555"/>
                      </a:cubicBezTo>
                      <a:lnTo>
                        <a:pt x="428533" y="386555"/>
                      </a:lnTo>
                      <a:cubicBezTo>
                        <a:pt x="428778" y="386567"/>
                        <a:pt x="428974" y="386763"/>
                        <a:pt x="428961" y="387008"/>
                      </a:cubicBezTo>
                      <a:cubicBezTo>
                        <a:pt x="428961" y="387253"/>
                        <a:pt x="428765" y="387437"/>
                        <a:pt x="428520" y="387437"/>
                      </a:cubicBezTo>
                      <a:close/>
                      <a:moveTo>
                        <a:pt x="419786" y="387388"/>
                      </a:moveTo>
                      <a:lnTo>
                        <a:pt x="417165" y="387388"/>
                      </a:lnTo>
                      <a:cubicBezTo>
                        <a:pt x="416920" y="387375"/>
                        <a:pt x="416724" y="387180"/>
                        <a:pt x="416736" y="386935"/>
                      </a:cubicBezTo>
                      <a:cubicBezTo>
                        <a:pt x="416736" y="386690"/>
                        <a:pt x="416932" y="386506"/>
                        <a:pt x="417177" y="386506"/>
                      </a:cubicBezTo>
                      <a:lnTo>
                        <a:pt x="419799" y="386506"/>
                      </a:lnTo>
                      <a:cubicBezTo>
                        <a:pt x="420044" y="386518"/>
                        <a:pt x="420240" y="386714"/>
                        <a:pt x="420227" y="386959"/>
                      </a:cubicBezTo>
                      <a:cubicBezTo>
                        <a:pt x="420227" y="387204"/>
                        <a:pt x="420031" y="387388"/>
                        <a:pt x="419786" y="387388"/>
                      </a:cubicBezTo>
                      <a:close/>
                      <a:moveTo>
                        <a:pt x="411052" y="387339"/>
                      </a:moveTo>
                      <a:lnTo>
                        <a:pt x="408431" y="387339"/>
                      </a:lnTo>
                      <a:cubicBezTo>
                        <a:pt x="408186" y="387327"/>
                        <a:pt x="407990" y="387130"/>
                        <a:pt x="408002" y="386885"/>
                      </a:cubicBezTo>
                      <a:cubicBezTo>
                        <a:pt x="408002" y="386641"/>
                        <a:pt x="408198" y="386457"/>
                        <a:pt x="408443" y="386457"/>
                      </a:cubicBezTo>
                      <a:lnTo>
                        <a:pt x="411065" y="386457"/>
                      </a:lnTo>
                      <a:cubicBezTo>
                        <a:pt x="411309" y="386469"/>
                        <a:pt x="411506" y="386665"/>
                        <a:pt x="411493" y="386910"/>
                      </a:cubicBezTo>
                      <a:cubicBezTo>
                        <a:pt x="411493" y="387155"/>
                        <a:pt x="411297" y="387339"/>
                        <a:pt x="411052" y="387339"/>
                      </a:cubicBezTo>
                      <a:close/>
                      <a:moveTo>
                        <a:pt x="402318" y="387290"/>
                      </a:moveTo>
                      <a:lnTo>
                        <a:pt x="399697" y="387290"/>
                      </a:lnTo>
                      <a:cubicBezTo>
                        <a:pt x="399452" y="387277"/>
                        <a:pt x="399256" y="387082"/>
                        <a:pt x="399268" y="386836"/>
                      </a:cubicBezTo>
                      <a:cubicBezTo>
                        <a:pt x="399268" y="386591"/>
                        <a:pt x="399489" y="386408"/>
                        <a:pt x="399709" y="386408"/>
                      </a:cubicBezTo>
                      <a:lnTo>
                        <a:pt x="402330" y="386408"/>
                      </a:lnTo>
                      <a:cubicBezTo>
                        <a:pt x="402576" y="386420"/>
                        <a:pt x="402771" y="386616"/>
                        <a:pt x="402759" y="386861"/>
                      </a:cubicBezTo>
                      <a:cubicBezTo>
                        <a:pt x="402759" y="387106"/>
                        <a:pt x="402563" y="387290"/>
                        <a:pt x="402318" y="387290"/>
                      </a:cubicBezTo>
                      <a:close/>
                      <a:moveTo>
                        <a:pt x="393584" y="387241"/>
                      </a:moveTo>
                      <a:lnTo>
                        <a:pt x="390963" y="387241"/>
                      </a:lnTo>
                      <a:cubicBezTo>
                        <a:pt x="390718" y="387228"/>
                        <a:pt x="390522" y="387032"/>
                        <a:pt x="390534" y="386788"/>
                      </a:cubicBezTo>
                      <a:cubicBezTo>
                        <a:pt x="390534" y="386543"/>
                        <a:pt x="390730" y="386359"/>
                        <a:pt x="390975" y="386359"/>
                      </a:cubicBezTo>
                      <a:lnTo>
                        <a:pt x="393596" y="386359"/>
                      </a:lnTo>
                      <a:cubicBezTo>
                        <a:pt x="393841" y="386371"/>
                        <a:pt x="394037" y="386567"/>
                        <a:pt x="394025" y="386812"/>
                      </a:cubicBezTo>
                      <a:cubicBezTo>
                        <a:pt x="394025" y="387057"/>
                        <a:pt x="393829" y="387241"/>
                        <a:pt x="393584" y="387241"/>
                      </a:cubicBezTo>
                      <a:close/>
                      <a:moveTo>
                        <a:pt x="384850" y="387192"/>
                      </a:moveTo>
                      <a:lnTo>
                        <a:pt x="382229" y="387192"/>
                      </a:lnTo>
                      <a:cubicBezTo>
                        <a:pt x="381984" y="387180"/>
                        <a:pt x="381788" y="386983"/>
                        <a:pt x="381800" y="386738"/>
                      </a:cubicBezTo>
                      <a:cubicBezTo>
                        <a:pt x="381800" y="386493"/>
                        <a:pt x="381996" y="386310"/>
                        <a:pt x="382241" y="386310"/>
                      </a:cubicBezTo>
                      <a:lnTo>
                        <a:pt x="384862" y="386310"/>
                      </a:lnTo>
                      <a:cubicBezTo>
                        <a:pt x="385107" y="386322"/>
                        <a:pt x="385303" y="386518"/>
                        <a:pt x="385291" y="386763"/>
                      </a:cubicBezTo>
                      <a:cubicBezTo>
                        <a:pt x="385291" y="387008"/>
                        <a:pt x="385095" y="387192"/>
                        <a:pt x="384850" y="387192"/>
                      </a:cubicBezTo>
                      <a:close/>
                      <a:moveTo>
                        <a:pt x="376116" y="387143"/>
                      </a:moveTo>
                      <a:lnTo>
                        <a:pt x="373495" y="387143"/>
                      </a:lnTo>
                      <a:cubicBezTo>
                        <a:pt x="373250" y="387130"/>
                        <a:pt x="373054" y="386935"/>
                        <a:pt x="373066" y="386690"/>
                      </a:cubicBezTo>
                      <a:cubicBezTo>
                        <a:pt x="373066" y="386444"/>
                        <a:pt x="373262" y="386261"/>
                        <a:pt x="373507" y="386261"/>
                      </a:cubicBezTo>
                      <a:lnTo>
                        <a:pt x="376128" y="386261"/>
                      </a:lnTo>
                      <a:cubicBezTo>
                        <a:pt x="376373" y="386273"/>
                        <a:pt x="376569" y="386469"/>
                        <a:pt x="376557" y="386714"/>
                      </a:cubicBezTo>
                      <a:cubicBezTo>
                        <a:pt x="376557" y="386959"/>
                        <a:pt x="376361" y="387143"/>
                        <a:pt x="376116" y="387143"/>
                      </a:cubicBezTo>
                      <a:close/>
                      <a:moveTo>
                        <a:pt x="367382" y="387094"/>
                      </a:moveTo>
                      <a:lnTo>
                        <a:pt x="364760" y="387094"/>
                      </a:lnTo>
                      <a:cubicBezTo>
                        <a:pt x="364516" y="387082"/>
                        <a:pt x="364320" y="386885"/>
                        <a:pt x="364332" y="386641"/>
                      </a:cubicBezTo>
                      <a:cubicBezTo>
                        <a:pt x="364332" y="386396"/>
                        <a:pt x="364552" y="386175"/>
                        <a:pt x="364773" y="386212"/>
                      </a:cubicBezTo>
                      <a:lnTo>
                        <a:pt x="367394" y="386212"/>
                      </a:lnTo>
                      <a:cubicBezTo>
                        <a:pt x="367639" y="386224"/>
                        <a:pt x="367835" y="386420"/>
                        <a:pt x="367823" y="386665"/>
                      </a:cubicBezTo>
                      <a:cubicBezTo>
                        <a:pt x="367823" y="386910"/>
                        <a:pt x="367627" y="387094"/>
                        <a:pt x="367382" y="387094"/>
                      </a:cubicBezTo>
                      <a:close/>
                      <a:moveTo>
                        <a:pt x="358648" y="387045"/>
                      </a:moveTo>
                      <a:lnTo>
                        <a:pt x="356026" y="387045"/>
                      </a:lnTo>
                      <a:cubicBezTo>
                        <a:pt x="355781" y="387032"/>
                        <a:pt x="355585" y="386836"/>
                        <a:pt x="355598" y="386591"/>
                      </a:cubicBezTo>
                      <a:cubicBezTo>
                        <a:pt x="355598" y="386346"/>
                        <a:pt x="355794" y="386163"/>
                        <a:pt x="356039" y="386163"/>
                      </a:cubicBezTo>
                      <a:lnTo>
                        <a:pt x="358660" y="386163"/>
                      </a:lnTo>
                      <a:cubicBezTo>
                        <a:pt x="358905" y="386175"/>
                        <a:pt x="359101" y="386371"/>
                        <a:pt x="359089" y="386616"/>
                      </a:cubicBezTo>
                      <a:cubicBezTo>
                        <a:pt x="359089" y="386861"/>
                        <a:pt x="358893" y="387045"/>
                        <a:pt x="358648" y="387045"/>
                      </a:cubicBezTo>
                      <a:close/>
                      <a:moveTo>
                        <a:pt x="349914" y="386996"/>
                      </a:moveTo>
                      <a:lnTo>
                        <a:pt x="347292" y="386996"/>
                      </a:lnTo>
                      <a:cubicBezTo>
                        <a:pt x="347047" y="386983"/>
                        <a:pt x="346851" y="386788"/>
                        <a:pt x="346864" y="386543"/>
                      </a:cubicBezTo>
                      <a:cubicBezTo>
                        <a:pt x="346864" y="386297"/>
                        <a:pt x="347060" y="386114"/>
                        <a:pt x="347305" y="386114"/>
                      </a:cubicBezTo>
                      <a:lnTo>
                        <a:pt x="349926" y="386114"/>
                      </a:lnTo>
                      <a:cubicBezTo>
                        <a:pt x="350171" y="386126"/>
                        <a:pt x="350367" y="386322"/>
                        <a:pt x="350355" y="386567"/>
                      </a:cubicBezTo>
                      <a:cubicBezTo>
                        <a:pt x="350355" y="386812"/>
                        <a:pt x="350159" y="386996"/>
                        <a:pt x="349914" y="386996"/>
                      </a:cubicBezTo>
                      <a:close/>
                      <a:moveTo>
                        <a:pt x="341180" y="386947"/>
                      </a:moveTo>
                      <a:lnTo>
                        <a:pt x="338558" y="386947"/>
                      </a:lnTo>
                      <a:cubicBezTo>
                        <a:pt x="338313" y="386935"/>
                        <a:pt x="338117" y="386738"/>
                        <a:pt x="338130" y="386493"/>
                      </a:cubicBezTo>
                      <a:cubicBezTo>
                        <a:pt x="338130" y="386249"/>
                        <a:pt x="338326" y="386065"/>
                        <a:pt x="338571" y="386065"/>
                      </a:cubicBezTo>
                      <a:lnTo>
                        <a:pt x="341192" y="386065"/>
                      </a:lnTo>
                      <a:cubicBezTo>
                        <a:pt x="341437" y="386077"/>
                        <a:pt x="341633" y="386273"/>
                        <a:pt x="341621" y="386518"/>
                      </a:cubicBezTo>
                      <a:cubicBezTo>
                        <a:pt x="341621" y="386763"/>
                        <a:pt x="341425" y="386947"/>
                        <a:pt x="341180" y="386947"/>
                      </a:cubicBezTo>
                      <a:close/>
                      <a:moveTo>
                        <a:pt x="332446" y="386898"/>
                      </a:moveTo>
                      <a:lnTo>
                        <a:pt x="329824" y="386898"/>
                      </a:lnTo>
                      <a:cubicBezTo>
                        <a:pt x="329579" y="386885"/>
                        <a:pt x="329383" y="386690"/>
                        <a:pt x="329395" y="386444"/>
                      </a:cubicBezTo>
                      <a:cubicBezTo>
                        <a:pt x="329395" y="386199"/>
                        <a:pt x="329592" y="386016"/>
                        <a:pt x="329837" y="386016"/>
                      </a:cubicBezTo>
                      <a:lnTo>
                        <a:pt x="332458" y="386016"/>
                      </a:lnTo>
                      <a:cubicBezTo>
                        <a:pt x="332703" y="386028"/>
                        <a:pt x="332899" y="386224"/>
                        <a:pt x="332887" y="386469"/>
                      </a:cubicBezTo>
                      <a:cubicBezTo>
                        <a:pt x="332887" y="386714"/>
                        <a:pt x="332691" y="386898"/>
                        <a:pt x="332446" y="386898"/>
                      </a:cubicBezTo>
                      <a:close/>
                      <a:moveTo>
                        <a:pt x="323712" y="386849"/>
                      </a:moveTo>
                      <a:lnTo>
                        <a:pt x="321090" y="386849"/>
                      </a:lnTo>
                      <a:cubicBezTo>
                        <a:pt x="320845" y="386836"/>
                        <a:pt x="320649" y="386641"/>
                        <a:pt x="320661" y="386396"/>
                      </a:cubicBezTo>
                      <a:cubicBezTo>
                        <a:pt x="320661" y="386151"/>
                        <a:pt x="320857" y="385967"/>
                        <a:pt x="321102" y="385967"/>
                      </a:cubicBezTo>
                      <a:lnTo>
                        <a:pt x="323724" y="385967"/>
                      </a:lnTo>
                      <a:cubicBezTo>
                        <a:pt x="323969" y="385979"/>
                        <a:pt x="324165" y="386175"/>
                        <a:pt x="324153" y="386420"/>
                      </a:cubicBezTo>
                      <a:cubicBezTo>
                        <a:pt x="324153" y="386665"/>
                        <a:pt x="323957" y="386849"/>
                        <a:pt x="323712" y="386849"/>
                      </a:cubicBezTo>
                      <a:close/>
                      <a:moveTo>
                        <a:pt x="314978" y="386800"/>
                      </a:moveTo>
                      <a:lnTo>
                        <a:pt x="312356" y="386800"/>
                      </a:lnTo>
                      <a:cubicBezTo>
                        <a:pt x="312111" y="386788"/>
                        <a:pt x="311915" y="386591"/>
                        <a:pt x="311927" y="386346"/>
                      </a:cubicBezTo>
                      <a:cubicBezTo>
                        <a:pt x="311927" y="386102"/>
                        <a:pt x="312148" y="385955"/>
                        <a:pt x="312368" y="385918"/>
                      </a:cubicBezTo>
                      <a:lnTo>
                        <a:pt x="314990" y="385918"/>
                      </a:lnTo>
                      <a:cubicBezTo>
                        <a:pt x="315235" y="385930"/>
                        <a:pt x="315431" y="386126"/>
                        <a:pt x="315419" y="386371"/>
                      </a:cubicBezTo>
                      <a:cubicBezTo>
                        <a:pt x="315419" y="386616"/>
                        <a:pt x="315223" y="386800"/>
                        <a:pt x="314978" y="386800"/>
                      </a:cubicBezTo>
                      <a:close/>
                      <a:moveTo>
                        <a:pt x="306244" y="386751"/>
                      </a:moveTo>
                      <a:lnTo>
                        <a:pt x="303622" y="386751"/>
                      </a:lnTo>
                      <a:cubicBezTo>
                        <a:pt x="303377" y="386738"/>
                        <a:pt x="303181" y="386543"/>
                        <a:pt x="303193" y="386297"/>
                      </a:cubicBezTo>
                      <a:cubicBezTo>
                        <a:pt x="303193" y="386052"/>
                        <a:pt x="303389" y="385869"/>
                        <a:pt x="303634" y="385869"/>
                      </a:cubicBezTo>
                      <a:lnTo>
                        <a:pt x="306256" y="385869"/>
                      </a:lnTo>
                      <a:cubicBezTo>
                        <a:pt x="306501" y="385881"/>
                        <a:pt x="306697" y="386077"/>
                        <a:pt x="306684" y="386322"/>
                      </a:cubicBezTo>
                      <a:cubicBezTo>
                        <a:pt x="306684" y="386567"/>
                        <a:pt x="306489" y="386751"/>
                        <a:pt x="306244" y="386751"/>
                      </a:cubicBezTo>
                      <a:close/>
                      <a:moveTo>
                        <a:pt x="297509" y="386702"/>
                      </a:moveTo>
                      <a:lnTo>
                        <a:pt x="294888" y="386702"/>
                      </a:lnTo>
                      <a:cubicBezTo>
                        <a:pt x="294643" y="386690"/>
                        <a:pt x="294447" y="386493"/>
                        <a:pt x="294459" y="386249"/>
                      </a:cubicBezTo>
                      <a:cubicBezTo>
                        <a:pt x="294459" y="386004"/>
                        <a:pt x="294655" y="385820"/>
                        <a:pt x="294900" y="385820"/>
                      </a:cubicBezTo>
                      <a:lnTo>
                        <a:pt x="297522" y="385820"/>
                      </a:lnTo>
                      <a:cubicBezTo>
                        <a:pt x="297767" y="385832"/>
                        <a:pt x="297963" y="386028"/>
                        <a:pt x="297950" y="386273"/>
                      </a:cubicBezTo>
                      <a:cubicBezTo>
                        <a:pt x="297950" y="386518"/>
                        <a:pt x="297754" y="386702"/>
                        <a:pt x="297509" y="386702"/>
                      </a:cubicBezTo>
                      <a:close/>
                      <a:moveTo>
                        <a:pt x="288775" y="386653"/>
                      </a:moveTo>
                      <a:lnTo>
                        <a:pt x="286154" y="386653"/>
                      </a:lnTo>
                      <a:cubicBezTo>
                        <a:pt x="285909" y="386641"/>
                        <a:pt x="285713" y="386444"/>
                        <a:pt x="285725" y="386199"/>
                      </a:cubicBezTo>
                      <a:cubicBezTo>
                        <a:pt x="285725" y="385955"/>
                        <a:pt x="285921" y="385771"/>
                        <a:pt x="286166" y="385771"/>
                      </a:cubicBezTo>
                      <a:lnTo>
                        <a:pt x="288788" y="385771"/>
                      </a:lnTo>
                      <a:cubicBezTo>
                        <a:pt x="289033" y="385783"/>
                        <a:pt x="289229" y="385979"/>
                        <a:pt x="289216" y="386224"/>
                      </a:cubicBezTo>
                      <a:cubicBezTo>
                        <a:pt x="289216" y="386469"/>
                        <a:pt x="289020" y="386653"/>
                        <a:pt x="288775" y="386653"/>
                      </a:cubicBezTo>
                      <a:close/>
                      <a:moveTo>
                        <a:pt x="280041" y="386604"/>
                      </a:moveTo>
                      <a:lnTo>
                        <a:pt x="277420" y="386604"/>
                      </a:lnTo>
                      <a:cubicBezTo>
                        <a:pt x="277175" y="386591"/>
                        <a:pt x="276979" y="386396"/>
                        <a:pt x="276991" y="386151"/>
                      </a:cubicBezTo>
                      <a:cubicBezTo>
                        <a:pt x="276991" y="385905"/>
                        <a:pt x="277212" y="385722"/>
                        <a:pt x="277432" y="385722"/>
                      </a:cubicBezTo>
                      <a:lnTo>
                        <a:pt x="280054" y="385722"/>
                      </a:lnTo>
                      <a:cubicBezTo>
                        <a:pt x="280299" y="385734"/>
                        <a:pt x="280495" y="385930"/>
                        <a:pt x="280482" y="386175"/>
                      </a:cubicBezTo>
                      <a:cubicBezTo>
                        <a:pt x="280482" y="386420"/>
                        <a:pt x="280286" y="386604"/>
                        <a:pt x="280041" y="386604"/>
                      </a:cubicBezTo>
                      <a:close/>
                      <a:moveTo>
                        <a:pt x="271307" y="386555"/>
                      </a:moveTo>
                      <a:lnTo>
                        <a:pt x="268686" y="386555"/>
                      </a:lnTo>
                      <a:cubicBezTo>
                        <a:pt x="268441" y="386543"/>
                        <a:pt x="268245" y="386346"/>
                        <a:pt x="268257" y="386102"/>
                      </a:cubicBezTo>
                      <a:cubicBezTo>
                        <a:pt x="268257" y="385857"/>
                        <a:pt x="268453" y="385673"/>
                        <a:pt x="268698" y="385673"/>
                      </a:cubicBezTo>
                      <a:lnTo>
                        <a:pt x="271320" y="385673"/>
                      </a:lnTo>
                      <a:cubicBezTo>
                        <a:pt x="271565" y="385685"/>
                        <a:pt x="271760" y="385881"/>
                        <a:pt x="271748" y="386126"/>
                      </a:cubicBezTo>
                      <a:cubicBezTo>
                        <a:pt x="271748" y="386371"/>
                        <a:pt x="271552" y="386555"/>
                        <a:pt x="271307" y="386555"/>
                      </a:cubicBezTo>
                      <a:close/>
                      <a:moveTo>
                        <a:pt x="262573" y="386506"/>
                      </a:moveTo>
                      <a:lnTo>
                        <a:pt x="259952" y="386506"/>
                      </a:lnTo>
                      <a:cubicBezTo>
                        <a:pt x="259707" y="386493"/>
                        <a:pt x="259511" y="386297"/>
                        <a:pt x="259523" y="386052"/>
                      </a:cubicBezTo>
                      <a:cubicBezTo>
                        <a:pt x="259523" y="385807"/>
                        <a:pt x="259719" y="385624"/>
                        <a:pt x="259964" y="385624"/>
                      </a:cubicBezTo>
                      <a:lnTo>
                        <a:pt x="262585" y="385624"/>
                      </a:lnTo>
                      <a:cubicBezTo>
                        <a:pt x="262830" y="385636"/>
                        <a:pt x="263026" y="385832"/>
                        <a:pt x="263014" y="386077"/>
                      </a:cubicBezTo>
                      <a:cubicBezTo>
                        <a:pt x="263014" y="386322"/>
                        <a:pt x="262818" y="386506"/>
                        <a:pt x="262573" y="386506"/>
                      </a:cubicBezTo>
                      <a:close/>
                      <a:moveTo>
                        <a:pt x="253839" y="386457"/>
                      </a:moveTo>
                      <a:lnTo>
                        <a:pt x="251218" y="386457"/>
                      </a:lnTo>
                      <a:cubicBezTo>
                        <a:pt x="250973" y="386444"/>
                        <a:pt x="250777" y="386249"/>
                        <a:pt x="250789" y="386004"/>
                      </a:cubicBezTo>
                      <a:cubicBezTo>
                        <a:pt x="250789" y="385759"/>
                        <a:pt x="250985" y="385575"/>
                        <a:pt x="251230" y="385575"/>
                      </a:cubicBezTo>
                      <a:lnTo>
                        <a:pt x="253851" y="385575"/>
                      </a:lnTo>
                      <a:cubicBezTo>
                        <a:pt x="254096" y="385587"/>
                        <a:pt x="254292" y="385783"/>
                        <a:pt x="254280" y="386028"/>
                      </a:cubicBezTo>
                      <a:cubicBezTo>
                        <a:pt x="254280" y="386273"/>
                        <a:pt x="254084" y="386457"/>
                        <a:pt x="253839" y="386457"/>
                      </a:cubicBezTo>
                      <a:close/>
                      <a:moveTo>
                        <a:pt x="245105" y="386408"/>
                      </a:moveTo>
                      <a:lnTo>
                        <a:pt x="242484" y="386408"/>
                      </a:lnTo>
                      <a:cubicBezTo>
                        <a:pt x="242239" y="386396"/>
                        <a:pt x="242043" y="386199"/>
                        <a:pt x="242055" y="385955"/>
                      </a:cubicBezTo>
                      <a:cubicBezTo>
                        <a:pt x="242055" y="385710"/>
                        <a:pt x="242263" y="385489"/>
                        <a:pt x="242496" y="385526"/>
                      </a:cubicBezTo>
                      <a:lnTo>
                        <a:pt x="245117" y="385526"/>
                      </a:lnTo>
                      <a:cubicBezTo>
                        <a:pt x="245362" y="385538"/>
                        <a:pt x="245558" y="385734"/>
                        <a:pt x="245546" y="385979"/>
                      </a:cubicBezTo>
                      <a:cubicBezTo>
                        <a:pt x="245546" y="386224"/>
                        <a:pt x="245350" y="386408"/>
                        <a:pt x="245105" y="386408"/>
                      </a:cubicBezTo>
                      <a:close/>
                      <a:moveTo>
                        <a:pt x="236371" y="386359"/>
                      </a:moveTo>
                      <a:lnTo>
                        <a:pt x="233750" y="386359"/>
                      </a:lnTo>
                      <a:cubicBezTo>
                        <a:pt x="233505" y="386346"/>
                        <a:pt x="233309" y="386151"/>
                        <a:pt x="233321" y="385905"/>
                      </a:cubicBezTo>
                      <a:cubicBezTo>
                        <a:pt x="233321" y="385660"/>
                        <a:pt x="233517" y="385477"/>
                        <a:pt x="233762" y="385477"/>
                      </a:cubicBezTo>
                      <a:lnTo>
                        <a:pt x="236383" y="385477"/>
                      </a:lnTo>
                      <a:cubicBezTo>
                        <a:pt x="236628" y="385489"/>
                        <a:pt x="236824" y="385685"/>
                        <a:pt x="236812" y="385930"/>
                      </a:cubicBezTo>
                      <a:cubicBezTo>
                        <a:pt x="236812" y="386175"/>
                        <a:pt x="236616" y="386359"/>
                        <a:pt x="236371" y="386359"/>
                      </a:cubicBezTo>
                      <a:close/>
                      <a:moveTo>
                        <a:pt x="227637" y="386310"/>
                      </a:moveTo>
                      <a:lnTo>
                        <a:pt x="225015" y="386310"/>
                      </a:lnTo>
                      <a:cubicBezTo>
                        <a:pt x="224770" y="386297"/>
                        <a:pt x="224574" y="386102"/>
                        <a:pt x="224587" y="385857"/>
                      </a:cubicBezTo>
                      <a:cubicBezTo>
                        <a:pt x="224587" y="385612"/>
                        <a:pt x="224783" y="385428"/>
                        <a:pt x="225028" y="385428"/>
                      </a:cubicBezTo>
                      <a:lnTo>
                        <a:pt x="227649" y="385428"/>
                      </a:lnTo>
                      <a:cubicBezTo>
                        <a:pt x="227894" y="385440"/>
                        <a:pt x="228090" y="385636"/>
                        <a:pt x="228078" y="385881"/>
                      </a:cubicBezTo>
                      <a:cubicBezTo>
                        <a:pt x="228078" y="386126"/>
                        <a:pt x="227882" y="386310"/>
                        <a:pt x="227637" y="386310"/>
                      </a:cubicBezTo>
                      <a:close/>
                      <a:moveTo>
                        <a:pt x="827666" y="386310"/>
                      </a:moveTo>
                      <a:cubicBezTo>
                        <a:pt x="827482" y="386310"/>
                        <a:pt x="827311" y="386187"/>
                        <a:pt x="827249" y="386004"/>
                      </a:cubicBezTo>
                      <a:cubicBezTo>
                        <a:pt x="827176" y="385771"/>
                        <a:pt x="827298" y="385526"/>
                        <a:pt x="827531" y="385452"/>
                      </a:cubicBezTo>
                      <a:cubicBezTo>
                        <a:pt x="828364" y="385183"/>
                        <a:pt x="829185" y="384901"/>
                        <a:pt x="829993" y="384595"/>
                      </a:cubicBezTo>
                      <a:cubicBezTo>
                        <a:pt x="830214" y="384509"/>
                        <a:pt x="830471" y="384632"/>
                        <a:pt x="830557" y="384852"/>
                      </a:cubicBezTo>
                      <a:cubicBezTo>
                        <a:pt x="830643" y="385073"/>
                        <a:pt x="830520" y="385330"/>
                        <a:pt x="830300" y="385416"/>
                      </a:cubicBezTo>
                      <a:cubicBezTo>
                        <a:pt x="829479" y="385722"/>
                        <a:pt x="828646" y="386016"/>
                        <a:pt x="827801" y="386285"/>
                      </a:cubicBezTo>
                      <a:cubicBezTo>
                        <a:pt x="827752" y="386297"/>
                        <a:pt x="827715" y="386310"/>
                        <a:pt x="827666" y="386310"/>
                      </a:cubicBezTo>
                      <a:close/>
                      <a:moveTo>
                        <a:pt x="218903" y="386261"/>
                      </a:moveTo>
                      <a:lnTo>
                        <a:pt x="216281" y="386261"/>
                      </a:lnTo>
                      <a:cubicBezTo>
                        <a:pt x="216036" y="386249"/>
                        <a:pt x="215840" y="386052"/>
                        <a:pt x="215853" y="385807"/>
                      </a:cubicBezTo>
                      <a:cubicBezTo>
                        <a:pt x="215853" y="385563"/>
                        <a:pt x="216049" y="385379"/>
                        <a:pt x="216294" y="385379"/>
                      </a:cubicBezTo>
                      <a:lnTo>
                        <a:pt x="218915" y="385379"/>
                      </a:lnTo>
                      <a:cubicBezTo>
                        <a:pt x="219160" y="385391"/>
                        <a:pt x="219356" y="385587"/>
                        <a:pt x="219344" y="385832"/>
                      </a:cubicBezTo>
                      <a:cubicBezTo>
                        <a:pt x="219344" y="386077"/>
                        <a:pt x="219148" y="386261"/>
                        <a:pt x="218903" y="386261"/>
                      </a:cubicBezTo>
                      <a:close/>
                      <a:moveTo>
                        <a:pt x="210169" y="386212"/>
                      </a:moveTo>
                      <a:lnTo>
                        <a:pt x="207547" y="386212"/>
                      </a:lnTo>
                      <a:cubicBezTo>
                        <a:pt x="207302" y="386199"/>
                        <a:pt x="207106" y="386004"/>
                        <a:pt x="207119" y="385759"/>
                      </a:cubicBezTo>
                      <a:cubicBezTo>
                        <a:pt x="207119" y="385513"/>
                        <a:pt x="207315" y="385330"/>
                        <a:pt x="207560" y="385330"/>
                      </a:cubicBezTo>
                      <a:lnTo>
                        <a:pt x="210181" y="385330"/>
                      </a:lnTo>
                      <a:cubicBezTo>
                        <a:pt x="210426" y="385342"/>
                        <a:pt x="210622" y="385538"/>
                        <a:pt x="210610" y="385783"/>
                      </a:cubicBezTo>
                      <a:cubicBezTo>
                        <a:pt x="210610" y="386028"/>
                        <a:pt x="210414" y="386212"/>
                        <a:pt x="210169" y="386212"/>
                      </a:cubicBezTo>
                      <a:close/>
                      <a:moveTo>
                        <a:pt x="201435" y="386163"/>
                      </a:moveTo>
                      <a:lnTo>
                        <a:pt x="198813" y="386163"/>
                      </a:lnTo>
                      <a:cubicBezTo>
                        <a:pt x="198568" y="386151"/>
                        <a:pt x="198372" y="385955"/>
                        <a:pt x="198385" y="385710"/>
                      </a:cubicBezTo>
                      <a:cubicBezTo>
                        <a:pt x="198385" y="385465"/>
                        <a:pt x="198581" y="385281"/>
                        <a:pt x="198826" y="385281"/>
                      </a:cubicBezTo>
                      <a:lnTo>
                        <a:pt x="201447" y="385281"/>
                      </a:lnTo>
                      <a:cubicBezTo>
                        <a:pt x="201692" y="385293"/>
                        <a:pt x="201888" y="385489"/>
                        <a:pt x="201876" y="385734"/>
                      </a:cubicBezTo>
                      <a:cubicBezTo>
                        <a:pt x="201876" y="385979"/>
                        <a:pt x="201680" y="386163"/>
                        <a:pt x="201435" y="386163"/>
                      </a:cubicBezTo>
                      <a:close/>
                      <a:moveTo>
                        <a:pt x="192701" y="386114"/>
                      </a:moveTo>
                      <a:lnTo>
                        <a:pt x="190079" y="386114"/>
                      </a:lnTo>
                      <a:cubicBezTo>
                        <a:pt x="189834" y="386102"/>
                        <a:pt x="189638" y="385905"/>
                        <a:pt x="189650" y="385660"/>
                      </a:cubicBezTo>
                      <a:cubicBezTo>
                        <a:pt x="189650" y="385416"/>
                        <a:pt x="189859" y="385256"/>
                        <a:pt x="190091" y="385232"/>
                      </a:cubicBezTo>
                      <a:lnTo>
                        <a:pt x="192713" y="385232"/>
                      </a:lnTo>
                      <a:cubicBezTo>
                        <a:pt x="192958" y="385244"/>
                        <a:pt x="193154" y="385440"/>
                        <a:pt x="193142" y="385685"/>
                      </a:cubicBezTo>
                      <a:cubicBezTo>
                        <a:pt x="193142" y="385930"/>
                        <a:pt x="192946" y="386114"/>
                        <a:pt x="192701" y="386114"/>
                      </a:cubicBezTo>
                      <a:close/>
                      <a:moveTo>
                        <a:pt x="183967" y="386065"/>
                      </a:moveTo>
                      <a:lnTo>
                        <a:pt x="181345" y="386065"/>
                      </a:lnTo>
                      <a:cubicBezTo>
                        <a:pt x="181100" y="386052"/>
                        <a:pt x="180904" y="385857"/>
                        <a:pt x="180916" y="385612"/>
                      </a:cubicBezTo>
                      <a:cubicBezTo>
                        <a:pt x="180916" y="385367"/>
                        <a:pt x="181112" y="385183"/>
                        <a:pt x="181357" y="385183"/>
                      </a:cubicBezTo>
                      <a:lnTo>
                        <a:pt x="183979" y="385183"/>
                      </a:lnTo>
                      <a:cubicBezTo>
                        <a:pt x="184224" y="385195"/>
                        <a:pt x="184420" y="385391"/>
                        <a:pt x="184408" y="385636"/>
                      </a:cubicBezTo>
                      <a:cubicBezTo>
                        <a:pt x="184408" y="385881"/>
                        <a:pt x="184212" y="386065"/>
                        <a:pt x="183967" y="386065"/>
                      </a:cubicBezTo>
                      <a:close/>
                      <a:moveTo>
                        <a:pt x="175233" y="386016"/>
                      </a:moveTo>
                      <a:lnTo>
                        <a:pt x="172611" y="386016"/>
                      </a:lnTo>
                      <a:cubicBezTo>
                        <a:pt x="172366" y="386004"/>
                        <a:pt x="172170" y="385807"/>
                        <a:pt x="172182" y="385563"/>
                      </a:cubicBezTo>
                      <a:cubicBezTo>
                        <a:pt x="172182" y="385318"/>
                        <a:pt x="172378" y="385134"/>
                        <a:pt x="172623" y="385134"/>
                      </a:cubicBezTo>
                      <a:lnTo>
                        <a:pt x="175245" y="385134"/>
                      </a:lnTo>
                      <a:cubicBezTo>
                        <a:pt x="175490" y="385146"/>
                        <a:pt x="175686" y="385342"/>
                        <a:pt x="175674" y="385587"/>
                      </a:cubicBezTo>
                      <a:cubicBezTo>
                        <a:pt x="175674" y="385832"/>
                        <a:pt x="175478" y="386016"/>
                        <a:pt x="175233" y="386016"/>
                      </a:cubicBezTo>
                      <a:close/>
                      <a:moveTo>
                        <a:pt x="166498" y="385967"/>
                      </a:moveTo>
                      <a:lnTo>
                        <a:pt x="163877" y="385967"/>
                      </a:lnTo>
                      <a:cubicBezTo>
                        <a:pt x="163632" y="385955"/>
                        <a:pt x="163436" y="385759"/>
                        <a:pt x="163448" y="385513"/>
                      </a:cubicBezTo>
                      <a:cubicBezTo>
                        <a:pt x="163448" y="385268"/>
                        <a:pt x="163644" y="385085"/>
                        <a:pt x="163889" y="385085"/>
                      </a:cubicBezTo>
                      <a:lnTo>
                        <a:pt x="166511" y="385085"/>
                      </a:lnTo>
                      <a:cubicBezTo>
                        <a:pt x="166756" y="385097"/>
                        <a:pt x="166952" y="385293"/>
                        <a:pt x="166939" y="385538"/>
                      </a:cubicBezTo>
                      <a:cubicBezTo>
                        <a:pt x="166939" y="385783"/>
                        <a:pt x="166743" y="385967"/>
                        <a:pt x="166498" y="385967"/>
                      </a:cubicBezTo>
                      <a:close/>
                      <a:moveTo>
                        <a:pt x="157764" y="385918"/>
                      </a:moveTo>
                      <a:lnTo>
                        <a:pt x="155143" y="385918"/>
                      </a:lnTo>
                      <a:cubicBezTo>
                        <a:pt x="154898" y="385905"/>
                        <a:pt x="154702" y="385710"/>
                        <a:pt x="154714" y="385465"/>
                      </a:cubicBezTo>
                      <a:cubicBezTo>
                        <a:pt x="154714" y="385220"/>
                        <a:pt x="154922" y="385036"/>
                        <a:pt x="155155" y="385036"/>
                      </a:cubicBezTo>
                      <a:lnTo>
                        <a:pt x="157777" y="385036"/>
                      </a:lnTo>
                      <a:cubicBezTo>
                        <a:pt x="158022" y="385048"/>
                        <a:pt x="158218" y="385244"/>
                        <a:pt x="158205" y="385489"/>
                      </a:cubicBezTo>
                      <a:cubicBezTo>
                        <a:pt x="158205" y="385734"/>
                        <a:pt x="158009" y="385918"/>
                        <a:pt x="157764" y="385918"/>
                      </a:cubicBezTo>
                      <a:close/>
                      <a:moveTo>
                        <a:pt x="149030" y="385869"/>
                      </a:moveTo>
                      <a:lnTo>
                        <a:pt x="146409" y="385869"/>
                      </a:lnTo>
                      <a:cubicBezTo>
                        <a:pt x="146164" y="385857"/>
                        <a:pt x="145968" y="385660"/>
                        <a:pt x="145980" y="385416"/>
                      </a:cubicBezTo>
                      <a:cubicBezTo>
                        <a:pt x="145980" y="385171"/>
                        <a:pt x="146176" y="384987"/>
                        <a:pt x="146421" y="384987"/>
                      </a:cubicBezTo>
                      <a:lnTo>
                        <a:pt x="149043" y="384987"/>
                      </a:lnTo>
                      <a:cubicBezTo>
                        <a:pt x="149288" y="384999"/>
                        <a:pt x="149484" y="385195"/>
                        <a:pt x="149471" y="385440"/>
                      </a:cubicBezTo>
                      <a:cubicBezTo>
                        <a:pt x="149471" y="385685"/>
                        <a:pt x="149275" y="385869"/>
                        <a:pt x="149030" y="385869"/>
                      </a:cubicBezTo>
                      <a:close/>
                      <a:moveTo>
                        <a:pt x="140296" y="385820"/>
                      </a:moveTo>
                      <a:lnTo>
                        <a:pt x="137675" y="385820"/>
                      </a:lnTo>
                      <a:cubicBezTo>
                        <a:pt x="137430" y="385807"/>
                        <a:pt x="137234" y="385612"/>
                        <a:pt x="137246" y="385367"/>
                      </a:cubicBezTo>
                      <a:cubicBezTo>
                        <a:pt x="137246" y="385121"/>
                        <a:pt x="137442" y="384938"/>
                        <a:pt x="137687" y="384938"/>
                      </a:cubicBezTo>
                      <a:lnTo>
                        <a:pt x="140309" y="384938"/>
                      </a:lnTo>
                      <a:cubicBezTo>
                        <a:pt x="140554" y="384950"/>
                        <a:pt x="140749" y="385146"/>
                        <a:pt x="140737" y="385391"/>
                      </a:cubicBezTo>
                      <a:cubicBezTo>
                        <a:pt x="140737" y="385636"/>
                        <a:pt x="140541" y="385820"/>
                        <a:pt x="140296" y="385820"/>
                      </a:cubicBezTo>
                      <a:close/>
                      <a:moveTo>
                        <a:pt x="131562" y="385771"/>
                      </a:moveTo>
                      <a:lnTo>
                        <a:pt x="128941" y="385771"/>
                      </a:lnTo>
                      <a:cubicBezTo>
                        <a:pt x="128696" y="385759"/>
                        <a:pt x="128500" y="385563"/>
                        <a:pt x="128512" y="385318"/>
                      </a:cubicBezTo>
                      <a:cubicBezTo>
                        <a:pt x="128512" y="385073"/>
                        <a:pt x="128708" y="384889"/>
                        <a:pt x="128953" y="384889"/>
                      </a:cubicBezTo>
                      <a:lnTo>
                        <a:pt x="131574" y="384889"/>
                      </a:lnTo>
                      <a:cubicBezTo>
                        <a:pt x="131819" y="384901"/>
                        <a:pt x="132015" y="385097"/>
                        <a:pt x="132003" y="385342"/>
                      </a:cubicBezTo>
                      <a:cubicBezTo>
                        <a:pt x="132003" y="385587"/>
                        <a:pt x="131807" y="385771"/>
                        <a:pt x="131562" y="385771"/>
                      </a:cubicBezTo>
                      <a:close/>
                      <a:moveTo>
                        <a:pt x="122828" y="385722"/>
                      </a:moveTo>
                      <a:lnTo>
                        <a:pt x="120207" y="385722"/>
                      </a:lnTo>
                      <a:cubicBezTo>
                        <a:pt x="119962" y="385710"/>
                        <a:pt x="119766" y="385513"/>
                        <a:pt x="119778" y="385268"/>
                      </a:cubicBezTo>
                      <a:cubicBezTo>
                        <a:pt x="119778" y="385024"/>
                        <a:pt x="119986" y="384803"/>
                        <a:pt x="120219" y="384840"/>
                      </a:cubicBezTo>
                      <a:lnTo>
                        <a:pt x="122840" y="384840"/>
                      </a:lnTo>
                      <a:cubicBezTo>
                        <a:pt x="123085" y="384852"/>
                        <a:pt x="123281" y="385048"/>
                        <a:pt x="123269" y="385293"/>
                      </a:cubicBezTo>
                      <a:cubicBezTo>
                        <a:pt x="123269" y="385538"/>
                        <a:pt x="123073" y="385722"/>
                        <a:pt x="122828" y="385722"/>
                      </a:cubicBezTo>
                      <a:close/>
                      <a:moveTo>
                        <a:pt x="114094" y="385673"/>
                      </a:moveTo>
                      <a:lnTo>
                        <a:pt x="111473" y="385673"/>
                      </a:lnTo>
                      <a:cubicBezTo>
                        <a:pt x="111228" y="385660"/>
                        <a:pt x="111032" y="385465"/>
                        <a:pt x="111044" y="385220"/>
                      </a:cubicBezTo>
                      <a:cubicBezTo>
                        <a:pt x="111044" y="384975"/>
                        <a:pt x="111240" y="384791"/>
                        <a:pt x="111485" y="384791"/>
                      </a:cubicBezTo>
                      <a:lnTo>
                        <a:pt x="114106" y="384791"/>
                      </a:lnTo>
                      <a:cubicBezTo>
                        <a:pt x="114351" y="384803"/>
                        <a:pt x="114547" y="384999"/>
                        <a:pt x="114535" y="385244"/>
                      </a:cubicBezTo>
                      <a:cubicBezTo>
                        <a:pt x="114535" y="385489"/>
                        <a:pt x="114339" y="385673"/>
                        <a:pt x="114094" y="385673"/>
                      </a:cubicBezTo>
                      <a:close/>
                      <a:moveTo>
                        <a:pt x="105360" y="385624"/>
                      </a:moveTo>
                      <a:lnTo>
                        <a:pt x="104748" y="385624"/>
                      </a:lnTo>
                      <a:cubicBezTo>
                        <a:pt x="104074" y="385624"/>
                        <a:pt x="103400" y="385612"/>
                        <a:pt x="102726" y="385587"/>
                      </a:cubicBezTo>
                      <a:cubicBezTo>
                        <a:pt x="102481" y="385587"/>
                        <a:pt x="102298" y="385379"/>
                        <a:pt x="102298" y="385134"/>
                      </a:cubicBezTo>
                      <a:cubicBezTo>
                        <a:pt x="102298" y="384889"/>
                        <a:pt x="102518" y="384717"/>
                        <a:pt x="102751" y="384705"/>
                      </a:cubicBezTo>
                      <a:cubicBezTo>
                        <a:pt x="103412" y="384717"/>
                        <a:pt x="104086" y="384730"/>
                        <a:pt x="104748" y="384742"/>
                      </a:cubicBezTo>
                      <a:lnTo>
                        <a:pt x="105360" y="384742"/>
                      </a:lnTo>
                      <a:cubicBezTo>
                        <a:pt x="105605" y="384742"/>
                        <a:pt x="105801" y="384938"/>
                        <a:pt x="105789" y="385183"/>
                      </a:cubicBezTo>
                      <a:cubicBezTo>
                        <a:pt x="105789" y="385428"/>
                        <a:pt x="105593" y="385612"/>
                        <a:pt x="105348" y="385612"/>
                      </a:cubicBezTo>
                      <a:close/>
                      <a:moveTo>
                        <a:pt x="96638" y="385232"/>
                      </a:moveTo>
                      <a:cubicBezTo>
                        <a:pt x="96638" y="385232"/>
                        <a:pt x="96614" y="385232"/>
                        <a:pt x="96601" y="385232"/>
                      </a:cubicBezTo>
                      <a:cubicBezTo>
                        <a:pt x="95719" y="385158"/>
                        <a:pt x="94850" y="385060"/>
                        <a:pt x="93980" y="384962"/>
                      </a:cubicBezTo>
                      <a:cubicBezTo>
                        <a:pt x="93735" y="384938"/>
                        <a:pt x="93564" y="384717"/>
                        <a:pt x="93600" y="384472"/>
                      </a:cubicBezTo>
                      <a:cubicBezTo>
                        <a:pt x="93625" y="384227"/>
                        <a:pt x="93845" y="384056"/>
                        <a:pt x="94090" y="384093"/>
                      </a:cubicBezTo>
                      <a:cubicBezTo>
                        <a:pt x="94948" y="384191"/>
                        <a:pt x="95817" y="384289"/>
                        <a:pt x="96687" y="384362"/>
                      </a:cubicBezTo>
                      <a:cubicBezTo>
                        <a:pt x="96932" y="384387"/>
                        <a:pt x="97104" y="384595"/>
                        <a:pt x="97079" y="384840"/>
                      </a:cubicBezTo>
                      <a:cubicBezTo>
                        <a:pt x="97055" y="385073"/>
                        <a:pt x="96871" y="385244"/>
                        <a:pt x="96650" y="385244"/>
                      </a:cubicBezTo>
                      <a:close/>
                      <a:moveTo>
                        <a:pt x="87990" y="384056"/>
                      </a:moveTo>
                      <a:cubicBezTo>
                        <a:pt x="87990" y="384056"/>
                        <a:pt x="87941" y="384056"/>
                        <a:pt x="87916" y="384056"/>
                      </a:cubicBezTo>
                      <a:cubicBezTo>
                        <a:pt x="87047" y="383897"/>
                        <a:pt x="86189" y="383725"/>
                        <a:pt x="85332" y="383541"/>
                      </a:cubicBezTo>
                      <a:cubicBezTo>
                        <a:pt x="85099" y="383492"/>
                        <a:pt x="84940" y="383260"/>
                        <a:pt x="84989" y="383027"/>
                      </a:cubicBezTo>
                      <a:cubicBezTo>
                        <a:pt x="85038" y="382794"/>
                        <a:pt x="85270" y="382647"/>
                        <a:pt x="85503" y="382684"/>
                      </a:cubicBezTo>
                      <a:cubicBezTo>
                        <a:pt x="86348" y="382868"/>
                        <a:pt x="87206" y="383027"/>
                        <a:pt x="88063" y="383186"/>
                      </a:cubicBezTo>
                      <a:cubicBezTo>
                        <a:pt x="88296" y="383235"/>
                        <a:pt x="88455" y="383456"/>
                        <a:pt x="88419" y="383701"/>
                      </a:cubicBezTo>
                      <a:cubicBezTo>
                        <a:pt x="88382" y="383909"/>
                        <a:pt x="88198" y="384056"/>
                        <a:pt x="87990" y="384056"/>
                      </a:cubicBezTo>
                      <a:close/>
                      <a:moveTo>
                        <a:pt x="835861" y="383100"/>
                      </a:moveTo>
                      <a:cubicBezTo>
                        <a:pt x="835702" y="383100"/>
                        <a:pt x="835543" y="383002"/>
                        <a:pt x="835469" y="382855"/>
                      </a:cubicBezTo>
                      <a:cubicBezTo>
                        <a:pt x="835371" y="382635"/>
                        <a:pt x="835469" y="382378"/>
                        <a:pt x="835677" y="382267"/>
                      </a:cubicBezTo>
                      <a:cubicBezTo>
                        <a:pt x="836461" y="381900"/>
                        <a:pt x="837245" y="381508"/>
                        <a:pt x="838017" y="381104"/>
                      </a:cubicBezTo>
                      <a:cubicBezTo>
                        <a:pt x="838238" y="380993"/>
                        <a:pt x="838495" y="381079"/>
                        <a:pt x="838605" y="381287"/>
                      </a:cubicBezTo>
                      <a:cubicBezTo>
                        <a:pt x="838715" y="381496"/>
                        <a:pt x="838629" y="381765"/>
                        <a:pt x="838421" y="381875"/>
                      </a:cubicBezTo>
                      <a:cubicBezTo>
                        <a:pt x="837637" y="382280"/>
                        <a:pt x="836853" y="382672"/>
                        <a:pt x="836057" y="383051"/>
                      </a:cubicBezTo>
                      <a:cubicBezTo>
                        <a:pt x="835996" y="383076"/>
                        <a:pt x="835935" y="383088"/>
                        <a:pt x="835873" y="383088"/>
                      </a:cubicBezTo>
                      <a:close/>
                      <a:moveTo>
                        <a:pt x="79476" y="382096"/>
                      </a:moveTo>
                      <a:cubicBezTo>
                        <a:pt x="79476" y="382096"/>
                        <a:pt x="79403" y="382096"/>
                        <a:pt x="79354" y="382084"/>
                      </a:cubicBezTo>
                      <a:cubicBezTo>
                        <a:pt x="78509" y="381851"/>
                        <a:pt x="77663" y="381594"/>
                        <a:pt x="76830" y="381336"/>
                      </a:cubicBezTo>
                      <a:cubicBezTo>
                        <a:pt x="76598" y="381263"/>
                        <a:pt x="76475" y="381018"/>
                        <a:pt x="76536" y="380785"/>
                      </a:cubicBezTo>
                      <a:cubicBezTo>
                        <a:pt x="76598" y="380552"/>
                        <a:pt x="76855" y="380430"/>
                        <a:pt x="77088" y="380491"/>
                      </a:cubicBezTo>
                      <a:cubicBezTo>
                        <a:pt x="77921" y="380748"/>
                        <a:pt x="78754" y="380993"/>
                        <a:pt x="79587" y="381226"/>
                      </a:cubicBezTo>
                      <a:cubicBezTo>
                        <a:pt x="79819" y="381287"/>
                        <a:pt x="79954" y="381532"/>
                        <a:pt x="79893" y="381765"/>
                      </a:cubicBezTo>
                      <a:cubicBezTo>
                        <a:pt x="79844" y="381961"/>
                        <a:pt x="79660" y="382084"/>
                        <a:pt x="79476" y="382084"/>
                      </a:cubicBezTo>
                      <a:close/>
                      <a:moveTo>
                        <a:pt x="71183" y="379364"/>
                      </a:moveTo>
                      <a:cubicBezTo>
                        <a:pt x="71183" y="379364"/>
                        <a:pt x="71073" y="379364"/>
                        <a:pt x="71024" y="379340"/>
                      </a:cubicBezTo>
                      <a:cubicBezTo>
                        <a:pt x="70203" y="379033"/>
                        <a:pt x="69395" y="378703"/>
                        <a:pt x="68586" y="378372"/>
                      </a:cubicBezTo>
                      <a:cubicBezTo>
                        <a:pt x="68366" y="378274"/>
                        <a:pt x="68256" y="378029"/>
                        <a:pt x="68354" y="377796"/>
                      </a:cubicBezTo>
                      <a:cubicBezTo>
                        <a:pt x="68452" y="377576"/>
                        <a:pt x="68696" y="377465"/>
                        <a:pt x="68929" y="377563"/>
                      </a:cubicBezTo>
                      <a:cubicBezTo>
                        <a:pt x="69726" y="377894"/>
                        <a:pt x="70534" y="378213"/>
                        <a:pt x="71342" y="378519"/>
                      </a:cubicBezTo>
                      <a:cubicBezTo>
                        <a:pt x="71563" y="378605"/>
                        <a:pt x="71685" y="378862"/>
                        <a:pt x="71600" y="379082"/>
                      </a:cubicBezTo>
                      <a:cubicBezTo>
                        <a:pt x="71538" y="379254"/>
                        <a:pt x="71367" y="379364"/>
                        <a:pt x="71195" y="379364"/>
                      </a:cubicBezTo>
                      <a:close/>
                      <a:moveTo>
                        <a:pt x="843505" y="378874"/>
                      </a:moveTo>
                      <a:cubicBezTo>
                        <a:pt x="843358" y="378874"/>
                        <a:pt x="843223" y="378801"/>
                        <a:pt x="843137" y="378678"/>
                      </a:cubicBezTo>
                      <a:cubicBezTo>
                        <a:pt x="843003" y="378470"/>
                        <a:pt x="843064" y="378200"/>
                        <a:pt x="843272" y="378078"/>
                      </a:cubicBezTo>
                      <a:cubicBezTo>
                        <a:pt x="844007" y="377612"/>
                        <a:pt x="844730" y="377122"/>
                        <a:pt x="845440" y="376632"/>
                      </a:cubicBezTo>
                      <a:cubicBezTo>
                        <a:pt x="845636" y="376498"/>
                        <a:pt x="845906" y="376547"/>
                        <a:pt x="846053" y="376743"/>
                      </a:cubicBezTo>
                      <a:cubicBezTo>
                        <a:pt x="846188" y="376939"/>
                        <a:pt x="846139" y="377208"/>
                        <a:pt x="845943" y="377355"/>
                      </a:cubicBezTo>
                      <a:cubicBezTo>
                        <a:pt x="845220" y="377857"/>
                        <a:pt x="844485" y="378347"/>
                        <a:pt x="843750" y="378825"/>
                      </a:cubicBezTo>
                      <a:cubicBezTo>
                        <a:pt x="843676" y="378874"/>
                        <a:pt x="843591" y="378899"/>
                        <a:pt x="843517" y="378899"/>
                      </a:cubicBezTo>
                      <a:close/>
                      <a:moveTo>
                        <a:pt x="63184" y="375897"/>
                      </a:moveTo>
                      <a:cubicBezTo>
                        <a:pt x="63123" y="375897"/>
                        <a:pt x="63049" y="375885"/>
                        <a:pt x="62988" y="375849"/>
                      </a:cubicBezTo>
                      <a:cubicBezTo>
                        <a:pt x="62204" y="375469"/>
                        <a:pt x="61420" y="375065"/>
                        <a:pt x="60648" y="374660"/>
                      </a:cubicBezTo>
                      <a:cubicBezTo>
                        <a:pt x="60440" y="374550"/>
                        <a:pt x="60354" y="374281"/>
                        <a:pt x="60465" y="374072"/>
                      </a:cubicBezTo>
                      <a:cubicBezTo>
                        <a:pt x="60575" y="373864"/>
                        <a:pt x="60844" y="373778"/>
                        <a:pt x="61053" y="373889"/>
                      </a:cubicBezTo>
                      <a:cubicBezTo>
                        <a:pt x="61824" y="374293"/>
                        <a:pt x="62596" y="374685"/>
                        <a:pt x="63380" y="375065"/>
                      </a:cubicBezTo>
                      <a:cubicBezTo>
                        <a:pt x="63601" y="375175"/>
                        <a:pt x="63686" y="375432"/>
                        <a:pt x="63576" y="375652"/>
                      </a:cubicBezTo>
                      <a:cubicBezTo>
                        <a:pt x="63503" y="375812"/>
                        <a:pt x="63343" y="375897"/>
                        <a:pt x="63184" y="375897"/>
                      </a:cubicBezTo>
                      <a:close/>
                      <a:moveTo>
                        <a:pt x="850536" y="373717"/>
                      </a:moveTo>
                      <a:cubicBezTo>
                        <a:pt x="850414" y="373717"/>
                        <a:pt x="850291" y="373668"/>
                        <a:pt x="850205" y="373558"/>
                      </a:cubicBezTo>
                      <a:cubicBezTo>
                        <a:pt x="850046" y="373374"/>
                        <a:pt x="850071" y="373092"/>
                        <a:pt x="850254" y="372945"/>
                      </a:cubicBezTo>
                      <a:cubicBezTo>
                        <a:pt x="850916" y="372394"/>
                        <a:pt x="851577" y="371818"/>
                        <a:pt x="852227" y="371243"/>
                      </a:cubicBezTo>
                      <a:cubicBezTo>
                        <a:pt x="852410" y="371083"/>
                        <a:pt x="852680" y="371096"/>
                        <a:pt x="852839" y="371279"/>
                      </a:cubicBezTo>
                      <a:cubicBezTo>
                        <a:pt x="852998" y="371463"/>
                        <a:pt x="852986" y="371733"/>
                        <a:pt x="852802" y="371892"/>
                      </a:cubicBezTo>
                      <a:cubicBezTo>
                        <a:pt x="852153" y="372480"/>
                        <a:pt x="851492" y="373056"/>
                        <a:pt x="850806" y="373619"/>
                      </a:cubicBezTo>
                      <a:cubicBezTo>
                        <a:pt x="850720" y="373693"/>
                        <a:pt x="850622" y="373717"/>
                        <a:pt x="850524" y="373717"/>
                      </a:cubicBezTo>
                      <a:close/>
                      <a:moveTo>
                        <a:pt x="55528" y="371708"/>
                      </a:moveTo>
                      <a:cubicBezTo>
                        <a:pt x="55455" y="371708"/>
                        <a:pt x="55369" y="371684"/>
                        <a:pt x="55295" y="371647"/>
                      </a:cubicBezTo>
                      <a:cubicBezTo>
                        <a:pt x="54548" y="371194"/>
                        <a:pt x="53801" y="370728"/>
                        <a:pt x="53066" y="370250"/>
                      </a:cubicBezTo>
                      <a:cubicBezTo>
                        <a:pt x="52858" y="370116"/>
                        <a:pt x="52809" y="369846"/>
                        <a:pt x="52931" y="369650"/>
                      </a:cubicBezTo>
                      <a:cubicBezTo>
                        <a:pt x="53066" y="369442"/>
                        <a:pt x="53335" y="369393"/>
                        <a:pt x="53531" y="369515"/>
                      </a:cubicBezTo>
                      <a:cubicBezTo>
                        <a:pt x="54254" y="369993"/>
                        <a:pt x="54989" y="370446"/>
                        <a:pt x="55736" y="370900"/>
                      </a:cubicBezTo>
                      <a:cubicBezTo>
                        <a:pt x="55945" y="371022"/>
                        <a:pt x="56006" y="371292"/>
                        <a:pt x="55883" y="371500"/>
                      </a:cubicBezTo>
                      <a:cubicBezTo>
                        <a:pt x="55798" y="371635"/>
                        <a:pt x="55651" y="371708"/>
                        <a:pt x="55504" y="371708"/>
                      </a:cubicBezTo>
                      <a:close/>
                      <a:moveTo>
                        <a:pt x="856869" y="367702"/>
                      </a:moveTo>
                      <a:cubicBezTo>
                        <a:pt x="856759" y="367702"/>
                        <a:pt x="856661" y="367666"/>
                        <a:pt x="856575" y="367580"/>
                      </a:cubicBezTo>
                      <a:cubicBezTo>
                        <a:pt x="856404" y="367421"/>
                        <a:pt x="856392" y="367139"/>
                        <a:pt x="856551" y="366967"/>
                      </a:cubicBezTo>
                      <a:cubicBezTo>
                        <a:pt x="857139" y="366330"/>
                        <a:pt x="857715" y="365681"/>
                        <a:pt x="858290" y="365020"/>
                      </a:cubicBezTo>
                      <a:cubicBezTo>
                        <a:pt x="858450" y="364836"/>
                        <a:pt x="858719" y="364811"/>
                        <a:pt x="858903" y="364971"/>
                      </a:cubicBezTo>
                      <a:cubicBezTo>
                        <a:pt x="859086" y="365130"/>
                        <a:pt x="859111" y="365399"/>
                        <a:pt x="858952" y="365583"/>
                      </a:cubicBezTo>
                      <a:cubicBezTo>
                        <a:pt x="858376" y="366257"/>
                        <a:pt x="857788" y="366906"/>
                        <a:pt x="857200" y="367555"/>
                      </a:cubicBezTo>
                      <a:cubicBezTo>
                        <a:pt x="857114" y="367653"/>
                        <a:pt x="856992" y="367690"/>
                        <a:pt x="856882" y="367690"/>
                      </a:cubicBezTo>
                      <a:close/>
                      <a:moveTo>
                        <a:pt x="48288" y="366833"/>
                      </a:moveTo>
                      <a:cubicBezTo>
                        <a:pt x="48203" y="366833"/>
                        <a:pt x="48105" y="366808"/>
                        <a:pt x="48031" y="366747"/>
                      </a:cubicBezTo>
                      <a:cubicBezTo>
                        <a:pt x="47321" y="366220"/>
                        <a:pt x="46635" y="365693"/>
                        <a:pt x="45937" y="365154"/>
                      </a:cubicBezTo>
                      <a:cubicBezTo>
                        <a:pt x="45753" y="365007"/>
                        <a:pt x="45716" y="364726"/>
                        <a:pt x="45863" y="364542"/>
                      </a:cubicBezTo>
                      <a:cubicBezTo>
                        <a:pt x="46010" y="364346"/>
                        <a:pt x="46292" y="364321"/>
                        <a:pt x="46476" y="364468"/>
                      </a:cubicBezTo>
                      <a:cubicBezTo>
                        <a:pt x="47162" y="365007"/>
                        <a:pt x="47847" y="365534"/>
                        <a:pt x="48546" y="366049"/>
                      </a:cubicBezTo>
                      <a:cubicBezTo>
                        <a:pt x="48742" y="366196"/>
                        <a:pt x="48778" y="366465"/>
                        <a:pt x="48631" y="366661"/>
                      </a:cubicBezTo>
                      <a:cubicBezTo>
                        <a:pt x="48546" y="366771"/>
                        <a:pt x="48411" y="366833"/>
                        <a:pt x="48276" y="366833"/>
                      </a:cubicBezTo>
                      <a:close/>
                      <a:moveTo>
                        <a:pt x="41527" y="361320"/>
                      </a:moveTo>
                      <a:cubicBezTo>
                        <a:pt x="41429" y="361320"/>
                        <a:pt x="41318" y="361284"/>
                        <a:pt x="41233" y="361210"/>
                      </a:cubicBezTo>
                      <a:cubicBezTo>
                        <a:pt x="40583" y="360622"/>
                        <a:pt x="39934" y="360034"/>
                        <a:pt x="39297" y="359434"/>
                      </a:cubicBezTo>
                      <a:cubicBezTo>
                        <a:pt x="39126" y="359262"/>
                        <a:pt x="39113" y="358993"/>
                        <a:pt x="39285" y="358821"/>
                      </a:cubicBezTo>
                      <a:cubicBezTo>
                        <a:pt x="39444" y="358650"/>
                        <a:pt x="39726" y="358638"/>
                        <a:pt x="39897" y="358809"/>
                      </a:cubicBezTo>
                      <a:cubicBezTo>
                        <a:pt x="40534" y="359409"/>
                        <a:pt x="41171" y="359997"/>
                        <a:pt x="41821" y="360573"/>
                      </a:cubicBezTo>
                      <a:cubicBezTo>
                        <a:pt x="42004" y="360732"/>
                        <a:pt x="42017" y="361014"/>
                        <a:pt x="41857" y="361186"/>
                      </a:cubicBezTo>
                      <a:cubicBezTo>
                        <a:pt x="41772" y="361284"/>
                        <a:pt x="41649" y="361333"/>
                        <a:pt x="41527" y="361333"/>
                      </a:cubicBezTo>
                      <a:close/>
                      <a:moveTo>
                        <a:pt x="862382" y="360941"/>
                      </a:moveTo>
                      <a:cubicBezTo>
                        <a:pt x="862296" y="360941"/>
                        <a:pt x="862210" y="360916"/>
                        <a:pt x="862125" y="360855"/>
                      </a:cubicBezTo>
                      <a:cubicBezTo>
                        <a:pt x="861929" y="360720"/>
                        <a:pt x="861879" y="360438"/>
                        <a:pt x="862026" y="360242"/>
                      </a:cubicBezTo>
                      <a:cubicBezTo>
                        <a:pt x="862529" y="359544"/>
                        <a:pt x="863019" y="358821"/>
                        <a:pt x="863497" y="358099"/>
                      </a:cubicBezTo>
                      <a:cubicBezTo>
                        <a:pt x="863631" y="357903"/>
                        <a:pt x="863901" y="357841"/>
                        <a:pt x="864097" y="357976"/>
                      </a:cubicBezTo>
                      <a:cubicBezTo>
                        <a:pt x="864293" y="358111"/>
                        <a:pt x="864354" y="358380"/>
                        <a:pt x="864219" y="358576"/>
                      </a:cubicBezTo>
                      <a:cubicBezTo>
                        <a:pt x="863741" y="359311"/>
                        <a:pt x="863239" y="360034"/>
                        <a:pt x="862725" y="360745"/>
                      </a:cubicBezTo>
                      <a:cubicBezTo>
                        <a:pt x="862639" y="360867"/>
                        <a:pt x="862504" y="360928"/>
                        <a:pt x="862369" y="360928"/>
                      </a:cubicBezTo>
                      <a:close/>
                      <a:moveTo>
                        <a:pt x="35292" y="355208"/>
                      </a:moveTo>
                      <a:cubicBezTo>
                        <a:pt x="35169" y="355208"/>
                        <a:pt x="35059" y="355159"/>
                        <a:pt x="34973" y="355073"/>
                      </a:cubicBezTo>
                      <a:cubicBezTo>
                        <a:pt x="34373" y="354436"/>
                        <a:pt x="33785" y="353774"/>
                        <a:pt x="33209" y="353125"/>
                      </a:cubicBezTo>
                      <a:cubicBezTo>
                        <a:pt x="33050" y="352941"/>
                        <a:pt x="33062" y="352672"/>
                        <a:pt x="33246" y="352513"/>
                      </a:cubicBezTo>
                      <a:cubicBezTo>
                        <a:pt x="33430" y="352353"/>
                        <a:pt x="33699" y="352378"/>
                        <a:pt x="33858" y="352549"/>
                      </a:cubicBezTo>
                      <a:cubicBezTo>
                        <a:pt x="34434" y="353199"/>
                        <a:pt x="35022" y="353848"/>
                        <a:pt x="35610" y="354485"/>
                      </a:cubicBezTo>
                      <a:cubicBezTo>
                        <a:pt x="35769" y="354656"/>
                        <a:pt x="35769" y="354938"/>
                        <a:pt x="35585" y="355097"/>
                      </a:cubicBezTo>
                      <a:cubicBezTo>
                        <a:pt x="35500" y="355171"/>
                        <a:pt x="35390" y="355220"/>
                        <a:pt x="35292" y="355220"/>
                      </a:cubicBezTo>
                      <a:close/>
                      <a:moveTo>
                        <a:pt x="867000" y="353529"/>
                      </a:moveTo>
                      <a:cubicBezTo>
                        <a:pt x="866926" y="353529"/>
                        <a:pt x="866865" y="353517"/>
                        <a:pt x="866792" y="353480"/>
                      </a:cubicBezTo>
                      <a:cubicBezTo>
                        <a:pt x="866583" y="353370"/>
                        <a:pt x="866498" y="353101"/>
                        <a:pt x="866608" y="352892"/>
                      </a:cubicBezTo>
                      <a:cubicBezTo>
                        <a:pt x="867012" y="352133"/>
                        <a:pt x="867416" y="351361"/>
                        <a:pt x="867796" y="350577"/>
                      </a:cubicBezTo>
                      <a:cubicBezTo>
                        <a:pt x="867906" y="350357"/>
                        <a:pt x="868164" y="350271"/>
                        <a:pt x="868384" y="350381"/>
                      </a:cubicBezTo>
                      <a:cubicBezTo>
                        <a:pt x="868605" y="350492"/>
                        <a:pt x="868690" y="350749"/>
                        <a:pt x="868580" y="350969"/>
                      </a:cubicBezTo>
                      <a:cubicBezTo>
                        <a:pt x="868200" y="351765"/>
                        <a:pt x="867796" y="352537"/>
                        <a:pt x="867380" y="353309"/>
                      </a:cubicBezTo>
                      <a:cubicBezTo>
                        <a:pt x="867306" y="353456"/>
                        <a:pt x="867147" y="353542"/>
                        <a:pt x="867000" y="353542"/>
                      </a:cubicBezTo>
                      <a:close/>
                      <a:moveTo>
                        <a:pt x="29632" y="348544"/>
                      </a:moveTo>
                      <a:cubicBezTo>
                        <a:pt x="29497" y="348544"/>
                        <a:pt x="29375" y="348483"/>
                        <a:pt x="29289" y="348372"/>
                      </a:cubicBezTo>
                      <a:cubicBezTo>
                        <a:pt x="28750" y="347674"/>
                        <a:pt x="28223" y="346976"/>
                        <a:pt x="27709" y="346265"/>
                      </a:cubicBezTo>
                      <a:cubicBezTo>
                        <a:pt x="27562" y="346069"/>
                        <a:pt x="27611" y="345800"/>
                        <a:pt x="27807" y="345653"/>
                      </a:cubicBezTo>
                      <a:cubicBezTo>
                        <a:pt x="28003" y="345506"/>
                        <a:pt x="28272" y="345555"/>
                        <a:pt x="28419" y="345751"/>
                      </a:cubicBezTo>
                      <a:cubicBezTo>
                        <a:pt x="28934" y="346449"/>
                        <a:pt x="29461" y="347147"/>
                        <a:pt x="29987" y="347833"/>
                      </a:cubicBezTo>
                      <a:cubicBezTo>
                        <a:pt x="30134" y="348029"/>
                        <a:pt x="30098" y="348299"/>
                        <a:pt x="29914" y="348446"/>
                      </a:cubicBezTo>
                      <a:cubicBezTo>
                        <a:pt x="29828" y="348507"/>
                        <a:pt x="29742" y="348532"/>
                        <a:pt x="29644" y="348532"/>
                      </a:cubicBezTo>
                      <a:close/>
                      <a:moveTo>
                        <a:pt x="870614" y="345592"/>
                      </a:moveTo>
                      <a:cubicBezTo>
                        <a:pt x="870614" y="345592"/>
                        <a:pt x="870516" y="345592"/>
                        <a:pt x="870454" y="345567"/>
                      </a:cubicBezTo>
                      <a:cubicBezTo>
                        <a:pt x="870234" y="345481"/>
                        <a:pt x="870111" y="345224"/>
                        <a:pt x="870197" y="345004"/>
                      </a:cubicBezTo>
                      <a:cubicBezTo>
                        <a:pt x="870503" y="344195"/>
                        <a:pt x="870797" y="343374"/>
                        <a:pt x="871079" y="342554"/>
                      </a:cubicBezTo>
                      <a:cubicBezTo>
                        <a:pt x="871153" y="342321"/>
                        <a:pt x="871410" y="342211"/>
                        <a:pt x="871630" y="342284"/>
                      </a:cubicBezTo>
                      <a:cubicBezTo>
                        <a:pt x="871863" y="342358"/>
                        <a:pt x="871986" y="342615"/>
                        <a:pt x="871900" y="342835"/>
                      </a:cubicBezTo>
                      <a:cubicBezTo>
                        <a:pt x="871618" y="343668"/>
                        <a:pt x="871324" y="344501"/>
                        <a:pt x="871006" y="345322"/>
                      </a:cubicBezTo>
                      <a:cubicBezTo>
                        <a:pt x="870944" y="345494"/>
                        <a:pt x="870773" y="345604"/>
                        <a:pt x="870601" y="345604"/>
                      </a:cubicBezTo>
                      <a:close/>
                      <a:moveTo>
                        <a:pt x="24597" y="341402"/>
                      </a:moveTo>
                      <a:cubicBezTo>
                        <a:pt x="24450" y="341402"/>
                        <a:pt x="24316" y="341329"/>
                        <a:pt x="24230" y="341194"/>
                      </a:cubicBezTo>
                      <a:cubicBezTo>
                        <a:pt x="23764" y="340459"/>
                        <a:pt x="23299" y="339700"/>
                        <a:pt x="22846" y="338952"/>
                      </a:cubicBezTo>
                      <a:cubicBezTo>
                        <a:pt x="22723" y="338744"/>
                        <a:pt x="22784" y="338475"/>
                        <a:pt x="22993" y="338352"/>
                      </a:cubicBezTo>
                      <a:cubicBezTo>
                        <a:pt x="23201" y="338230"/>
                        <a:pt x="23470" y="338291"/>
                        <a:pt x="23593" y="338499"/>
                      </a:cubicBezTo>
                      <a:cubicBezTo>
                        <a:pt x="24046" y="339246"/>
                        <a:pt x="24499" y="339993"/>
                        <a:pt x="24965" y="340716"/>
                      </a:cubicBezTo>
                      <a:cubicBezTo>
                        <a:pt x="25100" y="340924"/>
                        <a:pt x="25038" y="341194"/>
                        <a:pt x="24830" y="341316"/>
                      </a:cubicBezTo>
                      <a:cubicBezTo>
                        <a:pt x="24757" y="341365"/>
                        <a:pt x="24671" y="341390"/>
                        <a:pt x="24597" y="341390"/>
                      </a:cubicBezTo>
                      <a:close/>
                      <a:moveTo>
                        <a:pt x="873186" y="337250"/>
                      </a:moveTo>
                      <a:cubicBezTo>
                        <a:pt x="873186" y="337250"/>
                        <a:pt x="873113" y="337250"/>
                        <a:pt x="873088" y="337250"/>
                      </a:cubicBezTo>
                      <a:cubicBezTo>
                        <a:pt x="872855" y="337188"/>
                        <a:pt x="872708" y="336956"/>
                        <a:pt x="872770" y="336723"/>
                      </a:cubicBezTo>
                      <a:cubicBezTo>
                        <a:pt x="872966" y="335878"/>
                        <a:pt x="873161" y="335032"/>
                        <a:pt x="873333" y="334175"/>
                      </a:cubicBezTo>
                      <a:cubicBezTo>
                        <a:pt x="873382" y="333942"/>
                        <a:pt x="873615" y="333783"/>
                        <a:pt x="873847" y="333832"/>
                      </a:cubicBezTo>
                      <a:cubicBezTo>
                        <a:pt x="874080" y="333881"/>
                        <a:pt x="874239" y="334114"/>
                        <a:pt x="874191" y="334346"/>
                      </a:cubicBezTo>
                      <a:cubicBezTo>
                        <a:pt x="874019" y="335216"/>
                        <a:pt x="873823" y="336074"/>
                        <a:pt x="873627" y="336919"/>
                      </a:cubicBezTo>
                      <a:cubicBezTo>
                        <a:pt x="873578" y="337115"/>
                        <a:pt x="873394" y="337250"/>
                        <a:pt x="873198" y="337250"/>
                      </a:cubicBezTo>
                      <a:close/>
                      <a:moveTo>
                        <a:pt x="20249" y="333807"/>
                      </a:moveTo>
                      <a:cubicBezTo>
                        <a:pt x="20090" y="333807"/>
                        <a:pt x="19943" y="333722"/>
                        <a:pt x="19857" y="333575"/>
                      </a:cubicBezTo>
                      <a:cubicBezTo>
                        <a:pt x="19453" y="332791"/>
                        <a:pt x="19061" y="332007"/>
                        <a:pt x="18681" y="331210"/>
                      </a:cubicBezTo>
                      <a:cubicBezTo>
                        <a:pt x="18583" y="330990"/>
                        <a:pt x="18681" y="330733"/>
                        <a:pt x="18889" y="330622"/>
                      </a:cubicBezTo>
                      <a:cubicBezTo>
                        <a:pt x="19110" y="330512"/>
                        <a:pt x="19367" y="330610"/>
                        <a:pt x="19477" y="330831"/>
                      </a:cubicBezTo>
                      <a:cubicBezTo>
                        <a:pt x="19857" y="331615"/>
                        <a:pt x="20237" y="332399"/>
                        <a:pt x="20641" y="333170"/>
                      </a:cubicBezTo>
                      <a:cubicBezTo>
                        <a:pt x="20751" y="333391"/>
                        <a:pt x="20665" y="333648"/>
                        <a:pt x="20457" y="333758"/>
                      </a:cubicBezTo>
                      <a:cubicBezTo>
                        <a:pt x="20396" y="333795"/>
                        <a:pt x="20322" y="333807"/>
                        <a:pt x="20261" y="333807"/>
                      </a:cubicBezTo>
                      <a:close/>
                      <a:moveTo>
                        <a:pt x="874729" y="328650"/>
                      </a:moveTo>
                      <a:cubicBezTo>
                        <a:pt x="874729" y="328650"/>
                        <a:pt x="874693" y="328650"/>
                        <a:pt x="874668" y="328650"/>
                      </a:cubicBezTo>
                      <a:cubicBezTo>
                        <a:pt x="874423" y="328613"/>
                        <a:pt x="874264" y="328393"/>
                        <a:pt x="874301" y="328160"/>
                      </a:cubicBezTo>
                      <a:lnTo>
                        <a:pt x="874681" y="325563"/>
                      </a:lnTo>
                      <a:cubicBezTo>
                        <a:pt x="874717" y="325318"/>
                        <a:pt x="874938" y="325159"/>
                        <a:pt x="875170" y="325196"/>
                      </a:cubicBezTo>
                      <a:cubicBezTo>
                        <a:pt x="875403" y="325233"/>
                        <a:pt x="875575" y="325453"/>
                        <a:pt x="875538" y="325686"/>
                      </a:cubicBezTo>
                      <a:lnTo>
                        <a:pt x="875158" y="328283"/>
                      </a:lnTo>
                      <a:cubicBezTo>
                        <a:pt x="875122" y="328503"/>
                        <a:pt x="874938" y="328662"/>
                        <a:pt x="874729" y="328662"/>
                      </a:cubicBezTo>
                      <a:close/>
                      <a:moveTo>
                        <a:pt x="16623" y="325857"/>
                      </a:moveTo>
                      <a:cubicBezTo>
                        <a:pt x="16451" y="325857"/>
                        <a:pt x="16280" y="325759"/>
                        <a:pt x="16219" y="325588"/>
                      </a:cubicBezTo>
                      <a:cubicBezTo>
                        <a:pt x="15888" y="324767"/>
                        <a:pt x="15569" y="323946"/>
                        <a:pt x="15263" y="323126"/>
                      </a:cubicBezTo>
                      <a:cubicBezTo>
                        <a:pt x="15177" y="322905"/>
                        <a:pt x="15300" y="322648"/>
                        <a:pt x="15520" y="322562"/>
                      </a:cubicBezTo>
                      <a:cubicBezTo>
                        <a:pt x="15741" y="322476"/>
                        <a:pt x="15998" y="322599"/>
                        <a:pt x="16084" y="322819"/>
                      </a:cubicBezTo>
                      <a:cubicBezTo>
                        <a:pt x="16390" y="323640"/>
                        <a:pt x="16696" y="324449"/>
                        <a:pt x="17027" y="325257"/>
                      </a:cubicBezTo>
                      <a:cubicBezTo>
                        <a:pt x="17113" y="325478"/>
                        <a:pt x="17003" y="325735"/>
                        <a:pt x="16782" y="325821"/>
                      </a:cubicBezTo>
                      <a:cubicBezTo>
                        <a:pt x="16733" y="325845"/>
                        <a:pt x="16672" y="325857"/>
                        <a:pt x="16623" y="325857"/>
                      </a:cubicBezTo>
                      <a:close/>
                      <a:moveTo>
                        <a:pt x="875979" y="320002"/>
                      </a:moveTo>
                      <a:cubicBezTo>
                        <a:pt x="875979" y="320002"/>
                        <a:pt x="875942" y="320002"/>
                        <a:pt x="875918" y="320002"/>
                      </a:cubicBezTo>
                      <a:cubicBezTo>
                        <a:pt x="875673" y="319965"/>
                        <a:pt x="875513" y="319745"/>
                        <a:pt x="875550" y="319512"/>
                      </a:cubicBezTo>
                      <a:lnTo>
                        <a:pt x="875918" y="316915"/>
                      </a:lnTo>
                      <a:cubicBezTo>
                        <a:pt x="875954" y="316682"/>
                        <a:pt x="876175" y="316511"/>
                        <a:pt x="876408" y="316547"/>
                      </a:cubicBezTo>
                      <a:cubicBezTo>
                        <a:pt x="876653" y="316584"/>
                        <a:pt x="876812" y="316805"/>
                        <a:pt x="876775" y="317037"/>
                      </a:cubicBezTo>
                      <a:lnTo>
                        <a:pt x="876408" y="319634"/>
                      </a:lnTo>
                      <a:cubicBezTo>
                        <a:pt x="876371" y="319855"/>
                        <a:pt x="876187" y="320014"/>
                        <a:pt x="875979" y="320014"/>
                      </a:cubicBezTo>
                      <a:close/>
                      <a:moveTo>
                        <a:pt x="13744" y="317601"/>
                      </a:moveTo>
                      <a:cubicBezTo>
                        <a:pt x="13560" y="317601"/>
                        <a:pt x="13377" y="317478"/>
                        <a:pt x="13328" y="317295"/>
                      </a:cubicBezTo>
                      <a:cubicBezTo>
                        <a:pt x="13083" y="316449"/>
                        <a:pt x="12838" y="315604"/>
                        <a:pt x="12617" y="314759"/>
                      </a:cubicBezTo>
                      <a:cubicBezTo>
                        <a:pt x="12556" y="314526"/>
                        <a:pt x="12691" y="314281"/>
                        <a:pt x="12923" y="314220"/>
                      </a:cubicBezTo>
                      <a:cubicBezTo>
                        <a:pt x="13156" y="314159"/>
                        <a:pt x="13401" y="314294"/>
                        <a:pt x="13462" y="314526"/>
                      </a:cubicBezTo>
                      <a:cubicBezTo>
                        <a:pt x="13683" y="315371"/>
                        <a:pt x="13928" y="316205"/>
                        <a:pt x="14173" y="317037"/>
                      </a:cubicBezTo>
                      <a:cubicBezTo>
                        <a:pt x="14246" y="317270"/>
                        <a:pt x="14112" y="317515"/>
                        <a:pt x="13879" y="317576"/>
                      </a:cubicBezTo>
                      <a:cubicBezTo>
                        <a:pt x="13842" y="317576"/>
                        <a:pt x="13793" y="317589"/>
                        <a:pt x="13756" y="317589"/>
                      </a:cubicBezTo>
                      <a:close/>
                      <a:moveTo>
                        <a:pt x="877167" y="311341"/>
                      </a:moveTo>
                      <a:cubicBezTo>
                        <a:pt x="877167" y="311341"/>
                        <a:pt x="877130" y="311341"/>
                        <a:pt x="877106" y="311341"/>
                      </a:cubicBezTo>
                      <a:cubicBezTo>
                        <a:pt x="876861" y="311305"/>
                        <a:pt x="876702" y="311084"/>
                        <a:pt x="876726" y="310851"/>
                      </a:cubicBezTo>
                      <a:lnTo>
                        <a:pt x="877069" y="308254"/>
                      </a:lnTo>
                      <a:cubicBezTo>
                        <a:pt x="877106" y="308009"/>
                        <a:pt x="877314" y="307850"/>
                        <a:pt x="877559" y="307875"/>
                      </a:cubicBezTo>
                      <a:cubicBezTo>
                        <a:pt x="877804" y="307911"/>
                        <a:pt x="877963" y="308132"/>
                        <a:pt x="877939" y="308365"/>
                      </a:cubicBezTo>
                      <a:lnTo>
                        <a:pt x="877596" y="310962"/>
                      </a:lnTo>
                      <a:cubicBezTo>
                        <a:pt x="877571" y="311182"/>
                        <a:pt x="877375" y="311341"/>
                        <a:pt x="877167" y="311341"/>
                      </a:cubicBezTo>
                      <a:close/>
                      <a:moveTo>
                        <a:pt x="11650" y="309124"/>
                      </a:moveTo>
                      <a:cubicBezTo>
                        <a:pt x="11441" y="309124"/>
                        <a:pt x="11258" y="308977"/>
                        <a:pt x="11221" y="308769"/>
                      </a:cubicBezTo>
                      <a:cubicBezTo>
                        <a:pt x="11049" y="307911"/>
                        <a:pt x="10890" y="307042"/>
                        <a:pt x="10743" y="306184"/>
                      </a:cubicBezTo>
                      <a:cubicBezTo>
                        <a:pt x="10706" y="305951"/>
                        <a:pt x="10866" y="305719"/>
                        <a:pt x="11098" y="305682"/>
                      </a:cubicBezTo>
                      <a:cubicBezTo>
                        <a:pt x="11331" y="305645"/>
                        <a:pt x="11564" y="305804"/>
                        <a:pt x="11600" y="306037"/>
                      </a:cubicBezTo>
                      <a:cubicBezTo>
                        <a:pt x="11747" y="306895"/>
                        <a:pt x="11907" y="307752"/>
                        <a:pt x="12078" y="308610"/>
                      </a:cubicBezTo>
                      <a:cubicBezTo>
                        <a:pt x="12127" y="308842"/>
                        <a:pt x="11968" y="309075"/>
                        <a:pt x="11735" y="309124"/>
                      </a:cubicBezTo>
                      <a:cubicBezTo>
                        <a:pt x="11711" y="309124"/>
                        <a:pt x="11674" y="309124"/>
                        <a:pt x="11650" y="309124"/>
                      </a:cubicBezTo>
                      <a:close/>
                      <a:moveTo>
                        <a:pt x="878306" y="302681"/>
                      </a:moveTo>
                      <a:cubicBezTo>
                        <a:pt x="878306" y="302681"/>
                        <a:pt x="878270" y="302681"/>
                        <a:pt x="878245" y="302681"/>
                      </a:cubicBezTo>
                      <a:cubicBezTo>
                        <a:pt x="878000" y="302644"/>
                        <a:pt x="877841" y="302436"/>
                        <a:pt x="877865" y="302191"/>
                      </a:cubicBezTo>
                      <a:lnTo>
                        <a:pt x="878196" y="299594"/>
                      </a:lnTo>
                      <a:cubicBezTo>
                        <a:pt x="878233" y="299349"/>
                        <a:pt x="878441" y="299177"/>
                        <a:pt x="878686" y="299214"/>
                      </a:cubicBezTo>
                      <a:cubicBezTo>
                        <a:pt x="878931" y="299251"/>
                        <a:pt x="879090" y="299459"/>
                        <a:pt x="879066" y="299704"/>
                      </a:cubicBezTo>
                      <a:lnTo>
                        <a:pt x="878735" y="302301"/>
                      </a:lnTo>
                      <a:cubicBezTo>
                        <a:pt x="878711" y="302522"/>
                        <a:pt x="878515" y="302681"/>
                        <a:pt x="878306" y="302681"/>
                      </a:cubicBezTo>
                      <a:close/>
                      <a:moveTo>
                        <a:pt x="10351" y="300488"/>
                      </a:moveTo>
                      <a:cubicBezTo>
                        <a:pt x="10130" y="300488"/>
                        <a:pt x="9935" y="300317"/>
                        <a:pt x="9922" y="300096"/>
                      </a:cubicBezTo>
                      <a:cubicBezTo>
                        <a:pt x="9837" y="299226"/>
                        <a:pt x="9751" y="298357"/>
                        <a:pt x="9690" y="297475"/>
                      </a:cubicBezTo>
                      <a:cubicBezTo>
                        <a:pt x="9677" y="297230"/>
                        <a:pt x="9849" y="297021"/>
                        <a:pt x="10094" y="297009"/>
                      </a:cubicBezTo>
                      <a:cubicBezTo>
                        <a:pt x="10339" y="296997"/>
                        <a:pt x="10547" y="297168"/>
                        <a:pt x="10559" y="297413"/>
                      </a:cubicBezTo>
                      <a:cubicBezTo>
                        <a:pt x="10621" y="298283"/>
                        <a:pt x="10706" y="299153"/>
                        <a:pt x="10792" y="300010"/>
                      </a:cubicBezTo>
                      <a:cubicBezTo>
                        <a:pt x="10816" y="300255"/>
                        <a:pt x="10645" y="300464"/>
                        <a:pt x="10400" y="300488"/>
                      </a:cubicBezTo>
                      <a:cubicBezTo>
                        <a:pt x="10388" y="300488"/>
                        <a:pt x="10363" y="300488"/>
                        <a:pt x="10351" y="300488"/>
                      </a:cubicBezTo>
                      <a:close/>
                      <a:moveTo>
                        <a:pt x="879409" y="294008"/>
                      </a:moveTo>
                      <a:cubicBezTo>
                        <a:pt x="879409" y="294008"/>
                        <a:pt x="879372" y="294008"/>
                        <a:pt x="879360" y="294008"/>
                      </a:cubicBezTo>
                      <a:cubicBezTo>
                        <a:pt x="879115" y="293983"/>
                        <a:pt x="878956" y="293763"/>
                        <a:pt x="878980" y="293518"/>
                      </a:cubicBezTo>
                      <a:lnTo>
                        <a:pt x="879299" y="290921"/>
                      </a:lnTo>
                      <a:cubicBezTo>
                        <a:pt x="879323" y="290676"/>
                        <a:pt x="879544" y="290505"/>
                        <a:pt x="879789" y="290541"/>
                      </a:cubicBezTo>
                      <a:cubicBezTo>
                        <a:pt x="880034" y="290566"/>
                        <a:pt x="880193" y="290786"/>
                        <a:pt x="880168" y="291031"/>
                      </a:cubicBezTo>
                      <a:lnTo>
                        <a:pt x="879850" y="293640"/>
                      </a:lnTo>
                      <a:cubicBezTo>
                        <a:pt x="879825" y="293861"/>
                        <a:pt x="879629" y="294020"/>
                        <a:pt x="879421" y="294020"/>
                      </a:cubicBezTo>
                      <a:close/>
                      <a:moveTo>
                        <a:pt x="9824" y="291766"/>
                      </a:moveTo>
                      <a:cubicBezTo>
                        <a:pt x="9591" y="291766"/>
                        <a:pt x="9396" y="291583"/>
                        <a:pt x="9383" y="291337"/>
                      </a:cubicBezTo>
                      <a:lnTo>
                        <a:pt x="9298" y="288716"/>
                      </a:lnTo>
                      <a:cubicBezTo>
                        <a:pt x="9298" y="288471"/>
                        <a:pt x="9481" y="288275"/>
                        <a:pt x="9726" y="288263"/>
                      </a:cubicBezTo>
                      <a:cubicBezTo>
                        <a:pt x="9971" y="288263"/>
                        <a:pt x="10167" y="288447"/>
                        <a:pt x="10180" y="288692"/>
                      </a:cubicBezTo>
                      <a:lnTo>
                        <a:pt x="10265" y="291313"/>
                      </a:lnTo>
                      <a:cubicBezTo>
                        <a:pt x="10265" y="291558"/>
                        <a:pt x="10082" y="291754"/>
                        <a:pt x="9837" y="291766"/>
                      </a:cubicBezTo>
                      <a:lnTo>
                        <a:pt x="9824" y="291766"/>
                      </a:lnTo>
                      <a:close/>
                      <a:moveTo>
                        <a:pt x="880450" y="285323"/>
                      </a:moveTo>
                      <a:cubicBezTo>
                        <a:pt x="880450" y="285323"/>
                        <a:pt x="880413" y="285323"/>
                        <a:pt x="880401" y="285323"/>
                      </a:cubicBezTo>
                      <a:cubicBezTo>
                        <a:pt x="880156" y="285298"/>
                        <a:pt x="879985" y="285078"/>
                        <a:pt x="880021" y="284833"/>
                      </a:cubicBezTo>
                      <a:lnTo>
                        <a:pt x="880328" y="282224"/>
                      </a:lnTo>
                      <a:cubicBezTo>
                        <a:pt x="880352" y="281979"/>
                        <a:pt x="880573" y="281819"/>
                        <a:pt x="880818" y="281844"/>
                      </a:cubicBezTo>
                      <a:cubicBezTo>
                        <a:pt x="881063" y="281868"/>
                        <a:pt x="881234" y="282089"/>
                        <a:pt x="881197" y="282334"/>
                      </a:cubicBezTo>
                      <a:lnTo>
                        <a:pt x="880891" y="284943"/>
                      </a:lnTo>
                      <a:cubicBezTo>
                        <a:pt x="880867" y="285164"/>
                        <a:pt x="880671" y="285323"/>
                        <a:pt x="880462" y="285323"/>
                      </a:cubicBezTo>
                      <a:close/>
                      <a:moveTo>
                        <a:pt x="9543" y="283032"/>
                      </a:moveTo>
                      <a:cubicBezTo>
                        <a:pt x="9310" y="283032"/>
                        <a:pt x="9114" y="282848"/>
                        <a:pt x="9102" y="282603"/>
                      </a:cubicBezTo>
                      <a:lnTo>
                        <a:pt x="9016" y="279982"/>
                      </a:lnTo>
                      <a:cubicBezTo>
                        <a:pt x="9016" y="279737"/>
                        <a:pt x="9200" y="279541"/>
                        <a:pt x="9432" y="279529"/>
                      </a:cubicBezTo>
                      <a:cubicBezTo>
                        <a:pt x="9665" y="279517"/>
                        <a:pt x="9873" y="279713"/>
                        <a:pt x="9886" y="279958"/>
                      </a:cubicBezTo>
                      <a:lnTo>
                        <a:pt x="9971" y="282579"/>
                      </a:lnTo>
                      <a:cubicBezTo>
                        <a:pt x="9971" y="282824"/>
                        <a:pt x="9788" y="283020"/>
                        <a:pt x="9555" y="283032"/>
                      </a:cubicBezTo>
                      <a:lnTo>
                        <a:pt x="9543" y="283032"/>
                      </a:lnTo>
                      <a:close/>
                      <a:moveTo>
                        <a:pt x="881455" y="276638"/>
                      </a:moveTo>
                      <a:cubicBezTo>
                        <a:pt x="881455" y="276638"/>
                        <a:pt x="881418" y="276638"/>
                        <a:pt x="881406" y="276638"/>
                      </a:cubicBezTo>
                      <a:cubicBezTo>
                        <a:pt x="881161" y="276613"/>
                        <a:pt x="880989" y="276393"/>
                        <a:pt x="881026" y="276160"/>
                      </a:cubicBezTo>
                      <a:lnTo>
                        <a:pt x="881320" y="273551"/>
                      </a:lnTo>
                      <a:cubicBezTo>
                        <a:pt x="881344" y="273306"/>
                        <a:pt x="881565" y="273134"/>
                        <a:pt x="881798" y="273159"/>
                      </a:cubicBezTo>
                      <a:cubicBezTo>
                        <a:pt x="882042" y="273183"/>
                        <a:pt x="882214" y="273404"/>
                        <a:pt x="882190" y="273637"/>
                      </a:cubicBezTo>
                      <a:lnTo>
                        <a:pt x="881896" y="276246"/>
                      </a:lnTo>
                      <a:cubicBezTo>
                        <a:pt x="881871" y="276466"/>
                        <a:pt x="881687" y="276638"/>
                        <a:pt x="881467" y="276638"/>
                      </a:cubicBezTo>
                      <a:close/>
                      <a:moveTo>
                        <a:pt x="9261" y="274298"/>
                      </a:moveTo>
                      <a:cubicBezTo>
                        <a:pt x="9028" y="274298"/>
                        <a:pt x="8832" y="274114"/>
                        <a:pt x="8820" y="273869"/>
                      </a:cubicBezTo>
                      <a:lnTo>
                        <a:pt x="8734" y="271248"/>
                      </a:lnTo>
                      <a:cubicBezTo>
                        <a:pt x="8734" y="271003"/>
                        <a:pt x="8918" y="270807"/>
                        <a:pt x="9151" y="270795"/>
                      </a:cubicBezTo>
                      <a:cubicBezTo>
                        <a:pt x="9359" y="270770"/>
                        <a:pt x="9591" y="270978"/>
                        <a:pt x="9604" y="271223"/>
                      </a:cubicBezTo>
                      <a:lnTo>
                        <a:pt x="9690" y="273845"/>
                      </a:lnTo>
                      <a:cubicBezTo>
                        <a:pt x="9690" y="274090"/>
                        <a:pt x="9506" y="274286"/>
                        <a:pt x="9273" y="274298"/>
                      </a:cubicBezTo>
                      <a:lnTo>
                        <a:pt x="9261" y="274298"/>
                      </a:lnTo>
                      <a:close/>
                      <a:moveTo>
                        <a:pt x="882398" y="267953"/>
                      </a:moveTo>
                      <a:cubicBezTo>
                        <a:pt x="882398" y="267953"/>
                        <a:pt x="882361" y="267953"/>
                        <a:pt x="882349" y="267953"/>
                      </a:cubicBezTo>
                      <a:cubicBezTo>
                        <a:pt x="882104" y="267928"/>
                        <a:pt x="881932" y="267708"/>
                        <a:pt x="881957" y="267475"/>
                      </a:cubicBezTo>
                      <a:lnTo>
                        <a:pt x="882239" y="264866"/>
                      </a:lnTo>
                      <a:cubicBezTo>
                        <a:pt x="882263" y="264621"/>
                        <a:pt x="882484" y="264449"/>
                        <a:pt x="882716" y="264474"/>
                      </a:cubicBezTo>
                      <a:cubicBezTo>
                        <a:pt x="882961" y="264498"/>
                        <a:pt x="883133" y="264719"/>
                        <a:pt x="883108" y="264952"/>
                      </a:cubicBezTo>
                      <a:lnTo>
                        <a:pt x="882826" y="267561"/>
                      </a:lnTo>
                      <a:cubicBezTo>
                        <a:pt x="882802" y="267781"/>
                        <a:pt x="882618" y="267953"/>
                        <a:pt x="882398" y="267953"/>
                      </a:cubicBezTo>
                      <a:close/>
                      <a:moveTo>
                        <a:pt x="8979" y="265564"/>
                      </a:moveTo>
                      <a:cubicBezTo>
                        <a:pt x="8746" y="265564"/>
                        <a:pt x="8550" y="265380"/>
                        <a:pt x="8538" y="265148"/>
                      </a:cubicBezTo>
                      <a:lnTo>
                        <a:pt x="8452" y="262526"/>
                      </a:lnTo>
                      <a:cubicBezTo>
                        <a:pt x="8452" y="262281"/>
                        <a:pt x="8636" y="262085"/>
                        <a:pt x="8881" y="262073"/>
                      </a:cubicBezTo>
                      <a:cubicBezTo>
                        <a:pt x="9138" y="262073"/>
                        <a:pt x="9322" y="262257"/>
                        <a:pt x="9334" y="262502"/>
                      </a:cubicBezTo>
                      <a:lnTo>
                        <a:pt x="9420" y="265123"/>
                      </a:lnTo>
                      <a:cubicBezTo>
                        <a:pt x="9420" y="265368"/>
                        <a:pt x="9236" y="265564"/>
                        <a:pt x="8991" y="265576"/>
                      </a:cubicBezTo>
                      <a:lnTo>
                        <a:pt x="8979" y="265576"/>
                      </a:lnTo>
                      <a:close/>
                      <a:moveTo>
                        <a:pt x="883304" y="259255"/>
                      </a:moveTo>
                      <a:cubicBezTo>
                        <a:pt x="883304" y="259255"/>
                        <a:pt x="883280" y="259255"/>
                        <a:pt x="883255" y="259255"/>
                      </a:cubicBezTo>
                      <a:cubicBezTo>
                        <a:pt x="883010" y="259231"/>
                        <a:pt x="882839" y="259023"/>
                        <a:pt x="882863" y="258778"/>
                      </a:cubicBezTo>
                      <a:lnTo>
                        <a:pt x="883120" y="256169"/>
                      </a:lnTo>
                      <a:cubicBezTo>
                        <a:pt x="883145" y="255924"/>
                        <a:pt x="883366" y="255752"/>
                        <a:pt x="883598" y="255777"/>
                      </a:cubicBezTo>
                      <a:cubicBezTo>
                        <a:pt x="883843" y="255801"/>
                        <a:pt x="884015" y="256009"/>
                        <a:pt x="883990" y="256254"/>
                      </a:cubicBezTo>
                      <a:lnTo>
                        <a:pt x="883733" y="258863"/>
                      </a:lnTo>
                      <a:cubicBezTo>
                        <a:pt x="883709" y="259084"/>
                        <a:pt x="883525" y="259255"/>
                        <a:pt x="883304" y="259255"/>
                      </a:cubicBezTo>
                      <a:close/>
                      <a:moveTo>
                        <a:pt x="8697" y="256830"/>
                      </a:moveTo>
                      <a:cubicBezTo>
                        <a:pt x="8465" y="256830"/>
                        <a:pt x="8269" y="256646"/>
                        <a:pt x="8256" y="256401"/>
                      </a:cubicBezTo>
                      <a:lnTo>
                        <a:pt x="8171" y="253780"/>
                      </a:lnTo>
                      <a:cubicBezTo>
                        <a:pt x="8171" y="253535"/>
                        <a:pt x="8354" y="253339"/>
                        <a:pt x="8599" y="253327"/>
                      </a:cubicBezTo>
                      <a:cubicBezTo>
                        <a:pt x="8844" y="253351"/>
                        <a:pt x="9040" y="253510"/>
                        <a:pt x="9053" y="253755"/>
                      </a:cubicBezTo>
                      <a:lnTo>
                        <a:pt x="9138" y="256377"/>
                      </a:lnTo>
                      <a:cubicBezTo>
                        <a:pt x="9138" y="256622"/>
                        <a:pt x="8955" y="256818"/>
                        <a:pt x="8722" y="256830"/>
                      </a:cubicBezTo>
                      <a:lnTo>
                        <a:pt x="8710" y="256830"/>
                      </a:lnTo>
                      <a:close/>
                      <a:moveTo>
                        <a:pt x="884162" y="250558"/>
                      </a:moveTo>
                      <a:cubicBezTo>
                        <a:pt x="884162" y="250558"/>
                        <a:pt x="884137" y="250558"/>
                        <a:pt x="884125" y="250558"/>
                      </a:cubicBezTo>
                      <a:cubicBezTo>
                        <a:pt x="883880" y="250534"/>
                        <a:pt x="883709" y="250325"/>
                        <a:pt x="883733" y="250080"/>
                      </a:cubicBezTo>
                      <a:lnTo>
                        <a:pt x="883978" y="247471"/>
                      </a:lnTo>
                      <a:cubicBezTo>
                        <a:pt x="884003" y="247226"/>
                        <a:pt x="884211" y="247067"/>
                        <a:pt x="884456" y="247079"/>
                      </a:cubicBezTo>
                      <a:cubicBezTo>
                        <a:pt x="884701" y="247104"/>
                        <a:pt x="884872" y="247312"/>
                        <a:pt x="884848" y="247557"/>
                      </a:cubicBezTo>
                      <a:lnTo>
                        <a:pt x="884603" y="250166"/>
                      </a:lnTo>
                      <a:cubicBezTo>
                        <a:pt x="884578" y="250387"/>
                        <a:pt x="884394" y="250558"/>
                        <a:pt x="884174" y="250558"/>
                      </a:cubicBezTo>
                      <a:close/>
                      <a:moveTo>
                        <a:pt x="8416" y="248096"/>
                      </a:moveTo>
                      <a:cubicBezTo>
                        <a:pt x="8183" y="248096"/>
                        <a:pt x="7987" y="247912"/>
                        <a:pt x="7975" y="247667"/>
                      </a:cubicBezTo>
                      <a:lnTo>
                        <a:pt x="7889" y="245046"/>
                      </a:lnTo>
                      <a:cubicBezTo>
                        <a:pt x="7889" y="244801"/>
                        <a:pt x="8073" y="244605"/>
                        <a:pt x="8305" y="244593"/>
                      </a:cubicBezTo>
                      <a:cubicBezTo>
                        <a:pt x="8538" y="244617"/>
                        <a:pt x="8746" y="244776"/>
                        <a:pt x="8759" y="245021"/>
                      </a:cubicBezTo>
                      <a:lnTo>
                        <a:pt x="8844" y="247643"/>
                      </a:lnTo>
                      <a:cubicBezTo>
                        <a:pt x="8844" y="247888"/>
                        <a:pt x="8661" y="248084"/>
                        <a:pt x="8428" y="248096"/>
                      </a:cubicBezTo>
                      <a:lnTo>
                        <a:pt x="8416" y="248096"/>
                      </a:lnTo>
                      <a:close/>
                      <a:moveTo>
                        <a:pt x="884958" y="241861"/>
                      </a:moveTo>
                      <a:cubicBezTo>
                        <a:pt x="884958" y="241861"/>
                        <a:pt x="884934" y="241861"/>
                        <a:pt x="884921" y="241861"/>
                      </a:cubicBezTo>
                      <a:cubicBezTo>
                        <a:pt x="884676" y="241836"/>
                        <a:pt x="884505" y="241628"/>
                        <a:pt x="884529" y="241383"/>
                      </a:cubicBezTo>
                      <a:lnTo>
                        <a:pt x="884762" y="238774"/>
                      </a:lnTo>
                      <a:cubicBezTo>
                        <a:pt x="884787" y="238529"/>
                        <a:pt x="884995" y="238370"/>
                        <a:pt x="885240" y="238382"/>
                      </a:cubicBezTo>
                      <a:cubicBezTo>
                        <a:pt x="885485" y="238406"/>
                        <a:pt x="885656" y="238615"/>
                        <a:pt x="885632" y="238860"/>
                      </a:cubicBezTo>
                      <a:lnTo>
                        <a:pt x="885399" y="241469"/>
                      </a:lnTo>
                      <a:cubicBezTo>
                        <a:pt x="885375" y="241702"/>
                        <a:pt x="885191" y="241861"/>
                        <a:pt x="884958" y="241861"/>
                      </a:cubicBezTo>
                      <a:close/>
                      <a:moveTo>
                        <a:pt x="8134" y="239362"/>
                      </a:moveTo>
                      <a:cubicBezTo>
                        <a:pt x="7901" y="239362"/>
                        <a:pt x="7705" y="239178"/>
                        <a:pt x="7693" y="238933"/>
                      </a:cubicBezTo>
                      <a:lnTo>
                        <a:pt x="7607" y="236312"/>
                      </a:lnTo>
                      <a:cubicBezTo>
                        <a:pt x="7607" y="236067"/>
                        <a:pt x="7791" y="235871"/>
                        <a:pt x="8036" y="235858"/>
                      </a:cubicBezTo>
                      <a:cubicBezTo>
                        <a:pt x="8281" y="235858"/>
                        <a:pt x="8477" y="236042"/>
                        <a:pt x="8489" y="236287"/>
                      </a:cubicBezTo>
                      <a:lnTo>
                        <a:pt x="8575" y="238909"/>
                      </a:lnTo>
                      <a:cubicBezTo>
                        <a:pt x="8575" y="239154"/>
                        <a:pt x="8391" y="239350"/>
                        <a:pt x="8158" y="239362"/>
                      </a:cubicBezTo>
                      <a:lnTo>
                        <a:pt x="8146" y="239362"/>
                      </a:lnTo>
                      <a:close/>
                      <a:moveTo>
                        <a:pt x="885717" y="233151"/>
                      </a:moveTo>
                      <a:cubicBezTo>
                        <a:pt x="885717" y="233151"/>
                        <a:pt x="885693" y="233151"/>
                        <a:pt x="885681" y="233151"/>
                      </a:cubicBezTo>
                      <a:cubicBezTo>
                        <a:pt x="885436" y="233127"/>
                        <a:pt x="885264" y="232918"/>
                        <a:pt x="885276" y="232674"/>
                      </a:cubicBezTo>
                      <a:lnTo>
                        <a:pt x="885497" y="230064"/>
                      </a:lnTo>
                      <a:cubicBezTo>
                        <a:pt x="885522" y="229819"/>
                        <a:pt x="885717" y="229648"/>
                        <a:pt x="885963" y="229660"/>
                      </a:cubicBezTo>
                      <a:cubicBezTo>
                        <a:pt x="886207" y="229685"/>
                        <a:pt x="886379" y="229893"/>
                        <a:pt x="886367" y="230126"/>
                      </a:cubicBezTo>
                      <a:lnTo>
                        <a:pt x="886146" y="232735"/>
                      </a:lnTo>
                      <a:cubicBezTo>
                        <a:pt x="886122" y="232968"/>
                        <a:pt x="885938" y="233139"/>
                        <a:pt x="885705" y="233139"/>
                      </a:cubicBezTo>
                      <a:close/>
                      <a:moveTo>
                        <a:pt x="7852" y="230628"/>
                      </a:moveTo>
                      <a:cubicBezTo>
                        <a:pt x="7619" y="230628"/>
                        <a:pt x="7423" y="230444"/>
                        <a:pt x="7411" y="230199"/>
                      </a:cubicBezTo>
                      <a:lnTo>
                        <a:pt x="7325" y="227578"/>
                      </a:lnTo>
                      <a:cubicBezTo>
                        <a:pt x="7325" y="227333"/>
                        <a:pt x="7509" y="227137"/>
                        <a:pt x="7754" y="227124"/>
                      </a:cubicBezTo>
                      <a:cubicBezTo>
                        <a:pt x="7999" y="227124"/>
                        <a:pt x="8195" y="227308"/>
                        <a:pt x="8207" y="227553"/>
                      </a:cubicBezTo>
                      <a:lnTo>
                        <a:pt x="8293" y="230175"/>
                      </a:lnTo>
                      <a:cubicBezTo>
                        <a:pt x="8293" y="230420"/>
                        <a:pt x="8109" y="230616"/>
                        <a:pt x="7864" y="230628"/>
                      </a:cubicBezTo>
                      <a:lnTo>
                        <a:pt x="7852" y="230628"/>
                      </a:lnTo>
                      <a:close/>
                      <a:moveTo>
                        <a:pt x="886416" y="224442"/>
                      </a:moveTo>
                      <a:cubicBezTo>
                        <a:pt x="886416" y="224442"/>
                        <a:pt x="886391" y="224442"/>
                        <a:pt x="886379" y="224442"/>
                      </a:cubicBezTo>
                      <a:cubicBezTo>
                        <a:pt x="886134" y="224429"/>
                        <a:pt x="885963" y="224209"/>
                        <a:pt x="885975" y="223976"/>
                      </a:cubicBezTo>
                      <a:lnTo>
                        <a:pt x="886171" y="221367"/>
                      </a:lnTo>
                      <a:cubicBezTo>
                        <a:pt x="886183" y="221122"/>
                        <a:pt x="886391" y="220938"/>
                        <a:pt x="886636" y="220963"/>
                      </a:cubicBezTo>
                      <a:cubicBezTo>
                        <a:pt x="886881" y="220987"/>
                        <a:pt x="887053" y="221196"/>
                        <a:pt x="887040" y="221428"/>
                      </a:cubicBezTo>
                      <a:lnTo>
                        <a:pt x="886844" y="224037"/>
                      </a:lnTo>
                      <a:cubicBezTo>
                        <a:pt x="886832" y="224270"/>
                        <a:pt x="886636" y="224442"/>
                        <a:pt x="886403" y="224442"/>
                      </a:cubicBezTo>
                      <a:close/>
                      <a:moveTo>
                        <a:pt x="7570" y="221894"/>
                      </a:moveTo>
                      <a:cubicBezTo>
                        <a:pt x="7338" y="221894"/>
                        <a:pt x="7142" y="221710"/>
                        <a:pt x="7129" y="221465"/>
                      </a:cubicBezTo>
                      <a:lnTo>
                        <a:pt x="7044" y="218844"/>
                      </a:lnTo>
                      <a:cubicBezTo>
                        <a:pt x="7044" y="218599"/>
                        <a:pt x="7227" y="218403"/>
                        <a:pt x="7460" y="218390"/>
                      </a:cubicBezTo>
                      <a:cubicBezTo>
                        <a:pt x="7681" y="218378"/>
                        <a:pt x="7901" y="218574"/>
                        <a:pt x="7913" y="218819"/>
                      </a:cubicBezTo>
                      <a:lnTo>
                        <a:pt x="7999" y="221440"/>
                      </a:lnTo>
                      <a:cubicBezTo>
                        <a:pt x="7999" y="221685"/>
                        <a:pt x="7815" y="221882"/>
                        <a:pt x="7583" y="221894"/>
                      </a:cubicBezTo>
                      <a:lnTo>
                        <a:pt x="7570" y="221894"/>
                      </a:lnTo>
                      <a:close/>
                      <a:moveTo>
                        <a:pt x="887065" y="215720"/>
                      </a:moveTo>
                      <a:cubicBezTo>
                        <a:pt x="887065" y="215720"/>
                        <a:pt x="887040" y="215720"/>
                        <a:pt x="887028" y="215720"/>
                      </a:cubicBezTo>
                      <a:cubicBezTo>
                        <a:pt x="886783" y="215708"/>
                        <a:pt x="886612" y="215487"/>
                        <a:pt x="886624" y="215254"/>
                      </a:cubicBezTo>
                      <a:lnTo>
                        <a:pt x="886808" y="212645"/>
                      </a:lnTo>
                      <a:cubicBezTo>
                        <a:pt x="886820" y="212400"/>
                        <a:pt x="887040" y="212229"/>
                        <a:pt x="887273" y="212241"/>
                      </a:cubicBezTo>
                      <a:cubicBezTo>
                        <a:pt x="887518" y="212253"/>
                        <a:pt x="887690" y="212461"/>
                        <a:pt x="887677" y="212706"/>
                      </a:cubicBezTo>
                      <a:lnTo>
                        <a:pt x="887494" y="215328"/>
                      </a:lnTo>
                      <a:cubicBezTo>
                        <a:pt x="887481" y="215561"/>
                        <a:pt x="887285" y="215732"/>
                        <a:pt x="887053" y="215732"/>
                      </a:cubicBezTo>
                      <a:close/>
                      <a:moveTo>
                        <a:pt x="7289" y="213160"/>
                      </a:moveTo>
                      <a:cubicBezTo>
                        <a:pt x="7056" y="213160"/>
                        <a:pt x="6860" y="212976"/>
                        <a:pt x="6848" y="212743"/>
                      </a:cubicBezTo>
                      <a:lnTo>
                        <a:pt x="6762" y="210122"/>
                      </a:lnTo>
                      <a:cubicBezTo>
                        <a:pt x="6762" y="209877"/>
                        <a:pt x="6946" y="209681"/>
                        <a:pt x="7178" y="209668"/>
                      </a:cubicBezTo>
                      <a:cubicBezTo>
                        <a:pt x="7399" y="209668"/>
                        <a:pt x="7619" y="209852"/>
                        <a:pt x="7632" y="210097"/>
                      </a:cubicBezTo>
                      <a:lnTo>
                        <a:pt x="7717" y="212719"/>
                      </a:lnTo>
                      <a:cubicBezTo>
                        <a:pt x="7717" y="212964"/>
                        <a:pt x="7534" y="213160"/>
                        <a:pt x="7301" y="213172"/>
                      </a:cubicBezTo>
                      <a:lnTo>
                        <a:pt x="7289" y="213172"/>
                      </a:lnTo>
                      <a:close/>
                      <a:moveTo>
                        <a:pt x="887665" y="207010"/>
                      </a:moveTo>
                      <a:cubicBezTo>
                        <a:pt x="887665" y="207010"/>
                        <a:pt x="887641" y="207010"/>
                        <a:pt x="887641" y="207010"/>
                      </a:cubicBezTo>
                      <a:cubicBezTo>
                        <a:pt x="887396" y="206998"/>
                        <a:pt x="887212" y="206790"/>
                        <a:pt x="887237" y="206545"/>
                      </a:cubicBezTo>
                      <a:lnTo>
                        <a:pt x="887408" y="203923"/>
                      </a:lnTo>
                      <a:cubicBezTo>
                        <a:pt x="887420" y="203678"/>
                        <a:pt x="887628" y="203495"/>
                        <a:pt x="887873" y="203519"/>
                      </a:cubicBezTo>
                      <a:cubicBezTo>
                        <a:pt x="888118" y="203531"/>
                        <a:pt x="888302" y="203740"/>
                        <a:pt x="888278" y="203985"/>
                      </a:cubicBezTo>
                      <a:lnTo>
                        <a:pt x="888106" y="206606"/>
                      </a:lnTo>
                      <a:cubicBezTo>
                        <a:pt x="888094" y="206839"/>
                        <a:pt x="887898" y="207010"/>
                        <a:pt x="887665" y="207010"/>
                      </a:cubicBezTo>
                      <a:close/>
                      <a:moveTo>
                        <a:pt x="7007" y="204426"/>
                      </a:moveTo>
                      <a:cubicBezTo>
                        <a:pt x="6774" y="204426"/>
                        <a:pt x="6578" y="204242"/>
                        <a:pt x="6566" y="203997"/>
                      </a:cubicBezTo>
                      <a:lnTo>
                        <a:pt x="6480" y="201375"/>
                      </a:lnTo>
                      <a:cubicBezTo>
                        <a:pt x="6480" y="201130"/>
                        <a:pt x="6664" y="200934"/>
                        <a:pt x="6909" y="200922"/>
                      </a:cubicBezTo>
                      <a:cubicBezTo>
                        <a:pt x="7166" y="200947"/>
                        <a:pt x="7350" y="201106"/>
                        <a:pt x="7362" y="201339"/>
                      </a:cubicBezTo>
                      <a:lnTo>
                        <a:pt x="7448" y="203960"/>
                      </a:lnTo>
                      <a:cubicBezTo>
                        <a:pt x="7448" y="204205"/>
                        <a:pt x="7264" y="204401"/>
                        <a:pt x="7019" y="204413"/>
                      </a:cubicBezTo>
                      <a:lnTo>
                        <a:pt x="7007" y="204413"/>
                      </a:lnTo>
                      <a:close/>
                      <a:moveTo>
                        <a:pt x="888216" y="198276"/>
                      </a:moveTo>
                      <a:cubicBezTo>
                        <a:pt x="888216" y="198276"/>
                        <a:pt x="888204" y="198276"/>
                        <a:pt x="888192" y="198276"/>
                      </a:cubicBezTo>
                      <a:cubicBezTo>
                        <a:pt x="887947" y="198264"/>
                        <a:pt x="887763" y="198056"/>
                        <a:pt x="887788" y="197811"/>
                      </a:cubicBezTo>
                      <a:lnTo>
                        <a:pt x="887947" y="195189"/>
                      </a:lnTo>
                      <a:cubicBezTo>
                        <a:pt x="887959" y="194944"/>
                        <a:pt x="888167" y="194761"/>
                        <a:pt x="888412" y="194773"/>
                      </a:cubicBezTo>
                      <a:cubicBezTo>
                        <a:pt x="888657" y="194785"/>
                        <a:pt x="888841" y="194993"/>
                        <a:pt x="888829" y="195238"/>
                      </a:cubicBezTo>
                      <a:lnTo>
                        <a:pt x="888670" y="197860"/>
                      </a:lnTo>
                      <a:cubicBezTo>
                        <a:pt x="888657" y="198092"/>
                        <a:pt x="888461" y="198276"/>
                        <a:pt x="888229" y="198276"/>
                      </a:cubicBezTo>
                      <a:close/>
                      <a:moveTo>
                        <a:pt x="6725" y="195679"/>
                      </a:moveTo>
                      <a:cubicBezTo>
                        <a:pt x="6492" y="195679"/>
                        <a:pt x="6296" y="195496"/>
                        <a:pt x="6284" y="195251"/>
                      </a:cubicBezTo>
                      <a:lnTo>
                        <a:pt x="6198" y="192629"/>
                      </a:lnTo>
                      <a:cubicBezTo>
                        <a:pt x="6198" y="192384"/>
                        <a:pt x="6382" y="192188"/>
                        <a:pt x="6615" y="192176"/>
                      </a:cubicBezTo>
                      <a:cubicBezTo>
                        <a:pt x="6860" y="192151"/>
                        <a:pt x="7056" y="192360"/>
                        <a:pt x="7068" y="192605"/>
                      </a:cubicBezTo>
                      <a:lnTo>
                        <a:pt x="7154" y="195226"/>
                      </a:lnTo>
                      <a:cubicBezTo>
                        <a:pt x="7154" y="195471"/>
                        <a:pt x="6970" y="195667"/>
                        <a:pt x="6737" y="195679"/>
                      </a:cubicBezTo>
                      <a:lnTo>
                        <a:pt x="6725" y="195679"/>
                      </a:lnTo>
                      <a:close/>
                      <a:moveTo>
                        <a:pt x="888706" y="189542"/>
                      </a:moveTo>
                      <a:cubicBezTo>
                        <a:pt x="888706" y="189542"/>
                        <a:pt x="888694" y="189542"/>
                        <a:pt x="888682" y="189542"/>
                      </a:cubicBezTo>
                      <a:cubicBezTo>
                        <a:pt x="888437" y="189530"/>
                        <a:pt x="888253" y="189322"/>
                        <a:pt x="888265" y="189089"/>
                      </a:cubicBezTo>
                      <a:lnTo>
                        <a:pt x="888400" y="186467"/>
                      </a:lnTo>
                      <a:cubicBezTo>
                        <a:pt x="888412" y="186222"/>
                        <a:pt x="888608" y="186027"/>
                        <a:pt x="888853" y="186051"/>
                      </a:cubicBezTo>
                      <a:cubicBezTo>
                        <a:pt x="889098" y="186051"/>
                        <a:pt x="889282" y="186272"/>
                        <a:pt x="889270" y="186504"/>
                      </a:cubicBezTo>
                      <a:lnTo>
                        <a:pt x="889135" y="189126"/>
                      </a:lnTo>
                      <a:cubicBezTo>
                        <a:pt x="889123" y="189358"/>
                        <a:pt x="888927" y="189542"/>
                        <a:pt x="888694" y="189542"/>
                      </a:cubicBezTo>
                      <a:close/>
                      <a:moveTo>
                        <a:pt x="6443" y="186945"/>
                      </a:moveTo>
                      <a:cubicBezTo>
                        <a:pt x="6211" y="186945"/>
                        <a:pt x="6015" y="186761"/>
                        <a:pt x="6002" y="186516"/>
                      </a:cubicBezTo>
                      <a:lnTo>
                        <a:pt x="5917" y="183895"/>
                      </a:lnTo>
                      <a:cubicBezTo>
                        <a:pt x="5917" y="183650"/>
                        <a:pt x="6100" y="183454"/>
                        <a:pt x="6333" y="183442"/>
                      </a:cubicBezTo>
                      <a:cubicBezTo>
                        <a:pt x="6541" y="183442"/>
                        <a:pt x="6774" y="183626"/>
                        <a:pt x="6786" y="183871"/>
                      </a:cubicBezTo>
                      <a:lnTo>
                        <a:pt x="6872" y="186492"/>
                      </a:lnTo>
                      <a:cubicBezTo>
                        <a:pt x="6872" y="186737"/>
                        <a:pt x="6688" y="186933"/>
                        <a:pt x="6456" y="186945"/>
                      </a:cubicBezTo>
                      <a:lnTo>
                        <a:pt x="6443" y="186945"/>
                      </a:lnTo>
                      <a:close/>
                      <a:moveTo>
                        <a:pt x="889147" y="180820"/>
                      </a:moveTo>
                      <a:cubicBezTo>
                        <a:pt x="889147" y="180820"/>
                        <a:pt x="889135" y="180820"/>
                        <a:pt x="889123" y="180820"/>
                      </a:cubicBezTo>
                      <a:cubicBezTo>
                        <a:pt x="888878" y="180820"/>
                        <a:pt x="888694" y="180600"/>
                        <a:pt x="888706" y="180367"/>
                      </a:cubicBezTo>
                      <a:lnTo>
                        <a:pt x="888829" y="177746"/>
                      </a:lnTo>
                      <a:cubicBezTo>
                        <a:pt x="888829" y="177501"/>
                        <a:pt x="889049" y="177329"/>
                        <a:pt x="889282" y="177329"/>
                      </a:cubicBezTo>
                      <a:cubicBezTo>
                        <a:pt x="889527" y="177329"/>
                        <a:pt x="889711" y="177550"/>
                        <a:pt x="889699" y="177782"/>
                      </a:cubicBezTo>
                      <a:lnTo>
                        <a:pt x="889576" y="180404"/>
                      </a:lnTo>
                      <a:cubicBezTo>
                        <a:pt x="889576" y="180637"/>
                        <a:pt x="889368" y="180820"/>
                        <a:pt x="889135" y="180820"/>
                      </a:cubicBezTo>
                      <a:close/>
                      <a:moveTo>
                        <a:pt x="6162" y="178211"/>
                      </a:moveTo>
                      <a:cubicBezTo>
                        <a:pt x="5929" y="178211"/>
                        <a:pt x="5733" y="178027"/>
                        <a:pt x="5721" y="177782"/>
                      </a:cubicBezTo>
                      <a:lnTo>
                        <a:pt x="5635" y="175161"/>
                      </a:lnTo>
                      <a:cubicBezTo>
                        <a:pt x="5635" y="174916"/>
                        <a:pt x="5819" y="174720"/>
                        <a:pt x="6064" y="174708"/>
                      </a:cubicBezTo>
                      <a:cubicBezTo>
                        <a:pt x="6296" y="174708"/>
                        <a:pt x="6505" y="174891"/>
                        <a:pt x="6517" y="175136"/>
                      </a:cubicBezTo>
                      <a:lnTo>
                        <a:pt x="6603" y="177758"/>
                      </a:lnTo>
                      <a:cubicBezTo>
                        <a:pt x="6603" y="178003"/>
                        <a:pt x="6419" y="178199"/>
                        <a:pt x="6174" y="178211"/>
                      </a:cubicBezTo>
                      <a:lnTo>
                        <a:pt x="6162" y="178211"/>
                      </a:lnTo>
                      <a:close/>
                      <a:moveTo>
                        <a:pt x="889527" y="172086"/>
                      </a:moveTo>
                      <a:lnTo>
                        <a:pt x="889515" y="172086"/>
                      </a:lnTo>
                      <a:cubicBezTo>
                        <a:pt x="889270" y="172086"/>
                        <a:pt x="889086" y="171878"/>
                        <a:pt x="889098" y="171633"/>
                      </a:cubicBezTo>
                      <a:lnTo>
                        <a:pt x="889196" y="169012"/>
                      </a:lnTo>
                      <a:cubicBezTo>
                        <a:pt x="889196" y="168767"/>
                        <a:pt x="889405" y="168595"/>
                        <a:pt x="889650" y="168595"/>
                      </a:cubicBezTo>
                      <a:cubicBezTo>
                        <a:pt x="889895" y="168595"/>
                        <a:pt x="890078" y="168803"/>
                        <a:pt x="890066" y="169048"/>
                      </a:cubicBezTo>
                      <a:lnTo>
                        <a:pt x="889968" y="171670"/>
                      </a:lnTo>
                      <a:cubicBezTo>
                        <a:pt x="889968" y="171903"/>
                        <a:pt x="889760" y="172086"/>
                        <a:pt x="889527" y="172086"/>
                      </a:cubicBezTo>
                      <a:close/>
                      <a:moveTo>
                        <a:pt x="5880" y="169477"/>
                      </a:moveTo>
                      <a:cubicBezTo>
                        <a:pt x="5647" y="169477"/>
                        <a:pt x="5451" y="169293"/>
                        <a:pt x="5439" y="169048"/>
                      </a:cubicBezTo>
                      <a:lnTo>
                        <a:pt x="5353" y="166427"/>
                      </a:lnTo>
                      <a:cubicBezTo>
                        <a:pt x="5353" y="166182"/>
                        <a:pt x="5537" y="165986"/>
                        <a:pt x="5782" y="165974"/>
                      </a:cubicBezTo>
                      <a:cubicBezTo>
                        <a:pt x="6027" y="166010"/>
                        <a:pt x="6223" y="166157"/>
                        <a:pt x="6235" y="166402"/>
                      </a:cubicBezTo>
                      <a:lnTo>
                        <a:pt x="6321" y="169024"/>
                      </a:lnTo>
                      <a:cubicBezTo>
                        <a:pt x="6321" y="169269"/>
                        <a:pt x="6137" y="169465"/>
                        <a:pt x="5904" y="169477"/>
                      </a:cubicBezTo>
                      <a:lnTo>
                        <a:pt x="5892" y="169477"/>
                      </a:lnTo>
                      <a:close/>
                      <a:moveTo>
                        <a:pt x="889846" y="163352"/>
                      </a:moveTo>
                      <a:lnTo>
                        <a:pt x="889833" y="163352"/>
                      </a:lnTo>
                      <a:cubicBezTo>
                        <a:pt x="889588" y="163352"/>
                        <a:pt x="889405" y="163144"/>
                        <a:pt x="889417" y="162899"/>
                      </a:cubicBezTo>
                      <a:lnTo>
                        <a:pt x="889503" y="160278"/>
                      </a:lnTo>
                      <a:cubicBezTo>
                        <a:pt x="889503" y="160033"/>
                        <a:pt x="889723" y="159861"/>
                        <a:pt x="889956" y="159849"/>
                      </a:cubicBezTo>
                      <a:cubicBezTo>
                        <a:pt x="890201" y="159849"/>
                        <a:pt x="890385" y="160057"/>
                        <a:pt x="890385" y="160302"/>
                      </a:cubicBezTo>
                      <a:lnTo>
                        <a:pt x="890299" y="162924"/>
                      </a:lnTo>
                      <a:cubicBezTo>
                        <a:pt x="890299" y="163156"/>
                        <a:pt x="890103" y="163340"/>
                        <a:pt x="889858" y="163340"/>
                      </a:cubicBezTo>
                      <a:close/>
                      <a:moveTo>
                        <a:pt x="5598" y="160743"/>
                      </a:moveTo>
                      <a:cubicBezTo>
                        <a:pt x="5365" y="160743"/>
                        <a:pt x="5169" y="160559"/>
                        <a:pt x="5157" y="160314"/>
                      </a:cubicBezTo>
                      <a:lnTo>
                        <a:pt x="5071" y="157693"/>
                      </a:lnTo>
                      <a:cubicBezTo>
                        <a:pt x="5071" y="157448"/>
                        <a:pt x="5255" y="157252"/>
                        <a:pt x="5488" y="157240"/>
                      </a:cubicBezTo>
                      <a:cubicBezTo>
                        <a:pt x="5696" y="157215"/>
                        <a:pt x="5929" y="157423"/>
                        <a:pt x="5941" y="157668"/>
                      </a:cubicBezTo>
                      <a:lnTo>
                        <a:pt x="6027" y="160290"/>
                      </a:lnTo>
                      <a:cubicBezTo>
                        <a:pt x="6027" y="160535"/>
                        <a:pt x="5843" y="160731"/>
                        <a:pt x="5610" y="160743"/>
                      </a:cubicBezTo>
                      <a:lnTo>
                        <a:pt x="5598" y="160743"/>
                      </a:lnTo>
                      <a:close/>
                      <a:moveTo>
                        <a:pt x="890115" y="154618"/>
                      </a:moveTo>
                      <a:lnTo>
                        <a:pt x="890115" y="154618"/>
                      </a:lnTo>
                      <a:cubicBezTo>
                        <a:pt x="889870" y="154618"/>
                        <a:pt x="889686" y="154410"/>
                        <a:pt x="889686" y="154165"/>
                      </a:cubicBezTo>
                      <a:lnTo>
                        <a:pt x="889760" y="151543"/>
                      </a:lnTo>
                      <a:cubicBezTo>
                        <a:pt x="889760" y="151298"/>
                        <a:pt x="889956" y="151139"/>
                        <a:pt x="890213" y="151115"/>
                      </a:cubicBezTo>
                      <a:cubicBezTo>
                        <a:pt x="890458" y="151115"/>
                        <a:pt x="890642" y="151323"/>
                        <a:pt x="890642" y="151568"/>
                      </a:cubicBezTo>
                      <a:lnTo>
                        <a:pt x="890568" y="154189"/>
                      </a:lnTo>
                      <a:cubicBezTo>
                        <a:pt x="890568" y="154422"/>
                        <a:pt x="890372" y="154618"/>
                        <a:pt x="890127" y="154618"/>
                      </a:cubicBezTo>
                      <a:close/>
                      <a:moveTo>
                        <a:pt x="5316" y="152009"/>
                      </a:moveTo>
                      <a:cubicBezTo>
                        <a:pt x="5084" y="152009"/>
                        <a:pt x="4888" y="151825"/>
                        <a:pt x="4875" y="151580"/>
                      </a:cubicBezTo>
                      <a:lnTo>
                        <a:pt x="4790" y="148959"/>
                      </a:lnTo>
                      <a:cubicBezTo>
                        <a:pt x="4790" y="148714"/>
                        <a:pt x="4973" y="148518"/>
                        <a:pt x="5206" y="148506"/>
                      </a:cubicBezTo>
                      <a:cubicBezTo>
                        <a:pt x="5439" y="148506"/>
                        <a:pt x="5647" y="148689"/>
                        <a:pt x="5659" y="148934"/>
                      </a:cubicBezTo>
                      <a:lnTo>
                        <a:pt x="5745" y="151556"/>
                      </a:lnTo>
                      <a:cubicBezTo>
                        <a:pt x="5745" y="151801"/>
                        <a:pt x="5561" y="151997"/>
                        <a:pt x="5329" y="152009"/>
                      </a:cubicBezTo>
                      <a:lnTo>
                        <a:pt x="5316" y="152009"/>
                      </a:lnTo>
                      <a:close/>
                      <a:moveTo>
                        <a:pt x="890323" y="145872"/>
                      </a:moveTo>
                      <a:lnTo>
                        <a:pt x="890323" y="145872"/>
                      </a:lnTo>
                      <a:cubicBezTo>
                        <a:pt x="890078" y="145872"/>
                        <a:pt x="889895" y="145664"/>
                        <a:pt x="889895" y="145431"/>
                      </a:cubicBezTo>
                      <a:lnTo>
                        <a:pt x="889944" y="142809"/>
                      </a:lnTo>
                      <a:cubicBezTo>
                        <a:pt x="889944" y="142564"/>
                        <a:pt x="890140" y="142381"/>
                        <a:pt x="890385" y="142381"/>
                      </a:cubicBezTo>
                      <a:lnTo>
                        <a:pt x="890385" y="142381"/>
                      </a:lnTo>
                      <a:cubicBezTo>
                        <a:pt x="890630" y="142381"/>
                        <a:pt x="890813" y="142589"/>
                        <a:pt x="890813" y="142822"/>
                      </a:cubicBezTo>
                      <a:lnTo>
                        <a:pt x="890764" y="145443"/>
                      </a:lnTo>
                      <a:cubicBezTo>
                        <a:pt x="890764" y="145688"/>
                        <a:pt x="890568" y="145872"/>
                        <a:pt x="890323" y="145872"/>
                      </a:cubicBezTo>
                      <a:close/>
                      <a:moveTo>
                        <a:pt x="5035" y="143263"/>
                      </a:moveTo>
                      <a:cubicBezTo>
                        <a:pt x="4802" y="143263"/>
                        <a:pt x="4606" y="143079"/>
                        <a:pt x="4594" y="142834"/>
                      </a:cubicBezTo>
                      <a:lnTo>
                        <a:pt x="4508" y="140212"/>
                      </a:lnTo>
                      <a:cubicBezTo>
                        <a:pt x="4508" y="139967"/>
                        <a:pt x="4692" y="139771"/>
                        <a:pt x="4937" y="139759"/>
                      </a:cubicBezTo>
                      <a:cubicBezTo>
                        <a:pt x="5182" y="139747"/>
                        <a:pt x="5378" y="139943"/>
                        <a:pt x="5390" y="140188"/>
                      </a:cubicBezTo>
                      <a:lnTo>
                        <a:pt x="5476" y="142809"/>
                      </a:lnTo>
                      <a:cubicBezTo>
                        <a:pt x="5476" y="143054"/>
                        <a:pt x="5292" y="143250"/>
                        <a:pt x="5047" y="143263"/>
                      </a:cubicBezTo>
                      <a:lnTo>
                        <a:pt x="5035" y="143263"/>
                      </a:lnTo>
                      <a:close/>
                      <a:moveTo>
                        <a:pt x="890470" y="137126"/>
                      </a:moveTo>
                      <a:lnTo>
                        <a:pt x="890470" y="137126"/>
                      </a:lnTo>
                      <a:cubicBezTo>
                        <a:pt x="890225" y="137126"/>
                        <a:pt x="890042" y="136930"/>
                        <a:pt x="890042" y="136685"/>
                      </a:cubicBezTo>
                      <a:lnTo>
                        <a:pt x="890078" y="134063"/>
                      </a:lnTo>
                      <a:cubicBezTo>
                        <a:pt x="890078" y="133818"/>
                        <a:pt x="890274" y="133634"/>
                        <a:pt x="890519" y="133634"/>
                      </a:cubicBezTo>
                      <a:lnTo>
                        <a:pt x="890519" y="133634"/>
                      </a:lnTo>
                      <a:cubicBezTo>
                        <a:pt x="890764" y="133634"/>
                        <a:pt x="890948" y="133830"/>
                        <a:pt x="890948" y="134075"/>
                      </a:cubicBezTo>
                      <a:lnTo>
                        <a:pt x="890911" y="136697"/>
                      </a:lnTo>
                      <a:cubicBezTo>
                        <a:pt x="890911" y="136942"/>
                        <a:pt x="890715" y="137126"/>
                        <a:pt x="890470" y="137126"/>
                      </a:cubicBezTo>
                      <a:close/>
                      <a:moveTo>
                        <a:pt x="4753" y="134529"/>
                      </a:moveTo>
                      <a:cubicBezTo>
                        <a:pt x="4520" y="134529"/>
                        <a:pt x="4324" y="134345"/>
                        <a:pt x="4312" y="134100"/>
                      </a:cubicBezTo>
                      <a:lnTo>
                        <a:pt x="4226" y="131478"/>
                      </a:lnTo>
                      <a:cubicBezTo>
                        <a:pt x="4226" y="131233"/>
                        <a:pt x="4410" y="131037"/>
                        <a:pt x="4643" y="131025"/>
                      </a:cubicBezTo>
                      <a:cubicBezTo>
                        <a:pt x="4888" y="131025"/>
                        <a:pt x="5084" y="131209"/>
                        <a:pt x="5096" y="131454"/>
                      </a:cubicBezTo>
                      <a:lnTo>
                        <a:pt x="5182" y="134075"/>
                      </a:lnTo>
                      <a:cubicBezTo>
                        <a:pt x="5182" y="134320"/>
                        <a:pt x="4998" y="134516"/>
                        <a:pt x="4765" y="134529"/>
                      </a:cubicBezTo>
                      <a:lnTo>
                        <a:pt x="4753" y="134529"/>
                      </a:lnTo>
                      <a:close/>
                      <a:moveTo>
                        <a:pt x="890556" y="128404"/>
                      </a:moveTo>
                      <a:lnTo>
                        <a:pt x="890556" y="128404"/>
                      </a:lnTo>
                      <a:cubicBezTo>
                        <a:pt x="890311" y="128404"/>
                        <a:pt x="890115" y="128208"/>
                        <a:pt x="890127" y="127963"/>
                      </a:cubicBezTo>
                      <a:lnTo>
                        <a:pt x="890127" y="125341"/>
                      </a:lnTo>
                      <a:cubicBezTo>
                        <a:pt x="890140" y="125096"/>
                        <a:pt x="890336" y="124900"/>
                        <a:pt x="890581" y="124900"/>
                      </a:cubicBezTo>
                      <a:lnTo>
                        <a:pt x="890581" y="124900"/>
                      </a:lnTo>
                      <a:cubicBezTo>
                        <a:pt x="890826" y="124900"/>
                        <a:pt x="891022" y="125096"/>
                        <a:pt x="891022" y="125341"/>
                      </a:cubicBezTo>
                      <a:lnTo>
                        <a:pt x="891022" y="127963"/>
                      </a:lnTo>
                      <a:cubicBezTo>
                        <a:pt x="891009" y="128208"/>
                        <a:pt x="890813" y="128391"/>
                        <a:pt x="890568" y="128391"/>
                      </a:cubicBezTo>
                      <a:close/>
                      <a:moveTo>
                        <a:pt x="4471" y="125795"/>
                      </a:moveTo>
                      <a:cubicBezTo>
                        <a:pt x="4238" y="125795"/>
                        <a:pt x="4042" y="125611"/>
                        <a:pt x="4030" y="125366"/>
                      </a:cubicBezTo>
                      <a:lnTo>
                        <a:pt x="3944" y="122744"/>
                      </a:lnTo>
                      <a:cubicBezTo>
                        <a:pt x="3944" y="122499"/>
                        <a:pt x="4128" y="122303"/>
                        <a:pt x="4361" y="122291"/>
                      </a:cubicBezTo>
                      <a:cubicBezTo>
                        <a:pt x="4569" y="122267"/>
                        <a:pt x="4802" y="122475"/>
                        <a:pt x="4814" y="122720"/>
                      </a:cubicBezTo>
                      <a:lnTo>
                        <a:pt x="4900" y="125341"/>
                      </a:lnTo>
                      <a:cubicBezTo>
                        <a:pt x="4900" y="125586"/>
                        <a:pt x="4716" y="125782"/>
                        <a:pt x="4483" y="125795"/>
                      </a:cubicBezTo>
                      <a:lnTo>
                        <a:pt x="4471" y="125795"/>
                      </a:lnTo>
                      <a:close/>
                      <a:moveTo>
                        <a:pt x="890581" y="119670"/>
                      </a:moveTo>
                      <a:cubicBezTo>
                        <a:pt x="890336" y="119670"/>
                        <a:pt x="890140" y="119474"/>
                        <a:pt x="890140" y="119229"/>
                      </a:cubicBezTo>
                      <a:lnTo>
                        <a:pt x="890140" y="116607"/>
                      </a:lnTo>
                      <a:cubicBezTo>
                        <a:pt x="890140" y="116362"/>
                        <a:pt x="890323" y="116166"/>
                        <a:pt x="890568" y="116166"/>
                      </a:cubicBezTo>
                      <a:lnTo>
                        <a:pt x="890568" y="116166"/>
                      </a:lnTo>
                      <a:cubicBezTo>
                        <a:pt x="890813" y="116166"/>
                        <a:pt x="891009" y="116362"/>
                        <a:pt x="891009" y="116607"/>
                      </a:cubicBezTo>
                      <a:lnTo>
                        <a:pt x="891009" y="119229"/>
                      </a:lnTo>
                      <a:cubicBezTo>
                        <a:pt x="891009" y="119474"/>
                        <a:pt x="890826" y="119670"/>
                        <a:pt x="890581" y="119670"/>
                      </a:cubicBezTo>
                      <a:close/>
                      <a:moveTo>
                        <a:pt x="4189" y="117060"/>
                      </a:moveTo>
                      <a:cubicBezTo>
                        <a:pt x="3957" y="117060"/>
                        <a:pt x="3761" y="116877"/>
                        <a:pt x="3748" y="116632"/>
                      </a:cubicBezTo>
                      <a:lnTo>
                        <a:pt x="3663" y="114010"/>
                      </a:lnTo>
                      <a:cubicBezTo>
                        <a:pt x="3663" y="113765"/>
                        <a:pt x="3846" y="113569"/>
                        <a:pt x="4091" y="113557"/>
                      </a:cubicBezTo>
                      <a:cubicBezTo>
                        <a:pt x="4349" y="113582"/>
                        <a:pt x="4532" y="113741"/>
                        <a:pt x="4545" y="113974"/>
                      </a:cubicBezTo>
                      <a:lnTo>
                        <a:pt x="4630" y="116595"/>
                      </a:lnTo>
                      <a:cubicBezTo>
                        <a:pt x="4630" y="116840"/>
                        <a:pt x="4447" y="117036"/>
                        <a:pt x="4202" y="117048"/>
                      </a:cubicBezTo>
                      <a:lnTo>
                        <a:pt x="4189" y="117048"/>
                      </a:lnTo>
                      <a:close/>
                      <a:moveTo>
                        <a:pt x="890532" y="110936"/>
                      </a:moveTo>
                      <a:cubicBezTo>
                        <a:pt x="890287" y="110936"/>
                        <a:pt x="890103" y="110740"/>
                        <a:pt x="890091" y="110507"/>
                      </a:cubicBezTo>
                      <a:lnTo>
                        <a:pt x="890066" y="107885"/>
                      </a:lnTo>
                      <a:cubicBezTo>
                        <a:pt x="890066" y="107640"/>
                        <a:pt x="890262" y="107444"/>
                        <a:pt x="890495" y="107444"/>
                      </a:cubicBezTo>
                      <a:lnTo>
                        <a:pt x="890495" y="107444"/>
                      </a:lnTo>
                      <a:cubicBezTo>
                        <a:pt x="890740" y="107444"/>
                        <a:pt x="890924" y="107640"/>
                        <a:pt x="890936" y="107873"/>
                      </a:cubicBezTo>
                      <a:lnTo>
                        <a:pt x="890960" y="110495"/>
                      </a:lnTo>
                      <a:cubicBezTo>
                        <a:pt x="890960" y="110740"/>
                        <a:pt x="890764" y="110936"/>
                        <a:pt x="890532" y="110936"/>
                      </a:cubicBezTo>
                      <a:lnTo>
                        <a:pt x="890532" y="110936"/>
                      </a:lnTo>
                      <a:close/>
                      <a:moveTo>
                        <a:pt x="3908" y="108326"/>
                      </a:moveTo>
                      <a:cubicBezTo>
                        <a:pt x="3675" y="108326"/>
                        <a:pt x="3479" y="108143"/>
                        <a:pt x="3467" y="107898"/>
                      </a:cubicBezTo>
                      <a:lnTo>
                        <a:pt x="3381" y="105276"/>
                      </a:lnTo>
                      <a:cubicBezTo>
                        <a:pt x="3381" y="105031"/>
                        <a:pt x="3565" y="104835"/>
                        <a:pt x="3797" y="104823"/>
                      </a:cubicBezTo>
                      <a:cubicBezTo>
                        <a:pt x="4042" y="104823"/>
                        <a:pt x="4238" y="105007"/>
                        <a:pt x="4251" y="105252"/>
                      </a:cubicBezTo>
                      <a:lnTo>
                        <a:pt x="4336" y="107873"/>
                      </a:lnTo>
                      <a:cubicBezTo>
                        <a:pt x="4336" y="108118"/>
                        <a:pt x="4153" y="108314"/>
                        <a:pt x="3920" y="108326"/>
                      </a:cubicBezTo>
                      <a:lnTo>
                        <a:pt x="3908" y="108326"/>
                      </a:lnTo>
                      <a:close/>
                      <a:moveTo>
                        <a:pt x="890421" y="102202"/>
                      </a:moveTo>
                      <a:cubicBezTo>
                        <a:pt x="890189" y="102202"/>
                        <a:pt x="889993" y="102006"/>
                        <a:pt x="889980" y="101773"/>
                      </a:cubicBezTo>
                      <a:lnTo>
                        <a:pt x="889931" y="99151"/>
                      </a:lnTo>
                      <a:cubicBezTo>
                        <a:pt x="889931" y="98906"/>
                        <a:pt x="890115" y="98710"/>
                        <a:pt x="890360" y="98710"/>
                      </a:cubicBezTo>
                      <a:cubicBezTo>
                        <a:pt x="890593" y="98698"/>
                        <a:pt x="890801" y="98894"/>
                        <a:pt x="890801" y="99139"/>
                      </a:cubicBezTo>
                      <a:lnTo>
                        <a:pt x="890850" y="101761"/>
                      </a:lnTo>
                      <a:cubicBezTo>
                        <a:pt x="890850" y="102006"/>
                        <a:pt x="890666" y="102202"/>
                        <a:pt x="890421" y="102202"/>
                      </a:cubicBezTo>
                      <a:lnTo>
                        <a:pt x="890421" y="102202"/>
                      </a:lnTo>
                      <a:close/>
                      <a:moveTo>
                        <a:pt x="3626" y="99592"/>
                      </a:moveTo>
                      <a:cubicBezTo>
                        <a:pt x="3393" y="99592"/>
                        <a:pt x="3197" y="99409"/>
                        <a:pt x="3185" y="99164"/>
                      </a:cubicBezTo>
                      <a:lnTo>
                        <a:pt x="3099" y="96542"/>
                      </a:lnTo>
                      <a:cubicBezTo>
                        <a:pt x="3099" y="96297"/>
                        <a:pt x="3283" y="96101"/>
                        <a:pt x="3516" y="96089"/>
                      </a:cubicBezTo>
                      <a:cubicBezTo>
                        <a:pt x="3736" y="96089"/>
                        <a:pt x="3957" y="96273"/>
                        <a:pt x="3969" y="96518"/>
                      </a:cubicBezTo>
                      <a:lnTo>
                        <a:pt x="4055" y="99139"/>
                      </a:lnTo>
                      <a:cubicBezTo>
                        <a:pt x="4055" y="99384"/>
                        <a:pt x="3871" y="99580"/>
                        <a:pt x="3638" y="99592"/>
                      </a:cubicBezTo>
                      <a:lnTo>
                        <a:pt x="3626" y="99592"/>
                      </a:lnTo>
                      <a:close/>
                      <a:moveTo>
                        <a:pt x="890238" y="93467"/>
                      </a:moveTo>
                      <a:cubicBezTo>
                        <a:pt x="890005" y="93467"/>
                        <a:pt x="889809" y="93284"/>
                        <a:pt x="889797" y="93039"/>
                      </a:cubicBezTo>
                      <a:lnTo>
                        <a:pt x="889723" y="90417"/>
                      </a:lnTo>
                      <a:cubicBezTo>
                        <a:pt x="889723" y="90172"/>
                        <a:pt x="889907" y="89976"/>
                        <a:pt x="890152" y="89964"/>
                      </a:cubicBezTo>
                      <a:cubicBezTo>
                        <a:pt x="890385" y="89964"/>
                        <a:pt x="890593" y="90148"/>
                        <a:pt x="890605" y="90393"/>
                      </a:cubicBezTo>
                      <a:lnTo>
                        <a:pt x="890679" y="93014"/>
                      </a:lnTo>
                      <a:cubicBezTo>
                        <a:pt x="890679" y="93259"/>
                        <a:pt x="890495" y="93455"/>
                        <a:pt x="890250" y="93467"/>
                      </a:cubicBezTo>
                      <a:lnTo>
                        <a:pt x="890250" y="93467"/>
                      </a:lnTo>
                      <a:close/>
                      <a:moveTo>
                        <a:pt x="3344" y="90858"/>
                      </a:moveTo>
                      <a:cubicBezTo>
                        <a:pt x="3111" y="90858"/>
                        <a:pt x="2915" y="90674"/>
                        <a:pt x="2903" y="90430"/>
                      </a:cubicBezTo>
                      <a:lnTo>
                        <a:pt x="2817" y="87808"/>
                      </a:lnTo>
                      <a:cubicBezTo>
                        <a:pt x="2817" y="87563"/>
                        <a:pt x="3001" y="87367"/>
                        <a:pt x="3246" y="87355"/>
                      </a:cubicBezTo>
                      <a:cubicBezTo>
                        <a:pt x="3479" y="87343"/>
                        <a:pt x="3687" y="87539"/>
                        <a:pt x="3699" y="87784"/>
                      </a:cubicBezTo>
                      <a:lnTo>
                        <a:pt x="3785" y="90405"/>
                      </a:lnTo>
                      <a:cubicBezTo>
                        <a:pt x="3785" y="90650"/>
                        <a:pt x="3601" y="90846"/>
                        <a:pt x="3356" y="90858"/>
                      </a:cubicBezTo>
                      <a:lnTo>
                        <a:pt x="3344" y="90858"/>
                      </a:lnTo>
                      <a:close/>
                      <a:moveTo>
                        <a:pt x="889993" y="84746"/>
                      </a:moveTo>
                      <a:cubicBezTo>
                        <a:pt x="889760" y="84746"/>
                        <a:pt x="889564" y="84562"/>
                        <a:pt x="889552" y="84329"/>
                      </a:cubicBezTo>
                      <a:lnTo>
                        <a:pt x="889466" y="81708"/>
                      </a:lnTo>
                      <a:cubicBezTo>
                        <a:pt x="889466" y="81463"/>
                        <a:pt x="889650" y="81267"/>
                        <a:pt x="889882" y="81254"/>
                      </a:cubicBezTo>
                      <a:cubicBezTo>
                        <a:pt x="890127" y="81279"/>
                        <a:pt x="890323" y="81438"/>
                        <a:pt x="890336" y="81671"/>
                      </a:cubicBezTo>
                      <a:lnTo>
                        <a:pt x="890421" y="84292"/>
                      </a:lnTo>
                      <a:cubicBezTo>
                        <a:pt x="890421" y="84537"/>
                        <a:pt x="890238" y="84733"/>
                        <a:pt x="890005" y="84746"/>
                      </a:cubicBezTo>
                      <a:lnTo>
                        <a:pt x="889993" y="84746"/>
                      </a:lnTo>
                      <a:close/>
                      <a:moveTo>
                        <a:pt x="3062" y="82124"/>
                      </a:moveTo>
                      <a:cubicBezTo>
                        <a:pt x="2830" y="82124"/>
                        <a:pt x="2634" y="81940"/>
                        <a:pt x="2621" y="81695"/>
                      </a:cubicBezTo>
                      <a:lnTo>
                        <a:pt x="2536" y="79074"/>
                      </a:lnTo>
                      <a:cubicBezTo>
                        <a:pt x="2536" y="78829"/>
                        <a:pt x="2719" y="78633"/>
                        <a:pt x="2964" y="78621"/>
                      </a:cubicBezTo>
                      <a:cubicBezTo>
                        <a:pt x="3197" y="78633"/>
                        <a:pt x="3405" y="78804"/>
                        <a:pt x="3418" y="79050"/>
                      </a:cubicBezTo>
                      <a:lnTo>
                        <a:pt x="3503" y="81671"/>
                      </a:lnTo>
                      <a:cubicBezTo>
                        <a:pt x="3503" y="81916"/>
                        <a:pt x="3320" y="82112"/>
                        <a:pt x="3075" y="82124"/>
                      </a:cubicBezTo>
                      <a:lnTo>
                        <a:pt x="3062" y="82124"/>
                      </a:lnTo>
                      <a:close/>
                      <a:moveTo>
                        <a:pt x="889662" y="76012"/>
                      </a:moveTo>
                      <a:cubicBezTo>
                        <a:pt x="889429" y="76012"/>
                        <a:pt x="889233" y="75828"/>
                        <a:pt x="889221" y="75595"/>
                      </a:cubicBezTo>
                      <a:lnTo>
                        <a:pt x="889111" y="72974"/>
                      </a:lnTo>
                      <a:cubicBezTo>
                        <a:pt x="889111" y="72729"/>
                        <a:pt x="889282" y="72533"/>
                        <a:pt x="889527" y="72520"/>
                      </a:cubicBezTo>
                      <a:cubicBezTo>
                        <a:pt x="889772" y="72520"/>
                        <a:pt x="889968" y="72692"/>
                        <a:pt x="889980" y="72937"/>
                      </a:cubicBezTo>
                      <a:lnTo>
                        <a:pt x="890091" y="75558"/>
                      </a:lnTo>
                      <a:cubicBezTo>
                        <a:pt x="890091" y="75803"/>
                        <a:pt x="889919" y="75999"/>
                        <a:pt x="889674" y="76012"/>
                      </a:cubicBezTo>
                      <a:lnTo>
                        <a:pt x="889650" y="76012"/>
                      </a:lnTo>
                      <a:close/>
                      <a:moveTo>
                        <a:pt x="2781" y="73390"/>
                      </a:moveTo>
                      <a:cubicBezTo>
                        <a:pt x="2548" y="73390"/>
                        <a:pt x="2352" y="73206"/>
                        <a:pt x="2340" y="72961"/>
                      </a:cubicBezTo>
                      <a:lnTo>
                        <a:pt x="2254" y="70340"/>
                      </a:lnTo>
                      <a:cubicBezTo>
                        <a:pt x="2254" y="70095"/>
                        <a:pt x="2438" y="69899"/>
                        <a:pt x="2670" y="69887"/>
                      </a:cubicBezTo>
                      <a:cubicBezTo>
                        <a:pt x="2891" y="69874"/>
                        <a:pt x="3111" y="70070"/>
                        <a:pt x="3124" y="70303"/>
                      </a:cubicBezTo>
                      <a:lnTo>
                        <a:pt x="3209" y="72925"/>
                      </a:lnTo>
                      <a:cubicBezTo>
                        <a:pt x="3209" y="73170"/>
                        <a:pt x="3026" y="73366"/>
                        <a:pt x="2793" y="73378"/>
                      </a:cubicBezTo>
                      <a:lnTo>
                        <a:pt x="2781" y="73378"/>
                      </a:lnTo>
                      <a:close/>
                      <a:moveTo>
                        <a:pt x="889270" y="67278"/>
                      </a:moveTo>
                      <a:cubicBezTo>
                        <a:pt x="889037" y="67278"/>
                        <a:pt x="888841" y="67094"/>
                        <a:pt x="888829" y="66861"/>
                      </a:cubicBezTo>
                      <a:lnTo>
                        <a:pt x="888694" y="64240"/>
                      </a:lnTo>
                      <a:cubicBezTo>
                        <a:pt x="888682" y="63995"/>
                        <a:pt x="888866" y="63786"/>
                        <a:pt x="889111" y="63786"/>
                      </a:cubicBezTo>
                      <a:cubicBezTo>
                        <a:pt x="889356" y="63762"/>
                        <a:pt x="889552" y="63958"/>
                        <a:pt x="889576" y="64203"/>
                      </a:cubicBezTo>
                      <a:lnTo>
                        <a:pt x="889711" y="66824"/>
                      </a:lnTo>
                      <a:cubicBezTo>
                        <a:pt x="889711" y="67069"/>
                        <a:pt x="889539" y="67265"/>
                        <a:pt x="889294" y="67278"/>
                      </a:cubicBezTo>
                      <a:cubicBezTo>
                        <a:pt x="889294" y="67278"/>
                        <a:pt x="889282" y="67278"/>
                        <a:pt x="889270" y="67278"/>
                      </a:cubicBezTo>
                      <a:close/>
                      <a:moveTo>
                        <a:pt x="2499" y="64644"/>
                      </a:moveTo>
                      <a:cubicBezTo>
                        <a:pt x="2266" y="64644"/>
                        <a:pt x="2070" y="64460"/>
                        <a:pt x="2058" y="64215"/>
                      </a:cubicBezTo>
                      <a:lnTo>
                        <a:pt x="1972" y="61594"/>
                      </a:lnTo>
                      <a:cubicBezTo>
                        <a:pt x="1972" y="61349"/>
                        <a:pt x="2156" y="61153"/>
                        <a:pt x="2389" y="61140"/>
                      </a:cubicBezTo>
                      <a:cubicBezTo>
                        <a:pt x="2621" y="61140"/>
                        <a:pt x="2830" y="61324"/>
                        <a:pt x="2842" y="61557"/>
                      </a:cubicBezTo>
                      <a:lnTo>
                        <a:pt x="2928" y="64178"/>
                      </a:lnTo>
                      <a:cubicBezTo>
                        <a:pt x="2928" y="64423"/>
                        <a:pt x="2744" y="64619"/>
                        <a:pt x="2511" y="64632"/>
                      </a:cubicBezTo>
                      <a:lnTo>
                        <a:pt x="2499" y="64632"/>
                      </a:lnTo>
                      <a:close/>
                      <a:moveTo>
                        <a:pt x="888792" y="58543"/>
                      </a:moveTo>
                      <a:cubicBezTo>
                        <a:pt x="888559" y="58543"/>
                        <a:pt x="888376" y="58360"/>
                        <a:pt x="888351" y="58127"/>
                      </a:cubicBezTo>
                      <a:lnTo>
                        <a:pt x="888192" y="55518"/>
                      </a:lnTo>
                      <a:cubicBezTo>
                        <a:pt x="888180" y="55273"/>
                        <a:pt x="888363" y="55064"/>
                        <a:pt x="888596" y="55052"/>
                      </a:cubicBezTo>
                      <a:cubicBezTo>
                        <a:pt x="888829" y="55040"/>
                        <a:pt x="889049" y="55224"/>
                        <a:pt x="889062" y="55456"/>
                      </a:cubicBezTo>
                      <a:lnTo>
                        <a:pt x="889221" y="58078"/>
                      </a:lnTo>
                      <a:cubicBezTo>
                        <a:pt x="889233" y="58323"/>
                        <a:pt x="889049" y="58531"/>
                        <a:pt x="888804" y="58543"/>
                      </a:cubicBezTo>
                      <a:cubicBezTo>
                        <a:pt x="888804" y="58543"/>
                        <a:pt x="888792" y="58543"/>
                        <a:pt x="888780" y="58543"/>
                      </a:cubicBezTo>
                      <a:close/>
                      <a:moveTo>
                        <a:pt x="2217" y="55910"/>
                      </a:moveTo>
                      <a:cubicBezTo>
                        <a:pt x="1984" y="55910"/>
                        <a:pt x="1788" y="55726"/>
                        <a:pt x="1776" y="55481"/>
                      </a:cubicBezTo>
                      <a:lnTo>
                        <a:pt x="1690" y="52860"/>
                      </a:lnTo>
                      <a:cubicBezTo>
                        <a:pt x="1690" y="52615"/>
                        <a:pt x="1874" y="52419"/>
                        <a:pt x="2119" y="52406"/>
                      </a:cubicBezTo>
                      <a:cubicBezTo>
                        <a:pt x="2376" y="52406"/>
                        <a:pt x="2560" y="52590"/>
                        <a:pt x="2572" y="52823"/>
                      </a:cubicBezTo>
                      <a:lnTo>
                        <a:pt x="2658" y="55444"/>
                      </a:lnTo>
                      <a:cubicBezTo>
                        <a:pt x="2658" y="55689"/>
                        <a:pt x="2474" y="55885"/>
                        <a:pt x="2229" y="55898"/>
                      </a:cubicBezTo>
                      <a:lnTo>
                        <a:pt x="2217" y="55898"/>
                      </a:lnTo>
                      <a:close/>
                      <a:moveTo>
                        <a:pt x="888241" y="49822"/>
                      </a:moveTo>
                      <a:cubicBezTo>
                        <a:pt x="888008" y="49822"/>
                        <a:pt x="887824" y="49650"/>
                        <a:pt x="887800" y="49417"/>
                      </a:cubicBezTo>
                      <a:lnTo>
                        <a:pt x="887616" y="46808"/>
                      </a:lnTo>
                      <a:cubicBezTo>
                        <a:pt x="887604" y="46563"/>
                        <a:pt x="887775" y="46355"/>
                        <a:pt x="888020" y="46343"/>
                      </a:cubicBezTo>
                      <a:cubicBezTo>
                        <a:pt x="888265" y="46318"/>
                        <a:pt x="888474" y="46502"/>
                        <a:pt x="888486" y="46747"/>
                      </a:cubicBezTo>
                      <a:lnTo>
                        <a:pt x="888670" y="49368"/>
                      </a:lnTo>
                      <a:cubicBezTo>
                        <a:pt x="888682" y="49613"/>
                        <a:pt x="888498" y="49822"/>
                        <a:pt x="888265" y="49834"/>
                      </a:cubicBezTo>
                      <a:cubicBezTo>
                        <a:pt x="888265" y="49834"/>
                        <a:pt x="888241" y="49834"/>
                        <a:pt x="888241" y="49834"/>
                      </a:cubicBezTo>
                      <a:close/>
                      <a:moveTo>
                        <a:pt x="1935" y="47176"/>
                      </a:moveTo>
                      <a:cubicBezTo>
                        <a:pt x="1703" y="47176"/>
                        <a:pt x="1507" y="46992"/>
                        <a:pt x="1494" y="46747"/>
                      </a:cubicBezTo>
                      <a:lnTo>
                        <a:pt x="1409" y="44125"/>
                      </a:lnTo>
                      <a:cubicBezTo>
                        <a:pt x="1409" y="43881"/>
                        <a:pt x="1592" y="43685"/>
                        <a:pt x="1825" y="43672"/>
                      </a:cubicBezTo>
                      <a:cubicBezTo>
                        <a:pt x="2070" y="43672"/>
                        <a:pt x="2266" y="43856"/>
                        <a:pt x="2278" y="44101"/>
                      </a:cubicBezTo>
                      <a:lnTo>
                        <a:pt x="2364" y="46722"/>
                      </a:lnTo>
                      <a:cubicBezTo>
                        <a:pt x="2364" y="46967"/>
                        <a:pt x="2180" y="47163"/>
                        <a:pt x="1948" y="47176"/>
                      </a:cubicBezTo>
                      <a:lnTo>
                        <a:pt x="1935" y="47176"/>
                      </a:lnTo>
                      <a:close/>
                      <a:moveTo>
                        <a:pt x="887604" y="41112"/>
                      </a:moveTo>
                      <a:cubicBezTo>
                        <a:pt x="887384" y="41112"/>
                        <a:pt x="887187" y="40941"/>
                        <a:pt x="887163" y="40708"/>
                      </a:cubicBezTo>
                      <a:lnTo>
                        <a:pt x="886955" y="38099"/>
                      </a:lnTo>
                      <a:cubicBezTo>
                        <a:pt x="886930" y="37854"/>
                        <a:pt x="887114" y="37645"/>
                        <a:pt x="887359" y="37633"/>
                      </a:cubicBezTo>
                      <a:cubicBezTo>
                        <a:pt x="887604" y="37596"/>
                        <a:pt x="887812" y="37792"/>
                        <a:pt x="887824" y="38037"/>
                      </a:cubicBezTo>
                      <a:lnTo>
                        <a:pt x="888033" y="40647"/>
                      </a:lnTo>
                      <a:cubicBezTo>
                        <a:pt x="888057" y="40892"/>
                        <a:pt x="887873" y="41100"/>
                        <a:pt x="887628" y="41112"/>
                      </a:cubicBezTo>
                      <a:cubicBezTo>
                        <a:pt x="887628" y="41112"/>
                        <a:pt x="887604" y="41112"/>
                        <a:pt x="887592" y="41112"/>
                      </a:cubicBezTo>
                      <a:close/>
                      <a:moveTo>
                        <a:pt x="1654" y="38442"/>
                      </a:moveTo>
                      <a:cubicBezTo>
                        <a:pt x="1421" y="38442"/>
                        <a:pt x="1225" y="38258"/>
                        <a:pt x="1213" y="38013"/>
                      </a:cubicBezTo>
                      <a:lnTo>
                        <a:pt x="1127" y="35391"/>
                      </a:lnTo>
                      <a:cubicBezTo>
                        <a:pt x="1127" y="35146"/>
                        <a:pt x="1311" y="34950"/>
                        <a:pt x="1543" y="34938"/>
                      </a:cubicBezTo>
                      <a:cubicBezTo>
                        <a:pt x="1764" y="34938"/>
                        <a:pt x="1984" y="35122"/>
                        <a:pt x="1997" y="35367"/>
                      </a:cubicBezTo>
                      <a:lnTo>
                        <a:pt x="2082" y="37988"/>
                      </a:lnTo>
                      <a:cubicBezTo>
                        <a:pt x="2082" y="38233"/>
                        <a:pt x="1899" y="38429"/>
                        <a:pt x="1666" y="38442"/>
                      </a:cubicBezTo>
                      <a:lnTo>
                        <a:pt x="1654" y="38442"/>
                      </a:lnTo>
                      <a:close/>
                      <a:moveTo>
                        <a:pt x="886881" y="32402"/>
                      </a:moveTo>
                      <a:cubicBezTo>
                        <a:pt x="886661" y="32402"/>
                        <a:pt x="886465" y="32231"/>
                        <a:pt x="886453" y="31998"/>
                      </a:cubicBezTo>
                      <a:lnTo>
                        <a:pt x="886220" y="29389"/>
                      </a:lnTo>
                      <a:cubicBezTo>
                        <a:pt x="886195" y="29144"/>
                        <a:pt x="886379" y="28936"/>
                        <a:pt x="886612" y="28911"/>
                      </a:cubicBezTo>
                      <a:cubicBezTo>
                        <a:pt x="886844" y="28911"/>
                        <a:pt x="887065" y="29071"/>
                        <a:pt x="887090" y="29303"/>
                      </a:cubicBezTo>
                      <a:lnTo>
                        <a:pt x="887322" y="31913"/>
                      </a:lnTo>
                      <a:cubicBezTo>
                        <a:pt x="887347" y="32158"/>
                        <a:pt x="887163" y="32366"/>
                        <a:pt x="886930" y="32390"/>
                      </a:cubicBezTo>
                      <a:cubicBezTo>
                        <a:pt x="886918" y="32390"/>
                        <a:pt x="886906" y="32390"/>
                        <a:pt x="886893" y="32390"/>
                      </a:cubicBezTo>
                      <a:close/>
                      <a:moveTo>
                        <a:pt x="1372" y="29708"/>
                      </a:moveTo>
                      <a:cubicBezTo>
                        <a:pt x="1139" y="29708"/>
                        <a:pt x="943" y="29524"/>
                        <a:pt x="931" y="29279"/>
                      </a:cubicBezTo>
                      <a:lnTo>
                        <a:pt x="845" y="26657"/>
                      </a:lnTo>
                      <a:cubicBezTo>
                        <a:pt x="845" y="26412"/>
                        <a:pt x="1029" y="26216"/>
                        <a:pt x="1274" y="26204"/>
                      </a:cubicBezTo>
                      <a:cubicBezTo>
                        <a:pt x="1519" y="26229"/>
                        <a:pt x="1715" y="26388"/>
                        <a:pt x="1727" y="26633"/>
                      </a:cubicBezTo>
                      <a:lnTo>
                        <a:pt x="1813" y="29254"/>
                      </a:lnTo>
                      <a:cubicBezTo>
                        <a:pt x="1813" y="29499"/>
                        <a:pt x="1629" y="29695"/>
                        <a:pt x="1384" y="29708"/>
                      </a:cubicBezTo>
                      <a:lnTo>
                        <a:pt x="1372" y="29708"/>
                      </a:lnTo>
                      <a:close/>
                      <a:moveTo>
                        <a:pt x="886073" y="23705"/>
                      </a:moveTo>
                      <a:cubicBezTo>
                        <a:pt x="885852" y="23705"/>
                        <a:pt x="885656" y="23534"/>
                        <a:pt x="885644" y="23313"/>
                      </a:cubicBezTo>
                      <a:lnTo>
                        <a:pt x="885387" y="20704"/>
                      </a:lnTo>
                      <a:cubicBezTo>
                        <a:pt x="885362" y="20459"/>
                        <a:pt x="885534" y="20251"/>
                        <a:pt x="885779" y="20226"/>
                      </a:cubicBezTo>
                      <a:cubicBezTo>
                        <a:pt x="886024" y="20202"/>
                        <a:pt x="886232" y="20373"/>
                        <a:pt x="886256" y="20618"/>
                      </a:cubicBezTo>
                      <a:lnTo>
                        <a:pt x="886514" y="23227"/>
                      </a:lnTo>
                      <a:cubicBezTo>
                        <a:pt x="886538" y="23472"/>
                        <a:pt x="886367" y="23681"/>
                        <a:pt x="886122" y="23705"/>
                      </a:cubicBezTo>
                      <a:cubicBezTo>
                        <a:pt x="886109" y="23705"/>
                        <a:pt x="886097" y="23705"/>
                        <a:pt x="886073" y="23705"/>
                      </a:cubicBezTo>
                      <a:close/>
                      <a:moveTo>
                        <a:pt x="1090" y="20974"/>
                      </a:moveTo>
                      <a:cubicBezTo>
                        <a:pt x="857" y="20974"/>
                        <a:pt x="661" y="20790"/>
                        <a:pt x="649" y="20545"/>
                      </a:cubicBezTo>
                      <a:lnTo>
                        <a:pt x="563" y="17923"/>
                      </a:lnTo>
                      <a:cubicBezTo>
                        <a:pt x="563" y="17678"/>
                        <a:pt x="747" y="17482"/>
                        <a:pt x="992" y="17470"/>
                      </a:cubicBezTo>
                      <a:cubicBezTo>
                        <a:pt x="1237" y="17470"/>
                        <a:pt x="1433" y="17654"/>
                        <a:pt x="1445" y="17887"/>
                      </a:cubicBezTo>
                      <a:lnTo>
                        <a:pt x="1531" y="20508"/>
                      </a:lnTo>
                      <a:cubicBezTo>
                        <a:pt x="1531" y="20753"/>
                        <a:pt x="1347" y="20949"/>
                        <a:pt x="1115" y="20961"/>
                      </a:cubicBezTo>
                      <a:lnTo>
                        <a:pt x="1102" y="20961"/>
                      </a:lnTo>
                      <a:close/>
                      <a:moveTo>
                        <a:pt x="885179" y="15008"/>
                      </a:moveTo>
                      <a:cubicBezTo>
                        <a:pt x="884958" y="15008"/>
                        <a:pt x="884774" y="14836"/>
                        <a:pt x="884750" y="14616"/>
                      </a:cubicBezTo>
                      <a:cubicBezTo>
                        <a:pt x="884652" y="13746"/>
                        <a:pt x="884554" y="12876"/>
                        <a:pt x="884468" y="12007"/>
                      </a:cubicBezTo>
                      <a:cubicBezTo>
                        <a:pt x="884444" y="11762"/>
                        <a:pt x="884615" y="11553"/>
                        <a:pt x="884848" y="11529"/>
                      </a:cubicBezTo>
                      <a:cubicBezTo>
                        <a:pt x="885093" y="11504"/>
                        <a:pt x="885301" y="11676"/>
                        <a:pt x="885325" y="11909"/>
                      </a:cubicBezTo>
                      <a:cubicBezTo>
                        <a:pt x="885423" y="12778"/>
                        <a:pt x="885522" y="13648"/>
                        <a:pt x="885607" y="14518"/>
                      </a:cubicBezTo>
                      <a:cubicBezTo>
                        <a:pt x="885632" y="14763"/>
                        <a:pt x="885460" y="14971"/>
                        <a:pt x="885215" y="14996"/>
                      </a:cubicBezTo>
                      <a:cubicBezTo>
                        <a:pt x="885203" y="14996"/>
                        <a:pt x="885179" y="14996"/>
                        <a:pt x="885166" y="14996"/>
                      </a:cubicBezTo>
                      <a:close/>
                      <a:moveTo>
                        <a:pt x="808" y="12239"/>
                      </a:moveTo>
                      <a:cubicBezTo>
                        <a:pt x="576" y="12239"/>
                        <a:pt x="380" y="12056"/>
                        <a:pt x="367" y="11811"/>
                      </a:cubicBezTo>
                      <a:lnTo>
                        <a:pt x="282" y="9189"/>
                      </a:lnTo>
                      <a:cubicBezTo>
                        <a:pt x="282" y="8944"/>
                        <a:pt x="465" y="8748"/>
                        <a:pt x="698" y="8736"/>
                      </a:cubicBezTo>
                      <a:cubicBezTo>
                        <a:pt x="906" y="8712"/>
                        <a:pt x="1139" y="8920"/>
                        <a:pt x="1151" y="9152"/>
                      </a:cubicBezTo>
                      <a:lnTo>
                        <a:pt x="1237" y="11774"/>
                      </a:lnTo>
                      <a:cubicBezTo>
                        <a:pt x="1237" y="12019"/>
                        <a:pt x="1053" y="12215"/>
                        <a:pt x="821" y="12227"/>
                      </a:cubicBezTo>
                      <a:lnTo>
                        <a:pt x="808" y="12227"/>
                      </a:lnTo>
                      <a:close/>
                      <a:moveTo>
                        <a:pt x="884186" y="6323"/>
                      </a:moveTo>
                      <a:cubicBezTo>
                        <a:pt x="883966" y="6323"/>
                        <a:pt x="883782" y="6164"/>
                        <a:pt x="883757" y="5943"/>
                      </a:cubicBezTo>
                      <a:cubicBezTo>
                        <a:pt x="883660" y="5073"/>
                        <a:pt x="883549" y="4204"/>
                        <a:pt x="883439" y="3346"/>
                      </a:cubicBezTo>
                      <a:cubicBezTo>
                        <a:pt x="883415" y="3101"/>
                        <a:pt x="883574" y="2893"/>
                        <a:pt x="883819" y="2856"/>
                      </a:cubicBezTo>
                      <a:cubicBezTo>
                        <a:pt x="884051" y="2819"/>
                        <a:pt x="884272" y="2991"/>
                        <a:pt x="884309" y="3236"/>
                      </a:cubicBezTo>
                      <a:cubicBezTo>
                        <a:pt x="884419" y="4106"/>
                        <a:pt x="884517" y="4975"/>
                        <a:pt x="884627" y="5845"/>
                      </a:cubicBezTo>
                      <a:cubicBezTo>
                        <a:pt x="884652" y="6090"/>
                        <a:pt x="884480" y="6298"/>
                        <a:pt x="884248" y="6335"/>
                      </a:cubicBezTo>
                      <a:cubicBezTo>
                        <a:pt x="884235" y="6335"/>
                        <a:pt x="884211" y="6335"/>
                        <a:pt x="884198" y="6335"/>
                      </a:cubicBezTo>
                      <a:close/>
                      <a:moveTo>
                        <a:pt x="527" y="3505"/>
                      </a:moveTo>
                      <a:cubicBezTo>
                        <a:pt x="294" y="3505"/>
                        <a:pt x="98" y="3322"/>
                        <a:pt x="86" y="3077"/>
                      </a:cubicBezTo>
                      <a:lnTo>
                        <a:pt x="0" y="455"/>
                      </a:lnTo>
                      <a:cubicBezTo>
                        <a:pt x="0" y="210"/>
                        <a:pt x="184" y="14"/>
                        <a:pt x="416" y="2"/>
                      </a:cubicBezTo>
                      <a:cubicBezTo>
                        <a:pt x="649" y="-23"/>
                        <a:pt x="857" y="186"/>
                        <a:pt x="870" y="431"/>
                      </a:cubicBezTo>
                      <a:lnTo>
                        <a:pt x="955" y="3052"/>
                      </a:lnTo>
                      <a:cubicBezTo>
                        <a:pt x="955" y="3297"/>
                        <a:pt x="772" y="3493"/>
                        <a:pt x="539" y="3505"/>
                      </a:cubicBezTo>
                      <a:lnTo>
                        <a:pt x="527" y="3505"/>
                      </a:lnTo>
                      <a:close/>
                      <a:moveTo>
                        <a:pt x="880254" y="884"/>
                      </a:moveTo>
                      <a:lnTo>
                        <a:pt x="877633" y="884"/>
                      </a:lnTo>
                      <a:cubicBezTo>
                        <a:pt x="877388" y="884"/>
                        <a:pt x="877192" y="688"/>
                        <a:pt x="877192" y="443"/>
                      </a:cubicBezTo>
                      <a:cubicBezTo>
                        <a:pt x="877192" y="198"/>
                        <a:pt x="877388" y="2"/>
                        <a:pt x="877633" y="2"/>
                      </a:cubicBezTo>
                      <a:lnTo>
                        <a:pt x="880254" y="2"/>
                      </a:lnTo>
                      <a:cubicBezTo>
                        <a:pt x="880499" y="2"/>
                        <a:pt x="880695" y="198"/>
                        <a:pt x="880695" y="443"/>
                      </a:cubicBezTo>
                      <a:cubicBezTo>
                        <a:pt x="880695" y="688"/>
                        <a:pt x="880499" y="884"/>
                        <a:pt x="880254" y="884"/>
                      </a:cubicBezTo>
                      <a:close/>
                      <a:moveTo>
                        <a:pt x="871520" y="884"/>
                      </a:moveTo>
                      <a:lnTo>
                        <a:pt x="868899" y="884"/>
                      </a:lnTo>
                      <a:cubicBezTo>
                        <a:pt x="868654" y="884"/>
                        <a:pt x="868458" y="688"/>
                        <a:pt x="868458" y="443"/>
                      </a:cubicBezTo>
                      <a:cubicBezTo>
                        <a:pt x="868458" y="198"/>
                        <a:pt x="868654" y="2"/>
                        <a:pt x="868899" y="2"/>
                      </a:cubicBezTo>
                      <a:lnTo>
                        <a:pt x="871520" y="2"/>
                      </a:lnTo>
                      <a:cubicBezTo>
                        <a:pt x="871765" y="2"/>
                        <a:pt x="871961" y="198"/>
                        <a:pt x="871961" y="443"/>
                      </a:cubicBezTo>
                      <a:cubicBezTo>
                        <a:pt x="871961" y="688"/>
                        <a:pt x="871765" y="884"/>
                        <a:pt x="871520" y="884"/>
                      </a:cubicBezTo>
                      <a:close/>
                      <a:moveTo>
                        <a:pt x="862786" y="884"/>
                      </a:moveTo>
                      <a:lnTo>
                        <a:pt x="860164" y="884"/>
                      </a:lnTo>
                      <a:cubicBezTo>
                        <a:pt x="859920" y="884"/>
                        <a:pt x="859724" y="688"/>
                        <a:pt x="859724" y="443"/>
                      </a:cubicBezTo>
                      <a:cubicBezTo>
                        <a:pt x="859724" y="198"/>
                        <a:pt x="859920" y="2"/>
                        <a:pt x="860164" y="2"/>
                      </a:cubicBezTo>
                      <a:lnTo>
                        <a:pt x="862786" y="2"/>
                      </a:lnTo>
                      <a:cubicBezTo>
                        <a:pt x="863031" y="2"/>
                        <a:pt x="863227" y="198"/>
                        <a:pt x="863227" y="443"/>
                      </a:cubicBezTo>
                      <a:cubicBezTo>
                        <a:pt x="863227" y="688"/>
                        <a:pt x="863031" y="884"/>
                        <a:pt x="862786" y="884"/>
                      </a:cubicBezTo>
                      <a:close/>
                      <a:moveTo>
                        <a:pt x="854052" y="884"/>
                      </a:moveTo>
                      <a:lnTo>
                        <a:pt x="851430" y="884"/>
                      </a:lnTo>
                      <a:cubicBezTo>
                        <a:pt x="851185" y="884"/>
                        <a:pt x="850989" y="688"/>
                        <a:pt x="850989" y="443"/>
                      </a:cubicBezTo>
                      <a:cubicBezTo>
                        <a:pt x="850989" y="198"/>
                        <a:pt x="851185" y="2"/>
                        <a:pt x="851430" y="2"/>
                      </a:cubicBezTo>
                      <a:lnTo>
                        <a:pt x="854052" y="2"/>
                      </a:lnTo>
                      <a:cubicBezTo>
                        <a:pt x="854297" y="2"/>
                        <a:pt x="854493" y="198"/>
                        <a:pt x="854493" y="443"/>
                      </a:cubicBezTo>
                      <a:cubicBezTo>
                        <a:pt x="854493" y="688"/>
                        <a:pt x="854297" y="884"/>
                        <a:pt x="854052" y="884"/>
                      </a:cubicBezTo>
                      <a:close/>
                      <a:moveTo>
                        <a:pt x="845318" y="884"/>
                      </a:moveTo>
                      <a:lnTo>
                        <a:pt x="842696" y="884"/>
                      </a:lnTo>
                      <a:cubicBezTo>
                        <a:pt x="842451" y="884"/>
                        <a:pt x="842255" y="688"/>
                        <a:pt x="842255" y="443"/>
                      </a:cubicBezTo>
                      <a:cubicBezTo>
                        <a:pt x="842255" y="198"/>
                        <a:pt x="842451" y="2"/>
                        <a:pt x="842696" y="2"/>
                      </a:cubicBezTo>
                      <a:lnTo>
                        <a:pt x="845318" y="2"/>
                      </a:lnTo>
                      <a:cubicBezTo>
                        <a:pt x="845563" y="2"/>
                        <a:pt x="845759" y="198"/>
                        <a:pt x="845759" y="443"/>
                      </a:cubicBezTo>
                      <a:cubicBezTo>
                        <a:pt x="845759" y="688"/>
                        <a:pt x="845563" y="884"/>
                        <a:pt x="845318" y="884"/>
                      </a:cubicBezTo>
                      <a:close/>
                      <a:moveTo>
                        <a:pt x="836584" y="884"/>
                      </a:moveTo>
                      <a:lnTo>
                        <a:pt x="833962" y="884"/>
                      </a:lnTo>
                      <a:cubicBezTo>
                        <a:pt x="833717" y="884"/>
                        <a:pt x="833521" y="688"/>
                        <a:pt x="833521" y="443"/>
                      </a:cubicBezTo>
                      <a:cubicBezTo>
                        <a:pt x="833521" y="198"/>
                        <a:pt x="833717" y="2"/>
                        <a:pt x="833962" y="2"/>
                      </a:cubicBezTo>
                      <a:lnTo>
                        <a:pt x="836584" y="2"/>
                      </a:lnTo>
                      <a:cubicBezTo>
                        <a:pt x="836829" y="2"/>
                        <a:pt x="837025" y="198"/>
                        <a:pt x="837025" y="443"/>
                      </a:cubicBezTo>
                      <a:cubicBezTo>
                        <a:pt x="837025" y="688"/>
                        <a:pt x="836829" y="884"/>
                        <a:pt x="836584" y="884"/>
                      </a:cubicBezTo>
                      <a:close/>
                      <a:moveTo>
                        <a:pt x="827850" y="884"/>
                      </a:moveTo>
                      <a:lnTo>
                        <a:pt x="825228" y="884"/>
                      </a:lnTo>
                      <a:cubicBezTo>
                        <a:pt x="824983" y="884"/>
                        <a:pt x="824787" y="688"/>
                        <a:pt x="824787" y="443"/>
                      </a:cubicBezTo>
                      <a:cubicBezTo>
                        <a:pt x="824787" y="198"/>
                        <a:pt x="824983" y="2"/>
                        <a:pt x="825228" y="2"/>
                      </a:cubicBezTo>
                      <a:lnTo>
                        <a:pt x="827850" y="2"/>
                      </a:lnTo>
                      <a:cubicBezTo>
                        <a:pt x="828095" y="2"/>
                        <a:pt x="828291" y="198"/>
                        <a:pt x="828291" y="443"/>
                      </a:cubicBezTo>
                      <a:cubicBezTo>
                        <a:pt x="828291" y="688"/>
                        <a:pt x="828095" y="884"/>
                        <a:pt x="827850" y="884"/>
                      </a:cubicBezTo>
                      <a:close/>
                      <a:moveTo>
                        <a:pt x="819116" y="884"/>
                      </a:moveTo>
                      <a:lnTo>
                        <a:pt x="816494" y="884"/>
                      </a:lnTo>
                      <a:cubicBezTo>
                        <a:pt x="816249" y="884"/>
                        <a:pt x="816053" y="688"/>
                        <a:pt x="816053" y="443"/>
                      </a:cubicBezTo>
                      <a:cubicBezTo>
                        <a:pt x="816053" y="198"/>
                        <a:pt x="816249" y="2"/>
                        <a:pt x="816494" y="2"/>
                      </a:cubicBezTo>
                      <a:lnTo>
                        <a:pt x="819116" y="2"/>
                      </a:lnTo>
                      <a:cubicBezTo>
                        <a:pt x="819361" y="2"/>
                        <a:pt x="819557" y="198"/>
                        <a:pt x="819557" y="443"/>
                      </a:cubicBezTo>
                      <a:cubicBezTo>
                        <a:pt x="819557" y="688"/>
                        <a:pt x="819361" y="884"/>
                        <a:pt x="819116" y="884"/>
                      </a:cubicBezTo>
                      <a:close/>
                      <a:moveTo>
                        <a:pt x="810382" y="884"/>
                      </a:moveTo>
                      <a:lnTo>
                        <a:pt x="807760" y="884"/>
                      </a:lnTo>
                      <a:cubicBezTo>
                        <a:pt x="807515" y="884"/>
                        <a:pt x="807319" y="688"/>
                        <a:pt x="807319" y="443"/>
                      </a:cubicBezTo>
                      <a:cubicBezTo>
                        <a:pt x="807319" y="198"/>
                        <a:pt x="807515" y="2"/>
                        <a:pt x="807760" y="2"/>
                      </a:cubicBezTo>
                      <a:lnTo>
                        <a:pt x="810382" y="2"/>
                      </a:lnTo>
                      <a:cubicBezTo>
                        <a:pt x="810627" y="2"/>
                        <a:pt x="810823" y="198"/>
                        <a:pt x="810823" y="443"/>
                      </a:cubicBezTo>
                      <a:cubicBezTo>
                        <a:pt x="810823" y="688"/>
                        <a:pt x="810627" y="884"/>
                        <a:pt x="810382" y="884"/>
                      </a:cubicBezTo>
                      <a:close/>
                      <a:moveTo>
                        <a:pt x="801648" y="884"/>
                      </a:moveTo>
                      <a:lnTo>
                        <a:pt x="799026" y="884"/>
                      </a:lnTo>
                      <a:cubicBezTo>
                        <a:pt x="798781" y="884"/>
                        <a:pt x="798585" y="688"/>
                        <a:pt x="798585" y="443"/>
                      </a:cubicBezTo>
                      <a:cubicBezTo>
                        <a:pt x="798585" y="198"/>
                        <a:pt x="798781" y="2"/>
                        <a:pt x="799026" y="2"/>
                      </a:cubicBezTo>
                      <a:lnTo>
                        <a:pt x="801648" y="2"/>
                      </a:lnTo>
                      <a:cubicBezTo>
                        <a:pt x="801893" y="2"/>
                        <a:pt x="802089" y="198"/>
                        <a:pt x="802089" y="443"/>
                      </a:cubicBezTo>
                      <a:cubicBezTo>
                        <a:pt x="802089" y="688"/>
                        <a:pt x="801893" y="884"/>
                        <a:pt x="801648" y="884"/>
                      </a:cubicBezTo>
                      <a:close/>
                      <a:moveTo>
                        <a:pt x="792914" y="884"/>
                      </a:moveTo>
                      <a:lnTo>
                        <a:pt x="790292" y="884"/>
                      </a:lnTo>
                      <a:cubicBezTo>
                        <a:pt x="790047" y="884"/>
                        <a:pt x="789851" y="688"/>
                        <a:pt x="789851" y="443"/>
                      </a:cubicBezTo>
                      <a:cubicBezTo>
                        <a:pt x="789851" y="198"/>
                        <a:pt x="790047" y="2"/>
                        <a:pt x="790292" y="2"/>
                      </a:cubicBezTo>
                      <a:lnTo>
                        <a:pt x="792914" y="2"/>
                      </a:lnTo>
                      <a:cubicBezTo>
                        <a:pt x="793158" y="2"/>
                        <a:pt x="793354" y="198"/>
                        <a:pt x="793354" y="443"/>
                      </a:cubicBezTo>
                      <a:cubicBezTo>
                        <a:pt x="793354" y="688"/>
                        <a:pt x="793158" y="884"/>
                        <a:pt x="792914" y="884"/>
                      </a:cubicBezTo>
                      <a:close/>
                      <a:moveTo>
                        <a:pt x="784179" y="884"/>
                      </a:moveTo>
                      <a:lnTo>
                        <a:pt x="781558" y="884"/>
                      </a:lnTo>
                      <a:cubicBezTo>
                        <a:pt x="781313" y="884"/>
                        <a:pt x="781117" y="688"/>
                        <a:pt x="781117" y="443"/>
                      </a:cubicBezTo>
                      <a:cubicBezTo>
                        <a:pt x="781117" y="198"/>
                        <a:pt x="781313" y="2"/>
                        <a:pt x="781558" y="2"/>
                      </a:cubicBezTo>
                      <a:lnTo>
                        <a:pt x="784179" y="2"/>
                      </a:lnTo>
                      <a:cubicBezTo>
                        <a:pt x="784424" y="2"/>
                        <a:pt x="784620" y="198"/>
                        <a:pt x="784620" y="443"/>
                      </a:cubicBezTo>
                      <a:cubicBezTo>
                        <a:pt x="784620" y="688"/>
                        <a:pt x="784424" y="884"/>
                        <a:pt x="784179" y="884"/>
                      </a:cubicBezTo>
                      <a:close/>
                      <a:moveTo>
                        <a:pt x="775445" y="884"/>
                      </a:moveTo>
                      <a:lnTo>
                        <a:pt x="772824" y="884"/>
                      </a:lnTo>
                      <a:cubicBezTo>
                        <a:pt x="772579" y="884"/>
                        <a:pt x="772383" y="688"/>
                        <a:pt x="772383" y="443"/>
                      </a:cubicBezTo>
                      <a:cubicBezTo>
                        <a:pt x="772383" y="198"/>
                        <a:pt x="772579" y="2"/>
                        <a:pt x="772824" y="2"/>
                      </a:cubicBezTo>
                      <a:lnTo>
                        <a:pt x="775445" y="2"/>
                      </a:lnTo>
                      <a:cubicBezTo>
                        <a:pt x="775690" y="2"/>
                        <a:pt x="775886" y="198"/>
                        <a:pt x="775886" y="443"/>
                      </a:cubicBezTo>
                      <a:cubicBezTo>
                        <a:pt x="775886" y="688"/>
                        <a:pt x="775690" y="884"/>
                        <a:pt x="775445" y="884"/>
                      </a:cubicBezTo>
                      <a:close/>
                      <a:moveTo>
                        <a:pt x="766711" y="884"/>
                      </a:moveTo>
                      <a:lnTo>
                        <a:pt x="764090" y="884"/>
                      </a:lnTo>
                      <a:cubicBezTo>
                        <a:pt x="763845" y="884"/>
                        <a:pt x="763649" y="688"/>
                        <a:pt x="763649" y="443"/>
                      </a:cubicBezTo>
                      <a:cubicBezTo>
                        <a:pt x="763649" y="198"/>
                        <a:pt x="763845" y="2"/>
                        <a:pt x="764090" y="2"/>
                      </a:cubicBezTo>
                      <a:lnTo>
                        <a:pt x="766711" y="2"/>
                      </a:lnTo>
                      <a:cubicBezTo>
                        <a:pt x="766956" y="2"/>
                        <a:pt x="767152" y="198"/>
                        <a:pt x="767152" y="443"/>
                      </a:cubicBezTo>
                      <a:cubicBezTo>
                        <a:pt x="767152" y="688"/>
                        <a:pt x="766956" y="884"/>
                        <a:pt x="766711" y="884"/>
                      </a:cubicBezTo>
                      <a:close/>
                      <a:moveTo>
                        <a:pt x="757977" y="884"/>
                      </a:moveTo>
                      <a:lnTo>
                        <a:pt x="755356" y="884"/>
                      </a:lnTo>
                      <a:cubicBezTo>
                        <a:pt x="755111" y="884"/>
                        <a:pt x="754915" y="688"/>
                        <a:pt x="754915" y="443"/>
                      </a:cubicBezTo>
                      <a:cubicBezTo>
                        <a:pt x="754915" y="198"/>
                        <a:pt x="755111" y="2"/>
                        <a:pt x="755356" y="2"/>
                      </a:cubicBezTo>
                      <a:lnTo>
                        <a:pt x="757977" y="2"/>
                      </a:lnTo>
                      <a:cubicBezTo>
                        <a:pt x="758222" y="2"/>
                        <a:pt x="758418" y="198"/>
                        <a:pt x="758418" y="443"/>
                      </a:cubicBezTo>
                      <a:cubicBezTo>
                        <a:pt x="758418" y="688"/>
                        <a:pt x="758222" y="884"/>
                        <a:pt x="757977" y="884"/>
                      </a:cubicBezTo>
                      <a:close/>
                      <a:moveTo>
                        <a:pt x="749243" y="884"/>
                      </a:moveTo>
                      <a:lnTo>
                        <a:pt x="746622" y="884"/>
                      </a:lnTo>
                      <a:cubicBezTo>
                        <a:pt x="746377" y="884"/>
                        <a:pt x="746181" y="688"/>
                        <a:pt x="746181" y="443"/>
                      </a:cubicBezTo>
                      <a:cubicBezTo>
                        <a:pt x="746181" y="198"/>
                        <a:pt x="746377" y="2"/>
                        <a:pt x="746622" y="2"/>
                      </a:cubicBezTo>
                      <a:lnTo>
                        <a:pt x="749243" y="2"/>
                      </a:lnTo>
                      <a:cubicBezTo>
                        <a:pt x="749488" y="2"/>
                        <a:pt x="749684" y="198"/>
                        <a:pt x="749684" y="443"/>
                      </a:cubicBezTo>
                      <a:cubicBezTo>
                        <a:pt x="749684" y="688"/>
                        <a:pt x="749488" y="884"/>
                        <a:pt x="749243" y="884"/>
                      </a:cubicBezTo>
                      <a:close/>
                      <a:moveTo>
                        <a:pt x="740509" y="884"/>
                      </a:moveTo>
                      <a:lnTo>
                        <a:pt x="737888" y="884"/>
                      </a:lnTo>
                      <a:cubicBezTo>
                        <a:pt x="737643" y="884"/>
                        <a:pt x="737447" y="688"/>
                        <a:pt x="737447" y="443"/>
                      </a:cubicBezTo>
                      <a:cubicBezTo>
                        <a:pt x="737447" y="198"/>
                        <a:pt x="737643" y="2"/>
                        <a:pt x="737888" y="2"/>
                      </a:cubicBezTo>
                      <a:lnTo>
                        <a:pt x="740509" y="2"/>
                      </a:lnTo>
                      <a:cubicBezTo>
                        <a:pt x="740754" y="2"/>
                        <a:pt x="740950" y="198"/>
                        <a:pt x="740950" y="443"/>
                      </a:cubicBezTo>
                      <a:cubicBezTo>
                        <a:pt x="740950" y="688"/>
                        <a:pt x="740754" y="884"/>
                        <a:pt x="740509" y="884"/>
                      </a:cubicBezTo>
                      <a:close/>
                      <a:moveTo>
                        <a:pt x="731775" y="884"/>
                      </a:moveTo>
                      <a:lnTo>
                        <a:pt x="729154" y="884"/>
                      </a:lnTo>
                      <a:cubicBezTo>
                        <a:pt x="728909" y="884"/>
                        <a:pt x="728713" y="688"/>
                        <a:pt x="728713" y="443"/>
                      </a:cubicBezTo>
                      <a:cubicBezTo>
                        <a:pt x="728713" y="198"/>
                        <a:pt x="728909" y="2"/>
                        <a:pt x="729154" y="2"/>
                      </a:cubicBezTo>
                      <a:lnTo>
                        <a:pt x="731775" y="2"/>
                      </a:lnTo>
                      <a:cubicBezTo>
                        <a:pt x="732020" y="2"/>
                        <a:pt x="732216" y="198"/>
                        <a:pt x="732216" y="443"/>
                      </a:cubicBezTo>
                      <a:cubicBezTo>
                        <a:pt x="732216" y="688"/>
                        <a:pt x="732020" y="884"/>
                        <a:pt x="731775" y="884"/>
                      </a:cubicBezTo>
                      <a:close/>
                      <a:moveTo>
                        <a:pt x="723041" y="884"/>
                      </a:moveTo>
                      <a:lnTo>
                        <a:pt x="720419" y="884"/>
                      </a:lnTo>
                      <a:cubicBezTo>
                        <a:pt x="720175" y="884"/>
                        <a:pt x="719979" y="688"/>
                        <a:pt x="719979" y="443"/>
                      </a:cubicBezTo>
                      <a:cubicBezTo>
                        <a:pt x="719979" y="198"/>
                        <a:pt x="720175" y="2"/>
                        <a:pt x="720419" y="2"/>
                      </a:cubicBezTo>
                      <a:lnTo>
                        <a:pt x="723041" y="2"/>
                      </a:lnTo>
                      <a:cubicBezTo>
                        <a:pt x="723286" y="2"/>
                        <a:pt x="723482" y="198"/>
                        <a:pt x="723482" y="443"/>
                      </a:cubicBezTo>
                      <a:cubicBezTo>
                        <a:pt x="723482" y="688"/>
                        <a:pt x="723286" y="884"/>
                        <a:pt x="723041" y="884"/>
                      </a:cubicBezTo>
                      <a:close/>
                      <a:moveTo>
                        <a:pt x="714307" y="884"/>
                      </a:moveTo>
                      <a:lnTo>
                        <a:pt x="711685" y="884"/>
                      </a:lnTo>
                      <a:cubicBezTo>
                        <a:pt x="711440" y="884"/>
                        <a:pt x="711244" y="688"/>
                        <a:pt x="711244" y="443"/>
                      </a:cubicBezTo>
                      <a:cubicBezTo>
                        <a:pt x="711244" y="198"/>
                        <a:pt x="711440" y="2"/>
                        <a:pt x="711685" y="2"/>
                      </a:cubicBezTo>
                      <a:lnTo>
                        <a:pt x="714307" y="2"/>
                      </a:lnTo>
                      <a:cubicBezTo>
                        <a:pt x="714552" y="2"/>
                        <a:pt x="714748" y="198"/>
                        <a:pt x="714748" y="443"/>
                      </a:cubicBezTo>
                      <a:cubicBezTo>
                        <a:pt x="714748" y="688"/>
                        <a:pt x="714552" y="884"/>
                        <a:pt x="714307" y="884"/>
                      </a:cubicBezTo>
                      <a:close/>
                      <a:moveTo>
                        <a:pt x="705573" y="884"/>
                      </a:moveTo>
                      <a:lnTo>
                        <a:pt x="702951" y="884"/>
                      </a:lnTo>
                      <a:cubicBezTo>
                        <a:pt x="702706" y="884"/>
                        <a:pt x="702510" y="688"/>
                        <a:pt x="702510" y="443"/>
                      </a:cubicBezTo>
                      <a:cubicBezTo>
                        <a:pt x="702510" y="198"/>
                        <a:pt x="702706" y="2"/>
                        <a:pt x="702951" y="2"/>
                      </a:cubicBezTo>
                      <a:lnTo>
                        <a:pt x="705573" y="2"/>
                      </a:lnTo>
                      <a:cubicBezTo>
                        <a:pt x="705818" y="2"/>
                        <a:pt x="706014" y="198"/>
                        <a:pt x="706014" y="443"/>
                      </a:cubicBezTo>
                      <a:cubicBezTo>
                        <a:pt x="706014" y="688"/>
                        <a:pt x="705818" y="884"/>
                        <a:pt x="705573" y="884"/>
                      </a:cubicBezTo>
                      <a:close/>
                      <a:moveTo>
                        <a:pt x="696839" y="884"/>
                      </a:moveTo>
                      <a:lnTo>
                        <a:pt x="694217" y="884"/>
                      </a:lnTo>
                      <a:cubicBezTo>
                        <a:pt x="693972" y="884"/>
                        <a:pt x="693776" y="688"/>
                        <a:pt x="693776" y="443"/>
                      </a:cubicBezTo>
                      <a:cubicBezTo>
                        <a:pt x="693776" y="198"/>
                        <a:pt x="693972" y="2"/>
                        <a:pt x="694217" y="2"/>
                      </a:cubicBezTo>
                      <a:lnTo>
                        <a:pt x="696839" y="2"/>
                      </a:lnTo>
                      <a:cubicBezTo>
                        <a:pt x="697084" y="2"/>
                        <a:pt x="697280" y="198"/>
                        <a:pt x="697280" y="443"/>
                      </a:cubicBezTo>
                      <a:cubicBezTo>
                        <a:pt x="697280" y="688"/>
                        <a:pt x="697084" y="884"/>
                        <a:pt x="696839" y="884"/>
                      </a:cubicBezTo>
                      <a:close/>
                      <a:moveTo>
                        <a:pt x="688105" y="884"/>
                      </a:moveTo>
                      <a:lnTo>
                        <a:pt x="685483" y="884"/>
                      </a:lnTo>
                      <a:cubicBezTo>
                        <a:pt x="685238" y="884"/>
                        <a:pt x="685042" y="688"/>
                        <a:pt x="685042" y="443"/>
                      </a:cubicBezTo>
                      <a:cubicBezTo>
                        <a:pt x="685042" y="198"/>
                        <a:pt x="685238" y="2"/>
                        <a:pt x="685483" y="2"/>
                      </a:cubicBezTo>
                      <a:lnTo>
                        <a:pt x="688105" y="2"/>
                      </a:lnTo>
                      <a:cubicBezTo>
                        <a:pt x="688350" y="2"/>
                        <a:pt x="688546" y="198"/>
                        <a:pt x="688546" y="443"/>
                      </a:cubicBezTo>
                      <a:cubicBezTo>
                        <a:pt x="688546" y="688"/>
                        <a:pt x="688350" y="884"/>
                        <a:pt x="688105" y="884"/>
                      </a:cubicBezTo>
                      <a:close/>
                      <a:moveTo>
                        <a:pt x="679371" y="884"/>
                      </a:moveTo>
                      <a:lnTo>
                        <a:pt x="676749" y="884"/>
                      </a:lnTo>
                      <a:cubicBezTo>
                        <a:pt x="676504" y="884"/>
                        <a:pt x="676308" y="688"/>
                        <a:pt x="676308" y="443"/>
                      </a:cubicBezTo>
                      <a:cubicBezTo>
                        <a:pt x="676308" y="198"/>
                        <a:pt x="676504" y="2"/>
                        <a:pt x="676749" y="2"/>
                      </a:cubicBezTo>
                      <a:lnTo>
                        <a:pt x="679371" y="2"/>
                      </a:lnTo>
                      <a:cubicBezTo>
                        <a:pt x="679616" y="2"/>
                        <a:pt x="679812" y="198"/>
                        <a:pt x="679812" y="443"/>
                      </a:cubicBezTo>
                      <a:cubicBezTo>
                        <a:pt x="679812" y="688"/>
                        <a:pt x="679616" y="884"/>
                        <a:pt x="679371" y="884"/>
                      </a:cubicBezTo>
                      <a:close/>
                      <a:moveTo>
                        <a:pt x="670637" y="884"/>
                      </a:moveTo>
                      <a:lnTo>
                        <a:pt x="668015" y="884"/>
                      </a:lnTo>
                      <a:cubicBezTo>
                        <a:pt x="667770" y="884"/>
                        <a:pt x="667574" y="688"/>
                        <a:pt x="667574" y="443"/>
                      </a:cubicBezTo>
                      <a:cubicBezTo>
                        <a:pt x="667574" y="198"/>
                        <a:pt x="667770" y="2"/>
                        <a:pt x="668015" y="2"/>
                      </a:cubicBezTo>
                      <a:lnTo>
                        <a:pt x="670637" y="2"/>
                      </a:lnTo>
                      <a:cubicBezTo>
                        <a:pt x="670882" y="2"/>
                        <a:pt x="671078" y="198"/>
                        <a:pt x="671078" y="443"/>
                      </a:cubicBezTo>
                      <a:cubicBezTo>
                        <a:pt x="671078" y="688"/>
                        <a:pt x="670882" y="884"/>
                        <a:pt x="670637" y="884"/>
                      </a:cubicBezTo>
                      <a:close/>
                      <a:moveTo>
                        <a:pt x="661902" y="884"/>
                      </a:moveTo>
                      <a:lnTo>
                        <a:pt x="659281" y="884"/>
                      </a:lnTo>
                      <a:cubicBezTo>
                        <a:pt x="659036" y="884"/>
                        <a:pt x="658840" y="688"/>
                        <a:pt x="658840" y="443"/>
                      </a:cubicBezTo>
                      <a:cubicBezTo>
                        <a:pt x="658840" y="198"/>
                        <a:pt x="659036" y="2"/>
                        <a:pt x="659281" y="2"/>
                      </a:cubicBezTo>
                      <a:lnTo>
                        <a:pt x="661902" y="2"/>
                      </a:lnTo>
                      <a:cubicBezTo>
                        <a:pt x="662148" y="2"/>
                        <a:pt x="662343" y="198"/>
                        <a:pt x="662343" y="443"/>
                      </a:cubicBezTo>
                      <a:cubicBezTo>
                        <a:pt x="662343" y="688"/>
                        <a:pt x="662148" y="884"/>
                        <a:pt x="661902" y="884"/>
                      </a:cubicBezTo>
                      <a:close/>
                      <a:moveTo>
                        <a:pt x="653168" y="884"/>
                      </a:moveTo>
                      <a:lnTo>
                        <a:pt x="650547" y="884"/>
                      </a:lnTo>
                      <a:cubicBezTo>
                        <a:pt x="650302" y="884"/>
                        <a:pt x="650106" y="688"/>
                        <a:pt x="650106" y="443"/>
                      </a:cubicBezTo>
                      <a:cubicBezTo>
                        <a:pt x="650106" y="198"/>
                        <a:pt x="650302" y="2"/>
                        <a:pt x="650547" y="2"/>
                      </a:cubicBezTo>
                      <a:lnTo>
                        <a:pt x="653168" y="2"/>
                      </a:lnTo>
                      <a:cubicBezTo>
                        <a:pt x="653413" y="2"/>
                        <a:pt x="653609" y="198"/>
                        <a:pt x="653609" y="443"/>
                      </a:cubicBezTo>
                      <a:cubicBezTo>
                        <a:pt x="653609" y="688"/>
                        <a:pt x="653413" y="884"/>
                        <a:pt x="653168" y="884"/>
                      </a:cubicBezTo>
                      <a:close/>
                      <a:moveTo>
                        <a:pt x="644434" y="884"/>
                      </a:moveTo>
                      <a:lnTo>
                        <a:pt x="641813" y="884"/>
                      </a:lnTo>
                      <a:cubicBezTo>
                        <a:pt x="641568" y="884"/>
                        <a:pt x="641372" y="688"/>
                        <a:pt x="641372" y="443"/>
                      </a:cubicBezTo>
                      <a:cubicBezTo>
                        <a:pt x="641372" y="198"/>
                        <a:pt x="641568" y="2"/>
                        <a:pt x="641813" y="2"/>
                      </a:cubicBezTo>
                      <a:lnTo>
                        <a:pt x="644434" y="2"/>
                      </a:lnTo>
                      <a:cubicBezTo>
                        <a:pt x="644679" y="2"/>
                        <a:pt x="644875" y="198"/>
                        <a:pt x="644875" y="443"/>
                      </a:cubicBezTo>
                      <a:cubicBezTo>
                        <a:pt x="644875" y="688"/>
                        <a:pt x="644679" y="884"/>
                        <a:pt x="644434" y="884"/>
                      </a:cubicBezTo>
                      <a:close/>
                      <a:moveTo>
                        <a:pt x="635700" y="884"/>
                      </a:moveTo>
                      <a:lnTo>
                        <a:pt x="633079" y="884"/>
                      </a:lnTo>
                      <a:cubicBezTo>
                        <a:pt x="632834" y="884"/>
                        <a:pt x="632638" y="688"/>
                        <a:pt x="632638" y="443"/>
                      </a:cubicBezTo>
                      <a:cubicBezTo>
                        <a:pt x="632638" y="198"/>
                        <a:pt x="632834" y="2"/>
                        <a:pt x="633079" y="2"/>
                      </a:cubicBezTo>
                      <a:lnTo>
                        <a:pt x="635700" y="2"/>
                      </a:lnTo>
                      <a:cubicBezTo>
                        <a:pt x="635945" y="2"/>
                        <a:pt x="636141" y="198"/>
                        <a:pt x="636141" y="443"/>
                      </a:cubicBezTo>
                      <a:cubicBezTo>
                        <a:pt x="636141" y="688"/>
                        <a:pt x="635945" y="884"/>
                        <a:pt x="635700" y="884"/>
                      </a:cubicBezTo>
                      <a:close/>
                      <a:moveTo>
                        <a:pt x="626966" y="884"/>
                      </a:moveTo>
                      <a:lnTo>
                        <a:pt x="624345" y="884"/>
                      </a:lnTo>
                      <a:cubicBezTo>
                        <a:pt x="624100" y="884"/>
                        <a:pt x="623904" y="688"/>
                        <a:pt x="623904" y="443"/>
                      </a:cubicBezTo>
                      <a:cubicBezTo>
                        <a:pt x="623904" y="198"/>
                        <a:pt x="624100" y="2"/>
                        <a:pt x="624345" y="2"/>
                      </a:cubicBezTo>
                      <a:lnTo>
                        <a:pt x="626966" y="2"/>
                      </a:lnTo>
                      <a:cubicBezTo>
                        <a:pt x="627211" y="2"/>
                        <a:pt x="627407" y="198"/>
                        <a:pt x="627407" y="443"/>
                      </a:cubicBezTo>
                      <a:cubicBezTo>
                        <a:pt x="627407" y="688"/>
                        <a:pt x="627211" y="884"/>
                        <a:pt x="626966" y="884"/>
                      </a:cubicBezTo>
                      <a:close/>
                      <a:moveTo>
                        <a:pt x="618232" y="884"/>
                      </a:moveTo>
                      <a:lnTo>
                        <a:pt x="615611" y="884"/>
                      </a:lnTo>
                      <a:cubicBezTo>
                        <a:pt x="615366" y="884"/>
                        <a:pt x="615170" y="688"/>
                        <a:pt x="615170" y="443"/>
                      </a:cubicBezTo>
                      <a:cubicBezTo>
                        <a:pt x="615170" y="198"/>
                        <a:pt x="615366" y="2"/>
                        <a:pt x="615611" y="2"/>
                      </a:cubicBezTo>
                      <a:lnTo>
                        <a:pt x="618232" y="2"/>
                      </a:lnTo>
                      <a:cubicBezTo>
                        <a:pt x="618477" y="2"/>
                        <a:pt x="618673" y="198"/>
                        <a:pt x="618673" y="443"/>
                      </a:cubicBezTo>
                      <a:cubicBezTo>
                        <a:pt x="618673" y="688"/>
                        <a:pt x="618477" y="884"/>
                        <a:pt x="618232" y="884"/>
                      </a:cubicBezTo>
                      <a:close/>
                      <a:moveTo>
                        <a:pt x="609498" y="884"/>
                      </a:moveTo>
                      <a:lnTo>
                        <a:pt x="606877" y="884"/>
                      </a:lnTo>
                      <a:cubicBezTo>
                        <a:pt x="606632" y="884"/>
                        <a:pt x="606436" y="688"/>
                        <a:pt x="606436" y="443"/>
                      </a:cubicBezTo>
                      <a:cubicBezTo>
                        <a:pt x="606436" y="198"/>
                        <a:pt x="606632" y="2"/>
                        <a:pt x="606877" y="2"/>
                      </a:cubicBezTo>
                      <a:lnTo>
                        <a:pt x="609498" y="2"/>
                      </a:lnTo>
                      <a:cubicBezTo>
                        <a:pt x="609743" y="2"/>
                        <a:pt x="609939" y="198"/>
                        <a:pt x="609939" y="443"/>
                      </a:cubicBezTo>
                      <a:cubicBezTo>
                        <a:pt x="609939" y="688"/>
                        <a:pt x="609743" y="884"/>
                        <a:pt x="609498" y="884"/>
                      </a:cubicBezTo>
                      <a:close/>
                      <a:moveTo>
                        <a:pt x="600764" y="884"/>
                      </a:moveTo>
                      <a:lnTo>
                        <a:pt x="598143" y="884"/>
                      </a:lnTo>
                      <a:cubicBezTo>
                        <a:pt x="597898" y="884"/>
                        <a:pt x="597702" y="688"/>
                        <a:pt x="597702" y="443"/>
                      </a:cubicBezTo>
                      <a:cubicBezTo>
                        <a:pt x="597702" y="198"/>
                        <a:pt x="597898" y="2"/>
                        <a:pt x="598143" y="2"/>
                      </a:cubicBezTo>
                      <a:lnTo>
                        <a:pt x="600764" y="2"/>
                      </a:lnTo>
                      <a:cubicBezTo>
                        <a:pt x="601009" y="2"/>
                        <a:pt x="601205" y="198"/>
                        <a:pt x="601205" y="443"/>
                      </a:cubicBezTo>
                      <a:cubicBezTo>
                        <a:pt x="601205" y="688"/>
                        <a:pt x="601009" y="884"/>
                        <a:pt x="600764" y="884"/>
                      </a:cubicBezTo>
                      <a:close/>
                      <a:moveTo>
                        <a:pt x="592030" y="884"/>
                      </a:moveTo>
                      <a:lnTo>
                        <a:pt x="589409" y="884"/>
                      </a:lnTo>
                      <a:cubicBezTo>
                        <a:pt x="589163" y="884"/>
                        <a:pt x="588968" y="688"/>
                        <a:pt x="588968" y="443"/>
                      </a:cubicBezTo>
                      <a:cubicBezTo>
                        <a:pt x="588968" y="198"/>
                        <a:pt x="589163" y="2"/>
                        <a:pt x="589409" y="2"/>
                      </a:cubicBezTo>
                      <a:lnTo>
                        <a:pt x="592030" y="2"/>
                      </a:lnTo>
                      <a:cubicBezTo>
                        <a:pt x="592275" y="2"/>
                        <a:pt x="592471" y="198"/>
                        <a:pt x="592471" y="443"/>
                      </a:cubicBezTo>
                      <a:cubicBezTo>
                        <a:pt x="592471" y="688"/>
                        <a:pt x="592275" y="884"/>
                        <a:pt x="592030" y="884"/>
                      </a:cubicBezTo>
                      <a:close/>
                      <a:moveTo>
                        <a:pt x="583296" y="884"/>
                      </a:moveTo>
                      <a:lnTo>
                        <a:pt x="580674" y="884"/>
                      </a:lnTo>
                      <a:cubicBezTo>
                        <a:pt x="580429" y="884"/>
                        <a:pt x="580233" y="688"/>
                        <a:pt x="580233" y="443"/>
                      </a:cubicBezTo>
                      <a:cubicBezTo>
                        <a:pt x="580233" y="198"/>
                        <a:pt x="580429" y="2"/>
                        <a:pt x="580674" y="2"/>
                      </a:cubicBezTo>
                      <a:lnTo>
                        <a:pt x="583296" y="2"/>
                      </a:lnTo>
                      <a:cubicBezTo>
                        <a:pt x="583541" y="2"/>
                        <a:pt x="583737" y="198"/>
                        <a:pt x="583737" y="443"/>
                      </a:cubicBezTo>
                      <a:cubicBezTo>
                        <a:pt x="583737" y="688"/>
                        <a:pt x="583541" y="884"/>
                        <a:pt x="583296" y="884"/>
                      </a:cubicBezTo>
                      <a:close/>
                      <a:moveTo>
                        <a:pt x="574562" y="884"/>
                      </a:moveTo>
                      <a:lnTo>
                        <a:pt x="571940" y="884"/>
                      </a:lnTo>
                      <a:cubicBezTo>
                        <a:pt x="571695" y="884"/>
                        <a:pt x="571499" y="688"/>
                        <a:pt x="571499" y="443"/>
                      </a:cubicBezTo>
                      <a:cubicBezTo>
                        <a:pt x="571499" y="198"/>
                        <a:pt x="571695" y="2"/>
                        <a:pt x="571940" y="2"/>
                      </a:cubicBezTo>
                      <a:lnTo>
                        <a:pt x="574562" y="2"/>
                      </a:lnTo>
                      <a:cubicBezTo>
                        <a:pt x="574807" y="2"/>
                        <a:pt x="575003" y="198"/>
                        <a:pt x="575003" y="443"/>
                      </a:cubicBezTo>
                      <a:cubicBezTo>
                        <a:pt x="575003" y="688"/>
                        <a:pt x="574807" y="884"/>
                        <a:pt x="574562" y="884"/>
                      </a:cubicBezTo>
                      <a:close/>
                      <a:moveTo>
                        <a:pt x="565828" y="884"/>
                      </a:moveTo>
                      <a:lnTo>
                        <a:pt x="563206" y="884"/>
                      </a:lnTo>
                      <a:cubicBezTo>
                        <a:pt x="562961" y="884"/>
                        <a:pt x="562765" y="688"/>
                        <a:pt x="562765" y="443"/>
                      </a:cubicBezTo>
                      <a:cubicBezTo>
                        <a:pt x="562765" y="198"/>
                        <a:pt x="562961" y="2"/>
                        <a:pt x="563206" y="2"/>
                      </a:cubicBezTo>
                      <a:lnTo>
                        <a:pt x="565828" y="2"/>
                      </a:lnTo>
                      <a:cubicBezTo>
                        <a:pt x="566073" y="2"/>
                        <a:pt x="566269" y="198"/>
                        <a:pt x="566269" y="443"/>
                      </a:cubicBezTo>
                      <a:cubicBezTo>
                        <a:pt x="566269" y="688"/>
                        <a:pt x="566073" y="884"/>
                        <a:pt x="565828" y="884"/>
                      </a:cubicBezTo>
                      <a:close/>
                      <a:moveTo>
                        <a:pt x="557094" y="884"/>
                      </a:moveTo>
                      <a:lnTo>
                        <a:pt x="554472" y="884"/>
                      </a:lnTo>
                      <a:cubicBezTo>
                        <a:pt x="554227" y="884"/>
                        <a:pt x="554031" y="688"/>
                        <a:pt x="554031" y="443"/>
                      </a:cubicBezTo>
                      <a:cubicBezTo>
                        <a:pt x="554031" y="198"/>
                        <a:pt x="554227" y="2"/>
                        <a:pt x="554472" y="2"/>
                      </a:cubicBezTo>
                      <a:lnTo>
                        <a:pt x="557094" y="2"/>
                      </a:lnTo>
                      <a:cubicBezTo>
                        <a:pt x="557339" y="2"/>
                        <a:pt x="557535" y="198"/>
                        <a:pt x="557535" y="443"/>
                      </a:cubicBezTo>
                      <a:cubicBezTo>
                        <a:pt x="557535" y="688"/>
                        <a:pt x="557339" y="884"/>
                        <a:pt x="557094" y="884"/>
                      </a:cubicBezTo>
                      <a:close/>
                      <a:moveTo>
                        <a:pt x="548360" y="884"/>
                      </a:moveTo>
                      <a:lnTo>
                        <a:pt x="545738" y="884"/>
                      </a:lnTo>
                      <a:cubicBezTo>
                        <a:pt x="545493" y="884"/>
                        <a:pt x="545297" y="688"/>
                        <a:pt x="545297" y="443"/>
                      </a:cubicBezTo>
                      <a:cubicBezTo>
                        <a:pt x="545297" y="198"/>
                        <a:pt x="545493" y="2"/>
                        <a:pt x="545738" y="2"/>
                      </a:cubicBezTo>
                      <a:lnTo>
                        <a:pt x="548360" y="2"/>
                      </a:lnTo>
                      <a:cubicBezTo>
                        <a:pt x="548605" y="2"/>
                        <a:pt x="548801" y="198"/>
                        <a:pt x="548801" y="443"/>
                      </a:cubicBezTo>
                      <a:cubicBezTo>
                        <a:pt x="548801" y="688"/>
                        <a:pt x="548605" y="884"/>
                        <a:pt x="548360" y="884"/>
                      </a:cubicBezTo>
                      <a:close/>
                      <a:moveTo>
                        <a:pt x="539626" y="884"/>
                      </a:moveTo>
                      <a:lnTo>
                        <a:pt x="537004" y="884"/>
                      </a:lnTo>
                      <a:cubicBezTo>
                        <a:pt x="536759" y="884"/>
                        <a:pt x="536563" y="688"/>
                        <a:pt x="536563" y="443"/>
                      </a:cubicBezTo>
                      <a:cubicBezTo>
                        <a:pt x="536563" y="198"/>
                        <a:pt x="536759" y="2"/>
                        <a:pt x="537004" y="2"/>
                      </a:cubicBezTo>
                      <a:lnTo>
                        <a:pt x="539626" y="2"/>
                      </a:lnTo>
                      <a:cubicBezTo>
                        <a:pt x="539871" y="2"/>
                        <a:pt x="540067" y="198"/>
                        <a:pt x="540067" y="443"/>
                      </a:cubicBezTo>
                      <a:cubicBezTo>
                        <a:pt x="540067" y="688"/>
                        <a:pt x="539871" y="884"/>
                        <a:pt x="539626" y="884"/>
                      </a:cubicBezTo>
                      <a:close/>
                      <a:moveTo>
                        <a:pt x="530892" y="884"/>
                      </a:moveTo>
                      <a:lnTo>
                        <a:pt x="528270" y="884"/>
                      </a:lnTo>
                      <a:cubicBezTo>
                        <a:pt x="528025" y="884"/>
                        <a:pt x="527829" y="688"/>
                        <a:pt x="527829" y="443"/>
                      </a:cubicBezTo>
                      <a:cubicBezTo>
                        <a:pt x="527829" y="198"/>
                        <a:pt x="528025" y="2"/>
                        <a:pt x="528270" y="2"/>
                      </a:cubicBezTo>
                      <a:lnTo>
                        <a:pt x="530892" y="2"/>
                      </a:lnTo>
                      <a:cubicBezTo>
                        <a:pt x="531136" y="2"/>
                        <a:pt x="531333" y="198"/>
                        <a:pt x="531333" y="443"/>
                      </a:cubicBezTo>
                      <a:cubicBezTo>
                        <a:pt x="531333" y="688"/>
                        <a:pt x="531136" y="884"/>
                        <a:pt x="530892" y="884"/>
                      </a:cubicBezTo>
                      <a:close/>
                      <a:moveTo>
                        <a:pt x="522157" y="884"/>
                      </a:moveTo>
                      <a:lnTo>
                        <a:pt x="519536" y="884"/>
                      </a:lnTo>
                      <a:cubicBezTo>
                        <a:pt x="519291" y="884"/>
                        <a:pt x="519095" y="688"/>
                        <a:pt x="519095" y="443"/>
                      </a:cubicBezTo>
                      <a:cubicBezTo>
                        <a:pt x="519095" y="198"/>
                        <a:pt x="519291" y="2"/>
                        <a:pt x="519536" y="2"/>
                      </a:cubicBezTo>
                      <a:lnTo>
                        <a:pt x="522157" y="2"/>
                      </a:lnTo>
                      <a:cubicBezTo>
                        <a:pt x="522402" y="2"/>
                        <a:pt x="522598" y="198"/>
                        <a:pt x="522598" y="443"/>
                      </a:cubicBezTo>
                      <a:cubicBezTo>
                        <a:pt x="522598" y="688"/>
                        <a:pt x="522402" y="884"/>
                        <a:pt x="522157" y="884"/>
                      </a:cubicBezTo>
                      <a:close/>
                      <a:moveTo>
                        <a:pt x="513423" y="884"/>
                      </a:moveTo>
                      <a:lnTo>
                        <a:pt x="510802" y="884"/>
                      </a:lnTo>
                      <a:cubicBezTo>
                        <a:pt x="510557" y="884"/>
                        <a:pt x="510361" y="688"/>
                        <a:pt x="510361" y="443"/>
                      </a:cubicBezTo>
                      <a:cubicBezTo>
                        <a:pt x="510361" y="198"/>
                        <a:pt x="510557" y="2"/>
                        <a:pt x="510802" y="2"/>
                      </a:cubicBezTo>
                      <a:lnTo>
                        <a:pt x="513423" y="2"/>
                      </a:lnTo>
                      <a:cubicBezTo>
                        <a:pt x="513668" y="2"/>
                        <a:pt x="513864" y="198"/>
                        <a:pt x="513864" y="443"/>
                      </a:cubicBezTo>
                      <a:cubicBezTo>
                        <a:pt x="513864" y="688"/>
                        <a:pt x="513668" y="884"/>
                        <a:pt x="513423" y="884"/>
                      </a:cubicBezTo>
                      <a:close/>
                      <a:moveTo>
                        <a:pt x="504689" y="884"/>
                      </a:moveTo>
                      <a:lnTo>
                        <a:pt x="502068" y="884"/>
                      </a:lnTo>
                      <a:cubicBezTo>
                        <a:pt x="501823" y="884"/>
                        <a:pt x="501627" y="688"/>
                        <a:pt x="501627" y="443"/>
                      </a:cubicBezTo>
                      <a:cubicBezTo>
                        <a:pt x="501627" y="198"/>
                        <a:pt x="501823" y="2"/>
                        <a:pt x="502068" y="2"/>
                      </a:cubicBezTo>
                      <a:lnTo>
                        <a:pt x="504689" y="2"/>
                      </a:lnTo>
                      <a:cubicBezTo>
                        <a:pt x="504934" y="2"/>
                        <a:pt x="505130" y="198"/>
                        <a:pt x="505130" y="443"/>
                      </a:cubicBezTo>
                      <a:cubicBezTo>
                        <a:pt x="505130" y="688"/>
                        <a:pt x="504934" y="884"/>
                        <a:pt x="504689" y="884"/>
                      </a:cubicBezTo>
                      <a:close/>
                      <a:moveTo>
                        <a:pt x="495955" y="884"/>
                      </a:moveTo>
                      <a:lnTo>
                        <a:pt x="493334" y="884"/>
                      </a:lnTo>
                      <a:cubicBezTo>
                        <a:pt x="493089" y="884"/>
                        <a:pt x="492893" y="688"/>
                        <a:pt x="492893" y="443"/>
                      </a:cubicBezTo>
                      <a:cubicBezTo>
                        <a:pt x="492893" y="198"/>
                        <a:pt x="493089" y="2"/>
                        <a:pt x="493334" y="2"/>
                      </a:cubicBezTo>
                      <a:lnTo>
                        <a:pt x="495955" y="2"/>
                      </a:lnTo>
                      <a:cubicBezTo>
                        <a:pt x="496200" y="2"/>
                        <a:pt x="496396" y="198"/>
                        <a:pt x="496396" y="443"/>
                      </a:cubicBezTo>
                      <a:cubicBezTo>
                        <a:pt x="496396" y="688"/>
                        <a:pt x="496200" y="884"/>
                        <a:pt x="495955" y="884"/>
                      </a:cubicBezTo>
                      <a:close/>
                      <a:moveTo>
                        <a:pt x="487221" y="884"/>
                      </a:moveTo>
                      <a:lnTo>
                        <a:pt x="484600" y="884"/>
                      </a:lnTo>
                      <a:cubicBezTo>
                        <a:pt x="484355" y="884"/>
                        <a:pt x="484159" y="688"/>
                        <a:pt x="484159" y="443"/>
                      </a:cubicBezTo>
                      <a:cubicBezTo>
                        <a:pt x="484159" y="198"/>
                        <a:pt x="484355" y="2"/>
                        <a:pt x="484600" y="2"/>
                      </a:cubicBezTo>
                      <a:lnTo>
                        <a:pt x="487221" y="2"/>
                      </a:lnTo>
                      <a:cubicBezTo>
                        <a:pt x="487466" y="2"/>
                        <a:pt x="487662" y="198"/>
                        <a:pt x="487662" y="443"/>
                      </a:cubicBezTo>
                      <a:cubicBezTo>
                        <a:pt x="487662" y="688"/>
                        <a:pt x="487466" y="884"/>
                        <a:pt x="487221" y="884"/>
                      </a:cubicBezTo>
                      <a:close/>
                      <a:moveTo>
                        <a:pt x="478487" y="884"/>
                      </a:moveTo>
                      <a:lnTo>
                        <a:pt x="475866" y="884"/>
                      </a:lnTo>
                      <a:cubicBezTo>
                        <a:pt x="475621" y="884"/>
                        <a:pt x="475425" y="688"/>
                        <a:pt x="475425" y="443"/>
                      </a:cubicBezTo>
                      <a:cubicBezTo>
                        <a:pt x="475425" y="198"/>
                        <a:pt x="475621" y="2"/>
                        <a:pt x="475866" y="2"/>
                      </a:cubicBezTo>
                      <a:lnTo>
                        <a:pt x="478487" y="2"/>
                      </a:lnTo>
                      <a:cubicBezTo>
                        <a:pt x="478732" y="2"/>
                        <a:pt x="478928" y="198"/>
                        <a:pt x="478928" y="443"/>
                      </a:cubicBezTo>
                      <a:cubicBezTo>
                        <a:pt x="478928" y="688"/>
                        <a:pt x="478732" y="884"/>
                        <a:pt x="478487" y="884"/>
                      </a:cubicBezTo>
                      <a:close/>
                      <a:moveTo>
                        <a:pt x="469753" y="884"/>
                      </a:moveTo>
                      <a:lnTo>
                        <a:pt x="467132" y="884"/>
                      </a:lnTo>
                      <a:cubicBezTo>
                        <a:pt x="466887" y="884"/>
                        <a:pt x="466691" y="688"/>
                        <a:pt x="466691" y="443"/>
                      </a:cubicBezTo>
                      <a:cubicBezTo>
                        <a:pt x="466691" y="198"/>
                        <a:pt x="466887" y="2"/>
                        <a:pt x="467132" y="2"/>
                      </a:cubicBezTo>
                      <a:lnTo>
                        <a:pt x="469753" y="2"/>
                      </a:lnTo>
                      <a:cubicBezTo>
                        <a:pt x="469998" y="2"/>
                        <a:pt x="470194" y="198"/>
                        <a:pt x="470194" y="443"/>
                      </a:cubicBezTo>
                      <a:cubicBezTo>
                        <a:pt x="470194" y="688"/>
                        <a:pt x="469998" y="884"/>
                        <a:pt x="469753" y="884"/>
                      </a:cubicBezTo>
                      <a:close/>
                      <a:moveTo>
                        <a:pt x="461019" y="884"/>
                      </a:moveTo>
                      <a:lnTo>
                        <a:pt x="458398" y="884"/>
                      </a:lnTo>
                      <a:cubicBezTo>
                        <a:pt x="458153" y="884"/>
                        <a:pt x="457957" y="688"/>
                        <a:pt x="457957" y="443"/>
                      </a:cubicBezTo>
                      <a:cubicBezTo>
                        <a:pt x="457957" y="198"/>
                        <a:pt x="458153" y="2"/>
                        <a:pt x="458398" y="2"/>
                      </a:cubicBezTo>
                      <a:lnTo>
                        <a:pt x="461019" y="2"/>
                      </a:lnTo>
                      <a:cubicBezTo>
                        <a:pt x="461264" y="2"/>
                        <a:pt x="461460" y="198"/>
                        <a:pt x="461460" y="443"/>
                      </a:cubicBezTo>
                      <a:cubicBezTo>
                        <a:pt x="461460" y="688"/>
                        <a:pt x="461264" y="884"/>
                        <a:pt x="461019" y="884"/>
                      </a:cubicBezTo>
                      <a:close/>
                      <a:moveTo>
                        <a:pt x="452285" y="884"/>
                      </a:moveTo>
                      <a:lnTo>
                        <a:pt x="449663" y="884"/>
                      </a:lnTo>
                      <a:cubicBezTo>
                        <a:pt x="449418" y="884"/>
                        <a:pt x="449222" y="688"/>
                        <a:pt x="449222" y="443"/>
                      </a:cubicBezTo>
                      <a:cubicBezTo>
                        <a:pt x="449222" y="198"/>
                        <a:pt x="449418" y="2"/>
                        <a:pt x="449663" y="2"/>
                      </a:cubicBezTo>
                      <a:lnTo>
                        <a:pt x="452285" y="2"/>
                      </a:lnTo>
                      <a:cubicBezTo>
                        <a:pt x="452530" y="2"/>
                        <a:pt x="452726" y="198"/>
                        <a:pt x="452726" y="443"/>
                      </a:cubicBezTo>
                      <a:cubicBezTo>
                        <a:pt x="452726" y="688"/>
                        <a:pt x="452530" y="884"/>
                        <a:pt x="452285" y="884"/>
                      </a:cubicBezTo>
                      <a:close/>
                      <a:moveTo>
                        <a:pt x="443551" y="884"/>
                      </a:moveTo>
                      <a:lnTo>
                        <a:pt x="440929" y="884"/>
                      </a:lnTo>
                      <a:cubicBezTo>
                        <a:pt x="440684" y="884"/>
                        <a:pt x="440488" y="688"/>
                        <a:pt x="440488" y="443"/>
                      </a:cubicBezTo>
                      <a:cubicBezTo>
                        <a:pt x="440488" y="198"/>
                        <a:pt x="440684" y="2"/>
                        <a:pt x="440929" y="2"/>
                      </a:cubicBezTo>
                      <a:lnTo>
                        <a:pt x="443551" y="2"/>
                      </a:lnTo>
                      <a:cubicBezTo>
                        <a:pt x="443796" y="2"/>
                        <a:pt x="443992" y="198"/>
                        <a:pt x="443992" y="443"/>
                      </a:cubicBezTo>
                      <a:cubicBezTo>
                        <a:pt x="443992" y="688"/>
                        <a:pt x="443796" y="884"/>
                        <a:pt x="443551" y="884"/>
                      </a:cubicBezTo>
                      <a:close/>
                      <a:moveTo>
                        <a:pt x="434817" y="884"/>
                      </a:moveTo>
                      <a:lnTo>
                        <a:pt x="432195" y="884"/>
                      </a:lnTo>
                      <a:cubicBezTo>
                        <a:pt x="431950" y="884"/>
                        <a:pt x="431754" y="688"/>
                        <a:pt x="431754" y="443"/>
                      </a:cubicBezTo>
                      <a:cubicBezTo>
                        <a:pt x="431754" y="198"/>
                        <a:pt x="431950" y="2"/>
                        <a:pt x="432195" y="2"/>
                      </a:cubicBezTo>
                      <a:lnTo>
                        <a:pt x="434817" y="2"/>
                      </a:lnTo>
                      <a:cubicBezTo>
                        <a:pt x="435062" y="2"/>
                        <a:pt x="435258" y="198"/>
                        <a:pt x="435258" y="443"/>
                      </a:cubicBezTo>
                      <a:cubicBezTo>
                        <a:pt x="435258" y="688"/>
                        <a:pt x="435062" y="884"/>
                        <a:pt x="434817" y="884"/>
                      </a:cubicBezTo>
                      <a:close/>
                      <a:moveTo>
                        <a:pt x="426083" y="884"/>
                      </a:moveTo>
                      <a:lnTo>
                        <a:pt x="423461" y="884"/>
                      </a:lnTo>
                      <a:cubicBezTo>
                        <a:pt x="423216" y="884"/>
                        <a:pt x="423020" y="688"/>
                        <a:pt x="423020" y="443"/>
                      </a:cubicBezTo>
                      <a:cubicBezTo>
                        <a:pt x="423020" y="198"/>
                        <a:pt x="423216" y="2"/>
                        <a:pt x="423461" y="2"/>
                      </a:cubicBezTo>
                      <a:lnTo>
                        <a:pt x="426083" y="2"/>
                      </a:lnTo>
                      <a:cubicBezTo>
                        <a:pt x="426328" y="2"/>
                        <a:pt x="426524" y="198"/>
                        <a:pt x="426524" y="443"/>
                      </a:cubicBezTo>
                      <a:cubicBezTo>
                        <a:pt x="426524" y="688"/>
                        <a:pt x="426328" y="884"/>
                        <a:pt x="426083" y="884"/>
                      </a:cubicBezTo>
                      <a:close/>
                      <a:moveTo>
                        <a:pt x="417349" y="884"/>
                      </a:moveTo>
                      <a:lnTo>
                        <a:pt x="414727" y="884"/>
                      </a:lnTo>
                      <a:cubicBezTo>
                        <a:pt x="414482" y="884"/>
                        <a:pt x="414286" y="688"/>
                        <a:pt x="414286" y="443"/>
                      </a:cubicBezTo>
                      <a:cubicBezTo>
                        <a:pt x="414286" y="198"/>
                        <a:pt x="414482" y="2"/>
                        <a:pt x="414727" y="2"/>
                      </a:cubicBezTo>
                      <a:lnTo>
                        <a:pt x="417349" y="2"/>
                      </a:lnTo>
                      <a:cubicBezTo>
                        <a:pt x="417594" y="2"/>
                        <a:pt x="417790" y="198"/>
                        <a:pt x="417790" y="443"/>
                      </a:cubicBezTo>
                      <a:cubicBezTo>
                        <a:pt x="417790" y="688"/>
                        <a:pt x="417594" y="884"/>
                        <a:pt x="417349" y="884"/>
                      </a:cubicBezTo>
                      <a:close/>
                      <a:moveTo>
                        <a:pt x="408615" y="884"/>
                      </a:moveTo>
                      <a:lnTo>
                        <a:pt x="405993" y="884"/>
                      </a:lnTo>
                      <a:cubicBezTo>
                        <a:pt x="405748" y="884"/>
                        <a:pt x="405552" y="688"/>
                        <a:pt x="405552" y="443"/>
                      </a:cubicBezTo>
                      <a:cubicBezTo>
                        <a:pt x="405552" y="198"/>
                        <a:pt x="405748" y="2"/>
                        <a:pt x="405993" y="2"/>
                      </a:cubicBezTo>
                      <a:lnTo>
                        <a:pt x="408615" y="2"/>
                      </a:lnTo>
                      <a:cubicBezTo>
                        <a:pt x="408860" y="2"/>
                        <a:pt x="409056" y="198"/>
                        <a:pt x="409056" y="443"/>
                      </a:cubicBezTo>
                      <a:cubicBezTo>
                        <a:pt x="409056" y="688"/>
                        <a:pt x="408860" y="884"/>
                        <a:pt x="408615" y="884"/>
                      </a:cubicBezTo>
                      <a:close/>
                      <a:moveTo>
                        <a:pt x="399881" y="884"/>
                      </a:moveTo>
                      <a:lnTo>
                        <a:pt x="397259" y="884"/>
                      </a:lnTo>
                      <a:cubicBezTo>
                        <a:pt x="397014" y="884"/>
                        <a:pt x="396818" y="688"/>
                        <a:pt x="396818" y="443"/>
                      </a:cubicBezTo>
                      <a:cubicBezTo>
                        <a:pt x="396818" y="198"/>
                        <a:pt x="397014" y="2"/>
                        <a:pt x="397259" y="2"/>
                      </a:cubicBezTo>
                      <a:lnTo>
                        <a:pt x="399881" y="2"/>
                      </a:lnTo>
                      <a:cubicBezTo>
                        <a:pt x="400126" y="2"/>
                        <a:pt x="400322" y="198"/>
                        <a:pt x="400322" y="443"/>
                      </a:cubicBezTo>
                      <a:cubicBezTo>
                        <a:pt x="400322" y="688"/>
                        <a:pt x="400126" y="884"/>
                        <a:pt x="399881" y="884"/>
                      </a:cubicBezTo>
                      <a:close/>
                      <a:moveTo>
                        <a:pt x="391146" y="884"/>
                      </a:moveTo>
                      <a:lnTo>
                        <a:pt x="388525" y="884"/>
                      </a:lnTo>
                      <a:cubicBezTo>
                        <a:pt x="388280" y="884"/>
                        <a:pt x="388084" y="688"/>
                        <a:pt x="388084" y="443"/>
                      </a:cubicBezTo>
                      <a:cubicBezTo>
                        <a:pt x="388084" y="198"/>
                        <a:pt x="388280" y="2"/>
                        <a:pt x="388525" y="2"/>
                      </a:cubicBezTo>
                      <a:lnTo>
                        <a:pt x="391146" y="2"/>
                      </a:lnTo>
                      <a:cubicBezTo>
                        <a:pt x="391391" y="2"/>
                        <a:pt x="391587" y="198"/>
                        <a:pt x="391587" y="443"/>
                      </a:cubicBezTo>
                      <a:cubicBezTo>
                        <a:pt x="391587" y="688"/>
                        <a:pt x="391391" y="884"/>
                        <a:pt x="391146" y="884"/>
                      </a:cubicBezTo>
                      <a:close/>
                      <a:moveTo>
                        <a:pt x="382412" y="884"/>
                      </a:moveTo>
                      <a:lnTo>
                        <a:pt x="379791" y="884"/>
                      </a:lnTo>
                      <a:cubicBezTo>
                        <a:pt x="379546" y="884"/>
                        <a:pt x="379350" y="688"/>
                        <a:pt x="379350" y="443"/>
                      </a:cubicBezTo>
                      <a:cubicBezTo>
                        <a:pt x="379350" y="198"/>
                        <a:pt x="379546" y="2"/>
                        <a:pt x="379791" y="2"/>
                      </a:cubicBezTo>
                      <a:lnTo>
                        <a:pt x="382412" y="2"/>
                      </a:lnTo>
                      <a:cubicBezTo>
                        <a:pt x="382657" y="2"/>
                        <a:pt x="382853" y="198"/>
                        <a:pt x="382853" y="443"/>
                      </a:cubicBezTo>
                      <a:cubicBezTo>
                        <a:pt x="382853" y="688"/>
                        <a:pt x="382657" y="884"/>
                        <a:pt x="382412" y="884"/>
                      </a:cubicBezTo>
                      <a:close/>
                      <a:moveTo>
                        <a:pt x="373678" y="884"/>
                      </a:moveTo>
                      <a:lnTo>
                        <a:pt x="371057" y="884"/>
                      </a:lnTo>
                      <a:cubicBezTo>
                        <a:pt x="370812" y="884"/>
                        <a:pt x="370616" y="688"/>
                        <a:pt x="370616" y="443"/>
                      </a:cubicBezTo>
                      <a:cubicBezTo>
                        <a:pt x="370616" y="198"/>
                        <a:pt x="370812" y="2"/>
                        <a:pt x="371057" y="2"/>
                      </a:cubicBezTo>
                      <a:lnTo>
                        <a:pt x="373678" y="2"/>
                      </a:lnTo>
                      <a:cubicBezTo>
                        <a:pt x="373923" y="2"/>
                        <a:pt x="374119" y="198"/>
                        <a:pt x="374119" y="443"/>
                      </a:cubicBezTo>
                      <a:cubicBezTo>
                        <a:pt x="374119" y="688"/>
                        <a:pt x="373923" y="884"/>
                        <a:pt x="373678" y="884"/>
                      </a:cubicBezTo>
                      <a:close/>
                      <a:moveTo>
                        <a:pt x="364944" y="884"/>
                      </a:moveTo>
                      <a:lnTo>
                        <a:pt x="362323" y="884"/>
                      </a:lnTo>
                      <a:cubicBezTo>
                        <a:pt x="362078" y="884"/>
                        <a:pt x="361882" y="688"/>
                        <a:pt x="361882" y="443"/>
                      </a:cubicBezTo>
                      <a:cubicBezTo>
                        <a:pt x="361882" y="198"/>
                        <a:pt x="362078" y="2"/>
                        <a:pt x="362323" y="2"/>
                      </a:cubicBezTo>
                      <a:lnTo>
                        <a:pt x="364944" y="2"/>
                      </a:lnTo>
                      <a:cubicBezTo>
                        <a:pt x="365189" y="2"/>
                        <a:pt x="365385" y="198"/>
                        <a:pt x="365385" y="443"/>
                      </a:cubicBezTo>
                      <a:cubicBezTo>
                        <a:pt x="365385" y="688"/>
                        <a:pt x="365189" y="884"/>
                        <a:pt x="364944" y="884"/>
                      </a:cubicBezTo>
                      <a:close/>
                      <a:moveTo>
                        <a:pt x="356210" y="884"/>
                      </a:moveTo>
                      <a:lnTo>
                        <a:pt x="353589" y="884"/>
                      </a:lnTo>
                      <a:cubicBezTo>
                        <a:pt x="353344" y="884"/>
                        <a:pt x="353148" y="688"/>
                        <a:pt x="353148" y="443"/>
                      </a:cubicBezTo>
                      <a:cubicBezTo>
                        <a:pt x="353148" y="198"/>
                        <a:pt x="353344" y="2"/>
                        <a:pt x="353589" y="2"/>
                      </a:cubicBezTo>
                      <a:lnTo>
                        <a:pt x="356210" y="2"/>
                      </a:lnTo>
                      <a:cubicBezTo>
                        <a:pt x="356455" y="2"/>
                        <a:pt x="356651" y="198"/>
                        <a:pt x="356651" y="443"/>
                      </a:cubicBezTo>
                      <a:cubicBezTo>
                        <a:pt x="356651" y="688"/>
                        <a:pt x="356455" y="884"/>
                        <a:pt x="356210" y="884"/>
                      </a:cubicBezTo>
                      <a:close/>
                      <a:moveTo>
                        <a:pt x="347476" y="884"/>
                      </a:moveTo>
                      <a:lnTo>
                        <a:pt x="344855" y="884"/>
                      </a:lnTo>
                      <a:cubicBezTo>
                        <a:pt x="344610" y="884"/>
                        <a:pt x="344414" y="688"/>
                        <a:pt x="344414" y="443"/>
                      </a:cubicBezTo>
                      <a:cubicBezTo>
                        <a:pt x="344414" y="198"/>
                        <a:pt x="344610" y="2"/>
                        <a:pt x="344855" y="2"/>
                      </a:cubicBezTo>
                      <a:lnTo>
                        <a:pt x="347476" y="2"/>
                      </a:lnTo>
                      <a:cubicBezTo>
                        <a:pt x="347721" y="2"/>
                        <a:pt x="347917" y="198"/>
                        <a:pt x="347917" y="443"/>
                      </a:cubicBezTo>
                      <a:cubicBezTo>
                        <a:pt x="347917" y="688"/>
                        <a:pt x="347721" y="884"/>
                        <a:pt x="347476" y="884"/>
                      </a:cubicBezTo>
                      <a:close/>
                      <a:moveTo>
                        <a:pt x="338742" y="884"/>
                      </a:moveTo>
                      <a:lnTo>
                        <a:pt x="336121" y="884"/>
                      </a:lnTo>
                      <a:cubicBezTo>
                        <a:pt x="335876" y="884"/>
                        <a:pt x="335680" y="688"/>
                        <a:pt x="335680" y="443"/>
                      </a:cubicBezTo>
                      <a:cubicBezTo>
                        <a:pt x="335680" y="198"/>
                        <a:pt x="335876" y="2"/>
                        <a:pt x="336121" y="2"/>
                      </a:cubicBezTo>
                      <a:lnTo>
                        <a:pt x="338742" y="2"/>
                      </a:lnTo>
                      <a:cubicBezTo>
                        <a:pt x="338987" y="2"/>
                        <a:pt x="339183" y="198"/>
                        <a:pt x="339183" y="443"/>
                      </a:cubicBezTo>
                      <a:cubicBezTo>
                        <a:pt x="339183" y="688"/>
                        <a:pt x="338987" y="884"/>
                        <a:pt x="338742" y="884"/>
                      </a:cubicBezTo>
                      <a:close/>
                      <a:moveTo>
                        <a:pt x="330008" y="884"/>
                      </a:moveTo>
                      <a:lnTo>
                        <a:pt x="327387" y="884"/>
                      </a:lnTo>
                      <a:cubicBezTo>
                        <a:pt x="327142" y="884"/>
                        <a:pt x="326946" y="688"/>
                        <a:pt x="326946" y="443"/>
                      </a:cubicBezTo>
                      <a:cubicBezTo>
                        <a:pt x="326946" y="198"/>
                        <a:pt x="327142" y="2"/>
                        <a:pt x="327387" y="2"/>
                      </a:cubicBezTo>
                      <a:lnTo>
                        <a:pt x="330008" y="2"/>
                      </a:lnTo>
                      <a:cubicBezTo>
                        <a:pt x="330253" y="2"/>
                        <a:pt x="330449" y="198"/>
                        <a:pt x="330449" y="443"/>
                      </a:cubicBezTo>
                      <a:cubicBezTo>
                        <a:pt x="330449" y="688"/>
                        <a:pt x="330253" y="884"/>
                        <a:pt x="330008" y="884"/>
                      </a:cubicBezTo>
                      <a:close/>
                      <a:moveTo>
                        <a:pt x="321274" y="884"/>
                      </a:moveTo>
                      <a:lnTo>
                        <a:pt x="318653" y="884"/>
                      </a:lnTo>
                      <a:cubicBezTo>
                        <a:pt x="318408" y="884"/>
                        <a:pt x="318211" y="688"/>
                        <a:pt x="318211" y="443"/>
                      </a:cubicBezTo>
                      <a:cubicBezTo>
                        <a:pt x="318211" y="198"/>
                        <a:pt x="318408" y="2"/>
                        <a:pt x="318653" y="2"/>
                      </a:cubicBezTo>
                      <a:lnTo>
                        <a:pt x="321274" y="2"/>
                      </a:lnTo>
                      <a:cubicBezTo>
                        <a:pt x="321519" y="2"/>
                        <a:pt x="321715" y="198"/>
                        <a:pt x="321715" y="443"/>
                      </a:cubicBezTo>
                      <a:cubicBezTo>
                        <a:pt x="321715" y="688"/>
                        <a:pt x="321519" y="884"/>
                        <a:pt x="321274" y="884"/>
                      </a:cubicBezTo>
                      <a:close/>
                      <a:moveTo>
                        <a:pt x="312540" y="884"/>
                      </a:moveTo>
                      <a:lnTo>
                        <a:pt x="309918" y="884"/>
                      </a:lnTo>
                      <a:cubicBezTo>
                        <a:pt x="309673" y="884"/>
                        <a:pt x="309477" y="688"/>
                        <a:pt x="309477" y="443"/>
                      </a:cubicBezTo>
                      <a:cubicBezTo>
                        <a:pt x="309477" y="198"/>
                        <a:pt x="309673" y="2"/>
                        <a:pt x="309918" y="2"/>
                      </a:cubicBezTo>
                      <a:lnTo>
                        <a:pt x="312540" y="2"/>
                      </a:lnTo>
                      <a:cubicBezTo>
                        <a:pt x="312785" y="2"/>
                        <a:pt x="312981" y="198"/>
                        <a:pt x="312981" y="443"/>
                      </a:cubicBezTo>
                      <a:cubicBezTo>
                        <a:pt x="312981" y="688"/>
                        <a:pt x="312785" y="884"/>
                        <a:pt x="312540" y="884"/>
                      </a:cubicBezTo>
                      <a:close/>
                      <a:moveTo>
                        <a:pt x="303806" y="884"/>
                      </a:moveTo>
                      <a:lnTo>
                        <a:pt x="301184" y="884"/>
                      </a:lnTo>
                      <a:cubicBezTo>
                        <a:pt x="300939" y="884"/>
                        <a:pt x="300743" y="688"/>
                        <a:pt x="300743" y="443"/>
                      </a:cubicBezTo>
                      <a:cubicBezTo>
                        <a:pt x="300743" y="198"/>
                        <a:pt x="300939" y="2"/>
                        <a:pt x="301184" y="2"/>
                      </a:cubicBezTo>
                      <a:lnTo>
                        <a:pt x="303806" y="2"/>
                      </a:lnTo>
                      <a:cubicBezTo>
                        <a:pt x="304051" y="2"/>
                        <a:pt x="304247" y="198"/>
                        <a:pt x="304247" y="443"/>
                      </a:cubicBezTo>
                      <a:cubicBezTo>
                        <a:pt x="304247" y="688"/>
                        <a:pt x="304051" y="884"/>
                        <a:pt x="303806" y="884"/>
                      </a:cubicBezTo>
                      <a:close/>
                      <a:moveTo>
                        <a:pt x="295072" y="884"/>
                      </a:moveTo>
                      <a:lnTo>
                        <a:pt x="292450" y="884"/>
                      </a:lnTo>
                      <a:cubicBezTo>
                        <a:pt x="292205" y="884"/>
                        <a:pt x="292009" y="688"/>
                        <a:pt x="292009" y="443"/>
                      </a:cubicBezTo>
                      <a:cubicBezTo>
                        <a:pt x="292009" y="198"/>
                        <a:pt x="292205" y="2"/>
                        <a:pt x="292450" y="2"/>
                      </a:cubicBezTo>
                      <a:lnTo>
                        <a:pt x="295072" y="2"/>
                      </a:lnTo>
                      <a:cubicBezTo>
                        <a:pt x="295317" y="2"/>
                        <a:pt x="295513" y="198"/>
                        <a:pt x="295513" y="443"/>
                      </a:cubicBezTo>
                      <a:cubicBezTo>
                        <a:pt x="295513" y="688"/>
                        <a:pt x="295317" y="884"/>
                        <a:pt x="295072" y="884"/>
                      </a:cubicBezTo>
                      <a:close/>
                      <a:moveTo>
                        <a:pt x="286338" y="884"/>
                      </a:moveTo>
                      <a:lnTo>
                        <a:pt x="283716" y="884"/>
                      </a:lnTo>
                      <a:cubicBezTo>
                        <a:pt x="283471" y="884"/>
                        <a:pt x="283275" y="688"/>
                        <a:pt x="283275" y="443"/>
                      </a:cubicBezTo>
                      <a:cubicBezTo>
                        <a:pt x="283275" y="198"/>
                        <a:pt x="283471" y="2"/>
                        <a:pt x="283716" y="2"/>
                      </a:cubicBezTo>
                      <a:lnTo>
                        <a:pt x="286338" y="2"/>
                      </a:lnTo>
                      <a:cubicBezTo>
                        <a:pt x="286583" y="2"/>
                        <a:pt x="286779" y="198"/>
                        <a:pt x="286779" y="443"/>
                      </a:cubicBezTo>
                      <a:cubicBezTo>
                        <a:pt x="286779" y="688"/>
                        <a:pt x="286583" y="884"/>
                        <a:pt x="286338" y="884"/>
                      </a:cubicBezTo>
                      <a:close/>
                      <a:moveTo>
                        <a:pt x="277604" y="884"/>
                      </a:moveTo>
                      <a:lnTo>
                        <a:pt x="274982" y="884"/>
                      </a:lnTo>
                      <a:cubicBezTo>
                        <a:pt x="274737" y="884"/>
                        <a:pt x="274541" y="688"/>
                        <a:pt x="274541" y="443"/>
                      </a:cubicBezTo>
                      <a:cubicBezTo>
                        <a:pt x="274541" y="198"/>
                        <a:pt x="274737" y="2"/>
                        <a:pt x="274982" y="2"/>
                      </a:cubicBezTo>
                      <a:lnTo>
                        <a:pt x="277604" y="2"/>
                      </a:lnTo>
                      <a:cubicBezTo>
                        <a:pt x="277849" y="2"/>
                        <a:pt x="278045" y="198"/>
                        <a:pt x="278045" y="443"/>
                      </a:cubicBezTo>
                      <a:cubicBezTo>
                        <a:pt x="278045" y="688"/>
                        <a:pt x="277849" y="884"/>
                        <a:pt x="277604" y="884"/>
                      </a:cubicBezTo>
                      <a:close/>
                      <a:moveTo>
                        <a:pt x="268870" y="884"/>
                      </a:moveTo>
                      <a:lnTo>
                        <a:pt x="266248" y="884"/>
                      </a:lnTo>
                      <a:cubicBezTo>
                        <a:pt x="266003" y="884"/>
                        <a:pt x="265807" y="688"/>
                        <a:pt x="265807" y="443"/>
                      </a:cubicBezTo>
                      <a:cubicBezTo>
                        <a:pt x="265807" y="198"/>
                        <a:pt x="266003" y="2"/>
                        <a:pt x="266248" y="2"/>
                      </a:cubicBezTo>
                      <a:lnTo>
                        <a:pt x="268870" y="2"/>
                      </a:lnTo>
                      <a:cubicBezTo>
                        <a:pt x="269115" y="2"/>
                        <a:pt x="269311" y="198"/>
                        <a:pt x="269311" y="443"/>
                      </a:cubicBezTo>
                      <a:cubicBezTo>
                        <a:pt x="269311" y="688"/>
                        <a:pt x="269115" y="884"/>
                        <a:pt x="268870" y="884"/>
                      </a:cubicBezTo>
                      <a:close/>
                      <a:moveTo>
                        <a:pt x="260135" y="884"/>
                      </a:moveTo>
                      <a:lnTo>
                        <a:pt x="257514" y="884"/>
                      </a:lnTo>
                      <a:cubicBezTo>
                        <a:pt x="257269" y="884"/>
                        <a:pt x="257073" y="688"/>
                        <a:pt x="257073" y="443"/>
                      </a:cubicBezTo>
                      <a:cubicBezTo>
                        <a:pt x="257073" y="198"/>
                        <a:pt x="257269" y="2"/>
                        <a:pt x="257514" y="2"/>
                      </a:cubicBezTo>
                      <a:lnTo>
                        <a:pt x="260135" y="2"/>
                      </a:lnTo>
                      <a:cubicBezTo>
                        <a:pt x="260380" y="2"/>
                        <a:pt x="260576" y="198"/>
                        <a:pt x="260576" y="443"/>
                      </a:cubicBezTo>
                      <a:cubicBezTo>
                        <a:pt x="260576" y="688"/>
                        <a:pt x="260380" y="884"/>
                        <a:pt x="260135" y="884"/>
                      </a:cubicBezTo>
                      <a:close/>
                      <a:moveTo>
                        <a:pt x="251401" y="884"/>
                      </a:moveTo>
                      <a:lnTo>
                        <a:pt x="248780" y="884"/>
                      </a:lnTo>
                      <a:cubicBezTo>
                        <a:pt x="248535" y="884"/>
                        <a:pt x="248339" y="688"/>
                        <a:pt x="248339" y="443"/>
                      </a:cubicBezTo>
                      <a:cubicBezTo>
                        <a:pt x="248339" y="198"/>
                        <a:pt x="248535" y="2"/>
                        <a:pt x="248780" y="2"/>
                      </a:cubicBezTo>
                      <a:lnTo>
                        <a:pt x="251401" y="2"/>
                      </a:lnTo>
                      <a:cubicBezTo>
                        <a:pt x="251646" y="2"/>
                        <a:pt x="251842" y="198"/>
                        <a:pt x="251842" y="443"/>
                      </a:cubicBezTo>
                      <a:cubicBezTo>
                        <a:pt x="251842" y="688"/>
                        <a:pt x="251646" y="884"/>
                        <a:pt x="251401" y="884"/>
                      </a:cubicBezTo>
                      <a:close/>
                      <a:moveTo>
                        <a:pt x="242667" y="884"/>
                      </a:moveTo>
                      <a:lnTo>
                        <a:pt x="240046" y="884"/>
                      </a:lnTo>
                      <a:cubicBezTo>
                        <a:pt x="239801" y="884"/>
                        <a:pt x="239605" y="688"/>
                        <a:pt x="239605" y="443"/>
                      </a:cubicBezTo>
                      <a:cubicBezTo>
                        <a:pt x="239605" y="198"/>
                        <a:pt x="239801" y="2"/>
                        <a:pt x="240046" y="2"/>
                      </a:cubicBezTo>
                      <a:lnTo>
                        <a:pt x="242667" y="2"/>
                      </a:lnTo>
                      <a:cubicBezTo>
                        <a:pt x="242912" y="2"/>
                        <a:pt x="243108" y="198"/>
                        <a:pt x="243108" y="443"/>
                      </a:cubicBezTo>
                      <a:cubicBezTo>
                        <a:pt x="243108" y="688"/>
                        <a:pt x="242912" y="884"/>
                        <a:pt x="242667" y="884"/>
                      </a:cubicBezTo>
                      <a:close/>
                      <a:moveTo>
                        <a:pt x="233933" y="884"/>
                      </a:moveTo>
                      <a:lnTo>
                        <a:pt x="231312" y="884"/>
                      </a:lnTo>
                      <a:cubicBezTo>
                        <a:pt x="231067" y="884"/>
                        <a:pt x="230871" y="688"/>
                        <a:pt x="230871" y="443"/>
                      </a:cubicBezTo>
                      <a:cubicBezTo>
                        <a:pt x="230871" y="198"/>
                        <a:pt x="231067" y="2"/>
                        <a:pt x="231312" y="2"/>
                      </a:cubicBezTo>
                      <a:lnTo>
                        <a:pt x="233933" y="2"/>
                      </a:lnTo>
                      <a:cubicBezTo>
                        <a:pt x="234178" y="2"/>
                        <a:pt x="234374" y="198"/>
                        <a:pt x="234374" y="443"/>
                      </a:cubicBezTo>
                      <a:cubicBezTo>
                        <a:pt x="234374" y="688"/>
                        <a:pt x="234178" y="884"/>
                        <a:pt x="233933" y="884"/>
                      </a:cubicBezTo>
                      <a:close/>
                      <a:moveTo>
                        <a:pt x="225199" y="884"/>
                      </a:moveTo>
                      <a:lnTo>
                        <a:pt x="222578" y="884"/>
                      </a:lnTo>
                      <a:cubicBezTo>
                        <a:pt x="222333" y="884"/>
                        <a:pt x="222137" y="688"/>
                        <a:pt x="222137" y="443"/>
                      </a:cubicBezTo>
                      <a:cubicBezTo>
                        <a:pt x="222137" y="198"/>
                        <a:pt x="222333" y="2"/>
                        <a:pt x="222578" y="2"/>
                      </a:cubicBezTo>
                      <a:lnTo>
                        <a:pt x="225199" y="2"/>
                      </a:lnTo>
                      <a:cubicBezTo>
                        <a:pt x="225444" y="2"/>
                        <a:pt x="225640" y="198"/>
                        <a:pt x="225640" y="443"/>
                      </a:cubicBezTo>
                      <a:cubicBezTo>
                        <a:pt x="225640" y="688"/>
                        <a:pt x="225444" y="884"/>
                        <a:pt x="225199" y="884"/>
                      </a:cubicBezTo>
                      <a:close/>
                      <a:moveTo>
                        <a:pt x="216465" y="884"/>
                      </a:moveTo>
                      <a:lnTo>
                        <a:pt x="213844" y="884"/>
                      </a:lnTo>
                      <a:cubicBezTo>
                        <a:pt x="213599" y="884"/>
                        <a:pt x="213403" y="688"/>
                        <a:pt x="213403" y="443"/>
                      </a:cubicBezTo>
                      <a:cubicBezTo>
                        <a:pt x="213403" y="198"/>
                        <a:pt x="213599" y="2"/>
                        <a:pt x="213844" y="2"/>
                      </a:cubicBezTo>
                      <a:lnTo>
                        <a:pt x="216465" y="2"/>
                      </a:lnTo>
                      <a:cubicBezTo>
                        <a:pt x="216710" y="2"/>
                        <a:pt x="216906" y="198"/>
                        <a:pt x="216906" y="443"/>
                      </a:cubicBezTo>
                      <a:cubicBezTo>
                        <a:pt x="216906" y="688"/>
                        <a:pt x="216710" y="884"/>
                        <a:pt x="216465" y="884"/>
                      </a:cubicBezTo>
                      <a:close/>
                      <a:moveTo>
                        <a:pt x="207731" y="884"/>
                      </a:moveTo>
                      <a:lnTo>
                        <a:pt x="205110" y="884"/>
                      </a:lnTo>
                      <a:cubicBezTo>
                        <a:pt x="204865" y="884"/>
                        <a:pt x="204669" y="688"/>
                        <a:pt x="204669" y="443"/>
                      </a:cubicBezTo>
                      <a:cubicBezTo>
                        <a:pt x="204669" y="198"/>
                        <a:pt x="204865" y="2"/>
                        <a:pt x="205110" y="2"/>
                      </a:cubicBezTo>
                      <a:lnTo>
                        <a:pt x="207731" y="2"/>
                      </a:lnTo>
                      <a:cubicBezTo>
                        <a:pt x="207976" y="2"/>
                        <a:pt x="208172" y="198"/>
                        <a:pt x="208172" y="443"/>
                      </a:cubicBezTo>
                      <a:cubicBezTo>
                        <a:pt x="208172" y="688"/>
                        <a:pt x="207976" y="884"/>
                        <a:pt x="207731" y="884"/>
                      </a:cubicBezTo>
                      <a:close/>
                      <a:moveTo>
                        <a:pt x="198997" y="884"/>
                      </a:moveTo>
                      <a:lnTo>
                        <a:pt x="196376" y="884"/>
                      </a:lnTo>
                      <a:cubicBezTo>
                        <a:pt x="196131" y="884"/>
                        <a:pt x="195935" y="688"/>
                        <a:pt x="195935" y="443"/>
                      </a:cubicBezTo>
                      <a:cubicBezTo>
                        <a:pt x="195935" y="198"/>
                        <a:pt x="196131" y="2"/>
                        <a:pt x="196376" y="2"/>
                      </a:cubicBezTo>
                      <a:lnTo>
                        <a:pt x="198997" y="2"/>
                      </a:lnTo>
                      <a:cubicBezTo>
                        <a:pt x="199242" y="2"/>
                        <a:pt x="199438" y="198"/>
                        <a:pt x="199438" y="443"/>
                      </a:cubicBezTo>
                      <a:cubicBezTo>
                        <a:pt x="199438" y="688"/>
                        <a:pt x="199242" y="884"/>
                        <a:pt x="198997" y="884"/>
                      </a:cubicBezTo>
                      <a:close/>
                      <a:moveTo>
                        <a:pt x="190263" y="884"/>
                      </a:moveTo>
                      <a:lnTo>
                        <a:pt x="187642" y="884"/>
                      </a:lnTo>
                      <a:cubicBezTo>
                        <a:pt x="187397" y="884"/>
                        <a:pt x="187201" y="688"/>
                        <a:pt x="187201" y="443"/>
                      </a:cubicBezTo>
                      <a:cubicBezTo>
                        <a:pt x="187201" y="198"/>
                        <a:pt x="187397" y="2"/>
                        <a:pt x="187642" y="2"/>
                      </a:cubicBezTo>
                      <a:lnTo>
                        <a:pt x="190263" y="2"/>
                      </a:lnTo>
                      <a:cubicBezTo>
                        <a:pt x="190508" y="2"/>
                        <a:pt x="190704" y="198"/>
                        <a:pt x="190704" y="443"/>
                      </a:cubicBezTo>
                      <a:cubicBezTo>
                        <a:pt x="190704" y="688"/>
                        <a:pt x="190508" y="884"/>
                        <a:pt x="190263" y="884"/>
                      </a:cubicBezTo>
                      <a:close/>
                      <a:moveTo>
                        <a:pt x="181529" y="884"/>
                      </a:moveTo>
                      <a:lnTo>
                        <a:pt x="178907" y="884"/>
                      </a:lnTo>
                      <a:cubicBezTo>
                        <a:pt x="178662" y="884"/>
                        <a:pt x="178466" y="688"/>
                        <a:pt x="178466" y="443"/>
                      </a:cubicBezTo>
                      <a:cubicBezTo>
                        <a:pt x="178466" y="198"/>
                        <a:pt x="178662" y="2"/>
                        <a:pt x="178907" y="2"/>
                      </a:cubicBezTo>
                      <a:lnTo>
                        <a:pt x="181529" y="2"/>
                      </a:lnTo>
                      <a:cubicBezTo>
                        <a:pt x="181774" y="2"/>
                        <a:pt x="181970" y="198"/>
                        <a:pt x="181970" y="443"/>
                      </a:cubicBezTo>
                      <a:cubicBezTo>
                        <a:pt x="181970" y="688"/>
                        <a:pt x="181774" y="884"/>
                        <a:pt x="181529" y="884"/>
                      </a:cubicBezTo>
                      <a:close/>
                      <a:moveTo>
                        <a:pt x="172795" y="884"/>
                      </a:moveTo>
                      <a:lnTo>
                        <a:pt x="170173" y="884"/>
                      </a:lnTo>
                      <a:cubicBezTo>
                        <a:pt x="169928" y="884"/>
                        <a:pt x="169732" y="688"/>
                        <a:pt x="169732" y="443"/>
                      </a:cubicBezTo>
                      <a:cubicBezTo>
                        <a:pt x="169732" y="198"/>
                        <a:pt x="169928" y="2"/>
                        <a:pt x="170173" y="2"/>
                      </a:cubicBezTo>
                      <a:lnTo>
                        <a:pt x="172795" y="2"/>
                      </a:lnTo>
                      <a:cubicBezTo>
                        <a:pt x="173040" y="2"/>
                        <a:pt x="173236" y="198"/>
                        <a:pt x="173236" y="443"/>
                      </a:cubicBezTo>
                      <a:cubicBezTo>
                        <a:pt x="173236" y="688"/>
                        <a:pt x="173040" y="884"/>
                        <a:pt x="172795" y="884"/>
                      </a:cubicBezTo>
                      <a:close/>
                      <a:moveTo>
                        <a:pt x="164061" y="884"/>
                      </a:moveTo>
                      <a:lnTo>
                        <a:pt x="161439" y="884"/>
                      </a:lnTo>
                      <a:cubicBezTo>
                        <a:pt x="161194" y="884"/>
                        <a:pt x="160998" y="688"/>
                        <a:pt x="160998" y="443"/>
                      </a:cubicBezTo>
                      <a:cubicBezTo>
                        <a:pt x="160998" y="198"/>
                        <a:pt x="161194" y="2"/>
                        <a:pt x="161439" y="2"/>
                      </a:cubicBezTo>
                      <a:lnTo>
                        <a:pt x="164061" y="2"/>
                      </a:lnTo>
                      <a:cubicBezTo>
                        <a:pt x="164306" y="2"/>
                        <a:pt x="164502" y="198"/>
                        <a:pt x="164502" y="443"/>
                      </a:cubicBezTo>
                      <a:cubicBezTo>
                        <a:pt x="164502" y="688"/>
                        <a:pt x="164306" y="884"/>
                        <a:pt x="164061" y="884"/>
                      </a:cubicBezTo>
                      <a:close/>
                      <a:moveTo>
                        <a:pt x="155327" y="884"/>
                      </a:moveTo>
                      <a:lnTo>
                        <a:pt x="152705" y="884"/>
                      </a:lnTo>
                      <a:cubicBezTo>
                        <a:pt x="152460" y="884"/>
                        <a:pt x="152264" y="688"/>
                        <a:pt x="152264" y="443"/>
                      </a:cubicBezTo>
                      <a:cubicBezTo>
                        <a:pt x="152264" y="198"/>
                        <a:pt x="152460" y="2"/>
                        <a:pt x="152705" y="2"/>
                      </a:cubicBezTo>
                      <a:lnTo>
                        <a:pt x="155327" y="2"/>
                      </a:lnTo>
                      <a:cubicBezTo>
                        <a:pt x="155572" y="2"/>
                        <a:pt x="155768" y="198"/>
                        <a:pt x="155768" y="443"/>
                      </a:cubicBezTo>
                      <a:cubicBezTo>
                        <a:pt x="155768" y="688"/>
                        <a:pt x="155572" y="884"/>
                        <a:pt x="155327" y="884"/>
                      </a:cubicBezTo>
                      <a:close/>
                      <a:moveTo>
                        <a:pt x="146593" y="884"/>
                      </a:moveTo>
                      <a:lnTo>
                        <a:pt x="143971" y="884"/>
                      </a:lnTo>
                      <a:cubicBezTo>
                        <a:pt x="143726" y="884"/>
                        <a:pt x="143530" y="688"/>
                        <a:pt x="143530" y="443"/>
                      </a:cubicBezTo>
                      <a:cubicBezTo>
                        <a:pt x="143530" y="198"/>
                        <a:pt x="143726" y="2"/>
                        <a:pt x="143971" y="2"/>
                      </a:cubicBezTo>
                      <a:lnTo>
                        <a:pt x="146593" y="2"/>
                      </a:lnTo>
                      <a:cubicBezTo>
                        <a:pt x="146838" y="2"/>
                        <a:pt x="147034" y="198"/>
                        <a:pt x="147034" y="443"/>
                      </a:cubicBezTo>
                      <a:cubicBezTo>
                        <a:pt x="147034" y="688"/>
                        <a:pt x="146838" y="884"/>
                        <a:pt x="146593" y="884"/>
                      </a:cubicBezTo>
                      <a:close/>
                      <a:moveTo>
                        <a:pt x="137859" y="884"/>
                      </a:moveTo>
                      <a:lnTo>
                        <a:pt x="135237" y="884"/>
                      </a:lnTo>
                      <a:cubicBezTo>
                        <a:pt x="134992" y="884"/>
                        <a:pt x="134796" y="688"/>
                        <a:pt x="134796" y="443"/>
                      </a:cubicBezTo>
                      <a:cubicBezTo>
                        <a:pt x="134796" y="198"/>
                        <a:pt x="134992" y="2"/>
                        <a:pt x="135237" y="2"/>
                      </a:cubicBezTo>
                      <a:lnTo>
                        <a:pt x="137859" y="2"/>
                      </a:lnTo>
                      <a:cubicBezTo>
                        <a:pt x="138104" y="2"/>
                        <a:pt x="138300" y="198"/>
                        <a:pt x="138300" y="443"/>
                      </a:cubicBezTo>
                      <a:cubicBezTo>
                        <a:pt x="138300" y="688"/>
                        <a:pt x="138104" y="884"/>
                        <a:pt x="137859" y="884"/>
                      </a:cubicBezTo>
                      <a:close/>
                      <a:moveTo>
                        <a:pt x="129124" y="884"/>
                      </a:moveTo>
                      <a:lnTo>
                        <a:pt x="126503" y="884"/>
                      </a:lnTo>
                      <a:cubicBezTo>
                        <a:pt x="126258" y="884"/>
                        <a:pt x="126062" y="688"/>
                        <a:pt x="126062" y="443"/>
                      </a:cubicBezTo>
                      <a:cubicBezTo>
                        <a:pt x="126062" y="198"/>
                        <a:pt x="126258" y="2"/>
                        <a:pt x="126503" y="2"/>
                      </a:cubicBezTo>
                      <a:lnTo>
                        <a:pt x="129124" y="2"/>
                      </a:lnTo>
                      <a:cubicBezTo>
                        <a:pt x="129369" y="2"/>
                        <a:pt x="129565" y="198"/>
                        <a:pt x="129565" y="443"/>
                      </a:cubicBezTo>
                      <a:cubicBezTo>
                        <a:pt x="129565" y="688"/>
                        <a:pt x="129369" y="884"/>
                        <a:pt x="129124" y="884"/>
                      </a:cubicBezTo>
                      <a:close/>
                      <a:moveTo>
                        <a:pt x="120390" y="884"/>
                      </a:moveTo>
                      <a:lnTo>
                        <a:pt x="117769" y="884"/>
                      </a:lnTo>
                      <a:cubicBezTo>
                        <a:pt x="117524" y="884"/>
                        <a:pt x="117328" y="688"/>
                        <a:pt x="117328" y="443"/>
                      </a:cubicBezTo>
                      <a:cubicBezTo>
                        <a:pt x="117328" y="198"/>
                        <a:pt x="117524" y="2"/>
                        <a:pt x="117769" y="2"/>
                      </a:cubicBezTo>
                      <a:lnTo>
                        <a:pt x="120390" y="2"/>
                      </a:lnTo>
                      <a:cubicBezTo>
                        <a:pt x="120635" y="2"/>
                        <a:pt x="120831" y="198"/>
                        <a:pt x="120831" y="443"/>
                      </a:cubicBezTo>
                      <a:cubicBezTo>
                        <a:pt x="120831" y="688"/>
                        <a:pt x="120635" y="884"/>
                        <a:pt x="120390" y="884"/>
                      </a:cubicBezTo>
                      <a:close/>
                      <a:moveTo>
                        <a:pt x="111656" y="884"/>
                      </a:moveTo>
                      <a:lnTo>
                        <a:pt x="109035" y="884"/>
                      </a:lnTo>
                      <a:cubicBezTo>
                        <a:pt x="108790" y="884"/>
                        <a:pt x="108594" y="688"/>
                        <a:pt x="108594" y="443"/>
                      </a:cubicBezTo>
                      <a:cubicBezTo>
                        <a:pt x="108594" y="198"/>
                        <a:pt x="108790" y="2"/>
                        <a:pt x="109035" y="2"/>
                      </a:cubicBezTo>
                      <a:lnTo>
                        <a:pt x="111656" y="2"/>
                      </a:lnTo>
                      <a:cubicBezTo>
                        <a:pt x="111901" y="2"/>
                        <a:pt x="112097" y="198"/>
                        <a:pt x="112097" y="443"/>
                      </a:cubicBezTo>
                      <a:cubicBezTo>
                        <a:pt x="112097" y="688"/>
                        <a:pt x="111901" y="884"/>
                        <a:pt x="111656" y="884"/>
                      </a:cubicBezTo>
                      <a:close/>
                      <a:moveTo>
                        <a:pt x="102922" y="884"/>
                      </a:moveTo>
                      <a:lnTo>
                        <a:pt x="100301" y="884"/>
                      </a:lnTo>
                      <a:cubicBezTo>
                        <a:pt x="100056" y="884"/>
                        <a:pt x="99860" y="688"/>
                        <a:pt x="99860" y="443"/>
                      </a:cubicBezTo>
                      <a:cubicBezTo>
                        <a:pt x="99860" y="198"/>
                        <a:pt x="100056" y="2"/>
                        <a:pt x="100301" y="2"/>
                      </a:cubicBezTo>
                      <a:lnTo>
                        <a:pt x="102922" y="2"/>
                      </a:lnTo>
                      <a:cubicBezTo>
                        <a:pt x="103167" y="2"/>
                        <a:pt x="103363" y="198"/>
                        <a:pt x="103363" y="443"/>
                      </a:cubicBezTo>
                      <a:cubicBezTo>
                        <a:pt x="103363" y="688"/>
                        <a:pt x="103167" y="884"/>
                        <a:pt x="102922" y="884"/>
                      </a:cubicBezTo>
                      <a:close/>
                      <a:moveTo>
                        <a:pt x="94188" y="884"/>
                      </a:moveTo>
                      <a:lnTo>
                        <a:pt x="91567" y="884"/>
                      </a:lnTo>
                      <a:cubicBezTo>
                        <a:pt x="91322" y="884"/>
                        <a:pt x="91126" y="688"/>
                        <a:pt x="91126" y="443"/>
                      </a:cubicBezTo>
                      <a:cubicBezTo>
                        <a:pt x="91126" y="198"/>
                        <a:pt x="91322" y="2"/>
                        <a:pt x="91567" y="2"/>
                      </a:cubicBezTo>
                      <a:lnTo>
                        <a:pt x="94188" y="2"/>
                      </a:lnTo>
                      <a:cubicBezTo>
                        <a:pt x="94433" y="2"/>
                        <a:pt x="94629" y="198"/>
                        <a:pt x="94629" y="443"/>
                      </a:cubicBezTo>
                      <a:cubicBezTo>
                        <a:pt x="94629" y="688"/>
                        <a:pt x="94433" y="884"/>
                        <a:pt x="94188" y="884"/>
                      </a:cubicBezTo>
                      <a:close/>
                      <a:moveTo>
                        <a:pt x="85454" y="884"/>
                      </a:moveTo>
                      <a:lnTo>
                        <a:pt x="82833" y="884"/>
                      </a:lnTo>
                      <a:cubicBezTo>
                        <a:pt x="82588" y="884"/>
                        <a:pt x="82392" y="688"/>
                        <a:pt x="82392" y="443"/>
                      </a:cubicBezTo>
                      <a:cubicBezTo>
                        <a:pt x="82392" y="198"/>
                        <a:pt x="82588" y="2"/>
                        <a:pt x="82833" y="2"/>
                      </a:cubicBezTo>
                      <a:lnTo>
                        <a:pt x="85454" y="2"/>
                      </a:lnTo>
                      <a:cubicBezTo>
                        <a:pt x="85699" y="2"/>
                        <a:pt x="85895" y="198"/>
                        <a:pt x="85895" y="443"/>
                      </a:cubicBezTo>
                      <a:cubicBezTo>
                        <a:pt x="85895" y="688"/>
                        <a:pt x="85699" y="884"/>
                        <a:pt x="85454" y="884"/>
                      </a:cubicBezTo>
                      <a:close/>
                      <a:moveTo>
                        <a:pt x="76720" y="884"/>
                      </a:moveTo>
                      <a:lnTo>
                        <a:pt x="74099" y="884"/>
                      </a:lnTo>
                      <a:cubicBezTo>
                        <a:pt x="73854" y="884"/>
                        <a:pt x="73658" y="688"/>
                        <a:pt x="73658" y="443"/>
                      </a:cubicBezTo>
                      <a:cubicBezTo>
                        <a:pt x="73658" y="198"/>
                        <a:pt x="73854" y="2"/>
                        <a:pt x="74099" y="2"/>
                      </a:cubicBezTo>
                      <a:lnTo>
                        <a:pt x="76720" y="2"/>
                      </a:lnTo>
                      <a:cubicBezTo>
                        <a:pt x="76965" y="2"/>
                        <a:pt x="77161" y="198"/>
                        <a:pt x="77161" y="443"/>
                      </a:cubicBezTo>
                      <a:cubicBezTo>
                        <a:pt x="77161" y="688"/>
                        <a:pt x="76965" y="884"/>
                        <a:pt x="76720" y="884"/>
                      </a:cubicBezTo>
                      <a:close/>
                      <a:moveTo>
                        <a:pt x="67986" y="884"/>
                      </a:moveTo>
                      <a:lnTo>
                        <a:pt x="65365" y="884"/>
                      </a:lnTo>
                      <a:cubicBezTo>
                        <a:pt x="65120" y="884"/>
                        <a:pt x="64924" y="688"/>
                        <a:pt x="64924" y="443"/>
                      </a:cubicBezTo>
                      <a:cubicBezTo>
                        <a:pt x="64924" y="198"/>
                        <a:pt x="65120" y="2"/>
                        <a:pt x="65365" y="2"/>
                      </a:cubicBezTo>
                      <a:lnTo>
                        <a:pt x="67986" y="2"/>
                      </a:lnTo>
                      <a:cubicBezTo>
                        <a:pt x="68231" y="2"/>
                        <a:pt x="68427" y="198"/>
                        <a:pt x="68427" y="443"/>
                      </a:cubicBezTo>
                      <a:cubicBezTo>
                        <a:pt x="68427" y="688"/>
                        <a:pt x="68231" y="884"/>
                        <a:pt x="67986" y="884"/>
                      </a:cubicBezTo>
                      <a:close/>
                      <a:moveTo>
                        <a:pt x="59252" y="884"/>
                      </a:moveTo>
                      <a:lnTo>
                        <a:pt x="56631" y="884"/>
                      </a:lnTo>
                      <a:cubicBezTo>
                        <a:pt x="56386" y="884"/>
                        <a:pt x="56190" y="688"/>
                        <a:pt x="56190" y="443"/>
                      </a:cubicBezTo>
                      <a:cubicBezTo>
                        <a:pt x="56190" y="198"/>
                        <a:pt x="56386" y="2"/>
                        <a:pt x="56631" y="2"/>
                      </a:cubicBezTo>
                      <a:lnTo>
                        <a:pt x="59252" y="2"/>
                      </a:lnTo>
                      <a:cubicBezTo>
                        <a:pt x="59497" y="2"/>
                        <a:pt x="59693" y="198"/>
                        <a:pt x="59693" y="443"/>
                      </a:cubicBezTo>
                      <a:cubicBezTo>
                        <a:pt x="59693" y="688"/>
                        <a:pt x="59497" y="884"/>
                        <a:pt x="59252" y="884"/>
                      </a:cubicBezTo>
                      <a:close/>
                      <a:moveTo>
                        <a:pt x="50518" y="884"/>
                      </a:moveTo>
                      <a:lnTo>
                        <a:pt x="47896" y="884"/>
                      </a:lnTo>
                      <a:cubicBezTo>
                        <a:pt x="47651" y="884"/>
                        <a:pt x="47455" y="688"/>
                        <a:pt x="47455" y="443"/>
                      </a:cubicBezTo>
                      <a:cubicBezTo>
                        <a:pt x="47455" y="198"/>
                        <a:pt x="47651" y="2"/>
                        <a:pt x="47896" y="2"/>
                      </a:cubicBezTo>
                      <a:lnTo>
                        <a:pt x="50518" y="2"/>
                      </a:lnTo>
                      <a:cubicBezTo>
                        <a:pt x="50763" y="2"/>
                        <a:pt x="50959" y="198"/>
                        <a:pt x="50959" y="443"/>
                      </a:cubicBezTo>
                      <a:cubicBezTo>
                        <a:pt x="50959" y="688"/>
                        <a:pt x="50763" y="884"/>
                        <a:pt x="50518" y="884"/>
                      </a:cubicBezTo>
                      <a:close/>
                      <a:moveTo>
                        <a:pt x="41784" y="884"/>
                      </a:moveTo>
                      <a:lnTo>
                        <a:pt x="39162" y="884"/>
                      </a:lnTo>
                      <a:cubicBezTo>
                        <a:pt x="38917" y="884"/>
                        <a:pt x="38721" y="688"/>
                        <a:pt x="38721" y="443"/>
                      </a:cubicBezTo>
                      <a:cubicBezTo>
                        <a:pt x="38721" y="198"/>
                        <a:pt x="38917" y="2"/>
                        <a:pt x="39162" y="2"/>
                      </a:cubicBezTo>
                      <a:lnTo>
                        <a:pt x="41784" y="2"/>
                      </a:lnTo>
                      <a:cubicBezTo>
                        <a:pt x="42029" y="2"/>
                        <a:pt x="42225" y="198"/>
                        <a:pt x="42225" y="443"/>
                      </a:cubicBezTo>
                      <a:cubicBezTo>
                        <a:pt x="42225" y="688"/>
                        <a:pt x="42029" y="884"/>
                        <a:pt x="41784" y="884"/>
                      </a:cubicBezTo>
                      <a:close/>
                      <a:moveTo>
                        <a:pt x="33050" y="884"/>
                      </a:moveTo>
                      <a:lnTo>
                        <a:pt x="30428" y="884"/>
                      </a:lnTo>
                      <a:cubicBezTo>
                        <a:pt x="30183" y="884"/>
                        <a:pt x="29987" y="688"/>
                        <a:pt x="29987" y="443"/>
                      </a:cubicBezTo>
                      <a:cubicBezTo>
                        <a:pt x="29987" y="198"/>
                        <a:pt x="30183" y="2"/>
                        <a:pt x="30428" y="2"/>
                      </a:cubicBezTo>
                      <a:lnTo>
                        <a:pt x="33050" y="2"/>
                      </a:lnTo>
                      <a:cubicBezTo>
                        <a:pt x="33295" y="2"/>
                        <a:pt x="33491" y="198"/>
                        <a:pt x="33491" y="443"/>
                      </a:cubicBezTo>
                      <a:cubicBezTo>
                        <a:pt x="33491" y="688"/>
                        <a:pt x="33295" y="884"/>
                        <a:pt x="33050" y="884"/>
                      </a:cubicBezTo>
                      <a:close/>
                      <a:moveTo>
                        <a:pt x="24316" y="884"/>
                      </a:moveTo>
                      <a:lnTo>
                        <a:pt x="21694" y="884"/>
                      </a:lnTo>
                      <a:cubicBezTo>
                        <a:pt x="21449" y="884"/>
                        <a:pt x="21253" y="688"/>
                        <a:pt x="21253" y="443"/>
                      </a:cubicBezTo>
                      <a:cubicBezTo>
                        <a:pt x="21253" y="198"/>
                        <a:pt x="21449" y="2"/>
                        <a:pt x="21694" y="2"/>
                      </a:cubicBezTo>
                      <a:lnTo>
                        <a:pt x="24316" y="2"/>
                      </a:lnTo>
                      <a:cubicBezTo>
                        <a:pt x="24561" y="2"/>
                        <a:pt x="24757" y="198"/>
                        <a:pt x="24757" y="443"/>
                      </a:cubicBezTo>
                      <a:cubicBezTo>
                        <a:pt x="24757" y="688"/>
                        <a:pt x="24561" y="884"/>
                        <a:pt x="24316" y="884"/>
                      </a:cubicBezTo>
                      <a:close/>
                      <a:moveTo>
                        <a:pt x="15582" y="884"/>
                      </a:moveTo>
                      <a:lnTo>
                        <a:pt x="12960" y="884"/>
                      </a:lnTo>
                      <a:cubicBezTo>
                        <a:pt x="12715" y="884"/>
                        <a:pt x="12519" y="688"/>
                        <a:pt x="12519" y="443"/>
                      </a:cubicBezTo>
                      <a:cubicBezTo>
                        <a:pt x="12519" y="198"/>
                        <a:pt x="12715" y="2"/>
                        <a:pt x="12960" y="2"/>
                      </a:cubicBezTo>
                      <a:lnTo>
                        <a:pt x="15582" y="2"/>
                      </a:lnTo>
                      <a:cubicBezTo>
                        <a:pt x="15827" y="2"/>
                        <a:pt x="16023" y="198"/>
                        <a:pt x="16023" y="443"/>
                      </a:cubicBezTo>
                      <a:cubicBezTo>
                        <a:pt x="16023" y="688"/>
                        <a:pt x="15827" y="884"/>
                        <a:pt x="15582" y="884"/>
                      </a:cubicBezTo>
                      <a:close/>
                      <a:moveTo>
                        <a:pt x="6848" y="884"/>
                      </a:moveTo>
                      <a:lnTo>
                        <a:pt x="4226" y="884"/>
                      </a:lnTo>
                      <a:cubicBezTo>
                        <a:pt x="3981" y="884"/>
                        <a:pt x="3785" y="688"/>
                        <a:pt x="3785" y="443"/>
                      </a:cubicBezTo>
                      <a:cubicBezTo>
                        <a:pt x="3785" y="198"/>
                        <a:pt x="3981" y="2"/>
                        <a:pt x="4226" y="2"/>
                      </a:cubicBezTo>
                      <a:lnTo>
                        <a:pt x="6848" y="2"/>
                      </a:lnTo>
                      <a:cubicBezTo>
                        <a:pt x="7093" y="2"/>
                        <a:pt x="7289" y="198"/>
                        <a:pt x="7289" y="443"/>
                      </a:cubicBezTo>
                      <a:cubicBezTo>
                        <a:pt x="7289" y="688"/>
                        <a:pt x="7093" y="884"/>
                        <a:pt x="6848" y="88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2" name="Forme libre : forme 2911">
                  <a:extLst>
                    <a:ext uri="{FF2B5EF4-FFF2-40B4-BE49-F238E27FC236}">
                      <a16:creationId xmlns:a16="http://schemas.microsoft.com/office/drawing/2014/main" id="{8EB3388C-E694-29AA-D03C-DB47A0A060B7}"/>
                    </a:ext>
                  </a:extLst>
                </p:cNvPr>
                <p:cNvSpPr/>
                <p:nvPr/>
              </p:nvSpPr>
              <p:spPr>
                <a:xfrm>
                  <a:off x="839104" y="431721"/>
                  <a:ext cx="127421" cy="41898"/>
                </a:xfrm>
                <a:custGeom>
                  <a:avLst/>
                  <a:gdLst>
                    <a:gd name="connsiteX0" fmla="*/ 0 w 127421"/>
                    <a:gd name="connsiteY0" fmla="*/ 38297 h 41898"/>
                    <a:gd name="connsiteX1" fmla="*/ 2217 w 127421"/>
                    <a:gd name="connsiteY1" fmla="*/ 14569 h 41898"/>
                    <a:gd name="connsiteX2" fmla="*/ 16047 w 127421"/>
                    <a:gd name="connsiteY2" fmla="*/ 3912 h 41898"/>
                    <a:gd name="connsiteX3" fmla="*/ 123330 w 127421"/>
                    <a:gd name="connsiteY3" fmla="*/ 14324 h 41898"/>
                    <a:gd name="connsiteX4" fmla="*/ 127422 w 127421"/>
                    <a:gd name="connsiteY4" fmla="*/ 41898 h 41898"/>
                    <a:gd name="connsiteX5" fmla="*/ 0 w 127421"/>
                    <a:gd name="connsiteY5" fmla="*/ 38297 h 418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7421" h="41898">
                      <a:moveTo>
                        <a:pt x="0" y="38297"/>
                      </a:moveTo>
                      <a:lnTo>
                        <a:pt x="2217" y="14569"/>
                      </a:lnTo>
                      <a:cubicBezTo>
                        <a:pt x="4716" y="8910"/>
                        <a:pt x="9910" y="4892"/>
                        <a:pt x="16047" y="3912"/>
                      </a:cubicBezTo>
                      <a:cubicBezTo>
                        <a:pt x="39003" y="261"/>
                        <a:pt x="95915" y="-6170"/>
                        <a:pt x="123330" y="14324"/>
                      </a:cubicBezTo>
                      <a:lnTo>
                        <a:pt x="127422" y="41898"/>
                      </a:lnTo>
                      <a:lnTo>
                        <a:pt x="0" y="38297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3" name="Forme libre : forme 2912">
                  <a:extLst>
                    <a:ext uri="{FF2B5EF4-FFF2-40B4-BE49-F238E27FC236}">
                      <a16:creationId xmlns:a16="http://schemas.microsoft.com/office/drawing/2014/main" id="{35750F2E-AAEE-9A86-B419-398F7D2911B6}"/>
                    </a:ext>
                  </a:extLst>
                </p:cNvPr>
                <p:cNvSpPr/>
                <p:nvPr/>
              </p:nvSpPr>
              <p:spPr>
                <a:xfrm>
                  <a:off x="883988" y="358974"/>
                  <a:ext cx="37802" cy="89172"/>
                </a:xfrm>
                <a:custGeom>
                  <a:avLst/>
                  <a:gdLst>
                    <a:gd name="connsiteX0" fmla="*/ 26815 w 37802"/>
                    <a:gd name="connsiteY0" fmla="*/ 88210 h 89172"/>
                    <a:gd name="connsiteX1" fmla="*/ 10939 w 37802"/>
                    <a:gd name="connsiteY1" fmla="*/ 88186 h 89172"/>
                    <a:gd name="connsiteX2" fmla="*/ 0 w 37802"/>
                    <a:gd name="connsiteY2" fmla="*/ 74295 h 89172"/>
                    <a:gd name="connsiteX3" fmla="*/ 0 w 37802"/>
                    <a:gd name="connsiteY3" fmla="*/ 0 h 89172"/>
                    <a:gd name="connsiteX4" fmla="*/ 37803 w 37802"/>
                    <a:gd name="connsiteY4" fmla="*/ 0 h 89172"/>
                    <a:gd name="connsiteX5" fmla="*/ 37803 w 37802"/>
                    <a:gd name="connsiteY5" fmla="*/ 74233 h 89172"/>
                    <a:gd name="connsiteX6" fmla="*/ 26815 w 37802"/>
                    <a:gd name="connsiteY6" fmla="*/ 88198 h 891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802" h="89172">
                      <a:moveTo>
                        <a:pt x="26815" y="88210"/>
                      </a:moveTo>
                      <a:cubicBezTo>
                        <a:pt x="21535" y="89497"/>
                        <a:pt x="16231" y="89497"/>
                        <a:pt x="10939" y="88186"/>
                      </a:cubicBezTo>
                      <a:cubicBezTo>
                        <a:pt x="4520" y="86606"/>
                        <a:pt x="0" y="80873"/>
                        <a:pt x="0" y="74295"/>
                      </a:cubicBezTo>
                      <a:lnTo>
                        <a:pt x="0" y="0"/>
                      </a:lnTo>
                      <a:lnTo>
                        <a:pt x="37803" y="0"/>
                      </a:lnTo>
                      <a:lnTo>
                        <a:pt x="37803" y="74233"/>
                      </a:lnTo>
                      <a:cubicBezTo>
                        <a:pt x="37803" y="80836"/>
                        <a:pt x="33270" y="86630"/>
                        <a:pt x="26815" y="88198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4" name="Forme libre : forme 2913">
                  <a:extLst>
                    <a:ext uri="{FF2B5EF4-FFF2-40B4-BE49-F238E27FC236}">
                      <a16:creationId xmlns:a16="http://schemas.microsoft.com/office/drawing/2014/main" id="{83513990-B11D-B06B-9398-C2C335F74B86}"/>
                    </a:ext>
                  </a:extLst>
                </p:cNvPr>
                <p:cNvSpPr/>
                <p:nvPr/>
              </p:nvSpPr>
              <p:spPr>
                <a:xfrm>
                  <a:off x="1205298" y="431721"/>
                  <a:ext cx="127421" cy="41898"/>
                </a:xfrm>
                <a:custGeom>
                  <a:avLst/>
                  <a:gdLst>
                    <a:gd name="connsiteX0" fmla="*/ 0 w 127421"/>
                    <a:gd name="connsiteY0" fmla="*/ 38297 h 41898"/>
                    <a:gd name="connsiteX1" fmla="*/ 2217 w 127421"/>
                    <a:gd name="connsiteY1" fmla="*/ 14569 h 41898"/>
                    <a:gd name="connsiteX2" fmla="*/ 16047 w 127421"/>
                    <a:gd name="connsiteY2" fmla="*/ 3912 h 41898"/>
                    <a:gd name="connsiteX3" fmla="*/ 123330 w 127421"/>
                    <a:gd name="connsiteY3" fmla="*/ 14324 h 41898"/>
                    <a:gd name="connsiteX4" fmla="*/ 127422 w 127421"/>
                    <a:gd name="connsiteY4" fmla="*/ 41898 h 41898"/>
                    <a:gd name="connsiteX5" fmla="*/ 0 w 127421"/>
                    <a:gd name="connsiteY5" fmla="*/ 38297 h 418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7421" h="41898">
                      <a:moveTo>
                        <a:pt x="0" y="38297"/>
                      </a:moveTo>
                      <a:lnTo>
                        <a:pt x="2217" y="14569"/>
                      </a:lnTo>
                      <a:cubicBezTo>
                        <a:pt x="4716" y="8910"/>
                        <a:pt x="9910" y="4892"/>
                        <a:pt x="16047" y="3912"/>
                      </a:cubicBezTo>
                      <a:cubicBezTo>
                        <a:pt x="39003" y="261"/>
                        <a:pt x="95915" y="-6170"/>
                        <a:pt x="123330" y="14324"/>
                      </a:cubicBezTo>
                      <a:lnTo>
                        <a:pt x="127422" y="41898"/>
                      </a:lnTo>
                      <a:lnTo>
                        <a:pt x="0" y="38297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5" name="Forme libre : forme 2914">
                  <a:extLst>
                    <a:ext uri="{FF2B5EF4-FFF2-40B4-BE49-F238E27FC236}">
                      <a16:creationId xmlns:a16="http://schemas.microsoft.com/office/drawing/2014/main" id="{43C9AB05-B8AA-F20A-2014-6FEACE027FE8}"/>
                    </a:ext>
                  </a:extLst>
                </p:cNvPr>
                <p:cNvSpPr/>
                <p:nvPr/>
              </p:nvSpPr>
              <p:spPr>
                <a:xfrm>
                  <a:off x="1250181" y="351147"/>
                  <a:ext cx="37802" cy="96999"/>
                </a:xfrm>
                <a:custGeom>
                  <a:avLst/>
                  <a:gdLst>
                    <a:gd name="connsiteX0" fmla="*/ 26815 w 37802"/>
                    <a:gd name="connsiteY0" fmla="*/ 96038 h 96999"/>
                    <a:gd name="connsiteX1" fmla="*/ 10939 w 37802"/>
                    <a:gd name="connsiteY1" fmla="*/ 96013 h 96999"/>
                    <a:gd name="connsiteX2" fmla="*/ 0 w 37802"/>
                    <a:gd name="connsiteY2" fmla="*/ 82122 h 96999"/>
                    <a:gd name="connsiteX3" fmla="*/ 0 w 37802"/>
                    <a:gd name="connsiteY3" fmla="*/ 0 h 96999"/>
                    <a:gd name="connsiteX4" fmla="*/ 37803 w 37802"/>
                    <a:gd name="connsiteY4" fmla="*/ 0 h 96999"/>
                    <a:gd name="connsiteX5" fmla="*/ 37803 w 37802"/>
                    <a:gd name="connsiteY5" fmla="*/ 82061 h 96999"/>
                    <a:gd name="connsiteX6" fmla="*/ 26815 w 37802"/>
                    <a:gd name="connsiteY6" fmla="*/ 96026 h 969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802" h="96999">
                      <a:moveTo>
                        <a:pt x="26815" y="96038"/>
                      </a:moveTo>
                      <a:cubicBezTo>
                        <a:pt x="21535" y="97324"/>
                        <a:pt x="16231" y="97324"/>
                        <a:pt x="10939" y="96013"/>
                      </a:cubicBezTo>
                      <a:cubicBezTo>
                        <a:pt x="4520" y="94433"/>
                        <a:pt x="0" y="88700"/>
                        <a:pt x="0" y="82122"/>
                      </a:cubicBezTo>
                      <a:lnTo>
                        <a:pt x="0" y="0"/>
                      </a:lnTo>
                      <a:lnTo>
                        <a:pt x="37803" y="0"/>
                      </a:lnTo>
                      <a:lnTo>
                        <a:pt x="37803" y="82061"/>
                      </a:lnTo>
                      <a:cubicBezTo>
                        <a:pt x="37803" y="88664"/>
                        <a:pt x="33270" y="94458"/>
                        <a:pt x="26815" y="96026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6" name="Forme libre : forme 2915">
                  <a:extLst>
                    <a:ext uri="{FF2B5EF4-FFF2-40B4-BE49-F238E27FC236}">
                      <a16:creationId xmlns:a16="http://schemas.microsoft.com/office/drawing/2014/main" id="{5A5A1836-06DC-ADA0-87F6-E01E33D4EC7C}"/>
                    </a:ext>
                  </a:extLst>
                </p:cNvPr>
                <p:cNvSpPr/>
                <p:nvPr/>
              </p:nvSpPr>
              <p:spPr>
                <a:xfrm>
                  <a:off x="860485" y="255859"/>
                  <a:ext cx="447706" cy="121340"/>
                </a:xfrm>
                <a:custGeom>
                  <a:avLst/>
                  <a:gdLst>
                    <a:gd name="connsiteX0" fmla="*/ 19644 w 447706"/>
                    <a:gd name="connsiteY0" fmla="*/ 121331 h 121340"/>
                    <a:gd name="connsiteX1" fmla="*/ 426238 w 447706"/>
                    <a:gd name="connsiteY1" fmla="*/ 107868 h 121340"/>
                    <a:gd name="connsiteX2" fmla="*/ 444967 w 447706"/>
                    <a:gd name="connsiteY2" fmla="*/ 91784 h 121340"/>
                    <a:gd name="connsiteX3" fmla="*/ 446229 w 447706"/>
                    <a:gd name="connsiteY3" fmla="*/ 40250 h 121340"/>
                    <a:gd name="connsiteX4" fmla="*/ 400770 w 447706"/>
                    <a:gd name="connsiteY4" fmla="*/ 560 h 121340"/>
                    <a:gd name="connsiteX5" fmla="*/ 25401 w 447706"/>
                    <a:gd name="connsiteY5" fmla="*/ 40911 h 121340"/>
                    <a:gd name="connsiteX6" fmla="*/ 2948 w 447706"/>
                    <a:gd name="connsiteY6" fmla="*/ 66697 h 121340"/>
                    <a:gd name="connsiteX7" fmla="*/ 1968 w 447706"/>
                    <a:gd name="connsiteY7" fmla="*/ 107978 h 121340"/>
                    <a:gd name="connsiteX8" fmla="*/ 19644 w 447706"/>
                    <a:gd name="connsiteY8" fmla="*/ 121331 h 1213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7706" h="121340">
                      <a:moveTo>
                        <a:pt x="19644" y="121331"/>
                      </a:moveTo>
                      <a:lnTo>
                        <a:pt x="426238" y="107868"/>
                      </a:lnTo>
                      <a:cubicBezTo>
                        <a:pt x="435511" y="107562"/>
                        <a:pt x="443375" y="100874"/>
                        <a:pt x="444967" y="91784"/>
                      </a:cubicBezTo>
                      <a:cubicBezTo>
                        <a:pt x="447197" y="79057"/>
                        <a:pt x="449157" y="59996"/>
                        <a:pt x="446229" y="40250"/>
                      </a:cubicBezTo>
                      <a:cubicBezTo>
                        <a:pt x="442897" y="17784"/>
                        <a:pt x="423579" y="1099"/>
                        <a:pt x="400770" y="560"/>
                      </a:cubicBezTo>
                      <a:cubicBezTo>
                        <a:pt x="324920" y="-1240"/>
                        <a:pt x="131827" y="-1191"/>
                        <a:pt x="25401" y="40911"/>
                      </a:cubicBezTo>
                      <a:cubicBezTo>
                        <a:pt x="14144" y="45358"/>
                        <a:pt x="5802" y="54986"/>
                        <a:pt x="2948" y="66697"/>
                      </a:cubicBezTo>
                      <a:cubicBezTo>
                        <a:pt x="228" y="77869"/>
                        <a:pt x="-1572" y="92801"/>
                        <a:pt x="1968" y="107978"/>
                      </a:cubicBezTo>
                      <a:cubicBezTo>
                        <a:pt x="3854" y="116051"/>
                        <a:pt x="11327" y="121612"/>
                        <a:pt x="19644" y="121331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7" name="Forme libre : forme 2916">
                  <a:extLst>
                    <a:ext uri="{FF2B5EF4-FFF2-40B4-BE49-F238E27FC236}">
                      <a16:creationId xmlns:a16="http://schemas.microsoft.com/office/drawing/2014/main" id="{658731A5-C082-868C-4E57-2B6719F3E51A}"/>
                    </a:ext>
                  </a:extLst>
                </p:cNvPr>
                <p:cNvSpPr/>
                <p:nvPr/>
              </p:nvSpPr>
              <p:spPr>
                <a:xfrm>
                  <a:off x="871929" y="282328"/>
                  <a:ext cx="127132" cy="72812"/>
                </a:xfrm>
                <a:custGeom>
                  <a:avLst/>
                  <a:gdLst>
                    <a:gd name="connsiteX0" fmla="*/ 1168 w 127132"/>
                    <a:gd name="connsiteY0" fmla="*/ 72812 h 72812"/>
                    <a:gd name="connsiteX1" fmla="*/ 299 w 127132"/>
                    <a:gd name="connsiteY1" fmla="*/ 72028 h 72812"/>
                    <a:gd name="connsiteX2" fmla="*/ 2700 w 127132"/>
                    <a:gd name="connsiteY2" fmla="*/ 41723 h 72812"/>
                    <a:gd name="connsiteX3" fmla="*/ 25166 w 127132"/>
                    <a:gd name="connsiteY3" fmla="*/ 18901 h 72812"/>
                    <a:gd name="connsiteX4" fmla="*/ 126238 w 127132"/>
                    <a:gd name="connsiteY4" fmla="*/ 0 h 72812"/>
                    <a:gd name="connsiteX5" fmla="*/ 127132 w 127132"/>
                    <a:gd name="connsiteY5" fmla="*/ 845 h 72812"/>
                    <a:gd name="connsiteX6" fmla="*/ 126287 w 127132"/>
                    <a:gd name="connsiteY6" fmla="*/ 1739 h 72812"/>
                    <a:gd name="connsiteX7" fmla="*/ 25668 w 127132"/>
                    <a:gd name="connsiteY7" fmla="*/ 20567 h 72812"/>
                    <a:gd name="connsiteX8" fmla="*/ 4402 w 127132"/>
                    <a:gd name="connsiteY8" fmla="*/ 42176 h 72812"/>
                    <a:gd name="connsiteX9" fmla="*/ 2050 w 127132"/>
                    <a:gd name="connsiteY9" fmla="*/ 71857 h 72812"/>
                    <a:gd name="connsiteX10" fmla="*/ 1266 w 127132"/>
                    <a:gd name="connsiteY10" fmla="*/ 72812 h 72812"/>
                    <a:gd name="connsiteX11" fmla="*/ 1181 w 127132"/>
                    <a:gd name="connsiteY11" fmla="*/ 72812 h 728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27132" h="72812">
                      <a:moveTo>
                        <a:pt x="1168" y="72812"/>
                      </a:moveTo>
                      <a:cubicBezTo>
                        <a:pt x="727" y="72812"/>
                        <a:pt x="348" y="72482"/>
                        <a:pt x="299" y="72028"/>
                      </a:cubicBezTo>
                      <a:cubicBezTo>
                        <a:pt x="286" y="71869"/>
                        <a:pt x="-1233" y="56275"/>
                        <a:pt x="2700" y="41723"/>
                      </a:cubicBezTo>
                      <a:cubicBezTo>
                        <a:pt x="5639" y="30845"/>
                        <a:pt x="14251" y="22099"/>
                        <a:pt x="25166" y="18901"/>
                      </a:cubicBezTo>
                      <a:cubicBezTo>
                        <a:pt x="47779" y="12262"/>
                        <a:pt x="90971" y="992"/>
                        <a:pt x="126238" y="0"/>
                      </a:cubicBezTo>
                      <a:cubicBezTo>
                        <a:pt x="126728" y="0"/>
                        <a:pt x="127120" y="367"/>
                        <a:pt x="127132" y="845"/>
                      </a:cubicBezTo>
                      <a:cubicBezTo>
                        <a:pt x="127145" y="1323"/>
                        <a:pt x="126765" y="1727"/>
                        <a:pt x="126287" y="1739"/>
                      </a:cubicBezTo>
                      <a:cubicBezTo>
                        <a:pt x="91216" y="2719"/>
                        <a:pt x="48195" y="13952"/>
                        <a:pt x="25668" y="20567"/>
                      </a:cubicBezTo>
                      <a:cubicBezTo>
                        <a:pt x="15329" y="23605"/>
                        <a:pt x="7183" y="31874"/>
                        <a:pt x="4402" y="42176"/>
                      </a:cubicBezTo>
                      <a:cubicBezTo>
                        <a:pt x="544" y="56422"/>
                        <a:pt x="2026" y="71698"/>
                        <a:pt x="2050" y="71857"/>
                      </a:cubicBezTo>
                      <a:cubicBezTo>
                        <a:pt x="2099" y="72335"/>
                        <a:pt x="1744" y="72763"/>
                        <a:pt x="1266" y="72812"/>
                      </a:cubicBezTo>
                      <a:cubicBezTo>
                        <a:pt x="1242" y="72812"/>
                        <a:pt x="1205" y="72812"/>
                        <a:pt x="1181" y="7281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8" name="Forme libre : forme 2917">
                  <a:extLst>
                    <a:ext uri="{FF2B5EF4-FFF2-40B4-BE49-F238E27FC236}">
                      <a16:creationId xmlns:a16="http://schemas.microsoft.com/office/drawing/2014/main" id="{59F1BC8A-8B16-B78B-65EF-316FD6EA1DE5}"/>
                    </a:ext>
                  </a:extLst>
                </p:cNvPr>
                <p:cNvSpPr/>
                <p:nvPr/>
              </p:nvSpPr>
              <p:spPr>
                <a:xfrm>
                  <a:off x="606894" y="458617"/>
                  <a:ext cx="964359" cy="387835"/>
                </a:xfrm>
                <a:custGeom>
                  <a:avLst/>
                  <a:gdLst>
                    <a:gd name="connsiteX0" fmla="*/ 43565 w 964359"/>
                    <a:gd name="connsiteY0" fmla="*/ 2153 h 387835"/>
                    <a:gd name="connsiteX1" fmla="*/ 908237 w 964359"/>
                    <a:gd name="connsiteY1" fmla="*/ 14415 h 387835"/>
                    <a:gd name="connsiteX2" fmla="*/ 937122 w 964359"/>
                    <a:gd name="connsiteY2" fmla="*/ 40446 h 387835"/>
                    <a:gd name="connsiteX3" fmla="*/ 964170 w 964359"/>
                    <a:gd name="connsiteY3" fmla="*/ 288503 h 387835"/>
                    <a:gd name="connsiteX4" fmla="*/ 940074 w 964359"/>
                    <a:gd name="connsiteY4" fmla="*/ 316555 h 387835"/>
                    <a:gd name="connsiteX5" fmla="*/ 563285 w 964359"/>
                    <a:gd name="connsiteY5" fmla="*/ 387836 h 387835"/>
                    <a:gd name="connsiteX6" fmla="*/ 429444 w 964359"/>
                    <a:gd name="connsiteY6" fmla="*/ 387836 h 387835"/>
                    <a:gd name="connsiteX7" fmla="*/ 27971 w 964359"/>
                    <a:gd name="connsiteY7" fmla="*/ 308029 h 387835"/>
                    <a:gd name="connsiteX8" fmla="*/ 2651 w 964359"/>
                    <a:gd name="connsiteY8" fmla="*/ 278887 h 387835"/>
                    <a:gd name="connsiteX9" fmla="*/ 9780 w 964359"/>
                    <a:gd name="connsiteY9" fmla="*/ 30793 h 387835"/>
                    <a:gd name="connsiteX10" fmla="*/ 43552 w 964359"/>
                    <a:gd name="connsiteY10" fmla="*/ 2141 h 3878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64359" h="387835">
                      <a:moveTo>
                        <a:pt x="43565" y="2153"/>
                      </a:moveTo>
                      <a:cubicBezTo>
                        <a:pt x="174919" y="475"/>
                        <a:pt x="743172" y="-5503"/>
                        <a:pt x="908237" y="14415"/>
                      </a:cubicBezTo>
                      <a:cubicBezTo>
                        <a:pt x="922447" y="16130"/>
                        <a:pt x="934047" y="26530"/>
                        <a:pt x="937122" y="40446"/>
                      </a:cubicBezTo>
                      <a:cubicBezTo>
                        <a:pt x="946873" y="84545"/>
                        <a:pt x="966497" y="186977"/>
                        <a:pt x="964170" y="288503"/>
                      </a:cubicBezTo>
                      <a:cubicBezTo>
                        <a:pt x="963851" y="302321"/>
                        <a:pt x="953720" y="313982"/>
                        <a:pt x="940074" y="316555"/>
                      </a:cubicBezTo>
                      <a:lnTo>
                        <a:pt x="563285" y="387836"/>
                      </a:lnTo>
                      <a:lnTo>
                        <a:pt x="429444" y="387836"/>
                      </a:lnTo>
                      <a:lnTo>
                        <a:pt x="27971" y="308029"/>
                      </a:lnTo>
                      <a:cubicBezTo>
                        <a:pt x="13822" y="305211"/>
                        <a:pt x="3386" y="293231"/>
                        <a:pt x="2651" y="278887"/>
                      </a:cubicBezTo>
                      <a:cubicBezTo>
                        <a:pt x="41" y="227805"/>
                        <a:pt x="-4038" y="107942"/>
                        <a:pt x="9780" y="30793"/>
                      </a:cubicBezTo>
                      <a:cubicBezTo>
                        <a:pt x="12720" y="14403"/>
                        <a:pt x="26819" y="2349"/>
                        <a:pt x="43552" y="2141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9" name="Forme libre : forme 2918">
                  <a:extLst>
                    <a:ext uri="{FF2B5EF4-FFF2-40B4-BE49-F238E27FC236}">
                      <a16:creationId xmlns:a16="http://schemas.microsoft.com/office/drawing/2014/main" id="{869E0D6F-2757-A3CB-145E-4F6EFFD4D138}"/>
                    </a:ext>
                  </a:extLst>
                </p:cNvPr>
                <p:cNvSpPr/>
                <p:nvPr/>
              </p:nvSpPr>
              <p:spPr>
                <a:xfrm>
                  <a:off x="639005" y="490720"/>
                  <a:ext cx="900282" cy="323736"/>
                </a:xfrm>
                <a:custGeom>
                  <a:avLst/>
                  <a:gdLst>
                    <a:gd name="connsiteX0" fmla="*/ 524362 w 900282"/>
                    <a:gd name="connsiteY0" fmla="*/ 323724 h 323736"/>
                    <a:gd name="connsiteX1" fmla="*/ 521741 w 900282"/>
                    <a:gd name="connsiteY1" fmla="*/ 323724 h 323736"/>
                    <a:gd name="connsiteX2" fmla="*/ 521300 w 900282"/>
                    <a:gd name="connsiteY2" fmla="*/ 323283 h 323736"/>
                    <a:gd name="connsiteX3" fmla="*/ 521741 w 900282"/>
                    <a:gd name="connsiteY3" fmla="*/ 322842 h 323736"/>
                    <a:gd name="connsiteX4" fmla="*/ 524362 w 900282"/>
                    <a:gd name="connsiteY4" fmla="*/ 322842 h 323736"/>
                    <a:gd name="connsiteX5" fmla="*/ 524803 w 900282"/>
                    <a:gd name="connsiteY5" fmla="*/ 323283 h 323736"/>
                    <a:gd name="connsiteX6" fmla="*/ 524362 w 900282"/>
                    <a:gd name="connsiteY6" fmla="*/ 323724 h 323736"/>
                    <a:gd name="connsiteX7" fmla="*/ 515628 w 900282"/>
                    <a:gd name="connsiteY7" fmla="*/ 323724 h 323736"/>
                    <a:gd name="connsiteX8" fmla="*/ 513007 w 900282"/>
                    <a:gd name="connsiteY8" fmla="*/ 323724 h 323736"/>
                    <a:gd name="connsiteX9" fmla="*/ 512566 w 900282"/>
                    <a:gd name="connsiteY9" fmla="*/ 323283 h 323736"/>
                    <a:gd name="connsiteX10" fmla="*/ 513007 w 900282"/>
                    <a:gd name="connsiteY10" fmla="*/ 322842 h 323736"/>
                    <a:gd name="connsiteX11" fmla="*/ 515628 w 900282"/>
                    <a:gd name="connsiteY11" fmla="*/ 322842 h 323736"/>
                    <a:gd name="connsiteX12" fmla="*/ 516069 w 900282"/>
                    <a:gd name="connsiteY12" fmla="*/ 323283 h 323736"/>
                    <a:gd name="connsiteX13" fmla="*/ 515628 w 900282"/>
                    <a:gd name="connsiteY13" fmla="*/ 323724 h 323736"/>
                    <a:gd name="connsiteX14" fmla="*/ 506894 w 900282"/>
                    <a:gd name="connsiteY14" fmla="*/ 323724 h 323736"/>
                    <a:gd name="connsiteX15" fmla="*/ 504273 w 900282"/>
                    <a:gd name="connsiteY15" fmla="*/ 323724 h 323736"/>
                    <a:gd name="connsiteX16" fmla="*/ 503832 w 900282"/>
                    <a:gd name="connsiteY16" fmla="*/ 323283 h 323736"/>
                    <a:gd name="connsiteX17" fmla="*/ 504273 w 900282"/>
                    <a:gd name="connsiteY17" fmla="*/ 322842 h 323736"/>
                    <a:gd name="connsiteX18" fmla="*/ 506894 w 900282"/>
                    <a:gd name="connsiteY18" fmla="*/ 322842 h 323736"/>
                    <a:gd name="connsiteX19" fmla="*/ 507335 w 900282"/>
                    <a:gd name="connsiteY19" fmla="*/ 323283 h 323736"/>
                    <a:gd name="connsiteX20" fmla="*/ 506894 w 900282"/>
                    <a:gd name="connsiteY20" fmla="*/ 323724 h 323736"/>
                    <a:gd name="connsiteX21" fmla="*/ 498160 w 900282"/>
                    <a:gd name="connsiteY21" fmla="*/ 323724 h 323736"/>
                    <a:gd name="connsiteX22" fmla="*/ 495539 w 900282"/>
                    <a:gd name="connsiteY22" fmla="*/ 323724 h 323736"/>
                    <a:gd name="connsiteX23" fmla="*/ 495098 w 900282"/>
                    <a:gd name="connsiteY23" fmla="*/ 323283 h 323736"/>
                    <a:gd name="connsiteX24" fmla="*/ 495539 w 900282"/>
                    <a:gd name="connsiteY24" fmla="*/ 322842 h 323736"/>
                    <a:gd name="connsiteX25" fmla="*/ 498160 w 900282"/>
                    <a:gd name="connsiteY25" fmla="*/ 322842 h 323736"/>
                    <a:gd name="connsiteX26" fmla="*/ 498601 w 900282"/>
                    <a:gd name="connsiteY26" fmla="*/ 323283 h 323736"/>
                    <a:gd name="connsiteX27" fmla="*/ 498160 w 900282"/>
                    <a:gd name="connsiteY27" fmla="*/ 323724 h 323736"/>
                    <a:gd name="connsiteX28" fmla="*/ 489426 w 900282"/>
                    <a:gd name="connsiteY28" fmla="*/ 323724 h 323736"/>
                    <a:gd name="connsiteX29" fmla="*/ 486805 w 900282"/>
                    <a:gd name="connsiteY29" fmla="*/ 323724 h 323736"/>
                    <a:gd name="connsiteX30" fmla="*/ 486364 w 900282"/>
                    <a:gd name="connsiteY30" fmla="*/ 323283 h 323736"/>
                    <a:gd name="connsiteX31" fmla="*/ 486805 w 900282"/>
                    <a:gd name="connsiteY31" fmla="*/ 322842 h 323736"/>
                    <a:gd name="connsiteX32" fmla="*/ 489426 w 900282"/>
                    <a:gd name="connsiteY32" fmla="*/ 322842 h 323736"/>
                    <a:gd name="connsiteX33" fmla="*/ 489867 w 900282"/>
                    <a:gd name="connsiteY33" fmla="*/ 323283 h 323736"/>
                    <a:gd name="connsiteX34" fmla="*/ 489426 w 900282"/>
                    <a:gd name="connsiteY34" fmla="*/ 323724 h 323736"/>
                    <a:gd name="connsiteX35" fmla="*/ 480692 w 900282"/>
                    <a:gd name="connsiteY35" fmla="*/ 323724 h 323736"/>
                    <a:gd name="connsiteX36" fmla="*/ 478071 w 900282"/>
                    <a:gd name="connsiteY36" fmla="*/ 323724 h 323736"/>
                    <a:gd name="connsiteX37" fmla="*/ 477630 w 900282"/>
                    <a:gd name="connsiteY37" fmla="*/ 323283 h 323736"/>
                    <a:gd name="connsiteX38" fmla="*/ 478071 w 900282"/>
                    <a:gd name="connsiteY38" fmla="*/ 322842 h 323736"/>
                    <a:gd name="connsiteX39" fmla="*/ 480692 w 900282"/>
                    <a:gd name="connsiteY39" fmla="*/ 322842 h 323736"/>
                    <a:gd name="connsiteX40" fmla="*/ 481133 w 900282"/>
                    <a:gd name="connsiteY40" fmla="*/ 323283 h 323736"/>
                    <a:gd name="connsiteX41" fmla="*/ 480692 w 900282"/>
                    <a:gd name="connsiteY41" fmla="*/ 323724 h 323736"/>
                    <a:gd name="connsiteX42" fmla="*/ 471958 w 900282"/>
                    <a:gd name="connsiteY42" fmla="*/ 323724 h 323736"/>
                    <a:gd name="connsiteX43" fmla="*/ 469337 w 900282"/>
                    <a:gd name="connsiteY43" fmla="*/ 323724 h 323736"/>
                    <a:gd name="connsiteX44" fmla="*/ 468896 w 900282"/>
                    <a:gd name="connsiteY44" fmla="*/ 323283 h 323736"/>
                    <a:gd name="connsiteX45" fmla="*/ 469337 w 900282"/>
                    <a:gd name="connsiteY45" fmla="*/ 322842 h 323736"/>
                    <a:gd name="connsiteX46" fmla="*/ 471958 w 900282"/>
                    <a:gd name="connsiteY46" fmla="*/ 322842 h 323736"/>
                    <a:gd name="connsiteX47" fmla="*/ 472399 w 900282"/>
                    <a:gd name="connsiteY47" fmla="*/ 323283 h 323736"/>
                    <a:gd name="connsiteX48" fmla="*/ 471958 w 900282"/>
                    <a:gd name="connsiteY48" fmla="*/ 323724 h 323736"/>
                    <a:gd name="connsiteX49" fmla="*/ 463224 w 900282"/>
                    <a:gd name="connsiteY49" fmla="*/ 323724 h 323736"/>
                    <a:gd name="connsiteX50" fmla="*/ 460603 w 900282"/>
                    <a:gd name="connsiteY50" fmla="*/ 323724 h 323736"/>
                    <a:gd name="connsiteX51" fmla="*/ 460161 w 900282"/>
                    <a:gd name="connsiteY51" fmla="*/ 323283 h 323736"/>
                    <a:gd name="connsiteX52" fmla="*/ 460603 w 900282"/>
                    <a:gd name="connsiteY52" fmla="*/ 322842 h 323736"/>
                    <a:gd name="connsiteX53" fmla="*/ 463224 w 900282"/>
                    <a:gd name="connsiteY53" fmla="*/ 322842 h 323736"/>
                    <a:gd name="connsiteX54" fmla="*/ 463665 w 900282"/>
                    <a:gd name="connsiteY54" fmla="*/ 323283 h 323736"/>
                    <a:gd name="connsiteX55" fmla="*/ 463224 w 900282"/>
                    <a:gd name="connsiteY55" fmla="*/ 323724 h 323736"/>
                    <a:gd name="connsiteX56" fmla="*/ 454490 w 900282"/>
                    <a:gd name="connsiteY56" fmla="*/ 323724 h 323736"/>
                    <a:gd name="connsiteX57" fmla="*/ 451868 w 900282"/>
                    <a:gd name="connsiteY57" fmla="*/ 323724 h 323736"/>
                    <a:gd name="connsiteX58" fmla="*/ 451427 w 900282"/>
                    <a:gd name="connsiteY58" fmla="*/ 323283 h 323736"/>
                    <a:gd name="connsiteX59" fmla="*/ 451868 w 900282"/>
                    <a:gd name="connsiteY59" fmla="*/ 322842 h 323736"/>
                    <a:gd name="connsiteX60" fmla="*/ 454490 w 900282"/>
                    <a:gd name="connsiteY60" fmla="*/ 322842 h 323736"/>
                    <a:gd name="connsiteX61" fmla="*/ 454931 w 900282"/>
                    <a:gd name="connsiteY61" fmla="*/ 323283 h 323736"/>
                    <a:gd name="connsiteX62" fmla="*/ 454490 w 900282"/>
                    <a:gd name="connsiteY62" fmla="*/ 323724 h 323736"/>
                    <a:gd name="connsiteX63" fmla="*/ 445756 w 900282"/>
                    <a:gd name="connsiteY63" fmla="*/ 323724 h 323736"/>
                    <a:gd name="connsiteX64" fmla="*/ 443134 w 900282"/>
                    <a:gd name="connsiteY64" fmla="*/ 323724 h 323736"/>
                    <a:gd name="connsiteX65" fmla="*/ 442693 w 900282"/>
                    <a:gd name="connsiteY65" fmla="*/ 323283 h 323736"/>
                    <a:gd name="connsiteX66" fmla="*/ 443134 w 900282"/>
                    <a:gd name="connsiteY66" fmla="*/ 322842 h 323736"/>
                    <a:gd name="connsiteX67" fmla="*/ 445756 w 900282"/>
                    <a:gd name="connsiteY67" fmla="*/ 322842 h 323736"/>
                    <a:gd name="connsiteX68" fmla="*/ 446197 w 900282"/>
                    <a:gd name="connsiteY68" fmla="*/ 323283 h 323736"/>
                    <a:gd name="connsiteX69" fmla="*/ 445756 w 900282"/>
                    <a:gd name="connsiteY69" fmla="*/ 323724 h 323736"/>
                    <a:gd name="connsiteX70" fmla="*/ 437022 w 900282"/>
                    <a:gd name="connsiteY70" fmla="*/ 323724 h 323736"/>
                    <a:gd name="connsiteX71" fmla="*/ 434400 w 900282"/>
                    <a:gd name="connsiteY71" fmla="*/ 323724 h 323736"/>
                    <a:gd name="connsiteX72" fmla="*/ 433959 w 900282"/>
                    <a:gd name="connsiteY72" fmla="*/ 323283 h 323736"/>
                    <a:gd name="connsiteX73" fmla="*/ 434400 w 900282"/>
                    <a:gd name="connsiteY73" fmla="*/ 322842 h 323736"/>
                    <a:gd name="connsiteX74" fmla="*/ 437022 w 900282"/>
                    <a:gd name="connsiteY74" fmla="*/ 322842 h 323736"/>
                    <a:gd name="connsiteX75" fmla="*/ 437463 w 900282"/>
                    <a:gd name="connsiteY75" fmla="*/ 323283 h 323736"/>
                    <a:gd name="connsiteX76" fmla="*/ 437022 w 900282"/>
                    <a:gd name="connsiteY76" fmla="*/ 323724 h 323736"/>
                    <a:gd name="connsiteX77" fmla="*/ 428288 w 900282"/>
                    <a:gd name="connsiteY77" fmla="*/ 323724 h 323736"/>
                    <a:gd name="connsiteX78" fmla="*/ 425666 w 900282"/>
                    <a:gd name="connsiteY78" fmla="*/ 323724 h 323736"/>
                    <a:gd name="connsiteX79" fmla="*/ 425225 w 900282"/>
                    <a:gd name="connsiteY79" fmla="*/ 323283 h 323736"/>
                    <a:gd name="connsiteX80" fmla="*/ 425666 w 900282"/>
                    <a:gd name="connsiteY80" fmla="*/ 322842 h 323736"/>
                    <a:gd name="connsiteX81" fmla="*/ 428288 w 900282"/>
                    <a:gd name="connsiteY81" fmla="*/ 322842 h 323736"/>
                    <a:gd name="connsiteX82" fmla="*/ 428729 w 900282"/>
                    <a:gd name="connsiteY82" fmla="*/ 323283 h 323736"/>
                    <a:gd name="connsiteX83" fmla="*/ 428288 w 900282"/>
                    <a:gd name="connsiteY83" fmla="*/ 323724 h 323736"/>
                    <a:gd name="connsiteX84" fmla="*/ 419554 w 900282"/>
                    <a:gd name="connsiteY84" fmla="*/ 323724 h 323736"/>
                    <a:gd name="connsiteX85" fmla="*/ 416932 w 900282"/>
                    <a:gd name="connsiteY85" fmla="*/ 323724 h 323736"/>
                    <a:gd name="connsiteX86" fmla="*/ 416491 w 900282"/>
                    <a:gd name="connsiteY86" fmla="*/ 323283 h 323736"/>
                    <a:gd name="connsiteX87" fmla="*/ 416932 w 900282"/>
                    <a:gd name="connsiteY87" fmla="*/ 322842 h 323736"/>
                    <a:gd name="connsiteX88" fmla="*/ 419554 w 900282"/>
                    <a:gd name="connsiteY88" fmla="*/ 322842 h 323736"/>
                    <a:gd name="connsiteX89" fmla="*/ 419995 w 900282"/>
                    <a:gd name="connsiteY89" fmla="*/ 323283 h 323736"/>
                    <a:gd name="connsiteX90" fmla="*/ 419554 w 900282"/>
                    <a:gd name="connsiteY90" fmla="*/ 323724 h 323736"/>
                    <a:gd name="connsiteX91" fmla="*/ 410820 w 900282"/>
                    <a:gd name="connsiteY91" fmla="*/ 323724 h 323736"/>
                    <a:gd name="connsiteX92" fmla="*/ 408198 w 900282"/>
                    <a:gd name="connsiteY92" fmla="*/ 323724 h 323736"/>
                    <a:gd name="connsiteX93" fmla="*/ 407757 w 900282"/>
                    <a:gd name="connsiteY93" fmla="*/ 323283 h 323736"/>
                    <a:gd name="connsiteX94" fmla="*/ 408198 w 900282"/>
                    <a:gd name="connsiteY94" fmla="*/ 322842 h 323736"/>
                    <a:gd name="connsiteX95" fmla="*/ 410820 w 900282"/>
                    <a:gd name="connsiteY95" fmla="*/ 322842 h 323736"/>
                    <a:gd name="connsiteX96" fmla="*/ 411261 w 900282"/>
                    <a:gd name="connsiteY96" fmla="*/ 323283 h 323736"/>
                    <a:gd name="connsiteX97" fmla="*/ 410820 w 900282"/>
                    <a:gd name="connsiteY97" fmla="*/ 323724 h 323736"/>
                    <a:gd name="connsiteX98" fmla="*/ 402085 w 900282"/>
                    <a:gd name="connsiteY98" fmla="*/ 323724 h 323736"/>
                    <a:gd name="connsiteX99" fmla="*/ 400615 w 900282"/>
                    <a:gd name="connsiteY99" fmla="*/ 323724 h 323736"/>
                    <a:gd name="connsiteX100" fmla="*/ 397957 w 900282"/>
                    <a:gd name="connsiteY100" fmla="*/ 323209 h 323736"/>
                    <a:gd name="connsiteX101" fmla="*/ 397614 w 900282"/>
                    <a:gd name="connsiteY101" fmla="*/ 322695 h 323736"/>
                    <a:gd name="connsiteX102" fmla="*/ 398129 w 900282"/>
                    <a:gd name="connsiteY102" fmla="*/ 322352 h 323736"/>
                    <a:gd name="connsiteX103" fmla="*/ 400701 w 900282"/>
                    <a:gd name="connsiteY103" fmla="*/ 322866 h 323736"/>
                    <a:gd name="connsiteX104" fmla="*/ 402085 w 900282"/>
                    <a:gd name="connsiteY104" fmla="*/ 322866 h 323736"/>
                    <a:gd name="connsiteX105" fmla="*/ 402526 w 900282"/>
                    <a:gd name="connsiteY105" fmla="*/ 323295 h 323736"/>
                    <a:gd name="connsiteX106" fmla="*/ 402085 w 900282"/>
                    <a:gd name="connsiteY106" fmla="*/ 323736 h 323736"/>
                    <a:gd name="connsiteX107" fmla="*/ 530512 w 900282"/>
                    <a:gd name="connsiteY107" fmla="*/ 323295 h 323736"/>
                    <a:gd name="connsiteX108" fmla="*/ 530083 w 900282"/>
                    <a:gd name="connsiteY108" fmla="*/ 322940 h 323736"/>
                    <a:gd name="connsiteX109" fmla="*/ 530426 w 900282"/>
                    <a:gd name="connsiteY109" fmla="*/ 322425 h 323736"/>
                    <a:gd name="connsiteX110" fmla="*/ 532998 w 900282"/>
                    <a:gd name="connsiteY110" fmla="*/ 321935 h 323736"/>
                    <a:gd name="connsiteX111" fmla="*/ 533513 w 900282"/>
                    <a:gd name="connsiteY111" fmla="*/ 322278 h 323736"/>
                    <a:gd name="connsiteX112" fmla="*/ 533170 w 900282"/>
                    <a:gd name="connsiteY112" fmla="*/ 322793 h 323736"/>
                    <a:gd name="connsiteX113" fmla="*/ 530597 w 900282"/>
                    <a:gd name="connsiteY113" fmla="*/ 323283 h 323736"/>
                    <a:gd name="connsiteX114" fmla="*/ 530512 w 900282"/>
                    <a:gd name="connsiteY114" fmla="*/ 323283 h 323736"/>
                    <a:gd name="connsiteX115" fmla="*/ 392041 w 900282"/>
                    <a:gd name="connsiteY115" fmla="*/ 322021 h 323736"/>
                    <a:gd name="connsiteX116" fmla="*/ 391955 w 900282"/>
                    <a:gd name="connsiteY116" fmla="*/ 322021 h 323736"/>
                    <a:gd name="connsiteX117" fmla="*/ 389383 w 900282"/>
                    <a:gd name="connsiteY117" fmla="*/ 321507 h 323736"/>
                    <a:gd name="connsiteX118" fmla="*/ 389039 w 900282"/>
                    <a:gd name="connsiteY118" fmla="*/ 320992 h 323736"/>
                    <a:gd name="connsiteX119" fmla="*/ 389554 w 900282"/>
                    <a:gd name="connsiteY119" fmla="*/ 320649 h 323736"/>
                    <a:gd name="connsiteX120" fmla="*/ 392126 w 900282"/>
                    <a:gd name="connsiteY120" fmla="*/ 321164 h 323736"/>
                    <a:gd name="connsiteX121" fmla="*/ 392469 w 900282"/>
                    <a:gd name="connsiteY121" fmla="*/ 321678 h 323736"/>
                    <a:gd name="connsiteX122" fmla="*/ 392041 w 900282"/>
                    <a:gd name="connsiteY122" fmla="*/ 322033 h 323736"/>
                    <a:gd name="connsiteX123" fmla="*/ 539099 w 900282"/>
                    <a:gd name="connsiteY123" fmla="*/ 321666 h 323736"/>
                    <a:gd name="connsiteX124" fmla="*/ 538670 w 900282"/>
                    <a:gd name="connsiteY124" fmla="*/ 321311 h 323736"/>
                    <a:gd name="connsiteX125" fmla="*/ 539013 w 900282"/>
                    <a:gd name="connsiteY125" fmla="*/ 320796 h 323736"/>
                    <a:gd name="connsiteX126" fmla="*/ 541586 w 900282"/>
                    <a:gd name="connsiteY126" fmla="*/ 320306 h 323736"/>
                    <a:gd name="connsiteX127" fmla="*/ 542100 w 900282"/>
                    <a:gd name="connsiteY127" fmla="*/ 320649 h 323736"/>
                    <a:gd name="connsiteX128" fmla="*/ 541757 w 900282"/>
                    <a:gd name="connsiteY128" fmla="*/ 321164 h 323736"/>
                    <a:gd name="connsiteX129" fmla="*/ 539185 w 900282"/>
                    <a:gd name="connsiteY129" fmla="*/ 321654 h 323736"/>
                    <a:gd name="connsiteX130" fmla="*/ 539099 w 900282"/>
                    <a:gd name="connsiteY130" fmla="*/ 321654 h 323736"/>
                    <a:gd name="connsiteX131" fmla="*/ 383466 w 900282"/>
                    <a:gd name="connsiteY131" fmla="*/ 320318 h 323736"/>
                    <a:gd name="connsiteX132" fmla="*/ 383380 w 900282"/>
                    <a:gd name="connsiteY132" fmla="*/ 320318 h 323736"/>
                    <a:gd name="connsiteX133" fmla="*/ 380808 w 900282"/>
                    <a:gd name="connsiteY133" fmla="*/ 319804 h 323736"/>
                    <a:gd name="connsiteX134" fmla="*/ 380465 w 900282"/>
                    <a:gd name="connsiteY134" fmla="*/ 319290 h 323736"/>
                    <a:gd name="connsiteX135" fmla="*/ 380979 w 900282"/>
                    <a:gd name="connsiteY135" fmla="*/ 318946 h 323736"/>
                    <a:gd name="connsiteX136" fmla="*/ 383552 w 900282"/>
                    <a:gd name="connsiteY136" fmla="*/ 319461 h 323736"/>
                    <a:gd name="connsiteX137" fmla="*/ 383895 w 900282"/>
                    <a:gd name="connsiteY137" fmla="*/ 319975 h 323736"/>
                    <a:gd name="connsiteX138" fmla="*/ 383466 w 900282"/>
                    <a:gd name="connsiteY138" fmla="*/ 320331 h 323736"/>
                    <a:gd name="connsiteX139" fmla="*/ 547686 w 900282"/>
                    <a:gd name="connsiteY139" fmla="*/ 320037 h 323736"/>
                    <a:gd name="connsiteX140" fmla="*/ 547257 w 900282"/>
                    <a:gd name="connsiteY140" fmla="*/ 319682 h 323736"/>
                    <a:gd name="connsiteX141" fmla="*/ 547600 w 900282"/>
                    <a:gd name="connsiteY141" fmla="*/ 319167 h 323736"/>
                    <a:gd name="connsiteX142" fmla="*/ 550173 w 900282"/>
                    <a:gd name="connsiteY142" fmla="*/ 318677 h 323736"/>
                    <a:gd name="connsiteX143" fmla="*/ 550687 w 900282"/>
                    <a:gd name="connsiteY143" fmla="*/ 319020 h 323736"/>
                    <a:gd name="connsiteX144" fmla="*/ 550344 w 900282"/>
                    <a:gd name="connsiteY144" fmla="*/ 319535 h 323736"/>
                    <a:gd name="connsiteX145" fmla="*/ 547772 w 900282"/>
                    <a:gd name="connsiteY145" fmla="*/ 320024 h 323736"/>
                    <a:gd name="connsiteX146" fmla="*/ 547686 w 900282"/>
                    <a:gd name="connsiteY146" fmla="*/ 320024 h 323736"/>
                    <a:gd name="connsiteX147" fmla="*/ 374903 w 900282"/>
                    <a:gd name="connsiteY147" fmla="*/ 318604 h 323736"/>
                    <a:gd name="connsiteX148" fmla="*/ 374818 w 900282"/>
                    <a:gd name="connsiteY148" fmla="*/ 318604 h 323736"/>
                    <a:gd name="connsiteX149" fmla="*/ 372245 w 900282"/>
                    <a:gd name="connsiteY149" fmla="*/ 318089 h 323736"/>
                    <a:gd name="connsiteX150" fmla="*/ 371902 w 900282"/>
                    <a:gd name="connsiteY150" fmla="*/ 317575 h 323736"/>
                    <a:gd name="connsiteX151" fmla="*/ 372417 w 900282"/>
                    <a:gd name="connsiteY151" fmla="*/ 317232 h 323736"/>
                    <a:gd name="connsiteX152" fmla="*/ 374989 w 900282"/>
                    <a:gd name="connsiteY152" fmla="*/ 317746 h 323736"/>
                    <a:gd name="connsiteX153" fmla="*/ 375332 w 900282"/>
                    <a:gd name="connsiteY153" fmla="*/ 318261 h 323736"/>
                    <a:gd name="connsiteX154" fmla="*/ 374903 w 900282"/>
                    <a:gd name="connsiteY154" fmla="*/ 318616 h 323736"/>
                    <a:gd name="connsiteX155" fmla="*/ 556273 w 900282"/>
                    <a:gd name="connsiteY155" fmla="*/ 318407 h 323736"/>
                    <a:gd name="connsiteX156" fmla="*/ 555844 w 900282"/>
                    <a:gd name="connsiteY156" fmla="*/ 318052 h 323736"/>
                    <a:gd name="connsiteX157" fmla="*/ 556187 w 900282"/>
                    <a:gd name="connsiteY157" fmla="*/ 317538 h 323736"/>
                    <a:gd name="connsiteX158" fmla="*/ 558760 w 900282"/>
                    <a:gd name="connsiteY158" fmla="*/ 317048 h 323736"/>
                    <a:gd name="connsiteX159" fmla="*/ 559274 w 900282"/>
                    <a:gd name="connsiteY159" fmla="*/ 317391 h 323736"/>
                    <a:gd name="connsiteX160" fmla="*/ 558931 w 900282"/>
                    <a:gd name="connsiteY160" fmla="*/ 317905 h 323736"/>
                    <a:gd name="connsiteX161" fmla="*/ 556359 w 900282"/>
                    <a:gd name="connsiteY161" fmla="*/ 318395 h 323736"/>
                    <a:gd name="connsiteX162" fmla="*/ 556273 w 900282"/>
                    <a:gd name="connsiteY162" fmla="*/ 318395 h 323736"/>
                    <a:gd name="connsiteX163" fmla="*/ 366328 w 900282"/>
                    <a:gd name="connsiteY163" fmla="*/ 316901 h 323736"/>
                    <a:gd name="connsiteX164" fmla="*/ 366243 w 900282"/>
                    <a:gd name="connsiteY164" fmla="*/ 316901 h 323736"/>
                    <a:gd name="connsiteX165" fmla="*/ 363670 w 900282"/>
                    <a:gd name="connsiteY165" fmla="*/ 316386 h 323736"/>
                    <a:gd name="connsiteX166" fmla="*/ 363327 w 900282"/>
                    <a:gd name="connsiteY166" fmla="*/ 315872 h 323736"/>
                    <a:gd name="connsiteX167" fmla="*/ 363842 w 900282"/>
                    <a:gd name="connsiteY167" fmla="*/ 315529 h 323736"/>
                    <a:gd name="connsiteX168" fmla="*/ 366414 w 900282"/>
                    <a:gd name="connsiteY168" fmla="*/ 316043 h 323736"/>
                    <a:gd name="connsiteX169" fmla="*/ 366757 w 900282"/>
                    <a:gd name="connsiteY169" fmla="*/ 316558 h 323736"/>
                    <a:gd name="connsiteX170" fmla="*/ 366328 w 900282"/>
                    <a:gd name="connsiteY170" fmla="*/ 316913 h 323736"/>
                    <a:gd name="connsiteX171" fmla="*/ 564860 w 900282"/>
                    <a:gd name="connsiteY171" fmla="*/ 316778 h 323736"/>
                    <a:gd name="connsiteX172" fmla="*/ 564431 w 900282"/>
                    <a:gd name="connsiteY172" fmla="*/ 316423 h 323736"/>
                    <a:gd name="connsiteX173" fmla="*/ 564774 w 900282"/>
                    <a:gd name="connsiteY173" fmla="*/ 315909 h 323736"/>
                    <a:gd name="connsiteX174" fmla="*/ 567347 w 900282"/>
                    <a:gd name="connsiteY174" fmla="*/ 315419 h 323736"/>
                    <a:gd name="connsiteX175" fmla="*/ 567861 w 900282"/>
                    <a:gd name="connsiteY175" fmla="*/ 315762 h 323736"/>
                    <a:gd name="connsiteX176" fmla="*/ 567518 w 900282"/>
                    <a:gd name="connsiteY176" fmla="*/ 316276 h 323736"/>
                    <a:gd name="connsiteX177" fmla="*/ 564946 w 900282"/>
                    <a:gd name="connsiteY177" fmla="*/ 316766 h 323736"/>
                    <a:gd name="connsiteX178" fmla="*/ 564860 w 900282"/>
                    <a:gd name="connsiteY178" fmla="*/ 316766 h 323736"/>
                    <a:gd name="connsiteX179" fmla="*/ 357754 w 900282"/>
                    <a:gd name="connsiteY179" fmla="*/ 315186 h 323736"/>
                    <a:gd name="connsiteX180" fmla="*/ 357668 w 900282"/>
                    <a:gd name="connsiteY180" fmla="*/ 315186 h 323736"/>
                    <a:gd name="connsiteX181" fmla="*/ 355095 w 900282"/>
                    <a:gd name="connsiteY181" fmla="*/ 314671 h 323736"/>
                    <a:gd name="connsiteX182" fmla="*/ 354752 w 900282"/>
                    <a:gd name="connsiteY182" fmla="*/ 314157 h 323736"/>
                    <a:gd name="connsiteX183" fmla="*/ 355267 w 900282"/>
                    <a:gd name="connsiteY183" fmla="*/ 313814 h 323736"/>
                    <a:gd name="connsiteX184" fmla="*/ 357839 w 900282"/>
                    <a:gd name="connsiteY184" fmla="*/ 314328 h 323736"/>
                    <a:gd name="connsiteX185" fmla="*/ 358182 w 900282"/>
                    <a:gd name="connsiteY185" fmla="*/ 314843 h 323736"/>
                    <a:gd name="connsiteX186" fmla="*/ 357754 w 900282"/>
                    <a:gd name="connsiteY186" fmla="*/ 315198 h 323736"/>
                    <a:gd name="connsiteX187" fmla="*/ 573447 w 900282"/>
                    <a:gd name="connsiteY187" fmla="*/ 315149 h 323736"/>
                    <a:gd name="connsiteX188" fmla="*/ 573018 w 900282"/>
                    <a:gd name="connsiteY188" fmla="*/ 314794 h 323736"/>
                    <a:gd name="connsiteX189" fmla="*/ 573361 w 900282"/>
                    <a:gd name="connsiteY189" fmla="*/ 314279 h 323736"/>
                    <a:gd name="connsiteX190" fmla="*/ 575934 w 900282"/>
                    <a:gd name="connsiteY190" fmla="*/ 313789 h 323736"/>
                    <a:gd name="connsiteX191" fmla="*/ 576448 w 900282"/>
                    <a:gd name="connsiteY191" fmla="*/ 314132 h 323736"/>
                    <a:gd name="connsiteX192" fmla="*/ 576105 w 900282"/>
                    <a:gd name="connsiteY192" fmla="*/ 314647 h 323736"/>
                    <a:gd name="connsiteX193" fmla="*/ 573533 w 900282"/>
                    <a:gd name="connsiteY193" fmla="*/ 315137 h 323736"/>
                    <a:gd name="connsiteX194" fmla="*/ 573447 w 900282"/>
                    <a:gd name="connsiteY194" fmla="*/ 315137 h 323736"/>
                    <a:gd name="connsiteX195" fmla="*/ 582034 w 900282"/>
                    <a:gd name="connsiteY195" fmla="*/ 313520 h 323736"/>
                    <a:gd name="connsiteX196" fmla="*/ 581605 w 900282"/>
                    <a:gd name="connsiteY196" fmla="*/ 313165 h 323736"/>
                    <a:gd name="connsiteX197" fmla="*/ 581948 w 900282"/>
                    <a:gd name="connsiteY197" fmla="*/ 312650 h 323736"/>
                    <a:gd name="connsiteX198" fmla="*/ 584521 w 900282"/>
                    <a:gd name="connsiteY198" fmla="*/ 312160 h 323736"/>
                    <a:gd name="connsiteX199" fmla="*/ 585035 w 900282"/>
                    <a:gd name="connsiteY199" fmla="*/ 312503 h 323736"/>
                    <a:gd name="connsiteX200" fmla="*/ 584692 w 900282"/>
                    <a:gd name="connsiteY200" fmla="*/ 313018 h 323736"/>
                    <a:gd name="connsiteX201" fmla="*/ 582120 w 900282"/>
                    <a:gd name="connsiteY201" fmla="*/ 313508 h 323736"/>
                    <a:gd name="connsiteX202" fmla="*/ 582034 w 900282"/>
                    <a:gd name="connsiteY202" fmla="*/ 313508 h 323736"/>
                    <a:gd name="connsiteX203" fmla="*/ 349179 w 900282"/>
                    <a:gd name="connsiteY203" fmla="*/ 313483 h 323736"/>
                    <a:gd name="connsiteX204" fmla="*/ 349093 w 900282"/>
                    <a:gd name="connsiteY204" fmla="*/ 313483 h 323736"/>
                    <a:gd name="connsiteX205" fmla="*/ 346521 w 900282"/>
                    <a:gd name="connsiteY205" fmla="*/ 312969 h 323736"/>
                    <a:gd name="connsiteX206" fmla="*/ 346178 w 900282"/>
                    <a:gd name="connsiteY206" fmla="*/ 312454 h 323736"/>
                    <a:gd name="connsiteX207" fmla="*/ 346692 w 900282"/>
                    <a:gd name="connsiteY207" fmla="*/ 312111 h 323736"/>
                    <a:gd name="connsiteX208" fmla="*/ 349265 w 900282"/>
                    <a:gd name="connsiteY208" fmla="*/ 312626 h 323736"/>
                    <a:gd name="connsiteX209" fmla="*/ 349608 w 900282"/>
                    <a:gd name="connsiteY209" fmla="*/ 313140 h 323736"/>
                    <a:gd name="connsiteX210" fmla="*/ 349179 w 900282"/>
                    <a:gd name="connsiteY210" fmla="*/ 313495 h 323736"/>
                    <a:gd name="connsiteX211" fmla="*/ 590621 w 900282"/>
                    <a:gd name="connsiteY211" fmla="*/ 311903 h 323736"/>
                    <a:gd name="connsiteX212" fmla="*/ 590193 w 900282"/>
                    <a:gd name="connsiteY212" fmla="*/ 311548 h 323736"/>
                    <a:gd name="connsiteX213" fmla="*/ 590535 w 900282"/>
                    <a:gd name="connsiteY213" fmla="*/ 311033 h 323736"/>
                    <a:gd name="connsiteX214" fmla="*/ 593108 w 900282"/>
                    <a:gd name="connsiteY214" fmla="*/ 310543 h 323736"/>
                    <a:gd name="connsiteX215" fmla="*/ 593622 w 900282"/>
                    <a:gd name="connsiteY215" fmla="*/ 310886 h 323736"/>
                    <a:gd name="connsiteX216" fmla="*/ 593279 w 900282"/>
                    <a:gd name="connsiteY216" fmla="*/ 311401 h 323736"/>
                    <a:gd name="connsiteX217" fmla="*/ 590707 w 900282"/>
                    <a:gd name="connsiteY217" fmla="*/ 311891 h 323736"/>
                    <a:gd name="connsiteX218" fmla="*/ 590621 w 900282"/>
                    <a:gd name="connsiteY218" fmla="*/ 311891 h 323736"/>
                    <a:gd name="connsiteX219" fmla="*/ 340616 w 900282"/>
                    <a:gd name="connsiteY219" fmla="*/ 311780 h 323736"/>
                    <a:gd name="connsiteX220" fmla="*/ 340531 w 900282"/>
                    <a:gd name="connsiteY220" fmla="*/ 311780 h 323736"/>
                    <a:gd name="connsiteX221" fmla="*/ 337958 w 900282"/>
                    <a:gd name="connsiteY221" fmla="*/ 311266 h 323736"/>
                    <a:gd name="connsiteX222" fmla="*/ 337615 w 900282"/>
                    <a:gd name="connsiteY222" fmla="*/ 310751 h 323736"/>
                    <a:gd name="connsiteX223" fmla="*/ 338130 w 900282"/>
                    <a:gd name="connsiteY223" fmla="*/ 310408 h 323736"/>
                    <a:gd name="connsiteX224" fmla="*/ 340702 w 900282"/>
                    <a:gd name="connsiteY224" fmla="*/ 310923 h 323736"/>
                    <a:gd name="connsiteX225" fmla="*/ 341045 w 900282"/>
                    <a:gd name="connsiteY225" fmla="*/ 311437 h 323736"/>
                    <a:gd name="connsiteX226" fmla="*/ 340616 w 900282"/>
                    <a:gd name="connsiteY226" fmla="*/ 311793 h 323736"/>
                    <a:gd name="connsiteX227" fmla="*/ 599208 w 900282"/>
                    <a:gd name="connsiteY227" fmla="*/ 310274 h 323736"/>
                    <a:gd name="connsiteX228" fmla="*/ 598780 w 900282"/>
                    <a:gd name="connsiteY228" fmla="*/ 309918 h 323736"/>
                    <a:gd name="connsiteX229" fmla="*/ 599123 w 900282"/>
                    <a:gd name="connsiteY229" fmla="*/ 309404 h 323736"/>
                    <a:gd name="connsiteX230" fmla="*/ 601695 w 900282"/>
                    <a:gd name="connsiteY230" fmla="*/ 308914 h 323736"/>
                    <a:gd name="connsiteX231" fmla="*/ 602209 w 900282"/>
                    <a:gd name="connsiteY231" fmla="*/ 309257 h 323736"/>
                    <a:gd name="connsiteX232" fmla="*/ 601866 w 900282"/>
                    <a:gd name="connsiteY232" fmla="*/ 309771 h 323736"/>
                    <a:gd name="connsiteX233" fmla="*/ 599294 w 900282"/>
                    <a:gd name="connsiteY233" fmla="*/ 310261 h 323736"/>
                    <a:gd name="connsiteX234" fmla="*/ 599208 w 900282"/>
                    <a:gd name="connsiteY234" fmla="*/ 310261 h 323736"/>
                    <a:gd name="connsiteX235" fmla="*/ 332041 w 900282"/>
                    <a:gd name="connsiteY235" fmla="*/ 310078 h 323736"/>
                    <a:gd name="connsiteX236" fmla="*/ 331956 w 900282"/>
                    <a:gd name="connsiteY236" fmla="*/ 310078 h 323736"/>
                    <a:gd name="connsiteX237" fmla="*/ 329383 w 900282"/>
                    <a:gd name="connsiteY237" fmla="*/ 309563 h 323736"/>
                    <a:gd name="connsiteX238" fmla="*/ 329040 w 900282"/>
                    <a:gd name="connsiteY238" fmla="*/ 309049 h 323736"/>
                    <a:gd name="connsiteX239" fmla="*/ 329555 w 900282"/>
                    <a:gd name="connsiteY239" fmla="*/ 308706 h 323736"/>
                    <a:gd name="connsiteX240" fmla="*/ 332127 w 900282"/>
                    <a:gd name="connsiteY240" fmla="*/ 309220 h 323736"/>
                    <a:gd name="connsiteX241" fmla="*/ 332470 w 900282"/>
                    <a:gd name="connsiteY241" fmla="*/ 309735 h 323736"/>
                    <a:gd name="connsiteX242" fmla="*/ 332041 w 900282"/>
                    <a:gd name="connsiteY242" fmla="*/ 310090 h 323736"/>
                    <a:gd name="connsiteX243" fmla="*/ 607795 w 900282"/>
                    <a:gd name="connsiteY243" fmla="*/ 308657 h 323736"/>
                    <a:gd name="connsiteX244" fmla="*/ 607367 w 900282"/>
                    <a:gd name="connsiteY244" fmla="*/ 308301 h 323736"/>
                    <a:gd name="connsiteX245" fmla="*/ 607710 w 900282"/>
                    <a:gd name="connsiteY245" fmla="*/ 307787 h 323736"/>
                    <a:gd name="connsiteX246" fmla="*/ 610282 w 900282"/>
                    <a:gd name="connsiteY246" fmla="*/ 307297 h 323736"/>
                    <a:gd name="connsiteX247" fmla="*/ 610797 w 900282"/>
                    <a:gd name="connsiteY247" fmla="*/ 307640 h 323736"/>
                    <a:gd name="connsiteX248" fmla="*/ 610454 w 900282"/>
                    <a:gd name="connsiteY248" fmla="*/ 308154 h 323736"/>
                    <a:gd name="connsiteX249" fmla="*/ 607881 w 900282"/>
                    <a:gd name="connsiteY249" fmla="*/ 308644 h 323736"/>
                    <a:gd name="connsiteX250" fmla="*/ 607795 w 900282"/>
                    <a:gd name="connsiteY250" fmla="*/ 308644 h 323736"/>
                    <a:gd name="connsiteX251" fmla="*/ 323467 w 900282"/>
                    <a:gd name="connsiteY251" fmla="*/ 308375 h 323736"/>
                    <a:gd name="connsiteX252" fmla="*/ 323381 w 900282"/>
                    <a:gd name="connsiteY252" fmla="*/ 308375 h 323736"/>
                    <a:gd name="connsiteX253" fmla="*/ 320808 w 900282"/>
                    <a:gd name="connsiteY253" fmla="*/ 307860 h 323736"/>
                    <a:gd name="connsiteX254" fmla="*/ 320465 w 900282"/>
                    <a:gd name="connsiteY254" fmla="*/ 307346 h 323736"/>
                    <a:gd name="connsiteX255" fmla="*/ 320980 w 900282"/>
                    <a:gd name="connsiteY255" fmla="*/ 307003 h 323736"/>
                    <a:gd name="connsiteX256" fmla="*/ 323552 w 900282"/>
                    <a:gd name="connsiteY256" fmla="*/ 307518 h 323736"/>
                    <a:gd name="connsiteX257" fmla="*/ 323895 w 900282"/>
                    <a:gd name="connsiteY257" fmla="*/ 308032 h 323736"/>
                    <a:gd name="connsiteX258" fmla="*/ 323467 w 900282"/>
                    <a:gd name="connsiteY258" fmla="*/ 308387 h 323736"/>
                    <a:gd name="connsiteX259" fmla="*/ 616382 w 900282"/>
                    <a:gd name="connsiteY259" fmla="*/ 307028 h 323736"/>
                    <a:gd name="connsiteX260" fmla="*/ 615954 w 900282"/>
                    <a:gd name="connsiteY260" fmla="*/ 306672 h 323736"/>
                    <a:gd name="connsiteX261" fmla="*/ 616297 w 900282"/>
                    <a:gd name="connsiteY261" fmla="*/ 306158 h 323736"/>
                    <a:gd name="connsiteX262" fmla="*/ 618869 w 900282"/>
                    <a:gd name="connsiteY262" fmla="*/ 305668 h 323736"/>
                    <a:gd name="connsiteX263" fmla="*/ 619384 w 900282"/>
                    <a:gd name="connsiteY263" fmla="*/ 306011 h 323736"/>
                    <a:gd name="connsiteX264" fmla="*/ 619041 w 900282"/>
                    <a:gd name="connsiteY264" fmla="*/ 306525 h 323736"/>
                    <a:gd name="connsiteX265" fmla="*/ 616468 w 900282"/>
                    <a:gd name="connsiteY265" fmla="*/ 307015 h 323736"/>
                    <a:gd name="connsiteX266" fmla="*/ 616382 w 900282"/>
                    <a:gd name="connsiteY266" fmla="*/ 307015 h 323736"/>
                    <a:gd name="connsiteX267" fmla="*/ 314892 w 900282"/>
                    <a:gd name="connsiteY267" fmla="*/ 306672 h 323736"/>
                    <a:gd name="connsiteX268" fmla="*/ 314806 w 900282"/>
                    <a:gd name="connsiteY268" fmla="*/ 306672 h 323736"/>
                    <a:gd name="connsiteX269" fmla="*/ 312234 w 900282"/>
                    <a:gd name="connsiteY269" fmla="*/ 306158 h 323736"/>
                    <a:gd name="connsiteX270" fmla="*/ 311891 w 900282"/>
                    <a:gd name="connsiteY270" fmla="*/ 305643 h 323736"/>
                    <a:gd name="connsiteX271" fmla="*/ 312405 w 900282"/>
                    <a:gd name="connsiteY271" fmla="*/ 305300 h 323736"/>
                    <a:gd name="connsiteX272" fmla="*/ 314978 w 900282"/>
                    <a:gd name="connsiteY272" fmla="*/ 305815 h 323736"/>
                    <a:gd name="connsiteX273" fmla="*/ 315321 w 900282"/>
                    <a:gd name="connsiteY273" fmla="*/ 306329 h 323736"/>
                    <a:gd name="connsiteX274" fmla="*/ 314892 w 900282"/>
                    <a:gd name="connsiteY274" fmla="*/ 306684 h 323736"/>
                    <a:gd name="connsiteX275" fmla="*/ 624969 w 900282"/>
                    <a:gd name="connsiteY275" fmla="*/ 305411 h 323736"/>
                    <a:gd name="connsiteX276" fmla="*/ 624541 w 900282"/>
                    <a:gd name="connsiteY276" fmla="*/ 305055 h 323736"/>
                    <a:gd name="connsiteX277" fmla="*/ 624884 w 900282"/>
                    <a:gd name="connsiteY277" fmla="*/ 304541 h 323736"/>
                    <a:gd name="connsiteX278" fmla="*/ 627456 w 900282"/>
                    <a:gd name="connsiteY278" fmla="*/ 304051 h 323736"/>
                    <a:gd name="connsiteX279" fmla="*/ 627971 w 900282"/>
                    <a:gd name="connsiteY279" fmla="*/ 304394 h 323736"/>
                    <a:gd name="connsiteX280" fmla="*/ 627628 w 900282"/>
                    <a:gd name="connsiteY280" fmla="*/ 304908 h 323736"/>
                    <a:gd name="connsiteX281" fmla="*/ 625055 w 900282"/>
                    <a:gd name="connsiteY281" fmla="*/ 305398 h 323736"/>
                    <a:gd name="connsiteX282" fmla="*/ 624969 w 900282"/>
                    <a:gd name="connsiteY282" fmla="*/ 305398 h 323736"/>
                    <a:gd name="connsiteX283" fmla="*/ 306329 w 900282"/>
                    <a:gd name="connsiteY283" fmla="*/ 304970 h 323736"/>
                    <a:gd name="connsiteX284" fmla="*/ 306244 w 900282"/>
                    <a:gd name="connsiteY284" fmla="*/ 304970 h 323736"/>
                    <a:gd name="connsiteX285" fmla="*/ 303671 w 900282"/>
                    <a:gd name="connsiteY285" fmla="*/ 304455 h 323736"/>
                    <a:gd name="connsiteX286" fmla="*/ 303328 w 900282"/>
                    <a:gd name="connsiteY286" fmla="*/ 303941 h 323736"/>
                    <a:gd name="connsiteX287" fmla="*/ 303843 w 900282"/>
                    <a:gd name="connsiteY287" fmla="*/ 303598 h 323736"/>
                    <a:gd name="connsiteX288" fmla="*/ 306415 w 900282"/>
                    <a:gd name="connsiteY288" fmla="*/ 304112 h 323736"/>
                    <a:gd name="connsiteX289" fmla="*/ 306758 w 900282"/>
                    <a:gd name="connsiteY289" fmla="*/ 304627 h 323736"/>
                    <a:gd name="connsiteX290" fmla="*/ 306329 w 900282"/>
                    <a:gd name="connsiteY290" fmla="*/ 304982 h 323736"/>
                    <a:gd name="connsiteX291" fmla="*/ 633557 w 900282"/>
                    <a:gd name="connsiteY291" fmla="*/ 303781 h 323736"/>
                    <a:gd name="connsiteX292" fmla="*/ 633128 w 900282"/>
                    <a:gd name="connsiteY292" fmla="*/ 303426 h 323736"/>
                    <a:gd name="connsiteX293" fmla="*/ 633471 w 900282"/>
                    <a:gd name="connsiteY293" fmla="*/ 302912 h 323736"/>
                    <a:gd name="connsiteX294" fmla="*/ 636043 w 900282"/>
                    <a:gd name="connsiteY294" fmla="*/ 302422 h 323736"/>
                    <a:gd name="connsiteX295" fmla="*/ 636558 w 900282"/>
                    <a:gd name="connsiteY295" fmla="*/ 302765 h 323736"/>
                    <a:gd name="connsiteX296" fmla="*/ 636215 w 900282"/>
                    <a:gd name="connsiteY296" fmla="*/ 303279 h 323736"/>
                    <a:gd name="connsiteX297" fmla="*/ 633642 w 900282"/>
                    <a:gd name="connsiteY297" fmla="*/ 303769 h 323736"/>
                    <a:gd name="connsiteX298" fmla="*/ 633557 w 900282"/>
                    <a:gd name="connsiteY298" fmla="*/ 303769 h 323736"/>
                    <a:gd name="connsiteX299" fmla="*/ 297754 w 900282"/>
                    <a:gd name="connsiteY299" fmla="*/ 303267 h 323736"/>
                    <a:gd name="connsiteX300" fmla="*/ 297669 w 900282"/>
                    <a:gd name="connsiteY300" fmla="*/ 303267 h 323736"/>
                    <a:gd name="connsiteX301" fmla="*/ 295096 w 900282"/>
                    <a:gd name="connsiteY301" fmla="*/ 302752 h 323736"/>
                    <a:gd name="connsiteX302" fmla="*/ 294753 w 900282"/>
                    <a:gd name="connsiteY302" fmla="*/ 302238 h 323736"/>
                    <a:gd name="connsiteX303" fmla="*/ 295268 w 900282"/>
                    <a:gd name="connsiteY303" fmla="*/ 301895 h 323736"/>
                    <a:gd name="connsiteX304" fmla="*/ 297840 w 900282"/>
                    <a:gd name="connsiteY304" fmla="*/ 302409 h 323736"/>
                    <a:gd name="connsiteX305" fmla="*/ 298183 w 900282"/>
                    <a:gd name="connsiteY305" fmla="*/ 302924 h 323736"/>
                    <a:gd name="connsiteX306" fmla="*/ 297754 w 900282"/>
                    <a:gd name="connsiteY306" fmla="*/ 303279 h 323736"/>
                    <a:gd name="connsiteX307" fmla="*/ 642144 w 900282"/>
                    <a:gd name="connsiteY307" fmla="*/ 302164 h 323736"/>
                    <a:gd name="connsiteX308" fmla="*/ 641715 w 900282"/>
                    <a:gd name="connsiteY308" fmla="*/ 301809 h 323736"/>
                    <a:gd name="connsiteX309" fmla="*/ 642058 w 900282"/>
                    <a:gd name="connsiteY309" fmla="*/ 301295 h 323736"/>
                    <a:gd name="connsiteX310" fmla="*/ 644630 w 900282"/>
                    <a:gd name="connsiteY310" fmla="*/ 300805 h 323736"/>
                    <a:gd name="connsiteX311" fmla="*/ 645145 w 900282"/>
                    <a:gd name="connsiteY311" fmla="*/ 301148 h 323736"/>
                    <a:gd name="connsiteX312" fmla="*/ 644802 w 900282"/>
                    <a:gd name="connsiteY312" fmla="*/ 301662 h 323736"/>
                    <a:gd name="connsiteX313" fmla="*/ 642229 w 900282"/>
                    <a:gd name="connsiteY313" fmla="*/ 302152 h 323736"/>
                    <a:gd name="connsiteX314" fmla="*/ 642144 w 900282"/>
                    <a:gd name="connsiteY314" fmla="*/ 302152 h 323736"/>
                    <a:gd name="connsiteX315" fmla="*/ 289180 w 900282"/>
                    <a:gd name="connsiteY315" fmla="*/ 301564 h 323736"/>
                    <a:gd name="connsiteX316" fmla="*/ 289094 w 900282"/>
                    <a:gd name="connsiteY316" fmla="*/ 301564 h 323736"/>
                    <a:gd name="connsiteX317" fmla="*/ 286521 w 900282"/>
                    <a:gd name="connsiteY317" fmla="*/ 301050 h 323736"/>
                    <a:gd name="connsiteX318" fmla="*/ 286178 w 900282"/>
                    <a:gd name="connsiteY318" fmla="*/ 300535 h 323736"/>
                    <a:gd name="connsiteX319" fmla="*/ 286693 w 900282"/>
                    <a:gd name="connsiteY319" fmla="*/ 300192 h 323736"/>
                    <a:gd name="connsiteX320" fmla="*/ 289265 w 900282"/>
                    <a:gd name="connsiteY320" fmla="*/ 300707 h 323736"/>
                    <a:gd name="connsiteX321" fmla="*/ 289608 w 900282"/>
                    <a:gd name="connsiteY321" fmla="*/ 301221 h 323736"/>
                    <a:gd name="connsiteX322" fmla="*/ 289180 w 900282"/>
                    <a:gd name="connsiteY322" fmla="*/ 301576 h 323736"/>
                    <a:gd name="connsiteX323" fmla="*/ 650731 w 900282"/>
                    <a:gd name="connsiteY323" fmla="*/ 300535 h 323736"/>
                    <a:gd name="connsiteX324" fmla="*/ 650302 w 900282"/>
                    <a:gd name="connsiteY324" fmla="*/ 300180 h 323736"/>
                    <a:gd name="connsiteX325" fmla="*/ 650645 w 900282"/>
                    <a:gd name="connsiteY325" fmla="*/ 299665 h 323736"/>
                    <a:gd name="connsiteX326" fmla="*/ 653217 w 900282"/>
                    <a:gd name="connsiteY326" fmla="*/ 299175 h 323736"/>
                    <a:gd name="connsiteX327" fmla="*/ 653732 w 900282"/>
                    <a:gd name="connsiteY327" fmla="*/ 299518 h 323736"/>
                    <a:gd name="connsiteX328" fmla="*/ 653389 w 900282"/>
                    <a:gd name="connsiteY328" fmla="*/ 300033 h 323736"/>
                    <a:gd name="connsiteX329" fmla="*/ 650817 w 900282"/>
                    <a:gd name="connsiteY329" fmla="*/ 300523 h 323736"/>
                    <a:gd name="connsiteX330" fmla="*/ 650731 w 900282"/>
                    <a:gd name="connsiteY330" fmla="*/ 300523 h 323736"/>
                    <a:gd name="connsiteX331" fmla="*/ 280605 w 900282"/>
                    <a:gd name="connsiteY331" fmla="*/ 299861 h 323736"/>
                    <a:gd name="connsiteX332" fmla="*/ 280519 w 900282"/>
                    <a:gd name="connsiteY332" fmla="*/ 299861 h 323736"/>
                    <a:gd name="connsiteX333" fmla="*/ 277947 w 900282"/>
                    <a:gd name="connsiteY333" fmla="*/ 299347 h 323736"/>
                    <a:gd name="connsiteX334" fmla="*/ 277604 w 900282"/>
                    <a:gd name="connsiteY334" fmla="*/ 298832 h 323736"/>
                    <a:gd name="connsiteX335" fmla="*/ 278118 w 900282"/>
                    <a:gd name="connsiteY335" fmla="*/ 298489 h 323736"/>
                    <a:gd name="connsiteX336" fmla="*/ 280691 w 900282"/>
                    <a:gd name="connsiteY336" fmla="*/ 299004 h 323736"/>
                    <a:gd name="connsiteX337" fmla="*/ 281034 w 900282"/>
                    <a:gd name="connsiteY337" fmla="*/ 299518 h 323736"/>
                    <a:gd name="connsiteX338" fmla="*/ 280605 w 900282"/>
                    <a:gd name="connsiteY338" fmla="*/ 299874 h 323736"/>
                    <a:gd name="connsiteX339" fmla="*/ 659318 w 900282"/>
                    <a:gd name="connsiteY339" fmla="*/ 298918 h 323736"/>
                    <a:gd name="connsiteX340" fmla="*/ 658889 w 900282"/>
                    <a:gd name="connsiteY340" fmla="*/ 298563 h 323736"/>
                    <a:gd name="connsiteX341" fmla="*/ 659232 w 900282"/>
                    <a:gd name="connsiteY341" fmla="*/ 298048 h 323736"/>
                    <a:gd name="connsiteX342" fmla="*/ 661805 w 900282"/>
                    <a:gd name="connsiteY342" fmla="*/ 297558 h 323736"/>
                    <a:gd name="connsiteX343" fmla="*/ 662319 w 900282"/>
                    <a:gd name="connsiteY343" fmla="*/ 297901 h 323736"/>
                    <a:gd name="connsiteX344" fmla="*/ 661976 w 900282"/>
                    <a:gd name="connsiteY344" fmla="*/ 298416 h 323736"/>
                    <a:gd name="connsiteX345" fmla="*/ 659403 w 900282"/>
                    <a:gd name="connsiteY345" fmla="*/ 298906 h 323736"/>
                    <a:gd name="connsiteX346" fmla="*/ 659318 w 900282"/>
                    <a:gd name="connsiteY346" fmla="*/ 298906 h 323736"/>
                    <a:gd name="connsiteX347" fmla="*/ 272042 w 900282"/>
                    <a:gd name="connsiteY347" fmla="*/ 298159 h 323736"/>
                    <a:gd name="connsiteX348" fmla="*/ 271957 w 900282"/>
                    <a:gd name="connsiteY348" fmla="*/ 298159 h 323736"/>
                    <a:gd name="connsiteX349" fmla="*/ 269384 w 900282"/>
                    <a:gd name="connsiteY349" fmla="*/ 297644 h 323736"/>
                    <a:gd name="connsiteX350" fmla="*/ 269041 w 900282"/>
                    <a:gd name="connsiteY350" fmla="*/ 297130 h 323736"/>
                    <a:gd name="connsiteX351" fmla="*/ 269556 w 900282"/>
                    <a:gd name="connsiteY351" fmla="*/ 296787 h 323736"/>
                    <a:gd name="connsiteX352" fmla="*/ 272128 w 900282"/>
                    <a:gd name="connsiteY352" fmla="*/ 297301 h 323736"/>
                    <a:gd name="connsiteX353" fmla="*/ 272471 w 900282"/>
                    <a:gd name="connsiteY353" fmla="*/ 297816 h 323736"/>
                    <a:gd name="connsiteX354" fmla="*/ 272042 w 900282"/>
                    <a:gd name="connsiteY354" fmla="*/ 298171 h 323736"/>
                    <a:gd name="connsiteX355" fmla="*/ 667905 w 900282"/>
                    <a:gd name="connsiteY355" fmla="*/ 297289 h 323736"/>
                    <a:gd name="connsiteX356" fmla="*/ 667476 w 900282"/>
                    <a:gd name="connsiteY356" fmla="*/ 296934 h 323736"/>
                    <a:gd name="connsiteX357" fmla="*/ 667819 w 900282"/>
                    <a:gd name="connsiteY357" fmla="*/ 296419 h 323736"/>
                    <a:gd name="connsiteX358" fmla="*/ 670392 w 900282"/>
                    <a:gd name="connsiteY358" fmla="*/ 295929 h 323736"/>
                    <a:gd name="connsiteX359" fmla="*/ 670906 w 900282"/>
                    <a:gd name="connsiteY359" fmla="*/ 296272 h 323736"/>
                    <a:gd name="connsiteX360" fmla="*/ 670563 w 900282"/>
                    <a:gd name="connsiteY360" fmla="*/ 296787 h 323736"/>
                    <a:gd name="connsiteX361" fmla="*/ 667991 w 900282"/>
                    <a:gd name="connsiteY361" fmla="*/ 297277 h 323736"/>
                    <a:gd name="connsiteX362" fmla="*/ 667905 w 900282"/>
                    <a:gd name="connsiteY362" fmla="*/ 297277 h 323736"/>
                    <a:gd name="connsiteX363" fmla="*/ 263467 w 900282"/>
                    <a:gd name="connsiteY363" fmla="*/ 296456 h 323736"/>
                    <a:gd name="connsiteX364" fmla="*/ 263382 w 900282"/>
                    <a:gd name="connsiteY364" fmla="*/ 296456 h 323736"/>
                    <a:gd name="connsiteX365" fmla="*/ 260809 w 900282"/>
                    <a:gd name="connsiteY365" fmla="*/ 295942 h 323736"/>
                    <a:gd name="connsiteX366" fmla="*/ 260466 w 900282"/>
                    <a:gd name="connsiteY366" fmla="*/ 295427 h 323736"/>
                    <a:gd name="connsiteX367" fmla="*/ 260981 w 900282"/>
                    <a:gd name="connsiteY367" fmla="*/ 295084 h 323736"/>
                    <a:gd name="connsiteX368" fmla="*/ 263553 w 900282"/>
                    <a:gd name="connsiteY368" fmla="*/ 295598 h 323736"/>
                    <a:gd name="connsiteX369" fmla="*/ 263896 w 900282"/>
                    <a:gd name="connsiteY369" fmla="*/ 296113 h 323736"/>
                    <a:gd name="connsiteX370" fmla="*/ 263467 w 900282"/>
                    <a:gd name="connsiteY370" fmla="*/ 296468 h 323736"/>
                    <a:gd name="connsiteX371" fmla="*/ 676492 w 900282"/>
                    <a:gd name="connsiteY371" fmla="*/ 295660 h 323736"/>
                    <a:gd name="connsiteX372" fmla="*/ 676063 w 900282"/>
                    <a:gd name="connsiteY372" fmla="*/ 295305 h 323736"/>
                    <a:gd name="connsiteX373" fmla="*/ 676406 w 900282"/>
                    <a:gd name="connsiteY373" fmla="*/ 294790 h 323736"/>
                    <a:gd name="connsiteX374" fmla="*/ 678979 w 900282"/>
                    <a:gd name="connsiteY374" fmla="*/ 294300 h 323736"/>
                    <a:gd name="connsiteX375" fmla="*/ 679493 w 900282"/>
                    <a:gd name="connsiteY375" fmla="*/ 294643 h 323736"/>
                    <a:gd name="connsiteX376" fmla="*/ 679150 w 900282"/>
                    <a:gd name="connsiteY376" fmla="*/ 295158 h 323736"/>
                    <a:gd name="connsiteX377" fmla="*/ 676578 w 900282"/>
                    <a:gd name="connsiteY377" fmla="*/ 295648 h 323736"/>
                    <a:gd name="connsiteX378" fmla="*/ 676492 w 900282"/>
                    <a:gd name="connsiteY378" fmla="*/ 295648 h 323736"/>
                    <a:gd name="connsiteX379" fmla="*/ 254893 w 900282"/>
                    <a:gd name="connsiteY379" fmla="*/ 294741 h 323736"/>
                    <a:gd name="connsiteX380" fmla="*/ 254807 w 900282"/>
                    <a:gd name="connsiteY380" fmla="*/ 294741 h 323736"/>
                    <a:gd name="connsiteX381" fmla="*/ 252234 w 900282"/>
                    <a:gd name="connsiteY381" fmla="*/ 294227 h 323736"/>
                    <a:gd name="connsiteX382" fmla="*/ 251891 w 900282"/>
                    <a:gd name="connsiteY382" fmla="*/ 293712 h 323736"/>
                    <a:gd name="connsiteX383" fmla="*/ 252406 w 900282"/>
                    <a:gd name="connsiteY383" fmla="*/ 293369 h 323736"/>
                    <a:gd name="connsiteX384" fmla="*/ 254978 w 900282"/>
                    <a:gd name="connsiteY384" fmla="*/ 293884 h 323736"/>
                    <a:gd name="connsiteX385" fmla="*/ 255321 w 900282"/>
                    <a:gd name="connsiteY385" fmla="*/ 294398 h 323736"/>
                    <a:gd name="connsiteX386" fmla="*/ 254893 w 900282"/>
                    <a:gd name="connsiteY386" fmla="*/ 294753 h 323736"/>
                    <a:gd name="connsiteX387" fmla="*/ 685079 w 900282"/>
                    <a:gd name="connsiteY387" fmla="*/ 294031 h 323736"/>
                    <a:gd name="connsiteX388" fmla="*/ 684650 w 900282"/>
                    <a:gd name="connsiteY388" fmla="*/ 293675 h 323736"/>
                    <a:gd name="connsiteX389" fmla="*/ 684993 w 900282"/>
                    <a:gd name="connsiteY389" fmla="*/ 293161 h 323736"/>
                    <a:gd name="connsiteX390" fmla="*/ 687566 w 900282"/>
                    <a:gd name="connsiteY390" fmla="*/ 292671 h 323736"/>
                    <a:gd name="connsiteX391" fmla="*/ 688080 w 900282"/>
                    <a:gd name="connsiteY391" fmla="*/ 293014 h 323736"/>
                    <a:gd name="connsiteX392" fmla="*/ 687737 w 900282"/>
                    <a:gd name="connsiteY392" fmla="*/ 293528 h 323736"/>
                    <a:gd name="connsiteX393" fmla="*/ 685165 w 900282"/>
                    <a:gd name="connsiteY393" fmla="*/ 294018 h 323736"/>
                    <a:gd name="connsiteX394" fmla="*/ 685079 w 900282"/>
                    <a:gd name="connsiteY394" fmla="*/ 294018 h 323736"/>
                    <a:gd name="connsiteX395" fmla="*/ 246318 w 900282"/>
                    <a:gd name="connsiteY395" fmla="*/ 293038 h 323736"/>
                    <a:gd name="connsiteX396" fmla="*/ 246232 w 900282"/>
                    <a:gd name="connsiteY396" fmla="*/ 293038 h 323736"/>
                    <a:gd name="connsiteX397" fmla="*/ 243660 w 900282"/>
                    <a:gd name="connsiteY397" fmla="*/ 292524 h 323736"/>
                    <a:gd name="connsiteX398" fmla="*/ 243317 w 900282"/>
                    <a:gd name="connsiteY398" fmla="*/ 292009 h 323736"/>
                    <a:gd name="connsiteX399" fmla="*/ 243831 w 900282"/>
                    <a:gd name="connsiteY399" fmla="*/ 291666 h 323736"/>
                    <a:gd name="connsiteX400" fmla="*/ 246403 w 900282"/>
                    <a:gd name="connsiteY400" fmla="*/ 292181 h 323736"/>
                    <a:gd name="connsiteX401" fmla="*/ 246747 w 900282"/>
                    <a:gd name="connsiteY401" fmla="*/ 292695 h 323736"/>
                    <a:gd name="connsiteX402" fmla="*/ 246318 w 900282"/>
                    <a:gd name="connsiteY402" fmla="*/ 293051 h 323736"/>
                    <a:gd name="connsiteX403" fmla="*/ 693666 w 900282"/>
                    <a:gd name="connsiteY403" fmla="*/ 292401 h 323736"/>
                    <a:gd name="connsiteX404" fmla="*/ 693237 w 900282"/>
                    <a:gd name="connsiteY404" fmla="*/ 292046 h 323736"/>
                    <a:gd name="connsiteX405" fmla="*/ 693580 w 900282"/>
                    <a:gd name="connsiteY405" fmla="*/ 291532 h 323736"/>
                    <a:gd name="connsiteX406" fmla="*/ 696153 w 900282"/>
                    <a:gd name="connsiteY406" fmla="*/ 291042 h 323736"/>
                    <a:gd name="connsiteX407" fmla="*/ 696667 w 900282"/>
                    <a:gd name="connsiteY407" fmla="*/ 291385 h 323736"/>
                    <a:gd name="connsiteX408" fmla="*/ 696324 w 900282"/>
                    <a:gd name="connsiteY408" fmla="*/ 291899 h 323736"/>
                    <a:gd name="connsiteX409" fmla="*/ 693752 w 900282"/>
                    <a:gd name="connsiteY409" fmla="*/ 292389 h 323736"/>
                    <a:gd name="connsiteX410" fmla="*/ 693666 w 900282"/>
                    <a:gd name="connsiteY410" fmla="*/ 292389 h 323736"/>
                    <a:gd name="connsiteX411" fmla="*/ 237755 w 900282"/>
                    <a:gd name="connsiteY411" fmla="*/ 291323 h 323736"/>
                    <a:gd name="connsiteX412" fmla="*/ 237669 w 900282"/>
                    <a:gd name="connsiteY412" fmla="*/ 291323 h 323736"/>
                    <a:gd name="connsiteX413" fmla="*/ 235097 w 900282"/>
                    <a:gd name="connsiteY413" fmla="*/ 290809 h 323736"/>
                    <a:gd name="connsiteX414" fmla="*/ 234754 w 900282"/>
                    <a:gd name="connsiteY414" fmla="*/ 290294 h 323736"/>
                    <a:gd name="connsiteX415" fmla="*/ 235269 w 900282"/>
                    <a:gd name="connsiteY415" fmla="*/ 289951 h 323736"/>
                    <a:gd name="connsiteX416" fmla="*/ 237841 w 900282"/>
                    <a:gd name="connsiteY416" fmla="*/ 290466 h 323736"/>
                    <a:gd name="connsiteX417" fmla="*/ 238184 w 900282"/>
                    <a:gd name="connsiteY417" fmla="*/ 290980 h 323736"/>
                    <a:gd name="connsiteX418" fmla="*/ 237755 w 900282"/>
                    <a:gd name="connsiteY418" fmla="*/ 291336 h 323736"/>
                    <a:gd name="connsiteX419" fmla="*/ 702253 w 900282"/>
                    <a:gd name="connsiteY419" fmla="*/ 290772 h 323736"/>
                    <a:gd name="connsiteX420" fmla="*/ 701824 w 900282"/>
                    <a:gd name="connsiteY420" fmla="*/ 290417 h 323736"/>
                    <a:gd name="connsiteX421" fmla="*/ 702167 w 900282"/>
                    <a:gd name="connsiteY421" fmla="*/ 289902 h 323736"/>
                    <a:gd name="connsiteX422" fmla="*/ 704740 w 900282"/>
                    <a:gd name="connsiteY422" fmla="*/ 289412 h 323736"/>
                    <a:gd name="connsiteX423" fmla="*/ 705254 w 900282"/>
                    <a:gd name="connsiteY423" fmla="*/ 289755 h 323736"/>
                    <a:gd name="connsiteX424" fmla="*/ 704911 w 900282"/>
                    <a:gd name="connsiteY424" fmla="*/ 290270 h 323736"/>
                    <a:gd name="connsiteX425" fmla="*/ 702339 w 900282"/>
                    <a:gd name="connsiteY425" fmla="*/ 290760 h 323736"/>
                    <a:gd name="connsiteX426" fmla="*/ 702253 w 900282"/>
                    <a:gd name="connsiteY426" fmla="*/ 290760 h 323736"/>
                    <a:gd name="connsiteX427" fmla="*/ 229180 w 900282"/>
                    <a:gd name="connsiteY427" fmla="*/ 289621 h 323736"/>
                    <a:gd name="connsiteX428" fmla="*/ 229095 w 900282"/>
                    <a:gd name="connsiteY428" fmla="*/ 289621 h 323736"/>
                    <a:gd name="connsiteX429" fmla="*/ 226522 w 900282"/>
                    <a:gd name="connsiteY429" fmla="*/ 289106 h 323736"/>
                    <a:gd name="connsiteX430" fmla="*/ 226179 w 900282"/>
                    <a:gd name="connsiteY430" fmla="*/ 288592 h 323736"/>
                    <a:gd name="connsiteX431" fmla="*/ 226694 w 900282"/>
                    <a:gd name="connsiteY431" fmla="*/ 288249 h 323736"/>
                    <a:gd name="connsiteX432" fmla="*/ 229266 w 900282"/>
                    <a:gd name="connsiteY432" fmla="*/ 288763 h 323736"/>
                    <a:gd name="connsiteX433" fmla="*/ 229609 w 900282"/>
                    <a:gd name="connsiteY433" fmla="*/ 289278 h 323736"/>
                    <a:gd name="connsiteX434" fmla="*/ 229180 w 900282"/>
                    <a:gd name="connsiteY434" fmla="*/ 289633 h 323736"/>
                    <a:gd name="connsiteX435" fmla="*/ 710840 w 900282"/>
                    <a:gd name="connsiteY435" fmla="*/ 289143 h 323736"/>
                    <a:gd name="connsiteX436" fmla="*/ 710411 w 900282"/>
                    <a:gd name="connsiteY436" fmla="*/ 288788 h 323736"/>
                    <a:gd name="connsiteX437" fmla="*/ 710754 w 900282"/>
                    <a:gd name="connsiteY437" fmla="*/ 288273 h 323736"/>
                    <a:gd name="connsiteX438" fmla="*/ 713327 w 900282"/>
                    <a:gd name="connsiteY438" fmla="*/ 287783 h 323736"/>
                    <a:gd name="connsiteX439" fmla="*/ 713841 w 900282"/>
                    <a:gd name="connsiteY439" fmla="*/ 288126 h 323736"/>
                    <a:gd name="connsiteX440" fmla="*/ 713498 w 900282"/>
                    <a:gd name="connsiteY440" fmla="*/ 288641 h 323736"/>
                    <a:gd name="connsiteX441" fmla="*/ 710926 w 900282"/>
                    <a:gd name="connsiteY441" fmla="*/ 289131 h 323736"/>
                    <a:gd name="connsiteX442" fmla="*/ 710840 w 900282"/>
                    <a:gd name="connsiteY442" fmla="*/ 289131 h 323736"/>
                    <a:gd name="connsiteX443" fmla="*/ 220606 w 900282"/>
                    <a:gd name="connsiteY443" fmla="*/ 287918 h 323736"/>
                    <a:gd name="connsiteX444" fmla="*/ 220520 w 900282"/>
                    <a:gd name="connsiteY444" fmla="*/ 287918 h 323736"/>
                    <a:gd name="connsiteX445" fmla="*/ 217947 w 900282"/>
                    <a:gd name="connsiteY445" fmla="*/ 287403 h 323736"/>
                    <a:gd name="connsiteX446" fmla="*/ 217604 w 900282"/>
                    <a:gd name="connsiteY446" fmla="*/ 286889 h 323736"/>
                    <a:gd name="connsiteX447" fmla="*/ 218119 w 900282"/>
                    <a:gd name="connsiteY447" fmla="*/ 286546 h 323736"/>
                    <a:gd name="connsiteX448" fmla="*/ 220691 w 900282"/>
                    <a:gd name="connsiteY448" fmla="*/ 287060 h 323736"/>
                    <a:gd name="connsiteX449" fmla="*/ 221034 w 900282"/>
                    <a:gd name="connsiteY449" fmla="*/ 287575 h 323736"/>
                    <a:gd name="connsiteX450" fmla="*/ 220606 w 900282"/>
                    <a:gd name="connsiteY450" fmla="*/ 287930 h 323736"/>
                    <a:gd name="connsiteX451" fmla="*/ 719427 w 900282"/>
                    <a:gd name="connsiteY451" fmla="*/ 287526 h 323736"/>
                    <a:gd name="connsiteX452" fmla="*/ 718998 w 900282"/>
                    <a:gd name="connsiteY452" fmla="*/ 287171 h 323736"/>
                    <a:gd name="connsiteX453" fmla="*/ 719342 w 900282"/>
                    <a:gd name="connsiteY453" fmla="*/ 286656 h 323736"/>
                    <a:gd name="connsiteX454" fmla="*/ 721914 w 900282"/>
                    <a:gd name="connsiteY454" fmla="*/ 286166 h 323736"/>
                    <a:gd name="connsiteX455" fmla="*/ 722428 w 900282"/>
                    <a:gd name="connsiteY455" fmla="*/ 286509 h 323736"/>
                    <a:gd name="connsiteX456" fmla="*/ 722085 w 900282"/>
                    <a:gd name="connsiteY456" fmla="*/ 287024 h 323736"/>
                    <a:gd name="connsiteX457" fmla="*/ 719513 w 900282"/>
                    <a:gd name="connsiteY457" fmla="*/ 287514 h 323736"/>
                    <a:gd name="connsiteX458" fmla="*/ 719427 w 900282"/>
                    <a:gd name="connsiteY458" fmla="*/ 287514 h 323736"/>
                    <a:gd name="connsiteX459" fmla="*/ 212031 w 900282"/>
                    <a:gd name="connsiteY459" fmla="*/ 286215 h 323736"/>
                    <a:gd name="connsiteX460" fmla="*/ 211945 w 900282"/>
                    <a:gd name="connsiteY460" fmla="*/ 286215 h 323736"/>
                    <a:gd name="connsiteX461" fmla="*/ 209373 w 900282"/>
                    <a:gd name="connsiteY461" fmla="*/ 285701 h 323736"/>
                    <a:gd name="connsiteX462" fmla="*/ 209030 w 900282"/>
                    <a:gd name="connsiteY462" fmla="*/ 285186 h 323736"/>
                    <a:gd name="connsiteX463" fmla="*/ 209544 w 900282"/>
                    <a:gd name="connsiteY463" fmla="*/ 284843 h 323736"/>
                    <a:gd name="connsiteX464" fmla="*/ 212116 w 900282"/>
                    <a:gd name="connsiteY464" fmla="*/ 285358 h 323736"/>
                    <a:gd name="connsiteX465" fmla="*/ 212460 w 900282"/>
                    <a:gd name="connsiteY465" fmla="*/ 285872 h 323736"/>
                    <a:gd name="connsiteX466" fmla="*/ 212031 w 900282"/>
                    <a:gd name="connsiteY466" fmla="*/ 286227 h 323736"/>
                    <a:gd name="connsiteX467" fmla="*/ 728014 w 900282"/>
                    <a:gd name="connsiteY467" fmla="*/ 285897 h 323736"/>
                    <a:gd name="connsiteX468" fmla="*/ 727586 w 900282"/>
                    <a:gd name="connsiteY468" fmla="*/ 285541 h 323736"/>
                    <a:gd name="connsiteX469" fmla="*/ 727929 w 900282"/>
                    <a:gd name="connsiteY469" fmla="*/ 285027 h 323736"/>
                    <a:gd name="connsiteX470" fmla="*/ 730501 w 900282"/>
                    <a:gd name="connsiteY470" fmla="*/ 284537 h 323736"/>
                    <a:gd name="connsiteX471" fmla="*/ 731016 w 900282"/>
                    <a:gd name="connsiteY471" fmla="*/ 284880 h 323736"/>
                    <a:gd name="connsiteX472" fmla="*/ 730673 w 900282"/>
                    <a:gd name="connsiteY472" fmla="*/ 285394 h 323736"/>
                    <a:gd name="connsiteX473" fmla="*/ 728100 w 900282"/>
                    <a:gd name="connsiteY473" fmla="*/ 285884 h 323736"/>
                    <a:gd name="connsiteX474" fmla="*/ 728014 w 900282"/>
                    <a:gd name="connsiteY474" fmla="*/ 285884 h 323736"/>
                    <a:gd name="connsiteX475" fmla="*/ 203456 w 900282"/>
                    <a:gd name="connsiteY475" fmla="*/ 284512 h 323736"/>
                    <a:gd name="connsiteX476" fmla="*/ 203370 w 900282"/>
                    <a:gd name="connsiteY476" fmla="*/ 284512 h 323736"/>
                    <a:gd name="connsiteX477" fmla="*/ 200798 w 900282"/>
                    <a:gd name="connsiteY477" fmla="*/ 283998 h 323736"/>
                    <a:gd name="connsiteX478" fmla="*/ 200455 w 900282"/>
                    <a:gd name="connsiteY478" fmla="*/ 283483 h 323736"/>
                    <a:gd name="connsiteX479" fmla="*/ 200969 w 900282"/>
                    <a:gd name="connsiteY479" fmla="*/ 283141 h 323736"/>
                    <a:gd name="connsiteX480" fmla="*/ 203542 w 900282"/>
                    <a:gd name="connsiteY480" fmla="*/ 283655 h 323736"/>
                    <a:gd name="connsiteX481" fmla="*/ 203885 w 900282"/>
                    <a:gd name="connsiteY481" fmla="*/ 284169 h 323736"/>
                    <a:gd name="connsiteX482" fmla="*/ 203456 w 900282"/>
                    <a:gd name="connsiteY482" fmla="*/ 284525 h 323736"/>
                    <a:gd name="connsiteX483" fmla="*/ 736601 w 900282"/>
                    <a:gd name="connsiteY483" fmla="*/ 284280 h 323736"/>
                    <a:gd name="connsiteX484" fmla="*/ 736173 w 900282"/>
                    <a:gd name="connsiteY484" fmla="*/ 283925 h 323736"/>
                    <a:gd name="connsiteX485" fmla="*/ 736516 w 900282"/>
                    <a:gd name="connsiteY485" fmla="*/ 283410 h 323736"/>
                    <a:gd name="connsiteX486" fmla="*/ 739088 w 900282"/>
                    <a:gd name="connsiteY486" fmla="*/ 282920 h 323736"/>
                    <a:gd name="connsiteX487" fmla="*/ 739603 w 900282"/>
                    <a:gd name="connsiteY487" fmla="*/ 283263 h 323736"/>
                    <a:gd name="connsiteX488" fmla="*/ 739260 w 900282"/>
                    <a:gd name="connsiteY488" fmla="*/ 283778 h 323736"/>
                    <a:gd name="connsiteX489" fmla="*/ 736687 w 900282"/>
                    <a:gd name="connsiteY489" fmla="*/ 284267 h 323736"/>
                    <a:gd name="connsiteX490" fmla="*/ 736601 w 900282"/>
                    <a:gd name="connsiteY490" fmla="*/ 284267 h 323736"/>
                    <a:gd name="connsiteX491" fmla="*/ 194893 w 900282"/>
                    <a:gd name="connsiteY491" fmla="*/ 282810 h 323736"/>
                    <a:gd name="connsiteX492" fmla="*/ 194808 w 900282"/>
                    <a:gd name="connsiteY492" fmla="*/ 282810 h 323736"/>
                    <a:gd name="connsiteX493" fmla="*/ 192235 w 900282"/>
                    <a:gd name="connsiteY493" fmla="*/ 282295 h 323736"/>
                    <a:gd name="connsiteX494" fmla="*/ 191892 w 900282"/>
                    <a:gd name="connsiteY494" fmla="*/ 281781 h 323736"/>
                    <a:gd name="connsiteX495" fmla="*/ 192407 w 900282"/>
                    <a:gd name="connsiteY495" fmla="*/ 281438 h 323736"/>
                    <a:gd name="connsiteX496" fmla="*/ 194979 w 900282"/>
                    <a:gd name="connsiteY496" fmla="*/ 281952 h 323736"/>
                    <a:gd name="connsiteX497" fmla="*/ 195322 w 900282"/>
                    <a:gd name="connsiteY497" fmla="*/ 282467 h 323736"/>
                    <a:gd name="connsiteX498" fmla="*/ 194893 w 900282"/>
                    <a:gd name="connsiteY498" fmla="*/ 282822 h 323736"/>
                    <a:gd name="connsiteX499" fmla="*/ 745188 w 900282"/>
                    <a:gd name="connsiteY499" fmla="*/ 282651 h 323736"/>
                    <a:gd name="connsiteX500" fmla="*/ 744760 w 900282"/>
                    <a:gd name="connsiteY500" fmla="*/ 282295 h 323736"/>
                    <a:gd name="connsiteX501" fmla="*/ 745103 w 900282"/>
                    <a:gd name="connsiteY501" fmla="*/ 281781 h 323736"/>
                    <a:gd name="connsiteX502" fmla="*/ 747675 w 900282"/>
                    <a:gd name="connsiteY502" fmla="*/ 281291 h 323736"/>
                    <a:gd name="connsiteX503" fmla="*/ 748190 w 900282"/>
                    <a:gd name="connsiteY503" fmla="*/ 281634 h 323736"/>
                    <a:gd name="connsiteX504" fmla="*/ 747847 w 900282"/>
                    <a:gd name="connsiteY504" fmla="*/ 282148 h 323736"/>
                    <a:gd name="connsiteX505" fmla="*/ 745274 w 900282"/>
                    <a:gd name="connsiteY505" fmla="*/ 282638 h 323736"/>
                    <a:gd name="connsiteX506" fmla="*/ 745188 w 900282"/>
                    <a:gd name="connsiteY506" fmla="*/ 282638 h 323736"/>
                    <a:gd name="connsiteX507" fmla="*/ 186319 w 900282"/>
                    <a:gd name="connsiteY507" fmla="*/ 281107 h 323736"/>
                    <a:gd name="connsiteX508" fmla="*/ 186233 w 900282"/>
                    <a:gd name="connsiteY508" fmla="*/ 281107 h 323736"/>
                    <a:gd name="connsiteX509" fmla="*/ 183660 w 900282"/>
                    <a:gd name="connsiteY509" fmla="*/ 280593 h 323736"/>
                    <a:gd name="connsiteX510" fmla="*/ 183317 w 900282"/>
                    <a:gd name="connsiteY510" fmla="*/ 280078 h 323736"/>
                    <a:gd name="connsiteX511" fmla="*/ 183832 w 900282"/>
                    <a:gd name="connsiteY511" fmla="*/ 279735 h 323736"/>
                    <a:gd name="connsiteX512" fmla="*/ 186404 w 900282"/>
                    <a:gd name="connsiteY512" fmla="*/ 280250 h 323736"/>
                    <a:gd name="connsiteX513" fmla="*/ 186747 w 900282"/>
                    <a:gd name="connsiteY513" fmla="*/ 280764 h 323736"/>
                    <a:gd name="connsiteX514" fmla="*/ 186319 w 900282"/>
                    <a:gd name="connsiteY514" fmla="*/ 281119 h 323736"/>
                    <a:gd name="connsiteX515" fmla="*/ 753776 w 900282"/>
                    <a:gd name="connsiteY515" fmla="*/ 281034 h 323736"/>
                    <a:gd name="connsiteX516" fmla="*/ 753347 w 900282"/>
                    <a:gd name="connsiteY516" fmla="*/ 280678 h 323736"/>
                    <a:gd name="connsiteX517" fmla="*/ 753690 w 900282"/>
                    <a:gd name="connsiteY517" fmla="*/ 280164 h 323736"/>
                    <a:gd name="connsiteX518" fmla="*/ 756262 w 900282"/>
                    <a:gd name="connsiteY518" fmla="*/ 279674 h 323736"/>
                    <a:gd name="connsiteX519" fmla="*/ 756777 w 900282"/>
                    <a:gd name="connsiteY519" fmla="*/ 280017 h 323736"/>
                    <a:gd name="connsiteX520" fmla="*/ 756434 w 900282"/>
                    <a:gd name="connsiteY520" fmla="*/ 280531 h 323736"/>
                    <a:gd name="connsiteX521" fmla="*/ 753861 w 900282"/>
                    <a:gd name="connsiteY521" fmla="*/ 281021 h 323736"/>
                    <a:gd name="connsiteX522" fmla="*/ 753776 w 900282"/>
                    <a:gd name="connsiteY522" fmla="*/ 281021 h 323736"/>
                    <a:gd name="connsiteX523" fmla="*/ 762363 w 900282"/>
                    <a:gd name="connsiteY523" fmla="*/ 279404 h 323736"/>
                    <a:gd name="connsiteX524" fmla="*/ 761934 w 900282"/>
                    <a:gd name="connsiteY524" fmla="*/ 279049 h 323736"/>
                    <a:gd name="connsiteX525" fmla="*/ 762277 w 900282"/>
                    <a:gd name="connsiteY525" fmla="*/ 278535 h 323736"/>
                    <a:gd name="connsiteX526" fmla="*/ 764849 w 900282"/>
                    <a:gd name="connsiteY526" fmla="*/ 278045 h 323736"/>
                    <a:gd name="connsiteX527" fmla="*/ 765364 w 900282"/>
                    <a:gd name="connsiteY527" fmla="*/ 278388 h 323736"/>
                    <a:gd name="connsiteX528" fmla="*/ 765021 w 900282"/>
                    <a:gd name="connsiteY528" fmla="*/ 278902 h 323736"/>
                    <a:gd name="connsiteX529" fmla="*/ 762448 w 900282"/>
                    <a:gd name="connsiteY529" fmla="*/ 279392 h 323736"/>
                    <a:gd name="connsiteX530" fmla="*/ 762363 w 900282"/>
                    <a:gd name="connsiteY530" fmla="*/ 279392 h 323736"/>
                    <a:gd name="connsiteX531" fmla="*/ 177744 w 900282"/>
                    <a:gd name="connsiteY531" fmla="*/ 279404 h 323736"/>
                    <a:gd name="connsiteX532" fmla="*/ 177658 w 900282"/>
                    <a:gd name="connsiteY532" fmla="*/ 279404 h 323736"/>
                    <a:gd name="connsiteX533" fmla="*/ 175086 w 900282"/>
                    <a:gd name="connsiteY533" fmla="*/ 278890 h 323736"/>
                    <a:gd name="connsiteX534" fmla="*/ 174743 w 900282"/>
                    <a:gd name="connsiteY534" fmla="*/ 278375 h 323736"/>
                    <a:gd name="connsiteX535" fmla="*/ 175257 w 900282"/>
                    <a:gd name="connsiteY535" fmla="*/ 278032 h 323736"/>
                    <a:gd name="connsiteX536" fmla="*/ 177829 w 900282"/>
                    <a:gd name="connsiteY536" fmla="*/ 278547 h 323736"/>
                    <a:gd name="connsiteX537" fmla="*/ 178172 w 900282"/>
                    <a:gd name="connsiteY537" fmla="*/ 279061 h 323736"/>
                    <a:gd name="connsiteX538" fmla="*/ 177744 w 900282"/>
                    <a:gd name="connsiteY538" fmla="*/ 279417 h 323736"/>
                    <a:gd name="connsiteX539" fmla="*/ 770950 w 900282"/>
                    <a:gd name="connsiteY539" fmla="*/ 277787 h 323736"/>
                    <a:gd name="connsiteX540" fmla="*/ 770521 w 900282"/>
                    <a:gd name="connsiteY540" fmla="*/ 277432 h 323736"/>
                    <a:gd name="connsiteX541" fmla="*/ 770864 w 900282"/>
                    <a:gd name="connsiteY541" fmla="*/ 276918 h 323736"/>
                    <a:gd name="connsiteX542" fmla="*/ 773436 w 900282"/>
                    <a:gd name="connsiteY542" fmla="*/ 276428 h 323736"/>
                    <a:gd name="connsiteX543" fmla="*/ 773951 w 900282"/>
                    <a:gd name="connsiteY543" fmla="*/ 276771 h 323736"/>
                    <a:gd name="connsiteX544" fmla="*/ 773608 w 900282"/>
                    <a:gd name="connsiteY544" fmla="*/ 277285 h 323736"/>
                    <a:gd name="connsiteX545" fmla="*/ 771035 w 900282"/>
                    <a:gd name="connsiteY545" fmla="*/ 277775 h 323736"/>
                    <a:gd name="connsiteX546" fmla="*/ 770950 w 900282"/>
                    <a:gd name="connsiteY546" fmla="*/ 277775 h 323736"/>
                    <a:gd name="connsiteX547" fmla="*/ 169169 w 900282"/>
                    <a:gd name="connsiteY547" fmla="*/ 277702 h 323736"/>
                    <a:gd name="connsiteX548" fmla="*/ 169083 w 900282"/>
                    <a:gd name="connsiteY548" fmla="*/ 277702 h 323736"/>
                    <a:gd name="connsiteX549" fmla="*/ 166511 w 900282"/>
                    <a:gd name="connsiteY549" fmla="*/ 277187 h 323736"/>
                    <a:gd name="connsiteX550" fmla="*/ 166168 w 900282"/>
                    <a:gd name="connsiteY550" fmla="*/ 276673 h 323736"/>
                    <a:gd name="connsiteX551" fmla="*/ 166682 w 900282"/>
                    <a:gd name="connsiteY551" fmla="*/ 276330 h 323736"/>
                    <a:gd name="connsiteX552" fmla="*/ 169255 w 900282"/>
                    <a:gd name="connsiteY552" fmla="*/ 276844 h 323736"/>
                    <a:gd name="connsiteX553" fmla="*/ 169598 w 900282"/>
                    <a:gd name="connsiteY553" fmla="*/ 277359 h 323736"/>
                    <a:gd name="connsiteX554" fmla="*/ 169169 w 900282"/>
                    <a:gd name="connsiteY554" fmla="*/ 277714 h 323736"/>
                    <a:gd name="connsiteX555" fmla="*/ 779537 w 900282"/>
                    <a:gd name="connsiteY555" fmla="*/ 276158 h 323736"/>
                    <a:gd name="connsiteX556" fmla="*/ 779108 w 900282"/>
                    <a:gd name="connsiteY556" fmla="*/ 275803 h 323736"/>
                    <a:gd name="connsiteX557" fmla="*/ 779451 w 900282"/>
                    <a:gd name="connsiteY557" fmla="*/ 275288 h 323736"/>
                    <a:gd name="connsiteX558" fmla="*/ 782023 w 900282"/>
                    <a:gd name="connsiteY558" fmla="*/ 274798 h 323736"/>
                    <a:gd name="connsiteX559" fmla="*/ 782538 w 900282"/>
                    <a:gd name="connsiteY559" fmla="*/ 275141 h 323736"/>
                    <a:gd name="connsiteX560" fmla="*/ 782195 w 900282"/>
                    <a:gd name="connsiteY560" fmla="*/ 275656 h 323736"/>
                    <a:gd name="connsiteX561" fmla="*/ 779622 w 900282"/>
                    <a:gd name="connsiteY561" fmla="*/ 276146 h 323736"/>
                    <a:gd name="connsiteX562" fmla="*/ 779537 w 900282"/>
                    <a:gd name="connsiteY562" fmla="*/ 276146 h 323736"/>
                    <a:gd name="connsiteX563" fmla="*/ 160606 w 900282"/>
                    <a:gd name="connsiteY563" fmla="*/ 275999 h 323736"/>
                    <a:gd name="connsiteX564" fmla="*/ 160521 w 900282"/>
                    <a:gd name="connsiteY564" fmla="*/ 275999 h 323736"/>
                    <a:gd name="connsiteX565" fmla="*/ 157948 w 900282"/>
                    <a:gd name="connsiteY565" fmla="*/ 275484 h 323736"/>
                    <a:gd name="connsiteX566" fmla="*/ 157605 w 900282"/>
                    <a:gd name="connsiteY566" fmla="*/ 274970 h 323736"/>
                    <a:gd name="connsiteX567" fmla="*/ 158120 w 900282"/>
                    <a:gd name="connsiteY567" fmla="*/ 274627 h 323736"/>
                    <a:gd name="connsiteX568" fmla="*/ 160692 w 900282"/>
                    <a:gd name="connsiteY568" fmla="*/ 275141 h 323736"/>
                    <a:gd name="connsiteX569" fmla="*/ 161035 w 900282"/>
                    <a:gd name="connsiteY569" fmla="*/ 275656 h 323736"/>
                    <a:gd name="connsiteX570" fmla="*/ 160606 w 900282"/>
                    <a:gd name="connsiteY570" fmla="*/ 276011 h 323736"/>
                    <a:gd name="connsiteX571" fmla="*/ 788124 w 900282"/>
                    <a:gd name="connsiteY571" fmla="*/ 274541 h 323736"/>
                    <a:gd name="connsiteX572" fmla="*/ 787695 w 900282"/>
                    <a:gd name="connsiteY572" fmla="*/ 274186 h 323736"/>
                    <a:gd name="connsiteX573" fmla="*/ 788038 w 900282"/>
                    <a:gd name="connsiteY573" fmla="*/ 273671 h 323736"/>
                    <a:gd name="connsiteX574" fmla="*/ 790611 w 900282"/>
                    <a:gd name="connsiteY574" fmla="*/ 273181 h 323736"/>
                    <a:gd name="connsiteX575" fmla="*/ 791125 w 900282"/>
                    <a:gd name="connsiteY575" fmla="*/ 273525 h 323736"/>
                    <a:gd name="connsiteX576" fmla="*/ 790782 w 900282"/>
                    <a:gd name="connsiteY576" fmla="*/ 274039 h 323736"/>
                    <a:gd name="connsiteX577" fmla="*/ 788210 w 900282"/>
                    <a:gd name="connsiteY577" fmla="*/ 274529 h 323736"/>
                    <a:gd name="connsiteX578" fmla="*/ 788124 w 900282"/>
                    <a:gd name="connsiteY578" fmla="*/ 274529 h 323736"/>
                    <a:gd name="connsiteX579" fmla="*/ 152032 w 900282"/>
                    <a:gd name="connsiteY579" fmla="*/ 274296 h 323736"/>
                    <a:gd name="connsiteX580" fmla="*/ 151946 w 900282"/>
                    <a:gd name="connsiteY580" fmla="*/ 274296 h 323736"/>
                    <a:gd name="connsiteX581" fmla="*/ 149373 w 900282"/>
                    <a:gd name="connsiteY581" fmla="*/ 273782 h 323736"/>
                    <a:gd name="connsiteX582" fmla="*/ 149030 w 900282"/>
                    <a:gd name="connsiteY582" fmla="*/ 273267 h 323736"/>
                    <a:gd name="connsiteX583" fmla="*/ 149545 w 900282"/>
                    <a:gd name="connsiteY583" fmla="*/ 272924 h 323736"/>
                    <a:gd name="connsiteX584" fmla="*/ 152117 w 900282"/>
                    <a:gd name="connsiteY584" fmla="*/ 273439 h 323736"/>
                    <a:gd name="connsiteX585" fmla="*/ 152460 w 900282"/>
                    <a:gd name="connsiteY585" fmla="*/ 273953 h 323736"/>
                    <a:gd name="connsiteX586" fmla="*/ 152032 w 900282"/>
                    <a:gd name="connsiteY586" fmla="*/ 274308 h 323736"/>
                    <a:gd name="connsiteX587" fmla="*/ 796711 w 900282"/>
                    <a:gd name="connsiteY587" fmla="*/ 272912 h 323736"/>
                    <a:gd name="connsiteX588" fmla="*/ 796282 w 900282"/>
                    <a:gd name="connsiteY588" fmla="*/ 272557 h 323736"/>
                    <a:gd name="connsiteX589" fmla="*/ 796625 w 900282"/>
                    <a:gd name="connsiteY589" fmla="*/ 272042 h 323736"/>
                    <a:gd name="connsiteX590" fmla="*/ 799198 w 900282"/>
                    <a:gd name="connsiteY590" fmla="*/ 271552 h 323736"/>
                    <a:gd name="connsiteX591" fmla="*/ 799712 w 900282"/>
                    <a:gd name="connsiteY591" fmla="*/ 271895 h 323736"/>
                    <a:gd name="connsiteX592" fmla="*/ 799369 w 900282"/>
                    <a:gd name="connsiteY592" fmla="*/ 272410 h 323736"/>
                    <a:gd name="connsiteX593" fmla="*/ 796797 w 900282"/>
                    <a:gd name="connsiteY593" fmla="*/ 272900 h 323736"/>
                    <a:gd name="connsiteX594" fmla="*/ 796711 w 900282"/>
                    <a:gd name="connsiteY594" fmla="*/ 272900 h 323736"/>
                    <a:gd name="connsiteX595" fmla="*/ 143457 w 900282"/>
                    <a:gd name="connsiteY595" fmla="*/ 272594 h 323736"/>
                    <a:gd name="connsiteX596" fmla="*/ 143371 w 900282"/>
                    <a:gd name="connsiteY596" fmla="*/ 272594 h 323736"/>
                    <a:gd name="connsiteX597" fmla="*/ 140799 w 900282"/>
                    <a:gd name="connsiteY597" fmla="*/ 272079 h 323736"/>
                    <a:gd name="connsiteX598" fmla="*/ 140455 w 900282"/>
                    <a:gd name="connsiteY598" fmla="*/ 271565 h 323736"/>
                    <a:gd name="connsiteX599" fmla="*/ 140970 w 900282"/>
                    <a:gd name="connsiteY599" fmla="*/ 271222 h 323736"/>
                    <a:gd name="connsiteX600" fmla="*/ 143542 w 900282"/>
                    <a:gd name="connsiteY600" fmla="*/ 271736 h 323736"/>
                    <a:gd name="connsiteX601" fmla="*/ 143885 w 900282"/>
                    <a:gd name="connsiteY601" fmla="*/ 272250 h 323736"/>
                    <a:gd name="connsiteX602" fmla="*/ 143457 w 900282"/>
                    <a:gd name="connsiteY602" fmla="*/ 272606 h 323736"/>
                    <a:gd name="connsiteX603" fmla="*/ 805298 w 900282"/>
                    <a:gd name="connsiteY603" fmla="*/ 271283 h 323736"/>
                    <a:gd name="connsiteX604" fmla="*/ 804869 w 900282"/>
                    <a:gd name="connsiteY604" fmla="*/ 270927 h 323736"/>
                    <a:gd name="connsiteX605" fmla="*/ 805212 w 900282"/>
                    <a:gd name="connsiteY605" fmla="*/ 270413 h 323736"/>
                    <a:gd name="connsiteX606" fmla="*/ 807785 w 900282"/>
                    <a:gd name="connsiteY606" fmla="*/ 269923 h 323736"/>
                    <a:gd name="connsiteX607" fmla="*/ 808299 w 900282"/>
                    <a:gd name="connsiteY607" fmla="*/ 270266 h 323736"/>
                    <a:gd name="connsiteX608" fmla="*/ 807956 w 900282"/>
                    <a:gd name="connsiteY608" fmla="*/ 270781 h 323736"/>
                    <a:gd name="connsiteX609" fmla="*/ 805384 w 900282"/>
                    <a:gd name="connsiteY609" fmla="*/ 271271 h 323736"/>
                    <a:gd name="connsiteX610" fmla="*/ 805298 w 900282"/>
                    <a:gd name="connsiteY610" fmla="*/ 271271 h 323736"/>
                    <a:gd name="connsiteX611" fmla="*/ 134882 w 900282"/>
                    <a:gd name="connsiteY611" fmla="*/ 270879 h 323736"/>
                    <a:gd name="connsiteX612" fmla="*/ 134796 w 900282"/>
                    <a:gd name="connsiteY612" fmla="*/ 270879 h 323736"/>
                    <a:gd name="connsiteX613" fmla="*/ 132224 w 900282"/>
                    <a:gd name="connsiteY613" fmla="*/ 270364 h 323736"/>
                    <a:gd name="connsiteX614" fmla="*/ 131881 w 900282"/>
                    <a:gd name="connsiteY614" fmla="*/ 269850 h 323736"/>
                    <a:gd name="connsiteX615" fmla="*/ 132395 w 900282"/>
                    <a:gd name="connsiteY615" fmla="*/ 269507 h 323736"/>
                    <a:gd name="connsiteX616" fmla="*/ 134968 w 900282"/>
                    <a:gd name="connsiteY616" fmla="*/ 270021 h 323736"/>
                    <a:gd name="connsiteX617" fmla="*/ 135311 w 900282"/>
                    <a:gd name="connsiteY617" fmla="*/ 270536 h 323736"/>
                    <a:gd name="connsiteX618" fmla="*/ 134882 w 900282"/>
                    <a:gd name="connsiteY618" fmla="*/ 270891 h 323736"/>
                    <a:gd name="connsiteX619" fmla="*/ 813885 w 900282"/>
                    <a:gd name="connsiteY619" fmla="*/ 269654 h 323736"/>
                    <a:gd name="connsiteX620" fmla="*/ 813456 w 900282"/>
                    <a:gd name="connsiteY620" fmla="*/ 269298 h 323736"/>
                    <a:gd name="connsiteX621" fmla="*/ 813799 w 900282"/>
                    <a:gd name="connsiteY621" fmla="*/ 268784 h 323736"/>
                    <a:gd name="connsiteX622" fmla="*/ 816372 w 900282"/>
                    <a:gd name="connsiteY622" fmla="*/ 268294 h 323736"/>
                    <a:gd name="connsiteX623" fmla="*/ 816886 w 900282"/>
                    <a:gd name="connsiteY623" fmla="*/ 268637 h 323736"/>
                    <a:gd name="connsiteX624" fmla="*/ 816543 w 900282"/>
                    <a:gd name="connsiteY624" fmla="*/ 269151 h 323736"/>
                    <a:gd name="connsiteX625" fmla="*/ 813971 w 900282"/>
                    <a:gd name="connsiteY625" fmla="*/ 269641 h 323736"/>
                    <a:gd name="connsiteX626" fmla="*/ 813885 w 900282"/>
                    <a:gd name="connsiteY626" fmla="*/ 269641 h 323736"/>
                    <a:gd name="connsiteX627" fmla="*/ 126319 w 900282"/>
                    <a:gd name="connsiteY627" fmla="*/ 269176 h 323736"/>
                    <a:gd name="connsiteX628" fmla="*/ 126234 w 900282"/>
                    <a:gd name="connsiteY628" fmla="*/ 269176 h 323736"/>
                    <a:gd name="connsiteX629" fmla="*/ 123661 w 900282"/>
                    <a:gd name="connsiteY629" fmla="*/ 268661 h 323736"/>
                    <a:gd name="connsiteX630" fmla="*/ 123318 w 900282"/>
                    <a:gd name="connsiteY630" fmla="*/ 268147 h 323736"/>
                    <a:gd name="connsiteX631" fmla="*/ 123833 w 900282"/>
                    <a:gd name="connsiteY631" fmla="*/ 267804 h 323736"/>
                    <a:gd name="connsiteX632" fmla="*/ 126405 w 900282"/>
                    <a:gd name="connsiteY632" fmla="*/ 268318 h 323736"/>
                    <a:gd name="connsiteX633" fmla="*/ 126748 w 900282"/>
                    <a:gd name="connsiteY633" fmla="*/ 268833 h 323736"/>
                    <a:gd name="connsiteX634" fmla="*/ 126319 w 900282"/>
                    <a:gd name="connsiteY634" fmla="*/ 269188 h 323736"/>
                    <a:gd name="connsiteX635" fmla="*/ 822472 w 900282"/>
                    <a:gd name="connsiteY635" fmla="*/ 268024 h 323736"/>
                    <a:gd name="connsiteX636" fmla="*/ 822043 w 900282"/>
                    <a:gd name="connsiteY636" fmla="*/ 267669 h 323736"/>
                    <a:gd name="connsiteX637" fmla="*/ 822386 w 900282"/>
                    <a:gd name="connsiteY637" fmla="*/ 267155 h 323736"/>
                    <a:gd name="connsiteX638" fmla="*/ 824959 w 900282"/>
                    <a:gd name="connsiteY638" fmla="*/ 266665 h 323736"/>
                    <a:gd name="connsiteX639" fmla="*/ 825473 w 900282"/>
                    <a:gd name="connsiteY639" fmla="*/ 267008 h 323736"/>
                    <a:gd name="connsiteX640" fmla="*/ 825130 w 900282"/>
                    <a:gd name="connsiteY640" fmla="*/ 267522 h 323736"/>
                    <a:gd name="connsiteX641" fmla="*/ 822558 w 900282"/>
                    <a:gd name="connsiteY641" fmla="*/ 268012 h 323736"/>
                    <a:gd name="connsiteX642" fmla="*/ 822472 w 900282"/>
                    <a:gd name="connsiteY642" fmla="*/ 268012 h 323736"/>
                    <a:gd name="connsiteX643" fmla="*/ 117745 w 900282"/>
                    <a:gd name="connsiteY643" fmla="*/ 267473 h 323736"/>
                    <a:gd name="connsiteX644" fmla="*/ 117659 w 900282"/>
                    <a:gd name="connsiteY644" fmla="*/ 267473 h 323736"/>
                    <a:gd name="connsiteX645" fmla="*/ 115086 w 900282"/>
                    <a:gd name="connsiteY645" fmla="*/ 266959 h 323736"/>
                    <a:gd name="connsiteX646" fmla="*/ 114743 w 900282"/>
                    <a:gd name="connsiteY646" fmla="*/ 266444 h 323736"/>
                    <a:gd name="connsiteX647" fmla="*/ 115258 w 900282"/>
                    <a:gd name="connsiteY647" fmla="*/ 266101 h 323736"/>
                    <a:gd name="connsiteX648" fmla="*/ 117830 w 900282"/>
                    <a:gd name="connsiteY648" fmla="*/ 266616 h 323736"/>
                    <a:gd name="connsiteX649" fmla="*/ 118173 w 900282"/>
                    <a:gd name="connsiteY649" fmla="*/ 267130 h 323736"/>
                    <a:gd name="connsiteX650" fmla="*/ 117745 w 900282"/>
                    <a:gd name="connsiteY650" fmla="*/ 267485 h 323736"/>
                    <a:gd name="connsiteX651" fmla="*/ 831059 w 900282"/>
                    <a:gd name="connsiteY651" fmla="*/ 266407 h 323736"/>
                    <a:gd name="connsiteX652" fmla="*/ 830630 w 900282"/>
                    <a:gd name="connsiteY652" fmla="*/ 266052 h 323736"/>
                    <a:gd name="connsiteX653" fmla="*/ 830973 w 900282"/>
                    <a:gd name="connsiteY653" fmla="*/ 265538 h 323736"/>
                    <a:gd name="connsiteX654" fmla="*/ 833546 w 900282"/>
                    <a:gd name="connsiteY654" fmla="*/ 265048 h 323736"/>
                    <a:gd name="connsiteX655" fmla="*/ 834060 w 900282"/>
                    <a:gd name="connsiteY655" fmla="*/ 265391 h 323736"/>
                    <a:gd name="connsiteX656" fmla="*/ 833717 w 900282"/>
                    <a:gd name="connsiteY656" fmla="*/ 265905 h 323736"/>
                    <a:gd name="connsiteX657" fmla="*/ 831145 w 900282"/>
                    <a:gd name="connsiteY657" fmla="*/ 266395 h 323736"/>
                    <a:gd name="connsiteX658" fmla="*/ 831059 w 900282"/>
                    <a:gd name="connsiteY658" fmla="*/ 266395 h 323736"/>
                    <a:gd name="connsiteX659" fmla="*/ 109170 w 900282"/>
                    <a:gd name="connsiteY659" fmla="*/ 265770 h 323736"/>
                    <a:gd name="connsiteX660" fmla="*/ 109084 w 900282"/>
                    <a:gd name="connsiteY660" fmla="*/ 265770 h 323736"/>
                    <a:gd name="connsiteX661" fmla="*/ 106512 w 900282"/>
                    <a:gd name="connsiteY661" fmla="*/ 265256 h 323736"/>
                    <a:gd name="connsiteX662" fmla="*/ 106168 w 900282"/>
                    <a:gd name="connsiteY662" fmla="*/ 264741 h 323736"/>
                    <a:gd name="connsiteX663" fmla="*/ 106683 w 900282"/>
                    <a:gd name="connsiteY663" fmla="*/ 264398 h 323736"/>
                    <a:gd name="connsiteX664" fmla="*/ 109255 w 900282"/>
                    <a:gd name="connsiteY664" fmla="*/ 264913 h 323736"/>
                    <a:gd name="connsiteX665" fmla="*/ 109598 w 900282"/>
                    <a:gd name="connsiteY665" fmla="*/ 265427 h 323736"/>
                    <a:gd name="connsiteX666" fmla="*/ 109170 w 900282"/>
                    <a:gd name="connsiteY666" fmla="*/ 265783 h 323736"/>
                    <a:gd name="connsiteX667" fmla="*/ 839646 w 900282"/>
                    <a:gd name="connsiteY667" fmla="*/ 264778 h 323736"/>
                    <a:gd name="connsiteX668" fmla="*/ 839217 w 900282"/>
                    <a:gd name="connsiteY668" fmla="*/ 264423 h 323736"/>
                    <a:gd name="connsiteX669" fmla="*/ 839560 w 900282"/>
                    <a:gd name="connsiteY669" fmla="*/ 263908 h 323736"/>
                    <a:gd name="connsiteX670" fmla="*/ 842133 w 900282"/>
                    <a:gd name="connsiteY670" fmla="*/ 263418 h 323736"/>
                    <a:gd name="connsiteX671" fmla="*/ 842647 w 900282"/>
                    <a:gd name="connsiteY671" fmla="*/ 263761 h 323736"/>
                    <a:gd name="connsiteX672" fmla="*/ 842304 w 900282"/>
                    <a:gd name="connsiteY672" fmla="*/ 264276 h 323736"/>
                    <a:gd name="connsiteX673" fmla="*/ 839732 w 900282"/>
                    <a:gd name="connsiteY673" fmla="*/ 264766 h 323736"/>
                    <a:gd name="connsiteX674" fmla="*/ 839646 w 900282"/>
                    <a:gd name="connsiteY674" fmla="*/ 264766 h 323736"/>
                    <a:gd name="connsiteX675" fmla="*/ 100595 w 900282"/>
                    <a:gd name="connsiteY675" fmla="*/ 264068 h 323736"/>
                    <a:gd name="connsiteX676" fmla="*/ 100509 w 900282"/>
                    <a:gd name="connsiteY676" fmla="*/ 264068 h 323736"/>
                    <a:gd name="connsiteX677" fmla="*/ 97937 w 900282"/>
                    <a:gd name="connsiteY677" fmla="*/ 263553 h 323736"/>
                    <a:gd name="connsiteX678" fmla="*/ 97594 w 900282"/>
                    <a:gd name="connsiteY678" fmla="*/ 263039 h 323736"/>
                    <a:gd name="connsiteX679" fmla="*/ 98108 w 900282"/>
                    <a:gd name="connsiteY679" fmla="*/ 262696 h 323736"/>
                    <a:gd name="connsiteX680" fmla="*/ 100681 w 900282"/>
                    <a:gd name="connsiteY680" fmla="*/ 263210 h 323736"/>
                    <a:gd name="connsiteX681" fmla="*/ 101024 w 900282"/>
                    <a:gd name="connsiteY681" fmla="*/ 263725 h 323736"/>
                    <a:gd name="connsiteX682" fmla="*/ 100595 w 900282"/>
                    <a:gd name="connsiteY682" fmla="*/ 264080 h 323736"/>
                    <a:gd name="connsiteX683" fmla="*/ 848233 w 900282"/>
                    <a:gd name="connsiteY683" fmla="*/ 263161 h 323736"/>
                    <a:gd name="connsiteX684" fmla="*/ 847805 w 900282"/>
                    <a:gd name="connsiteY684" fmla="*/ 262806 h 323736"/>
                    <a:gd name="connsiteX685" fmla="*/ 848148 w 900282"/>
                    <a:gd name="connsiteY685" fmla="*/ 262291 h 323736"/>
                    <a:gd name="connsiteX686" fmla="*/ 850720 w 900282"/>
                    <a:gd name="connsiteY686" fmla="*/ 261801 h 323736"/>
                    <a:gd name="connsiteX687" fmla="*/ 851235 w 900282"/>
                    <a:gd name="connsiteY687" fmla="*/ 262144 h 323736"/>
                    <a:gd name="connsiteX688" fmla="*/ 850891 w 900282"/>
                    <a:gd name="connsiteY688" fmla="*/ 262659 h 323736"/>
                    <a:gd name="connsiteX689" fmla="*/ 848319 w 900282"/>
                    <a:gd name="connsiteY689" fmla="*/ 263149 h 323736"/>
                    <a:gd name="connsiteX690" fmla="*/ 848233 w 900282"/>
                    <a:gd name="connsiteY690" fmla="*/ 263149 h 323736"/>
                    <a:gd name="connsiteX691" fmla="*/ 92032 w 900282"/>
                    <a:gd name="connsiteY691" fmla="*/ 262365 h 323736"/>
                    <a:gd name="connsiteX692" fmla="*/ 91947 w 900282"/>
                    <a:gd name="connsiteY692" fmla="*/ 262365 h 323736"/>
                    <a:gd name="connsiteX693" fmla="*/ 89374 w 900282"/>
                    <a:gd name="connsiteY693" fmla="*/ 261850 h 323736"/>
                    <a:gd name="connsiteX694" fmla="*/ 89031 w 900282"/>
                    <a:gd name="connsiteY694" fmla="*/ 261336 h 323736"/>
                    <a:gd name="connsiteX695" fmla="*/ 89546 w 900282"/>
                    <a:gd name="connsiteY695" fmla="*/ 260993 h 323736"/>
                    <a:gd name="connsiteX696" fmla="*/ 92118 w 900282"/>
                    <a:gd name="connsiteY696" fmla="*/ 261507 h 323736"/>
                    <a:gd name="connsiteX697" fmla="*/ 92461 w 900282"/>
                    <a:gd name="connsiteY697" fmla="*/ 262022 h 323736"/>
                    <a:gd name="connsiteX698" fmla="*/ 92032 w 900282"/>
                    <a:gd name="connsiteY698" fmla="*/ 262377 h 323736"/>
                    <a:gd name="connsiteX699" fmla="*/ 856820 w 900282"/>
                    <a:gd name="connsiteY699" fmla="*/ 261532 h 323736"/>
                    <a:gd name="connsiteX700" fmla="*/ 856392 w 900282"/>
                    <a:gd name="connsiteY700" fmla="*/ 261177 h 323736"/>
                    <a:gd name="connsiteX701" fmla="*/ 856735 w 900282"/>
                    <a:gd name="connsiteY701" fmla="*/ 260662 h 323736"/>
                    <a:gd name="connsiteX702" fmla="*/ 859307 w 900282"/>
                    <a:gd name="connsiteY702" fmla="*/ 260172 h 323736"/>
                    <a:gd name="connsiteX703" fmla="*/ 859822 w 900282"/>
                    <a:gd name="connsiteY703" fmla="*/ 260515 h 323736"/>
                    <a:gd name="connsiteX704" fmla="*/ 859479 w 900282"/>
                    <a:gd name="connsiteY704" fmla="*/ 261030 h 323736"/>
                    <a:gd name="connsiteX705" fmla="*/ 856906 w 900282"/>
                    <a:gd name="connsiteY705" fmla="*/ 261520 h 323736"/>
                    <a:gd name="connsiteX706" fmla="*/ 856820 w 900282"/>
                    <a:gd name="connsiteY706" fmla="*/ 261520 h 323736"/>
                    <a:gd name="connsiteX707" fmla="*/ 83457 w 900282"/>
                    <a:gd name="connsiteY707" fmla="*/ 260662 h 323736"/>
                    <a:gd name="connsiteX708" fmla="*/ 83372 w 900282"/>
                    <a:gd name="connsiteY708" fmla="*/ 260662 h 323736"/>
                    <a:gd name="connsiteX709" fmla="*/ 80799 w 900282"/>
                    <a:gd name="connsiteY709" fmla="*/ 260148 h 323736"/>
                    <a:gd name="connsiteX710" fmla="*/ 80456 w 900282"/>
                    <a:gd name="connsiteY710" fmla="*/ 259633 h 323736"/>
                    <a:gd name="connsiteX711" fmla="*/ 80971 w 900282"/>
                    <a:gd name="connsiteY711" fmla="*/ 259290 h 323736"/>
                    <a:gd name="connsiteX712" fmla="*/ 83543 w 900282"/>
                    <a:gd name="connsiteY712" fmla="*/ 259805 h 323736"/>
                    <a:gd name="connsiteX713" fmla="*/ 83886 w 900282"/>
                    <a:gd name="connsiteY713" fmla="*/ 260319 h 323736"/>
                    <a:gd name="connsiteX714" fmla="*/ 83457 w 900282"/>
                    <a:gd name="connsiteY714" fmla="*/ 260674 h 323736"/>
                    <a:gd name="connsiteX715" fmla="*/ 865407 w 900282"/>
                    <a:gd name="connsiteY715" fmla="*/ 259915 h 323736"/>
                    <a:gd name="connsiteX716" fmla="*/ 864979 w 900282"/>
                    <a:gd name="connsiteY716" fmla="*/ 259560 h 323736"/>
                    <a:gd name="connsiteX717" fmla="*/ 865322 w 900282"/>
                    <a:gd name="connsiteY717" fmla="*/ 259045 h 323736"/>
                    <a:gd name="connsiteX718" fmla="*/ 867894 w 900282"/>
                    <a:gd name="connsiteY718" fmla="*/ 258555 h 323736"/>
                    <a:gd name="connsiteX719" fmla="*/ 868409 w 900282"/>
                    <a:gd name="connsiteY719" fmla="*/ 258898 h 323736"/>
                    <a:gd name="connsiteX720" fmla="*/ 868066 w 900282"/>
                    <a:gd name="connsiteY720" fmla="*/ 259413 h 323736"/>
                    <a:gd name="connsiteX721" fmla="*/ 865493 w 900282"/>
                    <a:gd name="connsiteY721" fmla="*/ 259903 h 323736"/>
                    <a:gd name="connsiteX722" fmla="*/ 865407 w 900282"/>
                    <a:gd name="connsiteY722" fmla="*/ 259903 h 323736"/>
                    <a:gd name="connsiteX723" fmla="*/ 74883 w 900282"/>
                    <a:gd name="connsiteY723" fmla="*/ 258960 h 323736"/>
                    <a:gd name="connsiteX724" fmla="*/ 74797 w 900282"/>
                    <a:gd name="connsiteY724" fmla="*/ 258960 h 323736"/>
                    <a:gd name="connsiteX725" fmla="*/ 72224 w 900282"/>
                    <a:gd name="connsiteY725" fmla="*/ 258445 h 323736"/>
                    <a:gd name="connsiteX726" fmla="*/ 71881 w 900282"/>
                    <a:gd name="connsiteY726" fmla="*/ 257931 h 323736"/>
                    <a:gd name="connsiteX727" fmla="*/ 72396 w 900282"/>
                    <a:gd name="connsiteY727" fmla="*/ 257588 h 323736"/>
                    <a:gd name="connsiteX728" fmla="*/ 74968 w 900282"/>
                    <a:gd name="connsiteY728" fmla="*/ 258102 h 323736"/>
                    <a:gd name="connsiteX729" fmla="*/ 75311 w 900282"/>
                    <a:gd name="connsiteY729" fmla="*/ 258617 h 323736"/>
                    <a:gd name="connsiteX730" fmla="*/ 74883 w 900282"/>
                    <a:gd name="connsiteY730" fmla="*/ 258972 h 323736"/>
                    <a:gd name="connsiteX731" fmla="*/ 873994 w 900282"/>
                    <a:gd name="connsiteY731" fmla="*/ 258286 h 323736"/>
                    <a:gd name="connsiteX732" fmla="*/ 873566 w 900282"/>
                    <a:gd name="connsiteY732" fmla="*/ 257931 h 323736"/>
                    <a:gd name="connsiteX733" fmla="*/ 873909 w 900282"/>
                    <a:gd name="connsiteY733" fmla="*/ 257416 h 323736"/>
                    <a:gd name="connsiteX734" fmla="*/ 876481 w 900282"/>
                    <a:gd name="connsiteY734" fmla="*/ 256926 h 323736"/>
                    <a:gd name="connsiteX735" fmla="*/ 876996 w 900282"/>
                    <a:gd name="connsiteY735" fmla="*/ 257269 h 323736"/>
                    <a:gd name="connsiteX736" fmla="*/ 876653 w 900282"/>
                    <a:gd name="connsiteY736" fmla="*/ 257784 h 323736"/>
                    <a:gd name="connsiteX737" fmla="*/ 874080 w 900282"/>
                    <a:gd name="connsiteY737" fmla="*/ 258274 h 323736"/>
                    <a:gd name="connsiteX738" fmla="*/ 873994 w 900282"/>
                    <a:gd name="connsiteY738" fmla="*/ 258274 h 323736"/>
                    <a:gd name="connsiteX739" fmla="*/ 66308 w 900282"/>
                    <a:gd name="connsiteY739" fmla="*/ 257257 h 323736"/>
                    <a:gd name="connsiteX740" fmla="*/ 66222 w 900282"/>
                    <a:gd name="connsiteY740" fmla="*/ 257257 h 323736"/>
                    <a:gd name="connsiteX741" fmla="*/ 63650 w 900282"/>
                    <a:gd name="connsiteY741" fmla="*/ 256742 h 323736"/>
                    <a:gd name="connsiteX742" fmla="*/ 63307 w 900282"/>
                    <a:gd name="connsiteY742" fmla="*/ 256228 h 323736"/>
                    <a:gd name="connsiteX743" fmla="*/ 63821 w 900282"/>
                    <a:gd name="connsiteY743" fmla="*/ 255885 h 323736"/>
                    <a:gd name="connsiteX744" fmla="*/ 66394 w 900282"/>
                    <a:gd name="connsiteY744" fmla="*/ 256399 h 323736"/>
                    <a:gd name="connsiteX745" fmla="*/ 66737 w 900282"/>
                    <a:gd name="connsiteY745" fmla="*/ 256914 h 323736"/>
                    <a:gd name="connsiteX746" fmla="*/ 66308 w 900282"/>
                    <a:gd name="connsiteY746" fmla="*/ 257269 h 323736"/>
                    <a:gd name="connsiteX747" fmla="*/ 882582 w 900282"/>
                    <a:gd name="connsiteY747" fmla="*/ 256669 h 323736"/>
                    <a:gd name="connsiteX748" fmla="*/ 882153 w 900282"/>
                    <a:gd name="connsiteY748" fmla="*/ 256314 h 323736"/>
                    <a:gd name="connsiteX749" fmla="*/ 882496 w 900282"/>
                    <a:gd name="connsiteY749" fmla="*/ 255799 h 323736"/>
                    <a:gd name="connsiteX750" fmla="*/ 885068 w 900282"/>
                    <a:gd name="connsiteY750" fmla="*/ 255309 h 323736"/>
                    <a:gd name="connsiteX751" fmla="*/ 885583 w 900282"/>
                    <a:gd name="connsiteY751" fmla="*/ 255652 h 323736"/>
                    <a:gd name="connsiteX752" fmla="*/ 885240 w 900282"/>
                    <a:gd name="connsiteY752" fmla="*/ 256167 h 323736"/>
                    <a:gd name="connsiteX753" fmla="*/ 882667 w 900282"/>
                    <a:gd name="connsiteY753" fmla="*/ 256657 h 323736"/>
                    <a:gd name="connsiteX754" fmla="*/ 882582 w 900282"/>
                    <a:gd name="connsiteY754" fmla="*/ 256657 h 323736"/>
                    <a:gd name="connsiteX755" fmla="*/ 57745 w 900282"/>
                    <a:gd name="connsiteY755" fmla="*/ 255554 h 323736"/>
                    <a:gd name="connsiteX756" fmla="*/ 57660 w 900282"/>
                    <a:gd name="connsiteY756" fmla="*/ 255554 h 323736"/>
                    <a:gd name="connsiteX757" fmla="*/ 55087 w 900282"/>
                    <a:gd name="connsiteY757" fmla="*/ 255040 h 323736"/>
                    <a:gd name="connsiteX758" fmla="*/ 54744 w 900282"/>
                    <a:gd name="connsiteY758" fmla="*/ 254525 h 323736"/>
                    <a:gd name="connsiteX759" fmla="*/ 55259 w 900282"/>
                    <a:gd name="connsiteY759" fmla="*/ 254182 h 323736"/>
                    <a:gd name="connsiteX760" fmla="*/ 57831 w 900282"/>
                    <a:gd name="connsiteY760" fmla="*/ 254697 h 323736"/>
                    <a:gd name="connsiteX761" fmla="*/ 58174 w 900282"/>
                    <a:gd name="connsiteY761" fmla="*/ 255211 h 323736"/>
                    <a:gd name="connsiteX762" fmla="*/ 57745 w 900282"/>
                    <a:gd name="connsiteY762" fmla="*/ 255566 h 323736"/>
                    <a:gd name="connsiteX763" fmla="*/ 891169 w 900282"/>
                    <a:gd name="connsiteY763" fmla="*/ 255040 h 323736"/>
                    <a:gd name="connsiteX764" fmla="*/ 890740 w 900282"/>
                    <a:gd name="connsiteY764" fmla="*/ 254684 h 323736"/>
                    <a:gd name="connsiteX765" fmla="*/ 891083 w 900282"/>
                    <a:gd name="connsiteY765" fmla="*/ 254170 h 323736"/>
                    <a:gd name="connsiteX766" fmla="*/ 893655 w 900282"/>
                    <a:gd name="connsiteY766" fmla="*/ 253680 h 323736"/>
                    <a:gd name="connsiteX767" fmla="*/ 894170 w 900282"/>
                    <a:gd name="connsiteY767" fmla="*/ 254023 h 323736"/>
                    <a:gd name="connsiteX768" fmla="*/ 893827 w 900282"/>
                    <a:gd name="connsiteY768" fmla="*/ 254537 h 323736"/>
                    <a:gd name="connsiteX769" fmla="*/ 891254 w 900282"/>
                    <a:gd name="connsiteY769" fmla="*/ 255027 h 323736"/>
                    <a:gd name="connsiteX770" fmla="*/ 891169 w 900282"/>
                    <a:gd name="connsiteY770" fmla="*/ 255027 h 323736"/>
                    <a:gd name="connsiteX771" fmla="*/ 49170 w 900282"/>
                    <a:gd name="connsiteY771" fmla="*/ 253851 h 323736"/>
                    <a:gd name="connsiteX772" fmla="*/ 49085 w 900282"/>
                    <a:gd name="connsiteY772" fmla="*/ 253851 h 323736"/>
                    <a:gd name="connsiteX773" fmla="*/ 46512 w 900282"/>
                    <a:gd name="connsiteY773" fmla="*/ 253337 h 323736"/>
                    <a:gd name="connsiteX774" fmla="*/ 46169 w 900282"/>
                    <a:gd name="connsiteY774" fmla="*/ 252822 h 323736"/>
                    <a:gd name="connsiteX775" fmla="*/ 46684 w 900282"/>
                    <a:gd name="connsiteY775" fmla="*/ 252479 h 323736"/>
                    <a:gd name="connsiteX776" fmla="*/ 49256 w 900282"/>
                    <a:gd name="connsiteY776" fmla="*/ 252994 h 323736"/>
                    <a:gd name="connsiteX777" fmla="*/ 49599 w 900282"/>
                    <a:gd name="connsiteY777" fmla="*/ 253508 h 323736"/>
                    <a:gd name="connsiteX778" fmla="*/ 49170 w 900282"/>
                    <a:gd name="connsiteY778" fmla="*/ 253864 h 323736"/>
                    <a:gd name="connsiteX779" fmla="*/ 899731 w 900282"/>
                    <a:gd name="connsiteY779" fmla="*/ 253398 h 323736"/>
                    <a:gd name="connsiteX780" fmla="*/ 899731 w 900282"/>
                    <a:gd name="connsiteY780" fmla="*/ 253398 h 323736"/>
                    <a:gd name="connsiteX781" fmla="*/ 899302 w 900282"/>
                    <a:gd name="connsiteY781" fmla="*/ 252957 h 323736"/>
                    <a:gd name="connsiteX782" fmla="*/ 899351 w 900282"/>
                    <a:gd name="connsiteY782" fmla="*/ 250336 h 323736"/>
                    <a:gd name="connsiteX783" fmla="*/ 899793 w 900282"/>
                    <a:gd name="connsiteY783" fmla="*/ 249907 h 323736"/>
                    <a:gd name="connsiteX784" fmla="*/ 900221 w 900282"/>
                    <a:gd name="connsiteY784" fmla="*/ 250348 h 323736"/>
                    <a:gd name="connsiteX785" fmla="*/ 900172 w 900282"/>
                    <a:gd name="connsiteY785" fmla="*/ 252969 h 323736"/>
                    <a:gd name="connsiteX786" fmla="*/ 899731 w 900282"/>
                    <a:gd name="connsiteY786" fmla="*/ 253398 h 323736"/>
                    <a:gd name="connsiteX787" fmla="*/ 40596 w 900282"/>
                    <a:gd name="connsiteY787" fmla="*/ 252149 h 323736"/>
                    <a:gd name="connsiteX788" fmla="*/ 40510 w 900282"/>
                    <a:gd name="connsiteY788" fmla="*/ 252149 h 323736"/>
                    <a:gd name="connsiteX789" fmla="*/ 37937 w 900282"/>
                    <a:gd name="connsiteY789" fmla="*/ 251634 h 323736"/>
                    <a:gd name="connsiteX790" fmla="*/ 37594 w 900282"/>
                    <a:gd name="connsiteY790" fmla="*/ 251120 h 323736"/>
                    <a:gd name="connsiteX791" fmla="*/ 38109 w 900282"/>
                    <a:gd name="connsiteY791" fmla="*/ 250777 h 323736"/>
                    <a:gd name="connsiteX792" fmla="*/ 40681 w 900282"/>
                    <a:gd name="connsiteY792" fmla="*/ 251291 h 323736"/>
                    <a:gd name="connsiteX793" fmla="*/ 41024 w 900282"/>
                    <a:gd name="connsiteY793" fmla="*/ 251806 h 323736"/>
                    <a:gd name="connsiteX794" fmla="*/ 40596 w 900282"/>
                    <a:gd name="connsiteY794" fmla="*/ 252161 h 323736"/>
                    <a:gd name="connsiteX795" fmla="*/ 32021 w 900282"/>
                    <a:gd name="connsiteY795" fmla="*/ 250446 h 323736"/>
                    <a:gd name="connsiteX796" fmla="*/ 31935 w 900282"/>
                    <a:gd name="connsiteY796" fmla="*/ 250446 h 323736"/>
                    <a:gd name="connsiteX797" fmla="*/ 29363 w 900282"/>
                    <a:gd name="connsiteY797" fmla="*/ 249931 h 323736"/>
                    <a:gd name="connsiteX798" fmla="*/ 29020 w 900282"/>
                    <a:gd name="connsiteY798" fmla="*/ 249417 h 323736"/>
                    <a:gd name="connsiteX799" fmla="*/ 29534 w 900282"/>
                    <a:gd name="connsiteY799" fmla="*/ 249074 h 323736"/>
                    <a:gd name="connsiteX800" fmla="*/ 32107 w 900282"/>
                    <a:gd name="connsiteY800" fmla="*/ 249588 h 323736"/>
                    <a:gd name="connsiteX801" fmla="*/ 32450 w 900282"/>
                    <a:gd name="connsiteY801" fmla="*/ 250103 h 323736"/>
                    <a:gd name="connsiteX802" fmla="*/ 32021 w 900282"/>
                    <a:gd name="connsiteY802" fmla="*/ 250458 h 323736"/>
                    <a:gd name="connsiteX803" fmla="*/ 23446 w 900282"/>
                    <a:gd name="connsiteY803" fmla="*/ 248743 h 323736"/>
                    <a:gd name="connsiteX804" fmla="*/ 23360 w 900282"/>
                    <a:gd name="connsiteY804" fmla="*/ 248743 h 323736"/>
                    <a:gd name="connsiteX805" fmla="*/ 20788 w 900282"/>
                    <a:gd name="connsiteY805" fmla="*/ 248229 h 323736"/>
                    <a:gd name="connsiteX806" fmla="*/ 20445 w 900282"/>
                    <a:gd name="connsiteY806" fmla="*/ 247714 h 323736"/>
                    <a:gd name="connsiteX807" fmla="*/ 20959 w 900282"/>
                    <a:gd name="connsiteY807" fmla="*/ 247371 h 323736"/>
                    <a:gd name="connsiteX808" fmla="*/ 23532 w 900282"/>
                    <a:gd name="connsiteY808" fmla="*/ 247886 h 323736"/>
                    <a:gd name="connsiteX809" fmla="*/ 23875 w 900282"/>
                    <a:gd name="connsiteY809" fmla="*/ 248400 h 323736"/>
                    <a:gd name="connsiteX810" fmla="*/ 23446 w 900282"/>
                    <a:gd name="connsiteY810" fmla="*/ 248755 h 323736"/>
                    <a:gd name="connsiteX811" fmla="*/ 14871 w 900282"/>
                    <a:gd name="connsiteY811" fmla="*/ 247040 h 323736"/>
                    <a:gd name="connsiteX812" fmla="*/ 14785 w 900282"/>
                    <a:gd name="connsiteY812" fmla="*/ 247040 h 323736"/>
                    <a:gd name="connsiteX813" fmla="*/ 12213 w 900282"/>
                    <a:gd name="connsiteY813" fmla="*/ 246526 h 323736"/>
                    <a:gd name="connsiteX814" fmla="*/ 11870 w 900282"/>
                    <a:gd name="connsiteY814" fmla="*/ 246012 h 323736"/>
                    <a:gd name="connsiteX815" fmla="*/ 12384 w 900282"/>
                    <a:gd name="connsiteY815" fmla="*/ 245669 h 323736"/>
                    <a:gd name="connsiteX816" fmla="*/ 14957 w 900282"/>
                    <a:gd name="connsiteY816" fmla="*/ 246183 h 323736"/>
                    <a:gd name="connsiteX817" fmla="*/ 15300 w 900282"/>
                    <a:gd name="connsiteY817" fmla="*/ 246698 h 323736"/>
                    <a:gd name="connsiteX818" fmla="*/ 14871 w 900282"/>
                    <a:gd name="connsiteY818" fmla="*/ 247053 h 323736"/>
                    <a:gd name="connsiteX819" fmla="*/ 6296 w 900282"/>
                    <a:gd name="connsiteY819" fmla="*/ 245338 h 323736"/>
                    <a:gd name="connsiteX820" fmla="*/ 6211 w 900282"/>
                    <a:gd name="connsiteY820" fmla="*/ 245338 h 323736"/>
                    <a:gd name="connsiteX821" fmla="*/ 3638 w 900282"/>
                    <a:gd name="connsiteY821" fmla="*/ 244823 h 323736"/>
                    <a:gd name="connsiteX822" fmla="*/ 3295 w 900282"/>
                    <a:gd name="connsiteY822" fmla="*/ 244309 h 323736"/>
                    <a:gd name="connsiteX823" fmla="*/ 3810 w 900282"/>
                    <a:gd name="connsiteY823" fmla="*/ 243966 h 323736"/>
                    <a:gd name="connsiteX824" fmla="*/ 6382 w 900282"/>
                    <a:gd name="connsiteY824" fmla="*/ 244480 h 323736"/>
                    <a:gd name="connsiteX825" fmla="*/ 6725 w 900282"/>
                    <a:gd name="connsiteY825" fmla="*/ 244995 h 323736"/>
                    <a:gd name="connsiteX826" fmla="*/ 6296 w 900282"/>
                    <a:gd name="connsiteY826" fmla="*/ 245350 h 323736"/>
                    <a:gd name="connsiteX827" fmla="*/ 899829 w 900282"/>
                    <a:gd name="connsiteY827" fmla="*/ 244664 h 323736"/>
                    <a:gd name="connsiteX828" fmla="*/ 899829 w 900282"/>
                    <a:gd name="connsiteY828" fmla="*/ 244664 h 323736"/>
                    <a:gd name="connsiteX829" fmla="*/ 899400 w 900282"/>
                    <a:gd name="connsiteY829" fmla="*/ 244223 h 323736"/>
                    <a:gd name="connsiteX830" fmla="*/ 899400 w 900282"/>
                    <a:gd name="connsiteY830" fmla="*/ 241602 h 323736"/>
                    <a:gd name="connsiteX831" fmla="*/ 899841 w 900282"/>
                    <a:gd name="connsiteY831" fmla="*/ 241161 h 323736"/>
                    <a:gd name="connsiteX832" fmla="*/ 899841 w 900282"/>
                    <a:gd name="connsiteY832" fmla="*/ 241161 h 323736"/>
                    <a:gd name="connsiteX833" fmla="*/ 900282 w 900282"/>
                    <a:gd name="connsiteY833" fmla="*/ 241602 h 323736"/>
                    <a:gd name="connsiteX834" fmla="*/ 900282 w 900282"/>
                    <a:gd name="connsiteY834" fmla="*/ 244223 h 323736"/>
                    <a:gd name="connsiteX835" fmla="*/ 899841 w 900282"/>
                    <a:gd name="connsiteY835" fmla="*/ 244652 h 323736"/>
                    <a:gd name="connsiteX836" fmla="*/ 2732 w 900282"/>
                    <a:gd name="connsiteY836" fmla="*/ 239311 h 323736"/>
                    <a:gd name="connsiteX837" fmla="*/ 2291 w 900282"/>
                    <a:gd name="connsiteY837" fmla="*/ 238894 h 323736"/>
                    <a:gd name="connsiteX838" fmla="*/ 2168 w 900282"/>
                    <a:gd name="connsiteY838" fmla="*/ 236273 h 323736"/>
                    <a:gd name="connsiteX839" fmla="*/ 2585 w 900282"/>
                    <a:gd name="connsiteY839" fmla="*/ 235820 h 323736"/>
                    <a:gd name="connsiteX840" fmla="*/ 3038 w 900282"/>
                    <a:gd name="connsiteY840" fmla="*/ 236236 h 323736"/>
                    <a:gd name="connsiteX841" fmla="*/ 3160 w 900282"/>
                    <a:gd name="connsiteY841" fmla="*/ 238858 h 323736"/>
                    <a:gd name="connsiteX842" fmla="*/ 2744 w 900282"/>
                    <a:gd name="connsiteY842" fmla="*/ 239311 h 323736"/>
                    <a:gd name="connsiteX843" fmla="*/ 2719 w 900282"/>
                    <a:gd name="connsiteY843" fmla="*/ 239311 h 323736"/>
                    <a:gd name="connsiteX844" fmla="*/ 899829 w 900282"/>
                    <a:gd name="connsiteY844" fmla="*/ 235930 h 323736"/>
                    <a:gd name="connsiteX845" fmla="*/ 899388 w 900282"/>
                    <a:gd name="connsiteY845" fmla="*/ 235501 h 323736"/>
                    <a:gd name="connsiteX846" fmla="*/ 899364 w 900282"/>
                    <a:gd name="connsiteY846" fmla="*/ 232880 h 323736"/>
                    <a:gd name="connsiteX847" fmla="*/ 899793 w 900282"/>
                    <a:gd name="connsiteY847" fmla="*/ 232439 h 323736"/>
                    <a:gd name="connsiteX848" fmla="*/ 899793 w 900282"/>
                    <a:gd name="connsiteY848" fmla="*/ 232439 h 323736"/>
                    <a:gd name="connsiteX849" fmla="*/ 900233 w 900282"/>
                    <a:gd name="connsiteY849" fmla="*/ 232868 h 323736"/>
                    <a:gd name="connsiteX850" fmla="*/ 900258 w 900282"/>
                    <a:gd name="connsiteY850" fmla="*/ 235489 h 323736"/>
                    <a:gd name="connsiteX851" fmla="*/ 899829 w 900282"/>
                    <a:gd name="connsiteY851" fmla="*/ 235930 h 323736"/>
                    <a:gd name="connsiteX852" fmla="*/ 899829 w 900282"/>
                    <a:gd name="connsiteY852" fmla="*/ 235930 h 323736"/>
                    <a:gd name="connsiteX853" fmla="*/ 2340 w 900282"/>
                    <a:gd name="connsiteY853" fmla="*/ 230577 h 323736"/>
                    <a:gd name="connsiteX854" fmla="*/ 1899 w 900282"/>
                    <a:gd name="connsiteY854" fmla="*/ 230160 h 323736"/>
                    <a:gd name="connsiteX855" fmla="*/ 1788 w 900282"/>
                    <a:gd name="connsiteY855" fmla="*/ 227539 h 323736"/>
                    <a:gd name="connsiteX856" fmla="*/ 2205 w 900282"/>
                    <a:gd name="connsiteY856" fmla="*/ 227086 h 323736"/>
                    <a:gd name="connsiteX857" fmla="*/ 2658 w 900282"/>
                    <a:gd name="connsiteY857" fmla="*/ 227502 h 323736"/>
                    <a:gd name="connsiteX858" fmla="*/ 2768 w 900282"/>
                    <a:gd name="connsiteY858" fmla="*/ 230124 h 323736"/>
                    <a:gd name="connsiteX859" fmla="*/ 2352 w 900282"/>
                    <a:gd name="connsiteY859" fmla="*/ 230577 h 323736"/>
                    <a:gd name="connsiteX860" fmla="*/ 2327 w 900282"/>
                    <a:gd name="connsiteY860" fmla="*/ 230577 h 323736"/>
                    <a:gd name="connsiteX861" fmla="*/ 899731 w 900282"/>
                    <a:gd name="connsiteY861" fmla="*/ 227184 h 323736"/>
                    <a:gd name="connsiteX862" fmla="*/ 899290 w 900282"/>
                    <a:gd name="connsiteY862" fmla="*/ 226755 h 323736"/>
                    <a:gd name="connsiteX863" fmla="*/ 899241 w 900282"/>
                    <a:gd name="connsiteY863" fmla="*/ 224134 h 323736"/>
                    <a:gd name="connsiteX864" fmla="*/ 899670 w 900282"/>
                    <a:gd name="connsiteY864" fmla="*/ 223692 h 323736"/>
                    <a:gd name="connsiteX865" fmla="*/ 899670 w 900282"/>
                    <a:gd name="connsiteY865" fmla="*/ 223692 h 323736"/>
                    <a:gd name="connsiteX866" fmla="*/ 900111 w 900282"/>
                    <a:gd name="connsiteY866" fmla="*/ 224121 h 323736"/>
                    <a:gd name="connsiteX867" fmla="*/ 900160 w 900282"/>
                    <a:gd name="connsiteY867" fmla="*/ 226743 h 323736"/>
                    <a:gd name="connsiteX868" fmla="*/ 899731 w 900282"/>
                    <a:gd name="connsiteY868" fmla="*/ 227184 h 323736"/>
                    <a:gd name="connsiteX869" fmla="*/ 899731 w 900282"/>
                    <a:gd name="connsiteY869" fmla="*/ 227184 h 323736"/>
                    <a:gd name="connsiteX870" fmla="*/ 1984 w 900282"/>
                    <a:gd name="connsiteY870" fmla="*/ 221843 h 323736"/>
                    <a:gd name="connsiteX871" fmla="*/ 1543 w 900282"/>
                    <a:gd name="connsiteY871" fmla="*/ 221426 h 323736"/>
                    <a:gd name="connsiteX872" fmla="*/ 1445 w 900282"/>
                    <a:gd name="connsiteY872" fmla="*/ 218805 h 323736"/>
                    <a:gd name="connsiteX873" fmla="*/ 1862 w 900282"/>
                    <a:gd name="connsiteY873" fmla="*/ 218352 h 323736"/>
                    <a:gd name="connsiteX874" fmla="*/ 2315 w 900282"/>
                    <a:gd name="connsiteY874" fmla="*/ 218768 h 323736"/>
                    <a:gd name="connsiteX875" fmla="*/ 2413 w 900282"/>
                    <a:gd name="connsiteY875" fmla="*/ 221390 h 323736"/>
                    <a:gd name="connsiteX876" fmla="*/ 1997 w 900282"/>
                    <a:gd name="connsiteY876" fmla="*/ 221843 h 323736"/>
                    <a:gd name="connsiteX877" fmla="*/ 1984 w 900282"/>
                    <a:gd name="connsiteY877" fmla="*/ 221843 h 323736"/>
                    <a:gd name="connsiteX878" fmla="*/ 899535 w 900282"/>
                    <a:gd name="connsiteY878" fmla="*/ 218462 h 323736"/>
                    <a:gd name="connsiteX879" fmla="*/ 899094 w 900282"/>
                    <a:gd name="connsiteY879" fmla="*/ 218033 h 323736"/>
                    <a:gd name="connsiteX880" fmla="*/ 899021 w 900282"/>
                    <a:gd name="connsiteY880" fmla="*/ 215424 h 323736"/>
                    <a:gd name="connsiteX881" fmla="*/ 899449 w 900282"/>
                    <a:gd name="connsiteY881" fmla="*/ 214971 h 323736"/>
                    <a:gd name="connsiteX882" fmla="*/ 899903 w 900282"/>
                    <a:gd name="connsiteY882" fmla="*/ 215399 h 323736"/>
                    <a:gd name="connsiteX883" fmla="*/ 899976 w 900282"/>
                    <a:gd name="connsiteY883" fmla="*/ 218021 h 323736"/>
                    <a:gd name="connsiteX884" fmla="*/ 899547 w 900282"/>
                    <a:gd name="connsiteY884" fmla="*/ 218474 h 323736"/>
                    <a:gd name="connsiteX885" fmla="*/ 899535 w 900282"/>
                    <a:gd name="connsiteY885" fmla="*/ 218474 h 323736"/>
                    <a:gd name="connsiteX886" fmla="*/ 1654 w 900282"/>
                    <a:gd name="connsiteY886" fmla="*/ 213109 h 323736"/>
                    <a:gd name="connsiteX887" fmla="*/ 1213 w 900282"/>
                    <a:gd name="connsiteY887" fmla="*/ 212692 h 323736"/>
                    <a:gd name="connsiteX888" fmla="*/ 1127 w 900282"/>
                    <a:gd name="connsiteY888" fmla="*/ 210071 h 323736"/>
                    <a:gd name="connsiteX889" fmla="*/ 1543 w 900282"/>
                    <a:gd name="connsiteY889" fmla="*/ 209618 h 323736"/>
                    <a:gd name="connsiteX890" fmla="*/ 1997 w 900282"/>
                    <a:gd name="connsiteY890" fmla="*/ 210034 h 323736"/>
                    <a:gd name="connsiteX891" fmla="*/ 2082 w 900282"/>
                    <a:gd name="connsiteY891" fmla="*/ 212656 h 323736"/>
                    <a:gd name="connsiteX892" fmla="*/ 1666 w 900282"/>
                    <a:gd name="connsiteY892" fmla="*/ 213109 h 323736"/>
                    <a:gd name="connsiteX893" fmla="*/ 1654 w 900282"/>
                    <a:gd name="connsiteY893" fmla="*/ 213109 h 323736"/>
                    <a:gd name="connsiteX894" fmla="*/ 899241 w 900282"/>
                    <a:gd name="connsiteY894" fmla="*/ 209740 h 323736"/>
                    <a:gd name="connsiteX895" fmla="*/ 898800 w 900282"/>
                    <a:gd name="connsiteY895" fmla="*/ 209324 h 323736"/>
                    <a:gd name="connsiteX896" fmla="*/ 898690 w 900282"/>
                    <a:gd name="connsiteY896" fmla="*/ 206714 h 323736"/>
                    <a:gd name="connsiteX897" fmla="*/ 899106 w 900282"/>
                    <a:gd name="connsiteY897" fmla="*/ 206261 h 323736"/>
                    <a:gd name="connsiteX898" fmla="*/ 899560 w 900282"/>
                    <a:gd name="connsiteY898" fmla="*/ 206678 h 323736"/>
                    <a:gd name="connsiteX899" fmla="*/ 899670 w 900282"/>
                    <a:gd name="connsiteY899" fmla="*/ 209287 h 323736"/>
                    <a:gd name="connsiteX900" fmla="*/ 899253 w 900282"/>
                    <a:gd name="connsiteY900" fmla="*/ 209740 h 323736"/>
                    <a:gd name="connsiteX901" fmla="*/ 899241 w 900282"/>
                    <a:gd name="connsiteY901" fmla="*/ 209740 h 323736"/>
                    <a:gd name="connsiteX902" fmla="*/ 1372 w 900282"/>
                    <a:gd name="connsiteY902" fmla="*/ 204375 h 323736"/>
                    <a:gd name="connsiteX903" fmla="*/ 931 w 900282"/>
                    <a:gd name="connsiteY903" fmla="*/ 203946 h 323736"/>
                    <a:gd name="connsiteX904" fmla="*/ 857 w 900282"/>
                    <a:gd name="connsiteY904" fmla="*/ 201325 h 323736"/>
                    <a:gd name="connsiteX905" fmla="*/ 1286 w 900282"/>
                    <a:gd name="connsiteY905" fmla="*/ 200871 h 323736"/>
                    <a:gd name="connsiteX906" fmla="*/ 1739 w 900282"/>
                    <a:gd name="connsiteY906" fmla="*/ 201300 h 323736"/>
                    <a:gd name="connsiteX907" fmla="*/ 1813 w 900282"/>
                    <a:gd name="connsiteY907" fmla="*/ 203921 h 323736"/>
                    <a:gd name="connsiteX908" fmla="*/ 1384 w 900282"/>
                    <a:gd name="connsiteY908" fmla="*/ 204375 h 323736"/>
                    <a:gd name="connsiteX909" fmla="*/ 1372 w 900282"/>
                    <a:gd name="connsiteY909" fmla="*/ 204375 h 323736"/>
                    <a:gd name="connsiteX910" fmla="*/ 898862 w 900282"/>
                    <a:gd name="connsiteY910" fmla="*/ 201043 h 323736"/>
                    <a:gd name="connsiteX911" fmla="*/ 898421 w 900282"/>
                    <a:gd name="connsiteY911" fmla="*/ 200626 h 323736"/>
                    <a:gd name="connsiteX912" fmla="*/ 898286 w 900282"/>
                    <a:gd name="connsiteY912" fmla="*/ 198017 h 323736"/>
                    <a:gd name="connsiteX913" fmla="*/ 898702 w 900282"/>
                    <a:gd name="connsiteY913" fmla="*/ 197564 h 323736"/>
                    <a:gd name="connsiteX914" fmla="*/ 899155 w 900282"/>
                    <a:gd name="connsiteY914" fmla="*/ 197980 h 323736"/>
                    <a:gd name="connsiteX915" fmla="*/ 899290 w 900282"/>
                    <a:gd name="connsiteY915" fmla="*/ 200589 h 323736"/>
                    <a:gd name="connsiteX916" fmla="*/ 898874 w 900282"/>
                    <a:gd name="connsiteY916" fmla="*/ 201043 h 323736"/>
                    <a:gd name="connsiteX917" fmla="*/ 898849 w 900282"/>
                    <a:gd name="connsiteY917" fmla="*/ 201043 h 323736"/>
                    <a:gd name="connsiteX918" fmla="*/ 1127 w 900282"/>
                    <a:gd name="connsiteY918" fmla="*/ 195641 h 323736"/>
                    <a:gd name="connsiteX919" fmla="*/ 686 w 900282"/>
                    <a:gd name="connsiteY919" fmla="*/ 195212 h 323736"/>
                    <a:gd name="connsiteX920" fmla="*/ 612 w 900282"/>
                    <a:gd name="connsiteY920" fmla="*/ 192590 h 323736"/>
                    <a:gd name="connsiteX921" fmla="*/ 1041 w 900282"/>
                    <a:gd name="connsiteY921" fmla="*/ 192137 h 323736"/>
                    <a:gd name="connsiteX922" fmla="*/ 1494 w 900282"/>
                    <a:gd name="connsiteY922" fmla="*/ 192566 h 323736"/>
                    <a:gd name="connsiteX923" fmla="*/ 1568 w 900282"/>
                    <a:gd name="connsiteY923" fmla="*/ 195187 h 323736"/>
                    <a:gd name="connsiteX924" fmla="*/ 1139 w 900282"/>
                    <a:gd name="connsiteY924" fmla="*/ 195641 h 323736"/>
                    <a:gd name="connsiteX925" fmla="*/ 1139 w 900282"/>
                    <a:gd name="connsiteY925" fmla="*/ 195641 h 323736"/>
                    <a:gd name="connsiteX926" fmla="*/ 898396 w 900282"/>
                    <a:gd name="connsiteY926" fmla="*/ 192321 h 323736"/>
                    <a:gd name="connsiteX927" fmla="*/ 897955 w 900282"/>
                    <a:gd name="connsiteY927" fmla="*/ 191904 h 323736"/>
                    <a:gd name="connsiteX928" fmla="*/ 897796 w 900282"/>
                    <a:gd name="connsiteY928" fmla="*/ 189283 h 323736"/>
                    <a:gd name="connsiteX929" fmla="*/ 898200 w 900282"/>
                    <a:gd name="connsiteY929" fmla="*/ 188818 h 323736"/>
                    <a:gd name="connsiteX930" fmla="*/ 898665 w 900282"/>
                    <a:gd name="connsiteY930" fmla="*/ 189222 h 323736"/>
                    <a:gd name="connsiteX931" fmla="*/ 898825 w 900282"/>
                    <a:gd name="connsiteY931" fmla="*/ 191843 h 323736"/>
                    <a:gd name="connsiteX932" fmla="*/ 898408 w 900282"/>
                    <a:gd name="connsiteY932" fmla="*/ 192309 h 323736"/>
                    <a:gd name="connsiteX933" fmla="*/ 898384 w 900282"/>
                    <a:gd name="connsiteY933" fmla="*/ 192309 h 323736"/>
                    <a:gd name="connsiteX934" fmla="*/ 906 w 900282"/>
                    <a:gd name="connsiteY934" fmla="*/ 186907 h 323736"/>
                    <a:gd name="connsiteX935" fmla="*/ 465 w 900282"/>
                    <a:gd name="connsiteY935" fmla="*/ 186478 h 323736"/>
                    <a:gd name="connsiteX936" fmla="*/ 404 w 900282"/>
                    <a:gd name="connsiteY936" fmla="*/ 183856 h 323736"/>
                    <a:gd name="connsiteX937" fmla="*/ 833 w 900282"/>
                    <a:gd name="connsiteY937" fmla="*/ 183415 h 323736"/>
                    <a:gd name="connsiteX938" fmla="*/ 833 w 900282"/>
                    <a:gd name="connsiteY938" fmla="*/ 183415 h 323736"/>
                    <a:gd name="connsiteX939" fmla="*/ 1274 w 900282"/>
                    <a:gd name="connsiteY939" fmla="*/ 183844 h 323736"/>
                    <a:gd name="connsiteX940" fmla="*/ 1335 w 900282"/>
                    <a:gd name="connsiteY940" fmla="*/ 186466 h 323736"/>
                    <a:gd name="connsiteX941" fmla="*/ 906 w 900282"/>
                    <a:gd name="connsiteY941" fmla="*/ 186907 h 323736"/>
                    <a:gd name="connsiteX942" fmla="*/ 906 w 900282"/>
                    <a:gd name="connsiteY942" fmla="*/ 186907 h 323736"/>
                    <a:gd name="connsiteX943" fmla="*/ 897832 w 900282"/>
                    <a:gd name="connsiteY943" fmla="*/ 183599 h 323736"/>
                    <a:gd name="connsiteX944" fmla="*/ 897391 w 900282"/>
                    <a:gd name="connsiteY944" fmla="*/ 183195 h 323736"/>
                    <a:gd name="connsiteX945" fmla="*/ 897208 w 900282"/>
                    <a:gd name="connsiteY945" fmla="*/ 180586 h 323736"/>
                    <a:gd name="connsiteX946" fmla="*/ 897612 w 900282"/>
                    <a:gd name="connsiteY946" fmla="*/ 180120 h 323736"/>
                    <a:gd name="connsiteX947" fmla="*/ 898078 w 900282"/>
                    <a:gd name="connsiteY947" fmla="*/ 180524 h 323736"/>
                    <a:gd name="connsiteX948" fmla="*/ 898261 w 900282"/>
                    <a:gd name="connsiteY948" fmla="*/ 183146 h 323736"/>
                    <a:gd name="connsiteX949" fmla="*/ 897857 w 900282"/>
                    <a:gd name="connsiteY949" fmla="*/ 183611 h 323736"/>
                    <a:gd name="connsiteX950" fmla="*/ 897832 w 900282"/>
                    <a:gd name="connsiteY950" fmla="*/ 183611 h 323736"/>
                    <a:gd name="connsiteX951" fmla="*/ 723 w 900282"/>
                    <a:gd name="connsiteY951" fmla="*/ 178160 h 323736"/>
                    <a:gd name="connsiteX952" fmla="*/ 282 w 900282"/>
                    <a:gd name="connsiteY952" fmla="*/ 177732 h 323736"/>
                    <a:gd name="connsiteX953" fmla="*/ 233 w 900282"/>
                    <a:gd name="connsiteY953" fmla="*/ 175110 h 323736"/>
                    <a:gd name="connsiteX954" fmla="*/ 661 w 900282"/>
                    <a:gd name="connsiteY954" fmla="*/ 174669 h 323736"/>
                    <a:gd name="connsiteX955" fmla="*/ 1102 w 900282"/>
                    <a:gd name="connsiteY955" fmla="*/ 175098 h 323736"/>
                    <a:gd name="connsiteX956" fmla="*/ 1151 w 900282"/>
                    <a:gd name="connsiteY956" fmla="*/ 177719 h 323736"/>
                    <a:gd name="connsiteX957" fmla="*/ 723 w 900282"/>
                    <a:gd name="connsiteY957" fmla="*/ 178160 h 323736"/>
                    <a:gd name="connsiteX958" fmla="*/ 723 w 900282"/>
                    <a:gd name="connsiteY958" fmla="*/ 178160 h 323736"/>
                    <a:gd name="connsiteX959" fmla="*/ 897196 w 900282"/>
                    <a:gd name="connsiteY959" fmla="*/ 174877 h 323736"/>
                    <a:gd name="connsiteX960" fmla="*/ 896754 w 900282"/>
                    <a:gd name="connsiteY960" fmla="*/ 174473 h 323736"/>
                    <a:gd name="connsiteX961" fmla="*/ 896546 w 900282"/>
                    <a:gd name="connsiteY961" fmla="*/ 171864 h 323736"/>
                    <a:gd name="connsiteX962" fmla="*/ 896950 w 900282"/>
                    <a:gd name="connsiteY962" fmla="*/ 171398 h 323736"/>
                    <a:gd name="connsiteX963" fmla="*/ 897416 w 900282"/>
                    <a:gd name="connsiteY963" fmla="*/ 171803 h 323736"/>
                    <a:gd name="connsiteX964" fmla="*/ 897624 w 900282"/>
                    <a:gd name="connsiteY964" fmla="*/ 174424 h 323736"/>
                    <a:gd name="connsiteX965" fmla="*/ 897220 w 900282"/>
                    <a:gd name="connsiteY965" fmla="*/ 174890 h 323736"/>
                    <a:gd name="connsiteX966" fmla="*/ 897183 w 900282"/>
                    <a:gd name="connsiteY966" fmla="*/ 174890 h 323736"/>
                    <a:gd name="connsiteX967" fmla="*/ 588 w 900282"/>
                    <a:gd name="connsiteY967" fmla="*/ 169426 h 323736"/>
                    <a:gd name="connsiteX968" fmla="*/ 147 w 900282"/>
                    <a:gd name="connsiteY968" fmla="*/ 168997 h 323736"/>
                    <a:gd name="connsiteX969" fmla="*/ 110 w 900282"/>
                    <a:gd name="connsiteY969" fmla="*/ 166376 h 323736"/>
                    <a:gd name="connsiteX970" fmla="*/ 539 w 900282"/>
                    <a:gd name="connsiteY970" fmla="*/ 165935 h 323736"/>
                    <a:gd name="connsiteX971" fmla="*/ 980 w 900282"/>
                    <a:gd name="connsiteY971" fmla="*/ 166364 h 323736"/>
                    <a:gd name="connsiteX972" fmla="*/ 1017 w 900282"/>
                    <a:gd name="connsiteY972" fmla="*/ 168985 h 323736"/>
                    <a:gd name="connsiteX973" fmla="*/ 588 w 900282"/>
                    <a:gd name="connsiteY973" fmla="*/ 169426 h 323736"/>
                    <a:gd name="connsiteX974" fmla="*/ 588 w 900282"/>
                    <a:gd name="connsiteY974" fmla="*/ 169426 h 323736"/>
                    <a:gd name="connsiteX975" fmla="*/ 896485 w 900282"/>
                    <a:gd name="connsiteY975" fmla="*/ 166168 h 323736"/>
                    <a:gd name="connsiteX976" fmla="*/ 896056 w 900282"/>
                    <a:gd name="connsiteY976" fmla="*/ 165763 h 323736"/>
                    <a:gd name="connsiteX977" fmla="*/ 895823 w 900282"/>
                    <a:gd name="connsiteY977" fmla="*/ 163154 h 323736"/>
                    <a:gd name="connsiteX978" fmla="*/ 896216 w 900282"/>
                    <a:gd name="connsiteY978" fmla="*/ 162677 h 323736"/>
                    <a:gd name="connsiteX979" fmla="*/ 896693 w 900282"/>
                    <a:gd name="connsiteY979" fmla="*/ 163069 h 323736"/>
                    <a:gd name="connsiteX980" fmla="*/ 896926 w 900282"/>
                    <a:gd name="connsiteY980" fmla="*/ 165678 h 323736"/>
                    <a:gd name="connsiteX981" fmla="*/ 896534 w 900282"/>
                    <a:gd name="connsiteY981" fmla="*/ 166155 h 323736"/>
                    <a:gd name="connsiteX982" fmla="*/ 896497 w 900282"/>
                    <a:gd name="connsiteY982" fmla="*/ 166155 h 323736"/>
                    <a:gd name="connsiteX983" fmla="*/ 502 w 900282"/>
                    <a:gd name="connsiteY983" fmla="*/ 160680 h 323736"/>
                    <a:gd name="connsiteX984" fmla="*/ 61 w 900282"/>
                    <a:gd name="connsiteY984" fmla="*/ 160251 h 323736"/>
                    <a:gd name="connsiteX985" fmla="*/ 37 w 900282"/>
                    <a:gd name="connsiteY985" fmla="*/ 157630 h 323736"/>
                    <a:gd name="connsiteX986" fmla="*/ 465 w 900282"/>
                    <a:gd name="connsiteY986" fmla="*/ 157189 h 323736"/>
                    <a:gd name="connsiteX987" fmla="*/ 465 w 900282"/>
                    <a:gd name="connsiteY987" fmla="*/ 157189 h 323736"/>
                    <a:gd name="connsiteX988" fmla="*/ 906 w 900282"/>
                    <a:gd name="connsiteY988" fmla="*/ 157617 h 323736"/>
                    <a:gd name="connsiteX989" fmla="*/ 931 w 900282"/>
                    <a:gd name="connsiteY989" fmla="*/ 160239 h 323736"/>
                    <a:gd name="connsiteX990" fmla="*/ 502 w 900282"/>
                    <a:gd name="connsiteY990" fmla="*/ 160680 h 323736"/>
                    <a:gd name="connsiteX991" fmla="*/ 502 w 900282"/>
                    <a:gd name="connsiteY991" fmla="*/ 160680 h 323736"/>
                    <a:gd name="connsiteX992" fmla="*/ 895701 w 900282"/>
                    <a:gd name="connsiteY992" fmla="*/ 157458 h 323736"/>
                    <a:gd name="connsiteX993" fmla="*/ 895272 w 900282"/>
                    <a:gd name="connsiteY993" fmla="*/ 157066 h 323736"/>
                    <a:gd name="connsiteX994" fmla="*/ 895027 w 900282"/>
                    <a:gd name="connsiteY994" fmla="*/ 154457 h 323736"/>
                    <a:gd name="connsiteX995" fmla="*/ 895419 w 900282"/>
                    <a:gd name="connsiteY995" fmla="*/ 153979 h 323736"/>
                    <a:gd name="connsiteX996" fmla="*/ 895897 w 900282"/>
                    <a:gd name="connsiteY996" fmla="*/ 154371 h 323736"/>
                    <a:gd name="connsiteX997" fmla="*/ 896142 w 900282"/>
                    <a:gd name="connsiteY997" fmla="*/ 156980 h 323736"/>
                    <a:gd name="connsiteX998" fmla="*/ 895750 w 900282"/>
                    <a:gd name="connsiteY998" fmla="*/ 157458 h 323736"/>
                    <a:gd name="connsiteX999" fmla="*/ 895713 w 900282"/>
                    <a:gd name="connsiteY999" fmla="*/ 157458 h 323736"/>
                    <a:gd name="connsiteX1000" fmla="*/ 453 w 900282"/>
                    <a:gd name="connsiteY1000" fmla="*/ 151946 h 323736"/>
                    <a:gd name="connsiteX1001" fmla="*/ 12 w 900282"/>
                    <a:gd name="connsiteY1001" fmla="*/ 151505 h 323736"/>
                    <a:gd name="connsiteX1002" fmla="*/ 12 w 900282"/>
                    <a:gd name="connsiteY1002" fmla="*/ 148883 h 323736"/>
                    <a:gd name="connsiteX1003" fmla="*/ 441 w 900282"/>
                    <a:gd name="connsiteY1003" fmla="*/ 148442 h 323736"/>
                    <a:gd name="connsiteX1004" fmla="*/ 441 w 900282"/>
                    <a:gd name="connsiteY1004" fmla="*/ 148442 h 323736"/>
                    <a:gd name="connsiteX1005" fmla="*/ 882 w 900282"/>
                    <a:gd name="connsiteY1005" fmla="*/ 148883 h 323736"/>
                    <a:gd name="connsiteX1006" fmla="*/ 882 w 900282"/>
                    <a:gd name="connsiteY1006" fmla="*/ 151493 h 323736"/>
                    <a:gd name="connsiteX1007" fmla="*/ 453 w 900282"/>
                    <a:gd name="connsiteY1007" fmla="*/ 151934 h 323736"/>
                    <a:gd name="connsiteX1008" fmla="*/ 453 w 900282"/>
                    <a:gd name="connsiteY1008" fmla="*/ 151934 h 323736"/>
                    <a:gd name="connsiteX1009" fmla="*/ 894844 w 900282"/>
                    <a:gd name="connsiteY1009" fmla="*/ 148761 h 323736"/>
                    <a:gd name="connsiteX1010" fmla="*/ 894415 w 900282"/>
                    <a:gd name="connsiteY1010" fmla="*/ 148369 h 323736"/>
                    <a:gd name="connsiteX1011" fmla="*/ 894145 w 900282"/>
                    <a:gd name="connsiteY1011" fmla="*/ 145760 h 323736"/>
                    <a:gd name="connsiteX1012" fmla="*/ 894537 w 900282"/>
                    <a:gd name="connsiteY1012" fmla="*/ 145282 h 323736"/>
                    <a:gd name="connsiteX1013" fmla="*/ 895015 w 900282"/>
                    <a:gd name="connsiteY1013" fmla="*/ 145674 h 323736"/>
                    <a:gd name="connsiteX1014" fmla="*/ 895285 w 900282"/>
                    <a:gd name="connsiteY1014" fmla="*/ 148283 h 323736"/>
                    <a:gd name="connsiteX1015" fmla="*/ 894893 w 900282"/>
                    <a:gd name="connsiteY1015" fmla="*/ 148761 h 323736"/>
                    <a:gd name="connsiteX1016" fmla="*/ 894844 w 900282"/>
                    <a:gd name="connsiteY1016" fmla="*/ 148761 h 323736"/>
                    <a:gd name="connsiteX1017" fmla="*/ 441 w 900282"/>
                    <a:gd name="connsiteY1017" fmla="*/ 143212 h 323736"/>
                    <a:gd name="connsiteX1018" fmla="*/ 441 w 900282"/>
                    <a:gd name="connsiteY1018" fmla="*/ 143212 h 323736"/>
                    <a:gd name="connsiteX1019" fmla="*/ 0 w 900282"/>
                    <a:gd name="connsiteY1019" fmla="*/ 142771 h 323736"/>
                    <a:gd name="connsiteX1020" fmla="*/ 0 w 900282"/>
                    <a:gd name="connsiteY1020" fmla="*/ 140149 h 323736"/>
                    <a:gd name="connsiteX1021" fmla="*/ 441 w 900282"/>
                    <a:gd name="connsiteY1021" fmla="*/ 139708 h 323736"/>
                    <a:gd name="connsiteX1022" fmla="*/ 441 w 900282"/>
                    <a:gd name="connsiteY1022" fmla="*/ 139708 h 323736"/>
                    <a:gd name="connsiteX1023" fmla="*/ 882 w 900282"/>
                    <a:gd name="connsiteY1023" fmla="*/ 140149 h 323736"/>
                    <a:gd name="connsiteX1024" fmla="*/ 882 w 900282"/>
                    <a:gd name="connsiteY1024" fmla="*/ 142771 h 323736"/>
                    <a:gd name="connsiteX1025" fmla="*/ 441 w 900282"/>
                    <a:gd name="connsiteY1025" fmla="*/ 143212 h 323736"/>
                    <a:gd name="connsiteX1026" fmla="*/ 893913 w 900282"/>
                    <a:gd name="connsiteY1026" fmla="*/ 140076 h 323736"/>
                    <a:gd name="connsiteX1027" fmla="*/ 893484 w 900282"/>
                    <a:gd name="connsiteY1027" fmla="*/ 139684 h 323736"/>
                    <a:gd name="connsiteX1028" fmla="*/ 893190 w 900282"/>
                    <a:gd name="connsiteY1028" fmla="*/ 137075 h 323736"/>
                    <a:gd name="connsiteX1029" fmla="*/ 893570 w 900282"/>
                    <a:gd name="connsiteY1029" fmla="*/ 136597 h 323736"/>
                    <a:gd name="connsiteX1030" fmla="*/ 894047 w 900282"/>
                    <a:gd name="connsiteY1030" fmla="*/ 136977 h 323736"/>
                    <a:gd name="connsiteX1031" fmla="*/ 894341 w 900282"/>
                    <a:gd name="connsiteY1031" fmla="*/ 139586 h 323736"/>
                    <a:gd name="connsiteX1032" fmla="*/ 893949 w 900282"/>
                    <a:gd name="connsiteY1032" fmla="*/ 140064 h 323736"/>
                    <a:gd name="connsiteX1033" fmla="*/ 893900 w 900282"/>
                    <a:gd name="connsiteY1033" fmla="*/ 140064 h 323736"/>
                    <a:gd name="connsiteX1034" fmla="*/ 490 w 900282"/>
                    <a:gd name="connsiteY1034" fmla="*/ 134478 h 323736"/>
                    <a:gd name="connsiteX1035" fmla="*/ 490 w 900282"/>
                    <a:gd name="connsiteY1035" fmla="*/ 134478 h 323736"/>
                    <a:gd name="connsiteX1036" fmla="*/ 61 w 900282"/>
                    <a:gd name="connsiteY1036" fmla="*/ 134037 h 323736"/>
                    <a:gd name="connsiteX1037" fmla="*/ 86 w 900282"/>
                    <a:gd name="connsiteY1037" fmla="*/ 131427 h 323736"/>
                    <a:gd name="connsiteX1038" fmla="*/ 527 w 900282"/>
                    <a:gd name="connsiteY1038" fmla="*/ 130999 h 323736"/>
                    <a:gd name="connsiteX1039" fmla="*/ 955 w 900282"/>
                    <a:gd name="connsiteY1039" fmla="*/ 131440 h 323736"/>
                    <a:gd name="connsiteX1040" fmla="*/ 931 w 900282"/>
                    <a:gd name="connsiteY1040" fmla="*/ 134049 h 323736"/>
                    <a:gd name="connsiteX1041" fmla="*/ 490 w 900282"/>
                    <a:gd name="connsiteY1041" fmla="*/ 134478 h 323736"/>
                    <a:gd name="connsiteX1042" fmla="*/ 892920 w 900282"/>
                    <a:gd name="connsiteY1042" fmla="*/ 131391 h 323736"/>
                    <a:gd name="connsiteX1043" fmla="*/ 892492 w 900282"/>
                    <a:gd name="connsiteY1043" fmla="*/ 131011 h 323736"/>
                    <a:gd name="connsiteX1044" fmla="*/ 892173 w 900282"/>
                    <a:gd name="connsiteY1044" fmla="*/ 128402 h 323736"/>
                    <a:gd name="connsiteX1045" fmla="*/ 892553 w 900282"/>
                    <a:gd name="connsiteY1045" fmla="*/ 127912 h 323736"/>
                    <a:gd name="connsiteX1046" fmla="*/ 893043 w 900282"/>
                    <a:gd name="connsiteY1046" fmla="*/ 128292 h 323736"/>
                    <a:gd name="connsiteX1047" fmla="*/ 893361 w 900282"/>
                    <a:gd name="connsiteY1047" fmla="*/ 130901 h 323736"/>
                    <a:gd name="connsiteX1048" fmla="*/ 892982 w 900282"/>
                    <a:gd name="connsiteY1048" fmla="*/ 131391 h 323736"/>
                    <a:gd name="connsiteX1049" fmla="*/ 892933 w 900282"/>
                    <a:gd name="connsiteY1049" fmla="*/ 131391 h 323736"/>
                    <a:gd name="connsiteX1050" fmla="*/ 588 w 900282"/>
                    <a:gd name="connsiteY1050" fmla="*/ 125744 h 323736"/>
                    <a:gd name="connsiteX1051" fmla="*/ 588 w 900282"/>
                    <a:gd name="connsiteY1051" fmla="*/ 125744 h 323736"/>
                    <a:gd name="connsiteX1052" fmla="*/ 159 w 900282"/>
                    <a:gd name="connsiteY1052" fmla="*/ 125303 h 323736"/>
                    <a:gd name="connsiteX1053" fmla="*/ 196 w 900282"/>
                    <a:gd name="connsiteY1053" fmla="*/ 122681 h 323736"/>
                    <a:gd name="connsiteX1054" fmla="*/ 637 w 900282"/>
                    <a:gd name="connsiteY1054" fmla="*/ 122252 h 323736"/>
                    <a:gd name="connsiteX1055" fmla="*/ 637 w 900282"/>
                    <a:gd name="connsiteY1055" fmla="*/ 122252 h 323736"/>
                    <a:gd name="connsiteX1056" fmla="*/ 1066 w 900282"/>
                    <a:gd name="connsiteY1056" fmla="*/ 122693 h 323736"/>
                    <a:gd name="connsiteX1057" fmla="*/ 1029 w 900282"/>
                    <a:gd name="connsiteY1057" fmla="*/ 125315 h 323736"/>
                    <a:gd name="connsiteX1058" fmla="*/ 588 w 900282"/>
                    <a:gd name="connsiteY1058" fmla="*/ 125744 h 323736"/>
                    <a:gd name="connsiteX1059" fmla="*/ 891855 w 900282"/>
                    <a:gd name="connsiteY1059" fmla="*/ 122706 h 323736"/>
                    <a:gd name="connsiteX1060" fmla="*/ 891426 w 900282"/>
                    <a:gd name="connsiteY1060" fmla="*/ 122326 h 323736"/>
                    <a:gd name="connsiteX1061" fmla="*/ 891095 w 900282"/>
                    <a:gd name="connsiteY1061" fmla="*/ 119729 h 323736"/>
                    <a:gd name="connsiteX1062" fmla="*/ 891475 w 900282"/>
                    <a:gd name="connsiteY1062" fmla="*/ 119239 h 323736"/>
                    <a:gd name="connsiteX1063" fmla="*/ 891965 w 900282"/>
                    <a:gd name="connsiteY1063" fmla="*/ 119619 h 323736"/>
                    <a:gd name="connsiteX1064" fmla="*/ 892296 w 900282"/>
                    <a:gd name="connsiteY1064" fmla="*/ 122216 h 323736"/>
                    <a:gd name="connsiteX1065" fmla="*/ 891916 w 900282"/>
                    <a:gd name="connsiteY1065" fmla="*/ 122706 h 323736"/>
                    <a:gd name="connsiteX1066" fmla="*/ 891855 w 900282"/>
                    <a:gd name="connsiteY1066" fmla="*/ 122706 h 323736"/>
                    <a:gd name="connsiteX1067" fmla="*/ 723 w 900282"/>
                    <a:gd name="connsiteY1067" fmla="*/ 117010 h 323736"/>
                    <a:gd name="connsiteX1068" fmla="*/ 723 w 900282"/>
                    <a:gd name="connsiteY1068" fmla="*/ 117010 h 323736"/>
                    <a:gd name="connsiteX1069" fmla="*/ 294 w 900282"/>
                    <a:gd name="connsiteY1069" fmla="*/ 116569 h 323736"/>
                    <a:gd name="connsiteX1070" fmla="*/ 343 w 900282"/>
                    <a:gd name="connsiteY1070" fmla="*/ 113947 h 323736"/>
                    <a:gd name="connsiteX1071" fmla="*/ 784 w 900282"/>
                    <a:gd name="connsiteY1071" fmla="*/ 113518 h 323736"/>
                    <a:gd name="connsiteX1072" fmla="*/ 1213 w 900282"/>
                    <a:gd name="connsiteY1072" fmla="*/ 113959 h 323736"/>
                    <a:gd name="connsiteX1073" fmla="*/ 1164 w 900282"/>
                    <a:gd name="connsiteY1073" fmla="*/ 116581 h 323736"/>
                    <a:gd name="connsiteX1074" fmla="*/ 723 w 900282"/>
                    <a:gd name="connsiteY1074" fmla="*/ 117010 h 323736"/>
                    <a:gd name="connsiteX1075" fmla="*/ 890715 w 900282"/>
                    <a:gd name="connsiteY1075" fmla="*/ 114033 h 323736"/>
                    <a:gd name="connsiteX1076" fmla="*/ 890287 w 900282"/>
                    <a:gd name="connsiteY1076" fmla="*/ 113653 h 323736"/>
                    <a:gd name="connsiteX1077" fmla="*/ 889931 w 900282"/>
                    <a:gd name="connsiteY1077" fmla="*/ 111056 h 323736"/>
                    <a:gd name="connsiteX1078" fmla="*/ 890299 w 900282"/>
                    <a:gd name="connsiteY1078" fmla="*/ 110566 h 323736"/>
                    <a:gd name="connsiteX1079" fmla="*/ 890789 w 900282"/>
                    <a:gd name="connsiteY1079" fmla="*/ 110946 h 323736"/>
                    <a:gd name="connsiteX1080" fmla="*/ 891144 w 900282"/>
                    <a:gd name="connsiteY1080" fmla="*/ 113543 h 323736"/>
                    <a:gd name="connsiteX1081" fmla="*/ 890764 w 900282"/>
                    <a:gd name="connsiteY1081" fmla="*/ 114033 h 323736"/>
                    <a:gd name="connsiteX1082" fmla="*/ 890703 w 900282"/>
                    <a:gd name="connsiteY1082" fmla="*/ 114033 h 323736"/>
                    <a:gd name="connsiteX1083" fmla="*/ 919 w 900282"/>
                    <a:gd name="connsiteY1083" fmla="*/ 108275 h 323736"/>
                    <a:gd name="connsiteX1084" fmla="*/ 919 w 900282"/>
                    <a:gd name="connsiteY1084" fmla="*/ 108275 h 323736"/>
                    <a:gd name="connsiteX1085" fmla="*/ 490 w 900282"/>
                    <a:gd name="connsiteY1085" fmla="*/ 107822 h 323736"/>
                    <a:gd name="connsiteX1086" fmla="*/ 563 w 900282"/>
                    <a:gd name="connsiteY1086" fmla="*/ 105201 h 323736"/>
                    <a:gd name="connsiteX1087" fmla="*/ 1017 w 900282"/>
                    <a:gd name="connsiteY1087" fmla="*/ 104772 h 323736"/>
                    <a:gd name="connsiteX1088" fmla="*/ 1445 w 900282"/>
                    <a:gd name="connsiteY1088" fmla="*/ 105225 h 323736"/>
                    <a:gd name="connsiteX1089" fmla="*/ 1372 w 900282"/>
                    <a:gd name="connsiteY1089" fmla="*/ 107847 h 323736"/>
                    <a:gd name="connsiteX1090" fmla="*/ 931 w 900282"/>
                    <a:gd name="connsiteY1090" fmla="*/ 108275 h 323736"/>
                    <a:gd name="connsiteX1091" fmla="*/ 889527 w 900282"/>
                    <a:gd name="connsiteY1091" fmla="*/ 105372 h 323736"/>
                    <a:gd name="connsiteX1092" fmla="*/ 889098 w 900282"/>
                    <a:gd name="connsiteY1092" fmla="*/ 104993 h 323736"/>
                    <a:gd name="connsiteX1093" fmla="*/ 888731 w 900282"/>
                    <a:gd name="connsiteY1093" fmla="*/ 102396 h 323736"/>
                    <a:gd name="connsiteX1094" fmla="*/ 889098 w 900282"/>
                    <a:gd name="connsiteY1094" fmla="*/ 101906 h 323736"/>
                    <a:gd name="connsiteX1095" fmla="*/ 889588 w 900282"/>
                    <a:gd name="connsiteY1095" fmla="*/ 102273 h 323736"/>
                    <a:gd name="connsiteX1096" fmla="*/ 889956 w 900282"/>
                    <a:gd name="connsiteY1096" fmla="*/ 104870 h 323736"/>
                    <a:gd name="connsiteX1097" fmla="*/ 889588 w 900282"/>
                    <a:gd name="connsiteY1097" fmla="*/ 105360 h 323736"/>
                    <a:gd name="connsiteX1098" fmla="*/ 889527 w 900282"/>
                    <a:gd name="connsiteY1098" fmla="*/ 105360 h 323736"/>
                    <a:gd name="connsiteX1099" fmla="*/ 1176 w 900282"/>
                    <a:gd name="connsiteY1099" fmla="*/ 99529 h 323736"/>
                    <a:gd name="connsiteX1100" fmla="*/ 1164 w 900282"/>
                    <a:gd name="connsiteY1100" fmla="*/ 99529 h 323736"/>
                    <a:gd name="connsiteX1101" fmla="*/ 747 w 900282"/>
                    <a:gd name="connsiteY1101" fmla="*/ 99076 h 323736"/>
                    <a:gd name="connsiteX1102" fmla="*/ 833 w 900282"/>
                    <a:gd name="connsiteY1102" fmla="*/ 96454 h 323736"/>
                    <a:gd name="connsiteX1103" fmla="*/ 1286 w 900282"/>
                    <a:gd name="connsiteY1103" fmla="*/ 96038 h 323736"/>
                    <a:gd name="connsiteX1104" fmla="*/ 1703 w 900282"/>
                    <a:gd name="connsiteY1104" fmla="*/ 96491 h 323736"/>
                    <a:gd name="connsiteX1105" fmla="*/ 1617 w 900282"/>
                    <a:gd name="connsiteY1105" fmla="*/ 99113 h 323736"/>
                    <a:gd name="connsiteX1106" fmla="*/ 1176 w 900282"/>
                    <a:gd name="connsiteY1106" fmla="*/ 99529 h 323736"/>
                    <a:gd name="connsiteX1107" fmla="*/ 888265 w 900282"/>
                    <a:gd name="connsiteY1107" fmla="*/ 96712 h 323736"/>
                    <a:gd name="connsiteX1108" fmla="*/ 887837 w 900282"/>
                    <a:gd name="connsiteY1108" fmla="*/ 96344 h 323736"/>
                    <a:gd name="connsiteX1109" fmla="*/ 887445 w 900282"/>
                    <a:gd name="connsiteY1109" fmla="*/ 93747 h 323736"/>
                    <a:gd name="connsiteX1110" fmla="*/ 887812 w 900282"/>
                    <a:gd name="connsiteY1110" fmla="*/ 93245 h 323736"/>
                    <a:gd name="connsiteX1111" fmla="*/ 888315 w 900282"/>
                    <a:gd name="connsiteY1111" fmla="*/ 93613 h 323736"/>
                    <a:gd name="connsiteX1112" fmla="*/ 888706 w 900282"/>
                    <a:gd name="connsiteY1112" fmla="*/ 96209 h 323736"/>
                    <a:gd name="connsiteX1113" fmla="*/ 888339 w 900282"/>
                    <a:gd name="connsiteY1113" fmla="*/ 96712 h 323736"/>
                    <a:gd name="connsiteX1114" fmla="*/ 888278 w 900282"/>
                    <a:gd name="connsiteY1114" fmla="*/ 96712 h 323736"/>
                    <a:gd name="connsiteX1115" fmla="*/ 1494 w 900282"/>
                    <a:gd name="connsiteY1115" fmla="*/ 90783 h 323736"/>
                    <a:gd name="connsiteX1116" fmla="*/ 1482 w 900282"/>
                    <a:gd name="connsiteY1116" fmla="*/ 90783 h 323736"/>
                    <a:gd name="connsiteX1117" fmla="*/ 1066 w 900282"/>
                    <a:gd name="connsiteY1117" fmla="*/ 90330 h 323736"/>
                    <a:gd name="connsiteX1118" fmla="*/ 1176 w 900282"/>
                    <a:gd name="connsiteY1118" fmla="*/ 87708 h 323736"/>
                    <a:gd name="connsiteX1119" fmla="*/ 1629 w 900282"/>
                    <a:gd name="connsiteY1119" fmla="*/ 87292 h 323736"/>
                    <a:gd name="connsiteX1120" fmla="*/ 2046 w 900282"/>
                    <a:gd name="connsiteY1120" fmla="*/ 87745 h 323736"/>
                    <a:gd name="connsiteX1121" fmla="*/ 1935 w 900282"/>
                    <a:gd name="connsiteY1121" fmla="*/ 90366 h 323736"/>
                    <a:gd name="connsiteX1122" fmla="*/ 1494 w 900282"/>
                    <a:gd name="connsiteY1122" fmla="*/ 90783 h 323736"/>
                    <a:gd name="connsiteX1123" fmla="*/ 886942 w 900282"/>
                    <a:gd name="connsiteY1123" fmla="*/ 88063 h 323736"/>
                    <a:gd name="connsiteX1124" fmla="*/ 886514 w 900282"/>
                    <a:gd name="connsiteY1124" fmla="*/ 87696 h 323736"/>
                    <a:gd name="connsiteX1125" fmla="*/ 886109 w 900282"/>
                    <a:gd name="connsiteY1125" fmla="*/ 85111 h 323736"/>
                    <a:gd name="connsiteX1126" fmla="*/ 886477 w 900282"/>
                    <a:gd name="connsiteY1126" fmla="*/ 84609 h 323736"/>
                    <a:gd name="connsiteX1127" fmla="*/ 886979 w 900282"/>
                    <a:gd name="connsiteY1127" fmla="*/ 84976 h 323736"/>
                    <a:gd name="connsiteX1128" fmla="*/ 887384 w 900282"/>
                    <a:gd name="connsiteY1128" fmla="*/ 87573 h 323736"/>
                    <a:gd name="connsiteX1129" fmla="*/ 887016 w 900282"/>
                    <a:gd name="connsiteY1129" fmla="*/ 88076 h 323736"/>
                    <a:gd name="connsiteX1130" fmla="*/ 886942 w 900282"/>
                    <a:gd name="connsiteY1130" fmla="*/ 88076 h 323736"/>
                    <a:gd name="connsiteX1131" fmla="*/ 1886 w 900282"/>
                    <a:gd name="connsiteY1131" fmla="*/ 82037 h 323736"/>
                    <a:gd name="connsiteX1132" fmla="*/ 1862 w 900282"/>
                    <a:gd name="connsiteY1132" fmla="*/ 82037 h 323736"/>
                    <a:gd name="connsiteX1133" fmla="*/ 1445 w 900282"/>
                    <a:gd name="connsiteY1133" fmla="*/ 81583 h 323736"/>
                    <a:gd name="connsiteX1134" fmla="*/ 1580 w 900282"/>
                    <a:gd name="connsiteY1134" fmla="*/ 78962 h 323736"/>
                    <a:gd name="connsiteX1135" fmla="*/ 2033 w 900282"/>
                    <a:gd name="connsiteY1135" fmla="*/ 78545 h 323736"/>
                    <a:gd name="connsiteX1136" fmla="*/ 2450 w 900282"/>
                    <a:gd name="connsiteY1136" fmla="*/ 78999 h 323736"/>
                    <a:gd name="connsiteX1137" fmla="*/ 2315 w 900282"/>
                    <a:gd name="connsiteY1137" fmla="*/ 81620 h 323736"/>
                    <a:gd name="connsiteX1138" fmla="*/ 1874 w 900282"/>
                    <a:gd name="connsiteY1138" fmla="*/ 82037 h 323736"/>
                    <a:gd name="connsiteX1139" fmla="*/ 885558 w 900282"/>
                    <a:gd name="connsiteY1139" fmla="*/ 79440 h 323736"/>
                    <a:gd name="connsiteX1140" fmla="*/ 885129 w 900282"/>
                    <a:gd name="connsiteY1140" fmla="*/ 79072 h 323736"/>
                    <a:gd name="connsiteX1141" fmla="*/ 884701 w 900282"/>
                    <a:gd name="connsiteY1141" fmla="*/ 76487 h 323736"/>
                    <a:gd name="connsiteX1142" fmla="*/ 885056 w 900282"/>
                    <a:gd name="connsiteY1142" fmla="*/ 75985 h 323736"/>
                    <a:gd name="connsiteX1143" fmla="*/ 885558 w 900282"/>
                    <a:gd name="connsiteY1143" fmla="*/ 76340 h 323736"/>
                    <a:gd name="connsiteX1144" fmla="*/ 885987 w 900282"/>
                    <a:gd name="connsiteY1144" fmla="*/ 78925 h 323736"/>
                    <a:gd name="connsiteX1145" fmla="*/ 885632 w 900282"/>
                    <a:gd name="connsiteY1145" fmla="*/ 79427 h 323736"/>
                    <a:gd name="connsiteX1146" fmla="*/ 885558 w 900282"/>
                    <a:gd name="connsiteY1146" fmla="*/ 79427 h 323736"/>
                    <a:gd name="connsiteX1147" fmla="*/ 2352 w 900282"/>
                    <a:gd name="connsiteY1147" fmla="*/ 73290 h 323736"/>
                    <a:gd name="connsiteX1148" fmla="*/ 2327 w 900282"/>
                    <a:gd name="connsiteY1148" fmla="*/ 73290 h 323736"/>
                    <a:gd name="connsiteX1149" fmla="*/ 1911 w 900282"/>
                    <a:gd name="connsiteY1149" fmla="*/ 72825 h 323736"/>
                    <a:gd name="connsiteX1150" fmla="*/ 2070 w 900282"/>
                    <a:gd name="connsiteY1150" fmla="*/ 70203 h 323736"/>
                    <a:gd name="connsiteX1151" fmla="*/ 2536 w 900282"/>
                    <a:gd name="connsiteY1151" fmla="*/ 69799 h 323736"/>
                    <a:gd name="connsiteX1152" fmla="*/ 2940 w 900282"/>
                    <a:gd name="connsiteY1152" fmla="*/ 70265 h 323736"/>
                    <a:gd name="connsiteX1153" fmla="*/ 2781 w 900282"/>
                    <a:gd name="connsiteY1153" fmla="*/ 72886 h 323736"/>
                    <a:gd name="connsiteX1154" fmla="*/ 2340 w 900282"/>
                    <a:gd name="connsiteY1154" fmla="*/ 73302 h 323736"/>
                    <a:gd name="connsiteX1155" fmla="*/ 884113 w 900282"/>
                    <a:gd name="connsiteY1155" fmla="*/ 70816 h 323736"/>
                    <a:gd name="connsiteX1156" fmla="*/ 883684 w 900282"/>
                    <a:gd name="connsiteY1156" fmla="*/ 70448 h 323736"/>
                    <a:gd name="connsiteX1157" fmla="*/ 883243 w 900282"/>
                    <a:gd name="connsiteY1157" fmla="*/ 67864 h 323736"/>
                    <a:gd name="connsiteX1158" fmla="*/ 883598 w 900282"/>
                    <a:gd name="connsiteY1158" fmla="*/ 67361 h 323736"/>
                    <a:gd name="connsiteX1159" fmla="*/ 884101 w 900282"/>
                    <a:gd name="connsiteY1159" fmla="*/ 67717 h 323736"/>
                    <a:gd name="connsiteX1160" fmla="*/ 884541 w 900282"/>
                    <a:gd name="connsiteY1160" fmla="*/ 70301 h 323736"/>
                    <a:gd name="connsiteX1161" fmla="*/ 884186 w 900282"/>
                    <a:gd name="connsiteY1161" fmla="*/ 70804 h 323736"/>
                    <a:gd name="connsiteX1162" fmla="*/ 884113 w 900282"/>
                    <a:gd name="connsiteY1162" fmla="*/ 70804 h 323736"/>
                    <a:gd name="connsiteX1163" fmla="*/ 2891 w 900282"/>
                    <a:gd name="connsiteY1163" fmla="*/ 64568 h 323736"/>
                    <a:gd name="connsiteX1164" fmla="*/ 2866 w 900282"/>
                    <a:gd name="connsiteY1164" fmla="*/ 64568 h 323736"/>
                    <a:gd name="connsiteX1165" fmla="*/ 2462 w 900282"/>
                    <a:gd name="connsiteY1165" fmla="*/ 64103 h 323736"/>
                    <a:gd name="connsiteX1166" fmla="*/ 2646 w 900282"/>
                    <a:gd name="connsiteY1166" fmla="*/ 61481 h 323736"/>
                    <a:gd name="connsiteX1167" fmla="*/ 3111 w 900282"/>
                    <a:gd name="connsiteY1167" fmla="*/ 61077 h 323736"/>
                    <a:gd name="connsiteX1168" fmla="*/ 3516 w 900282"/>
                    <a:gd name="connsiteY1168" fmla="*/ 61543 h 323736"/>
                    <a:gd name="connsiteX1169" fmla="*/ 3332 w 900282"/>
                    <a:gd name="connsiteY1169" fmla="*/ 64152 h 323736"/>
                    <a:gd name="connsiteX1170" fmla="*/ 2891 w 900282"/>
                    <a:gd name="connsiteY1170" fmla="*/ 64556 h 323736"/>
                    <a:gd name="connsiteX1171" fmla="*/ 882606 w 900282"/>
                    <a:gd name="connsiteY1171" fmla="*/ 62204 h 323736"/>
                    <a:gd name="connsiteX1172" fmla="*/ 882177 w 900282"/>
                    <a:gd name="connsiteY1172" fmla="*/ 61849 h 323736"/>
                    <a:gd name="connsiteX1173" fmla="*/ 881712 w 900282"/>
                    <a:gd name="connsiteY1173" fmla="*/ 59264 h 323736"/>
                    <a:gd name="connsiteX1174" fmla="*/ 882067 w 900282"/>
                    <a:gd name="connsiteY1174" fmla="*/ 58762 h 323736"/>
                    <a:gd name="connsiteX1175" fmla="*/ 882569 w 900282"/>
                    <a:gd name="connsiteY1175" fmla="*/ 59117 h 323736"/>
                    <a:gd name="connsiteX1176" fmla="*/ 883035 w 900282"/>
                    <a:gd name="connsiteY1176" fmla="*/ 61702 h 323736"/>
                    <a:gd name="connsiteX1177" fmla="*/ 882680 w 900282"/>
                    <a:gd name="connsiteY1177" fmla="*/ 62204 h 323736"/>
                    <a:gd name="connsiteX1178" fmla="*/ 882606 w 900282"/>
                    <a:gd name="connsiteY1178" fmla="*/ 62204 h 323736"/>
                    <a:gd name="connsiteX1179" fmla="*/ 3528 w 900282"/>
                    <a:gd name="connsiteY1179" fmla="*/ 55859 h 323736"/>
                    <a:gd name="connsiteX1180" fmla="*/ 3491 w 900282"/>
                    <a:gd name="connsiteY1180" fmla="*/ 55859 h 323736"/>
                    <a:gd name="connsiteX1181" fmla="*/ 3087 w 900282"/>
                    <a:gd name="connsiteY1181" fmla="*/ 55393 h 323736"/>
                    <a:gd name="connsiteX1182" fmla="*/ 3295 w 900282"/>
                    <a:gd name="connsiteY1182" fmla="*/ 52772 h 323736"/>
                    <a:gd name="connsiteX1183" fmla="*/ 3761 w 900282"/>
                    <a:gd name="connsiteY1183" fmla="*/ 52368 h 323736"/>
                    <a:gd name="connsiteX1184" fmla="*/ 4165 w 900282"/>
                    <a:gd name="connsiteY1184" fmla="*/ 52833 h 323736"/>
                    <a:gd name="connsiteX1185" fmla="*/ 3957 w 900282"/>
                    <a:gd name="connsiteY1185" fmla="*/ 55442 h 323736"/>
                    <a:gd name="connsiteX1186" fmla="*/ 3516 w 900282"/>
                    <a:gd name="connsiteY1186" fmla="*/ 55847 h 323736"/>
                    <a:gd name="connsiteX1187" fmla="*/ 881050 w 900282"/>
                    <a:gd name="connsiteY1187" fmla="*/ 53605 h 323736"/>
                    <a:gd name="connsiteX1188" fmla="*/ 880622 w 900282"/>
                    <a:gd name="connsiteY1188" fmla="*/ 53250 h 323736"/>
                    <a:gd name="connsiteX1189" fmla="*/ 880144 w 900282"/>
                    <a:gd name="connsiteY1189" fmla="*/ 50677 h 323736"/>
                    <a:gd name="connsiteX1190" fmla="*/ 880487 w 900282"/>
                    <a:gd name="connsiteY1190" fmla="*/ 50163 h 323736"/>
                    <a:gd name="connsiteX1191" fmla="*/ 881001 w 900282"/>
                    <a:gd name="connsiteY1191" fmla="*/ 50506 h 323736"/>
                    <a:gd name="connsiteX1192" fmla="*/ 881479 w 900282"/>
                    <a:gd name="connsiteY1192" fmla="*/ 53078 h 323736"/>
                    <a:gd name="connsiteX1193" fmla="*/ 881124 w 900282"/>
                    <a:gd name="connsiteY1193" fmla="*/ 53593 h 323736"/>
                    <a:gd name="connsiteX1194" fmla="*/ 881038 w 900282"/>
                    <a:gd name="connsiteY1194" fmla="*/ 53593 h 323736"/>
                    <a:gd name="connsiteX1195" fmla="*/ 4263 w 900282"/>
                    <a:gd name="connsiteY1195" fmla="*/ 47149 h 323736"/>
                    <a:gd name="connsiteX1196" fmla="*/ 4226 w 900282"/>
                    <a:gd name="connsiteY1196" fmla="*/ 47149 h 323736"/>
                    <a:gd name="connsiteX1197" fmla="*/ 3834 w 900282"/>
                    <a:gd name="connsiteY1197" fmla="*/ 46672 h 323736"/>
                    <a:gd name="connsiteX1198" fmla="*/ 4079 w 900282"/>
                    <a:gd name="connsiteY1198" fmla="*/ 44062 h 323736"/>
                    <a:gd name="connsiteX1199" fmla="*/ 4557 w 900282"/>
                    <a:gd name="connsiteY1199" fmla="*/ 43670 h 323736"/>
                    <a:gd name="connsiteX1200" fmla="*/ 4949 w 900282"/>
                    <a:gd name="connsiteY1200" fmla="*/ 44148 h 323736"/>
                    <a:gd name="connsiteX1201" fmla="*/ 4704 w 900282"/>
                    <a:gd name="connsiteY1201" fmla="*/ 46757 h 323736"/>
                    <a:gd name="connsiteX1202" fmla="*/ 4275 w 900282"/>
                    <a:gd name="connsiteY1202" fmla="*/ 47149 h 323736"/>
                    <a:gd name="connsiteX1203" fmla="*/ 879421 w 900282"/>
                    <a:gd name="connsiteY1203" fmla="*/ 45018 h 323736"/>
                    <a:gd name="connsiteX1204" fmla="*/ 878992 w 900282"/>
                    <a:gd name="connsiteY1204" fmla="*/ 44663 h 323736"/>
                    <a:gd name="connsiteX1205" fmla="*/ 878490 w 900282"/>
                    <a:gd name="connsiteY1205" fmla="*/ 42090 h 323736"/>
                    <a:gd name="connsiteX1206" fmla="*/ 878833 w 900282"/>
                    <a:gd name="connsiteY1206" fmla="*/ 41576 h 323736"/>
                    <a:gd name="connsiteX1207" fmla="*/ 879348 w 900282"/>
                    <a:gd name="connsiteY1207" fmla="*/ 41919 h 323736"/>
                    <a:gd name="connsiteX1208" fmla="*/ 879850 w 900282"/>
                    <a:gd name="connsiteY1208" fmla="*/ 44491 h 323736"/>
                    <a:gd name="connsiteX1209" fmla="*/ 879507 w 900282"/>
                    <a:gd name="connsiteY1209" fmla="*/ 45006 h 323736"/>
                    <a:gd name="connsiteX1210" fmla="*/ 879421 w 900282"/>
                    <a:gd name="connsiteY1210" fmla="*/ 45006 h 323736"/>
                    <a:gd name="connsiteX1211" fmla="*/ 5108 w 900282"/>
                    <a:gd name="connsiteY1211" fmla="*/ 38452 h 323736"/>
                    <a:gd name="connsiteX1212" fmla="*/ 5059 w 900282"/>
                    <a:gd name="connsiteY1212" fmla="*/ 38452 h 323736"/>
                    <a:gd name="connsiteX1213" fmla="*/ 4667 w 900282"/>
                    <a:gd name="connsiteY1213" fmla="*/ 37974 h 323736"/>
                    <a:gd name="connsiteX1214" fmla="*/ 4949 w 900282"/>
                    <a:gd name="connsiteY1214" fmla="*/ 35365 h 323736"/>
                    <a:gd name="connsiteX1215" fmla="*/ 5427 w 900282"/>
                    <a:gd name="connsiteY1215" fmla="*/ 34973 h 323736"/>
                    <a:gd name="connsiteX1216" fmla="*/ 5819 w 900282"/>
                    <a:gd name="connsiteY1216" fmla="*/ 35451 h 323736"/>
                    <a:gd name="connsiteX1217" fmla="*/ 5537 w 900282"/>
                    <a:gd name="connsiteY1217" fmla="*/ 38060 h 323736"/>
                    <a:gd name="connsiteX1218" fmla="*/ 5108 w 900282"/>
                    <a:gd name="connsiteY1218" fmla="*/ 38452 h 323736"/>
                    <a:gd name="connsiteX1219" fmla="*/ 877731 w 900282"/>
                    <a:gd name="connsiteY1219" fmla="*/ 36443 h 323736"/>
                    <a:gd name="connsiteX1220" fmla="*/ 877302 w 900282"/>
                    <a:gd name="connsiteY1220" fmla="*/ 36088 h 323736"/>
                    <a:gd name="connsiteX1221" fmla="*/ 876787 w 900282"/>
                    <a:gd name="connsiteY1221" fmla="*/ 33515 h 323736"/>
                    <a:gd name="connsiteX1222" fmla="*/ 877130 w 900282"/>
                    <a:gd name="connsiteY1222" fmla="*/ 33001 h 323736"/>
                    <a:gd name="connsiteX1223" fmla="*/ 877645 w 900282"/>
                    <a:gd name="connsiteY1223" fmla="*/ 33344 h 323736"/>
                    <a:gd name="connsiteX1224" fmla="*/ 878159 w 900282"/>
                    <a:gd name="connsiteY1224" fmla="*/ 35916 h 323736"/>
                    <a:gd name="connsiteX1225" fmla="*/ 877816 w 900282"/>
                    <a:gd name="connsiteY1225" fmla="*/ 36431 h 323736"/>
                    <a:gd name="connsiteX1226" fmla="*/ 877731 w 900282"/>
                    <a:gd name="connsiteY1226" fmla="*/ 36431 h 323736"/>
                    <a:gd name="connsiteX1227" fmla="*/ 6076 w 900282"/>
                    <a:gd name="connsiteY1227" fmla="*/ 29767 h 323736"/>
                    <a:gd name="connsiteX1228" fmla="*/ 6027 w 900282"/>
                    <a:gd name="connsiteY1228" fmla="*/ 29767 h 323736"/>
                    <a:gd name="connsiteX1229" fmla="*/ 5647 w 900282"/>
                    <a:gd name="connsiteY1229" fmla="*/ 29277 h 323736"/>
                    <a:gd name="connsiteX1230" fmla="*/ 5966 w 900282"/>
                    <a:gd name="connsiteY1230" fmla="*/ 26668 h 323736"/>
                    <a:gd name="connsiteX1231" fmla="*/ 6456 w 900282"/>
                    <a:gd name="connsiteY1231" fmla="*/ 26288 h 323736"/>
                    <a:gd name="connsiteX1232" fmla="*/ 6835 w 900282"/>
                    <a:gd name="connsiteY1232" fmla="*/ 26778 h 323736"/>
                    <a:gd name="connsiteX1233" fmla="*/ 6517 w 900282"/>
                    <a:gd name="connsiteY1233" fmla="*/ 29375 h 323736"/>
                    <a:gd name="connsiteX1234" fmla="*/ 6088 w 900282"/>
                    <a:gd name="connsiteY1234" fmla="*/ 29755 h 323736"/>
                    <a:gd name="connsiteX1235" fmla="*/ 875979 w 900282"/>
                    <a:gd name="connsiteY1235" fmla="*/ 27868 h 323736"/>
                    <a:gd name="connsiteX1236" fmla="*/ 875550 w 900282"/>
                    <a:gd name="connsiteY1236" fmla="*/ 27525 h 323736"/>
                    <a:gd name="connsiteX1237" fmla="*/ 875011 w 900282"/>
                    <a:gd name="connsiteY1237" fmla="*/ 24953 h 323736"/>
                    <a:gd name="connsiteX1238" fmla="*/ 875354 w 900282"/>
                    <a:gd name="connsiteY1238" fmla="*/ 24438 h 323736"/>
                    <a:gd name="connsiteX1239" fmla="*/ 875869 w 900282"/>
                    <a:gd name="connsiteY1239" fmla="*/ 24781 h 323736"/>
                    <a:gd name="connsiteX1240" fmla="*/ 876408 w 900282"/>
                    <a:gd name="connsiteY1240" fmla="*/ 27354 h 323736"/>
                    <a:gd name="connsiteX1241" fmla="*/ 876065 w 900282"/>
                    <a:gd name="connsiteY1241" fmla="*/ 27868 h 323736"/>
                    <a:gd name="connsiteX1242" fmla="*/ 875979 w 900282"/>
                    <a:gd name="connsiteY1242" fmla="*/ 27868 h 323736"/>
                    <a:gd name="connsiteX1243" fmla="*/ 7178 w 900282"/>
                    <a:gd name="connsiteY1243" fmla="*/ 21094 h 323736"/>
                    <a:gd name="connsiteX1244" fmla="*/ 7117 w 900282"/>
                    <a:gd name="connsiteY1244" fmla="*/ 21094 h 323736"/>
                    <a:gd name="connsiteX1245" fmla="*/ 6750 w 900282"/>
                    <a:gd name="connsiteY1245" fmla="*/ 20604 h 323736"/>
                    <a:gd name="connsiteX1246" fmla="*/ 7117 w 900282"/>
                    <a:gd name="connsiteY1246" fmla="*/ 18007 h 323736"/>
                    <a:gd name="connsiteX1247" fmla="*/ 7607 w 900282"/>
                    <a:gd name="connsiteY1247" fmla="*/ 17640 h 323736"/>
                    <a:gd name="connsiteX1248" fmla="*/ 7975 w 900282"/>
                    <a:gd name="connsiteY1248" fmla="*/ 18130 h 323736"/>
                    <a:gd name="connsiteX1249" fmla="*/ 7607 w 900282"/>
                    <a:gd name="connsiteY1249" fmla="*/ 20727 h 323736"/>
                    <a:gd name="connsiteX1250" fmla="*/ 7178 w 900282"/>
                    <a:gd name="connsiteY1250" fmla="*/ 21106 h 323736"/>
                    <a:gd name="connsiteX1251" fmla="*/ 874154 w 900282"/>
                    <a:gd name="connsiteY1251" fmla="*/ 19318 h 323736"/>
                    <a:gd name="connsiteX1252" fmla="*/ 873725 w 900282"/>
                    <a:gd name="connsiteY1252" fmla="*/ 18975 h 323736"/>
                    <a:gd name="connsiteX1253" fmla="*/ 873161 w 900282"/>
                    <a:gd name="connsiteY1253" fmla="*/ 16415 h 323736"/>
                    <a:gd name="connsiteX1254" fmla="*/ 873492 w 900282"/>
                    <a:gd name="connsiteY1254" fmla="*/ 15888 h 323736"/>
                    <a:gd name="connsiteX1255" fmla="*/ 874007 w 900282"/>
                    <a:gd name="connsiteY1255" fmla="*/ 16219 h 323736"/>
                    <a:gd name="connsiteX1256" fmla="*/ 874570 w 900282"/>
                    <a:gd name="connsiteY1256" fmla="*/ 18779 h 323736"/>
                    <a:gd name="connsiteX1257" fmla="*/ 874239 w 900282"/>
                    <a:gd name="connsiteY1257" fmla="*/ 19293 h 323736"/>
                    <a:gd name="connsiteX1258" fmla="*/ 874141 w 900282"/>
                    <a:gd name="connsiteY1258" fmla="*/ 19293 h 323736"/>
                    <a:gd name="connsiteX1259" fmla="*/ 868617 w 900282"/>
                    <a:gd name="connsiteY1259" fmla="*/ 14565 h 323736"/>
                    <a:gd name="connsiteX1260" fmla="*/ 868568 w 900282"/>
                    <a:gd name="connsiteY1260" fmla="*/ 14565 h 323736"/>
                    <a:gd name="connsiteX1261" fmla="*/ 865959 w 900282"/>
                    <a:gd name="connsiteY1261" fmla="*/ 14271 h 323736"/>
                    <a:gd name="connsiteX1262" fmla="*/ 865567 w 900282"/>
                    <a:gd name="connsiteY1262" fmla="*/ 13793 h 323736"/>
                    <a:gd name="connsiteX1263" fmla="*/ 866044 w 900282"/>
                    <a:gd name="connsiteY1263" fmla="*/ 13401 h 323736"/>
                    <a:gd name="connsiteX1264" fmla="*/ 868654 w 900282"/>
                    <a:gd name="connsiteY1264" fmla="*/ 13695 h 323736"/>
                    <a:gd name="connsiteX1265" fmla="*/ 869033 w 900282"/>
                    <a:gd name="connsiteY1265" fmla="*/ 14185 h 323736"/>
                    <a:gd name="connsiteX1266" fmla="*/ 868605 w 900282"/>
                    <a:gd name="connsiteY1266" fmla="*/ 14577 h 323736"/>
                    <a:gd name="connsiteX1267" fmla="*/ 859932 w 900282"/>
                    <a:gd name="connsiteY1267" fmla="*/ 13634 h 323736"/>
                    <a:gd name="connsiteX1268" fmla="*/ 859883 w 900282"/>
                    <a:gd name="connsiteY1268" fmla="*/ 13634 h 323736"/>
                    <a:gd name="connsiteX1269" fmla="*/ 857274 w 900282"/>
                    <a:gd name="connsiteY1269" fmla="*/ 13377 h 323736"/>
                    <a:gd name="connsiteX1270" fmla="*/ 856882 w 900282"/>
                    <a:gd name="connsiteY1270" fmla="*/ 12899 h 323736"/>
                    <a:gd name="connsiteX1271" fmla="*/ 857359 w 900282"/>
                    <a:gd name="connsiteY1271" fmla="*/ 12507 h 323736"/>
                    <a:gd name="connsiteX1272" fmla="*/ 859969 w 900282"/>
                    <a:gd name="connsiteY1272" fmla="*/ 12764 h 323736"/>
                    <a:gd name="connsiteX1273" fmla="*/ 860361 w 900282"/>
                    <a:gd name="connsiteY1273" fmla="*/ 13242 h 323736"/>
                    <a:gd name="connsiteX1274" fmla="*/ 859932 w 900282"/>
                    <a:gd name="connsiteY1274" fmla="*/ 13634 h 323736"/>
                    <a:gd name="connsiteX1275" fmla="*/ 851235 w 900282"/>
                    <a:gd name="connsiteY1275" fmla="*/ 12801 h 323736"/>
                    <a:gd name="connsiteX1276" fmla="*/ 851198 w 900282"/>
                    <a:gd name="connsiteY1276" fmla="*/ 12801 h 323736"/>
                    <a:gd name="connsiteX1277" fmla="*/ 848589 w 900282"/>
                    <a:gd name="connsiteY1277" fmla="*/ 12568 h 323736"/>
                    <a:gd name="connsiteX1278" fmla="*/ 848197 w 900282"/>
                    <a:gd name="connsiteY1278" fmla="*/ 12090 h 323736"/>
                    <a:gd name="connsiteX1279" fmla="*/ 848674 w 900282"/>
                    <a:gd name="connsiteY1279" fmla="*/ 11699 h 323736"/>
                    <a:gd name="connsiteX1280" fmla="*/ 851283 w 900282"/>
                    <a:gd name="connsiteY1280" fmla="*/ 11931 h 323736"/>
                    <a:gd name="connsiteX1281" fmla="*/ 851675 w 900282"/>
                    <a:gd name="connsiteY1281" fmla="*/ 12409 h 323736"/>
                    <a:gd name="connsiteX1282" fmla="*/ 851247 w 900282"/>
                    <a:gd name="connsiteY1282" fmla="*/ 12801 h 323736"/>
                    <a:gd name="connsiteX1283" fmla="*/ 8452 w 900282"/>
                    <a:gd name="connsiteY1283" fmla="*/ 12458 h 323736"/>
                    <a:gd name="connsiteX1284" fmla="*/ 8379 w 900282"/>
                    <a:gd name="connsiteY1284" fmla="*/ 12458 h 323736"/>
                    <a:gd name="connsiteX1285" fmla="*/ 8011 w 900282"/>
                    <a:gd name="connsiteY1285" fmla="*/ 11956 h 323736"/>
                    <a:gd name="connsiteX1286" fmla="*/ 8428 w 900282"/>
                    <a:gd name="connsiteY1286" fmla="*/ 9359 h 323736"/>
                    <a:gd name="connsiteX1287" fmla="*/ 8930 w 900282"/>
                    <a:gd name="connsiteY1287" fmla="*/ 9004 h 323736"/>
                    <a:gd name="connsiteX1288" fmla="*/ 9285 w 900282"/>
                    <a:gd name="connsiteY1288" fmla="*/ 9506 h 323736"/>
                    <a:gd name="connsiteX1289" fmla="*/ 8869 w 900282"/>
                    <a:gd name="connsiteY1289" fmla="*/ 12090 h 323736"/>
                    <a:gd name="connsiteX1290" fmla="*/ 8440 w 900282"/>
                    <a:gd name="connsiteY1290" fmla="*/ 12458 h 323736"/>
                    <a:gd name="connsiteX1291" fmla="*/ 842525 w 900282"/>
                    <a:gd name="connsiteY1291" fmla="*/ 12054 h 323736"/>
                    <a:gd name="connsiteX1292" fmla="*/ 842488 w 900282"/>
                    <a:gd name="connsiteY1292" fmla="*/ 12054 h 323736"/>
                    <a:gd name="connsiteX1293" fmla="*/ 839879 w 900282"/>
                    <a:gd name="connsiteY1293" fmla="*/ 11846 h 323736"/>
                    <a:gd name="connsiteX1294" fmla="*/ 839475 w 900282"/>
                    <a:gd name="connsiteY1294" fmla="*/ 11380 h 323736"/>
                    <a:gd name="connsiteX1295" fmla="*/ 839940 w 900282"/>
                    <a:gd name="connsiteY1295" fmla="*/ 10976 h 323736"/>
                    <a:gd name="connsiteX1296" fmla="*/ 842549 w 900282"/>
                    <a:gd name="connsiteY1296" fmla="*/ 11184 h 323736"/>
                    <a:gd name="connsiteX1297" fmla="*/ 842954 w 900282"/>
                    <a:gd name="connsiteY1297" fmla="*/ 11650 h 323736"/>
                    <a:gd name="connsiteX1298" fmla="*/ 842513 w 900282"/>
                    <a:gd name="connsiteY1298" fmla="*/ 12054 h 323736"/>
                    <a:gd name="connsiteX1299" fmla="*/ 833815 w 900282"/>
                    <a:gd name="connsiteY1299" fmla="*/ 11368 h 323736"/>
                    <a:gd name="connsiteX1300" fmla="*/ 833779 w 900282"/>
                    <a:gd name="connsiteY1300" fmla="*/ 11368 h 323736"/>
                    <a:gd name="connsiteX1301" fmla="*/ 831169 w 900282"/>
                    <a:gd name="connsiteY1301" fmla="*/ 11172 h 323736"/>
                    <a:gd name="connsiteX1302" fmla="*/ 830765 w 900282"/>
                    <a:gd name="connsiteY1302" fmla="*/ 10706 h 323736"/>
                    <a:gd name="connsiteX1303" fmla="*/ 831231 w 900282"/>
                    <a:gd name="connsiteY1303" fmla="*/ 10302 h 323736"/>
                    <a:gd name="connsiteX1304" fmla="*/ 833852 w 900282"/>
                    <a:gd name="connsiteY1304" fmla="*/ 10498 h 323736"/>
                    <a:gd name="connsiteX1305" fmla="*/ 834256 w 900282"/>
                    <a:gd name="connsiteY1305" fmla="*/ 10964 h 323736"/>
                    <a:gd name="connsiteX1306" fmla="*/ 833815 w 900282"/>
                    <a:gd name="connsiteY1306" fmla="*/ 11368 h 323736"/>
                    <a:gd name="connsiteX1307" fmla="*/ 825093 w 900282"/>
                    <a:gd name="connsiteY1307" fmla="*/ 10731 h 323736"/>
                    <a:gd name="connsiteX1308" fmla="*/ 825057 w 900282"/>
                    <a:gd name="connsiteY1308" fmla="*/ 10731 h 323736"/>
                    <a:gd name="connsiteX1309" fmla="*/ 822435 w 900282"/>
                    <a:gd name="connsiteY1309" fmla="*/ 10547 h 323736"/>
                    <a:gd name="connsiteX1310" fmla="*/ 822031 w 900282"/>
                    <a:gd name="connsiteY1310" fmla="*/ 10082 h 323736"/>
                    <a:gd name="connsiteX1311" fmla="*/ 822497 w 900282"/>
                    <a:gd name="connsiteY1311" fmla="*/ 9677 h 323736"/>
                    <a:gd name="connsiteX1312" fmla="*/ 825118 w 900282"/>
                    <a:gd name="connsiteY1312" fmla="*/ 9861 h 323736"/>
                    <a:gd name="connsiteX1313" fmla="*/ 825522 w 900282"/>
                    <a:gd name="connsiteY1313" fmla="*/ 10327 h 323736"/>
                    <a:gd name="connsiteX1314" fmla="*/ 825081 w 900282"/>
                    <a:gd name="connsiteY1314" fmla="*/ 10731 h 323736"/>
                    <a:gd name="connsiteX1315" fmla="*/ 816372 w 900282"/>
                    <a:gd name="connsiteY1315" fmla="*/ 10143 h 323736"/>
                    <a:gd name="connsiteX1316" fmla="*/ 816347 w 900282"/>
                    <a:gd name="connsiteY1316" fmla="*/ 10143 h 323736"/>
                    <a:gd name="connsiteX1317" fmla="*/ 813726 w 900282"/>
                    <a:gd name="connsiteY1317" fmla="*/ 9971 h 323736"/>
                    <a:gd name="connsiteX1318" fmla="*/ 813321 w 900282"/>
                    <a:gd name="connsiteY1318" fmla="*/ 9506 h 323736"/>
                    <a:gd name="connsiteX1319" fmla="*/ 813787 w 900282"/>
                    <a:gd name="connsiteY1319" fmla="*/ 9102 h 323736"/>
                    <a:gd name="connsiteX1320" fmla="*/ 816408 w 900282"/>
                    <a:gd name="connsiteY1320" fmla="*/ 9273 h 323736"/>
                    <a:gd name="connsiteX1321" fmla="*/ 816813 w 900282"/>
                    <a:gd name="connsiteY1321" fmla="*/ 9739 h 323736"/>
                    <a:gd name="connsiteX1322" fmla="*/ 816372 w 900282"/>
                    <a:gd name="connsiteY1322" fmla="*/ 10143 h 323736"/>
                    <a:gd name="connsiteX1323" fmla="*/ 807650 w 900282"/>
                    <a:gd name="connsiteY1323" fmla="*/ 9592 h 323736"/>
                    <a:gd name="connsiteX1324" fmla="*/ 807625 w 900282"/>
                    <a:gd name="connsiteY1324" fmla="*/ 9592 h 323736"/>
                    <a:gd name="connsiteX1325" fmla="*/ 805004 w 900282"/>
                    <a:gd name="connsiteY1325" fmla="*/ 9432 h 323736"/>
                    <a:gd name="connsiteX1326" fmla="*/ 804600 w 900282"/>
                    <a:gd name="connsiteY1326" fmla="*/ 8967 h 323736"/>
                    <a:gd name="connsiteX1327" fmla="*/ 805065 w 900282"/>
                    <a:gd name="connsiteY1327" fmla="*/ 8550 h 323736"/>
                    <a:gd name="connsiteX1328" fmla="*/ 807687 w 900282"/>
                    <a:gd name="connsiteY1328" fmla="*/ 8710 h 323736"/>
                    <a:gd name="connsiteX1329" fmla="*/ 808091 w 900282"/>
                    <a:gd name="connsiteY1329" fmla="*/ 9175 h 323736"/>
                    <a:gd name="connsiteX1330" fmla="*/ 807650 w 900282"/>
                    <a:gd name="connsiteY1330" fmla="*/ 9592 h 323736"/>
                    <a:gd name="connsiteX1331" fmla="*/ 798928 w 900282"/>
                    <a:gd name="connsiteY1331" fmla="*/ 9077 h 323736"/>
                    <a:gd name="connsiteX1332" fmla="*/ 798904 w 900282"/>
                    <a:gd name="connsiteY1332" fmla="*/ 9077 h 323736"/>
                    <a:gd name="connsiteX1333" fmla="*/ 796282 w 900282"/>
                    <a:gd name="connsiteY1333" fmla="*/ 8930 h 323736"/>
                    <a:gd name="connsiteX1334" fmla="*/ 795866 w 900282"/>
                    <a:gd name="connsiteY1334" fmla="*/ 8465 h 323736"/>
                    <a:gd name="connsiteX1335" fmla="*/ 796331 w 900282"/>
                    <a:gd name="connsiteY1335" fmla="*/ 8048 h 323736"/>
                    <a:gd name="connsiteX1336" fmla="*/ 798953 w 900282"/>
                    <a:gd name="connsiteY1336" fmla="*/ 8195 h 323736"/>
                    <a:gd name="connsiteX1337" fmla="*/ 799369 w 900282"/>
                    <a:gd name="connsiteY1337" fmla="*/ 8661 h 323736"/>
                    <a:gd name="connsiteX1338" fmla="*/ 798928 w 900282"/>
                    <a:gd name="connsiteY1338" fmla="*/ 9077 h 323736"/>
                    <a:gd name="connsiteX1339" fmla="*/ 790206 w 900282"/>
                    <a:gd name="connsiteY1339" fmla="*/ 8599 h 323736"/>
                    <a:gd name="connsiteX1340" fmla="*/ 790182 w 900282"/>
                    <a:gd name="connsiteY1340" fmla="*/ 8599 h 323736"/>
                    <a:gd name="connsiteX1341" fmla="*/ 787560 w 900282"/>
                    <a:gd name="connsiteY1341" fmla="*/ 8465 h 323736"/>
                    <a:gd name="connsiteX1342" fmla="*/ 787144 w 900282"/>
                    <a:gd name="connsiteY1342" fmla="*/ 8011 h 323736"/>
                    <a:gd name="connsiteX1343" fmla="*/ 787597 w 900282"/>
                    <a:gd name="connsiteY1343" fmla="*/ 7595 h 323736"/>
                    <a:gd name="connsiteX1344" fmla="*/ 790218 w 900282"/>
                    <a:gd name="connsiteY1344" fmla="*/ 7730 h 323736"/>
                    <a:gd name="connsiteX1345" fmla="*/ 790635 w 900282"/>
                    <a:gd name="connsiteY1345" fmla="*/ 8183 h 323736"/>
                    <a:gd name="connsiteX1346" fmla="*/ 790194 w 900282"/>
                    <a:gd name="connsiteY1346" fmla="*/ 8599 h 323736"/>
                    <a:gd name="connsiteX1347" fmla="*/ 781472 w 900282"/>
                    <a:gd name="connsiteY1347" fmla="*/ 8146 h 323736"/>
                    <a:gd name="connsiteX1348" fmla="*/ 781448 w 900282"/>
                    <a:gd name="connsiteY1348" fmla="*/ 8146 h 323736"/>
                    <a:gd name="connsiteX1349" fmla="*/ 778826 w 900282"/>
                    <a:gd name="connsiteY1349" fmla="*/ 8011 h 323736"/>
                    <a:gd name="connsiteX1350" fmla="*/ 778410 w 900282"/>
                    <a:gd name="connsiteY1350" fmla="*/ 7558 h 323736"/>
                    <a:gd name="connsiteX1351" fmla="*/ 778863 w 900282"/>
                    <a:gd name="connsiteY1351" fmla="*/ 7142 h 323736"/>
                    <a:gd name="connsiteX1352" fmla="*/ 781484 w 900282"/>
                    <a:gd name="connsiteY1352" fmla="*/ 7276 h 323736"/>
                    <a:gd name="connsiteX1353" fmla="*/ 781901 w 900282"/>
                    <a:gd name="connsiteY1353" fmla="*/ 7730 h 323736"/>
                    <a:gd name="connsiteX1354" fmla="*/ 781460 w 900282"/>
                    <a:gd name="connsiteY1354" fmla="*/ 8146 h 323736"/>
                    <a:gd name="connsiteX1355" fmla="*/ 772738 w 900282"/>
                    <a:gd name="connsiteY1355" fmla="*/ 7730 h 323736"/>
                    <a:gd name="connsiteX1356" fmla="*/ 772714 w 900282"/>
                    <a:gd name="connsiteY1356" fmla="*/ 7730 h 323736"/>
                    <a:gd name="connsiteX1357" fmla="*/ 770092 w 900282"/>
                    <a:gd name="connsiteY1357" fmla="*/ 7607 h 323736"/>
                    <a:gd name="connsiteX1358" fmla="*/ 769676 w 900282"/>
                    <a:gd name="connsiteY1358" fmla="*/ 7154 h 323736"/>
                    <a:gd name="connsiteX1359" fmla="*/ 770129 w 900282"/>
                    <a:gd name="connsiteY1359" fmla="*/ 6737 h 323736"/>
                    <a:gd name="connsiteX1360" fmla="*/ 772750 w 900282"/>
                    <a:gd name="connsiteY1360" fmla="*/ 6860 h 323736"/>
                    <a:gd name="connsiteX1361" fmla="*/ 773167 w 900282"/>
                    <a:gd name="connsiteY1361" fmla="*/ 7313 h 323736"/>
                    <a:gd name="connsiteX1362" fmla="*/ 772726 w 900282"/>
                    <a:gd name="connsiteY1362" fmla="*/ 7730 h 323736"/>
                    <a:gd name="connsiteX1363" fmla="*/ 764004 w 900282"/>
                    <a:gd name="connsiteY1363" fmla="*/ 7325 h 323736"/>
                    <a:gd name="connsiteX1364" fmla="*/ 763980 w 900282"/>
                    <a:gd name="connsiteY1364" fmla="*/ 7325 h 323736"/>
                    <a:gd name="connsiteX1365" fmla="*/ 761358 w 900282"/>
                    <a:gd name="connsiteY1365" fmla="*/ 7215 h 323736"/>
                    <a:gd name="connsiteX1366" fmla="*/ 760942 w 900282"/>
                    <a:gd name="connsiteY1366" fmla="*/ 6762 h 323736"/>
                    <a:gd name="connsiteX1367" fmla="*/ 761395 w 900282"/>
                    <a:gd name="connsiteY1367" fmla="*/ 6345 h 323736"/>
                    <a:gd name="connsiteX1368" fmla="*/ 764016 w 900282"/>
                    <a:gd name="connsiteY1368" fmla="*/ 6456 h 323736"/>
                    <a:gd name="connsiteX1369" fmla="*/ 764433 w 900282"/>
                    <a:gd name="connsiteY1369" fmla="*/ 6909 h 323736"/>
                    <a:gd name="connsiteX1370" fmla="*/ 763992 w 900282"/>
                    <a:gd name="connsiteY1370" fmla="*/ 7325 h 323736"/>
                    <a:gd name="connsiteX1371" fmla="*/ 755270 w 900282"/>
                    <a:gd name="connsiteY1371" fmla="*/ 6946 h 323736"/>
                    <a:gd name="connsiteX1372" fmla="*/ 755246 w 900282"/>
                    <a:gd name="connsiteY1372" fmla="*/ 6946 h 323736"/>
                    <a:gd name="connsiteX1373" fmla="*/ 752624 w 900282"/>
                    <a:gd name="connsiteY1373" fmla="*/ 6835 h 323736"/>
                    <a:gd name="connsiteX1374" fmla="*/ 752208 w 900282"/>
                    <a:gd name="connsiteY1374" fmla="*/ 6382 h 323736"/>
                    <a:gd name="connsiteX1375" fmla="*/ 752661 w 900282"/>
                    <a:gd name="connsiteY1375" fmla="*/ 5966 h 323736"/>
                    <a:gd name="connsiteX1376" fmla="*/ 755282 w 900282"/>
                    <a:gd name="connsiteY1376" fmla="*/ 6076 h 323736"/>
                    <a:gd name="connsiteX1377" fmla="*/ 755699 w 900282"/>
                    <a:gd name="connsiteY1377" fmla="*/ 6529 h 323736"/>
                    <a:gd name="connsiteX1378" fmla="*/ 755258 w 900282"/>
                    <a:gd name="connsiteY1378" fmla="*/ 6946 h 323736"/>
                    <a:gd name="connsiteX1379" fmla="*/ 746536 w 900282"/>
                    <a:gd name="connsiteY1379" fmla="*/ 6590 h 323736"/>
                    <a:gd name="connsiteX1380" fmla="*/ 746524 w 900282"/>
                    <a:gd name="connsiteY1380" fmla="*/ 6590 h 323736"/>
                    <a:gd name="connsiteX1381" fmla="*/ 743902 w 900282"/>
                    <a:gd name="connsiteY1381" fmla="*/ 6492 h 323736"/>
                    <a:gd name="connsiteX1382" fmla="*/ 743486 w 900282"/>
                    <a:gd name="connsiteY1382" fmla="*/ 6039 h 323736"/>
                    <a:gd name="connsiteX1383" fmla="*/ 743939 w 900282"/>
                    <a:gd name="connsiteY1383" fmla="*/ 5623 h 323736"/>
                    <a:gd name="connsiteX1384" fmla="*/ 746560 w 900282"/>
                    <a:gd name="connsiteY1384" fmla="*/ 5721 h 323736"/>
                    <a:gd name="connsiteX1385" fmla="*/ 746977 w 900282"/>
                    <a:gd name="connsiteY1385" fmla="*/ 6174 h 323736"/>
                    <a:gd name="connsiteX1386" fmla="*/ 746536 w 900282"/>
                    <a:gd name="connsiteY1386" fmla="*/ 6590 h 323736"/>
                    <a:gd name="connsiteX1387" fmla="*/ 737802 w 900282"/>
                    <a:gd name="connsiteY1387" fmla="*/ 6260 h 323736"/>
                    <a:gd name="connsiteX1388" fmla="*/ 737790 w 900282"/>
                    <a:gd name="connsiteY1388" fmla="*/ 6260 h 323736"/>
                    <a:gd name="connsiteX1389" fmla="*/ 735168 w 900282"/>
                    <a:gd name="connsiteY1389" fmla="*/ 6162 h 323736"/>
                    <a:gd name="connsiteX1390" fmla="*/ 734752 w 900282"/>
                    <a:gd name="connsiteY1390" fmla="*/ 5708 h 323736"/>
                    <a:gd name="connsiteX1391" fmla="*/ 735205 w 900282"/>
                    <a:gd name="connsiteY1391" fmla="*/ 5292 h 323736"/>
                    <a:gd name="connsiteX1392" fmla="*/ 737826 w 900282"/>
                    <a:gd name="connsiteY1392" fmla="*/ 5390 h 323736"/>
                    <a:gd name="connsiteX1393" fmla="*/ 738243 w 900282"/>
                    <a:gd name="connsiteY1393" fmla="*/ 5843 h 323736"/>
                    <a:gd name="connsiteX1394" fmla="*/ 737802 w 900282"/>
                    <a:gd name="connsiteY1394" fmla="*/ 6260 h 323736"/>
                    <a:gd name="connsiteX1395" fmla="*/ 729068 w 900282"/>
                    <a:gd name="connsiteY1395" fmla="*/ 5941 h 323736"/>
                    <a:gd name="connsiteX1396" fmla="*/ 729056 w 900282"/>
                    <a:gd name="connsiteY1396" fmla="*/ 5941 h 323736"/>
                    <a:gd name="connsiteX1397" fmla="*/ 726434 w 900282"/>
                    <a:gd name="connsiteY1397" fmla="*/ 5843 h 323736"/>
                    <a:gd name="connsiteX1398" fmla="*/ 726018 w 900282"/>
                    <a:gd name="connsiteY1398" fmla="*/ 5390 h 323736"/>
                    <a:gd name="connsiteX1399" fmla="*/ 726471 w 900282"/>
                    <a:gd name="connsiteY1399" fmla="*/ 4973 h 323736"/>
                    <a:gd name="connsiteX1400" fmla="*/ 729092 w 900282"/>
                    <a:gd name="connsiteY1400" fmla="*/ 5071 h 323736"/>
                    <a:gd name="connsiteX1401" fmla="*/ 729509 w 900282"/>
                    <a:gd name="connsiteY1401" fmla="*/ 5525 h 323736"/>
                    <a:gd name="connsiteX1402" fmla="*/ 729068 w 900282"/>
                    <a:gd name="connsiteY1402" fmla="*/ 5941 h 323736"/>
                    <a:gd name="connsiteX1403" fmla="*/ 720334 w 900282"/>
                    <a:gd name="connsiteY1403" fmla="*/ 5635 h 323736"/>
                    <a:gd name="connsiteX1404" fmla="*/ 720322 w 900282"/>
                    <a:gd name="connsiteY1404" fmla="*/ 5635 h 323736"/>
                    <a:gd name="connsiteX1405" fmla="*/ 717700 w 900282"/>
                    <a:gd name="connsiteY1405" fmla="*/ 5549 h 323736"/>
                    <a:gd name="connsiteX1406" fmla="*/ 717283 w 900282"/>
                    <a:gd name="connsiteY1406" fmla="*/ 5096 h 323736"/>
                    <a:gd name="connsiteX1407" fmla="*/ 717737 w 900282"/>
                    <a:gd name="connsiteY1407" fmla="*/ 4679 h 323736"/>
                    <a:gd name="connsiteX1408" fmla="*/ 720358 w 900282"/>
                    <a:gd name="connsiteY1408" fmla="*/ 4765 h 323736"/>
                    <a:gd name="connsiteX1409" fmla="*/ 720775 w 900282"/>
                    <a:gd name="connsiteY1409" fmla="*/ 5218 h 323736"/>
                    <a:gd name="connsiteX1410" fmla="*/ 720334 w 900282"/>
                    <a:gd name="connsiteY1410" fmla="*/ 5635 h 323736"/>
                    <a:gd name="connsiteX1411" fmla="*/ 711600 w 900282"/>
                    <a:gd name="connsiteY1411" fmla="*/ 5353 h 323736"/>
                    <a:gd name="connsiteX1412" fmla="*/ 711587 w 900282"/>
                    <a:gd name="connsiteY1412" fmla="*/ 5353 h 323736"/>
                    <a:gd name="connsiteX1413" fmla="*/ 708966 w 900282"/>
                    <a:gd name="connsiteY1413" fmla="*/ 5267 h 323736"/>
                    <a:gd name="connsiteX1414" fmla="*/ 708537 w 900282"/>
                    <a:gd name="connsiteY1414" fmla="*/ 4814 h 323736"/>
                    <a:gd name="connsiteX1415" fmla="*/ 708991 w 900282"/>
                    <a:gd name="connsiteY1415" fmla="*/ 4385 h 323736"/>
                    <a:gd name="connsiteX1416" fmla="*/ 711612 w 900282"/>
                    <a:gd name="connsiteY1416" fmla="*/ 4471 h 323736"/>
                    <a:gd name="connsiteX1417" fmla="*/ 712041 w 900282"/>
                    <a:gd name="connsiteY1417" fmla="*/ 4924 h 323736"/>
                    <a:gd name="connsiteX1418" fmla="*/ 711600 w 900282"/>
                    <a:gd name="connsiteY1418" fmla="*/ 5353 h 323736"/>
                    <a:gd name="connsiteX1419" fmla="*/ 702866 w 900282"/>
                    <a:gd name="connsiteY1419" fmla="*/ 5084 h 323736"/>
                    <a:gd name="connsiteX1420" fmla="*/ 702853 w 900282"/>
                    <a:gd name="connsiteY1420" fmla="*/ 5084 h 323736"/>
                    <a:gd name="connsiteX1421" fmla="*/ 700232 w 900282"/>
                    <a:gd name="connsiteY1421" fmla="*/ 5010 h 323736"/>
                    <a:gd name="connsiteX1422" fmla="*/ 699803 w 900282"/>
                    <a:gd name="connsiteY1422" fmla="*/ 4557 h 323736"/>
                    <a:gd name="connsiteX1423" fmla="*/ 700256 w 900282"/>
                    <a:gd name="connsiteY1423" fmla="*/ 4128 h 323736"/>
                    <a:gd name="connsiteX1424" fmla="*/ 702878 w 900282"/>
                    <a:gd name="connsiteY1424" fmla="*/ 4202 h 323736"/>
                    <a:gd name="connsiteX1425" fmla="*/ 703307 w 900282"/>
                    <a:gd name="connsiteY1425" fmla="*/ 4655 h 323736"/>
                    <a:gd name="connsiteX1426" fmla="*/ 702866 w 900282"/>
                    <a:gd name="connsiteY1426" fmla="*/ 5084 h 323736"/>
                    <a:gd name="connsiteX1427" fmla="*/ 694132 w 900282"/>
                    <a:gd name="connsiteY1427" fmla="*/ 4826 h 323736"/>
                    <a:gd name="connsiteX1428" fmla="*/ 694119 w 900282"/>
                    <a:gd name="connsiteY1428" fmla="*/ 4826 h 323736"/>
                    <a:gd name="connsiteX1429" fmla="*/ 691498 w 900282"/>
                    <a:gd name="connsiteY1429" fmla="*/ 4753 h 323736"/>
                    <a:gd name="connsiteX1430" fmla="*/ 691069 w 900282"/>
                    <a:gd name="connsiteY1430" fmla="*/ 4300 h 323736"/>
                    <a:gd name="connsiteX1431" fmla="*/ 691522 w 900282"/>
                    <a:gd name="connsiteY1431" fmla="*/ 3871 h 323736"/>
                    <a:gd name="connsiteX1432" fmla="*/ 694144 w 900282"/>
                    <a:gd name="connsiteY1432" fmla="*/ 3944 h 323736"/>
                    <a:gd name="connsiteX1433" fmla="*/ 694573 w 900282"/>
                    <a:gd name="connsiteY1433" fmla="*/ 4398 h 323736"/>
                    <a:gd name="connsiteX1434" fmla="*/ 694132 w 900282"/>
                    <a:gd name="connsiteY1434" fmla="*/ 4826 h 323736"/>
                    <a:gd name="connsiteX1435" fmla="*/ 685398 w 900282"/>
                    <a:gd name="connsiteY1435" fmla="*/ 4581 h 323736"/>
                    <a:gd name="connsiteX1436" fmla="*/ 685385 w 900282"/>
                    <a:gd name="connsiteY1436" fmla="*/ 4581 h 323736"/>
                    <a:gd name="connsiteX1437" fmla="*/ 682764 w 900282"/>
                    <a:gd name="connsiteY1437" fmla="*/ 4508 h 323736"/>
                    <a:gd name="connsiteX1438" fmla="*/ 682335 w 900282"/>
                    <a:gd name="connsiteY1438" fmla="*/ 4055 h 323736"/>
                    <a:gd name="connsiteX1439" fmla="*/ 682788 w 900282"/>
                    <a:gd name="connsiteY1439" fmla="*/ 3626 h 323736"/>
                    <a:gd name="connsiteX1440" fmla="*/ 685410 w 900282"/>
                    <a:gd name="connsiteY1440" fmla="*/ 3699 h 323736"/>
                    <a:gd name="connsiteX1441" fmla="*/ 685838 w 900282"/>
                    <a:gd name="connsiteY1441" fmla="*/ 4153 h 323736"/>
                    <a:gd name="connsiteX1442" fmla="*/ 685398 w 900282"/>
                    <a:gd name="connsiteY1442" fmla="*/ 4581 h 323736"/>
                    <a:gd name="connsiteX1443" fmla="*/ 676663 w 900282"/>
                    <a:gd name="connsiteY1443" fmla="*/ 4349 h 323736"/>
                    <a:gd name="connsiteX1444" fmla="*/ 676663 w 900282"/>
                    <a:gd name="connsiteY1444" fmla="*/ 4349 h 323736"/>
                    <a:gd name="connsiteX1445" fmla="*/ 674042 w 900282"/>
                    <a:gd name="connsiteY1445" fmla="*/ 4275 h 323736"/>
                    <a:gd name="connsiteX1446" fmla="*/ 673613 w 900282"/>
                    <a:gd name="connsiteY1446" fmla="*/ 3822 h 323736"/>
                    <a:gd name="connsiteX1447" fmla="*/ 674054 w 900282"/>
                    <a:gd name="connsiteY1447" fmla="*/ 3393 h 323736"/>
                    <a:gd name="connsiteX1448" fmla="*/ 674054 w 900282"/>
                    <a:gd name="connsiteY1448" fmla="*/ 3393 h 323736"/>
                    <a:gd name="connsiteX1449" fmla="*/ 676676 w 900282"/>
                    <a:gd name="connsiteY1449" fmla="*/ 3467 h 323736"/>
                    <a:gd name="connsiteX1450" fmla="*/ 677104 w 900282"/>
                    <a:gd name="connsiteY1450" fmla="*/ 3920 h 323736"/>
                    <a:gd name="connsiteX1451" fmla="*/ 676663 w 900282"/>
                    <a:gd name="connsiteY1451" fmla="*/ 4349 h 323736"/>
                    <a:gd name="connsiteX1452" fmla="*/ 667929 w 900282"/>
                    <a:gd name="connsiteY1452" fmla="*/ 4128 h 323736"/>
                    <a:gd name="connsiteX1453" fmla="*/ 667929 w 900282"/>
                    <a:gd name="connsiteY1453" fmla="*/ 4128 h 323736"/>
                    <a:gd name="connsiteX1454" fmla="*/ 665308 w 900282"/>
                    <a:gd name="connsiteY1454" fmla="*/ 4067 h 323736"/>
                    <a:gd name="connsiteX1455" fmla="*/ 664879 w 900282"/>
                    <a:gd name="connsiteY1455" fmla="*/ 3614 h 323736"/>
                    <a:gd name="connsiteX1456" fmla="*/ 665332 w 900282"/>
                    <a:gd name="connsiteY1456" fmla="*/ 3185 h 323736"/>
                    <a:gd name="connsiteX1457" fmla="*/ 667954 w 900282"/>
                    <a:gd name="connsiteY1457" fmla="*/ 3246 h 323736"/>
                    <a:gd name="connsiteX1458" fmla="*/ 668383 w 900282"/>
                    <a:gd name="connsiteY1458" fmla="*/ 3699 h 323736"/>
                    <a:gd name="connsiteX1459" fmla="*/ 667942 w 900282"/>
                    <a:gd name="connsiteY1459" fmla="*/ 4128 h 323736"/>
                    <a:gd name="connsiteX1460" fmla="*/ 10130 w 900282"/>
                    <a:gd name="connsiteY1460" fmla="*/ 3920 h 323736"/>
                    <a:gd name="connsiteX1461" fmla="*/ 9873 w 900282"/>
                    <a:gd name="connsiteY1461" fmla="*/ 3834 h 323736"/>
                    <a:gd name="connsiteX1462" fmla="*/ 9775 w 900282"/>
                    <a:gd name="connsiteY1462" fmla="*/ 3222 h 323736"/>
                    <a:gd name="connsiteX1463" fmla="*/ 11943 w 900282"/>
                    <a:gd name="connsiteY1463" fmla="*/ 2095 h 323736"/>
                    <a:gd name="connsiteX1464" fmla="*/ 12446 w 900282"/>
                    <a:gd name="connsiteY1464" fmla="*/ 2095 h 323736"/>
                    <a:gd name="connsiteX1465" fmla="*/ 12446 w 900282"/>
                    <a:gd name="connsiteY1465" fmla="*/ 2095 h 323736"/>
                    <a:gd name="connsiteX1466" fmla="*/ 12887 w 900282"/>
                    <a:gd name="connsiteY1466" fmla="*/ 2523 h 323736"/>
                    <a:gd name="connsiteX1467" fmla="*/ 12458 w 900282"/>
                    <a:gd name="connsiteY1467" fmla="*/ 2964 h 323736"/>
                    <a:gd name="connsiteX1468" fmla="*/ 11968 w 900282"/>
                    <a:gd name="connsiteY1468" fmla="*/ 2964 h 323736"/>
                    <a:gd name="connsiteX1469" fmla="*/ 10498 w 900282"/>
                    <a:gd name="connsiteY1469" fmla="*/ 3736 h 323736"/>
                    <a:gd name="connsiteX1470" fmla="*/ 10143 w 900282"/>
                    <a:gd name="connsiteY1470" fmla="*/ 3920 h 323736"/>
                    <a:gd name="connsiteX1471" fmla="*/ 659195 w 900282"/>
                    <a:gd name="connsiteY1471" fmla="*/ 3920 h 323736"/>
                    <a:gd name="connsiteX1472" fmla="*/ 659195 w 900282"/>
                    <a:gd name="connsiteY1472" fmla="*/ 3920 h 323736"/>
                    <a:gd name="connsiteX1473" fmla="*/ 656574 w 900282"/>
                    <a:gd name="connsiteY1473" fmla="*/ 3859 h 323736"/>
                    <a:gd name="connsiteX1474" fmla="*/ 656145 w 900282"/>
                    <a:gd name="connsiteY1474" fmla="*/ 3405 h 323736"/>
                    <a:gd name="connsiteX1475" fmla="*/ 656598 w 900282"/>
                    <a:gd name="connsiteY1475" fmla="*/ 2977 h 323736"/>
                    <a:gd name="connsiteX1476" fmla="*/ 659220 w 900282"/>
                    <a:gd name="connsiteY1476" fmla="*/ 3038 h 323736"/>
                    <a:gd name="connsiteX1477" fmla="*/ 659649 w 900282"/>
                    <a:gd name="connsiteY1477" fmla="*/ 3491 h 323736"/>
                    <a:gd name="connsiteX1478" fmla="*/ 659208 w 900282"/>
                    <a:gd name="connsiteY1478" fmla="*/ 3920 h 323736"/>
                    <a:gd name="connsiteX1479" fmla="*/ 650461 w 900282"/>
                    <a:gd name="connsiteY1479" fmla="*/ 3712 h 323736"/>
                    <a:gd name="connsiteX1480" fmla="*/ 650461 w 900282"/>
                    <a:gd name="connsiteY1480" fmla="*/ 3712 h 323736"/>
                    <a:gd name="connsiteX1481" fmla="*/ 647840 w 900282"/>
                    <a:gd name="connsiteY1481" fmla="*/ 3650 h 323736"/>
                    <a:gd name="connsiteX1482" fmla="*/ 647411 w 900282"/>
                    <a:gd name="connsiteY1482" fmla="*/ 3209 h 323736"/>
                    <a:gd name="connsiteX1483" fmla="*/ 647852 w 900282"/>
                    <a:gd name="connsiteY1483" fmla="*/ 2781 h 323736"/>
                    <a:gd name="connsiteX1484" fmla="*/ 650474 w 900282"/>
                    <a:gd name="connsiteY1484" fmla="*/ 2842 h 323736"/>
                    <a:gd name="connsiteX1485" fmla="*/ 650902 w 900282"/>
                    <a:gd name="connsiteY1485" fmla="*/ 3295 h 323736"/>
                    <a:gd name="connsiteX1486" fmla="*/ 650461 w 900282"/>
                    <a:gd name="connsiteY1486" fmla="*/ 3724 h 323736"/>
                    <a:gd name="connsiteX1487" fmla="*/ 641727 w 900282"/>
                    <a:gd name="connsiteY1487" fmla="*/ 3516 h 323736"/>
                    <a:gd name="connsiteX1488" fmla="*/ 641727 w 900282"/>
                    <a:gd name="connsiteY1488" fmla="*/ 3516 h 323736"/>
                    <a:gd name="connsiteX1489" fmla="*/ 639106 w 900282"/>
                    <a:gd name="connsiteY1489" fmla="*/ 3454 h 323736"/>
                    <a:gd name="connsiteX1490" fmla="*/ 638677 w 900282"/>
                    <a:gd name="connsiteY1490" fmla="*/ 3013 h 323736"/>
                    <a:gd name="connsiteX1491" fmla="*/ 639118 w 900282"/>
                    <a:gd name="connsiteY1491" fmla="*/ 2585 h 323736"/>
                    <a:gd name="connsiteX1492" fmla="*/ 641739 w 900282"/>
                    <a:gd name="connsiteY1492" fmla="*/ 2646 h 323736"/>
                    <a:gd name="connsiteX1493" fmla="*/ 642168 w 900282"/>
                    <a:gd name="connsiteY1493" fmla="*/ 3087 h 323736"/>
                    <a:gd name="connsiteX1494" fmla="*/ 641727 w 900282"/>
                    <a:gd name="connsiteY1494" fmla="*/ 3516 h 323736"/>
                    <a:gd name="connsiteX1495" fmla="*/ 632993 w 900282"/>
                    <a:gd name="connsiteY1495" fmla="*/ 3332 h 323736"/>
                    <a:gd name="connsiteX1496" fmla="*/ 632993 w 900282"/>
                    <a:gd name="connsiteY1496" fmla="*/ 3332 h 323736"/>
                    <a:gd name="connsiteX1497" fmla="*/ 630372 w 900282"/>
                    <a:gd name="connsiteY1497" fmla="*/ 3283 h 323736"/>
                    <a:gd name="connsiteX1498" fmla="*/ 629943 w 900282"/>
                    <a:gd name="connsiteY1498" fmla="*/ 2842 h 323736"/>
                    <a:gd name="connsiteX1499" fmla="*/ 630384 w 900282"/>
                    <a:gd name="connsiteY1499" fmla="*/ 2413 h 323736"/>
                    <a:gd name="connsiteX1500" fmla="*/ 633005 w 900282"/>
                    <a:gd name="connsiteY1500" fmla="*/ 2462 h 323736"/>
                    <a:gd name="connsiteX1501" fmla="*/ 633434 w 900282"/>
                    <a:gd name="connsiteY1501" fmla="*/ 2903 h 323736"/>
                    <a:gd name="connsiteX1502" fmla="*/ 632993 w 900282"/>
                    <a:gd name="connsiteY1502" fmla="*/ 3332 h 323736"/>
                    <a:gd name="connsiteX1503" fmla="*/ 624259 w 900282"/>
                    <a:gd name="connsiteY1503" fmla="*/ 3160 h 323736"/>
                    <a:gd name="connsiteX1504" fmla="*/ 624259 w 900282"/>
                    <a:gd name="connsiteY1504" fmla="*/ 3160 h 323736"/>
                    <a:gd name="connsiteX1505" fmla="*/ 621638 w 900282"/>
                    <a:gd name="connsiteY1505" fmla="*/ 3111 h 323736"/>
                    <a:gd name="connsiteX1506" fmla="*/ 621209 w 900282"/>
                    <a:gd name="connsiteY1506" fmla="*/ 2670 h 323736"/>
                    <a:gd name="connsiteX1507" fmla="*/ 621650 w 900282"/>
                    <a:gd name="connsiteY1507" fmla="*/ 2242 h 323736"/>
                    <a:gd name="connsiteX1508" fmla="*/ 624271 w 900282"/>
                    <a:gd name="connsiteY1508" fmla="*/ 2291 h 323736"/>
                    <a:gd name="connsiteX1509" fmla="*/ 624700 w 900282"/>
                    <a:gd name="connsiteY1509" fmla="*/ 2732 h 323736"/>
                    <a:gd name="connsiteX1510" fmla="*/ 624259 w 900282"/>
                    <a:gd name="connsiteY1510" fmla="*/ 3160 h 323736"/>
                    <a:gd name="connsiteX1511" fmla="*/ 615525 w 900282"/>
                    <a:gd name="connsiteY1511" fmla="*/ 2989 h 323736"/>
                    <a:gd name="connsiteX1512" fmla="*/ 615525 w 900282"/>
                    <a:gd name="connsiteY1512" fmla="*/ 2989 h 323736"/>
                    <a:gd name="connsiteX1513" fmla="*/ 612903 w 900282"/>
                    <a:gd name="connsiteY1513" fmla="*/ 2940 h 323736"/>
                    <a:gd name="connsiteX1514" fmla="*/ 612475 w 900282"/>
                    <a:gd name="connsiteY1514" fmla="*/ 2499 h 323736"/>
                    <a:gd name="connsiteX1515" fmla="*/ 612916 w 900282"/>
                    <a:gd name="connsiteY1515" fmla="*/ 2070 h 323736"/>
                    <a:gd name="connsiteX1516" fmla="*/ 612916 w 900282"/>
                    <a:gd name="connsiteY1516" fmla="*/ 2070 h 323736"/>
                    <a:gd name="connsiteX1517" fmla="*/ 615537 w 900282"/>
                    <a:gd name="connsiteY1517" fmla="*/ 2119 h 323736"/>
                    <a:gd name="connsiteX1518" fmla="*/ 615966 w 900282"/>
                    <a:gd name="connsiteY1518" fmla="*/ 2560 h 323736"/>
                    <a:gd name="connsiteX1519" fmla="*/ 615525 w 900282"/>
                    <a:gd name="connsiteY1519" fmla="*/ 2989 h 323736"/>
                    <a:gd name="connsiteX1520" fmla="*/ 18595 w 900282"/>
                    <a:gd name="connsiteY1520" fmla="*/ 2891 h 323736"/>
                    <a:gd name="connsiteX1521" fmla="*/ 18154 w 900282"/>
                    <a:gd name="connsiteY1521" fmla="*/ 2462 h 323736"/>
                    <a:gd name="connsiteX1522" fmla="*/ 18583 w 900282"/>
                    <a:gd name="connsiteY1522" fmla="*/ 2021 h 323736"/>
                    <a:gd name="connsiteX1523" fmla="*/ 21204 w 900282"/>
                    <a:gd name="connsiteY1523" fmla="*/ 1984 h 323736"/>
                    <a:gd name="connsiteX1524" fmla="*/ 21204 w 900282"/>
                    <a:gd name="connsiteY1524" fmla="*/ 1984 h 323736"/>
                    <a:gd name="connsiteX1525" fmla="*/ 21645 w 900282"/>
                    <a:gd name="connsiteY1525" fmla="*/ 2413 h 323736"/>
                    <a:gd name="connsiteX1526" fmla="*/ 21217 w 900282"/>
                    <a:gd name="connsiteY1526" fmla="*/ 2854 h 323736"/>
                    <a:gd name="connsiteX1527" fmla="*/ 18595 w 900282"/>
                    <a:gd name="connsiteY1527" fmla="*/ 2891 h 323736"/>
                    <a:gd name="connsiteX1528" fmla="*/ 18595 w 900282"/>
                    <a:gd name="connsiteY1528" fmla="*/ 2891 h 323736"/>
                    <a:gd name="connsiteX1529" fmla="*/ 606791 w 900282"/>
                    <a:gd name="connsiteY1529" fmla="*/ 2830 h 323736"/>
                    <a:gd name="connsiteX1530" fmla="*/ 606791 w 900282"/>
                    <a:gd name="connsiteY1530" fmla="*/ 2830 h 323736"/>
                    <a:gd name="connsiteX1531" fmla="*/ 604169 w 900282"/>
                    <a:gd name="connsiteY1531" fmla="*/ 2781 h 323736"/>
                    <a:gd name="connsiteX1532" fmla="*/ 603741 w 900282"/>
                    <a:gd name="connsiteY1532" fmla="*/ 2340 h 323736"/>
                    <a:gd name="connsiteX1533" fmla="*/ 604182 w 900282"/>
                    <a:gd name="connsiteY1533" fmla="*/ 1911 h 323736"/>
                    <a:gd name="connsiteX1534" fmla="*/ 606803 w 900282"/>
                    <a:gd name="connsiteY1534" fmla="*/ 1960 h 323736"/>
                    <a:gd name="connsiteX1535" fmla="*/ 607232 w 900282"/>
                    <a:gd name="connsiteY1535" fmla="*/ 2401 h 323736"/>
                    <a:gd name="connsiteX1536" fmla="*/ 606791 w 900282"/>
                    <a:gd name="connsiteY1536" fmla="*/ 2830 h 323736"/>
                    <a:gd name="connsiteX1537" fmla="*/ 27341 w 900282"/>
                    <a:gd name="connsiteY1537" fmla="*/ 2781 h 323736"/>
                    <a:gd name="connsiteX1538" fmla="*/ 26900 w 900282"/>
                    <a:gd name="connsiteY1538" fmla="*/ 2352 h 323736"/>
                    <a:gd name="connsiteX1539" fmla="*/ 27329 w 900282"/>
                    <a:gd name="connsiteY1539" fmla="*/ 1911 h 323736"/>
                    <a:gd name="connsiteX1540" fmla="*/ 29951 w 900282"/>
                    <a:gd name="connsiteY1540" fmla="*/ 1874 h 323736"/>
                    <a:gd name="connsiteX1541" fmla="*/ 29951 w 900282"/>
                    <a:gd name="connsiteY1541" fmla="*/ 1874 h 323736"/>
                    <a:gd name="connsiteX1542" fmla="*/ 30392 w 900282"/>
                    <a:gd name="connsiteY1542" fmla="*/ 2303 h 323736"/>
                    <a:gd name="connsiteX1543" fmla="*/ 29963 w 900282"/>
                    <a:gd name="connsiteY1543" fmla="*/ 2744 h 323736"/>
                    <a:gd name="connsiteX1544" fmla="*/ 27341 w 900282"/>
                    <a:gd name="connsiteY1544" fmla="*/ 2781 h 323736"/>
                    <a:gd name="connsiteX1545" fmla="*/ 27341 w 900282"/>
                    <a:gd name="connsiteY1545" fmla="*/ 2781 h 323736"/>
                    <a:gd name="connsiteX1546" fmla="*/ 598057 w 900282"/>
                    <a:gd name="connsiteY1546" fmla="*/ 2683 h 323736"/>
                    <a:gd name="connsiteX1547" fmla="*/ 598057 w 900282"/>
                    <a:gd name="connsiteY1547" fmla="*/ 2683 h 323736"/>
                    <a:gd name="connsiteX1548" fmla="*/ 595435 w 900282"/>
                    <a:gd name="connsiteY1548" fmla="*/ 2634 h 323736"/>
                    <a:gd name="connsiteX1549" fmla="*/ 595007 w 900282"/>
                    <a:gd name="connsiteY1549" fmla="*/ 2193 h 323736"/>
                    <a:gd name="connsiteX1550" fmla="*/ 595448 w 900282"/>
                    <a:gd name="connsiteY1550" fmla="*/ 1764 h 323736"/>
                    <a:gd name="connsiteX1551" fmla="*/ 598069 w 900282"/>
                    <a:gd name="connsiteY1551" fmla="*/ 1813 h 323736"/>
                    <a:gd name="connsiteX1552" fmla="*/ 598498 w 900282"/>
                    <a:gd name="connsiteY1552" fmla="*/ 2254 h 323736"/>
                    <a:gd name="connsiteX1553" fmla="*/ 598057 w 900282"/>
                    <a:gd name="connsiteY1553" fmla="*/ 2683 h 323736"/>
                    <a:gd name="connsiteX1554" fmla="*/ 36088 w 900282"/>
                    <a:gd name="connsiteY1554" fmla="*/ 2683 h 323736"/>
                    <a:gd name="connsiteX1555" fmla="*/ 35647 w 900282"/>
                    <a:gd name="connsiteY1555" fmla="*/ 2254 h 323736"/>
                    <a:gd name="connsiteX1556" fmla="*/ 36076 w 900282"/>
                    <a:gd name="connsiteY1556" fmla="*/ 1813 h 323736"/>
                    <a:gd name="connsiteX1557" fmla="*/ 38697 w 900282"/>
                    <a:gd name="connsiteY1557" fmla="*/ 1788 h 323736"/>
                    <a:gd name="connsiteX1558" fmla="*/ 38697 w 900282"/>
                    <a:gd name="connsiteY1558" fmla="*/ 1788 h 323736"/>
                    <a:gd name="connsiteX1559" fmla="*/ 39138 w 900282"/>
                    <a:gd name="connsiteY1559" fmla="*/ 2217 h 323736"/>
                    <a:gd name="connsiteX1560" fmla="*/ 38709 w 900282"/>
                    <a:gd name="connsiteY1560" fmla="*/ 2658 h 323736"/>
                    <a:gd name="connsiteX1561" fmla="*/ 36088 w 900282"/>
                    <a:gd name="connsiteY1561" fmla="*/ 2683 h 323736"/>
                    <a:gd name="connsiteX1562" fmla="*/ 36088 w 900282"/>
                    <a:gd name="connsiteY1562" fmla="*/ 2683 h 323736"/>
                    <a:gd name="connsiteX1563" fmla="*/ 44834 w 900282"/>
                    <a:gd name="connsiteY1563" fmla="*/ 2585 h 323736"/>
                    <a:gd name="connsiteX1564" fmla="*/ 44393 w 900282"/>
                    <a:gd name="connsiteY1564" fmla="*/ 2156 h 323736"/>
                    <a:gd name="connsiteX1565" fmla="*/ 44822 w 900282"/>
                    <a:gd name="connsiteY1565" fmla="*/ 1715 h 323736"/>
                    <a:gd name="connsiteX1566" fmla="*/ 47443 w 900282"/>
                    <a:gd name="connsiteY1566" fmla="*/ 1690 h 323736"/>
                    <a:gd name="connsiteX1567" fmla="*/ 47884 w 900282"/>
                    <a:gd name="connsiteY1567" fmla="*/ 2119 h 323736"/>
                    <a:gd name="connsiteX1568" fmla="*/ 47455 w 900282"/>
                    <a:gd name="connsiteY1568" fmla="*/ 2560 h 323736"/>
                    <a:gd name="connsiteX1569" fmla="*/ 44834 w 900282"/>
                    <a:gd name="connsiteY1569" fmla="*/ 2585 h 323736"/>
                    <a:gd name="connsiteX1570" fmla="*/ 44834 w 900282"/>
                    <a:gd name="connsiteY1570" fmla="*/ 2585 h 323736"/>
                    <a:gd name="connsiteX1571" fmla="*/ 589323 w 900282"/>
                    <a:gd name="connsiteY1571" fmla="*/ 2536 h 323736"/>
                    <a:gd name="connsiteX1572" fmla="*/ 589323 w 900282"/>
                    <a:gd name="connsiteY1572" fmla="*/ 2536 h 323736"/>
                    <a:gd name="connsiteX1573" fmla="*/ 586701 w 900282"/>
                    <a:gd name="connsiteY1573" fmla="*/ 2499 h 323736"/>
                    <a:gd name="connsiteX1574" fmla="*/ 586273 w 900282"/>
                    <a:gd name="connsiteY1574" fmla="*/ 2058 h 323736"/>
                    <a:gd name="connsiteX1575" fmla="*/ 586714 w 900282"/>
                    <a:gd name="connsiteY1575" fmla="*/ 1629 h 323736"/>
                    <a:gd name="connsiteX1576" fmla="*/ 589335 w 900282"/>
                    <a:gd name="connsiteY1576" fmla="*/ 1666 h 323736"/>
                    <a:gd name="connsiteX1577" fmla="*/ 589764 w 900282"/>
                    <a:gd name="connsiteY1577" fmla="*/ 2107 h 323736"/>
                    <a:gd name="connsiteX1578" fmla="*/ 589323 w 900282"/>
                    <a:gd name="connsiteY1578" fmla="*/ 2536 h 323736"/>
                    <a:gd name="connsiteX1579" fmla="*/ 53580 w 900282"/>
                    <a:gd name="connsiteY1579" fmla="*/ 2487 h 323736"/>
                    <a:gd name="connsiteX1580" fmla="*/ 53139 w 900282"/>
                    <a:gd name="connsiteY1580" fmla="*/ 2058 h 323736"/>
                    <a:gd name="connsiteX1581" fmla="*/ 53568 w 900282"/>
                    <a:gd name="connsiteY1581" fmla="*/ 1617 h 323736"/>
                    <a:gd name="connsiteX1582" fmla="*/ 56190 w 900282"/>
                    <a:gd name="connsiteY1582" fmla="*/ 1592 h 323736"/>
                    <a:gd name="connsiteX1583" fmla="*/ 56190 w 900282"/>
                    <a:gd name="connsiteY1583" fmla="*/ 1592 h 323736"/>
                    <a:gd name="connsiteX1584" fmla="*/ 56631 w 900282"/>
                    <a:gd name="connsiteY1584" fmla="*/ 2021 h 323736"/>
                    <a:gd name="connsiteX1585" fmla="*/ 56202 w 900282"/>
                    <a:gd name="connsiteY1585" fmla="*/ 2462 h 323736"/>
                    <a:gd name="connsiteX1586" fmla="*/ 53580 w 900282"/>
                    <a:gd name="connsiteY1586" fmla="*/ 2487 h 323736"/>
                    <a:gd name="connsiteX1587" fmla="*/ 53580 w 900282"/>
                    <a:gd name="connsiteY1587" fmla="*/ 2487 h 323736"/>
                    <a:gd name="connsiteX1588" fmla="*/ 580589 w 900282"/>
                    <a:gd name="connsiteY1588" fmla="*/ 2401 h 323736"/>
                    <a:gd name="connsiteX1589" fmla="*/ 580589 w 900282"/>
                    <a:gd name="connsiteY1589" fmla="*/ 2401 h 323736"/>
                    <a:gd name="connsiteX1590" fmla="*/ 577967 w 900282"/>
                    <a:gd name="connsiteY1590" fmla="*/ 2364 h 323736"/>
                    <a:gd name="connsiteX1591" fmla="*/ 577539 w 900282"/>
                    <a:gd name="connsiteY1591" fmla="*/ 1923 h 323736"/>
                    <a:gd name="connsiteX1592" fmla="*/ 577979 w 900282"/>
                    <a:gd name="connsiteY1592" fmla="*/ 1494 h 323736"/>
                    <a:gd name="connsiteX1593" fmla="*/ 580601 w 900282"/>
                    <a:gd name="connsiteY1593" fmla="*/ 1531 h 323736"/>
                    <a:gd name="connsiteX1594" fmla="*/ 581030 w 900282"/>
                    <a:gd name="connsiteY1594" fmla="*/ 1972 h 323736"/>
                    <a:gd name="connsiteX1595" fmla="*/ 580589 w 900282"/>
                    <a:gd name="connsiteY1595" fmla="*/ 2401 h 323736"/>
                    <a:gd name="connsiteX1596" fmla="*/ 62327 w 900282"/>
                    <a:gd name="connsiteY1596" fmla="*/ 2389 h 323736"/>
                    <a:gd name="connsiteX1597" fmla="*/ 61886 w 900282"/>
                    <a:gd name="connsiteY1597" fmla="*/ 1960 h 323736"/>
                    <a:gd name="connsiteX1598" fmla="*/ 62314 w 900282"/>
                    <a:gd name="connsiteY1598" fmla="*/ 1519 h 323736"/>
                    <a:gd name="connsiteX1599" fmla="*/ 64936 w 900282"/>
                    <a:gd name="connsiteY1599" fmla="*/ 1494 h 323736"/>
                    <a:gd name="connsiteX1600" fmla="*/ 64936 w 900282"/>
                    <a:gd name="connsiteY1600" fmla="*/ 1494 h 323736"/>
                    <a:gd name="connsiteX1601" fmla="*/ 65377 w 900282"/>
                    <a:gd name="connsiteY1601" fmla="*/ 1923 h 323736"/>
                    <a:gd name="connsiteX1602" fmla="*/ 64948 w 900282"/>
                    <a:gd name="connsiteY1602" fmla="*/ 2364 h 323736"/>
                    <a:gd name="connsiteX1603" fmla="*/ 62327 w 900282"/>
                    <a:gd name="connsiteY1603" fmla="*/ 2389 h 323736"/>
                    <a:gd name="connsiteX1604" fmla="*/ 62327 w 900282"/>
                    <a:gd name="connsiteY1604" fmla="*/ 2389 h 323736"/>
                    <a:gd name="connsiteX1605" fmla="*/ 71073 w 900282"/>
                    <a:gd name="connsiteY1605" fmla="*/ 2291 h 323736"/>
                    <a:gd name="connsiteX1606" fmla="*/ 70632 w 900282"/>
                    <a:gd name="connsiteY1606" fmla="*/ 1862 h 323736"/>
                    <a:gd name="connsiteX1607" fmla="*/ 71061 w 900282"/>
                    <a:gd name="connsiteY1607" fmla="*/ 1421 h 323736"/>
                    <a:gd name="connsiteX1608" fmla="*/ 73682 w 900282"/>
                    <a:gd name="connsiteY1608" fmla="*/ 1396 h 323736"/>
                    <a:gd name="connsiteX1609" fmla="*/ 74123 w 900282"/>
                    <a:gd name="connsiteY1609" fmla="*/ 1825 h 323736"/>
                    <a:gd name="connsiteX1610" fmla="*/ 73694 w 900282"/>
                    <a:gd name="connsiteY1610" fmla="*/ 2266 h 323736"/>
                    <a:gd name="connsiteX1611" fmla="*/ 71073 w 900282"/>
                    <a:gd name="connsiteY1611" fmla="*/ 2291 h 323736"/>
                    <a:gd name="connsiteX1612" fmla="*/ 71073 w 900282"/>
                    <a:gd name="connsiteY1612" fmla="*/ 2291 h 323736"/>
                    <a:gd name="connsiteX1613" fmla="*/ 571855 w 900282"/>
                    <a:gd name="connsiteY1613" fmla="*/ 2266 h 323736"/>
                    <a:gd name="connsiteX1614" fmla="*/ 571855 w 900282"/>
                    <a:gd name="connsiteY1614" fmla="*/ 2266 h 323736"/>
                    <a:gd name="connsiteX1615" fmla="*/ 569233 w 900282"/>
                    <a:gd name="connsiteY1615" fmla="*/ 2229 h 323736"/>
                    <a:gd name="connsiteX1616" fmla="*/ 568804 w 900282"/>
                    <a:gd name="connsiteY1616" fmla="*/ 1788 h 323736"/>
                    <a:gd name="connsiteX1617" fmla="*/ 569245 w 900282"/>
                    <a:gd name="connsiteY1617" fmla="*/ 1360 h 323736"/>
                    <a:gd name="connsiteX1618" fmla="*/ 571867 w 900282"/>
                    <a:gd name="connsiteY1618" fmla="*/ 1396 h 323736"/>
                    <a:gd name="connsiteX1619" fmla="*/ 572296 w 900282"/>
                    <a:gd name="connsiteY1619" fmla="*/ 1837 h 323736"/>
                    <a:gd name="connsiteX1620" fmla="*/ 571855 w 900282"/>
                    <a:gd name="connsiteY1620" fmla="*/ 2266 h 323736"/>
                    <a:gd name="connsiteX1621" fmla="*/ 79807 w 900282"/>
                    <a:gd name="connsiteY1621" fmla="*/ 2205 h 323736"/>
                    <a:gd name="connsiteX1622" fmla="*/ 79366 w 900282"/>
                    <a:gd name="connsiteY1622" fmla="*/ 1776 h 323736"/>
                    <a:gd name="connsiteX1623" fmla="*/ 79795 w 900282"/>
                    <a:gd name="connsiteY1623" fmla="*/ 1335 h 323736"/>
                    <a:gd name="connsiteX1624" fmla="*/ 82416 w 900282"/>
                    <a:gd name="connsiteY1624" fmla="*/ 1311 h 323736"/>
                    <a:gd name="connsiteX1625" fmla="*/ 82416 w 900282"/>
                    <a:gd name="connsiteY1625" fmla="*/ 1311 h 323736"/>
                    <a:gd name="connsiteX1626" fmla="*/ 82857 w 900282"/>
                    <a:gd name="connsiteY1626" fmla="*/ 1739 h 323736"/>
                    <a:gd name="connsiteX1627" fmla="*/ 82428 w 900282"/>
                    <a:gd name="connsiteY1627" fmla="*/ 2180 h 323736"/>
                    <a:gd name="connsiteX1628" fmla="*/ 79807 w 900282"/>
                    <a:gd name="connsiteY1628" fmla="*/ 2205 h 323736"/>
                    <a:gd name="connsiteX1629" fmla="*/ 79807 w 900282"/>
                    <a:gd name="connsiteY1629" fmla="*/ 2205 h 323736"/>
                    <a:gd name="connsiteX1630" fmla="*/ 563108 w 900282"/>
                    <a:gd name="connsiteY1630" fmla="*/ 2144 h 323736"/>
                    <a:gd name="connsiteX1631" fmla="*/ 563108 w 900282"/>
                    <a:gd name="connsiteY1631" fmla="*/ 2144 h 323736"/>
                    <a:gd name="connsiteX1632" fmla="*/ 560536 w 900282"/>
                    <a:gd name="connsiteY1632" fmla="*/ 2107 h 323736"/>
                    <a:gd name="connsiteX1633" fmla="*/ 560083 w 900282"/>
                    <a:gd name="connsiteY1633" fmla="*/ 1666 h 323736"/>
                    <a:gd name="connsiteX1634" fmla="*/ 560487 w 900282"/>
                    <a:gd name="connsiteY1634" fmla="*/ 1237 h 323736"/>
                    <a:gd name="connsiteX1635" fmla="*/ 560487 w 900282"/>
                    <a:gd name="connsiteY1635" fmla="*/ 1237 h 323736"/>
                    <a:gd name="connsiteX1636" fmla="*/ 563108 w 900282"/>
                    <a:gd name="connsiteY1636" fmla="*/ 1274 h 323736"/>
                    <a:gd name="connsiteX1637" fmla="*/ 563537 w 900282"/>
                    <a:gd name="connsiteY1637" fmla="*/ 1715 h 323736"/>
                    <a:gd name="connsiteX1638" fmla="*/ 563096 w 900282"/>
                    <a:gd name="connsiteY1638" fmla="*/ 2144 h 323736"/>
                    <a:gd name="connsiteX1639" fmla="*/ 88553 w 900282"/>
                    <a:gd name="connsiteY1639" fmla="*/ 2107 h 323736"/>
                    <a:gd name="connsiteX1640" fmla="*/ 88112 w 900282"/>
                    <a:gd name="connsiteY1640" fmla="*/ 1678 h 323736"/>
                    <a:gd name="connsiteX1641" fmla="*/ 88541 w 900282"/>
                    <a:gd name="connsiteY1641" fmla="*/ 1237 h 323736"/>
                    <a:gd name="connsiteX1642" fmla="*/ 91163 w 900282"/>
                    <a:gd name="connsiteY1642" fmla="*/ 1213 h 323736"/>
                    <a:gd name="connsiteX1643" fmla="*/ 91163 w 900282"/>
                    <a:gd name="connsiteY1643" fmla="*/ 1213 h 323736"/>
                    <a:gd name="connsiteX1644" fmla="*/ 91604 w 900282"/>
                    <a:gd name="connsiteY1644" fmla="*/ 1641 h 323736"/>
                    <a:gd name="connsiteX1645" fmla="*/ 91175 w 900282"/>
                    <a:gd name="connsiteY1645" fmla="*/ 2082 h 323736"/>
                    <a:gd name="connsiteX1646" fmla="*/ 88553 w 900282"/>
                    <a:gd name="connsiteY1646" fmla="*/ 2107 h 323736"/>
                    <a:gd name="connsiteX1647" fmla="*/ 88553 w 900282"/>
                    <a:gd name="connsiteY1647" fmla="*/ 2107 h 323736"/>
                    <a:gd name="connsiteX1648" fmla="*/ 97300 w 900282"/>
                    <a:gd name="connsiteY1648" fmla="*/ 2021 h 323736"/>
                    <a:gd name="connsiteX1649" fmla="*/ 96859 w 900282"/>
                    <a:gd name="connsiteY1649" fmla="*/ 1592 h 323736"/>
                    <a:gd name="connsiteX1650" fmla="*/ 97287 w 900282"/>
                    <a:gd name="connsiteY1650" fmla="*/ 1151 h 323736"/>
                    <a:gd name="connsiteX1651" fmla="*/ 99909 w 900282"/>
                    <a:gd name="connsiteY1651" fmla="*/ 1127 h 323736"/>
                    <a:gd name="connsiteX1652" fmla="*/ 99909 w 900282"/>
                    <a:gd name="connsiteY1652" fmla="*/ 1127 h 323736"/>
                    <a:gd name="connsiteX1653" fmla="*/ 100350 w 900282"/>
                    <a:gd name="connsiteY1653" fmla="*/ 1556 h 323736"/>
                    <a:gd name="connsiteX1654" fmla="*/ 99921 w 900282"/>
                    <a:gd name="connsiteY1654" fmla="*/ 1997 h 323736"/>
                    <a:gd name="connsiteX1655" fmla="*/ 97300 w 900282"/>
                    <a:gd name="connsiteY1655" fmla="*/ 2021 h 323736"/>
                    <a:gd name="connsiteX1656" fmla="*/ 97300 w 900282"/>
                    <a:gd name="connsiteY1656" fmla="*/ 2021 h 323736"/>
                    <a:gd name="connsiteX1657" fmla="*/ 554387 w 900282"/>
                    <a:gd name="connsiteY1657" fmla="*/ 2021 h 323736"/>
                    <a:gd name="connsiteX1658" fmla="*/ 554387 w 900282"/>
                    <a:gd name="connsiteY1658" fmla="*/ 2021 h 323736"/>
                    <a:gd name="connsiteX1659" fmla="*/ 551765 w 900282"/>
                    <a:gd name="connsiteY1659" fmla="*/ 1984 h 323736"/>
                    <a:gd name="connsiteX1660" fmla="*/ 551336 w 900282"/>
                    <a:gd name="connsiteY1660" fmla="*/ 1543 h 323736"/>
                    <a:gd name="connsiteX1661" fmla="*/ 551777 w 900282"/>
                    <a:gd name="connsiteY1661" fmla="*/ 1115 h 323736"/>
                    <a:gd name="connsiteX1662" fmla="*/ 554399 w 900282"/>
                    <a:gd name="connsiteY1662" fmla="*/ 1151 h 323736"/>
                    <a:gd name="connsiteX1663" fmla="*/ 554828 w 900282"/>
                    <a:gd name="connsiteY1663" fmla="*/ 1592 h 323736"/>
                    <a:gd name="connsiteX1664" fmla="*/ 554387 w 900282"/>
                    <a:gd name="connsiteY1664" fmla="*/ 2021 h 323736"/>
                    <a:gd name="connsiteX1665" fmla="*/ 106046 w 900282"/>
                    <a:gd name="connsiteY1665" fmla="*/ 1948 h 323736"/>
                    <a:gd name="connsiteX1666" fmla="*/ 105605 w 900282"/>
                    <a:gd name="connsiteY1666" fmla="*/ 1519 h 323736"/>
                    <a:gd name="connsiteX1667" fmla="*/ 106034 w 900282"/>
                    <a:gd name="connsiteY1667" fmla="*/ 1078 h 323736"/>
                    <a:gd name="connsiteX1668" fmla="*/ 108655 w 900282"/>
                    <a:gd name="connsiteY1668" fmla="*/ 1053 h 323736"/>
                    <a:gd name="connsiteX1669" fmla="*/ 108655 w 900282"/>
                    <a:gd name="connsiteY1669" fmla="*/ 1053 h 323736"/>
                    <a:gd name="connsiteX1670" fmla="*/ 109096 w 900282"/>
                    <a:gd name="connsiteY1670" fmla="*/ 1482 h 323736"/>
                    <a:gd name="connsiteX1671" fmla="*/ 108667 w 900282"/>
                    <a:gd name="connsiteY1671" fmla="*/ 1923 h 323736"/>
                    <a:gd name="connsiteX1672" fmla="*/ 106046 w 900282"/>
                    <a:gd name="connsiteY1672" fmla="*/ 1948 h 323736"/>
                    <a:gd name="connsiteX1673" fmla="*/ 106046 w 900282"/>
                    <a:gd name="connsiteY1673" fmla="*/ 1948 h 323736"/>
                    <a:gd name="connsiteX1674" fmla="*/ 545652 w 900282"/>
                    <a:gd name="connsiteY1674" fmla="*/ 1911 h 323736"/>
                    <a:gd name="connsiteX1675" fmla="*/ 545652 w 900282"/>
                    <a:gd name="connsiteY1675" fmla="*/ 1911 h 323736"/>
                    <a:gd name="connsiteX1676" fmla="*/ 543031 w 900282"/>
                    <a:gd name="connsiteY1676" fmla="*/ 1874 h 323736"/>
                    <a:gd name="connsiteX1677" fmla="*/ 542602 w 900282"/>
                    <a:gd name="connsiteY1677" fmla="*/ 1433 h 323736"/>
                    <a:gd name="connsiteX1678" fmla="*/ 543043 w 900282"/>
                    <a:gd name="connsiteY1678" fmla="*/ 1004 h 323736"/>
                    <a:gd name="connsiteX1679" fmla="*/ 545665 w 900282"/>
                    <a:gd name="connsiteY1679" fmla="*/ 1041 h 323736"/>
                    <a:gd name="connsiteX1680" fmla="*/ 546093 w 900282"/>
                    <a:gd name="connsiteY1680" fmla="*/ 1482 h 323736"/>
                    <a:gd name="connsiteX1681" fmla="*/ 545652 w 900282"/>
                    <a:gd name="connsiteY1681" fmla="*/ 1911 h 323736"/>
                    <a:gd name="connsiteX1682" fmla="*/ 114792 w 900282"/>
                    <a:gd name="connsiteY1682" fmla="*/ 1862 h 323736"/>
                    <a:gd name="connsiteX1683" fmla="*/ 114351 w 900282"/>
                    <a:gd name="connsiteY1683" fmla="*/ 1433 h 323736"/>
                    <a:gd name="connsiteX1684" fmla="*/ 114780 w 900282"/>
                    <a:gd name="connsiteY1684" fmla="*/ 992 h 323736"/>
                    <a:gd name="connsiteX1685" fmla="*/ 117401 w 900282"/>
                    <a:gd name="connsiteY1685" fmla="*/ 968 h 323736"/>
                    <a:gd name="connsiteX1686" fmla="*/ 117401 w 900282"/>
                    <a:gd name="connsiteY1686" fmla="*/ 968 h 323736"/>
                    <a:gd name="connsiteX1687" fmla="*/ 117843 w 900282"/>
                    <a:gd name="connsiteY1687" fmla="*/ 1396 h 323736"/>
                    <a:gd name="connsiteX1688" fmla="*/ 117414 w 900282"/>
                    <a:gd name="connsiteY1688" fmla="*/ 1837 h 323736"/>
                    <a:gd name="connsiteX1689" fmla="*/ 114792 w 900282"/>
                    <a:gd name="connsiteY1689" fmla="*/ 1862 h 323736"/>
                    <a:gd name="connsiteX1690" fmla="*/ 114792 w 900282"/>
                    <a:gd name="connsiteY1690" fmla="*/ 1862 h 323736"/>
                    <a:gd name="connsiteX1691" fmla="*/ 536918 w 900282"/>
                    <a:gd name="connsiteY1691" fmla="*/ 1813 h 323736"/>
                    <a:gd name="connsiteX1692" fmla="*/ 536918 w 900282"/>
                    <a:gd name="connsiteY1692" fmla="*/ 1813 h 323736"/>
                    <a:gd name="connsiteX1693" fmla="*/ 534297 w 900282"/>
                    <a:gd name="connsiteY1693" fmla="*/ 1788 h 323736"/>
                    <a:gd name="connsiteX1694" fmla="*/ 533868 w 900282"/>
                    <a:gd name="connsiteY1694" fmla="*/ 1347 h 323736"/>
                    <a:gd name="connsiteX1695" fmla="*/ 534309 w 900282"/>
                    <a:gd name="connsiteY1695" fmla="*/ 919 h 323736"/>
                    <a:gd name="connsiteX1696" fmla="*/ 536931 w 900282"/>
                    <a:gd name="connsiteY1696" fmla="*/ 943 h 323736"/>
                    <a:gd name="connsiteX1697" fmla="*/ 537359 w 900282"/>
                    <a:gd name="connsiteY1697" fmla="*/ 1384 h 323736"/>
                    <a:gd name="connsiteX1698" fmla="*/ 536918 w 900282"/>
                    <a:gd name="connsiteY1698" fmla="*/ 1813 h 323736"/>
                    <a:gd name="connsiteX1699" fmla="*/ 123539 w 900282"/>
                    <a:gd name="connsiteY1699" fmla="*/ 1788 h 323736"/>
                    <a:gd name="connsiteX1700" fmla="*/ 123098 w 900282"/>
                    <a:gd name="connsiteY1700" fmla="*/ 1360 h 323736"/>
                    <a:gd name="connsiteX1701" fmla="*/ 123526 w 900282"/>
                    <a:gd name="connsiteY1701" fmla="*/ 919 h 323736"/>
                    <a:gd name="connsiteX1702" fmla="*/ 126148 w 900282"/>
                    <a:gd name="connsiteY1702" fmla="*/ 894 h 323736"/>
                    <a:gd name="connsiteX1703" fmla="*/ 126589 w 900282"/>
                    <a:gd name="connsiteY1703" fmla="*/ 1323 h 323736"/>
                    <a:gd name="connsiteX1704" fmla="*/ 126160 w 900282"/>
                    <a:gd name="connsiteY1704" fmla="*/ 1764 h 323736"/>
                    <a:gd name="connsiteX1705" fmla="*/ 123539 w 900282"/>
                    <a:gd name="connsiteY1705" fmla="*/ 1788 h 323736"/>
                    <a:gd name="connsiteX1706" fmla="*/ 123539 w 900282"/>
                    <a:gd name="connsiteY1706" fmla="*/ 1788 h 323736"/>
                    <a:gd name="connsiteX1707" fmla="*/ 132346 w 900282"/>
                    <a:gd name="connsiteY1707" fmla="*/ 1715 h 323736"/>
                    <a:gd name="connsiteX1708" fmla="*/ 131868 w 900282"/>
                    <a:gd name="connsiteY1708" fmla="*/ 1286 h 323736"/>
                    <a:gd name="connsiteX1709" fmla="*/ 132260 w 900282"/>
                    <a:gd name="connsiteY1709" fmla="*/ 845 h 323736"/>
                    <a:gd name="connsiteX1710" fmla="*/ 134882 w 900282"/>
                    <a:gd name="connsiteY1710" fmla="*/ 821 h 323736"/>
                    <a:gd name="connsiteX1711" fmla="*/ 134882 w 900282"/>
                    <a:gd name="connsiteY1711" fmla="*/ 821 h 323736"/>
                    <a:gd name="connsiteX1712" fmla="*/ 135323 w 900282"/>
                    <a:gd name="connsiteY1712" fmla="*/ 1249 h 323736"/>
                    <a:gd name="connsiteX1713" fmla="*/ 134894 w 900282"/>
                    <a:gd name="connsiteY1713" fmla="*/ 1690 h 323736"/>
                    <a:gd name="connsiteX1714" fmla="*/ 132346 w 900282"/>
                    <a:gd name="connsiteY1714" fmla="*/ 1715 h 323736"/>
                    <a:gd name="connsiteX1715" fmla="*/ 132346 w 900282"/>
                    <a:gd name="connsiteY1715" fmla="*/ 1715 h 323736"/>
                    <a:gd name="connsiteX1716" fmla="*/ 528172 w 900282"/>
                    <a:gd name="connsiteY1716" fmla="*/ 1715 h 323736"/>
                    <a:gd name="connsiteX1717" fmla="*/ 528172 w 900282"/>
                    <a:gd name="connsiteY1717" fmla="*/ 1715 h 323736"/>
                    <a:gd name="connsiteX1718" fmla="*/ 525587 w 900282"/>
                    <a:gd name="connsiteY1718" fmla="*/ 1690 h 323736"/>
                    <a:gd name="connsiteX1719" fmla="*/ 525134 w 900282"/>
                    <a:gd name="connsiteY1719" fmla="*/ 1249 h 323736"/>
                    <a:gd name="connsiteX1720" fmla="*/ 525551 w 900282"/>
                    <a:gd name="connsiteY1720" fmla="*/ 821 h 323736"/>
                    <a:gd name="connsiteX1721" fmla="*/ 525551 w 900282"/>
                    <a:gd name="connsiteY1721" fmla="*/ 821 h 323736"/>
                    <a:gd name="connsiteX1722" fmla="*/ 528172 w 900282"/>
                    <a:gd name="connsiteY1722" fmla="*/ 845 h 323736"/>
                    <a:gd name="connsiteX1723" fmla="*/ 528601 w 900282"/>
                    <a:gd name="connsiteY1723" fmla="*/ 1286 h 323736"/>
                    <a:gd name="connsiteX1724" fmla="*/ 528160 w 900282"/>
                    <a:gd name="connsiteY1724" fmla="*/ 1715 h 323736"/>
                    <a:gd name="connsiteX1725" fmla="*/ 141019 w 900282"/>
                    <a:gd name="connsiteY1725" fmla="*/ 1641 h 323736"/>
                    <a:gd name="connsiteX1726" fmla="*/ 140578 w 900282"/>
                    <a:gd name="connsiteY1726" fmla="*/ 1213 h 323736"/>
                    <a:gd name="connsiteX1727" fmla="*/ 141007 w 900282"/>
                    <a:gd name="connsiteY1727" fmla="*/ 772 h 323736"/>
                    <a:gd name="connsiteX1728" fmla="*/ 143628 w 900282"/>
                    <a:gd name="connsiteY1728" fmla="*/ 747 h 323736"/>
                    <a:gd name="connsiteX1729" fmla="*/ 143628 w 900282"/>
                    <a:gd name="connsiteY1729" fmla="*/ 747 h 323736"/>
                    <a:gd name="connsiteX1730" fmla="*/ 144069 w 900282"/>
                    <a:gd name="connsiteY1730" fmla="*/ 1176 h 323736"/>
                    <a:gd name="connsiteX1731" fmla="*/ 143640 w 900282"/>
                    <a:gd name="connsiteY1731" fmla="*/ 1617 h 323736"/>
                    <a:gd name="connsiteX1732" fmla="*/ 141019 w 900282"/>
                    <a:gd name="connsiteY1732" fmla="*/ 1641 h 323736"/>
                    <a:gd name="connsiteX1733" fmla="*/ 141019 w 900282"/>
                    <a:gd name="connsiteY1733" fmla="*/ 1641 h 323736"/>
                    <a:gd name="connsiteX1734" fmla="*/ 519438 w 900282"/>
                    <a:gd name="connsiteY1734" fmla="*/ 1617 h 323736"/>
                    <a:gd name="connsiteX1735" fmla="*/ 519438 w 900282"/>
                    <a:gd name="connsiteY1735" fmla="*/ 1617 h 323736"/>
                    <a:gd name="connsiteX1736" fmla="*/ 516817 w 900282"/>
                    <a:gd name="connsiteY1736" fmla="*/ 1592 h 323736"/>
                    <a:gd name="connsiteX1737" fmla="*/ 516388 w 900282"/>
                    <a:gd name="connsiteY1737" fmla="*/ 1151 h 323736"/>
                    <a:gd name="connsiteX1738" fmla="*/ 516829 w 900282"/>
                    <a:gd name="connsiteY1738" fmla="*/ 723 h 323736"/>
                    <a:gd name="connsiteX1739" fmla="*/ 516829 w 900282"/>
                    <a:gd name="connsiteY1739" fmla="*/ 723 h 323736"/>
                    <a:gd name="connsiteX1740" fmla="*/ 519450 w 900282"/>
                    <a:gd name="connsiteY1740" fmla="*/ 747 h 323736"/>
                    <a:gd name="connsiteX1741" fmla="*/ 519879 w 900282"/>
                    <a:gd name="connsiteY1741" fmla="*/ 1188 h 323736"/>
                    <a:gd name="connsiteX1742" fmla="*/ 519438 w 900282"/>
                    <a:gd name="connsiteY1742" fmla="*/ 1617 h 323736"/>
                    <a:gd name="connsiteX1743" fmla="*/ 149765 w 900282"/>
                    <a:gd name="connsiteY1743" fmla="*/ 1568 h 323736"/>
                    <a:gd name="connsiteX1744" fmla="*/ 149324 w 900282"/>
                    <a:gd name="connsiteY1744" fmla="*/ 1139 h 323736"/>
                    <a:gd name="connsiteX1745" fmla="*/ 149753 w 900282"/>
                    <a:gd name="connsiteY1745" fmla="*/ 698 h 323736"/>
                    <a:gd name="connsiteX1746" fmla="*/ 152375 w 900282"/>
                    <a:gd name="connsiteY1746" fmla="*/ 674 h 323736"/>
                    <a:gd name="connsiteX1747" fmla="*/ 152816 w 900282"/>
                    <a:gd name="connsiteY1747" fmla="*/ 1103 h 323736"/>
                    <a:gd name="connsiteX1748" fmla="*/ 152387 w 900282"/>
                    <a:gd name="connsiteY1748" fmla="*/ 1543 h 323736"/>
                    <a:gd name="connsiteX1749" fmla="*/ 149765 w 900282"/>
                    <a:gd name="connsiteY1749" fmla="*/ 1568 h 323736"/>
                    <a:gd name="connsiteX1750" fmla="*/ 149765 w 900282"/>
                    <a:gd name="connsiteY1750" fmla="*/ 1568 h 323736"/>
                    <a:gd name="connsiteX1751" fmla="*/ 510704 w 900282"/>
                    <a:gd name="connsiteY1751" fmla="*/ 1531 h 323736"/>
                    <a:gd name="connsiteX1752" fmla="*/ 510704 w 900282"/>
                    <a:gd name="connsiteY1752" fmla="*/ 1531 h 323736"/>
                    <a:gd name="connsiteX1753" fmla="*/ 508082 w 900282"/>
                    <a:gd name="connsiteY1753" fmla="*/ 1507 h 323736"/>
                    <a:gd name="connsiteX1754" fmla="*/ 507654 w 900282"/>
                    <a:gd name="connsiteY1754" fmla="*/ 1066 h 323736"/>
                    <a:gd name="connsiteX1755" fmla="*/ 508095 w 900282"/>
                    <a:gd name="connsiteY1755" fmla="*/ 637 h 323736"/>
                    <a:gd name="connsiteX1756" fmla="*/ 510716 w 900282"/>
                    <a:gd name="connsiteY1756" fmla="*/ 661 h 323736"/>
                    <a:gd name="connsiteX1757" fmla="*/ 511145 w 900282"/>
                    <a:gd name="connsiteY1757" fmla="*/ 1103 h 323736"/>
                    <a:gd name="connsiteX1758" fmla="*/ 510704 w 900282"/>
                    <a:gd name="connsiteY1758" fmla="*/ 1531 h 323736"/>
                    <a:gd name="connsiteX1759" fmla="*/ 158548 w 900282"/>
                    <a:gd name="connsiteY1759" fmla="*/ 1507 h 323736"/>
                    <a:gd name="connsiteX1760" fmla="*/ 158095 w 900282"/>
                    <a:gd name="connsiteY1760" fmla="*/ 1078 h 323736"/>
                    <a:gd name="connsiteX1761" fmla="*/ 158512 w 900282"/>
                    <a:gd name="connsiteY1761" fmla="*/ 637 h 323736"/>
                    <a:gd name="connsiteX1762" fmla="*/ 161133 w 900282"/>
                    <a:gd name="connsiteY1762" fmla="*/ 612 h 323736"/>
                    <a:gd name="connsiteX1763" fmla="*/ 161574 w 900282"/>
                    <a:gd name="connsiteY1763" fmla="*/ 1041 h 323736"/>
                    <a:gd name="connsiteX1764" fmla="*/ 161145 w 900282"/>
                    <a:gd name="connsiteY1764" fmla="*/ 1482 h 323736"/>
                    <a:gd name="connsiteX1765" fmla="*/ 158573 w 900282"/>
                    <a:gd name="connsiteY1765" fmla="*/ 1507 h 323736"/>
                    <a:gd name="connsiteX1766" fmla="*/ 158573 w 900282"/>
                    <a:gd name="connsiteY1766" fmla="*/ 1507 h 323736"/>
                    <a:gd name="connsiteX1767" fmla="*/ 501958 w 900282"/>
                    <a:gd name="connsiteY1767" fmla="*/ 1445 h 323736"/>
                    <a:gd name="connsiteX1768" fmla="*/ 501958 w 900282"/>
                    <a:gd name="connsiteY1768" fmla="*/ 1445 h 323736"/>
                    <a:gd name="connsiteX1769" fmla="*/ 499336 w 900282"/>
                    <a:gd name="connsiteY1769" fmla="*/ 1421 h 323736"/>
                    <a:gd name="connsiteX1770" fmla="*/ 498907 w 900282"/>
                    <a:gd name="connsiteY1770" fmla="*/ 980 h 323736"/>
                    <a:gd name="connsiteX1771" fmla="*/ 499348 w 900282"/>
                    <a:gd name="connsiteY1771" fmla="*/ 551 h 323736"/>
                    <a:gd name="connsiteX1772" fmla="*/ 499348 w 900282"/>
                    <a:gd name="connsiteY1772" fmla="*/ 551 h 323736"/>
                    <a:gd name="connsiteX1773" fmla="*/ 501970 w 900282"/>
                    <a:gd name="connsiteY1773" fmla="*/ 576 h 323736"/>
                    <a:gd name="connsiteX1774" fmla="*/ 502399 w 900282"/>
                    <a:gd name="connsiteY1774" fmla="*/ 1017 h 323736"/>
                    <a:gd name="connsiteX1775" fmla="*/ 501958 w 900282"/>
                    <a:gd name="connsiteY1775" fmla="*/ 1445 h 323736"/>
                    <a:gd name="connsiteX1776" fmla="*/ 167246 w 900282"/>
                    <a:gd name="connsiteY1776" fmla="*/ 1445 h 323736"/>
                    <a:gd name="connsiteX1777" fmla="*/ 166805 w 900282"/>
                    <a:gd name="connsiteY1777" fmla="*/ 1017 h 323736"/>
                    <a:gd name="connsiteX1778" fmla="*/ 167233 w 900282"/>
                    <a:gd name="connsiteY1778" fmla="*/ 576 h 323736"/>
                    <a:gd name="connsiteX1779" fmla="*/ 169855 w 900282"/>
                    <a:gd name="connsiteY1779" fmla="*/ 576 h 323736"/>
                    <a:gd name="connsiteX1780" fmla="*/ 169855 w 900282"/>
                    <a:gd name="connsiteY1780" fmla="*/ 564 h 323736"/>
                    <a:gd name="connsiteX1781" fmla="*/ 170296 w 900282"/>
                    <a:gd name="connsiteY1781" fmla="*/ 992 h 323736"/>
                    <a:gd name="connsiteX1782" fmla="*/ 169867 w 900282"/>
                    <a:gd name="connsiteY1782" fmla="*/ 1433 h 323736"/>
                    <a:gd name="connsiteX1783" fmla="*/ 167246 w 900282"/>
                    <a:gd name="connsiteY1783" fmla="*/ 1433 h 323736"/>
                    <a:gd name="connsiteX1784" fmla="*/ 167246 w 900282"/>
                    <a:gd name="connsiteY1784" fmla="*/ 1445 h 323736"/>
                    <a:gd name="connsiteX1785" fmla="*/ 175992 w 900282"/>
                    <a:gd name="connsiteY1785" fmla="*/ 1384 h 323736"/>
                    <a:gd name="connsiteX1786" fmla="*/ 175551 w 900282"/>
                    <a:gd name="connsiteY1786" fmla="*/ 955 h 323736"/>
                    <a:gd name="connsiteX1787" fmla="*/ 175980 w 900282"/>
                    <a:gd name="connsiteY1787" fmla="*/ 515 h 323736"/>
                    <a:gd name="connsiteX1788" fmla="*/ 178601 w 900282"/>
                    <a:gd name="connsiteY1788" fmla="*/ 515 h 323736"/>
                    <a:gd name="connsiteX1789" fmla="*/ 178601 w 900282"/>
                    <a:gd name="connsiteY1789" fmla="*/ 502 h 323736"/>
                    <a:gd name="connsiteX1790" fmla="*/ 179042 w 900282"/>
                    <a:gd name="connsiteY1790" fmla="*/ 931 h 323736"/>
                    <a:gd name="connsiteX1791" fmla="*/ 178613 w 900282"/>
                    <a:gd name="connsiteY1791" fmla="*/ 1372 h 323736"/>
                    <a:gd name="connsiteX1792" fmla="*/ 175992 w 900282"/>
                    <a:gd name="connsiteY1792" fmla="*/ 1372 h 323736"/>
                    <a:gd name="connsiteX1793" fmla="*/ 175992 w 900282"/>
                    <a:gd name="connsiteY1793" fmla="*/ 1384 h 323736"/>
                    <a:gd name="connsiteX1794" fmla="*/ 493224 w 900282"/>
                    <a:gd name="connsiteY1794" fmla="*/ 1384 h 323736"/>
                    <a:gd name="connsiteX1795" fmla="*/ 493224 w 900282"/>
                    <a:gd name="connsiteY1795" fmla="*/ 1384 h 323736"/>
                    <a:gd name="connsiteX1796" fmla="*/ 490602 w 900282"/>
                    <a:gd name="connsiteY1796" fmla="*/ 1360 h 323736"/>
                    <a:gd name="connsiteX1797" fmla="*/ 490173 w 900282"/>
                    <a:gd name="connsiteY1797" fmla="*/ 919 h 323736"/>
                    <a:gd name="connsiteX1798" fmla="*/ 490614 w 900282"/>
                    <a:gd name="connsiteY1798" fmla="*/ 490 h 323736"/>
                    <a:gd name="connsiteX1799" fmla="*/ 493236 w 900282"/>
                    <a:gd name="connsiteY1799" fmla="*/ 515 h 323736"/>
                    <a:gd name="connsiteX1800" fmla="*/ 493665 w 900282"/>
                    <a:gd name="connsiteY1800" fmla="*/ 955 h 323736"/>
                    <a:gd name="connsiteX1801" fmla="*/ 493224 w 900282"/>
                    <a:gd name="connsiteY1801" fmla="*/ 1384 h 323736"/>
                    <a:gd name="connsiteX1802" fmla="*/ 184763 w 900282"/>
                    <a:gd name="connsiteY1802" fmla="*/ 1335 h 323736"/>
                    <a:gd name="connsiteX1803" fmla="*/ 184310 w 900282"/>
                    <a:gd name="connsiteY1803" fmla="*/ 907 h 323736"/>
                    <a:gd name="connsiteX1804" fmla="*/ 184726 w 900282"/>
                    <a:gd name="connsiteY1804" fmla="*/ 465 h 323736"/>
                    <a:gd name="connsiteX1805" fmla="*/ 187348 w 900282"/>
                    <a:gd name="connsiteY1805" fmla="*/ 465 h 323736"/>
                    <a:gd name="connsiteX1806" fmla="*/ 187348 w 900282"/>
                    <a:gd name="connsiteY1806" fmla="*/ 453 h 323736"/>
                    <a:gd name="connsiteX1807" fmla="*/ 187789 w 900282"/>
                    <a:gd name="connsiteY1807" fmla="*/ 882 h 323736"/>
                    <a:gd name="connsiteX1808" fmla="*/ 187360 w 900282"/>
                    <a:gd name="connsiteY1808" fmla="*/ 1323 h 323736"/>
                    <a:gd name="connsiteX1809" fmla="*/ 184763 w 900282"/>
                    <a:gd name="connsiteY1809" fmla="*/ 1323 h 323736"/>
                    <a:gd name="connsiteX1810" fmla="*/ 184763 w 900282"/>
                    <a:gd name="connsiteY1810" fmla="*/ 1335 h 323736"/>
                    <a:gd name="connsiteX1811" fmla="*/ 484490 w 900282"/>
                    <a:gd name="connsiteY1811" fmla="*/ 1311 h 323736"/>
                    <a:gd name="connsiteX1812" fmla="*/ 484490 w 900282"/>
                    <a:gd name="connsiteY1812" fmla="*/ 1311 h 323736"/>
                    <a:gd name="connsiteX1813" fmla="*/ 481893 w 900282"/>
                    <a:gd name="connsiteY1813" fmla="*/ 1286 h 323736"/>
                    <a:gd name="connsiteX1814" fmla="*/ 481439 w 900282"/>
                    <a:gd name="connsiteY1814" fmla="*/ 845 h 323736"/>
                    <a:gd name="connsiteX1815" fmla="*/ 481868 w 900282"/>
                    <a:gd name="connsiteY1815" fmla="*/ 416 h 323736"/>
                    <a:gd name="connsiteX1816" fmla="*/ 484490 w 900282"/>
                    <a:gd name="connsiteY1816" fmla="*/ 441 h 323736"/>
                    <a:gd name="connsiteX1817" fmla="*/ 484918 w 900282"/>
                    <a:gd name="connsiteY1817" fmla="*/ 882 h 323736"/>
                    <a:gd name="connsiteX1818" fmla="*/ 484477 w 900282"/>
                    <a:gd name="connsiteY1818" fmla="*/ 1311 h 323736"/>
                    <a:gd name="connsiteX1819" fmla="*/ 193472 w 900282"/>
                    <a:gd name="connsiteY1819" fmla="*/ 1274 h 323736"/>
                    <a:gd name="connsiteX1820" fmla="*/ 193031 w 900282"/>
                    <a:gd name="connsiteY1820" fmla="*/ 845 h 323736"/>
                    <a:gd name="connsiteX1821" fmla="*/ 193460 w 900282"/>
                    <a:gd name="connsiteY1821" fmla="*/ 404 h 323736"/>
                    <a:gd name="connsiteX1822" fmla="*/ 196082 w 900282"/>
                    <a:gd name="connsiteY1822" fmla="*/ 404 h 323736"/>
                    <a:gd name="connsiteX1823" fmla="*/ 196082 w 900282"/>
                    <a:gd name="connsiteY1823" fmla="*/ 392 h 323736"/>
                    <a:gd name="connsiteX1824" fmla="*/ 196523 w 900282"/>
                    <a:gd name="connsiteY1824" fmla="*/ 821 h 323736"/>
                    <a:gd name="connsiteX1825" fmla="*/ 196094 w 900282"/>
                    <a:gd name="connsiteY1825" fmla="*/ 1262 h 323736"/>
                    <a:gd name="connsiteX1826" fmla="*/ 193472 w 900282"/>
                    <a:gd name="connsiteY1826" fmla="*/ 1262 h 323736"/>
                    <a:gd name="connsiteX1827" fmla="*/ 193472 w 900282"/>
                    <a:gd name="connsiteY1827" fmla="*/ 1274 h 323736"/>
                    <a:gd name="connsiteX1828" fmla="*/ 475743 w 900282"/>
                    <a:gd name="connsiteY1828" fmla="*/ 1237 h 323736"/>
                    <a:gd name="connsiteX1829" fmla="*/ 473122 w 900282"/>
                    <a:gd name="connsiteY1829" fmla="*/ 1237 h 323736"/>
                    <a:gd name="connsiteX1830" fmla="*/ 472693 w 900282"/>
                    <a:gd name="connsiteY1830" fmla="*/ 784 h 323736"/>
                    <a:gd name="connsiteX1831" fmla="*/ 473134 w 900282"/>
                    <a:gd name="connsiteY1831" fmla="*/ 355 h 323736"/>
                    <a:gd name="connsiteX1832" fmla="*/ 475755 w 900282"/>
                    <a:gd name="connsiteY1832" fmla="*/ 355 h 323736"/>
                    <a:gd name="connsiteX1833" fmla="*/ 476184 w 900282"/>
                    <a:gd name="connsiteY1833" fmla="*/ 808 h 323736"/>
                    <a:gd name="connsiteX1834" fmla="*/ 475743 w 900282"/>
                    <a:gd name="connsiteY1834" fmla="*/ 1237 h 323736"/>
                    <a:gd name="connsiteX1835" fmla="*/ 202206 w 900282"/>
                    <a:gd name="connsiteY1835" fmla="*/ 1213 h 323736"/>
                    <a:gd name="connsiteX1836" fmla="*/ 201765 w 900282"/>
                    <a:gd name="connsiteY1836" fmla="*/ 784 h 323736"/>
                    <a:gd name="connsiteX1837" fmla="*/ 202194 w 900282"/>
                    <a:gd name="connsiteY1837" fmla="*/ 343 h 323736"/>
                    <a:gd name="connsiteX1838" fmla="*/ 204816 w 900282"/>
                    <a:gd name="connsiteY1838" fmla="*/ 343 h 323736"/>
                    <a:gd name="connsiteX1839" fmla="*/ 204816 w 900282"/>
                    <a:gd name="connsiteY1839" fmla="*/ 331 h 323736"/>
                    <a:gd name="connsiteX1840" fmla="*/ 205257 w 900282"/>
                    <a:gd name="connsiteY1840" fmla="*/ 759 h 323736"/>
                    <a:gd name="connsiteX1841" fmla="*/ 204828 w 900282"/>
                    <a:gd name="connsiteY1841" fmla="*/ 1200 h 323736"/>
                    <a:gd name="connsiteX1842" fmla="*/ 202206 w 900282"/>
                    <a:gd name="connsiteY1842" fmla="*/ 1200 h 323736"/>
                    <a:gd name="connsiteX1843" fmla="*/ 202206 w 900282"/>
                    <a:gd name="connsiteY1843" fmla="*/ 1213 h 323736"/>
                    <a:gd name="connsiteX1844" fmla="*/ 466997 w 900282"/>
                    <a:gd name="connsiteY1844" fmla="*/ 1176 h 323736"/>
                    <a:gd name="connsiteX1845" fmla="*/ 464400 w 900282"/>
                    <a:gd name="connsiteY1845" fmla="*/ 1176 h 323736"/>
                    <a:gd name="connsiteX1846" fmla="*/ 463947 w 900282"/>
                    <a:gd name="connsiteY1846" fmla="*/ 723 h 323736"/>
                    <a:gd name="connsiteX1847" fmla="*/ 464375 w 900282"/>
                    <a:gd name="connsiteY1847" fmla="*/ 294 h 323736"/>
                    <a:gd name="connsiteX1848" fmla="*/ 466997 w 900282"/>
                    <a:gd name="connsiteY1848" fmla="*/ 294 h 323736"/>
                    <a:gd name="connsiteX1849" fmla="*/ 467426 w 900282"/>
                    <a:gd name="connsiteY1849" fmla="*/ 747 h 323736"/>
                    <a:gd name="connsiteX1850" fmla="*/ 466985 w 900282"/>
                    <a:gd name="connsiteY1850" fmla="*/ 1176 h 323736"/>
                    <a:gd name="connsiteX1851" fmla="*/ 210941 w 900282"/>
                    <a:gd name="connsiteY1851" fmla="*/ 1176 h 323736"/>
                    <a:gd name="connsiteX1852" fmla="*/ 210500 w 900282"/>
                    <a:gd name="connsiteY1852" fmla="*/ 747 h 323736"/>
                    <a:gd name="connsiteX1853" fmla="*/ 210928 w 900282"/>
                    <a:gd name="connsiteY1853" fmla="*/ 306 h 323736"/>
                    <a:gd name="connsiteX1854" fmla="*/ 213550 w 900282"/>
                    <a:gd name="connsiteY1854" fmla="*/ 306 h 323736"/>
                    <a:gd name="connsiteX1855" fmla="*/ 213991 w 900282"/>
                    <a:gd name="connsiteY1855" fmla="*/ 723 h 323736"/>
                    <a:gd name="connsiteX1856" fmla="*/ 213562 w 900282"/>
                    <a:gd name="connsiteY1856" fmla="*/ 1164 h 323736"/>
                    <a:gd name="connsiteX1857" fmla="*/ 210941 w 900282"/>
                    <a:gd name="connsiteY1857" fmla="*/ 1164 h 323736"/>
                    <a:gd name="connsiteX1858" fmla="*/ 210941 w 900282"/>
                    <a:gd name="connsiteY1858" fmla="*/ 1176 h 323736"/>
                    <a:gd name="connsiteX1859" fmla="*/ 219699 w 900282"/>
                    <a:gd name="connsiteY1859" fmla="*/ 1127 h 323736"/>
                    <a:gd name="connsiteX1860" fmla="*/ 219258 w 900282"/>
                    <a:gd name="connsiteY1860" fmla="*/ 686 h 323736"/>
                    <a:gd name="connsiteX1861" fmla="*/ 219687 w 900282"/>
                    <a:gd name="connsiteY1861" fmla="*/ 245 h 323736"/>
                    <a:gd name="connsiteX1862" fmla="*/ 222308 w 900282"/>
                    <a:gd name="connsiteY1862" fmla="*/ 245 h 323736"/>
                    <a:gd name="connsiteX1863" fmla="*/ 222308 w 900282"/>
                    <a:gd name="connsiteY1863" fmla="*/ 233 h 323736"/>
                    <a:gd name="connsiteX1864" fmla="*/ 222749 w 900282"/>
                    <a:gd name="connsiteY1864" fmla="*/ 661 h 323736"/>
                    <a:gd name="connsiteX1865" fmla="*/ 222321 w 900282"/>
                    <a:gd name="connsiteY1865" fmla="*/ 1103 h 323736"/>
                    <a:gd name="connsiteX1866" fmla="*/ 219711 w 900282"/>
                    <a:gd name="connsiteY1866" fmla="*/ 1103 h 323736"/>
                    <a:gd name="connsiteX1867" fmla="*/ 219711 w 900282"/>
                    <a:gd name="connsiteY1867" fmla="*/ 1115 h 323736"/>
                    <a:gd name="connsiteX1868" fmla="*/ 458251 w 900282"/>
                    <a:gd name="connsiteY1868" fmla="*/ 1127 h 323736"/>
                    <a:gd name="connsiteX1869" fmla="*/ 455629 w 900282"/>
                    <a:gd name="connsiteY1869" fmla="*/ 1127 h 323736"/>
                    <a:gd name="connsiteX1870" fmla="*/ 455200 w 900282"/>
                    <a:gd name="connsiteY1870" fmla="*/ 674 h 323736"/>
                    <a:gd name="connsiteX1871" fmla="*/ 455641 w 900282"/>
                    <a:gd name="connsiteY1871" fmla="*/ 245 h 323736"/>
                    <a:gd name="connsiteX1872" fmla="*/ 458263 w 900282"/>
                    <a:gd name="connsiteY1872" fmla="*/ 245 h 323736"/>
                    <a:gd name="connsiteX1873" fmla="*/ 458692 w 900282"/>
                    <a:gd name="connsiteY1873" fmla="*/ 698 h 323736"/>
                    <a:gd name="connsiteX1874" fmla="*/ 458251 w 900282"/>
                    <a:gd name="connsiteY1874" fmla="*/ 1127 h 323736"/>
                    <a:gd name="connsiteX1875" fmla="*/ 228421 w 900282"/>
                    <a:gd name="connsiteY1875" fmla="*/ 1090 h 323736"/>
                    <a:gd name="connsiteX1876" fmla="*/ 227980 w 900282"/>
                    <a:gd name="connsiteY1876" fmla="*/ 661 h 323736"/>
                    <a:gd name="connsiteX1877" fmla="*/ 228409 w 900282"/>
                    <a:gd name="connsiteY1877" fmla="*/ 221 h 323736"/>
                    <a:gd name="connsiteX1878" fmla="*/ 231030 w 900282"/>
                    <a:gd name="connsiteY1878" fmla="*/ 221 h 323736"/>
                    <a:gd name="connsiteX1879" fmla="*/ 231030 w 900282"/>
                    <a:gd name="connsiteY1879" fmla="*/ 208 h 323736"/>
                    <a:gd name="connsiteX1880" fmla="*/ 231471 w 900282"/>
                    <a:gd name="connsiteY1880" fmla="*/ 637 h 323736"/>
                    <a:gd name="connsiteX1881" fmla="*/ 231042 w 900282"/>
                    <a:gd name="connsiteY1881" fmla="*/ 1078 h 323736"/>
                    <a:gd name="connsiteX1882" fmla="*/ 228421 w 900282"/>
                    <a:gd name="connsiteY1882" fmla="*/ 1078 h 323736"/>
                    <a:gd name="connsiteX1883" fmla="*/ 228421 w 900282"/>
                    <a:gd name="connsiteY1883" fmla="*/ 1090 h 323736"/>
                    <a:gd name="connsiteX1884" fmla="*/ 449516 w 900282"/>
                    <a:gd name="connsiteY1884" fmla="*/ 1090 h 323736"/>
                    <a:gd name="connsiteX1885" fmla="*/ 446895 w 900282"/>
                    <a:gd name="connsiteY1885" fmla="*/ 1090 h 323736"/>
                    <a:gd name="connsiteX1886" fmla="*/ 446466 w 900282"/>
                    <a:gd name="connsiteY1886" fmla="*/ 637 h 323736"/>
                    <a:gd name="connsiteX1887" fmla="*/ 446907 w 900282"/>
                    <a:gd name="connsiteY1887" fmla="*/ 208 h 323736"/>
                    <a:gd name="connsiteX1888" fmla="*/ 449529 w 900282"/>
                    <a:gd name="connsiteY1888" fmla="*/ 208 h 323736"/>
                    <a:gd name="connsiteX1889" fmla="*/ 449957 w 900282"/>
                    <a:gd name="connsiteY1889" fmla="*/ 661 h 323736"/>
                    <a:gd name="connsiteX1890" fmla="*/ 449516 w 900282"/>
                    <a:gd name="connsiteY1890" fmla="*/ 1090 h 323736"/>
                    <a:gd name="connsiteX1891" fmla="*/ 237167 w 900282"/>
                    <a:gd name="connsiteY1891" fmla="*/ 1053 h 323736"/>
                    <a:gd name="connsiteX1892" fmla="*/ 236726 w 900282"/>
                    <a:gd name="connsiteY1892" fmla="*/ 612 h 323736"/>
                    <a:gd name="connsiteX1893" fmla="*/ 237155 w 900282"/>
                    <a:gd name="connsiteY1893" fmla="*/ 172 h 323736"/>
                    <a:gd name="connsiteX1894" fmla="*/ 239776 w 900282"/>
                    <a:gd name="connsiteY1894" fmla="*/ 172 h 323736"/>
                    <a:gd name="connsiteX1895" fmla="*/ 239776 w 900282"/>
                    <a:gd name="connsiteY1895" fmla="*/ 172 h 323736"/>
                    <a:gd name="connsiteX1896" fmla="*/ 240217 w 900282"/>
                    <a:gd name="connsiteY1896" fmla="*/ 600 h 323736"/>
                    <a:gd name="connsiteX1897" fmla="*/ 239789 w 900282"/>
                    <a:gd name="connsiteY1897" fmla="*/ 1041 h 323736"/>
                    <a:gd name="connsiteX1898" fmla="*/ 237167 w 900282"/>
                    <a:gd name="connsiteY1898" fmla="*/ 1041 h 323736"/>
                    <a:gd name="connsiteX1899" fmla="*/ 237167 w 900282"/>
                    <a:gd name="connsiteY1899" fmla="*/ 1041 h 323736"/>
                    <a:gd name="connsiteX1900" fmla="*/ 440782 w 900282"/>
                    <a:gd name="connsiteY1900" fmla="*/ 1053 h 323736"/>
                    <a:gd name="connsiteX1901" fmla="*/ 438161 w 900282"/>
                    <a:gd name="connsiteY1901" fmla="*/ 1053 h 323736"/>
                    <a:gd name="connsiteX1902" fmla="*/ 437732 w 900282"/>
                    <a:gd name="connsiteY1902" fmla="*/ 600 h 323736"/>
                    <a:gd name="connsiteX1903" fmla="*/ 438173 w 900282"/>
                    <a:gd name="connsiteY1903" fmla="*/ 172 h 323736"/>
                    <a:gd name="connsiteX1904" fmla="*/ 440795 w 900282"/>
                    <a:gd name="connsiteY1904" fmla="*/ 172 h 323736"/>
                    <a:gd name="connsiteX1905" fmla="*/ 441223 w 900282"/>
                    <a:gd name="connsiteY1905" fmla="*/ 625 h 323736"/>
                    <a:gd name="connsiteX1906" fmla="*/ 440782 w 900282"/>
                    <a:gd name="connsiteY1906" fmla="*/ 1053 h 323736"/>
                    <a:gd name="connsiteX1907" fmla="*/ 245926 w 900282"/>
                    <a:gd name="connsiteY1907" fmla="*/ 1029 h 323736"/>
                    <a:gd name="connsiteX1908" fmla="*/ 245485 w 900282"/>
                    <a:gd name="connsiteY1908" fmla="*/ 588 h 323736"/>
                    <a:gd name="connsiteX1909" fmla="*/ 245914 w 900282"/>
                    <a:gd name="connsiteY1909" fmla="*/ 147 h 323736"/>
                    <a:gd name="connsiteX1910" fmla="*/ 248535 w 900282"/>
                    <a:gd name="connsiteY1910" fmla="*/ 147 h 323736"/>
                    <a:gd name="connsiteX1911" fmla="*/ 248535 w 900282"/>
                    <a:gd name="connsiteY1911" fmla="*/ 147 h 323736"/>
                    <a:gd name="connsiteX1912" fmla="*/ 248976 w 900282"/>
                    <a:gd name="connsiteY1912" fmla="*/ 588 h 323736"/>
                    <a:gd name="connsiteX1913" fmla="*/ 248547 w 900282"/>
                    <a:gd name="connsiteY1913" fmla="*/ 1029 h 323736"/>
                    <a:gd name="connsiteX1914" fmla="*/ 245938 w 900282"/>
                    <a:gd name="connsiteY1914" fmla="*/ 1029 h 323736"/>
                    <a:gd name="connsiteX1915" fmla="*/ 245938 w 900282"/>
                    <a:gd name="connsiteY1915" fmla="*/ 1029 h 323736"/>
                    <a:gd name="connsiteX1916" fmla="*/ 432048 w 900282"/>
                    <a:gd name="connsiteY1916" fmla="*/ 1017 h 323736"/>
                    <a:gd name="connsiteX1917" fmla="*/ 429427 w 900282"/>
                    <a:gd name="connsiteY1917" fmla="*/ 1017 h 323736"/>
                    <a:gd name="connsiteX1918" fmla="*/ 428986 w 900282"/>
                    <a:gd name="connsiteY1918" fmla="*/ 564 h 323736"/>
                    <a:gd name="connsiteX1919" fmla="*/ 429427 w 900282"/>
                    <a:gd name="connsiteY1919" fmla="*/ 123 h 323736"/>
                    <a:gd name="connsiteX1920" fmla="*/ 432048 w 900282"/>
                    <a:gd name="connsiteY1920" fmla="*/ 123 h 323736"/>
                    <a:gd name="connsiteX1921" fmla="*/ 432477 w 900282"/>
                    <a:gd name="connsiteY1921" fmla="*/ 576 h 323736"/>
                    <a:gd name="connsiteX1922" fmla="*/ 432036 w 900282"/>
                    <a:gd name="connsiteY1922" fmla="*/ 1004 h 323736"/>
                    <a:gd name="connsiteX1923" fmla="*/ 254660 w 900282"/>
                    <a:gd name="connsiteY1923" fmla="*/ 1004 h 323736"/>
                    <a:gd name="connsiteX1924" fmla="*/ 254219 w 900282"/>
                    <a:gd name="connsiteY1924" fmla="*/ 564 h 323736"/>
                    <a:gd name="connsiteX1925" fmla="*/ 254660 w 900282"/>
                    <a:gd name="connsiteY1925" fmla="*/ 123 h 323736"/>
                    <a:gd name="connsiteX1926" fmla="*/ 257281 w 900282"/>
                    <a:gd name="connsiteY1926" fmla="*/ 123 h 323736"/>
                    <a:gd name="connsiteX1927" fmla="*/ 257281 w 900282"/>
                    <a:gd name="connsiteY1927" fmla="*/ 123 h 323736"/>
                    <a:gd name="connsiteX1928" fmla="*/ 257722 w 900282"/>
                    <a:gd name="connsiteY1928" fmla="*/ 564 h 323736"/>
                    <a:gd name="connsiteX1929" fmla="*/ 257281 w 900282"/>
                    <a:gd name="connsiteY1929" fmla="*/ 1004 h 323736"/>
                    <a:gd name="connsiteX1930" fmla="*/ 254660 w 900282"/>
                    <a:gd name="connsiteY1930" fmla="*/ 1004 h 323736"/>
                    <a:gd name="connsiteX1931" fmla="*/ 254660 w 900282"/>
                    <a:gd name="connsiteY1931" fmla="*/ 1004 h 323736"/>
                    <a:gd name="connsiteX1932" fmla="*/ 423314 w 900282"/>
                    <a:gd name="connsiteY1932" fmla="*/ 980 h 323736"/>
                    <a:gd name="connsiteX1933" fmla="*/ 420693 w 900282"/>
                    <a:gd name="connsiteY1933" fmla="*/ 980 h 323736"/>
                    <a:gd name="connsiteX1934" fmla="*/ 420252 w 900282"/>
                    <a:gd name="connsiteY1934" fmla="*/ 527 h 323736"/>
                    <a:gd name="connsiteX1935" fmla="*/ 420693 w 900282"/>
                    <a:gd name="connsiteY1935" fmla="*/ 86 h 323736"/>
                    <a:gd name="connsiteX1936" fmla="*/ 423314 w 900282"/>
                    <a:gd name="connsiteY1936" fmla="*/ 86 h 323736"/>
                    <a:gd name="connsiteX1937" fmla="*/ 423755 w 900282"/>
                    <a:gd name="connsiteY1937" fmla="*/ 539 h 323736"/>
                    <a:gd name="connsiteX1938" fmla="*/ 423314 w 900282"/>
                    <a:gd name="connsiteY1938" fmla="*/ 980 h 323736"/>
                    <a:gd name="connsiteX1939" fmla="*/ 263406 w 900282"/>
                    <a:gd name="connsiteY1939" fmla="*/ 980 h 323736"/>
                    <a:gd name="connsiteX1940" fmla="*/ 262965 w 900282"/>
                    <a:gd name="connsiteY1940" fmla="*/ 539 h 323736"/>
                    <a:gd name="connsiteX1941" fmla="*/ 263394 w 900282"/>
                    <a:gd name="connsiteY1941" fmla="*/ 98 h 323736"/>
                    <a:gd name="connsiteX1942" fmla="*/ 266015 w 900282"/>
                    <a:gd name="connsiteY1942" fmla="*/ 98 h 323736"/>
                    <a:gd name="connsiteX1943" fmla="*/ 266015 w 900282"/>
                    <a:gd name="connsiteY1943" fmla="*/ 98 h 323736"/>
                    <a:gd name="connsiteX1944" fmla="*/ 266456 w 900282"/>
                    <a:gd name="connsiteY1944" fmla="*/ 539 h 323736"/>
                    <a:gd name="connsiteX1945" fmla="*/ 266015 w 900282"/>
                    <a:gd name="connsiteY1945" fmla="*/ 980 h 323736"/>
                    <a:gd name="connsiteX1946" fmla="*/ 263406 w 900282"/>
                    <a:gd name="connsiteY1946" fmla="*/ 980 h 323736"/>
                    <a:gd name="connsiteX1947" fmla="*/ 263406 w 900282"/>
                    <a:gd name="connsiteY1947" fmla="*/ 980 h 323736"/>
                    <a:gd name="connsiteX1948" fmla="*/ 414568 w 900282"/>
                    <a:gd name="connsiteY1948" fmla="*/ 955 h 323736"/>
                    <a:gd name="connsiteX1949" fmla="*/ 411947 w 900282"/>
                    <a:gd name="connsiteY1949" fmla="*/ 955 h 323736"/>
                    <a:gd name="connsiteX1950" fmla="*/ 411506 w 900282"/>
                    <a:gd name="connsiteY1950" fmla="*/ 502 h 323736"/>
                    <a:gd name="connsiteX1951" fmla="*/ 411947 w 900282"/>
                    <a:gd name="connsiteY1951" fmla="*/ 61 h 323736"/>
                    <a:gd name="connsiteX1952" fmla="*/ 414568 w 900282"/>
                    <a:gd name="connsiteY1952" fmla="*/ 61 h 323736"/>
                    <a:gd name="connsiteX1953" fmla="*/ 415009 w 900282"/>
                    <a:gd name="connsiteY1953" fmla="*/ 515 h 323736"/>
                    <a:gd name="connsiteX1954" fmla="*/ 414568 w 900282"/>
                    <a:gd name="connsiteY1954" fmla="*/ 955 h 323736"/>
                    <a:gd name="connsiteX1955" fmla="*/ 272140 w 900282"/>
                    <a:gd name="connsiteY1955" fmla="*/ 955 h 323736"/>
                    <a:gd name="connsiteX1956" fmla="*/ 271699 w 900282"/>
                    <a:gd name="connsiteY1956" fmla="*/ 515 h 323736"/>
                    <a:gd name="connsiteX1957" fmla="*/ 272140 w 900282"/>
                    <a:gd name="connsiteY1957" fmla="*/ 73 h 323736"/>
                    <a:gd name="connsiteX1958" fmla="*/ 274762 w 900282"/>
                    <a:gd name="connsiteY1958" fmla="*/ 73 h 323736"/>
                    <a:gd name="connsiteX1959" fmla="*/ 274762 w 900282"/>
                    <a:gd name="connsiteY1959" fmla="*/ 73 h 323736"/>
                    <a:gd name="connsiteX1960" fmla="*/ 275203 w 900282"/>
                    <a:gd name="connsiteY1960" fmla="*/ 515 h 323736"/>
                    <a:gd name="connsiteX1961" fmla="*/ 274762 w 900282"/>
                    <a:gd name="connsiteY1961" fmla="*/ 955 h 323736"/>
                    <a:gd name="connsiteX1962" fmla="*/ 272140 w 900282"/>
                    <a:gd name="connsiteY1962" fmla="*/ 955 h 323736"/>
                    <a:gd name="connsiteX1963" fmla="*/ 272140 w 900282"/>
                    <a:gd name="connsiteY1963" fmla="*/ 955 h 323736"/>
                    <a:gd name="connsiteX1964" fmla="*/ 405834 w 900282"/>
                    <a:gd name="connsiteY1964" fmla="*/ 931 h 323736"/>
                    <a:gd name="connsiteX1965" fmla="*/ 403212 w 900282"/>
                    <a:gd name="connsiteY1965" fmla="*/ 931 h 323736"/>
                    <a:gd name="connsiteX1966" fmla="*/ 402771 w 900282"/>
                    <a:gd name="connsiteY1966" fmla="*/ 490 h 323736"/>
                    <a:gd name="connsiteX1967" fmla="*/ 403212 w 900282"/>
                    <a:gd name="connsiteY1967" fmla="*/ 49 h 323736"/>
                    <a:gd name="connsiteX1968" fmla="*/ 405834 w 900282"/>
                    <a:gd name="connsiteY1968" fmla="*/ 49 h 323736"/>
                    <a:gd name="connsiteX1969" fmla="*/ 406275 w 900282"/>
                    <a:gd name="connsiteY1969" fmla="*/ 490 h 323736"/>
                    <a:gd name="connsiteX1970" fmla="*/ 405834 w 900282"/>
                    <a:gd name="connsiteY1970" fmla="*/ 931 h 323736"/>
                    <a:gd name="connsiteX1971" fmla="*/ 280887 w 900282"/>
                    <a:gd name="connsiteY1971" fmla="*/ 931 h 323736"/>
                    <a:gd name="connsiteX1972" fmla="*/ 280446 w 900282"/>
                    <a:gd name="connsiteY1972" fmla="*/ 490 h 323736"/>
                    <a:gd name="connsiteX1973" fmla="*/ 280887 w 900282"/>
                    <a:gd name="connsiteY1973" fmla="*/ 49 h 323736"/>
                    <a:gd name="connsiteX1974" fmla="*/ 283508 w 900282"/>
                    <a:gd name="connsiteY1974" fmla="*/ 49 h 323736"/>
                    <a:gd name="connsiteX1975" fmla="*/ 283949 w 900282"/>
                    <a:gd name="connsiteY1975" fmla="*/ 478 h 323736"/>
                    <a:gd name="connsiteX1976" fmla="*/ 283508 w 900282"/>
                    <a:gd name="connsiteY1976" fmla="*/ 919 h 323736"/>
                    <a:gd name="connsiteX1977" fmla="*/ 280887 w 900282"/>
                    <a:gd name="connsiteY1977" fmla="*/ 919 h 323736"/>
                    <a:gd name="connsiteX1978" fmla="*/ 280887 w 900282"/>
                    <a:gd name="connsiteY1978" fmla="*/ 919 h 323736"/>
                    <a:gd name="connsiteX1979" fmla="*/ 397100 w 900282"/>
                    <a:gd name="connsiteY1979" fmla="*/ 907 h 323736"/>
                    <a:gd name="connsiteX1980" fmla="*/ 394478 w 900282"/>
                    <a:gd name="connsiteY1980" fmla="*/ 907 h 323736"/>
                    <a:gd name="connsiteX1981" fmla="*/ 394037 w 900282"/>
                    <a:gd name="connsiteY1981" fmla="*/ 465 h 323736"/>
                    <a:gd name="connsiteX1982" fmla="*/ 394478 w 900282"/>
                    <a:gd name="connsiteY1982" fmla="*/ 25 h 323736"/>
                    <a:gd name="connsiteX1983" fmla="*/ 397100 w 900282"/>
                    <a:gd name="connsiteY1983" fmla="*/ 25 h 323736"/>
                    <a:gd name="connsiteX1984" fmla="*/ 397541 w 900282"/>
                    <a:gd name="connsiteY1984" fmla="*/ 465 h 323736"/>
                    <a:gd name="connsiteX1985" fmla="*/ 397100 w 900282"/>
                    <a:gd name="connsiteY1985" fmla="*/ 907 h 323736"/>
                    <a:gd name="connsiteX1986" fmla="*/ 289633 w 900282"/>
                    <a:gd name="connsiteY1986" fmla="*/ 907 h 323736"/>
                    <a:gd name="connsiteX1987" fmla="*/ 289192 w 900282"/>
                    <a:gd name="connsiteY1987" fmla="*/ 465 h 323736"/>
                    <a:gd name="connsiteX1988" fmla="*/ 289621 w 900282"/>
                    <a:gd name="connsiteY1988" fmla="*/ 25 h 323736"/>
                    <a:gd name="connsiteX1989" fmla="*/ 292242 w 900282"/>
                    <a:gd name="connsiteY1989" fmla="*/ 25 h 323736"/>
                    <a:gd name="connsiteX1990" fmla="*/ 292242 w 900282"/>
                    <a:gd name="connsiteY1990" fmla="*/ 25 h 323736"/>
                    <a:gd name="connsiteX1991" fmla="*/ 292683 w 900282"/>
                    <a:gd name="connsiteY1991" fmla="*/ 465 h 323736"/>
                    <a:gd name="connsiteX1992" fmla="*/ 292242 w 900282"/>
                    <a:gd name="connsiteY1992" fmla="*/ 907 h 323736"/>
                    <a:gd name="connsiteX1993" fmla="*/ 289621 w 900282"/>
                    <a:gd name="connsiteY1993" fmla="*/ 907 h 323736"/>
                    <a:gd name="connsiteX1994" fmla="*/ 289621 w 900282"/>
                    <a:gd name="connsiteY1994" fmla="*/ 907 h 323736"/>
                    <a:gd name="connsiteX1995" fmla="*/ 388353 w 900282"/>
                    <a:gd name="connsiteY1995" fmla="*/ 894 h 323736"/>
                    <a:gd name="connsiteX1996" fmla="*/ 385732 w 900282"/>
                    <a:gd name="connsiteY1996" fmla="*/ 894 h 323736"/>
                    <a:gd name="connsiteX1997" fmla="*/ 385291 w 900282"/>
                    <a:gd name="connsiteY1997" fmla="*/ 453 h 323736"/>
                    <a:gd name="connsiteX1998" fmla="*/ 385732 w 900282"/>
                    <a:gd name="connsiteY1998" fmla="*/ 12 h 323736"/>
                    <a:gd name="connsiteX1999" fmla="*/ 388353 w 900282"/>
                    <a:gd name="connsiteY1999" fmla="*/ 12 h 323736"/>
                    <a:gd name="connsiteX2000" fmla="*/ 388795 w 900282"/>
                    <a:gd name="connsiteY2000" fmla="*/ 453 h 323736"/>
                    <a:gd name="connsiteX2001" fmla="*/ 388353 w 900282"/>
                    <a:gd name="connsiteY2001" fmla="*/ 894 h 323736"/>
                    <a:gd name="connsiteX2002" fmla="*/ 298367 w 900282"/>
                    <a:gd name="connsiteY2002" fmla="*/ 894 h 323736"/>
                    <a:gd name="connsiteX2003" fmla="*/ 297926 w 900282"/>
                    <a:gd name="connsiteY2003" fmla="*/ 453 h 323736"/>
                    <a:gd name="connsiteX2004" fmla="*/ 298367 w 900282"/>
                    <a:gd name="connsiteY2004" fmla="*/ 12 h 323736"/>
                    <a:gd name="connsiteX2005" fmla="*/ 300988 w 900282"/>
                    <a:gd name="connsiteY2005" fmla="*/ 12 h 323736"/>
                    <a:gd name="connsiteX2006" fmla="*/ 300988 w 900282"/>
                    <a:gd name="connsiteY2006" fmla="*/ 12 h 323736"/>
                    <a:gd name="connsiteX2007" fmla="*/ 301429 w 900282"/>
                    <a:gd name="connsiteY2007" fmla="*/ 453 h 323736"/>
                    <a:gd name="connsiteX2008" fmla="*/ 300988 w 900282"/>
                    <a:gd name="connsiteY2008" fmla="*/ 894 h 323736"/>
                    <a:gd name="connsiteX2009" fmla="*/ 298367 w 900282"/>
                    <a:gd name="connsiteY2009" fmla="*/ 894 h 323736"/>
                    <a:gd name="connsiteX2010" fmla="*/ 298367 w 900282"/>
                    <a:gd name="connsiteY2010" fmla="*/ 894 h 323736"/>
                    <a:gd name="connsiteX2011" fmla="*/ 307113 w 900282"/>
                    <a:gd name="connsiteY2011" fmla="*/ 882 h 323736"/>
                    <a:gd name="connsiteX2012" fmla="*/ 306672 w 900282"/>
                    <a:gd name="connsiteY2012" fmla="*/ 441 h 323736"/>
                    <a:gd name="connsiteX2013" fmla="*/ 307113 w 900282"/>
                    <a:gd name="connsiteY2013" fmla="*/ 0 h 323736"/>
                    <a:gd name="connsiteX2014" fmla="*/ 309735 w 900282"/>
                    <a:gd name="connsiteY2014" fmla="*/ 0 h 323736"/>
                    <a:gd name="connsiteX2015" fmla="*/ 310176 w 900282"/>
                    <a:gd name="connsiteY2015" fmla="*/ 429 h 323736"/>
                    <a:gd name="connsiteX2016" fmla="*/ 309735 w 900282"/>
                    <a:gd name="connsiteY2016" fmla="*/ 870 h 323736"/>
                    <a:gd name="connsiteX2017" fmla="*/ 307113 w 900282"/>
                    <a:gd name="connsiteY2017" fmla="*/ 870 h 323736"/>
                    <a:gd name="connsiteX2018" fmla="*/ 307113 w 900282"/>
                    <a:gd name="connsiteY2018" fmla="*/ 870 h 323736"/>
                    <a:gd name="connsiteX2019" fmla="*/ 379619 w 900282"/>
                    <a:gd name="connsiteY2019" fmla="*/ 882 h 323736"/>
                    <a:gd name="connsiteX2020" fmla="*/ 376998 w 900282"/>
                    <a:gd name="connsiteY2020" fmla="*/ 882 h 323736"/>
                    <a:gd name="connsiteX2021" fmla="*/ 376557 w 900282"/>
                    <a:gd name="connsiteY2021" fmla="*/ 441 h 323736"/>
                    <a:gd name="connsiteX2022" fmla="*/ 376986 w 900282"/>
                    <a:gd name="connsiteY2022" fmla="*/ 0 h 323736"/>
                    <a:gd name="connsiteX2023" fmla="*/ 379607 w 900282"/>
                    <a:gd name="connsiteY2023" fmla="*/ 0 h 323736"/>
                    <a:gd name="connsiteX2024" fmla="*/ 380048 w 900282"/>
                    <a:gd name="connsiteY2024" fmla="*/ 441 h 323736"/>
                    <a:gd name="connsiteX2025" fmla="*/ 379607 w 900282"/>
                    <a:gd name="connsiteY2025" fmla="*/ 882 h 323736"/>
                    <a:gd name="connsiteX2026" fmla="*/ 315847 w 900282"/>
                    <a:gd name="connsiteY2026" fmla="*/ 882 h 323736"/>
                    <a:gd name="connsiteX2027" fmla="*/ 315406 w 900282"/>
                    <a:gd name="connsiteY2027" fmla="*/ 441 h 323736"/>
                    <a:gd name="connsiteX2028" fmla="*/ 315847 w 900282"/>
                    <a:gd name="connsiteY2028" fmla="*/ 0 h 323736"/>
                    <a:gd name="connsiteX2029" fmla="*/ 318469 w 900282"/>
                    <a:gd name="connsiteY2029" fmla="*/ 0 h 323736"/>
                    <a:gd name="connsiteX2030" fmla="*/ 318910 w 900282"/>
                    <a:gd name="connsiteY2030" fmla="*/ 429 h 323736"/>
                    <a:gd name="connsiteX2031" fmla="*/ 318469 w 900282"/>
                    <a:gd name="connsiteY2031" fmla="*/ 870 h 323736"/>
                    <a:gd name="connsiteX2032" fmla="*/ 315847 w 900282"/>
                    <a:gd name="connsiteY2032" fmla="*/ 870 h 323736"/>
                    <a:gd name="connsiteX2033" fmla="*/ 370873 w 900282"/>
                    <a:gd name="connsiteY2033" fmla="*/ 882 h 323736"/>
                    <a:gd name="connsiteX2034" fmla="*/ 368252 w 900282"/>
                    <a:gd name="connsiteY2034" fmla="*/ 882 h 323736"/>
                    <a:gd name="connsiteX2035" fmla="*/ 367811 w 900282"/>
                    <a:gd name="connsiteY2035" fmla="*/ 441 h 323736"/>
                    <a:gd name="connsiteX2036" fmla="*/ 368252 w 900282"/>
                    <a:gd name="connsiteY2036" fmla="*/ 0 h 323736"/>
                    <a:gd name="connsiteX2037" fmla="*/ 370873 w 900282"/>
                    <a:gd name="connsiteY2037" fmla="*/ 0 h 323736"/>
                    <a:gd name="connsiteX2038" fmla="*/ 371314 w 900282"/>
                    <a:gd name="connsiteY2038" fmla="*/ 441 h 323736"/>
                    <a:gd name="connsiteX2039" fmla="*/ 370873 w 900282"/>
                    <a:gd name="connsiteY2039" fmla="*/ 882 h 323736"/>
                    <a:gd name="connsiteX2040" fmla="*/ 362139 w 900282"/>
                    <a:gd name="connsiteY2040" fmla="*/ 882 h 323736"/>
                    <a:gd name="connsiteX2041" fmla="*/ 359518 w 900282"/>
                    <a:gd name="connsiteY2041" fmla="*/ 882 h 323736"/>
                    <a:gd name="connsiteX2042" fmla="*/ 359077 w 900282"/>
                    <a:gd name="connsiteY2042" fmla="*/ 441 h 323736"/>
                    <a:gd name="connsiteX2043" fmla="*/ 359518 w 900282"/>
                    <a:gd name="connsiteY2043" fmla="*/ 0 h 323736"/>
                    <a:gd name="connsiteX2044" fmla="*/ 362139 w 900282"/>
                    <a:gd name="connsiteY2044" fmla="*/ 0 h 323736"/>
                    <a:gd name="connsiteX2045" fmla="*/ 362580 w 900282"/>
                    <a:gd name="connsiteY2045" fmla="*/ 441 h 323736"/>
                    <a:gd name="connsiteX2046" fmla="*/ 362139 w 900282"/>
                    <a:gd name="connsiteY2046" fmla="*/ 882 h 323736"/>
                    <a:gd name="connsiteX2047" fmla="*/ 324594 w 900282"/>
                    <a:gd name="connsiteY2047" fmla="*/ 882 h 323736"/>
                    <a:gd name="connsiteX2048" fmla="*/ 324153 w 900282"/>
                    <a:gd name="connsiteY2048" fmla="*/ 441 h 323736"/>
                    <a:gd name="connsiteX2049" fmla="*/ 324594 w 900282"/>
                    <a:gd name="connsiteY2049" fmla="*/ 0 h 323736"/>
                    <a:gd name="connsiteX2050" fmla="*/ 327203 w 900282"/>
                    <a:gd name="connsiteY2050" fmla="*/ 0 h 323736"/>
                    <a:gd name="connsiteX2051" fmla="*/ 327644 w 900282"/>
                    <a:gd name="connsiteY2051" fmla="*/ 429 h 323736"/>
                    <a:gd name="connsiteX2052" fmla="*/ 327203 w 900282"/>
                    <a:gd name="connsiteY2052" fmla="*/ 870 h 323736"/>
                    <a:gd name="connsiteX2053" fmla="*/ 324594 w 900282"/>
                    <a:gd name="connsiteY2053" fmla="*/ 870 h 323736"/>
                    <a:gd name="connsiteX2054" fmla="*/ 333303 w 900282"/>
                    <a:gd name="connsiteY2054" fmla="*/ 882 h 323736"/>
                    <a:gd name="connsiteX2055" fmla="*/ 332862 w 900282"/>
                    <a:gd name="connsiteY2055" fmla="*/ 441 h 323736"/>
                    <a:gd name="connsiteX2056" fmla="*/ 333303 w 900282"/>
                    <a:gd name="connsiteY2056" fmla="*/ 0 h 323736"/>
                    <a:gd name="connsiteX2057" fmla="*/ 335925 w 900282"/>
                    <a:gd name="connsiteY2057" fmla="*/ 0 h 323736"/>
                    <a:gd name="connsiteX2058" fmla="*/ 336366 w 900282"/>
                    <a:gd name="connsiteY2058" fmla="*/ 441 h 323736"/>
                    <a:gd name="connsiteX2059" fmla="*/ 335925 w 900282"/>
                    <a:gd name="connsiteY2059" fmla="*/ 882 h 323736"/>
                    <a:gd name="connsiteX2060" fmla="*/ 333303 w 900282"/>
                    <a:gd name="connsiteY2060" fmla="*/ 882 h 323736"/>
                    <a:gd name="connsiteX2061" fmla="*/ 353393 w 900282"/>
                    <a:gd name="connsiteY2061" fmla="*/ 882 h 323736"/>
                    <a:gd name="connsiteX2062" fmla="*/ 350771 w 900282"/>
                    <a:gd name="connsiteY2062" fmla="*/ 882 h 323736"/>
                    <a:gd name="connsiteX2063" fmla="*/ 350330 w 900282"/>
                    <a:gd name="connsiteY2063" fmla="*/ 441 h 323736"/>
                    <a:gd name="connsiteX2064" fmla="*/ 350771 w 900282"/>
                    <a:gd name="connsiteY2064" fmla="*/ 0 h 323736"/>
                    <a:gd name="connsiteX2065" fmla="*/ 353393 w 900282"/>
                    <a:gd name="connsiteY2065" fmla="*/ 0 h 323736"/>
                    <a:gd name="connsiteX2066" fmla="*/ 353834 w 900282"/>
                    <a:gd name="connsiteY2066" fmla="*/ 441 h 323736"/>
                    <a:gd name="connsiteX2067" fmla="*/ 353393 w 900282"/>
                    <a:gd name="connsiteY2067" fmla="*/ 882 h 323736"/>
                    <a:gd name="connsiteX2068" fmla="*/ 342025 w 900282"/>
                    <a:gd name="connsiteY2068" fmla="*/ 882 h 323736"/>
                    <a:gd name="connsiteX2069" fmla="*/ 341584 w 900282"/>
                    <a:gd name="connsiteY2069" fmla="*/ 441 h 323736"/>
                    <a:gd name="connsiteX2070" fmla="*/ 342025 w 900282"/>
                    <a:gd name="connsiteY2070" fmla="*/ 0 h 323736"/>
                    <a:gd name="connsiteX2071" fmla="*/ 344646 w 900282"/>
                    <a:gd name="connsiteY2071" fmla="*/ 0 h 323736"/>
                    <a:gd name="connsiteX2072" fmla="*/ 345087 w 900282"/>
                    <a:gd name="connsiteY2072" fmla="*/ 441 h 323736"/>
                    <a:gd name="connsiteX2073" fmla="*/ 344646 w 900282"/>
                    <a:gd name="connsiteY2073" fmla="*/ 882 h 323736"/>
                    <a:gd name="connsiteX2074" fmla="*/ 342025 w 900282"/>
                    <a:gd name="connsiteY2074" fmla="*/ 882 h 323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  <a:cxn ang="0">
                      <a:pos x="connsiteX1420" y="connsiteY1420"/>
                    </a:cxn>
                    <a:cxn ang="0">
                      <a:pos x="connsiteX1421" y="connsiteY1421"/>
                    </a:cxn>
                    <a:cxn ang="0">
                      <a:pos x="connsiteX1422" y="connsiteY1422"/>
                    </a:cxn>
                    <a:cxn ang="0">
                      <a:pos x="connsiteX1423" y="connsiteY1423"/>
                    </a:cxn>
                    <a:cxn ang="0">
                      <a:pos x="connsiteX1424" y="connsiteY1424"/>
                    </a:cxn>
                    <a:cxn ang="0">
                      <a:pos x="connsiteX1425" y="connsiteY1425"/>
                    </a:cxn>
                    <a:cxn ang="0">
                      <a:pos x="connsiteX1426" y="connsiteY1426"/>
                    </a:cxn>
                    <a:cxn ang="0">
                      <a:pos x="connsiteX1427" y="connsiteY1427"/>
                    </a:cxn>
                    <a:cxn ang="0">
                      <a:pos x="connsiteX1428" y="connsiteY1428"/>
                    </a:cxn>
                    <a:cxn ang="0">
                      <a:pos x="connsiteX1429" y="connsiteY1429"/>
                    </a:cxn>
                    <a:cxn ang="0">
                      <a:pos x="connsiteX1430" y="connsiteY1430"/>
                    </a:cxn>
                    <a:cxn ang="0">
                      <a:pos x="connsiteX1431" y="connsiteY1431"/>
                    </a:cxn>
                    <a:cxn ang="0">
                      <a:pos x="connsiteX1432" y="connsiteY1432"/>
                    </a:cxn>
                    <a:cxn ang="0">
                      <a:pos x="connsiteX1433" y="connsiteY1433"/>
                    </a:cxn>
                    <a:cxn ang="0">
                      <a:pos x="connsiteX1434" y="connsiteY1434"/>
                    </a:cxn>
                    <a:cxn ang="0">
                      <a:pos x="connsiteX1435" y="connsiteY1435"/>
                    </a:cxn>
                    <a:cxn ang="0">
                      <a:pos x="connsiteX1436" y="connsiteY1436"/>
                    </a:cxn>
                    <a:cxn ang="0">
                      <a:pos x="connsiteX1437" y="connsiteY1437"/>
                    </a:cxn>
                    <a:cxn ang="0">
                      <a:pos x="connsiteX1438" y="connsiteY1438"/>
                    </a:cxn>
                    <a:cxn ang="0">
                      <a:pos x="connsiteX1439" y="connsiteY1439"/>
                    </a:cxn>
                    <a:cxn ang="0">
                      <a:pos x="connsiteX1440" y="connsiteY1440"/>
                    </a:cxn>
                    <a:cxn ang="0">
                      <a:pos x="connsiteX1441" y="connsiteY1441"/>
                    </a:cxn>
                    <a:cxn ang="0">
                      <a:pos x="connsiteX1442" y="connsiteY1442"/>
                    </a:cxn>
                    <a:cxn ang="0">
                      <a:pos x="connsiteX1443" y="connsiteY1443"/>
                    </a:cxn>
                    <a:cxn ang="0">
                      <a:pos x="connsiteX1444" y="connsiteY1444"/>
                    </a:cxn>
                    <a:cxn ang="0">
                      <a:pos x="connsiteX1445" y="connsiteY1445"/>
                    </a:cxn>
                    <a:cxn ang="0">
                      <a:pos x="connsiteX1446" y="connsiteY1446"/>
                    </a:cxn>
                    <a:cxn ang="0">
                      <a:pos x="connsiteX1447" y="connsiteY1447"/>
                    </a:cxn>
                    <a:cxn ang="0">
                      <a:pos x="connsiteX1448" y="connsiteY1448"/>
                    </a:cxn>
                    <a:cxn ang="0">
                      <a:pos x="connsiteX1449" y="connsiteY1449"/>
                    </a:cxn>
                    <a:cxn ang="0">
                      <a:pos x="connsiteX1450" y="connsiteY1450"/>
                    </a:cxn>
                    <a:cxn ang="0">
                      <a:pos x="connsiteX1451" y="connsiteY1451"/>
                    </a:cxn>
                    <a:cxn ang="0">
                      <a:pos x="connsiteX1452" y="connsiteY1452"/>
                    </a:cxn>
                    <a:cxn ang="0">
                      <a:pos x="connsiteX1453" y="connsiteY1453"/>
                    </a:cxn>
                    <a:cxn ang="0">
                      <a:pos x="connsiteX1454" y="connsiteY1454"/>
                    </a:cxn>
                    <a:cxn ang="0">
                      <a:pos x="connsiteX1455" y="connsiteY1455"/>
                    </a:cxn>
                    <a:cxn ang="0">
                      <a:pos x="connsiteX1456" y="connsiteY1456"/>
                    </a:cxn>
                    <a:cxn ang="0">
                      <a:pos x="connsiteX1457" y="connsiteY1457"/>
                    </a:cxn>
                    <a:cxn ang="0">
                      <a:pos x="connsiteX1458" y="connsiteY1458"/>
                    </a:cxn>
                    <a:cxn ang="0">
                      <a:pos x="connsiteX1459" y="connsiteY1459"/>
                    </a:cxn>
                    <a:cxn ang="0">
                      <a:pos x="connsiteX1460" y="connsiteY1460"/>
                    </a:cxn>
                    <a:cxn ang="0">
                      <a:pos x="connsiteX1461" y="connsiteY1461"/>
                    </a:cxn>
                    <a:cxn ang="0">
                      <a:pos x="connsiteX1462" y="connsiteY1462"/>
                    </a:cxn>
                    <a:cxn ang="0">
                      <a:pos x="connsiteX1463" y="connsiteY1463"/>
                    </a:cxn>
                    <a:cxn ang="0">
                      <a:pos x="connsiteX1464" y="connsiteY1464"/>
                    </a:cxn>
                    <a:cxn ang="0">
                      <a:pos x="connsiteX1465" y="connsiteY1465"/>
                    </a:cxn>
                    <a:cxn ang="0">
                      <a:pos x="connsiteX1466" y="connsiteY1466"/>
                    </a:cxn>
                    <a:cxn ang="0">
                      <a:pos x="connsiteX1467" y="connsiteY1467"/>
                    </a:cxn>
                    <a:cxn ang="0">
                      <a:pos x="connsiteX1468" y="connsiteY1468"/>
                    </a:cxn>
                    <a:cxn ang="0">
                      <a:pos x="connsiteX1469" y="connsiteY1469"/>
                    </a:cxn>
                    <a:cxn ang="0">
                      <a:pos x="connsiteX1470" y="connsiteY1470"/>
                    </a:cxn>
                    <a:cxn ang="0">
                      <a:pos x="connsiteX1471" y="connsiteY1471"/>
                    </a:cxn>
                    <a:cxn ang="0">
                      <a:pos x="connsiteX1472" y="connsiteY1472"/>
                    </a:cxn>
                    <a:cxn ang="0">
                      <a:pos x="connsiteX1473" y="connsiteY1473"/>
                    </a:cxn>
                    <a:cxn ang="0">
                      <a:pos x="connsiteX1474" y="connsiteY1474"/>
                    </a:cxn>
                    <a:cxn ang="0">
                      <a:pos x="connsiteX1475" y="connsiteY1475"/>
                    </a:cxn>
                    <a:cxn ang="0">
                      <a:pos x="connsiteX1476" y="connsiteY1476"/>
                    </a:cxn>
                    <a:cxn ang="0">
                      <a:pos x="connsiteX1477" y="connsiteY1477"/>
                    </a:cxn>
                    <a:cxn ang="0">
                      <a:pos x="connsiteX1478" y="connsiteY1478"/>
                    </a:cxn>
                    <a:cxn ang="0">
                      <a:pos x="connsiteX1479" y="connsiteY1479"/>
                    </a:cxn>
                    <a:cxn ang="0">
                      <a:pos x="connsiteX1480" y="connsiteY1480"/>
                    </a:cxn>
                    <a:cxn ang="0">
                      <a:pos x="connsiteX1481" y="connsiteY1481"/>
                    </a:cxn>
                    <a:cxn ang="0">
                      <a:pos x="connsiteX1482" y="connsiteY1482"/>
                    </a:cxn>
                    <a:cxn ang="0">
                      <a:pos x="connsiteX1483" y="connsiteY1483"/>
                    </a:cxn>
                    <a:cxn ang="0">
                      <a:pos x="connsiteX1484" y="connsiteY1484"/>
                    </a:cxn>
                    <a:cxn ang="0">
                      <a:pos x="connsiteX1485" y="connsiteY1485"/>
                    </a:cxn>
                    <a:cxn ang="0">
                      <a:pos x="connsiteX1486" y="connsiteY1486"/>
                    </a:cxn>
                    <a:cxn ang="0">
                      <a:pos x="connsiteX1487" y="connsiteY1487"/>
                    </a:cxn>
                    <a:cxn ang="0">
                      <a:pos x="connsiteX1488" y="connsiteY1488"/>
                    </a:cxn>
                    <a:cxn ang="0">
                      <a:pos x="connsiteX1489" y="connsiteY1489"/>
                    </a:cxn>
                    <a:cxn ang="0">
                      <a:pos x="connsiteX1490" y="connsiteY1490"/>
                    </a:cxn>
                    <a:cxn ang="0">
                      <a:pos x="connsiteX1491" y="connsiteY1491"/>
                    </a:cxn>
                    <a:cxn ang="0">
                      <a:pos x="connsiteX1492" y="connsiteY1492"/>
                    </a:cxn>
                    <a:cxn ang="0">
                      <a:pos x="connsiteX1493" y="connsiteY1493"/>
                    </a:cxn>
                    <a:cxn ang="0">
                      <a:pos x="connsiteX1494" y="connsiteY1494"/>
                    </a:cxn>
                    <a:cxn ang="0">
                      <a:pos x="connsiteX1495" y="connsiteY1495"/>
                    </a:cxn>
                    <a:cxn ang="0">
                      <a:pos x="connsiteX1496" y="connsiteY1496"/>
                    </a:cxn>
                    <a:cxn ang="0">
                      <a:pos x="connsiteX1497" y="connsiteY1497"/>
                    </a:cxn>
                    <a:cxn ang="0">
                      <a:pos x="connsiteX1498" y="connsiteY1498"/>
                    </a:cxn>
                    <a:cxn ang="0">
                      <a:pos x="connsiteX1499" y="connsiteY1499"/>
                    </a:cxn>
                    <a:cxn ang="0">
                      <a:pos x="connsiteX1500" y="connsiteY1500"/>
                    </a:cxn>
                    <a:cxn ang="0">
                      <a:pos x="connsiteX1501" y="connsiteY1501"/>
                    </a:cxn>
                    <a:cxn ang="0">
                      <a:pos x="connsiteX1502" y="connsiteY1502"/>
                    </a:cxn>
                    <a:cxn ang="0">
                      <a:pos x="connsiteX1503" y="connsiteY1503"/>
                    </a:cxn>
                    <a:cxn ang="0">
                      <a:pos x="connsiteX1504" y="connsiteY1504"/>
                    </a:cxn>
                    <a:cxn ang="0">
                      <a:pos x="connsiteX1505" y="connsiteY1505"/>
                    </a:cxn>
                    <a:cxn ang="0">
                      <a:pos x="connsiteX1506" y="connsiteY1506"/>
                    </a:cxn>
                    <a:cxn ang="0">
                      <a:pos x="connsiteX1507" y="connsiteY1507"/>
                    </a:cxn>
                    <a:cxn ang="0">
                      <a:pos x="connsiteX1508" y="connsiteY1508"/>
                    </a:cxn>
                    <a:cxn ang="0">
                      <a:pos x="connsiteX1509" y="connsiteY1509"/>
                    </a:cxn>
                    <a:cxn ang="0">
                      <a:pos x="connsiteX1510" y="connsiteY1510"/>
                    </a:cxn>
                    <a:cxn ang="0">
                      <a:pos x="connsiteX1511" y="connsiteY1511"/>
                    </a:cxn>
                    <a:cxn ang="0">
                      <a:pos x="connsiteX1512" y="connsiteY1512"/>
                    </a:cxn>
                    <a:cxn ang="0">
                      <a:pos x="connsiteX1513" y="connsiteY1513"/>
                    </a:cxn>
                    <a:cxn ang="0">
                      <a:pos x="connsiteX1514" y="connsiteY1514"/>
                    </a:cxn>
                    <a:cxn ang="0">
                      <a:pos x="connsiteX1515" y="connsiteY1515"/>
                    </a:cxn>
                    <a:cxn ang="0">
                      <a:pos x="connsiteX1516" y="connsiteY1516"/>
                    </a:cxn>
                    <a:cxn ang="0">
                      <a:pos x="connsiteX1517" y="connsiteY1517"/>
                    </a:cxn>
                    <a:cxn ang="0">
                      <a:pos x="connsiteX1518" y="connsiteY1518"/>
                    </a:cxn>
                    <a:cxn ang="0">
                      <a:pos x="connsiteX1519" y="connsiteY1519"/>
                    </a:cxn>
                    <a:cxn ang="0">
                      <a:pos x="connsiteX1520" y="connsiteY1520"/>
                    </a:cxn>
                    <a:cxn ang="0">
                      <a:pos x="connsiteX1521" y="connsiteY1521"/>
                    </a:cxn>
                    <a:cxn ang="0">
                      <a:pos x="connsiteX1522" y="connsiteY1522"/>
                    </a:cxn>
                    <a:cxn ang="0">
                      <a:pos x="connsiteX1523" y="connsiteY1523"/>
                    </a:cxn>
                    <a:cxn ang="0">
                      <a:pos x="connsiteX1524" y="connsiteY1524"/>
                    </a:cxn>
                    <a:cxn ang="0">
                      <a:pos x="connsiteX1525" y="connsiteY1525"/>
                    </a:cxn>
                    <a:cxn ang="0">
                      <a:pos x="connsiteX1526" y="connsiteY1526"/>
                    </a:cxn>
                    <a:cxn ang="0">
                      <a:pos x="connsiteX1527" y="connsiteY1527"/>
                    </a:cxn>
                    <a:cxn ang="0">
                      <a:pos x="connsiteX1528" y="connsiteY1528"/>
                    </a:cxn>
                    <a:cxn ang="0">
                      <a:pos x="connsiteX1529" y="connsiteY1529"/>
                    </a:cxn>
                    <a:cxn ang="0">
                      <a:pos x="connsiteX1530" y="connsiteY1530"/>
                    </a:cxn>
                    <a:cxn ang="0">
                      <a:pos x="connsiteX1531" y="connsiteY1531"/>
                    </a:cxn>
                    <a:cxn ang="0">
                      <a:pos x="connsiteX1532" y="connsiteY1532"/>
                    </a:cxn>
                    <a:cxn ang="0">
                      <a:pos x="connsiteX1533" y="connsiteY1533"/>
                    </a:cxn>
                    <a:cxn ang="0">
                      <a:pos x="connsiteX1534" y="connsiteY1534"/>
                    </a:cxn>
                    <a:cxn ang="0">
                      <a:pos x="connsiteX1535" y="connsiteY1535"/>
                    </a:cxn>
                    <a:cxn ang="0">
                      <a:pos x="connsiteX1536" y="connsiteY1536"/>
                    </a:cxn>
                    <a:cxn ang="0">
                      <a:pos x="connsiteX1537" y="connsiteY1537"/>
                    </a:cxn>
                    <a:cxn ang="0">
                      <a:pos x="connsiteX1538" y="connsiteY1538"/>
                    </a:cxn>
                    <a:cxn ang="0">
                      <a:pos x="connsiteX1539" y="connsiteY1539"/>
                    </a:cxn>
                    <a:cxn ang="0">
                      <a:pos x="connsiteX1540" y="connsiteY1540"/>
                    </a:cxn>
                    <a:cxn ang="0">
                      <a:pos x="connsiteX1541" y="connsiteY1541"/>
                    </a:cxn>
                    <a:cxn ang="0">
                      <a:pos x="connsiteX1542" y="connsiteY1542"/>
                    </a:cxn>
                    <a:cxn ang="0">
                      <a:pos x="connsiteX1543" y="connsiteY1543"/>
                    </a:cxn>
                    <a:cxn ang="0">
                      <a:pos x="connsiteX1544" y="connsiteY1544"/>
                    </a:cxn>
                    <a:cxn ang="0">
                      <a:pos x="connsiteX1545" y="connsiteY1545"/>
                    </a:cxn>
                    <a:cxn ang="0">
                      <a:pos x="connsiteX1546" y="connsiteY1546"/>
                    </a:cxn>
                    <a:cxn ang="0">
                      <a:pos x="connsiteX1547" y="connsiteY1547"/>
                    </a:cxn>
                    <a:cxn ang="0">
                      <a:pos x="connsiteX1548" y="connsiteY1548"/>
                    </a:cxn>
                    <a:cxn ang="0">
                      <a:pos x="connsiteX1549" y="connsiteY1549"/>
                    </a:cxn>
                    <a:cxn ang="0">
                      <a:pos x="connsiteX1550" y="connsiteY1550"/>
                    </a:cxn>
                    <a:cxn ang="0">
                      <a:pos x="connsiteX1551" y="connsiteY1551"/>
                    </a:cxn>
                    <a:cxn ang="0">
                      <a:pos x="connsiteX1552" y="connsiteY1552"/>
                    </a:cxn>
                    <a:cxn ang="0">
                      <a:pos x="connsiteX1553" y="connsiteY1553"/>
                    </a:cxn>
                    <a:cxn ang="0">
                      <a:pos x="connsiteX1554" y="connsiteY1554"/>
                    </a:cxn>
                    <a:cxn ang="0">
                      <a:pos x="connsiteX1555" y="connsiteY1555"/>
                    </a:cxn>
                    <a:cxn ang="0">
                      <a:pos x="connsiteX1556" y="connsiteY1556"/>
                    </a:cxn>
                    <a:cxn ang="0">
                      <a:pos x="connsiteX1557" y="connsiteY1557"/>
                    </a:cxn>
                    <a:cxn ang="0">
                      <a:pos x="connsiteX1558" y="connsiteY1558"/>
                    </a:cxn>
                    <a:cxn ang="0">
                      <a:pos x="connsiteX1559" y="connsiteY1559"/>
                    </a:cxn>
                    <a:cxn ang="0">
                      <a:pos x="connsiteX1560" y="connsiteY1560"/>
                    </a:cxn>
                    <a:cxn ang="0">
                      <a:pos x="connsiteX1561" y="connsiteY1561"/>
                    </a:cxn>
                    <a:cxn ang="0">
                      <a:pos x="connsiteX1562" y="connsiteY1562"/>
                    </a:cxn>
                    <a:cxn ang="0">
                      <a:pos x="connsiteX1563" y="connsiteY1563"/>
                    </a:cxn>
                    <a:cxn ang="0">
                      <a:pos x="connsiteX1564" y="connsiteY1564"/>
                    </a:cxn>
                    <a:cxn ang="0">
                      <a:pos x="connsiteX1565" y="connsiteY1565"/>
                    </a:cxn>
                    <a:cxn ang="0">
                      <a:pos x="connsiteX1566" y="connsiteY1566"/>
                    </a:cxn>
                    <a:cxn ang="0">
                      <a:pos x="connsiteX1567" y="connsiteY1567"/>
                    </a:cxn>
                    <a:cxn ang="0">
                      <a:pos x="connsiteX1568" y="connsiteY1568"/>
                    </a:cxn>
                    <a:cxn ang="0">
                      <a:pos x="connsiteX1569" y="connsiteY1569"/>
                    </a:cxn>
                    <a:cxn ang="0">
                      <a:pos x="connsiteX1570" y="connsiteY1570"/>
                    </a:cxn>
                    <a:cxn ang="0">
                      <a:pos x="connsiteX1571" y="connsiteY1571"/>
                    </a:cxn>
                    <a:cxn ang="0">
                      <a:pos x="connsiteX1572" y="connsiteY1572"/>
                    </a:cxn>
                    <a:cxn ang="0">
                      <a:pos x="connsiteX1573" y="connsiteY1573"/>
                    </a:cxn>
                    <a:cxn ang="0">
                      <a:pos x="connsiteX1574" y="connsiteY1574"/>
                    </a:cxn>
                    <a:cxn ang="0">
                      <a:pos x="connsiteX1575" y="connsiteY1575"/>
                    </a:cxn>
                    <a:cxn ang="0">
                      <a:pos x="connsiteX1576" y="connsiteY1576"/>
                    </a:cxn>
                    <a:cxn ang="0">
                      <a:pos x="connsiteX1577" y="connsiteY1577"/>
                    </a:cxn>
                    <a:cxn ang="0">
                      <a:pos x="connsiteX1578" y="connsiteY1578"/>
                    </a:cxn>
                    <a:cxn ang="0">
                      <a:pos x="connsiteX1579" y="connsiteY1579"/>
                    </a:cxn>
                    <a:cxn ang="0">
                      <a:pos x="connsiteX1580" y="connsiteY1580"/>
                    </a:cxn>
                    <a:cxn ang="0">
                      <a:pos x="connsiteX1581" y="connsiteY1581"/>
                    </a:cxn>
                    <a:cxn ang="0">
                      <a:pos x="connsiteX1582" y="connsiteY1582"/>
                    </a:cxn>
                    <a:cxn ang="0">
                      <a:pos x="connsiteX1583" y="connsiteY1583"/>
                    </a:cxn>
                    <a:cxn ang="0">
                      <a:pos x="connsiteX1584" y="connsiteY1584"/>
                    </a:cxn>
                    <a:cxn ang="0">
                      <a:pos x="connsiteX1585" y="connsiteY1585"/>
                    </a:cxn>
                    <a:cxn ang="0">
                      <a:pos x="connsiteX1586" y="connsiteY1586"/>
                    </a:cxn>
                    <a:cxn ang="0">
                      <a:pos x="connsiteX1587" y="connsiteY1587"/>
                    </a:cxn>
                    <a:cxn ang="0">
                      <a:pos x="connsiteX1588" y="connsiteY1588"/>
                    </a:cxn>
                    <a:cxn ang="0">
                      <a:pos x="connsiteX1589" y="connsiteY1589"/>
                    </a:cxn>
                    <a:cxn ang="0">
                      <a:pos x="connsiteX1590" y="connsiteY1590"/>
                    </a:cxn>
                    <a:cxn ang="0">
                      <a:pos x="connsiteX1591" y="connsiteY1591"/>
                    </a:cxn>
                    <a:cxn ang="0">
                      <a:pos x="connsiteX1592" y="connsiteY1592"/>
                    </a:cxn>
                    <a:cxn ang="0">
                      <a:pos x="connsiteX1593" y="connsiteY1593"/>
                    </a:cxn>
                    <a:cxn ang="0">
                      <a:pos x="connsiteX1594" y="connsiteY1594"/>
                    </a:cxn>
                    <a:cxn ang="0">
                      <a:pos x="connsiteX1595" y="connsiteY1595"/>
                    </a:cxn>
                    <a:cxn ang="0">
                      <a:pos x="connsiteX1596" y="connsiteY1596"/>
                    </a:cxn>
                    <a:cxn ang="0">
                      <a:pos x="connsiteX1597" y="connsiteY1597"/>
                    </a:cxn>
                    <a:cxn ang="0">
                      <a:pos x="connsiteX1598" y="connsiteY1598"/>
                    </a:cxn>
                    <a:cxn ang="0">
                      <a:pos x="connsiteX1599" y="connsiteY1599"/>
                    </a:cxn>
                    <a:cxn ang="0">
                      <a:pos x="connsiteX1600" y="connsiteY1600"/>
                    </a:cxn>
                    <a:cxn ang="0">
                      <a:pos x="connsiteX1601" y="connsiteY1601"/>
                    </a:cxn>
                    <a:cxn ang="0">
                      <a:pos x="connsiteX1602" y="connsiteY1602"/>
                    </a:cxn>
                    <a:cxn ang="0">
                      <a:pos x="connsiteX1603" y="connsiteY1603"/>
                    </a:cxn>
                    <a:cxn ang="0">
                      <a:pos x="connsiteX1604" y="connsiteY1604"/>
                    </a:cxn>
                    <a:cxn ang="0">
                      <a:pos x="connsiteX1605" y="connsiteY1605"/>
                    </a:cxn>
                    <a:cxn ang="0">
                      <a:pos x="connsiteX1606" y="connsiteY1606"/>
                    </a:cxn>
                    <a:cxn ang="0">
                      <a:pos x="connsiteX1607" y="connsiteY1607"/>
                    </a:cxn>
                    <a:cxn ang="0">
                      <a:pos x="connsiteX1608" y="connsiteY1608"/>
                    </a:cxn>
                    <a:cxn ang="0">
                      <a:pos x="connsiteX1609" y="connsiteY1609"/>
                    </a:cxn>
                    <a:cxn ang="0">
                      <a:pos x="connsiteX1610" y="connsiteY1610"/>
                    </a:cxn>
                    <a:cxn ang="0">
                      <a:pos x="connsiteX1611" y="connsiteY1611"/>
                    </a:cxn>
                    <a:cxn ang="0">
                      <a:pos x="connsiteX1612" y="connsiteY1612"/>
                    </a:cxn>
                    <a:cxn ang="0">
                      <a:pos x="connsiteX1613" y="connsiteY1613"/>
                    </a:cxn>
                    <a:cxn ang="0">
                      <a:pos x="connsiteX1614" y="connsiteY1614"/>
                    </a:cxn>
                    <a:cxn ang="0">
                      <a:pos x="connsiteX1615" y="connsiteY1615"/>
                    </a:cxn>
                    <a:cxn ang="0">
                      <a:pos x="connsiteX1616" y="connsiteY1616"/>
                    </a:cxn>
                    <a:cxn ang="0">
                      <a:pos x="connsiteX1617" y="connsiteY1617"/>
                    </a:cxn>
                    <a:cxn ang="0">
                      <a:pos x="connsiteX1618" y="connsiteY1618"/>
                    </a:cxn>
                    <a:cxn ang="0">
                      <a:pos x="connsiteX1619" y="connsiteY1619"/>
                    </a:cxn>
                    <a:cxn ang="0">
                      <a:pos x="connsiteX1620" y="connsiteY1620"/>
                    </a:cxn>
                    <a:cxn ang="0">
                      <a:pos x="connsiteX1621" y="connsiteY1621"/>
                    </a:cxn>
                    <a:cxn ang="0">
                      <a:pos x="connsiteX1622" y="connsiteY1622"/>
                    </a:cxn>
                    <a:cxn ang="0">
                      <a:pos x="connsiteX1623" y="connsiteY1623"/>
                    </a:cxn>
                    <a:cxn ang="0">
                      <a:pos x="connsiteX1624" y="connsiteY1624"/>
                    </a:cxn>
                    <a:cxn ang="0">
                      <a:pos x="connsiteX1625" y="connsiteY1625"/>
                    </a:cxn>
                    <a:cxn ang="0">
                      <a:pos x="connsiteX1626" y="connsiteY1626"/>
                    </a:cxn>
                    <a:cxn ang="0">
                      <a:pos x="connsiteX1627" y="connsiteY1627"/>
                    </a:cxn>
                    <a:cxn ang="0">
                      <a:pos x="connsiteX1628" y="connsiteY1628"/>
                    </a:cxn>
                    <a:cxn ang="0">
                      <a:pos x="connsiteX1629" y="connsiteY1629"/>
                    </a:cxn>
                    <a:cxn ang="0">
                      <a:pos x="connsiteX1630" y="connsiteY1630"/>
                    </a:cxn>
                    <a:cxn ang="0">
                      <a:pos x="connsiteX1631" y="connsiteY1631"/>
                    </a:cxn>
                    <a:cxn ang="0">
                      <a:pos x="connsiteX1632" y="connsiteY1632"/>
                    </a:cxn>
                    <a:cxn ang="0">
                      <a:pos x="connsiteX1633" y="connsiteY1633"/>
                    </a:cxn>
                    <a:cxn ang="0">
                      <a:pos x="connsiteX1634" y="connsiteY1634"/>
                    </a:cxn>
                    <a:cxn ang="0">
                      <a:pos x="connsiteX1635" y="connsiteY1635"/>
                    </a:cxn>
                    <a:cxn ang="0">
                      <a:pos x="connsiteX1636" y="connsiteY1636"/>
                    </a:cxn>
                    <a:cxn ang="0">
                      <a:pos x="connsiteX1637" y="connsiteY1637"/>
                    </a:cxn>
                    <a:cxn ang="0">
                      <a:pos x="connsiteX1638" y="connsiteY1638"/>
                    </a:cxn>
                    <a:cxn ang="0">
                      <a:pos x="connsiteX1639" y="connsiteY1639"/>
                    </a:cxn>
                    <a:cxn ang="0">
                      <a:pos x="connsiteX1640" y="connsiteY1640"/>
                    </a:cxn>
                    <a:cxn ang="0">
                      <a:pos x="connsiteX1641" y="connsiteY1641"/>
                    </a:cxn>
                    <a:cxn ang="0">
                      <a:pos x="connsiteX1642" y="connsiteY1642"/>
                    </a:cxn>
                    <a:cxn ang="0">
                      <a:pos x="connsiteX1643" y="connsiteY1643"/>
                    </a:cxn>
                    <a:cxn ang="0">
                      <a:pos x="connsiteX1644" y="connsiteY1644"/>
                    </a:cxn>
                    <a:cxn ang="0">
                      <a:pos x="connsiteX1645" y="connsiteY1645"/>
                    </a:cxn>
                    <a:cxn ang="0">
                      <a:pos x="connsiteX1646" y="connsiteY1646"/>
                    </a:cxn>
                    <a:cxn ang="0">
                      <a:pos x="connsiteX1647" y="connsiteY1647"/>
                    </a:cxn>
                    <a:cxn ang="0">
                      <a:pos x="connsiteX1648" y="connsiteY1648"/>
                    </a:cxn>
                    <a:cxn ang="0">
                      <a:pos x="connsiteX1649" y="connsiteY1649"/>
                    </a:cxn>
                    <a:cxn ang="0">
                      <a:pos x="connsiteX1650" y="connsiteY1650"/>
                    </a:cxn>
                    <a:cxn ang="0">
                      <a:pos x="connsiteX1651" y="connsiteY1651"/>
                    </a:cxn>
                    <a:cxn ang="0">
                      <a:pos x="connsiteX1652" y="connsiteY1652"/>
                    </a:cxn>
                    <a:cxn ang="0">
                      <a:pos x="connsiteX1653" y="connsiteY1653"/>
                    </a:cxn>
                    <a:cxn ang="0">
                      <a:pos x="connsiteX1654" y="connsiteY1654"/>
                    </a:cxn>
                    <a:cxn ang="0">
                      <a:pos x="connsiteX1655" y="connsiteY1655"/>
                    </a:cxn>
                    <a:cxn ang="0">
                      <a:pos x="connsiteX1656" y="connsiteY1656"/>
                    </a:cxn>
                    <a:cxn ang="0">
                      <a:pos x="connsiteX1657" y="connsiteY1657"/>
                    </a:cxn>
                    <a:cxn ang="0">
                      <a:pos x="connsiteX1658" y="connsiteY1658"/>
                    </a:cxn>
                    <a:cxn ang="0">
                      <a:pos x="connsiteX1659" y="connsiteY1659"/>
                    </a:cxn>
                    <a:cxn ang="0">
                      <a:pos x="connsiteX1660" y="connsiteY1660"/>
                    </a:cxn>
                    <a:cxn ang="0">
                      <a:pos x="connsiteX1661" y="connsiteY1661"/>
                    </a:cxn>
                    <a:cxn ang="0">
                      <a:pos x="connsiteX1662" y="connsiteY1662"/>
                    </a:cxn>
                    <a:cxn ang="0">
                      <a:pos x="connsiteX1663" y="connsiteY1663"/>
                    </a:cxn>
                    <a:cxn ang="0">
                      <a:pos x="connsiteX1664" y="connsiteY1664"/>
                    </a:cxn>
                    <a:cxn ang="0">
                      <a:pos x="connsiteX1665" y="connsiteY1665"/>
                    </a:cxn>
                    <a:cxn ang="0">
                      <a:pos x="connsiteX1666" y="connsiteY1666"/>
                    </a:cxn>
                    <a:cxn ang="0">
                      <a:pos x="connsiteX1667" y="connsiteY1667"/>
                    </a:cxn>
                    <a:cxn ang="0">
                      <a:pos x="connsiteX1668" y="connsiteY1668"/>
                    </a:cxn>
                    <a:cxn ang="0">
                      <a:pos x="connsiteX1669" y="connsiteY1669"/>
                    </a:cxn>
                    <a:cxn ang="0">
                      <a:pos x="connsiteX1670" y="connsiteY1670"/>
                    </a:cxn>
                    <a:cxn ang="0">
                      <a:pos x="connsiteX1671" y="connsiteY1671"/>
                    </a:cxn>
                    <a:cxn ang="0">
                      <a:pos x="connsiteX1672" y="connsiteY1672"/>
                    </a:cxn>
                    <a:cxn ang="0">
                      <a:pos x="connsiteX1673" y="connsiteY1673"/>
                    </a:cxn>
                    <a:cxn ang="0">
                      <a:pos x="connsiteX1674" y="connsiteY1674"/>
                    </a:cxn>
                    <a:cxn ang="0">
                      <a:pos x="connsiteX1675" y="connsiteY1675"/>
                    </a:cxn>
                    <a:cxn ang="0">
                      <a:pos x="connsiteX1676" y="connsiteY1676"/>
                    </a:cxn>
                    <a:cxn ang="0">
                      <a:pos x="connsiteX1677" y="connsiteY1677"/>
                    </a:cxn>
                    <a:cxn ang="0">
                      <a:pos x="connsiteX1678" y="connsiteY1678"/>
                    </a:cxn>
                    <a:cxn ang="0">
                      <a:pos x="connsiteX1679" y="connsiteY1679"/>
                    </a:cxn>
                    <a:cxn ang="0">
                      <a:pos x="connsiteX1680" y="connsiteY1680"/>
                    </a:cxn>
                    <a:cxn ang="0">
                      <a:pos x="connsiteX1681" y="connsiteY1681"/>
                    </a:cxn>
                    <a:cxn ang="0">
                      <a:pos x="connsiteX1682" y="connsiteY1682"/>
                    </a:cxn>
                    <a:cxn ang="0">
                      <a:pos x="connsiteX1683" y="connsiteY1683"/>
                    </a:cxn>
                    <a:cxn ang="0">
                      <a:pos x="connsiteX1684" y="connsiteY1684"/>
                    </a:cxn>
                    <a:cxn ang="0">
                      <a:pos x="connsiteX1685" y="connsiteY1685"/>
                    </a:cxn>
                    <a:cxn ang="0">
                      <a:pos x="connsiteX1686" y="connsiteY1686"/>
                    </a:cxn>
                    <a:cxn ang="0">
                      <a:pos x="connsiteX1687" y="connsiteY1687"/>
                    </a:cxn>
                    <a:cxn ang="0">
                      <a:pos x="connsiteX1688" y="connsiteY1688"/>
                    </a:cxn>
                    <a:cxn ang="0">
                      <a:pos x="connsiteX1689" y="connsiteY1689"/>
                    </a:cxn>
                    <a:cxn ang="0">
                      <a:pos x="connsiteX1690" y="connsiteY1690"/>
                    </a:cxn>
                    <a:cxn ang="0">
                      <a:pos x="connsiteX1691" y="connsiteY1691"/>
                    </a:cxn>
                    <a:cxn ang="0">
                      <a:pos x="connsiteX1692" y="connsiteY1692"/>
                    </a:cxn>
                    <a:cxn ang="0">
                      <a:pos x="connsiteX1693" y="connsiteY1693"/>
                    </a:cxn>
                    <a:cxn ang="0">
                      <a:pos x="connsiteX1694" y="connsiteY1694"/>
                    </a:cxn>
                    <a:cxn ang="0">
                      <a:pos x="connsiteX1695" y="connsiteY1695"/>
                    </a:cxn>
                    <a:cxn ang="0">
                      <a:pos x="connsiteX1696" y="connsiteY1696"/>
                    </a:cxn>
                    <a:cxn ang="0">
                      <a:pos x="connsiteX1697" y="connsiteY1697"/>
                    </a:cxn>
                    <a:cxn ang="0">
                      <a:pos x="connsiteX1698" y="connsiteY1698"/>
                    </a:cxn>
                    <a:cxn ang="0">
                      <a:pos x="connsiteX1699" y="connsiteY1699"/>
                    </a:cxn>
                    <a:cxn ang="0">
                      <a:pos x="connsiteX1700" y="connsiteY1700"/>
                    </a:cxn>
                    <a:cxn ang="0">
                      <a:pos x="connsiteX1701" y="connsiteY1701"/>
                    </a:cxn>
                    <a:cxn ang="0">
                      <a:pos x="connsiteX1702" y="connsiteY1702"/>
                    </a:cxn>
                    <a:cxn ang="0">
                      <a:pos x="connsiteX1703" y="connsiteY1703"/>
                    </a:cxn>
                    <a:cxn ang="0">
                      <a:pos x="connsiteX1704" y="connsiteY1704"/>
                    </a:cxn>
                    <a:cxn ang="0">
                      <a:pos x="connsiteX1705" y="connsiteY1705"/>
                    </a:cxn>
                    <a:cxn ang="0">
                      <a:pos x="connsiteX1706" y="connsiteY1706"/>
                    </a:cxn>
                    <a:cxn ang="0">
                      <a:pos x="connsiteX1707" y="connsiteY1707"/>
                    </a:cxn>
                    <a:cxn ang="0">
                      <a:pos x="connsiteX1708" y="connsiteY1708"/>
                    </a:cxn>
                    <a:cxn ang="0">
                      <a:pos x="connsiteX1709" y="connsiteY1709"/>
                    </a:cxn>
                    <a:cxn ang="0">
                      <a:pos x="connsiteX1710" y="connsiteY1710"/>
                    </a:cxn>
                    <a:cxn ang="0">
                      <a:pos x="connsiteX1711" y="connsiteY1711"/>
                    </a:cxn>
                    <a:cxn ang="0">
                      <a:pos x="connsiteX1712" y="connsiteY1712"/>
                    </a:cxn>
                    <a:cxn ang="0">
                      <a:pos x="connsiteX1713" y="connsiteY1713"/>
                    </a:cxn>
                    <a:cxn ang="0">
                      <a:pos x="connsiteX1714" y="connsiteY1714"/>
                    </a:cxn>
                    <a:cxn ang="0">
                      <a:pos x="connsiteX1715" y="connsiteY1715"/>
                    </a:cxn>
                    <a:cxn ang="0">
                      <a:pos x="connsiteX1716" y="connsiteY1716"/>
                    </a:cxn>
                    <a:cxn ang="0">
                      <a:pos x="connsiteX1717" y="connsiteY1717"/>
                    </a:cxn>
                    <a:cxn ang="0">
                      <a:pos x="connsiteX1718" y="connsiteY1718"/>
                    </a:cxn>
                    <a:cxn ang="0">
                      <a:pos x="connsiteX1719" y="connsiteY1719"/>
                    </a:cxn>
                    <a:cxn ang="0">
                      <a:pos x="connsiteX1720" y="connsiteY1720"/>
                    </a:cxn>
                    <a:cxn ang="0">
                      <a:pos x="connsiteX1721" y="connsiteY1721"/>
                    </a:cxn>
                    <a:cxn ang="0">
                      <a:pos x="connsiteX1722" y="connsiteY1722"/>
                    </a:cxn>
                    <a:cxn ang="0">
                      <a:pos x="connsiteX1723" y="connsiteY1723"/>
                    </a:cxn>
                    <a:cxn ang="0">
                      <a:pos x="connsiteX1724" y="connsiteY1724"/>
                    </a:cxn>
                    <a:cxn ang="0">
                      <a:pos x="connsiteX1725" y="connsiteY1725"/>
                    </a:cxn>
                    <a:cxn ang="0">
                      <a:pos x="connsiteX1726" y="connsiteY1726"/>
                    </a:cxn>
                    <a:cxn ang="0">
                      <a:pos x="connsiteX1727" y="connsiteY1727"/>
                    </a:cxn>
                    <a:cxn ang="0">
                      <a:pos x="connsiteX1728" y="connsiteY1728"/>
                    </a:cxn>
                    <a:cxn ang="0">
                      <a:pos x="connsiteX1729" y="connsiteY1729"/>
                    </a:cxn>
                    <a:cxn ang="0">
                      <a:pos x="connsiteX1730" y="connsiteY1730"/>
                    </a:cxn>
                    <a:cxn ang="0">
                      <a:pos x="connsiteX1731" y="connsiteY1731"/>
                    </a:cxn>
                    <a:cxn ang="0">
                      <a:pos x="connsiteX1732" y="connsiteY1732"/>
                    </a:cxn>
                    <a:cxn ang="0">
                      <a:pos x="connsiteX1733" y="connsiteY1733"/>
                    </a:cxn>
                    <a:cxn ang="0">
                      <a:pos x="connsiteX1734" y="connsiteY1734"/>
                    </a:cxn>
                    <a:cxn ang="0">
                      <a:pos x="connsiteX1735" y="connsiteY1735"/>
                    </a:cxn>
                    <a:cxn ang="0">
                      <a:pos x="connsiteX1736" y="connsiteY1736"/>
                    </a:cxn>
                    <a:cxn ang="0">
                      <a:pos x="connsiteX1737" y="connsiteY1737"/>
                    </a:cxn>
                    <a:cxn ang="0">
                      <a:pos x="connsiteX1738" y="connsiteY1738"/>
                    </a:cxn>
                    <a:cxn ang="0">
                      <a:pos x="connsiteX1739" y="connsiteY1739"/>
                    </a:cxn>
                    <a:cxn ang="0">
                      <a:pos x="connsiteX1740" y="connsiteY1740"/>
                    </a:cxn>
                    <a:cxn ang="0">
                      <a:pos x="connsiteX1741" y="connsiteY1741"/>
                    </a:cxn>
                    <a:cxn ang="0">
                      <a:pos x="connsiteX1742" y="connsiteY1742"/>
                    </a:cxn>
                    <a:cxn ang="0">
                      <a:pos x="connsiteX1743" y="connsiteY1743"/>
                    </a:cxn>
                    <a:cxn ang="0">
                      <a:pos x="connsiteX1744" y="connsiteY1744"/>
                    </a:cxn>
                    <a:cxn ang="0">
                      <a:pos x="connsiteX1745" y="connsiteY1745"/>
                    </a:cxn>
                    <a:cxn ang="0">
                      <a:pos x="connsiteX1746" y="connsiteY1746"/>
                    </a:cxn>
                    <a:cxn ang="0">
                      <a:pos x="connsiteX1747" y="connsiteY1747"/>
                    </a:cxn>
                    <a:cxn ang="0">
                      <a:pos x="connsiteX1748" y="connsiteY1748"/>
                    </a:cxn>
                    <a:cxn ang="0">
                      <a:pos x="connsiteX1749" y="connsiteY1749"/>
                    </a:cxn>
                    <a:cxn ang="0">
                      <a:pos x="connsiteX1750" y="connsiteY1750"/>
                    </a:cxn>
                    <a:cxn ang="0">
                      <a:pos x="connsiteX1751" y="connsiteY1751"/>
                    </a:cxn>
                    <a:cxn ang="0">
                      <a:pos x="connsiteX1752" y="connsiteY1752"/>
                    </a:cxn>
                    <a:cxn ang="0">
                      <a:pos x="connsiteX1753" y="connsiteY1753"/>
                    </a:cxn>
                    <a:cxn ang="0">
                      <a:pos x="connsiteX1754" y="connsiteY1754"/>
                    </a:cxn>
                    <a:cxn ang="0">
                      <a:pos x="connsiteX1755" y="connsiteY1755"/>
                    </a:cxn>
                    <a:cxn ang="0">
                      <a:pos x="connsiteX1756" y="connsiteY1756"/>
                    </a:cxn>
                    <a:cxn ang="0">
                      <a:pos x="connsiteX1757" y="connsiteY1757"/>
                    </a:cxn>
                    <a:cxn ang="0">
                      <a:pos x="connsiteX1758" y="connsiteY1758"/>
                    </a:cxn>
                    <a:cxn ang="0">
                      <a:pos x="connsiteX1759" y="connsiteY1759"/>
                    </a:cxn>
                    <a:cxn ang="0">
                      <a:pos x="connsiteX1760" y="connsiteY1760"/>
                    </a:cxn>
                    <a:cxn ang="0">
                      <a:pos x="connsiteX1761" y="connsiteY1761"/>
                    </a:cxn>
                    <a:cxn ang="0">
                      <a:pos x="connsiteX1762" y="connsiteY1762"/>
                    </a:cxn>
                    <a:cxn ang="0">
                      <a:pos x="connsiteX1763" y="connsiteY1763"/>
                    </a:cxn>
                    <a:cxn ang="0">
                      <a:pos x="connsiteX1764" y="connsiteY1764"/>
                    </a:cxn>
                    <a:cxn ang="0">
                      <a:pos x="connsiteX1765" y="connsiteY1765"/>
                    </a:cxn>
                    <a:cxn ang="0">
                      <a:pos x="connsiteX1766" y="connsiteY1766"/>
                    </a:cxn>
                    <a:cxn ang="0">
                      <a:pos x="connsiteX1767" y="connsiteY1767"/>
                    </a:cxn>
                    <a:cxn ang="0">
                      <a:pos x="connsiteX1768" y="connsiteY1768"/>
                    </a:cxn>
                    <a:cxn ang="0">
                      <a:pos x="connsiteX1769" y="connsiteY1769"/>
                    </a:cxn>
                    <a:cxn ang="0">
                      <a:pos x="connsiteX1770" y="connsiteY1770"/>
                    </a:cxn>
                    <a:cxn ang="0">
                      <a:pos x="connsiteX1771" y="connsiteY1771"/>
                    </a:cxn>
                    <a:cxn ang="0">
                      <a:pos x="connsiteX1772" y="connsiteY1772"/>
                    </a:cxn>
                    <a:cxn ang="0">
                      <a:pos x="connsiteX1773" y="connsiteY1773"/>
                    </a:cxn>
                    <a:cxn ang="0">
                      <a:pos x="connsiteX1774" y="connsiteY1774"/>
                    </a:cxn>
                    <a:cxn ang="0">
                      <a:pos x="connsiteX1775" y="connsiteY1775"/>
                    </a:cxn>
                    <a:cxn ang="0">
                      <a:pos x="connsiteX1776" y="connsiteY1776"/>
                    </a:cxn>
                    <a:cxn ang="0">
                      <a:pos x="connsiteX1777" y="connsiteY1777"/>
                    </a:cxn>
                    <a:cxn ang="0">
                      <a:pos x="connsiteX1778" y="connsiteY1778"/>
                    </a:cxn>
                    <a:cxn ang="0">
                      <a:pos x="connsiteX1779" y="connsiteY1779"/>
                    </a:cxn>
                    <a:cxn ang="0">
                      <a:pos x="connsiteX1780" y="connsiteY1780"/>
                    </a:cxn>
                    <a:cxn ang="0">
                      <a:pos x="connsiteX1781" y="connsiteY1781"/>
                    </a:cxn>
                    <a:cxn ang="0">
                      <a:pos x="connsiteX1782" y="connsiteY1782"/>
                    </a:cxn>
                    <a:cxn ang="0">
                      <a:pos x="connsiteX1783" y="connsiteY1783"/>
                    </a:cxn>
                    <a:cxn ang="0">
                      <a:pos x="connsiteX1784" y="connsiteY1784"/>
                    </a:cxn>
                    <a:cxn ang="0">
                      <a:pos x="connsiteX1785" y="connsiteY1785"/>
                    </a:cxn>
                    <a:cxn ang="0">
                      <a:pos x="connsiteX1786" y="connsiteY1786"/>
                    </a:cxn>
                    <a:cxn ang="0">
                      <a:pos x="connsiteX1787" y="connsiteY1787"/>
                    </a:cxn>
                    <a:cxn ang="0">
                      <a:pos x="connsiteX1788" y="connsiteY1788"/>
                    </a:cxn>
                    <a:cxn ang="0">
                      <a:pos x="connsiteX1789" y="connsiteY1789"/>
                    </a:cxn>
                    <a:cxn ang="0">
                      <a:pos x="connsiteX1790" y="connsiteY1790"/>
                    </a:cxn>
                    <a:cxn ang="0">
                      <a:pos x="connsiteX1791" y="connsiteY1791"/>
                    </a:cxn>
                    <a:cxn ang="0">
                      <a:pos x="connsiteX1792" y="connsiteY1792"/>
                    </a:cxn>
                    <a:cxn ang="0">
                      <a:pos x="connsiteX1793" y="connsiteY1793"/>
                    </a:cxn>
                    <a:cxn ang="0">
                      <a:pos x="connsiteX1794" y="connsiteY1794"/>
                    </a:cxn>
                    <a:cxn ang="0">
                      <a:pos x="connsiteX1795" y="connsiteY1795"/>
                    </a:cxn>
                    <a:cxn ang="0">
                      <a:pos x="connsiteX1796" y="connsiteY1796"/>
                    </a:cxn>
                    <a:cxn ang="0">
                      <a:pos x="connsiteX1797" y="connsiteY1797"/>
                    </a:cxn>
                    <a:cxn ang="0">
                      <a:pos x="connsiteX1798" y="connsiteY1798"/>
                    </a:cxn>
                    <a:cxn ang="0">
                      <a:pos x="connsiteX1799" y="connsiteY1799"/>
                    </a:cxn>
                    <a:cxn ang="0">
                      <a:pos x="connsiteX1800" y="connsiteY1800"/>
                    </a:cxn>
                    <a:cxn ang="0">
                      <a:pos x="connsiteX1801" y="connsiteY1801"/>
                    </a:cxn>
                    <a:cxn ang="0">
                      <a:pos x="connsiteX1802" y="connsiteY1802"/>
                    </a:cxn>
                    <a:cxn ang="0">
                      <a:pos x="connsiteX1803" y="connsiteY1803"/>
                    </a:cxn>
                    <a:cxn ang="0">
                      <a:pos x="connsiteX1804" y="connsiteY1804"/>
                    </a:cxn>
                    <a:cxn ang="0">
                      <a:pos x="connsiteX1805" y="connsiteY1805"/>
                    </a:cxn>
                    <a:cxn ang="0">
                      <a:pos x="connsiteX1806" y="connsiteY1806"/>
                    </a:cxn>
                    <a:cxn ang="0">
                      <a:pos x="connsiteX1807" y="connsiteY1807"/>
                    </a:cxn>
                    <a:cxn ang="0">
                      <a:pos x="connsiteX1808" y="connsiteY1808"/>
                    </a:cxn>
                    <a:cxn ang="0">
                      <a:pos x="connsiteX1809" y="connsiteY1809"/>
                    </a:cxn>
                    <a:cxn ang="0">
                      <a:pos x="connsiteX1810" y="connsiteY1810"/>
                    </a:cxn>
                    <a:cxn ang="0">
                      <a:pos x="connsiteX1811" y="connsiteY1811"/>
                    </a:cxn>
                    <a:cxn ang="0">
                      <a:pos x="connsiteX1812" y="connsiteY1812"/>
                    </a:cxn>
                    <a:cxn ang="0">
                      <a:pos x="connsiteX1813" y="connsiteY1813"/>
                    </a:cxn>
                    <a:cxn ang="0">
                      <a:pos x="connsiteX1814" y="connsiteY1814"/>
                    </a:cxn>
                    <a:cxn ang="0">
                      <a:pos x="connsiteX1815" y="connsiteY1815"/>
                    </a:cxn>
                    <a:cxn ang="0">
                      <a:pos x="connsiteX1816" y="connsiteY1816"/>
                    </a:cxn>
                    <a:cxn ang="0">
                      <a:pos x="connsiteX1817" y="connsiteY1817"/>
                    </a:cxn>
                    <a:cxn ang="0">
                      <a:pos x="connsiteX1818" y="connsiteY1818"/>
                    </a:cxn>
                    <a:cxn ang="0">
                      <a:pos x="connsiteX1819" y="connsiteY1819"/>
                    </a:cxn>
                    <a:cxn ang="0">
                      <a:pos x="connsiteX1820" y="connsiteY1820"/>
                    </a:cxn>
                    <a:cxn ang="0">
                      <a:pos x="connsiteX1821" y="connsiteY1821"/>
                    </a:cxn>
                    <a:cxn ang="0">
                      <a:pos x="connsiteX1822" y="connsiteY1822"/>
                    </a:cxn>
                    <a:cxn ang="0">
                      <a:pos x="connsiteX1823" y="connsiteY1823"/>
                    </a:cxn>
                    <a:cxn ang="0">
                      <a:pos x="connsiteX1824" y="connsiteY1824"/>
                    </a:cxn>
                    <a:cxn ang="0">
                      <a:pos x="connsiteX1825" y="connsiteY1825"/>
                    </a:cxn>
                    <a:cxn ang="0">
                      <a:pos x="connsiteX1826" y="connsiteY1826"/>
                    </a:cxn>
                    <a:cxn ang="0">
                      <a:pos x="connsiteX1827" y="connsiteY1827"/>
                    </a:cxn>
                    <a:cxn ang="0">
                      <a:pos x="connsiteX1828" y="connsiteY1828"/>
                    </a:cxn>
                    <a:cxn ang="0">
                      <a:pos x="connsiteX1829" y="connsiteY1829"/>
                    </a:cxn>
                    <a:cxn ang="0">
                      <a:pos x="connsiteX1830" y="connsiteY1830"/>
                    </a:cxn>
                    <a:cxn ang="0">
                      <a:pos x="connsiteX1831" y="connsiteY1831"/>
                    </a:cxn>
                    <a:cxn ang="0">
                      <a:pos x="connsiteX1832" y="connsiteY1832"/>
                    </a:cxn>
                    <a:cxn ang="0">
                      <a:pos x="connsiteX1833" y="connsiteY1833"/>
                    </a:cxn>
                    <a:cxn ang="0">
                      <a:pos x="connsiteX1834" y="connsiteY1834"/>
                    </a:cxn>
                    <a:cxn ang="0">
                      <a:pos x="connsiteX1835" y="connsiteY1835"/>
                    </a:cxn>
                    <a:cxn ang="0">
                      <a:pos x="connsiteX1836" y="connsiteY1836"/>
                    </a:cxn>
                    <a:cxn ang="0">
                      <a:pos x="connsiteX1837" y="connsiteY1837"/>
                    </a:cxn>
                    <a:cxn ang="0">
                      <a:pos x="connsiteX1838" y="connsiteY1838"/>
                    </a:cxn>
                    <a:cxn ang="0">
                      <a:pos x="connsiteX1839" y="connsiteY1839"/>
                    </a:cxn>
                    <a:cxn ang="0">
                      <a:pos x="connsiteX1840" y="connsiteY1840"/>
                    </a:cxn>
                    <a:cxn ang="0">
                      <a:pos x="connsiteX1841" y="connsiteY1841"/>
                    </a:cxn>
                    <a:cxn ang="0">
                      <a:pos x="connsiteX1842" y="connsiteY1842"/>
                    </a:cxn>
                    <a:cxn ang="0">
                      <a:pos x="connsiteX1843" y="connsiteY1843"/>
                    </a:cxn>
                    <a:cxn ang="0">
                      <a:pos x="connsiteX1844" y="connsiteY1844"/>
                    </a:cxn>
                    <a:cxn ang="0">
                      <a:pos x="connsiteX1845" y="connsiteY1845"/>
                    </a:cxn>
                    <a:cxn ang="0">
                      <a:pos x="connsiteX1846" y="connsiteY1846"/>
                    </a:cxn>
                    <a:cxn ang="0">
                      <a:pos x="connsiteX1847" y="connsiteY1847"/>
                    </a:cxn>
                    <a:cxn ang="0">
                      <a:pos x="connsiteX1848" y="connsiteY1848"/>
                    </a:cxn>
                    <a:cxn ang="0">
                      <a:pos x="connsiteX1849" y="connsiteY1849"/>
                    </a:cxn>
                    <a:cxn ang="0">
                      <a:pos x="connsiteX1850" y="connsiteY1850"/>
                    </a:cxn>
                    <a:cxn ang="0">
                      <a:pos x="connsiteX1851" y="connsiteY1851"/>
                    </a:cxn>
                    <a:cxn ang="0">
                      <a:pos x="connsiteX1852" y="connsiteY1852"/>
                    </a:cxn>
                    <a:cxn ang="0">
                      <a:pos x="connsiteX1853" y="connsiteY1853"/>
                    </a:cxn>
                    <a:cxn ang="0">
                      <a:pos x="connsiteX1854" y="connsiteY1854"/>
                    </a:cxn>
                    <a:cxn ang="0">
                      <a:pos x="connsiteX1855" y="connsiteY1855"/>
                    </a:cxn>
                    <a:cxn ang="0">
                      <a:pos x="connsiteX1856" y="connsiteY1856"/>
                    </a:cxn>
                    <a:cxn ang="0">
                      <a:pos x="connsiteX1857" y="connsiteY1857"/>
                    </a:cxn>
                    <a:cxn ang="0">
                      <a:pos x="connsiteX1858" y="connsiteY1858"/>
                    </a:cxn>
                    <a:cxn ang="0">
                      <a:pos x="connsiteX1859" y="connsiteY1859"/>
                    </a:cxn>
                    <a:cxn ang="0">
                      <a:pos x="connsiteX1860" y="connsiteY1860"/>
                    </a:cxn>
                    <a:cxn ang="0">
                      <a:pos x="connsiteX1861" y="connsiteY1861"/>
                    </a:cxn>
                    <a:cxn ang="0">
                      <a:pos x="connsiteX1862" y="connsiteY1862"/>
                    </a:cxn>
                    <a:cxn ang="0">
                      <a:pos x="connsiteX1863" y="connsiteY1863"/>
                    </a:cxn>
                    <a:cxn ang="0">
                      <a:pos x="connsiteX1864" y="connsiteY1864"/>
                    </a:cxn>
                    <a:cxn ang="0">
                      <a:pos x="connsiteX1865" y="connsiteY1865"/>
                    </a:cxn>
                    <a:cxn ang="0">
                      <a:pos x="connsiteX1866" y="connsiteY1866"/>
                    </a:cxn>
                    <a:cxn ang="0">
                      <a:pos x="connsiteX1867" y="connsiteY1867"/>
                    </a:cxn>
                    <a:cxn ang="0">
                      <a:pos x="connsiteX1868" y="connsiteY1868"/>
                    </a:cxn>
                    <a:cxn ang="0">
                      <a:pos x="connsiteX1869" y="connsiteY1869"/>
                    </a:cxn>
                    <a:cxn ang="0">
                      <a:pos x="connsiteX1870" y="connsiteY1870"/>
                    </a:cxn>
                    <a:cxn ang="0">
                      <a:pos x="connsiteX1871" y="connsiteY1871"/>
                    </a:cxn>
                    <a:cxn ang="0">
                      <a:pos x="connsiteX1872" y="connsiteY1872"/>
                    </a:cxn>
                    <a:cxn ang="0">
                      <a:pos x="connsiteX1873" y="connsiteY1873"/>
                    </a:cxn>
                    <a:cxn ang="0">
                      <a:pos x="connsiteX1874" y="connsiteY1874"/>
                    </a:cxn>
                    <a:cxn ang="0">
                      <a:pos x="connsiteX1875" y="connsiteY1875"/>
                    </a:cxn>
                    <a:cxn ang="0">
                      <a:pos x="connsiteX1876" y="connsiteY1876"/>
                    </a:cxn>
                    <a:cxn ang="0">
                      <a:pos x="connsiteX1877" y="connsiteY1877"/>
                    </a:cxn>
                    <a:cxn ang="0">
                      <a:pos x="connsiteX1878" y="connsiteY1878"/>
                    </a:cxn>
                    <a:cxn ang="0">
                      <a:pos x="connsiteX1879" y="connsiteY1879"/>
                    </a:cxn>
                    <a:cxn ang="0">
                      <a:pos x="connsiteX1880" y="connsiteY1880"/>
                    </a:cxn>
                    <a:cxn ang="0">
                      <a:pos x="connsiteX1881" y="connsiteY1881"/>
                    </a:cxn>
                    <a:cxn ang="0">
                      <a:pos x="connsiteX1882" y="connsiteY1882"/>
                    </a:cxn>
                    <a:cxn ang="0">
                      <a:pos x="connsiteX1883" y="connsiteY1883"/>
                    </a:cxn>
                    <a:cxn ang="0">
                      <a:pos x="connsiteX1884" y="connsiteY1884"/>
                    </a:cxn>
                    <a:cxn ang="0">
                      <a:pos x="connsiteX1885" y="connsiteY1885"/>
                    </a:cxn>
                    <a:cxn ang="0">
                      <a:pos x="connsiteX1886" y="connsiteY1886"/>
                    </a:cxn>
                    <a:cxn ang="0">
                      <a:pos x="connsiteX1887" y="connsiteY1887"/>
                    </a:cxn>
                    <a:cxn ang="0">
                      <a:pos x="connsiteX1888" y="connsiteY1888"/>
                    </a:cxn>
                    <a:cxn ang="0">
                      <a:pos x="connsiteX1889" y="connsiteY1889"/>
                    </a:cxn>
                    <a:cxn ang="0">
                      <a:pos x="connsiteX1890" y="connsiteY1890"/>
                    </a:cxn>
                    <a:cxn ang="0">
                      <a:pos x="connsiteX1891" y="connsiteY1891"/>
                    </a:cxn>
                    <a:cxn ang="0">
                      <a:pos x="connsiteX1892" y="connsiteY1892"/>
                    </a:cxn>
                    <a:cxn ang="0">
                      <a:pos x="connsiteX1893" y="connsiteY1893"/>
                    </a:cxn>
                    <a:cxn ang="0">
                      <a:pos x="connsiteX1894" y="connsiteY1894"/>
                    </a:cxn>
                    <a:cxn ang="0">
                      <a:pos x="connsiteX1895" y="connsiteY1895"/>
                    </a:cxn>
                    <a:cxn ang="0">
                      <a:pos x="connsiteX1896" y="connsiteY1896"/>
                    </a:cxn>
                    <a:cxn ang="0">
                      <a:pos x="connsiteX1897" y="connsiteY1897"/>
                    </a:cxn>
                    <a:cxn ang="0">
                      <a:pos x="connsiteX1898" y="connsiteY1898"/>
                    </a:cxn>
                    <a:cxn ang="0">
                      <a:pos x="connsiteX1899" y="connsiteY1899"/>
                    </a:cxn>
                    <a:cxn ang="0">
                      <a:pos x="connsiteX1900" y="connsiteY1900"/>
                    </a:cxn>
                    <a:cxn ang="0">
                      <a:pos x="connsiteX1901" y="connsiteY1901"/>
                    </a:cxn>
                    <a:cxn ang="0">
                      <a:pos x="connsiteX1902" y="connsiteY1902"/>
                    </a:cxn>
                    <a:cxn ang="0">
                      <a:pos x="connsiteX1903" y="connsiteY1903"/>
                    </a:cxn>
                    <a:cxn ang="0">
                      <a:pos x="connsiteX1904" y="connsiteY1904"/>
                    </a:cxn>
                    <a:cxn ang="0">
                      <a:pos x="connsiteX1905" y="connsiteY1905"/>
                    </a:cxn>
                    <a:cxn ang="0">
                      <a:pos x="connsiteX1906" y="connsiteY1906"/>
                    </a:cxn>
                    <a:cxn ang="0">
                      <a:pos x="connsiteX1907" y="connsiteY1907"/>
                    </a:cxn>
                    <a:cxn ang="0">
                      <a:pos x="connsiteX1908" y="connsiteY1908"/>
                    </a:cxn>
                    <a:cxn ang="0">
                      <a:pos x="connsiteX1909" y="connsiteY1909"/>
                    </a:cxn>
                    <a:cxn ang="0">
                      <a:pos x="connsiteX1910" y="connsiteY1910"/>
                    </a:cxn>
                    <a:cxn ang="0">
                      <a:pos x="connsiteX1911" y="connsiteY1911"/>
                    </a:cxn>
                    <a:cxn ang="0">
                      <a:pos x="connsiteX1912" y="connsiteY1912"/>
                    </a:cxn>
                    <a:cxn ang="0">
                      <a:pos x="connsiteX1913" y="connsiteY1913"/>
                    </a:cxn>
                    <a:cxn ang="0">
                      <a:pos x="connsiteX1914" y="connsiteY1914"/>
                    </a:cxn>
                    <a:cxn ang="0">
                      <a:pos x="connsiteX1915" y="connsiteY1915"/>
                    </a:cxn>
                    <a:cxn ang="0">
                      <a:pos x="connsiteX1916" y="connsiteY1916"/>
                    </a:cxn>
                    <a:cxn ang="0">
                      <a:pos x="connsiteX1917" y="connsiteY1917"/>
                    </a:cxn>
                    <a:cxn ang="0">
                      <a:pos x="connsiteX1918" y="connsiteY1918"/>
                    </a:cxn>
                    <a:cxn ang="0">
                      <a:pos x="connsiteX1919" y="connsiteY1919"/>
                    </a:cxn>
                    <a:cxn ang="0">
                      <a:pos x="connsiteX1920" y="connsiteY1920"/>
                    </a:cxn>
                    <a:cxn ang="0">
                      <a:pos x="connsiteX1921" y="connsiteY1921"/>
                    </a:cxn>
                    <a:cxn ang="0">
                      <a:pos x="connsiteX1922" y="connsiteY1922"/>
                    </a:cxn>
                    <a:cxn ang="0">
                      <a:pos x="connsiteX1923" y="connsiteY1923"/>
                    </a:cxn>
                    <a:cxn ang="0">
                      <a:pos x="connsiteX1924" y="connsiteY1924"/>
                    </a:cxn>
                    <a:cxn ang="0">
                      <a:pos x="connsiteX1925" y="connsiteY1925"/>
                    </a:cxn>
                    <a:cxn ang="0">
                      <a:pos x="connsiteX1926" y="connsiteY1926"/>
                    </a:cxn>
                    <a:cxn ang="0">
                      <a:pos x="connsiteX1927" y="connsiteY1927"/>
                    </a:cxn>
                    <a:cxn ang="0">
                      <a:pos x="connsiteX1928" y="connsiteY1928"/>
                    </a:cxn>
                    <a:cxn ang="0">
                      <a:pos x="connsiteX1929" y="connsiteY1929"/>
                    </a:cxn>
                    <a:cxn ang="0">
                      <a:pos x="connsiteX1930" y="connsiteY1930"/>
                    </a:cxn>
                    <a:cxn ang="0">
                      <a:pos x="connsiteX1931" y="connsiteY1931"/>
                    </a:cxn>
                    <a:cxn ang="0">
                      <a:pos x="connsiteX1932" y="connsiteY1932"/>
                    </a:cxn>
                    <a:cxn ang="0">
                      <a:pos x="connsiteX1933" y="connsiteY1933"/>
                    </a:cxn>
                    <a:cxn ang="0">
                      <a:pos x="connsiteX1934" y="connsiteY1934"/>
                    </a:cxn>
                    <a:cxn ang="0">
                      <a:pos x="connsiteX1935" y="connsiteY1935"/>
                    </a:cxn>
                    <a:cxn ang="0">
                      <a:pos x="connsiteX1936" y="connsiteY1936"/>
                    </a:cxn>
                    <a:cxn ang="0">
                      <a:pos x="connsiteX1937" y="connsiteY1937"/>
                    </a:cxn>
                    <a:cxn ang="0">
                      <a:pos x="connsiteX1938" y="connsiteY1938"/>
                    </a:cxn>
                    <a:cxn ang="0">
                      <a:pos x="connsiteX1939" y="connsiteY1939"/>
                    </a:cxn>
                    <a:cxn ang="0">
                      <a:pos x="connsiteX1940" y="connsiteY1940"/>
                    </a:cxn>
                    <a:cxn ang="0">
                      <a:pos x="connsiteX1941" y="connsiteY1941"/>
                    </a:cxn>
                    <a:cxn ang="0">
                      <a:pos x="connsiteX1942" y="connsiteY1942"/>
                    </a:cxn>
                    <a:cxn ang="0">
                      <a:pos x="connsiteX1943" y="connsiteY1943"/>
                    </a:cxn>
                    <a:cxn ang="0">
                      <a:pos x="connsiteX1944" y="connsiteY1944"/>
                    </a:cxn>
                    <a:cxn ang="0">
                      <a:pos x="connsiteX1945" y="connsiteY1945"/>
                    </a:cxn>
                    <a:cxn ang="0">
                      <a:pos x="connsiteX1946" y="connsiteY1946"/>
                    </a:cxn>
                    <a:cxn ang="0">
                      <a:pos x="connsiteX1947" y="connsiteY1947"/>
                    </a:cxn>
                    <a:cxn ang="0">
                      <a:pos x="connsiteX1948" y="connsiteY1948"/>
                    </a:cxn>
                    <a:cxn ang="0">
                      <a:pos x="connsiteX1949" y="connsiteY1949"/>
                    </a:cxn>
                    <a:cxn ang="0">
                      <a:pos x="connsiteX1950" y="connsiteY1950"/>
                    </a:cxn>
                    <a:cxn ang="0">
                      <a:pos x="connsiteX1951" y="connsiteY1951"/>
                    </a:cxn>
                    <a:cxn ang="0">
                      <a:pos x="connsiteX1952" y="connsiteY1952"/>
                    </a:cxn>
                    <a:cxn ang="0">
                      <a:pos x="connsiteX1953" y="connsiteY1953"/>
                    </a:cxn>
                    <a:cxn ang="0">
                      <a:pos x="connsiteX1954" y="connsiteY1954"/>
                    </a:cxn>
                    <a:cxn ang="0">
                      <a:pos x="connsiteX1955" y="connsiteY1955"/>
                    </a:cxn>
                    <a:cxn ang="0">
                      <a:pos x="connsiteX1956" y="connsiteY1956"/>
                    </a:cxn>
                    <a:cxn ang="0">
                      <a:pos x="connsiteX1957" y="connsiteY1957"/>
                    </a:cxn>
                    <a:cxn ang="0">
                      <a:pos x="connsiteX1958" y="connsiteY1958"/>
                    </a:cxn>
                    <a:cxn ang="0">
                      <a:pos x="connsiteX1959" y="connsiteY1959"/>
                    </a:cxn>
                    <a:cxn ang="0">
                      <a:pos x="connsiteX1960" y="connsiteY1960"/>
                    </a:cxn>
                    <a:cxn ang="0">
                      <a:pos x="connsiteX1961" y="connsiteY1961"/>
                    </a:cxn>
                    <a:cxn ang="0">
                      <a:pos x="connsiteX1962" y="connsiteY1962"/>
                    </a:cxn>
                    <a:cxn ang="0">
                      <a:pos x="connsiteX1963" y="connsiteY1963"/>
                    </a:cxn>
                    <a:cxn ang="0">
                      <a:pos x="connsiteX1964" y="connsiteY1964"/>
                    </a:cxn>
                    <a:cxn ang="0">
                      <a:pos x="connsiteX1965" y="connsiteY1965"/>
                    </a:cxn>
                    <a:cxn ang="0">
                      <a:pos x="connsiteX1966" y="connsiteY1966"/>
                    </a:cxn>
                    <a:cxn ang="0">
                      <a:pos x="connsiteX1967" y="connsiteY1967"/>
                    </a:cxn>
                    <a:cxn ang="0">
                      <a:pos x="connsiteX1968" y="connsiteY1968"/>
                    </a:cxn>
                    <a:cxn ang="0">
                      <a:pos x="connsiteX1969" y="connsiteY1969"/>
                    </a:cxn>
                    <a:cxn ang="0">
                      <a:pos x="connsiteX1970" y="connsiteY1970"/>
                    </a:cxn>
                    <a:cxn ang="0">
                      <a:pos x="connsiteX1971" y="connsiteY1971"/>
                    </a:cxn>
                    <a:cxn ang="0">
                      <a:pos x="connsiteX1972" y="connsiteY1972"/>
                    </a:cxn>
                    <a:cxn ang="0">
                      <a:pos x="connsiteX1973" y="connsiteY1973"/>
                    </a:cxn>
                    <a:cxn ang="0">
                      <a:pos x="connsiteX1974" y="connsiteY1974"/>
                    </a:cxn>
                    <a:cxn ang="0">
                      <a:pos x="connsiteX1975" y="connsiteY1975"/>
                    </a:cxn>
                    <a:cxn ang="0">
                      <a:pos x="connsiteX1976" y="connsiteY1976"/>
                    </a:cxn>
                    <a:cxn ang="0">
                      <a:pos x="connsiteX1977" y="connsiteY1977"/>
                    </a:cxn>
                    <a:cxn ang="0">
                      <a:pos x="connsiteX1978" y="connsiteY1978"/>
                    </a:cxn>
                    <a:cxn ang="0">
                      <a:pos x="connsiteX1979" y="connsiteY1979"/>
                    </a:cxn>
                    <a:cxn ang="0">
                      <a:pos x="connsiteX1980" y="connsiteY1980"/>
                    </a:cxn>
                    <a:cxn ang="0">
                      <a:pos x="connsiteX1981" y="connsiteY1981"/>
                    </a:cxn>
                    <a:cxn ang="0">
                      <a:pos x="connsiteX1982" y="connsiteY1982"/>
                    </a:cxn>
                    <a:cxn ang="0">
                      <a:pos x="connsiteX1983" y="connsiteY1983"/>
                    </a:cxn>
                    <a:cxn ang="0">
                      <a:pos x="connsiteX1984" y="connsiteY1984"/>
                    </a:cxn>
                    <a:cxn ang="0">
                      <a:pos x="connsiteX1985" y="connsiteY1985"/>
                    </a:cxn>
                    <a:cxn ang="0">
                      <a:pos x="connsiteX1986" y="connsiteY1986"/>
                    </a:cxn>
                    <a:cxn ang="0">
                      <a:pos x="connsiteX1987" y="connsiteY1987"/>
                    </a:cxn>
                    <a:cxn ang="0">
                      <a:pos x="connsiteX1988" y="connsiteY1988"/>
                    </a:cxn>
                    <a:cxn ang="0">
                      <a:pos x="connsiteX1989" y="connsiteY1989"/>
                    </a:cxn>
                    <a:cxn ang="0">
                      <a:pos x="connsiteX1990" y="connsiteY1990"/>
                    </a:cxn>
                    <a:cxn ang="0">
                      <a:pos x="connsiteX1991" y="connsiteY1991"/>
                    </a:cxn>
                    <a:cxn ang="0">
                      <a:pos x="connsiteX1992" y="connsiteY1992"/>
                    </a:cxn>
                    <a:cxn ang="0">
                      <a:pos x="connsiteX1993" y="connsiteY1993"/>
                    </a:cxn>
                    <a:cxn ang="0">
                      <a:pos x="connsiteX1994" y="connsiteY1994"/>
                    </a:cxn>
                    <a:cxn ang="0">
                      <a:pos x="connsiteX1995" y="connsiteY1995"/>
                    </a:cxn>
                    <a:cxn ang="0">
                      <a:pos x="connsiteX1996" y="connsiteY1996"/>
                    </a:cxn>
                    <a:cxn ang="0">
                      <a:pos x="connsiteX1997" y="connsiteY1997"/>
                    </a:cxn>
                    <a:cxn ang="0">
                      <a:pos x="connsiteX1998" y="connsiteY1998"/>
                    </a:cxn>
                    <a:cxn ang="0">
                      <a:pos x="connsiteX1999" y="connsiteY1999"/>
                    </a:cxn>
                    <a:cxn ang="0">
                      <a:pos x="connsiteX2000" y="connsiteY2000"/>
                    </a:cxn>
                    <a:cxn ang="0">
                      <a:pos x="connsiteX2001" y="connsiteY2001"/>
                    </a:cxn>
                    <a:cxn ang="0">
                      <a:pos x="connsiteX2002" y="connsiteY2002"/>
                    </a:cxn>
                    <a:cxn ang="0">
                      <a:pos x="connsiteX2003" y="connsiteY2003"/>
                    </a:cxn>
                    <a:cxn ang="0">
                      <a:pos x="connsiteX2004" y="connsiteY2004"/>
                    </a:cxn>
                    <a:cxn ang="0">
                      <a:pos x="connsiteX2005" y="connsiteY2005"/>
                    </a:cxn>
                    <a:cxn ang="0">
                      <a:pos x="connsiteX2006" y="connsiteY2006"/>
                    </a:cxn>
                    <a:cxn ang="0">
                      <a:pos x="connsiteX2007" y="connsiteY2007"/>
                    </a:cxn>
                    <a:cxn ang="0">
                      <a:pos x="connsiteX2008" y="connsiteY2008"/>
                    </a:cxn>
                    <a:cxn ang="0">
                      <a:pos x="connsiteX2009" y="connsiteY2009"/>
                    </a:cxn>
                    <a:cxn ang="0">
                      <a:pos x="connsiteX2010" y="connsiteY2010"/>
                    </a:cxn>
                    <a:cxn ang="0">
                      <a:pos x="connsiteX2011" y="connsiteY2011"/>
                    </a:cxn>
                    <a:cxn ang="0">
                      <a:pos x="connsiteX2012" y="connsiteY2012"/>
                    </a:cxn>
                    <a:cxn ang="0">
                      <a:pos x="connsiteX2013" y="connsiteY2013"/>
                    </a:cxn>
                    <a:cxn ang="0">
                      <a:pos x="connsiteX2014" y="connsiteY2014"/>
                    </a:cxn>
                    <a:cxn ang="0">
                      <a:pos x="connsiteX2015" y="connsiteY2015"/>
                    </a:cxn>
                    <a:cxn ang="0">
                      <a:pos x="connsiteX2016" y="connsiteY2016"/>
                    </a:cxn>
                    <a:cxn ang="0">
                      <a:pos x="connsiteX2017" y="connsiteY2017"/>
                    </a:cxn>
                    <a:cxn ang="0">
                      <a:pos x="connsiteX2018" y="connsiteY2018"/>
                    </a:cxn>
                    <a:cxn ang="0">
                      <a:pos x="connsiteX2019" y="connsiteY2019"/>
                    </a:cxn>
                    <a:cxn ang="0">
                      <a:pos x="connsiteX2020" y="connsiteY2020"/>
                    </a:cxn>
                    <a:cxn ang="0">
                      <a:pos x="connsiteX2021" y="connsiteY2021"/>
                    </a:cxn>
                    <a:cxn ang="0">
                      <a:pos x="connsiteX2022" y="connsiteY2022"/>
                    </a:cxn>
                    <a:cxn ang="0">
                      <a:pos x="connsiteX2023" y="connsiteY2023"/>
                    </a:cxn>
                    <a:cxn ang="0">
                      <a:pos x="connsiteX2024" y="connsiteY2024"/>
                    </a:cxn>
                    <a:cxn ang="0">
                      <a:pos x="connsiteX2025" y="connsiteY2025"/>
                    </a:cxn>
                    <a:cxn ang="0">
                      <a:pos x="connsiteX2026" y="connsiteY2026"/>
                    </a:cxn>
                    <a:cxn ang="0">
                      <a:pos x="connsiteX2027" y="connsiteY2027"/>
                    </a:cxn>
                    <a:cxn ang="0">
                      <a:pos x="connsiteX2028" y="connsiteY2028"/>
                    </a:cxn>
                    <a:cxn ang="0">
                      <a:pos x="connsiteX2029" y="connsiteY2029"/>
                    </a:cxn>
                    <a:cxn ang="0">
                      <a:pos x="connsiteX2030" y="connsiteY2030"/>
                    </a:cxn>
                    <a:cxn ang="0">
                      <a:pos x="connsiteX2031" y="connsiteY2031"/>
                    </a:cxn>
                    <a:cxn ang="0">
                      <a:pos x="connsiteX2032" y="connsiteY2032"/>
                    </a:cxn>
                    <a:cxn ang="0">
                      <a:pos x="connsiteX2033" y="connsiteY2033"/>
                    </a:cxn>
                    <a:cxn ang="0">
                      <a:pos x="connsiteX2034" y="connsiteY2034"/>
                    </a:cxn>
                    <a:cxn ang="0">
                      <a:pos x="connsiteX2035" y="connsiteY2035"/>
                    </a:cxn>
                    <a:cxn ang="0">
                      <a:pos x="connsiteX2036" y="connsiteY2036"/>
                    </a:cxn>
                    <a:cxn ang="0">
                      <a:pos x="connsiteX2037" y="connsiteY2037"/>
                    </a:cxn>
                    <a:cxn ang="0">
                      <a:pos x="connsiteX2038" y="connsiteY2038"/>
                    </a:cxn>
                    <a:cxn ang="0">
                      <a:pos x="connsiteX2039" y="connsiteY2039"/>
                    </a:cxn>
                    <a:cxn ang="0">
                      <a:pos x="connsiteX2040" y="connsiteY2040"/>
                    </a:cxn>
                    <a:cxn ang="0">
                      <a:pos x="connsiteX2041" y="connsiteY2041"/>
                    </a:cxn>
                    <a:cxn ang="0">
                      <a:pos x="connsiteX2042" y="connsiteY2042"/>
                    </a:cxn>
                    <a:cxn ang="0">
                      <a:pos x="connsiteX2043" y="connsiteY2043"/>
                    </a:cxn>
                    <a:cxn ang="0">
                      <a:pos x="connsiteX2044" y="connsiteY2044"/>
                    </a:cxn>
                    <a:cxn ang="0">
                      <a:pos x="connsiteX2045" y="connsiteY2045"/>
                    </a:cxn>
                    <a:cxn ang="0">
                      <a:pos x="connsiteX2046" y="connsiteY2046"/>
                    </a:cxn>
                    <a:cxn ang="0">
                      <a:pos x="connsiteX2047" y="connsiteY2047"/>
                    </a:cxn>
                    <a:cxn ang="0">
                      <a:pos x="connsiteX2048" y="connsiteY2048"/>
                    </a:cxn>
                    <a:cxn ang="0">
                      <a:pos x="connsiteX2049" y="connsiteY2049"/>
                    </a:cxn>
                    <a:cxn ang="0">
                      <a:pos x="connsiteX2050" y="connsiteY2050"/>
                    </a:cxn>
                    <a:cxn ang="0">
                      <a:pos x="connsiteX2051" y="connsiteY2051"/>
                    </a:cxn>
                    <a:cxn ang="0">
                      <a:pos x="connsiteX2052" y="connsiteY2052"/>
                    </a:cxn>
                    <a:cxn ang="0">
                      <a:pos x="connsiteX2053" y="connsiteY2053"/>
                    </a:cxn>
                    <a:cxn ang="0">
                      <a:pos x="connsiteX2054" y="connsiteY2054"/>
                    </a:cxn>
                    <a:cxn ang="0">
                      <a:pos x="connsiteX2055" y="connsiteY2055"/>
                    </a:cxn>
                    <a:cxn ang="0">
                      <a:pos x="connsiteX2056" y="connsiteY2056"/>
                    </a:cxn>
                    <a:cxn ang="0">
                      <a:pos x="connsiteX2057" y="connsiteY2057"/>
                    </a:cxn>
                    <a:cxn ang="0">
                      <a:pos x="connsiteX2058" y="connsiteY2058"/>
                    </a:cxn>
                    <a:cxn ang="0">
                      <a:pos x="connsiteX2059" y="connsiteY2059"/>
                    </a:cxn>
                    <a:cxn ang="0">
                      <a:pos x="connsiteX2060" y="connsiteY2060"/>
                    </a:cxn>
                    <a:cxn ang="0">
                      <a:pos x="connsiteX2061" y="connsiteY2061"/>
                    </a:cxn>
                    <a:cxn ang="0">
                      <a:pos x="connsiteX2062" y="connsiteY2062"/>
                    </a:cxn>
                    <a:cxn ang="0">
                      <a:pos x="connsiteX2063" y="connsiteY2063"/>
                    </a:cxn>
                    <a:cxn ang="0">
                      <a:pos x="connsiteX2064" y="connsiteY2064"/>
                    </a:cxn>
                    <a:cxn ang="0">
                      <a:pos x="connsiteX2065" y="connsiteY2065"/>
                    </a:cxn>
                    <a:cxn ang="0">
                      <a:pos x="connsiteX2066" y="connsiteY2066"/>
                    </a:cxn>
                    <a:cxn ang="0">
                      <a:pos x="connsiteX2067" y="connsiteY2067"/>
                    </a:cxn>
                    <a:cxn ang="0">
                      <a:pos x="connsiteX2068" y="connsiteY2068"/>
                    </a:cxn>
                    <a:cxn ang="0">
                      <a:pos x="connsiteX2069" y="connsiteY2069"/>
                    </a:cxn>
                    <a:cxn ang="0">
                      <a:pos x="connsiteX2070" y="connsiteY2070"/>
                    </a:cxn>
                    <a:cxn ang="0">
                      <a:pos x="connsiteX2071" y="connsiteY2071"/>
                    </a:cxn>
                    <a:cxn ang="0">
                      <a:pos x="connsiteX2072" y="connsiteY2072"/>
                    </a:cxn>
                    <a:cxn ang="0">
                      <a:pos x="connsiteX2073" y="connsiteY2073"/>
                    </a:cxn>
                    <a:cxn ang="0">
                      <a:pos x="connsiteX2074" y="connsiteY2074"/>
                    </a:cxn>
                  </a:cxnLst>
                  <a:rect l="l" t="t" r="r" b="b"/>
                  <a:pathLst>
                    <a:path w="900282" h="323736">
                      <a:moveTo>
                        <a:pt x="524362" y="323724"/>
                      </a:moveTo>
                      <a:lnTo>
                        <a:pt x="521741" y="323724"/>
                      </a:lnTo>
                      <a:cubicBezTo>
                        <a:pt x="521496" y="323724"/>
                        <a:pt x="521300" y="323528"/>
                        <a:pt x="521300" y="323283"/>
                      </a:cubicBezTo>
                      <a:cubicBezTo>
                        <a:pt x="521300" y="323038"/>
                        <a:pt x="521496" y="322842"/>
                        <a:pt x="521741" y="322842"/>
                      </a:cubicBezTo>
                      <a:lnTo>
                        <a:pt x="524362" y="322842"/>
                      </a:lnTo>
                      <a:cubicBezTo>
                        <a:pt x="524607" y="322842"/>
                        <a:pt x="524803" y="323038"/>
                        <a:pt x="524803" y="323283"/>
                      </a:cubicBezTo>
                      <a:cubicBezTo>
                        <a:pt x="524803" y="323528"/>
                        <a:pt x="524607" y="323724"/>
                        <a:pt x="524362" y="323724"/>
                      </a:cubicBezTo>
                      <a:close/>
                      <a:moveTo>
                        <a:pt x="515628" y="323724"/>
                      </a:moveTo>
                      <a:lnTo>
                        <a:pt x="513007" y="323724"/>
                      </a:lnTo>
                      <a:cubicBezTo>
                        <a:pt x="512762" y="323724"/>
                        <a:pt x="512566" y="323528"/>
                        <a:pt x="512566" y="323283"/>
                      </a:cubicBezTo>
                      <a:cubicBezTo>
                        <a:pt x="512566" y="323038"/>
                        <a:pt x="512762" y="322842"/>
                        <a:pt x="513007" y="322842"/>
                      </a:cubicBezTo>
                      <a:lnTo>
                        <a:pt x="515628" y="322842"/>
                      </a:lnTo>
                      <a:cubicBezTo>
                        <a:pt x="515873" y="322842"/>
                        <a:pt x="516069" y="323038"/>
                        <a:pt x="516069" y="323283"/>
                      </a:cubicBezTo>
                      <a:cubicBezTo>
                        <a:pt x="516069" y="323528"/>
                        <a:pt x="515873" y="323724"/>
                        <a:pt x="515628" y="323724"/>
                      </a:cubicBezTo>
                      <a:close/>
                      <a:moveTo>
                        <a:pt x="506894" y="323724"/>
                      </a:moveTo>
                      <a:lnTo>
                        <a:pt x="504273" y="323724"/>
                      </a:lnTo>
                      <a:cubicBezTo>
                        <a:pt x="504028" y="323724"/>
                        <a:pt x="503832" y="323528"/>
                        <a:pt x="503832" y="323283"/>
                      </a:cubicBezTo>
                      <a:cubicBezTo>
                        <a:pt x="503832" y="323038"/>
                        <a:pt x="504028" y="322842"/>
                        <a:pt x="504273" y="322842"/>
                      </a:cubicBezTo>
                      <a:lnTo>
                        <a:pt x="506894" y="322842"/>
                      </a:lnTo>
                      <a:cubicBezTo>
                        <a:pt x="507139" y="322842"/>
                        <a:pt x="507335" y="323038"/>
                        <a:pt x="507335" y="323283"/>
                      </a:cubicBezTo>
                      <a:cubicBezTo>
                        <a:pt x="507335" y="323528"/>
                        <a:pt x="507139" y="323724"/>
                        <a:pt x="506894" y="323724"/>
                      </a:cubicBezTo>
                      <a:close/>
                      <a:moveTo>
                        <a:pt x="498160" y="323724"/>
                      </a:moveTo>
                      <a:lnTo>
                        <a:pt x="495539" y="323724"/>
                      </a:lnTo>
                      <a:cubicBezTo>
                        <a:pt x="495294" y="323724"/>
                        <a:pt x="495098" y="323528"/>
                        <a:pt x="495098" y="323283"/>
                      </a:cubicBezTo>
                      <a:cubicBezTo>
                        <a:pt x="495098" y="323038"/>
                        <a:pt x="495294" y="322842"/>
                        <a:pt x="495539" y="322842"/>
                      </a:cubicBezTo>
                      <a:lnTo>
                        <a:pt x="498160" y="322842"/>
                      </a:lnTo>
                      <a:cubicBezTo>
                        <a:pt x="498405" y="322842"/>
                        <a:pt x="498601" y="323038"/>
                        <a:pt x="498601" y="323283"/>
                      </a:cubicBezTo>
                      <a:cubicBezTo>
                        <a:pt x="498601" y="323528"/>
                        <a:pt x="498405" y="323724"/>
                        <a:pt x="498160" y="323724"/>
                      </a:cubicBezTo>
                      <a:close/>
                      <a:moveTo>
                        <a:pt x="489426" y="323724"/>
                      </a:moveTo>
                      <a:lnTo>
                        <a:pt x="486805" y="323724"/>
                      </a:lnTo>
                      <a:cubicBezTo>
                        <a:pt x="486560" y="323724"/>
                        <a:pt x="486364" y="323528"/>
                        <a:pt x="486364" y="323283"/>
                      </a:cubicBezTo>
                      <a:cubicBezTo>
                        <a:pt x="486364" y="323038"/>
                        <a:pt x="486560" y="322842"/>
                        <a:pt x="486805" y="322842"/>
                      </a:cubicBezTo>
                      <a:lnTo>
                        <a:pt x="489426" y="322842"/>
                      </a:lnTo>
                      <a:cubicBezTo>
                        <a:pt x="489671" y="322842"/>
                        <a:pt x="489867" y="323038"/>
                        <a:pt x="489867" y="323283"/>
                      </a:cubicBezTo>
                      <a:cubicBezTo>
                        <a:pt x="489867" y="323528"/>
                        <a:pt x="489671" y="323724"/>
                        <a:pt x="489426" y="323724"/>
                      </a:cubicBezTo>
                      <a:close/>
                      <a:moveTo>
                        <a:pt x="480692" y="323724"/>
                      </a:moveTo>
                      <a:lnTo>
                        <a:pt x="478071" y="323724"/>
                      </a:lnTo>
                      <a:cubicBezTo>
                        <a:pt x="477826" y="323724"/>
                        <a:pt x="477630" y="323528"/>
                        <a:pt x="477630" y="323283"/>
                      </a:cubicBezTo>
                      <a:cubicBezTo>
                        <a:pt x="477630" y="323038"/>
                        <a:pt x="477826" y="322842"/>
                        <a:pt x="478071" y="322842"/>
                      </a:cubicBezTo>
                      <a:lnTo>
                        <a:pt x="480692" y="322842"/>
                      </a:lnTo>
                      <a:cubicBezTo>
                        <a:pt x="480937" y="322842"/>
                        <a:pt x="481133" y="323038"/>
                        <a:pt x="481133" y="323283"/>
                      </a:cubicBezTo>
                      <a:cubicBezTo>
                        <a:pt x="481133" y="323528"/>
                        <a:pt x="480937" y="323724"/>
                        <a:pt x="480692" y="323724"/>
                      </a:cubicBezTo>
                      <a:close/>
                      <a:moveTo>
                        <a:pt x="471958" y="323724"/>
                      </a:moveTo>
                      <a:lnTo>
                        <a:pt x="469337" y="323724"/>
                      </a:lnTo>
                      <a:cubicBezTo>
                        <a:pt x="469092" y="323724"/>
                        <a:pt x="468896" y="323528"/>
                        <a:pt x="468896" y="323283"/>
                      </a:cubicBezTo>
                      <a:cubicBezTo>
                        <a:pt x="468896" y="323038"/>
                        <a:pt x="469092" y="322842"/>
                        <a:pt x="469337" y="322842"/>
                      </a:cubicBezTo>
                      <a:lnTo>
                        <a:pt x="471958" y="322842"/>
                      </a:lnTo>
                      <a:cubicBezTo>
                        <a:pt x="472203" y="322842"/>
                        <a:pt x="472399" y="323038"/>
                        <a:pt x="472399" y="323283"/>
                      </a:cubicBezTo>
                      <a:cubicBezTo>
                        <a:pt x="472399" y="323528"/>
                        <a:pt x="472203" y="323724"/>
                        <a:pt x="471958" y="323724"/>
                      </a:cubicBezTo>
                      <a:close/>
                      <a:moveTo>
                        <a:pt x="463224" y="323724"/>
                      </a:moveTo>
                      <a:lnTo>
                        <a:pt x="460603" y="323724"/>
                      </a:lnTo>
                      <a:cubicBezTo>
                        <a:pt x="460358" y="323724"/>
                        <a:pt x="460161" y="323528"/>
                        <a:pt x="460161" y="323283"/>
                      </a:cubicBezTo>
                      <a:cubicBezTo>
                        <a:pt x="460161" y="323038"/>
                        <a:pt x="460358" y="322842"/>
                        <a:pt x="460603" y="322842"/>
                      </a:cubicBezTo>
                      <a:lnTo>
                        <a:pt x="463224" y="322842"/>
                      </a:lnTo>
                      <a:cubicBezTo>
                        <a:pt x="463469" y="322842"/>
                        <a:pt x="463665" y="323038"/>
                        <a:pt x="463665" y="323283"/>
                      </a:cubicBezTo>
                      <a:cubicBezTo>
                        <a:pt x="463665" y="323528"/>
                        <a:pt x="463469" y="323724"/>
                        <a:pt x="463224" y="323724"/>
                      </a:cubicBezTo>
                      <a:close/>
                      <a:moveTo>
                        <a:pt x="454490" y="323724"/>
                      </a:moveTo>
                      <a:lnTo>
                        <a:pt x="451868" y="323724"/>
                      </a:lnTo>
                      <a:cubicBezTo>
                        <a:pt x="451623" y="323724"/>
                        <a:pt x="451427" y="323528"/>
                        <a:pt x="451427" y="323283"/>
                      </a:cubicBezTo>
                      <a:cubicBezTo>
                        <a:pt x="451427" y="323038"/>
                        <a:pt x="451623" y="322842"/>
                        <a:pt x="451868" y="322842"/>
                      </a:cubicBezTo>
                      <a:lnTo>
                        <a:pt x="454490" y="322842"/>
                      </a:lnTo>
                      <a:cubicBezTo>
                        <a:pt x="454735" y="322842"/>
                        <a:pt x="454931" y="323038"/>
                        <a:pt x="454931" y="323283"/>
                      </a:cubicBezTo>
                      <a:cubicBezTo>
                        <a:pt x="454931" y="323528"/>
                        <a:pt x="454735" y="323724"/>
                        <a:pt x="454490" y="323724"/>
                      </a:cubicBezTo>
                      <a:close/>
                      <a:moveTo>
                        <a:pt x="445756" y="323724"/>
                      </a:moveTo>
                      <a:lnTo>
                        <a:pt x="443134" y="323724"/>
                      </a:lnTo>
                      <a:cubicBezTo>
                        <a:pt x="442889" y="323724"/>
                        <a:pt x="442693" y="323528"/>
                        <a:pt x="442693" y="323283"/>
                      </a:cubicBezTo>
                      <a:cubicBezTo>
                        <a:pt x="442693" y="323038"/>
                        <a:pt x="442889" y="322842"/>
                        <a:pt x="443134" y="322842"/>
                      </a:cubicBezTo>
                      <a:lnTo>
                        <a:pt x="445756" y="322842"/>
                      </a:lnTo>
                      <a:cubicBezTo>
                        <a:pt x="446001" y="322842"/>
                        <a:pt x="446197" y="323038"/>
                        <a:pt x="446197" y="323283"/>
                      </a:cubicBezTo>
                      <a:cubicBezTo>
                        <a:pt x="446197" y="323528"/>
                        <a:pt x="446001" y="323724"/>
                        <a:pt x="445756" y="323724"/>
                      </a:cubicBezTo>
                      <a:close/>
                      <a:moveTo>
                        <a:pt x="437022" y="323724"/>
                      </a:moveTo>
                      <a:lnTo>
                        <a:pt x="434400" y="323724"/>
                      </a:lnTo>
                      <a:cubicBezTo>
                        <a:pt x="434155" y="323724"/>
                        <a:pt x="433959" y="323528"/>
                        <a:pt x="433959" y="323283"/>
                      </a:cubicBezTo>
                      <a:cubicBezTo>
                        <a:pt x="433959" y="323038"/>
                        <a:pt x="434155" y="322842"/>
                        <a:pt x="434400" y="322842"/>
                      </a:cubicBezTo>
                      <a:lnTo>
                        <a:pt x="437022" y="322842"/>
                      </a:lnTo>
                      <a:cubicBezTo>
                        <a:pt x="437267" y="322842"/>
                        <a:pt x="437463" y="323038"/>
                        <a:pt x="437463" y="323283"/>
                      </a:cubicBezTo>
                      <a:cubicBezTo>
                        <a:pt x="437463" y="323528"/>
                        <a:pt x="437267" y="323724"/>
                        <a:pt x="437022" y="323724"/>
                      </a:cubicBezTo>
                      <a:close/>
                      <a:moveTo>
                        <a:pt x="428288" y="323724"/>
                      </a:moveTo>
                      <a:lnTo>
                        <a:pt x="425666" y="323724"/>
                      </a:lnTo>
                      <a:cubicBezTo>
                        <a:pt x="425421" y="323724"/>
                        <a:pt x="425225" y="323528"/>
                        <a:pt x="425225" y="323283"/>
                      </a:cubicBezTo>
                      <a:cubicBezTo>
                        <a:pt x="425225" y="323038"/>
                        <a:pt x="425421" y="322842"/>
                        <a:pt x="425666" y="322842"/>
                      </a:cubicBezTo>
                      <a:lnTo>
                        <a:pt x="428288" y="322842"/>
                      </a:lnTo>
                      <a:cubicBezTo>
                        <a:pt x="428533" y="322842"/>
                        <a:pt x="428729" y="323038"/>
                        <a:pt x="428729" y="323283"/>
                      </a:cubicBezTo>
                      <a:cubicBezTo>
                        <a:pt x="428729" y="323528"/>
                        <a:pt x="428533" y="323724"/>
                        <a:pt x="428288" y="323724"/>
                      </a:cubicBezTo>
                      <a:close/>
                      <a:moveTo>
                        <a:pt x="419554" y="323724"/>
                      </a:moveTo>
                      <a:lnTo>
                        <a:pt x="416932" y="323724"/>
                      </a:lnTo>
                      <a:cubicBezTo>
                        <a:pt x="416687" y="323724"/>
                        <a:pt x="416491" y="323528"/>
                        <a:pt x="416491" y="323283"/>
                      </a:cubicBezTo>
                      <a:cubicBezTo>
                        <a:pt x="416491" y="323038"/>
                        <a:pt x="416687" y="322842"/>
                        <a:pt x="416932" y="322842"/>
                      </a:cubicBezTo>
                      <a:lnTo>
                        <a:pt x="419554" y="322842"/>
                      </a:lnTo>
                      <a:cubicBezTo>
                        <a:pt x="419799" y="322842"/>
                        <a:pt x="419995" y="323038"/>
                        <a:pt x="419995" y="323283"/>
                      </a:cubicBezTo>
                      <a:cubicBezTo>
                        <a:pt x="419995" y="323528"/>
                        <a:pt x="419799" y="323724"/>
                        <a:pt x="419554" y="323724"/>
                      </a:cubicBezTo>
                      <a:close/>
                      <a:moveTo>
                        <a:pt x="410820" y="323724"/>
                      </a:moveTo>
                      <a:lnTo>
                        <a:pt x="408198" y="323724"/>
                      </a:lnTo>
                      <a:cubicBezTo>
                        <a:pt x="407953" y="323724"/>
                        <a:pt x="407757" y="323528"/>
                        <a:pt x="407757" y="323283"/>
                      </a:cubicBezTo>
                      <a:cubicBezTo>
                        <a:pt x="407757" y="323038"/>
                        <a:pt x="407953" y="322842"/>
                        <a:pt x="408198" y="322842"/>
                      </a:cubicBezTo>
                      <a:lnTo>
                        <a:pt x="410820" y="322842"/>
                      </a:lnTo>
                      <a:cubicBezTo>
                        <a:pt x="411065" y="322842"/>
                        <a:pt x="411261" y="323038"/>
                        <a:pt x="411261" y="323283"/>
                      </a:cubicBezTo>
                      <a:cubicBezTo>
                        <a:pt x="411261" y="323528"/>
                        <a:pt x="411065" y="323724"/>
                        <a:pt x="410820" y="323724"/>
                      </a:cubicBezTo>
                      <a:close/>
                      <a:moveTo>
                        <a:pt x="402085" y="323724"/>
                      </a:moveTo>
                      <a:lnTo>
                        <a:pt x="400615" y="323724"/>
                      </a:lnTo>
                      <a:lnTo>
                        <a:pt x="397957" y="323209"/>
                      </a:lnTo>
                      <a:cubicBezTo>
                        <a:pt x="397725" y="323160"/>
                        <a:pt x="397565" y="322928"/>
                        <a:pt x="397614" y="322695"/>
                      </a:cubicBezTo>
                      <a:cubicBezTo>
                        <a:pt x="397663" y="322462"/>
                        <a:pt x="397884" y="322303"/>
                        <a:pt x="398129" y="322352"/>
                      </a:cubicBezTo>
                      <a:lnTo>
                        <a:pt x="400701" y="322866"/>
                      </a:lnTo>
                      <a:lnTo>
                        <a:pt x="402085" y="322866"/>
                      </a:lnTo>
                      <a:cubicBezTo>
                        <a:pt x="402330" y="322866"/>
                        <a:pt x="402526" y="323050"/>
                        <a:pt x="402526" y="323295"/>
                      </a:cubicBezTo>
                      <a:cubicBezTo>
                        <a:pt x="402526" y="323540"/>
                        <a:pt x="402330" y="323736"/>
                        <a:pt x="402085" y="323736"/>
                      </a:cubicBezTo>
                      <a:close/>
                      <a:moveTo>
                        <a:pt x="530512" y="323295"/>
                      </a:moveTo>
                      <a:cubicBezTo>
                        <a:pt x="530304" y="323295"/>
                        <a:pt x="530120" y="323148"/>
                        <a:pt x="530083" y="322940"/>
                      </a:cubicBezTo>
                      <a:cubicBezTo>
                        <a:pt x="530034" y="322707"/>
                        <a:pt x="530193" y="322474"/>
                        <a:pt x="530426" y="322425"/>
                      </a:cubicBezTo>
                      <a:lnTo>
                        <a:pt x="532998" y="321935"/>
                      </a:lnTo>
                      <a:cubicBezTo>
                        <a:pt x="533231" y="321899"/>
                        <a:pt x="533464" y="322046"/>
                        <a:pt x="533513" y="322278"/>
                      </a:cubicBezTo>
                      <a:cubicBezTo>
                        <a:pt x="533562" y="322511"/>
                        <a:pt x="533403" y="322744"/>
                        <a:pt x="533170" y="322793"/>
                      </a:cubicBezTo>
                      <a:lnTo>
                        <a:pt x="530597" y="323283"/>
                      </a:lnTo>
                      <a:cubicBezTo>
                        <a:pt x="530597" y="323283"/>
                        <a:pt x="530549" y="323283"/>
                        <a:pt x="530512" y="323283"/>
                      </a:cubicBezTo>
                      <a:close/>
                      <a:moveTo>
                        <a:pt x="392041" y="322021"/>
                      </a:moveTo>
                      <a:cubicBezTo>
                        <a:pt x="392041" y="322021"/>
                        <a:pt x="391979" y="322021"/>
                        <a:pt x="391955" y="322021"/>
                      </a:cubicBezTo>
                      <a:lnTo>
                        <a:pt x="389383" y="321507"/>
                      </a:lnTo>
                      <a:cubicBezTo>
                        <a:pt x="389150" y="321458"/>
                        <a:pt x="388991" y="321225"/>
                        <a:pt x="389039" y="320992"/>
                      </a:cubicBezTo>
                      <a:cubicBezTo>
                        <a:pt x="389089" y="320759"/>
                        <a:pt x="389321" y="320600"/>
                        <a:pt x="389554" y="320649"/>
                      </a:cubicBezTo>
                      <a:lnTo>
                        <a:pt x="392126" y="321164"/>
                      </a:lnTo>
                      <a:cubicBezTo>
                        <a:pt x="392359" y="321213"/>
                        <a:pt x="392518" y="321445"/>
                        <a:pt x="392469" y="321678"/>
                      </a:cubicBezTo>
                      <a:cubicBezTo>
                        <a:pt x="392433" y="321886"/>
                        <a:pt x="392249" y="322033"/>
                        <a:pt x="392041" y="322033"/>
                      </a:cubicBezTo>
                      <a:close/>
                      <a:moveTo>
                        <a:pt x="539099" y="321666"/>
                      </a:moveTo>
                      <a:cubicBezTo>
                        <a:pt x="538891" y="321666"/>
                        <a:pt x="538707" y="321519"/>
                        <a:pt x="538670" y="321311"/>
                      </a:cubicBezTo>
                      <a:cubicBezTo>
                        <a:pt x="538621" y="321078"/>
                        <a:pt x="538780" y="320845"/>
                        <a:pt x="539013" y="320796"/>
                      </a:cubicBezTo>
                      <a:lnTo>
                        <a:pt x="541586" y="320306"/>
                      </a:lnTo>
                      <a:cubicBezTo>
                        <a:pt x="541831" y="320257"/>
                        <a:pt x="542051" y="320416"/>
                        <a:pt x="542100" y="320649"/>
                      </a:cubicBezTo>
                      <a:cubicBezTo>
                        <a:pt x="542149" y="320882"/>
                        <a:pt x="541990" y="321115"/>
                        <a:pt x="541757" y="321164"/>
                      </a:cubicBezTo>
                      <a:lnTo>
                        <a:pt x="539185" y="321654"/>
                      </a:lnTo>
                      <a:cubicBezTo>
                        <a:pt x="539185" y="321654"/>
                        <a:pt x="539136" y="321654"/>
                        <a:pt x="539099" y="321654"/>
                      </a:cubicBezTo>
                      <a:close/>
                      <a:moveTo>
                        <a:pt x="383466" y="320318"/>
                      </a:moveTo>
                      <a:cubicBezTo>
                        <a:pt x="383466" y="320318"/>
                        <a:pt x="383405" y="320318"/>
                        <a:pt x="383380" y="320318"/>
                      </a:cubicBezTo>
                      <a:lnTo>
                        <a:pt x="380808" y="319804"/>
                      </a:lnTo>
                      <a:cubicBezTo>
                        <a:pt x="380575" y="319755"/>
                        <a:pt x="380416" y="319522"/>
                        <a:pt x="380465" y="319290"/>
                      </a:cubicBezTo>
                      <a:cubicBezTo>
                        <a:pt x="380514" y="319057"/>
                        <a:pt x="380734" y="318898"/>
                        <a:pt x="380979" y="318946"/>
                      </a:cubicBezTo>
                      <a:lnTo>
                        <a:pt x="383552" y="319461"/>
                      </a:lnTo>
                      <a:cubicBezTo>
                        <a:pt x="383784" y="319510"/>
                        <a:pt x="383944" y="319743"/>
                        <a:pt x="383895" y="319975"/>
                      </a:cubicBezTo>
                      <a:cubicBezTo>
                        <a:pt x="383858" y="320184"/>
                        <a:pt x="383674" y="320331"/>
                        <a:pt x="383466" y="320331"/>
                      </a:cubicBezTo>
                      <a:close/>
                      <a:moveTo>
                        <a:pt x="547686" y="320037"/>
                      </a:moveTo>
                      <a:cubicBezTo>
                        <a:pt x="547478" y="320037"/>
                        <a:pt x="547294" y="319890"/>
                        <a:pt x="547257" y="319682"/>
                      </a:cubicBezTo>
                      <a:cubicBezTo>
                        <a:pt x="547208" y="319449"/>
                        <a:pt x="547367" y="319216"/>
                        <a:pt x="547600" y="319167"/>
                      </a:cubicBezTo>
                      <a:lnTo>
                        <a:pt x="550173" y="318677"/>
                      </a:lnTo>
                      <a:cubicBezTo>
                        <a:pt x="550405" y="318640"/>
                        <a:pt x="550638" y="318787"/>
                        <a:pt x="550687" y="319020"/>
                      </a:cubicBezTo>
                      <a:cubicBezTo>
                        <a:pt x="550736" y="319253"/>
                        <a:pt x="550577" y="319485"/>
                        <a:pt x="550344" y="319535"/>
                      </a:cubicBezTo>
                      <a:lnTo>
                        <a:pt x="547772" y="320024"/>
                      </a:lnTo>
                      <a:cubicBezTo>
                        <a:pt x="547772" y="320024"/>
                        <a:pt x="547723" y="320024"/>
                        <a:pt x="547686" y="320024"/>
                      </a:cubicBezTo>
                      <a:close/>
                      <a:moveTo>
                        <a:pt x="374903" y="318604"/>
                      </a:moveTo>
                      <a:cubicBezTo>
                        <a:pt x="374903" y="318604"/>
                        <a:pt x="374842" y="318604"/>
                        <a:pt x="374818" y="318604"/>
                      </a:cubicBezTo>
                      <a:lnTo>
                        <a:pt x="372245" y="318089"/>
                      </a:lnTo>
                      <a:cubicBezTo>
                        <a:pt x="372012" y="318040"/>
                        <a:pt x="371853" y="317807"/>
                        <a:pt x="371902" y="317575"/>
                      </a:cubicBezTo>
                      <a:cubicBezTo>
                        <a:pt x="371951" y="317342"/>
                        <a:pt x="372172" y="317183"/>
                        <a:pt x="372417" y="317232"/>
                      </a:cubicBezTo>
                      <a:lnTo>
                        <a:pt x="374989" y="317746"/>
                      </a:lnTo>
                      <a:cubicBezTo>
                        <a:pt x="375222" y="317795"/>
                        <a:pt x="375381" y="318028"/>
                        <a:pt x="375332" y="318261"/>
                      </a:cubicBezTo>
                      <a:cubicBezTo>
                        <a:pt x="375295" y="318469"/>
                        <a:pt x="375112" y="318616"/>
                        <a:pt x="374903" y="318616"/>
                      </a:cubicBezTo>
                      <a:close/>
                      <a:moveTo>
                        <a:pt x="556273" y="318407"/>
                      </a:moveTo>
                      <a:cubicBezTo>
                        <a:pt x="556065" y="318407"/>
                        <a:pt x="555881" y="318261"/>
                        <a:pt x="555844" y="318052"/>
                      </a:cubicBezTo>
                      <a:cubicBezTo>
                        <a:pt x="555795" y="317820"/>
                        <a:pt x="555954" y="317587"/>
                        <a:pt x="556187" y="317538"/>
                      </a:cubicBezTo>
                      <a:lnTo>
                        <a:pt x="558760" y="317048"/>
                      </a:lnTo>
                      <a:cubicBezTo>
                        <a:pt x="559005" y="316999"/>
                        <a:pt x="559225" y="317158"/>
                        <a:pt x="559274" y="317391"/>
                      </a:cubicBezTo>
                      <a:cubicBezTo>
                        <a:pt x="559323" y="317624"/>
                        <a:pt x="559164" y="317856"/>
                        <a:pt x="558931" y="317905"/>
                      </a:cubicBezTo>
                      <a:lnTo>
                        <a:pt x="556359" y="318395"/>
                      </a:lnTo>
                      <a:cubicBezTo>
                        <a:pt x="556359" y="318395"/>
                        <a:pt x="556310" y="318395"/>
                        <a:pt x="556273" y="318395"/>
                      </a:cubicBezTo>
                      <a:close/>
                      <a:moveTo>
                        <a:pt x="366328" y="316901"/>
                      </a:moveTo>
                      <a:cubicBezTo>
                        <a:pt x="366328" y="316901"/>
                        <a:pt x="366267" y="316901"/>
                        <a:pt x="366243" y="316901"/>
                      </a:cubicBezTo>
                      <a:lnTo>
                        <a:pt x="363670" y="316386"/>
                      </a:lnTo>
                      <a:cubicBezTo>
                        <a:pt x="363438" y="316337"/>
                        <a:pt x="363278" y="316105"/>
                        <a:pt x="363327" y="315872"/>
                      </a:cubicBezTo>
                      <a:cubicBezTo>
                        <a:pt x="363376" y="315639"/>
                        <a:pt x="363609" y="315480"/>
                        <a:pt x="363842" y="315529"/>
                      </a:cubicBezTo>
                      <a:lnTo>
                        <a:pt x="366414" y="316043"/>
                      </a:lnTo>
                      <a:cubicBezTo>
                        <a:pt x="366647" y="316092"/>
                        <a:pt x="366806" y="316325"/>
                        <a:pt x="366757" y="316558"/>
                      </a:cubicBezTo>
                      <a:cubicBezTo>
                        <a:pt x="366720" y="316766"/>
                        <a:pt x="366537" y="316913"/>
                        <a:pt x="366328" y="316913"/>
                      </a:cubicBezTo>
                      <a:close/>
                      <a:moveTo>
                        <a:pt x="564860" y="316778"/>
                      </a:moveTo>
                      <a:cubicBezTo>
                        <a:pt x="564652" y="316778"/>
                        <a:pt x="564468" y="316631"/>
                        <a:pt x="564431" y="316423"/>
                      </a:cubicBezTo>
                      <a:cubicBezTo>
                        <a:pt x="564382" y="316190"/>
                        <a:pt x="564542" y="315958"/>
                        <a:pt x="564774" y="315909"/>
                      </a:cubicBezTo>
                      <a:lnTo>
                        <a:pt x="567347" y="315419"/>
                      </a:lnTo>
                      <a:cubicBezTo>
                        <a:pt x="567579" y="315370"/>
                        <a:pt x="567812" y="315529"/>
                        <a:pt x="567861" y="315762"/>
                      </a:cubicBezTo>
                      <a:cubicBezTo>
                        <a:pt x="567910" y="315994"/>
                        <a:pt x="567751" y="316227"/>
                        <a:pt x="567518" y="316276"/>
                      </a:cubicBezTo>
                      <a:lnTo>
                        <a:pt x="564946" y="316766"/>
                      </a:lnTo>
                      <a:cubicBezTo>
                        <a:pt x="564946" y="316766"/>
                        <a:pt x="564897" y="316766"/>
                        <a:pt x="564860" y="316766"/>
                      </a:cubicBezTo>
                      <a:close/>
                      <a:moveTo>
                        <a:pt x="357754" y="315186"/>
                      </a:moveTo>
                      <a:cubicBezTo>
                        <a:pt x="357754" y="315186"/>
                        <a:pt x="357692" y="315186"/>
                        <a:pt x="357668" y="315186"/>
                      </a:cubicBezTo>
                      <a:lnTo>
                        <a:pt x="355095" y="314671"/>
                      </a:lnTo>
                      <a:cubicBezTo>
                        <a:pt x="354863" y="314622"/>
                        <a:pt x="354703" y="314390"/>
                        <a:pt x="354752" y="314157"/>
                      </a:cubicBezTo>
                      <a:cubicBezTo>
                        <a:pt x="354802" y="313924"/>
                        <a:pt x="355022" y="313765"/>
                        <a:pt x="355267" y="313814"/>
                      </a:cubicBezTo>
                      <a:lnTo>
                        <a:pt x="357839" y="314328"/>
                      </a:lnTo>
                      <a:cubicBezTo>
                        <a:pt x="358072" y="314377"/>
                        <a:pt x="358231" y="314610"/>
                        <a:pt x="358182" y="314843"/>
                      </a:cubicBezTo>
                      <a:cubicBezTo>
                        <a:pt x="358146" y="315051"/>
                        <a:pt x="357962" y="315198"/>
                        <a:pt x="357754" y="315198"/>
                      </a:cubicBezTo>
                      <a:close/>
                      <a:moveTo>
                        <a:pt x="573447" y="315149"/>
                      </a:moveTo>
                      <a:cubicBezTo>
                        <a:pt x="573239" y="315149"/>
                        <a:pt x="573055" y="315002"/>
                        <a:pt x="573018" y="314794"/>
                      </a:cubicBezTo>
                      <a:cubicBezTo>
                        <a:pt x="572969" y="314561"/>
                        <a:pt x="573129" y="314328"/>
                        <a:pt x="573361" y="314279"/>
                      </a:cubicBezTo>
                      <a:lnTo>
                        <a:pt x="575934" y="313789"/>
                      </a:lnTo>
                      <a:cubicBezTo>
                        <a:pt x="576179" y="313753"/>
                        <a:pt x="576399" y="313900"/>
                        <a:pt x="576448" y="314132"/>
                      </a:cubicBezTo>
                      <a:cubicBezTo>
                        <a:pt x="576497" y="314365"/>
                        <a:pt x="576338" y="314598"/>
                        <a:pt x="576105" y="314647"/>
                      </a:cubicBezTo>
                      <a:lnTo>
                        <a:pt x="573533" y="315137"/>
                      </a:lnTo>
                      <a:cubicBezTo>
                        <a:pt x="573533" y="315137"/>
                        <a:pt x="573484" y="315137"/>
                        <a:pt x="573447" y="315137"/>
                      </a:cubicBezTo>
                      <a:close/>
                      <a:moveTo>
                        <a:pt x="582034" y="313520"/>
                      </a:moveTo>
                      <a:cubicBezTo>
                        <a:pt x="581826" y="313520"/>
                        <a:pt x="581642" y="313373"/>
                        <a:pt x="581605" y="313165"/>
                      </a:cubicBezTo>
                      <a:cubicBezTo>
                        <a:pt x="581556" y="312932"/>
                        <a:pt x="581716" y="312699"/>
                        <a:pt x="581948" y="312650"/>
                      </a:cubicBezTo>
                      <a:lnTo>
                        <a:pt x="584521" y="312160"/>
                      </a:lnTo>
                      <a:cubicBezTo>
                        <a:pt x="584754" y="312111"/>
                        <a:pt x="584986" y="312270"/>
                        <a:pt x="585035" y="312503"/>
                      </a:cubicBezTo>
                      <a:cubicBezTo>
                        <a:pt x="585084" y="312736"/>
                        <a:pt x="584925" y="312969"/>
                        <a:pt x="584692" y="313018"/>
                      </a:cubicBezTo>
                      <a:lnTo>
                        <a:pt x="582120" y="313508"/>
                      </a:lnTo>
                      <a:cubicBezTo>
                        <a:pt x="582120" y="313508"/>
                        <a:pt x="582071" y="313508"/>
                        <a:pt x="582034" y="313508"/>
                      </a:cubicBezTo>
                      <a:close/>
                      <a:moveTo>
                        <a:pt x="349179" y="313483"/>
                      </a:moveTo>
                      <a:cubicBezTo>
                        <a:pt x="349179" y="313483"/>
                        <a:pt x="349118" y="313483"/>
                        <a:pt x="349093" y="313483"/>
                      </a:cubicBezTo>
                      <a:lnTo>
                        <a:pt x="346521" y="312969"/>
                      </a:lnTo>
                      <a:cubicBezTo>
                        <a:pt x="346288" y="312920"/>
                        <a:pt x="346129" y="312687"/>
                        <a:pt x="346178" y="312454"/>
                      </a:cubicBezTo>
                      <a:cubicBezTo>
                        <a:pt x="346227" y="312221"/>
                        <a:pt x="346447" y="312062"/>
                        <a:pt x="346692" y="312111"/>
                      </a:cubicBezTo>
                      <a:lnTo>
                        <a:pt x="349265" y="312626"/>
                      </a:lnTo>
                      <a:cubicBezTo>
                        <a:pt x="349497" y="312675"/>
                        <a:pt x="349657" y="312907"/>
                        <a:pt x="349608" y="313140"/>
                      </a:cubicBezTo>
                      <a:cubicBezTo>
                        <a:pt x="349571" y="313348"/>
                        <a:pt x="349387" y="313495"/>
                        <a:pt x="349179" y="313495"/>
                      </a:cubicBezTo>
                      <a:close/>
                      <a:moveTo>
                        <a:pt x="590621" y="311903"/>
                      </a:moveTo>
                      <a:cubicBezTo>
                        <a:pt x="590413" y="311903"/>
                        <a:pt x="590229" y="311756"/>
                        <a:pt x="590193" y="311548"/>
                      </a:cubicBezTo>
                      <a:cubicBezTo>
                        <a:pt x="590144" y="311315"/>
                        <a:pt x="590303" y="311082"/>
                        <a:pt x="590535" y="311033"/>
                      </a:cubicBezTo>
                      <a:lnTo>
                        <a:pt x="593108" y="310543"/>
                      </a:lnTo>
                      <a:cubicBezTo>
                        <a:pt x="593341" y="310494"/>
                        <a:pt x="593573" y="310653"/>
                        <a:pt x="593622" y="310886"/>
                      </a:cubicBezTo>
                      <a:cubicBezTo>
                        <a:pt x="593671" y="311119"/>
                        <a:pt x="593512" y="311352"/>
                        <a:pt x="593279" y="311401"/>
                      </a:cubicBezTo>
                      <a:lnTo>
                        <a:pt x="590707" y="311891"/>
                      </a:lnTo>
                      <a:cubicBezTo>
                        <a:pt x="590707" y="311891"/>
                        <a:pt x="590658" y="311891"/>
                        <a:pt x="590621" y="311891"/>
                      </a:cubicBezTo>
                      <a:close/>
                      <a:moveTo>
                        <a:pt x="340616" y="311780"/>
                      </a:moveTo>
                      <a:cubicBezTo>
                        <a:pt x="340616" y="311780"/>
                        <a:pt x="340555" y="311780"/>
                        <a:pt x="340531" y="311780"/>
                      </a:cubicBezTo>
                      <a:lnTo>
                        <a:pt x="337958" y="311266"/>
                      </a:lnTo>
                      <a:cubicBezTo>
                        <a:pt x="337725" y="311217"/>
                        <a:pt x="337566" y="310984"/>
                        <a:pt x="337615" y="310751"/>
                      </a:cubicBezTo>
                      <a:cubicBezTo>
                        <a:pt x="337664" y="310519"/>
                        <a:pt x="337885" y="310359"/>
                        <a:pt x="338130" y="310408"/>
                      </a:cubicBezTo>
                      <a:lnTo>
                        <a:pt x="340702" y="310923"/>
                      </a:lnTo>
                      <a:cubicBezTo>
                        <a:pt x="340935" y="310972"/>
                        <a:pt x="341094" y="311205"/>
                        <a:pt x="341045" y="311437"/>
                      </a:cubicBezTo>
                      <a:cubicBezTo>
                        <a:pt x="341008" y="311646"/>
                        <a:pt x="340825" y="311793"/>
                        <a:pt x="340616" y="311793"/>
                      </a:cubicBezTo>
                      <a:close/>
                      <a:moveTo>
                        <a:pt x="599208" y="310274"/>
                      </a:moveTo>
                      <a:cubicBezTo>
                        <a:pt x="599000" y="310274"/>
                        <a:pt x="598816" y="310127"/>
                        <a:pt x="598780" y="309918"/>
                      </a:cubicBezTo>
                      <a:cubicBezTo>
                        <a:pt x="598731" y="309686"/>
                        <a:pt x="598890" y="309453"/>
                        <a:pt x="599123" y="309404"/>
                      </a:cubicBezTo>
                      <a:lnTo>
                        <a:pt x="601695" y="308914"/>
                      </a:lnTo>
                      <a:cubicBezTo>
                        <a:pt x="601928" y="308877"/>
                        <a:pt x="602161" y="309024"/>
                        <a:pt x="602209" y="309257"/>
                      </a:cubicBezTo>
                      <a:cubicBezTo>
                        <a:pt x="602258" y="309490"/>
                        <a:pt x="602099" y="309722"/>
                        <a:pt x="601866" y="309771"/>
                      </a:cubicBezTo>
                      <a:lnTo>
                        <a:pt x="599294" y="310261"/>
                      </a:lnTo>
                      <a:cubicBezTo>
                        <a:pt x="599294" y="310261"/>
                        <a:pt x="599245" y="310261"/>
                        <a:pt x="599208" y="310261"/>
                      </a:cubicBezTo>
                      <a:close/>
                      <a:moveTo>
                        <a:pt x="332041" y="310078"/>
                      </a:moveTo>
                      <a:cubicBezTo>
                        <a:pt x="332041" y="310078"/>
                        <a:pt x="331980" y="310078"/>
                        <a:pt x="331956" y="310078"/>
                      </a:cubicBezTo>
                      <a:lnTo>
                        <a:pt x="329383" y="309563"/>
                      </a:lnTo>
                      <a:cubicBezTo>
                        <a:pt x="329151" y="309514"/>
                        <a:pt x="328991" y="309281"/>
                        <a:pt x="329040" y="309049"/>
                      </a:cubicBezTo>
                      <a:cubicBezTo>
                        <a:pt x="329089" y="308816"/>
                        <a:pt x="329310" y="308657"/>
                        <a:pt x="329555" y="308706"/>
                      </a:cubicBezTo>
                      <a:lnTo>
                        <a:pt x="332127" y="309220"/>
                      </a:lnTo>
                      <a:cubicBezTo>
                        <a:pt x="332360" y="309269"/>
                        <a:pt x="332519" y="309502"/>
                        <a:pt x="332470" y="309735"/>
                      </a:cubicBezTo>
                      <a:cubicBezTo>
                        <a:pt x="332433" y="309943"/>
                        <a:pt x="332250" y="310090"/>
                        <a:pt x="332041" y="310090"/>
                      </a:cubicBezTo>
                      <a:close/>
                      <a:moveTo>
                        <a:pt x="607795" y="308657"/>
                      </a:moveTo>
                      <a:cubicBezTo>
                        <a:pt x="607587" y="308657"/>
                        <a:pt x="607403" y="308510"/>
                        <a:pt x="607367" y="308301"/>
                      </a:cubicBezTo>
                      <a:cubicBezTo>
                        <a:pt x="607318" y="308069"/>
                        <a:pt x="607477" y="307836"/>
                        <a:pt x="607710" y="307787"/>
                      </a:cubicBezTo>
                      <a:lnTo>
                        <a:pt x="610282" y="307297"/>
                      </a:lnTo>
                      <a:cubicBezTo>
                        <a:pt x="610515" y="307248"/>
                        <a:pt x="610748" y="307407"/>
                        <a:pt x="610797" y="307640"/>
                      </a:cubicBezTo>
                      <a:cubicBezTo>
                        <a:pt x="610846" y="307873"/>
                        <a:pt x="610686" y="308105"/>
                        <a:pt x="610454" y="308154"/>
                      </a:cubicBezTo>
                      <a:lnTo>
                        <a:pt x="607881" y="308644"/>
                      </a:lnTo>
                      <a:cubicBezTo>
                        <a:pt x="607881" y="308644"/>
                        <a:pt x="607832" y="308644"/>
                        <a:pt x="607795" y="308644"/>
                      </a:cubicBezTo>
                      <a:close/>
                      <a:moveTo>
                        <a:pt x="323467" y="308375"/>
                      </a:moveTo>
                      <a:cubicBezTo>
                        <a:pt x="323467" y="308375"/>
                        <a:pt x="323405" y="308375"/>
                        <a:pt x="323381" y="308375"/>
                      </a:cubicBezTo>
                      <a:lnTo>
                        <a:pt x="320808" y="307860"/>
                      </a:lnTo>
                      <a:cubicBezTo>
                        <a:pt x="320576" y="307812"/>
                        <a:pt x="320416" y="307579"/>
                        <a:pt x="320465" y="307346"/>
                      </a:cubicBezTo>
                      <a:cubicBezTo>
                        <a:pt x="320514" y="307113"/>
                        <a:pt x="320747" y="306954"/>
                        <a:pt x="320980" y="307003"/>
                      </a:cubicBezTo>
                      <a:lnTo>
                        <a:pt x="323552" y="307518"/>
                      </a:lnTo>
                      <a:cubicBezTo>
                        <a:pt x="323785" y="307567"/>
                        <a:pt x="323944" y="307799"/>
                        <a:pt x="323895" y="308032"/>
                      </a:cubicBezTo>
                      <a:cubicBezTo>
                        <a:pt x="323859" y="308240"/>
                        <a:pt x="323675" y="308387"/>
                        <a:pt x="323467" y="308387"/>
                      </a:cubicBezTo>
                      <a:close/>
                      <a:moveTo>
                        <a:pt x="616382" y="307028"/>
                      </a:moveTo>
                      <a:cubicBezTo>
                        <a:pt x="616174" y="307028"/>
                        <a:pt x="615990" y="306881"/>
                        <a:pt x="615954" y="306672"/>
                      </a:cubicBezTo>
                      <a:cubicBezTo>
                        <a:pt x="615905" y="306440"/>
                        <a:pt x="616064" y="306207"/>
                        <a:pt x="616297" y="306158"/>
                      </a:cubicBezTo>
                      <a:lnTo>
                        <a:pt x="618869" y="305668"/>
                      </a:lnTo>
                      <a:cubicBezTo>
                        <a:pt x="619102" y="305631"/>
                        <a:pt x="619335" y="305778"/>
                        <a:pt x="619384" y="306011"/>
                      </a:cubicBezTo>
                      <a:cubicBezTo>
                        <a:pt x="619433" y="306244"/>
                        <a:pt x="619273" y="306476"/>
                        <a:pt x="619041" y="306525"/>
                      </a:cubicBezTo>
                      <a:lnTo>
                        <a:pt x="616468" y="307015"/>
                      </a:lnTo>
                      <a:cubicBezTo>
                        <a:pt x="616468" y="307015"/>
                        <a:pt x="616419" y="307015"/>
                        <a:pt x="616382" y="307015"/>
                      </a:cubicBezTo>
                      <a:close/>
                      <a:moveTo>
                        <a:pt x="314892" y="306672"/>
                      </a:moveTo>
                      <a:cubicBezTo>
                        <a:pt x="314892" y="306672"/>
                        <a:pt x="314831" y="306672"/>
                        <a:pt x="314806" y="306672"/>
                      </a:cubicBezTo>
                      <a:lnTo>
                        <a:pt x="312234" y="306158"/>
                      </a:lnTo>
                      <a:cubicBezTo>
                        <a:pt x="312001" y="306109"/>
                        <a:pt x="311842" y="305876"/>
                        <a:pt x="311891" y="305643"/>
                      </a:cubicBezTo>
                      <a:cubicBezTo>
                        <a:pt x="311940" y="305411"/>
                        <a:pt x="312160" y="305251"/>
                        <a:pt x="312405" y="305300"/>
                      </a:cubicBezTo>
                      <a:lnTo>
                        <a:pt x="314978" y="305815"/>
                      </a:lnTo>
                      <a:cubicBezTo>
                        <a:pt x="315210" y="305864"/>
                        <a:pt x="315370" y="306097"/>
                        <a:pt x="315321" y="306329"/>
                      </a:cubicBezTo>
                      <a:cubicBezTo>
                        <a:pt x="315284" y="306537"/>
                        <a:pt x="315100" y="306684"/>
                        <a:pt x="314892" y="306684"/>
                      </a:cubicBezTo>
                      <a:close/>
                      <a:moveTo>
                        <a:pt x="624969" y="305411"/>
                      </a:moveTo>
                      <a:cubicBezTo>
                        <a:pt x="624761" y="305411"/>
                        <a:pt x="624578" y="305264"/>
                        <a:pt x="624541" y="305055"/>
                      </a:cubicBezTo>
                      <a:cubicBezTo>
                        <a:pt x="624492" y="304823"/>
                        <a:pt x="624651" y="304590"/>
                        <a:pt x="624884" y="304541"/>
                      </a:cubicBezTo>
                      <a:lnTo>
                        <a:pt x="627456" y="304051"/>
                      </a:lnTo>
                      <a:cubicBezTo>
                        <a:pt x="627689" y="304002"/>
                        <a:pt x="627922" y="304161"/>
                        <a:pt x="627971" y="304394"/>
                      </a:cubicBezTo>
                      <a:cubicBezTo>
                        <a:pt x="628020" y="304627"/>
                        <a:pt x="627860" y="304859"/>
                        <a:pt x="627628" y="304908"/>
                      </a:cubicBezTo>
                      <a:lnTo>
                        <a:pt x="625055" y="305398"/>
                      </a:lnTo>
                      <a:cubicBezTo>
                        <a:pt x="625055" y="305398"/>
                        <a:pt x="625006" y="305398"/>
                        <a:pt x="624969" y="305398"/>
                      </a:cubicBezTo>
                      <a:close/>
                      <a:moveTo>
                        <a:pt x="306329" y="304970"/>
                      </a:moveTo>
                      <a:cubicBezTo>
                        <a:pt x="306329" y="304970"/>
                        <a:pt x="306268" y="304970"/>
                        <a:pt x="306244" y="304970"/>
                      </a:cubicBezTo>
                      <a:lnTo>
                        <a:pt x="303671" y="304455"/>
                      </a:lnTo>
                      <a:cubicBezTo>
                        <a:pt x="303438" y="304406"/>
                        <a:pt x="303279" y="304173"/>
                        <a:pt x="303328" y="303941"/>
                      </a:cubicBezTo>
                      <a:cubicBezTo>
                        <a:pt x="303377" y="303708"/>
                        <a:pt x="303598" y="303549"/>
                        <a:pt x="303843" y="303598"/>
                      </a:cubicBezTo>
                      <a:lnTo>
                        <a:pt x="306415" y="304112"/>
                      </a:lnTo>
                      <a:cubicBezTo>
                        <a:pt x="306648" y="304161"/>
                        <a:pt x="306807" y="304394"/>
                        <a:pt x="306758" y="304627"/>
                      </a:cubicBezTo>
                      <a:cubicBezTo>
                        <a:pt x="306721" y="304835"/>
                        <a:pt x="306538" y="304982"/>
                        <a:pt x="306329" y="304982"/>
                      </a:cubicBezTo>
                      <a:close/>
                      <a:moveTo>
                        <a:pt x="633557" y="303781"/>
                      </a:moveTo>
                      <a:cubicBezTo>
                        <a:pt x="633348" y="303781"/>
                        <a:pt x="633165" y="303634"/>
                        <a:pt x="633128" y="303426"/>
                      </a:cubicBezTo>
                      <a:cubicBezTo>
                        <a:pt x="633079" y="303193"/>
                        <a:pt x="633238" y="302961"/>
                        <a:pt x="633471" y="302912"/>
                      </a:cubicBezTo>
                      <a:lnTo>
                        <a:pt x="636043" y="302422"/>
                      </a:lnTo>
                      <a:cubicBezTo>
                        <a:pt x="636276" y="302373"/>
                        <a:pt x="636509" y="302532"/>
                        <a:pt x="636558" y="302765"/>
                      </a:cubicBezTo>
                      <a:cubicBezTo>
                        <a:pt x="636607" y="302997"/>
                        <a:pt x="636447" y="303230"/>
                        <a:pt x="636215" y="303279"/>
                      </a:cubicBezTo>
                      <a:lnTo>
                        <a:pt x="633642" y="303769"/>
                      </a:lnTo>
                      <a:cubicBezTo>
                        <a:pt x="633642" y="303769"/>
                        <a:pt x="633593" y="303769"/>
                        <a:pt x="633557" y="303769"/>
                      </a:cubicBezTo>
                      <a:close/>
                      <a:moveTo>
                        <a:pt x="297754" y="303267"/>
                      </a:moveTo>
                      <a:cubicBezTo>
                        <a:pt x="297754" y="303267"/>
                        <a:pt x="297693" y="303267"/>
                        <a:pt x="297669" y="303267"/>
                      </a:cubicBezTo>
                      <a:lnTo>
                        <a:pt x="295096" y="302752"/>
                      </a:lnTo>
                      <a:cubicBezTo>
                        <a:pt x="294863" y="302703"/>
                        <a:pt x="294704" y="302471"/>
                        <a:pt x="294753" y="302238"/>
                      </a:cubicBezTo>
                      <a:cubicBezTo>
                        <a:pt x="294802" y="302005"/>
                        <a:pt x="295023" y="301846"/>
                        <a:pt x="295268" y="301895"/>
                      </a:cubicBezTo>
                      <a:lnTo>
                        <a:pt x="297840" y="302409"/>
                      </a:lnTo>
                      <a:cubicBezTo>
                        <a:pt x="298073" y="302458"/>
                        <a:pt x="298232" y="302691"/>
                        <a:pt x="298183" y="302924"/>
                      </a:cubicBezTo>
                      <a:cubicBezTo>
                        <a:pt x="298146" y="303132"/>
                        <a:pt x="297963" y="303279"/>
                        <a:pt x="297754" y="303279"/>
                      </a:cubicBezTo>
                      <a:close/>
                      <a:moveTo>
                        <a:pt x="642144" y="302164"/>
                      </a:moveTo>
                      <a:cubicBezTo>
                        <a:pt x="641935" y="302164"/>
                        <a:pt x="641752" y="302017"/>
                        <a:pt x="641715" y="301809"/>
                      </a:cubicBezTo>
                      <a:cubicBezTo>
                        <a:pt x="641666" y="301576"/>
                        <a:pt x="641825" y="301344"/>
                        <a:pt x="642058" y="301295"/>
                      </a:cubicBezTo>
                      <a:lnTo>
                        <a:pt x="644630" y="300805"/>
                      </a:lnTo>
                      <a:cubicBezTo>
                        <a:pt x="644863" y="300768"/>
                        <a:pt x="645096" y="300915"/>
                        <a:pt x="645145" y="301148"/>
                      </a:cubicBezTo>
                      <a:cubicBezTo>
                        <a:pt x="645194" y="301380"/>
                        <a:pt x="645035" y="301613"/>
                        <a:pt x="644802" y="301662"/>
                      </a:cubicBezTo>
                      <a:lnTo>
                        <a:pt x="642229" y="302152"/>
                      </a:lnTo>
                      <a:cubicBezTo>
                        <a:pt x="642229" y="302152"/>
                        <a:pt x="642180" y="302152"/>
                        <a:pt x="642144" y="302152"/>
                      </a:cubicBezTo>
                      <a:close/>
                      <a:moveTo>
                        <a:pt x="289180" y="301564"/>
                      </a:moveTo>
                      <a:cubicBezTo>
                        <a:pt x="289180" y="301564"/>
                        <a:pt x="289118" y="301564"/>
                        <a:pt x="289094" y="301564"/>
                      </a:cubicBezTo>
                      <a:lnTo>
                        <a:pt x="286521" y="301050"/>
                      </a:lnTo>
                      <a:cubicBezTo>
                        <a:pt x="286289" y="301001"/>
                        <a:pt x="286129" y="300768"/>
                        <a:pt x="286178" y="300535"/>
                      </a:cubicBezTo>
                      <a:cubicBezTo>
                        <a:pt x="286227" y="300302"/>
                        <a:pt x="286460" y="300143"/>
                        <a:pt x="286693" y="300192"/>
                      </a:cubicBezTo>
                      <a:lnTo>
                        <a:pt x="289265" y="300707"/>
                      </a:lnTo>
                      <a:cubicBezTo>
                        <a:pt x="289498" y="300756"/>
                        <a:pt x="289657" y="300988"/>
                        <a:pt x="289608" y="301221"/>
                      </a:cubicBezTo>
                      <a:cubicBezTo>
                        <a:pt x="289572" y="301429"/>
                        <a:pt x="289388" y="301576"/>
                        <a:pt x="289180" y="301576"/>
                      </a:cubicBezTo>
                      <a:close/>
                      <a:moveTo>
                        <a:pt x="650731" y="300535"/>
                      </a:moveTo>
                      <a:cubicBezTo>
                        <a:pt x="650522" y="300535"/>
                        <a:pt x="650339" y="300388"/>
                        <a:pt x="650302" y="300180"/>
                      </a:cubicBezTo>
                      <a:cubicBezTo>
                        <a:pt x="650253" y="299947"/>
                        <a:pt x="650412" y="299714"/>
                        <a:pt x="650645" y="299665"/>
                      </a:cubicBezTo>
                      <a:lnTo>
                        <a:pt x="653217" y="299175"/>
                      </a:lnTo>
                      <a:cubicBezTo>
                        <a:pt x="653462" y="299139"/>
                        <a:pt x="653683" y="299286"/>
                        <a:pt x="653732" y="299518"/>
                      </a:cubicBezTo>
                      <a:cubicBezTo>
                        <a:pt x="653781" y="299751"/>
                        <a:pt x="653622" y="299984"/>
                        <a:pt x="653389" y="300033"/>
                      </a:cubicBezTo>
                      <a:lnTo>
                        <a:pt x="650817" y="300523"/>
                      </a:lnTo>
                      <a:cubicBezTo>
                        <a:pt x="650817" y="300523"/>
                        <a:pt x="650767" y="300523"/>
                        <a:pt x="650731" y="300523"/>
                      </a:cubicBezTo>
                      <a:close/>
                      <a:moveTo>
                        <a:pt x="280605" y="299861"/>
                      </a:moveTo>
                      <a:cubicBezTo>
                        <a:pt x="280605" y="299861"/>
                        <a:pt x="280544" y="299861"/>
                        <a:pt x="280519" y="299861"/>
                      </a:cubicBezTo>
                      <a:lnTo>
                        <a:pt x="277947" y="299347"/>
                      </a:lnTo>
                      <a:cubicBezTo>
                        <a:pt x="277714" y="299298"/>
                        <a:pt x="277555" y="299065"/>
                        <a:pt x="277604" y="298832"/>
                      </a:cubicBezTo>
                      <a:cubicBezTo>
                        <a:pt x="277653" y="298600"/>
                        <a:pt x="277885" y="298440"/>
                        <a:pt x="278118" y="298489"/>
                      </a:cubicBezTo>
                      <a:lnTo>
                        <a:pt x="280691" y="299004"/>
                      </a:lnTo>
                      <a:cubicBezTo>
                        <a:pt x="280923" y="299053"/>
                        <a:pt x="281083" y="299286"/>
                        <a:pt x="281034" y="299518"/>
                      </a:cubicBezTo>
                      <a:cubicBezTo>
                        <a:pt x="280997" y="299727"/>
                        <a:pt x="280813" y="299874"/>
                        <a:pt x="280605" y="299874"/>
                      </a:cubicBezTo>
                      <a:close/>
                      <a:moveTo>
                        <a:pt x="659318" y="298918"/>
                      </a:moveTo>
                      <a:cubicBezTo>
                        <a:pt x="659109" y="298918"/>
                        <a:pt x="658926" y="298771"/>
                        <a:pt x="658889" y="298563"/>
                      </a:cubicBezTo>
                      <a:cubicBezTo>
                        <a:pt x="658840" y="298330"/>
                        <a:pt x="658999" y="298097"/>
                        <a:pt x="659232" y="298048"/>
                      </a:cubicBezTo>
                      <a:lnTo>
                        <a:pt x="661805" y="297558"/>
                      </a:lnTo>
                      <a:cubicBezTo>
                        <a:pt x="662049" y="297509"/>
                        <a:pt x="662270" y="297669"/>
                        <a:pt x="662319" y="297901"/>
                      </a:cubicBezTo>
                      <a:cubicBezTo>
                        <a:pt x="662368" y="298134"/>
                        <a:pt x="662209" y="298367"/>
                        <a:pt x="661976" y="298416"/>
                      </a:cubicBezTo>
                      <a:lnTo>
                        <a:pt x="659403" y="298906"/>
                      </a:lnTo>
                      <a:cubicBezTo>
                        <a:pt x="659403" y="298906"/>
                        <a:pt x="659355" y="298906"/>
                        <a:pt x="659318" y="298906"/>
                      </a:cubicBezTo>
                      <a:close/>
                      <a:moveTo>
                        <a:pt x="272042" y="298159"/>
                      </a:moveTo>
                      <a:cubicBezTo>
                        <a:pt x="272042" y="298159"/>
                        <a:pt x="271981" y="298159"/>
                        <a:pt x="271957" y="298159"/>
                      </a:cubicBezTo>
                      <a:lnTo>
                        <a:pt x="269384" y="297644"/>
                      </a:lnTo>
                      <a:cubicBezTo>
                        <a:pt x="269151" y="297595"/>
                        <a:pt x="268992" y="297362"/>
                        <a:pt x="269041" y="297130"/>
                      </a:cubicBezTo>
                      <a:cubicBezTo>
                        <a:pt x="269090" y="296897"/>
                        <a:pt x="269311" y="296738"/>
                        <a:pt x="269556" y="296787"/>
                      </a:cubicBezTo>
                      <a:lnTo>
                        <a:pt x="272128" y="297301"/>
                      </a:lnTo>
                      <a:cubicBezTo>
                        <a:pt x="272361" y="297350"/>
                        <a:pt x="272520" y="297583"/>
                        <a:pt x="272471" y="297816"/>
                      </a:cubicBezTo>
                      <a:cubicBezTo>
                        <a:pt x="272434" y="298024"/>
                        <a:pt x="272250" y="298171"/>
                        <a:pt x="272042" y="298171"/>
                      </a:cubicBezTo>
                      <a:close/>
                      <a:moveTo>
                        <a:pt x="667905" y="297289"/>
                      </a:moveTo>
                      <a:cubicBezTo>
                        <a:pt x="667697" y="297289"/>
                        <a:pt x="667513" y="297142"/>
                        <a:pt x="667476" y="296934"/>
                      </a:cubicBezTo>
                      <a:cubicBezTo>
                        <a:pt x="667427" y="296701"/>
                        <a:pt x="667586" y="296468"/>
                        <a:pt x="667819" y="296419"/>
                      </a:cubicBezTo>
                      <a:lnTo>
                        <a:pt x="670392" y="295929"/>
                      </a:lnTo>
                      <a:cubicBezTo>
                        <a:pt x="670624" y="295892"/>
                        <a:pt x="670857" y="296039"/>
                        <a:pt x="670906" y="296272"/>
                      </a:cubicBezTo>
                      <a:cubicBezTo>
                        <a:pt x="670955" y="296505"/>
                        <a:pt x="670796" y="296738"/>
                        <a:pt x="670563" y="296787"/>
                      </a:cubicBezTo>
                      <a:lnTo>
                        <a:pt x="667991" y="297277"/>
                      </a:lnTo>
                      <a:cubicBezTo>
                        <a:pt x="667991" y="297277"/>
                        <a:pt x="667942" y="297277"/>
                        <a:pt x="667905" y="297277"/>
                      </a:cubicBezTo>
                      <a:close/>
                      <a:moveTo>
                        <a:pt x="263467" y="296456"/>
                      </a:moveTo>
                      <a:cubicBezTo>
                        <a:pt x="263467" y="296456"/>
                        <a:pt x="263406" y="296456"/>
                        <a:pt x="263382" y="296456"/>
                      </a:cubicBezTo>
                      <a:lnTo>
                        <a:pt x="260809" y="295942"/>
                      </a:lnTo>
                      <a:cubicBezTo>
                        <a:pt x="260576" y="295892"/>
                        <a:pt x="260417" y="295660"/>
                        <a:pt x="260466" y="295427"/>
                      </a:cubicBezTo>
                      <a:cubicBezTo>
                        <a:pt x="260515" y="295194"/>
                        <a:pt x="260736" y="295035"/>
                        <a:pt x="260981" y="295084"/>
                      </a:cubicBezTo>
                      <a:lnTo>
                        <a:pt x="263553" y="295598"/>
                      </a:lnTo>
                      <a:cubicBezTo>
                        <a:pt x="263786" y="295648"/>
                        <a:pt x="263945" y="295880"/>
                        <a:pt x="263896" y="296113"/>
                      </a:cubicBezTo>
                      <a:cubicBezTo>
                        <a:pt x="263859" y="296321"/>
                        <a:pt x="263676" y="296468"/>
                        <a:pt x="263467" y="296468"/>
                      </a:cubicBezTo>
                      <a:close/>
                      <a:moveTo>
                        <a:pt x="676492" y="295660"/>
                      </a:moveTo>
                      <a:cubicBezTo>
                        <a:pt x="676284" y="295660"/>
                        <a:pt x="676100" y="295513"/>
                        <a:pt x="676063" y="295305"/>
                      </a:cubicBezTo>
                      <a:cubicBezTo>
                        <a:pt x="676014" y="295072"/>
                        <a:pt x="676173" y="294839"/>
                        <a:pt x="676406" y="294790"/>
                      </a:cubicBezTo>
                      <a:lnTo>
                        <a:pt x="678979" y="294300"/>
                      </a:lnTo>
                      <a:cubicBezTo>
                        <a:pt x="679211" y="294251"/>
                        <a:pt x="679444" y="294410"/>
                        <a:pt x="679493" y="294643"/>
                      </a:cubicBezTo>
                      <a:cubicBezTo>
                        <a:pt x="679542" y="294876"/>
                        <a:pt x="679383" y="295109"/>
                        <a:pt x="679150" y="295158"/>
                      </a:cubicBezTo>
                      <a:lnTo>
                        <a:pt x="676578" y="295648"/>
                      </a:lnTo>
                      <a:cubicBezTo>
                        <a:pt x="676578" y="295648"/>
                        <a:pt x="676529" y="295648"/>
                        <a:pt x="676492" y="295648"/>
                      </a:cubicBezTo>
                      <a:close/>
                      <a:moveTo>
                        <a:pt x="254893" y="294741"/>
                      </a:moveTo>
                      <a:cubicBezTo>
                        <a:pt x="254893" y="294741"/>
                        <a:pt x="254831" y="294741"/>
                        <a:pt x="254807" y="294741"/>
                      </a:cubicBezTo>
                      <a:lnTo>
                        <a:pt x="252234" y="294227"/>
                      </a:lnTo>
                      <a:cubicBezTo>
                        <a:pt x="252002" y="294178"/>
                        <a:pt x="251842" y="293945"/>
                        <a:pt x="251891" y="293712"/>
                      </a:cubicBezTo>
                      <a:cubicBezTo>
                        <a:pt x="251940" y="293479"/>
                        <a:pt x="252161" y="293320"/>
                        <a:pt x="252406" y="293369"/>
                      </a:cubicBezTo>
                      <a:lnTo>
                        <a:pt x="254978" y="293884"/>
                      </a:lnTo>
                      <a:cubicBezTo>
                        <a:pt x="255211" y="293933"/>
                        <a:pt x="255370" y="294165"/>
                        <a:pt x="255321" y="294398"/>
                      </a:cubicBezTo>
                      <a:cubicBezTo>
                        <a:pt x="255285" y="294606"/>
                        <a:pt x="255101" y="294753"/>
                        <a:pt x="254893" y="294753"/>
                      </a:cubicBezTo>
                      <a:close/>
                      <a:moveTo>
                        <a:pt x="685079" y="294031"/>
                      </a:moveTo>
                      <a:cubicBezTo>
                        <a:pt x="684871" y="294031"/>
                        <a:pt x="684687" y="293884"/>
                        <a:pt x="684650" y="293675"/>
                      </a:cubicBezTo>
                      <a:cubicBezTo>
                        <a:pt x="684601" y="293443"/>
                        <a:pt x="684761" y="293210"/>
                        <a:pt x="684993" y="293161"/>
                      </a:cubicBezTo>
                      <a:lnTo>
                        <a:pt x="687566" y="292671"/>
                      </a:lnTo>
                      <a:cubicBezTo>
                        <a:pt x="687798" y="292634"/>
                        <a:pt x="688031" y="292781"/>
                        <a:pt x="688080" y="293014"/>
                      </a:cubicBezTo>
                      <a:cubicBezTo>
                        <a:pt x="688129" y="293247"/>
                        <a:pt x="687970" y="293479"/>
                        <a:pt x="687737" y="293528"/>
                      </a:cubicBezTo>
                      <a:lnTo>
                        <a:pt x="685165" y="294018"/>
                      </a:lnTo>
                      <a:cubicBezTo>
                        <a:pt x="685165" y="294018"/>
                        <a:pt x="685116" y="294018"/>
                        <a:pt x="685079" y="294018"/>
                      </a:cubicBezTo>
                      <a:close/>
                      <a:moveTo>
                        <a:pt x="246318" y="293038"/>
                      </a:moveTo>
                      <a:cubicBezTo>
                        <a:pt x="246318" y="293038"/>
                        <a:pt x="246256" y="293038"/>
                        <a:pt x="246232" y="293038"/>
                      </a:cubicBezTo>
                      <a:lnTo>
                        <a:pt x="243660" y="292524"/>
                      </a:lnTo>
                      <a:cubicBezTo>
                        <a:pt x="243427" y="292475"/>
                        <a:pt x="243268" y="292242"/>
                        <a:pt x="243317" y="292009"/>
                      </a:cubicBezTo>
                      <a:cubicBezTo>
                        <a:pt x="243366" y="291777"/>
                        <a:pt x="243586" y="291617"/>
                        <a:pt x="243831" y="291666"/>
                      </a:cubicBezTo>
                      <a:lnTo>
                        <a:pt x="246403" y="292181"/>
                      </a:lnTo>
                      <a:cubicBezTo>
                        <a:pt x="246636" y="292230"/>
                        <a:pt x="246795" y="292463"/>
                        <a:pt x="246747" y="292695"/>
                      </a:cubicBezTo>
                      <a:cubicBezTo>
                        <a:pt x="246710" y="292904"/>
                        <a:pt x="246526" y="293051"/>
                        <a:pt x="246318" y="293051"/>
                      </a:cubicBezTo>
                      <a:close/>
                      <a:moveTo>
                        <a:pt x="693666" y="292401"/>
                      </a:moveTo>
                      <a:cubicBezTo>
                        <a:pt x="693458" y="292401"/>
                        <a:pt x="693274" y="292254"/>
                        <a:pt x="693237" y="292046"/>
                      </a:cubicBezTo>
                      <a:cubicBezTo>
                        <a:pt x="693188" y="291813"/>
                        <a:pt x="693348" y="291581"/>
                        <a:pt x="693580" y="291532"/>
                      </a:cubicBezTo>
                      <a:lnTo>
                        <a:pt x="696153" y="291042"/>
                      </a:lnTo>
                      <a:cubicBezTo>
                        <a:pt x="696386" y="291005"/>
                        <a:pt x="696618" y="291152"/>
                        <a:pt x="696667" y="291385"/>
                      </a:cubicBezTo>
                      <a:cubicBezTo>
                        <a:pt x="696716" y="291617"/>
                        <a:pt x="696557" y="291850"/>
                        <a:pt x="696324" y="291899"/>
                      </a:cubicBezTo>
                      <a:lnTo>
                        <a:pt x="693752" y="292389"/>
                      </a:lnTo>
                      <a:cubicBezTo>
                        <a:pt x="693752" y="292389"/>
                        <a:pt x="693703" y="292389"/>
                        <a:pt x="693666" y="292389"/>
                      </a:cubicBezTo>
                      <a:close/>
                      <a:moveTo>
                        <a:pt x="237755" y="291323"/>
                      </a:moveTo>
                      <a:cubicBezTo>
                        <a:pt x="237755" y="291323"/>
                        <a:pt x="237694" y="291323"/>
                        <a:pt x="237669" y="291323"/>
                      </a:cubicBezTo>
                      <a:lnTo>
                        <a:pt x="235097" y="290809"/>
                      </a:lnTo>
                      <a:cubicBezTo>
                        <a:pt x="234864" y="290760"/>
                        <a:pt x="234705" y="290527"/>
                        <a:pt x="234754" y="290294"/>
                      </a:cubicBezTo>
                      <a:cubicBezTo>
                        <a:pt x="234803" y="290062"/>
                        <a:pt x="235036" y="289902"/>
                        <a:pt x="235269" y="289951"/>
                      </a:cubicBezTo>
                      <a:lnTo>
                        <a:pt x="237841" y="290466"/>
                      </a:lnTo>
                      <a:cubicBezTo>
                        <a:pt x="238074" y="290515"/>
                        <a:pt x="238233" y="290748"/>
                        <a:pt x="238184" y="290980"/>
                      </a:cubicBezTo>
                      <a:cubicBezTo>
                        <a:pt x="238147" y="291189"/>
                        <a:pt x="237963" y="291336"/>
                        <a:pt x="237755" y="291336"/>
                      </a:cubicBezTo>
                      <a:close/>
                      <a:moveTo>
                        <a:pt x="702253" y="290772"/>
                      </a:moveTo>
                      <a:cubicBezTo>
                        <a:pt x="702045" y="290772"/>
                        <a:pt x="701861" y="290625"/>
                        <a:pt x="701824" y="290417"/>
                      </a:cubicBezTo>
                      <a:cubicBezTo>
                        <a:pt x="701775" y="290184"/>
                        <a:pt x="701935" y="289951"/>
                        <a:pt x="702167" y="289902"/>
                      </a:cubicBezTo>
                      <a:lnTo>
                        <a:pt x="704740" y="289412"/>
                      </a:lnTo>
                      <a:cubicBezTo>
                        <a:pt x="704973" y="289363"/>
                        <a:pt x="705205" y="289523"/>
                        <a:pt x="705254" y="289755"/>
                      </a:cubicBezTo>
                      <a:cubicBezTo>
                        <a:pt x="705303" y="289988"/>
                        <a:pt x="705144" y="290221"/>
                        <a:pt x="704911" y="290270"/>
                      </a:cubicBezTo>
                      <a:lnTo>
                        <a:pt x="702339" y="290760"/>
                      </a:lnTo>
                      <a:cubicBezTo>
                        <a:pt x="702339" y="290760"/>
                        <a:pt x="702290" y="290760"/>
                        <a:pt x="702253" y="290760"/>
                      </a:cubicBezTo>
                      <a:close/>
                      <a:moveTo>
                        <a:pt x="229180" y="289621"/>
                      </a:moveTo>
                      <a:cubicBezTo>
                        <a:pt x="229180" y="289621"/>
                        <a:pt x="229119" y="289621"/>
                        <a:pt x="229095" y="289621"/>
                      </a:cubicBezTo>
                      <a:lnTo>
                        <a:pt x="226522" y="289106"/>
                      </a:lnTo>
                      <a:cubicBezTo>
                        <a:pt x="226289" y="289057"/>
                        <a:pt x="226130" y="288824"/>
                        <a:pt x="226179" y="288592"/>
                      </a:cubicBezTo>
                      <a:cubicBezTo>
                        <a:pt x="226228" y="288359"/>
                        <a:pt x="226449" y="288200"/>
                        <a:pt x="226694" y="288249"/>
                      </a:cubicBezTo>
                      <a:lnTo>
                        <a:pt x="229266" y="288763"/>
                      </a:lnTo>
                      <a:cubicBezTo>
                        <a:pt x="229499" y="288812"/>
                        <a:pt x="229658" y="289045"/>
                        <a:pt x="229609" y="289278"/>
                      </a:cubicBezTo>
                      <a:cubicBezTo>
                        <a:pt x="229572" y="289486"/>
                        <a:pt x="229389" y="289633"/>
                        <a:pt x="229180" y="289633"/>
                      </a:cubicBezTo>
                      <a:close/>
                      <a:moveTo>
                        <a:pt x="710840" y="289143"/>
                      </a:moveTo>
                      <a:cubicBezTo>
                        <a:pt x="710632" y="289143"/>
                        <a:pt x="710448" y="288996"/>
                        <a:pt x="710411" y="288788"/>
                      </a:cubicBezTo>
                      <a:cubicBezTo>
                        <a:pt x="710363" y="288555"/>
                        <a:pt x="710522" y="288322"/>
                        <a:pt x="710754" y="288273"/>
                      </a:cubicBezTo>
                      <a:lnTo>
                        <a:pt x="713327" y="287783"/>
                      </a:lnTo>
                      <a:cubicBezTo>
                        <a:pt x="713560" y="287746"/>
                        <a:pt x="713792" y="287893"/>
                        <a:pt x="713841" y="288126"/>
                      </a:cubicBezTo>
                      <a:cubicBezTo>
                        <a:pt x="713890" y="288359"/>
                        <a:pt x="713731" y="288592"/>
                        <a:pt x="713498" y="288641"/>
                      </a:cubicBezTo>
                      <a:lnTo>
                        <a:pt x="710926" y="289131"/>
                      </a:lnTo>
                      <a:cubicBezTo>
                        <a:pt x="710926" y="289131"/>
                        <a:pt x="710877" y="289131"/>
                        <a:pt x="710840" y="289131"/>
                      </a:cubicBezTo>
                      <a:close/>
                      <a:moveTo>
                        <a:pt x="220606" y="287918"/>
                      </a:moveTo>
                      <a:cubicBezTo>
                        <a:pt x="220606" y="287918"/>
                        <a:pt x="220544" y="287918"/>
                        <a:pt x="220520" y="287918"/>
                      </a:cubicBezTo>
                      <a:lnTo>
                        <a:pt x="217947" y="287403"/>
                      </a:lnTo>
                      <a:cubicBezTo>
                        <a:pt x="217715" y="287354"/>
                        <a:pt x="217555" y="287122"/>
                        <a:pt x="217604" y="286889"/>
                      </a:cubicBezTo>
                      <a:cubicBezTo>
                        <a:pt x="217653" y="286656"/>
                        <a:pt x="217874" y="286497"/>
                        <a:pt x="218119" y="286546"/>
                      </a:cubicBezTo>
                      <a:lnTo>
                        <a:pt x="220691" y="287060"/>
                      </a:lnTo>
                      <a:cubicBezTo>
                        <a:pt x="220924" y="287109"/>
                        <a:pt x="221083" y="287342"/>
                        <a:pt x="221034" y="287575"/>
                      </a:cubicBezTo>
                      <a:cubicBezTo>
                        <a:pt x="220998" y="287783"/>
                        <a:pt x="220814" y="287930"/>
                        <a:pt x="220606" y="287930"/>
                      </a:cubicBezTo>
                      <a:close/>
                      <a:moveTo>
                        <a:pt x="719427" y="287526"/>
                      </a:moveTo>
                      <a:cubicBezTo>
                        <a:pt x="719219" y="287526"/>
                        <a:pt x="719035" y="287379"/>
                        <a:pt x="718998" y="287171"/>
                      </a:cubicBezTo>
                      <a:cubicBezTo>
                        <a:pt x="718950" y="286938"/>
                        <a:pt x="719109" y="286705"/>
                        <a:pt x="719342" y="286656"/>
                      </a:cubicBezTo>
                      <a:lnTo>
                        <a:pt x="721914" y="286166"/>
                      </a:lnTo>
                      <a:cubicBezTo>
                        <a:pt x="722159" y="286129"/>
                        <a:pt x="722379" y="286276"/>
                        <a:pt x="722428" y="286509"/>
                      </a:cubicBezTo>
                      <a:cubicBezTo>
                        <a:pt x="722478" y="286742"/>
                        <a:pt x="722318" y="286975"/>
                        <a:pt x="722085" y="287024"/>
                      </a:cubicBezTo>
                      <a:lnTo>
                        <a:pt x="719513" y="287514"/>
                      </a:lnTo>
                      <a:cubicBezTo>
                        <a:pt x="719513" y="287514"/>
                        <a:pt x="719464" y="287514"/>
                        <a:pt x="719427" y="287514"/>
                      </a:cubicBezTo>
                      <a:close/>
                      <a:moveTo>
                        <a:pt x="212031" y="286215"/>
                      </a:moveTo>
                      <a:cubicBezTo>
                        <a:pt x="212031" y="286215"/>
                        <a:pt x="211969" y="286215"/>
                        <a:pt x="211945" y="286215"/>
                      </a:cubicBezTo>
                      <a:lnTo>
                        <a:pt x="209373" y="285701"/>
                      </a:lnTo>
                      <a:cubicBezTo>
                        <a:pt x="209140" y="285652"/>
                        <a:pt x="208981" y="285419"/>
                        <a:pt x="209030" y="285186"/>
                      </a:cubicBezTo>
                      <a:cubicBezTo>
                        <a:pt x="209079" y="284953"/>
                        <a:pt x="209311" y="284794"/>
                        <a:pt x="209544" y="284843"/>
                      </a:cubicBezTo>
                      <a:lnTo>
                        <a:pt x="212116" y="285358"/>
                      </a:lnTo>
                      <a:cubicBezTo>
                        <a:pt x="212349" y="285407"/>
                        <a:pt x="212508" y="285639"/>
                        <a:pt x="212460" y="285872"/>
                      </a:cubicBezTo>
                      <a:cubicBezTo>
                        <a:pt x="212423" y="286080"/>
                        <a:pt x="212239" y="286227"/>
                        <a:pt x="212031" y="286227"/>
                      </a:cubicBezTo>
                      <a:close/>
                      <a:moveTo>
                        <a:pt x="728014" y="285897"/>
                      </a:moveTo>
                      <a:cubicBezTo>
                        <a:pt x="727806" y="285897"/>
                        <a:pt x="727622" y="285750"/>
                        <a:pt x="727586" y="285541"/>
                      </a:cubicBezTo>
                      <a:cubicBezTo>
                        <a:pt x="727537" y="285309"/>
                        <a:pt x="727696" y="285076"/>
                        <a:pt x="727929" y="285027"/>
                      </a:cubicBezTo>
                      <a:lnTo>
                        <a:pt x="730501" y="284537"/>
                      </a:lnTo>
                      <a:cubicBezTo>
                        <a:pt x="730746" y="284488"/>
                        <a:pt x="730967" y="284647"/>
                        <a:pt x="731016" y="284880"/>
                      </a:cubicBezTo>
                      <a:cubicBezTo>
                        <a:pt x="731064" y="285113"/>
                        <a:pt x="730905" y="285345"/>
                        <a:pt x="730673" y="285394"/>
                      </a:cubicBezTo>
                      <a:lnTo>
                        <a:pt x="728100" y="285884"/>
                      </a:lnTo>
                      <a:cubicBezTo>
                        <a:pt x="728100" y="285884"/>
                        <a:pt x="728051" y="285884"/>
                        <a:pt x="728014" y="285884"/>
                      </a:cubicBezTo>
                      <a:close/>
                      <a:moveTo>
                        <a:pt x="203456" y="284512"/>
                      </a:moveTo>
                      <a:cubicBezTo>
                        <a:pt x="203456" y="284512"/>
                        <a:pt x="203395" y="284512"/>
                        <a:pt x="203370" y="284512"/>
                      </a:cubicBezTo>
                      <a:lnTo>
                        <a:pt x="200798" y="283998"/>
                      </a:lnTo>
                      <a:cubicBezTo>
                        <a:pt x="200565" y="283949"/>
                        <a:pt x="200406" y="283716"/>
                        <a:pt x="200455" y="283483"/>
                      </a:cubicBezTo>
                      <a:cubicBezTo>
                        <a:pt x="200504" y="283251"/>
                        <a:pt x="200724" y="283092"/>
                        <a:pt x="200969" y="283141"/>
                      </a:cubicBezTo>
                      <a:lnTo>
                        <a:pt x="203542" y="283655"/>
                      </a:lnTo>
                      <a:cubicBezTo>
                        <a:pt x="203774" y="283704"/>
                        <a:pt x="203934" y="283937"/>
                        <a:pt x="203885" y="284169"/>
                      </a:cubicBezTo>
                      <a:cubicBezTo>
                        <a:pt x="203848" y="284378"/>
                        <a:pt x="203664" y="284525"/>
                        <a:pt x="203456" y="284525"/>
                      </a:cubicBezTo>
                      <a:close/>
                      <a:moveTo>
                        <a:pt x="736601" y="284280"/>
                      </a:moveTo>
                      <a:cubicBezTo>
                        <a:pt x="736393" y="284280"/>
                        <a:pt x="736209" y="284133"/>
                        <a:pt x="736173" y="283925"/>
                      </a:cubicBezTo>
                      <a:cubicBezTo>
                        <a:pt x="736124" y="283692"/>
                        <a:pt x="736283" y="283459"/>
                        <a:pt x="736516" y="283410"/>
                      </a:cubicBezTo>
                      <a:lnTo>
                        <a:pt x="739088" y="282920"/>
                      </a:lnTo>
                      <a:cubicBezTo>
                        <a:pt x="739333" y="282883"/>
                        <a:pt x="739554" y="283030"/>
                        <a:pt x="739603" y="283263"/>
                      </a:cubicBezTo>
                      <a:cubicBezTo>
                        <a:pt x="739652" y="283496"/>
                        <a:pt x="739492" y="283728"/>
                        <a:pt x="739260" y="283778"/>
                      </a:cubicBezTo>
                      <a:lnTo>
                        <a:pt x="736687" y="284267"/>
                      </a:lnTo>
                      <a:cubicBezTo>
                        <a:pt x="736687" y="284267"/>
                        <a:pt x="736638" y="284267"/>
                        <a:pt x="736601" y="284267"/>
                      </a:cubicBezTo>
                      <a:close/>
                      <a:moveTo>
                        <a:pt x="194893" y="282810"/>
                      </a:moveTo>
                      <a:cubicBezTo>
                        <a:pt x="194893" y="282810"/>
                        <a:pt x="194832" y="282810"/>
                        <a:pt x="194808" y="282810"/>
                      </a:cubicBezTo>
                      <a:lnTo>
                        <a:pt x="192235" y="282295"/>
                      </a:lnTo>
                      <a:cubicBezTo>
                        <a:pt x="192002" y="282246"/>
                        <a:pt x="191843" y="282014"/>
                        <a:pt x="191892" y="281781"/>
                      </a:cubicBezTo>
                      <a:cubicBezTo>
                        <a:pt x="191941" y="281548"/>
                        <a:pt x="192174" y="281389"/>
                        <a:pt x="192407" y="281438"/>
                      </a:cubicBezTo>
                      <a:lnTo>
                        <a:pt x="194979" y="281952"/>
                      </a:lnTo>
                      <a:cubicBezTo>
                        <a:pt x="195212" y="282001"/>
                        <a:pt x="195371" y="282234"/>
                        <a:pt x="195322" y="282467"/>
                      </a:cubicBezTo>
                      <a:cubicBezTo>
                        <a:pt x="195285" y="282675"/>
                        <a:pt x="195102" y="282822"/>
                        <a:pt x="194893" y="282822"/>
                      </a:cubicBezTo>
                      <a:close/>
                      <a:moveTo>
                        <a:pt x="745188" y="282651"/>
                      </a:moveTo>
                      <a:cubicBezTo>
                        <a:pt x="744980" y="282651"/>
                        <a:pt x="744797" y="282504"/>
                        <a:pt x="744760" y="282295"/>
                      </a:cubicBezTo>
                      <a:cubicBezTo>
                        <a:pt x="744711" y="282063"/>
                        <a:pt x="744870" y="281830"/>
                        <a:pt x="745103" y="281781"/>
                      </a:cubicBezTo>
                      <a:lnTo>
                        <a:pt x="747675" y="281291"/>
                      </a:lnTo>
                      <a:cubicBezTo>
                        <a:pt x="747908" y="281254"/>
                        <a:pt x="748141" y="281401"/>
                        <a:pt x="748190" y="281634"/>
                      </a:cubicBezTo>
                      <a:cubicBezTo>
                        <a:pt x="748239" y="281867"/>
                        <a:pt x="748079" y="282099"/>
                        <a:pt x="747847" y="282148"/>
                      </a:cubicBezTo>
                      <a:lnTo>
                        <a:pt x="745274" y="282638"/>
                      </a:lnTo>
                      <a:cubicBezTo>
                        <a:pt x="745274" y="282638"/>
                        <a:pt x="745225" y="282638"/>
                        <a:pt x="745188" y="282638"/>
                      </a:cubicBezTo>
                      <a:close/>
                      <a:moveTo>
                        <a:pt x="186319" y="281107"/>
                      </a:moveTo>
                      <a:cubicBezTo>
                        <a:pt x="186319" y="281107"/>
                        <a:pt x="186257" y="281107"/>
                        <a:pt x="186233" y="281107"/>
                      </a:cubicBezTo>
                      <a:lnTo>
                        <a:pt x="183660" y="280593"/>
                      </a:lnTo>
                      <a:cubicBezTo>
                        <a:pt x="183428" y="280544"/>
                        <a:pt x="183268" y="280311"/>
                        <a:pt x="183317" y="280078"/>
                      </a:cubicBezTo>
                      <a:cubicBezTo>
                        <a:pt x="183366" y="279845"/>
                        <a:pt x="183587" y="279686"/>
                        <a:pt x="183832" y="279735"/>
                      </a:cubicBezTo>
                      <a:lnTo>
                        <a:pt x="186404" y="280250"/>
                      </a:lnTo>
                      <a:cubicBezTo>
                        <a:pt x="186637" y="280299"/>
                        <a:pt x="186796" y="280531"/>
                        <a:pt x="186747" y="280764"/>
                      </a:cubicBezTo>
                      <a:cubicBezTo>
                        <a:pt x="186711" y="280972"/>
                        <a:pt x="186527" y="281119"/>
                        <a:pt x="186319" y="281119"/>
                      </a:cubicBezTo>
                      <a:close/>
                      <a:moveTo>
                        <a:pt x="753776" y="281034"/>
                      </a:moveTo>
                      <a:cubicBezTo>
                        <a:pt x="753567" y="281034"/>
                        <a:pt x="753384" y="280887"/>
                        <a:pt x="753347" y="280678"/>
                      </a:cubicBezTo>
                      <a:cubicBezTo>
                        <a:pt x="753298" y="280446"/>
                        <a:pt x="753457" y="280213"/>
                        <a:pt x="753690" y="280164"/>
                      </a:cubicBezTo>
                      <a:lnTo>
                        <a:pt x="756262" y="279674"/>
                      </a:lnTo>
                      <a:cubicBezTo>
                        <a:pt x="756495" y="279625"/>
                        <a:pt x="756728" y="279784"/>
                        <a:pt x="756777" y="280017"/>
                      </a:cubicBezTo>
                      <a:cubicBezTo>
                        <a:pt x="756826" y="280250"/>
                        <a:pt x="756666" y="280482"/>
                        <a:pt x="756434" y="280531"/>
                      </a:cubicBezTo>
                      <a:lnTo>
                        <a:pt x="753861" y="281021"/>
                      </a:lnTo>
                      <a:cubicBezTo>
                        <a:pt x="753861" y="281021"/>
                        <a:pt x="753812" y="281021"/>
                        <a:pt x="753776" y="281021"/>
                      </a:cubicBezTo>
                      <a:close/>
                      <a:moveTo>
                        <a:pt x="762363" y="279404"/>
                      </a:moveTo>
                      <a:cubicBezTo>
                        <a:pt x="762154" y="279404"/>
                        <a:pt x="761971" y="279257"/>
                        <a:pt x="761934" y="279049"/>
                      </a:cubicBezTo>
                      <a:cubicBezTo>
                        <a:pt x="761885" y="278816"/>
                        <a:pt x="762044" y="278584"/>
                        <a:pt x="762277" y="278535"/>
                      </a:cubicBezTo>
                      <a:lnTo>
                        <a:pt x="764849" y="278045"/>
                      </a:lnTo>
                      <a:cubicBezTo>
                        <a:pt x="765082" y="278008"/>
                        <a:pt x="765315" y="278155"/>
                        <a:pt x="765364" y="278388"/>
                      </a:cubicBezTo>
                      <a:cubicBezTo>
                        <a:pt x="765413" y="278620"/>
                        <a:pt x="765254" y="278853"/>
                        <a:pt x="765021" y="278902"/>
                      </a:cubicBezTo>
                      <a:lnTo>
                        <a:pt x="762448" y="279392"/>
                      </a:lnTo>
                      <a:cubicBezTo>
                        <a:pt x="762448" y="279392"/>
                        <a:pt x="762399" y="279392"/>
                        <a:pt x="762363" y="279392"/>
                      </a:cubicBezTo>
                      <a:close/>
                      <a:moveTo>
                        <a:pt x="177744" y="279404"/>
                      </a:moveTo>
                      <a:cubicBezTo>
                        <a:pt x="177744" y="279404"/>
                        <a:pt x="177682" y="279404"/>
                        <a:pt x="177658" y="279404"/>
                      </a:cubicBezTo>
                      <a:lnTo>
                        <a:pt x="175086" y="278890"/>
                      </a:lnTo>
                      <a:cubicBezTo>
                        <a:pt x="174853" y="278841"/>
                        <a:pt x="174694" y="278608"/>
                        <a:pt x="174743" y="278375"/>
                      </a:cubicBezTo>
                      <a:cubicBezTo>
                        <a:pt x="174792" y="278143"/>
                        <a:pt x="175012" y="277983"/>
                        <a:pt x="175257" y="278032"/>
                      </a:cubicBezTo>
                      <a:lnTo>
                        <a:pt x="177829" y="278547"/>
                      </a:lnTo>
                      <a:cubicBezTo>
                        <a:pt x="178062" y="278596"/>
                        <a:pt x="178221" y="278829"/>
                        <a:pt x="178172" y="279061"/>
                      </a:cubicBezTo>
                      <a:cubicBezTo>
                        <a:pt x="178136" y="279270"/>
                        <a:pt x="177952" y="279417"/>
                        <a:pt x="177744" y="279417"/>
                      </a:cubicBezTo>
                      <a:close/>
                      <a:moveTo>
                        <a:pt x="770950" y="277787"/>
                      </a:moveTo>
                      <a:cubicBezTo>
                        <a:pt x="770741" y="277787"/>
                        <a:pt x="770558" y="277640"/>
                        <a:pt x="770521" y="277432"/>
                      </a:cubicBezTo>
                      <a:cubicBezTo>
                        <a:pt x="770472" y="277199"/>
                        <a:pt x="770631" y="276967"/>
                        <a:pt x="770864" y="276918"/>
                      </a:cubicBezTo>
                      <a:lnTo>
                        <a:pt x="773436" y="276428"/>
                      </a:lnTo>
                      <a:cubicBezTo>
                        <a:pt x="773669" y="276379"/>
                        <a:pt x="773902" y="276538"/>
                        <a:pt x="773951" y="276771"/>
                      </a:cubicBezTo>
                      <a:cubicBezTo>
                        <a:pt x="774000" y="277003"/>
                        <a:pt x="773841" y="277236"/>
                        <a:pt x="773608" y="277285"/>
                      </a:cubicBezTo>
                      <a:lnTo>
                        <a:pt x="771035" y="277775"/>
                      </a:lnTo>
                      <a:cubicBezTo>
                        <a:pt x="771035" y="277775"/>
                        <a:pt x="770986" y="277775"/>
                        <a:pt x="770950" y="277775"/>
                      </a:cubicBezTo>
                      <a:close/>
                      <a:moveTo>
                        <a:pt x="169169" y="277702"/>
                      </a:moveTo>
                      <a:cubicBezTo>
                        <a:pt x="169169" y="277702"/>
                        <a:pt x="169108" y="277702"/>
                        <a:pt x="169083" y="277702"/>
                      </a:cubicBezTo>
                      <a:lnTo>
                        <a:pt x="166511" y="277187"/>
                      </a:lnTo>
                      <a:cubicBezTo>
                        <a:pt x="166278" y="277138"/>
                        <a:pt x="166119" y="276905"/>
                        <a:pt x="166168" y="276673"/>
                      </a:cubicBezTo>
                      <a:cubicBezTo>
                        <a:pt x="166217" y="276440"/>
                        <a:pt x="166437" y="276281"/>
                        <a:pt x="166682" y="276330"/>
                      </a:cubicBezTo>
                      <a:lnTo>
                        <a:pt x="169255" y="276844"/>
                      </a:lnTo>
                      <a:cubicBezTo>
                        <a:pt x="169487" y="276893"/>
                        <a:pt x="169647" y="277126"/>
                        <a:pt x="169598" y="277359"/>
                      </a:cubicBezTo>
                      <a:cubicBezTo>
                        <a:pt x="169561" y="277567"/>
                        <a:pt x="169377" y="277714"/>
                        <a:pt x="169169" y="277714"/>
                      </a:cubicBezTo>
                      <a:close/>
                      <a:moveTo>
                        <a:pt x="779537" y="276158"/>
                      </a:moveTo>
                      <a:cubicBezTo>
                        <a:pt x="779328" y="276158"/>
                        <a:pt x="779145" y="276011"/>
                        <a:pt x="779108" y="275803"/>
                      </a:cubicBezTo>
                      <a:cubicBezTo>
                        <a:pt x="779059" y="275570"/>
                        <a:pt x="779218" y="275337"/>
                        <a:pt x="779451" y="275288"/>
                      </a:cubicBezTo>
                      <a:lnTo>
                        <a:pt x="782023" y="274798"/>
                      </a:lnTo>
                      <a:cubicBezTo>
                        <a:pt x="782256" y="274749"/>
                        <a:pt x="782489" y="274909"/>
                        <a:pt x="782538" y="275141"/>
                      </a:cubicBezTo>
                      <a:cubicBezTo>
                        <a:pt x="782587" y="275374"/>
                        <a:pt x="782428" y="275607"/>
                        <a:pt x="782195" y="275656"/>
                      </a:cubicBezTo>
                      <a:lnTo>
                        <a:pt x="779622" y="276146"/>
                      </a:lnTo>
                      <a:cubicBezTo>
                        <a:pt x="779622" y="276146"/>
                        <a:pt x="779574" y="276146"/>
                        <a:pt x="779537" y="276146"/>
                      </a:cubicBezTo>
                      <a:close/>
                      <a:moveTo>
                        <a:pt x="160606" y="275999"/>
                      </a:moveTo>
                      <a:cubicBezTo>
                        <a:pt x="160606" y="275999"/>
                        <a:pt x="160545" y="275999"/>
                        <a:pt x="160521" y="275999"/>
                      </a:cubicBezTo>
                      <a:lnTo>
                        <a:pt x="157948" y="275484"/>
                      </a:lnTo>
                      <a:cubicBezTo>
                        <a:pt x="157715" y="275435"/>
                        <a:pt x="157556" y="275203"/>
                        <a:pt x="157605" y="274970"/>
                      </a:cubicBezTo>
                      <a:cubicBezTo>
                        <a:pt x="157654" y="274737"/>
                        <a:pt x="157875" y="274578"/>
                        <a:pt x="158120" y="274627"/>
                      </a:cubicBezTo>
                      <a:lnTo>
                        <a:pt x="160692" y="275141"/>
                      </a:lnTo>
                      <a:cubicBezTo>
                        <a:pt x="160925" y="275190"/>
                        <a:pt x="161084" y="275423"/>
                        <a:pt x="161035" y="275656"/>
                      </a:cubicBezTo>
                      <a:cubicBezTo>
                        <a:pt x="160998" y="275864"/>
                        <a:pt x="160815" y="276011"/>
                        <a:pt x="160606" y="276011"/>
                      </a:cubicBezTo>
                      <a:close/>
                      <a:moveTo>
                        <a:pt x="788124" y="274541"/>
                      </a:moveTo>
                      <a:cubicBezTo>
                        <a:pt x="787916" y="274541"/>
                        <a:pt x="787732" y="274394"/>
                        <a:pt x="787695" y="274186"/>
                      </a:cubicBezTo>
                      <a:cubicBezTo>
                        <a:pt x="787646" y="273953"/>
                        <a:pt x="787805" y="273720"/>
                        <a:pt x="788038" y="273671"/>
                      </a:cubicBezTo>
                      <a:lnTo>
                        <a:pt x="790611" y="273181"/>
                      </a:lnTo>
                      <a:cubicBezTo>
                        <a:pt x="790855" y="273133"/>
                        <a:pt x="791076" y="273292"/>
                        <a:pt x="791125" y="273525"/>
                      </a:cubicBezTo>
                      <a:cubicBezTo>
                        <a:pt x="791174" y="273757"/>
                        <a:pt x="791015" y="273990"/>
                        <a:pt x="790782" y="274039"/>
                      </a:cubicBezTo>
                      <a:lnTo>
                        <a:pt x="788210" y="274529"/>
                      </a:lnTo>
                      <a:cubicBezTo>
                        <a:pt x="788210" y="274529"/>
                        <a:pt x="788161" y="274529"/>
                        <a:pt x="788124" y="274529"/>
                      </a:cubicBezTo>
                      <a:close/>
                      <a:moveTo>
                        <a:pt x="152032" y="274296"/>
                      </a:moveTo>
                      <a:cubicBezTo>
                        <a:pt x="152032" y="274296"/>
                        <a:pt x="151970" y="274296"/>
                        <a:pt x="151946" y="274296"/>
                      </a:cubicBezTo>
                      <a:lnTo>
                        <a:pt x="149373" y="273782"/>
                      </a:lnTo>
                      <a:cubicBezTo>
                        <a:pt x="149141" y="273733"/>
                        <a:pt x="148981" y="273500"/>
                        <a:pt x="149030" y="273267"/>
                      </a:cubicBezTo>
                      <a:cubicBezTo>
                        <a:pt x="149079" y="273034"/>
                        <a:pt x="149312" y="272875"/>
                        <a:pt x="149545" y="272924"/>
                      </a:cubicBezTo>
                      <a:lnTo>
                        <a:pt x="152117" y="273439"/>
                      </a:lnTo>
                      <a:cubicBezTo>
                        <a:pt x="152350" y="273488"/>
                        <a:pt x="152509" y="273720"/>
                        <a:pt x="152460" y="273953"/>
                      </a:cubicBezTo>
                      <a:cubicBezTo>
                        <a:pt x="152424" y="274161"/>
                        <a:pt x="152240" y="274308"/>
                        <a:pt x="152032" y="274308"/>
                      </a:cubicBezTo>
                      <a:close/>
                      <a:moveTo>
                        <a:pt x="796711" y="272912"/>
                      </a:moveTo>
                      <a:cubicBezTo>
                        <a:pt x="796503" y="272912"/>
                        <a:pt x="796319" y="272765"/>
                        <a:pt x="796282" y="272557"/>
                      </a:cubicBezTo>
                      <a:cubicBezTo>
                        <a:pt x="796233" y="272324"/>
                        <a:pt x="796392" y="272091"/>
                        <a:pt x="796625" y="272042"/>
                      </a:cubicBezTo>
                      <a:lnTo>
                        <a:pt x="799198" y="271552"/>
                      </a:lnTo>
                      <a:cubicBezTo>
                        <a:pt x="799443" y="271503"/>
                        <a:pt x="799663" y="271663"/>
                        <a:pt x="799712" y="271895"/>
                      </a:cubicBezTo>
                      <a:cubicBezTo>
                        <a:pt x="799761" y="272128"/>
                        <a:pt x="799602" y="272361"/>
                        <a:pt x="799369" y="272410"/>
                      </a:cubicBezTo>
                      <a:lnTo>
                        <a:pt x="796797" y="272900"/>
                      </a:lnTo>
                      <a:cubicBezTo>
                        <a:pt x="796797" y="272900"/>
                        <a:pt x="796748" y="272900"/>
                        <a:pt x="796711" y="272900"/>
                      </a:cubicBezTo>
                      <a:close/>
                      <a:moveTo>
                        <a:pt x="143457" y="272594"/>
                      </a:moveTo>
                      <a:cubicBezTo>
                        <a:pt x="143457" y="272594"/>
                        <a:pt x="143395" y="272594"/>
                        <a:pt x="143371" y="272594"/>
                      </a:cubicBezTo>
                      <a:lnTo>
                        <a:pt x="140799" y="272079"/>
                      </a:lnTo>
                      <a:cubicBezTo>
                        <a:pt x="140566" y="272030"/>
                        <a:pt x="140407" y="271797"/>
                        <a:pt x="140455" y="271565"/>
                      </a:cubicBezTo>
                      <a:cubicBezTo>
                        <a:pt x="140505" y="271332"/>
                        <a:pt x="140725" y="271173"/>
                        <a:pt x="140970" y="271222"/>
                      </a:cubicBezTo>
                      <a:lnTo>
                        <a:pt x="143542" y="271736"/>
                      </a:lnTo>
                      <a:cubicBezTo>
                        <a:pt x="143775" y="271785"/>
                        <a:pt x="143934" y="272018"/>
                        <a:pt x="143885" y="272250"/>
                      </a:cubicBezTo>
                      <a:cubicBezTo>
                        <a:pt x="143849" y="272459"/>
                        <a:pt x="143665" y="272606"/>
                        <a:pt x="143457" y="272606"/>
                      </a:cubicBezTo>
                      <a:close/>
                      <a:moveTo>
                        <a:pt x="805298" y="271283"/>
                      </a:moveTo>
                      <a:cubicBezTo>
                        <a:pt x="805090" y="271283"/>
                        <a:pt x="804906" y="271136"/>
                        <a:pt x="804869" y="270927"/>
                      </a:cubicBezTo>
                      <a:cubicBezTo>
                        <a:pt x="804820" y="270695"/>
                        <a:pt x="804979" y="270462"/>
                        <a:pt x="805212" y="270413"/>
                      </a:cubicBezTo>
                      <a:lnTo>
                        <a:pt x="807785" y="269923"/>
                      </a:lnTo>
                      <a:cubicBezTo>
                        <a:pt x="808030" y="269886"/>
                        <a:pt x="808250" y="270033"/>
                        <a:pt x="808299" y="270266"/>
                      </a:cubicBezTo>
                      <a:cubicBezTo>
                        <a:pt x="808348" y="270499"/>
                        <a:pt x="808189" y="270732"/>
                        <a:pt x="807956" y="270781"/>
                      </a:cubicBezTo>
                      <a:lnTo>
                        <a:pt x="805384" y="271271"/>
                      </a:lnTo>
                      <a:cubicBezTo>
                        <a:pt x="805384" y="271271"/>
                        <a:pt x="805335" y="271271"/>
                        <a:pt x="805298" y="271271"/>
                      </a:cubicBezTo>
                      <a:close/>
                      <a:moveTo>
                        <a:pt x="134882" y="270879"/>
                      </a:moveTo>
                      <a:cubicBezTo>
                        <a:pt x="134882" y="270879"/>
                        <a:pt x="134821" y="270879"/>
                        <a:pt x="134796" y="270879"/>
                      </a:cubicBezTo>
                      <a:lnTo>
                        <a:pt x="132224" y="270364"/>
                      </a:lnTo>
                      <a:cubicBezTo>
                        <a:pt x="131991" y="270315"/>
                        <a:pt x="131832" y="270082"/>
                        <a:pt x="131881" y="269850"/>
                      </a:cubicBezTo>
                      <a:cubicBezTo>
                        <a:pt x="131930" y="269617"/>
                        <a:pt x="132150" y="269458"/>
                        <a:pt x="132395" y="269507"/>
                      </a:cubicBezTo>
                      <a:lnTo>
                        <a:pt x="134968" y="270021"/>
                      </a:lnTo>
                      <a:cubicBezTo>
                        <a:pt x="135200" y="270070"/>
                        <a:pt x="135360" y="270303"/>
                        <a:pt x="135311" y="270536"/>
                      </a:cubicBezTo>
                      <a:cubicBezTo>
                        <a:pt x="135274" y="270744"/>
                        <a:pt x="135090" y="270891"/>
                        <a:pt x="134882" y="270891"/>
                      </a:cubicBezTo>
                      <a:close/>
                      <a:moveTo>
                        <a:pt x="813885" y="269654"/>
                      </a:moveTo>
                      <a:cubicBezTo>
                        <a:pt x="813677" y="269654"/>
                        <a:pt x="813493" y="269507"/>
                        <a:pt x="813456" y="269298"/>
                      </a:cubicBezTo>
                      <a:cubicBezTo>
                        <a:pt x="813407" y="269066"/>
                        <a:pt x="813567" y="268833"/>
                        <a:pt x="813799" y="268784"/>
                      </a:cubicBezTo>
                      <a:lnTo>
                        <a:pt x="816372" y="268294"/>
                      </a:lnTo>
                      <a:cubicBezTo>
                        <a:pt x="816604" y="268257"/>
                        <a:pt x="816837" y="268404"/>
                        <a:pt x="816886" y="268637"/>
                      </a:cubicBezTo>
                      <a:cubicBezTo>
                        <a:pt x="816935" y="268870"/>
                        <a:pt x="816776" y="269102"/>
                        <a:pt x="816543" y="269151"/>
                      </a:cubicBezTo>
                      <a:lnTo>
                        <a:pt x="813971" y="269641"/>
                      </a:lnTo>
                      <a:cubicBezTo>
                        <a:pt x="813971" y="269641"/>
                        <a:pt x="813922" y="269641"/>
                        <a:pt x="813885" y="269641"/>
                      </a:cubicBezTo>
                      <a:close/>
                      <a:moveTo>
                        <a:pt x="126319" y="269176"/>
                      </a:moveTo>
                      <a:cubicBezTo>
                        <a:pt x="126319" y="269176"/>
                        <a:pt x="126258" y="269176"/>
                        <a:pt x="126234" y="269176"/>
                      </a:cubicBezTo>
                      <a:lnTo>
                        <a:pt x="123661" y="268661"/>
                      </a:lnTo>
                      <a:cubicBezTo>
                        <a:pt x="123428" y="268612"/>
                        <a:pt x="123269" y="268380"/>
                        <a:pt x="123318" y="268147"/>
                      </a:cubicBezTo>
                      <a:cubicBezTo>
                        <a:pt x="123367" y="267914"/>
                        <a:pt x="123588" y="267755"/>
                        <a:pt x="123833" y="267804"/>
                      </a:cubicBezTo>
                      <a:lnTo>
                        <a:pt x="126405" y="268318"/>
                      </a:lnTo>
                      <a:cubicBezTo>
                        <a:pt x="126638" y="268367"/>
                        <a:pt x="126797" y="268600"/>
                        <a:pt x="126748" y="268833"/>
                      </a:cubicBezTo>
                      <a:cubicBezTo>
                        <a:pt x="126711" y="269041"/>
                        <a:pt x="126528" y="269188"/>
                        <a:pt x="126319" y="269188"/>
                      </a:cubicBezTo>
                      <a:close/>
                      <a:moveTo>
                        <a:pt x="822472" y="268024"/>
                      </a:moveTo>
                      <a:cubicBezTo>
                        <a:pt x="822264" y="268024"/>
                        <a:pt x="822080" y="267877"/>
                        <a:pt x="822043" y="267669"/>
                      </a:cubicBezTo>
                      <a:cubicBezTo>
                        <a:pt x="821994" y="267436"/>
                        <a:pt x="822154" y="267204"/>
                        <a:pt x="822386" y="267155"/>
                      </a:cubicBezTo>
                      <a:lnTo>
                        <a:pt x="824959" y="266665"/>
                      </a:lnTo>
                      <a:cubicBezTo>
                        <a:pt x="825192" y="266616"/>
                        <a:pt x="825424" y="266775"/>
                        <a:pt x="825473" y="267008"/>
                      </a:cubicBezTo>
                      <a:cubicBezTo>
                        <a:pt x="825522" y="267240"/>
                        <a:pt x="825363" y="267473"/>
                        <a:pt x="825130" y="267522"/>
                      </a:cubicBezTo>
                      <a:lnTo>
                        <a:pt x="822558" y="268012"/>
                      </a:lnTo>
                      <a:cubicBezTo>
                        <a:pt x="822558" y="268012"/>
                        <a:pt x="822509" y="268012"/>
                        <a:pt x="822472" y="268012"/>
                      </a:cubicBezTo>
                      <a:close/>
                      <a:moveTo>
                        <a:pt x="117745" y="267473"/>
                      </a:moveTo>
                      <a:cubicBezTo>
                        <a:pt x="117745" y="267473"/>
                        <a:pt x="117683" y="267473"/>
                        <a:pt x="117659" y="267473"/>
                      </a:cubicBezTo>
                      <a:lnTo>
                        <a:pt x="115086" y="266959"/>
                      </a:lnTo>
                      <a:cubicBezTo>
                        <a:pt x="114854" y="266910"/>
                        <a:pt x="114694" y="266677"/>
                        <a:pt x="114743" y="266444"/>
                      </a:cubicBezTo>
                      <a:cubicBezTo>
                        <a:pt x="114792" y="266211"/>
                        <a:pt x="115013" y="266052"/>
                        <a:pt x="115258" y="266101"/>
                      </a:cubicBezTo>
                      <a:lnTo>
                        <a:pt x="117830" y="266616"/>
                      </a:lnTo>
                      <a:cubicBezTo>
                        <a:pt x="118063" y="266665"/>
                        <a:pt x="118222" y="266897"/>
                        <a:pt x="118173" y="267130"/>
                      </a:cubicBezTo>
                      <a:cubicBezTo>
                        <a:pt x="118137" y="267338"/>
                        <a:pt x="117953" y="267485"/>
                        <a:pt x="117745" y="267485"/>
                      </a:cubicBezTo>
                      <a:close/>
                      <a:moveTo>
                        <a:pt x="831059" y="266407"/>
                      </a:moveTo>
                      <a:cubicBezTo>
                        <a:pt x="830851" y="266407"/>
                        <a:pt x="830667" y="266260"/>
                        <a:pt x="830630" y="266052"/>
                      </a:cubicBezTo>
                      <a:cubicBezTo>
                        <a:pt x="830581" y="265819"/>
                        <a:pt x="830741" y="265587"/>
                        <a:pt x="830973" y="265538"/>
                      </a:cubicBezTo>
                      <a:lnTo>
                        <a:pt x="833546" y="265048"/>
                      </a:lnTo>
                      <a:cubicBezTo>
                        <a:pt x="833779" y="265011"/>
                        <a:pt x="834011" y="265158"/>
                        <a:pt x="834060" y="265391"/>
                      </a:cubicBezTo>
                      <a:cubicBezTo>
                        <a:pt x="834109" y="265623"/>
                        <a:pt x="833950" y="265856"/>
                        <a:pt x="833717" y="265905"/>
                      </a:cubicBezTo>
                      <a:lnTo>
                        <a:pt x="831145" y="266395"/>
                      </a:lnTo>
                      <a:cubicBezTo>
                        <a:pt x="831145" y="266395"/>
                        <a:pt x="831096" y="266395"/>
                        <a:pt x="831059" y="266395"/>
                      </a:cubicBezTo>
                      <a:close/>
                      <a:moveTo>
                        <a:pt x="109170" y="265770"/>
                      </a:moveTo>
                      <a:cubicBezTo>
                        <a:pt x="109170" y="265770"/>
                        <a:pt x="109108" y="265770"/>
                        <a:pt x="109084" y="265770"/>
                      </a:cubicBezTo>
                      <a:lnTo>
                        <a:pt x="106512" y="265256"/>
                      </a:lnTo>
                      <a:cubicBezTo>
                        <a:pt x="106279" y="265207"/>
                        <a:pt x="106120" y="264974"/>
                        <a:pt x="106168" y="264741"/>
                      </a:cubicBezTo>
                      <a:cubicBezTo>
                        <a:pt x="106217" y="264509"/>
                        <a:pt x="106450" y="264349"/>
                        <a:pt x="106683" y="264398"/>
                      </a:cubicBezTo>
                      <a:lnTo>
                        <a:pt x="109255" y="264913"/>
                      </a:lnTo>
                      <a:cubicBezTo>
                        <a:pt x="109488" y="264962"/>
                        <a:pt x="109647" y="265195"/>
                        <a:pt x="109598" y="265427"/>
                      </a:cubicBezTo>
                      <a:cubicBezTo>
                        <a:pt x="109562" y="265636"/>
                        <a:pt x="109378" y="265783"/>
                        <a:pt x="109170" y="265783"/>
                      </a:cubicBezTo>
                      <a:close/>
                      <a:moveTo>
                        <a:pt x="839646" y="264778"/>
                      </a:moveTo>
                      <a:cubicBezTo>
                        <a:pt x="839438" y="264778"/>
                        <a:pt x="839254" y="264631"/>
                        <a:pt x="839217" y="264423"/>
                      </a:cubicBezTo>
                      <a:cubicBezTo>
                        <a:pt x="839168" y="264190"/>
                        <a:pt x="839328" y="263957"/>
                        <a:pt x="839560" y="263908"/>
                      </a:cubicBezTo>
                      <a:lnTo>
                        <a:pt x="842133" y="263418"/>
                      </a:lnTo>
                      <a:cubicBezTo>
                        <a:pt x="842366" y="263369"/>
                        <a:pt x="842598" y="263529"/>
                        <a:pt x="842647" y="263761"/>
                      </a:cubicBezTo>
                      <a:cubicBezTo>
                        <a:pt x="842696" y="263994"/>
                        <a:pt x="842537" y="264227"/>
                        <a:pt x="842304" y="264276"/>
                      </a:cubicBezTo>
                      <a:lnTo>
                        <a:pt x="839732" y="264766"/>
                      </a:lnTo>
                      <a:cubicBezTo>
                        <a:pt x="839732" y="264766"/>
                        <a:pt x="839683" y="264766"/>
                        <a:pt x="839646" y="264766"/>
                      </a:cubicBezTo>
                      <a:close/>
                      <a:moveTo>
                        <a:pt x="100595" y="264068"/>
                      </a:moveTo>
                      <a:cubicBezTo>
                        <a:pt x="100595" y="264068"/>
                        <a:pt x="100534" y="264068"/>
                        <a:pt x="100509" y="264068"/>
                      </a:cubicBezTo>
                      <a:lnTo>
                        <a:pt x="97937" y="263553"/>
                      </a:lnTo>
                      <a:cubicBezTo>
                        <a:pt x="97704" y="263504"/>
                        <a:pt x="97545" y="263271"/>
                        <a:pt x="97594" y="263039"/>
                      </a:cubicBezTo>
                      <a:cubicBezTo>
                        <a:pt x="97643" y="262806"/>
                        <a:pt x="97863" y="262647"/>
                        <a:pt x="98108" y="262696"/>
                      </a:cubicBezTo>
                      <a:lnTo>
                        <a:pt x="100681" y="263210"/>
                      </a:lnTo>
                      <a:cubicBezTo>
                        <a:pt x="100913" y="263259"/>
                        <a:pt x="101073" y="263492"/>
                        <a:pt x="101024" y="263725"/>
                      </a:cubicBezTo>
                      <a:cubicBezTo>
                        <a:pt x="100987" y="263933"/>
                        <a:pt x="100803" y="264080"/>
                        <a:pt x="100595" y="264080"/>
                      </a:cubicBezTo>
                      <a:close/>
                      <a:moveTo>
                        <a:pt x="848233" y="263161"/>
                      </a:moveTo>
                      <a:cubicBezTo>
                        <a:pt x="848025" y="263161"/>
                        <a:pt x="847841" y="263014"/>
                        <a:pt x="847805" y="262806"/>
                      </a:cubicBezTo>
                      <a:cubicBezTo>
                        <a:pt x="847755" y="262573"/>
                        <a:pt x="847915" y="262340"/>
                        <a:pt x="848148" y="262291"/>
                      </a:cubicBezTo>
                      <a:lnTo>
                        <a:pt x="850720" y="261801"/>
                      </a:lnTo>
                      <a:cubicBezTo>
                        <a:pt x="850953" y="261752"/>
                        <a:pt x="851185" y="261912"/>
                        <a:pt x="851235" y="262144"/>
                      </a:cubicBezTo>
                      <a:cubicBezTo>
                        <a:pt x="851283" y="262377"/>
                        <a:pt x="851124" y="262610"/>
                        <a:pt x="850891" y="262659"/>
                      </a:cubicBezTo>
                      <a:lnTo>
                        <a:pt x="848319" y="263149"/>
                      </a:lnTo>
                      <a:cubicBezTo>
                        <a:pt x="848319" y="263149"/>
                        <a:pt x="848270" y="263149"/>
                        <a:pt x="848233" y="263149"/>
                      </a:cubicBezTo>
                      <a:close/>
                      <a:moveTo>
                        <a:pt x="92032" y="262365"/>
                      </a:moveTo>
                      <a:cubicBezTo>
                        <a:pt x="92032" y="262365"/>
                        <a:pt x="91971" y="262365"/>
                        <a:pt x="91947" y="262365"/>
                      </a:cubicBezTo>
                      <a:lnTo>
                        <a:pt x="89374" y="261850"/>
                      </a:lnTo>
                      <a:cubicBezTo>
                        <a:pt x="89141" y="261801"/>
                        <a:pt x="88982" y="261569"/>
                        <a:pt x="89031" y="261336"/>
                      </a:cubicBezTo>
                      <a:cubicBezTo>
                        <a:pt x="89080" y="261103"/>
                        <a:pt x="89301" y="260944"/>
                        <a:pt x="89546" y="260993"/>
                      </a:cubicBezTo>
                      <a:lnTo>
                        <a:pt x="92118" y="261507"/>
                      </a:lnTo>
                      <a:cubicBezTo>
                        <a:pt x="92351" y="261556"/>
                        <a:pt x="92510" y="261789"/>
                        <a:pt x="92461" y="262022"/>
                      </a:cubicBezTo>
                      <a:cubicBezTo>
                        <a:pt x="92424" y="262230"/>
                        <a:pt x="92241" y="262377"/>
                        <a:pt x="92032" y="262377"/>
                      </a:cubicBezTo>
                      <a:close/>
                      <a:moveTo>
                        <a:pt x="856820" y="261532"/>
                      </a:moveTo>
                      <a:cubicBezTo>
                        <a:pt x="856612" y="261532"/>
                        <a:pt x="856428" y="261385"/>
                        <a:pt x="856392" y="261177"/>
                      </a:cubicBezTo>
                      <a:cubicBezTo>
                        <a:pt x="856343" y="260944"/>
                        <a:pt x="856502" y="260711"/>
                        <a:pt x="856735" y="260662"/>
                      </a:cubicBezTo>
                      <a:lnTo>
                        <a:pt x="859307" y="260172"/>
                      </a:lnTo>
                      <a:cubicBezTo>
                        <a:pt x="859540" y="260135"/>
                        <a:pt x="859773" y="260282"/>
                        <a:pt x="859822" y="260515"/>
                      </a:cubicBezTo>
                      <a:cubicBezTo>
                        <a:pt x="859870" y="260748"/>
                        <a:pt x="859711" y="260981"/>
                        <a:pt x="859479" y="261030"/>
                      </a:cubicBezTo>
                      <a:lnTo>
                        <a:pt x="856906" y="261520"/>
                      </a:lnTo>
                      <a:cubicBezTo>
                        <a:pt x="856906" y="261520"/>
                        <a:pt x="856857" y="261520"/>
                        <a:pt x="856820" y="261520"/>
                      </a:cubicBezTo>
                      <a:close/>
                      <a:moveTo>
                        <a:pt x="83457" y="260662"/>
                      </a:moveTo>
                      <a:cubicBezTo>
                        <a:pt x="83457" y="260662"/>
                        <a:pt x="83396" y="260662"/>
                        <a:pt x="83372" y="260662"/>
                      </a:cubicBezTo>
                      <a:lnTo>
                        <a:pt x="80799" y="260148"/>
                      </a:lnTo>
                      <a:cubicBezTo>
                        <a:pt x="80566" y="260099"/>
                        <a:pt x="80407" y="259866"/>
                        <a:pt x="80456" y="259633"/>
                      </a:cubicBezTo>
                      <a:cubicBezTo>
                        <a:pt x="80505" y="259401"/>
                        <a:pt x="80726" y="259241"/>
                        <a:pt x="80971" y="259290"/>
                      </a:cubicBezTo>
                      <a:lnTo>
                        <a:pt x="83543" y="259805"/>
                      </a:lnTo>
                      <a:cubicBezTo>
                        <a:pt x="83776" y="259854"/>
                        <a:pt x="83935" y="260086"/>
                        <a:pt x="83886" y="260319"/>
                      </a:cubicBezTo>
                      <a:cubicBezTo>
                        <a:pt x="83849" y="260527"/>
                        <a:pt x="83666" y="260674"/>
                        <a:pt x="83457" y="260674"/>
                      </a:cubicBezTo>
                      <a:close/>
                      <a:moveTo>
                        <a:pt x="865407" y="259915"/>
                      </a:moveTo>
                      <a:cubicBezTo>
                        <a:pt x="865199" y="259915"/>
                        <a:pt x="865015" y="259768"/>
                        <a:pt x="864979" y="259560"/>
                      </a:cubicBezTo>
                      <a:cubicBezTo>
                        <a:pt x="864930" y="259327"/>
                        <a:pt x="865089" y="259094"/>
                        <a:pt x="865322" y="259045"/>
                      </a:cubicBezTo>
                      <a:lnTo>
                        <a:pt x="867894" y="258555"/>
                      </a:lnTo>
                      <a:cubicBezTo>
                        <a:pt x="868127" y="258506"/>
                        <a:pt x="868360" y="258666"/>
                        <a:pt x="868409" y="258898"/>
                      </a:cubicBezTo>
                      <a:cubicBezTo>
                        <a:pt x="868458" y="259131"/>
                        <a:pt x="868298" y="259364"/>
                        <a:pt x="868066" y="259413"/>
                      </a:cubicBezTo>
                      <a:lnTo>
                        <a:pt x="865493" y="259903"/>
                      </a:lnTo>
                      <a:cubicBezTo>
                        <a:pt x="865493" y="259903"/>
                        <a:pt x="865444" y="259903"/>
                        <a:pt x="865407" y="259903"/>
                      </a:cubicBezTo>
                      <a:close/>
                      <a:moveTo>
                        <a:pt x="74883" y="258960"/>
                      </a:moveTo>
                      <a:cubicBezTo>
                        <a:pt x="74883" y="258960"/>
                        <a:pt x="74821" y="258960"/>
                        <a:pt x="74797" y="258960"/>
                      </a:cubicBezTo>
                      <a:lnTo>
                        <a:pt x="72224" y="258445"/>
                      </a:lnTo>
                      <a:cubicBezTo>
                        <a:pt x="71992" y="258396"/>
                        <a:pt x="71832" y="258163"/>
                        <a:pt x="71881" y="257931"/>
                      </a:cubicBezTo>
                      <a:cubicBezTo>
                        <a:pt x="71930" y="257698"/>
                        <a:pt x="72163" y="257539"/>
                        <a:pt x="72396" y="257588"/>
                      </a:cubicBezTo>
                      <a:lnTo>
                        <a:pt x="74968" y="258102"/>
                      </a:lnTo>
                      <a:cubicBezTo>
                        <a:pt x="75201" y="258151"/>
                        <a:pt x="75360" y="258384"/>
                        <a:pt x="75311" y="258617"/>
                      </a:cubicBezTo>
                      <a:cubicBezTo>
                        <a:pt x="75275" y="258825"/>
                        <a:pt x="75091" y="258972"/>
                        <a:pt x="74883" y="258972"/>
                      </a:cubicBezTo>
                      <a:close/>
                      <a:moveTo>
                        <a:pt x="873994" y="258286"/>
                      </a:moveTo>
                      <a:cubicBezTo>
                        <a:pt x="873786" y="258286"/>
                        <a:pt x="873603" y="258139"/>
                        <a:pt x="873566" y="257931"/>
                      </a:cubicBezTo>
                      <a:cubicBezTo>
                        <a:pt x="873517" y="257698"/>
                        <a:pt x="873676" y="257465"/>
                        <a:pt x="873909" y="257416"/>
                      </a:cubicBezTo>
                      <a:lnTo>
                        <a:pt x="876481" y="256926"/>
                      </a:lnTo>
                      <a:cubicBezTo>
                        <a:pt x="876714" y="256889"/>
                        <a:pt x="876947" y="257036"/>
                        <a:pt x="876996" y="257269"/>
                      </a:cubicBezTo>
                      <a:cubicBezTo>
                        <a:pt x="877045" y="257502"/>
                        <a:pt x="876885" y="257735"/>
                        <a:pt x="876653" y="257784"/>
                      </a:cubicBezTo>
                      <a:lnTo>
                        <a:pt x="874080" y="258274"/>
                      </a:lnTo>
                      <a:cubicBezTo>
                        <a:pt x="874080" y="258274"/>
                        <a:pt x="874031" y="258274"/>
                        <a:pt x="873994" y="258274"/>
                      </a:cubicBezTo>
                      <a:close/>
                      <a:moveTo>
                        <a:pt x="66308" y="257257"/>
                      </a:moveTo>
                      <a:cubicBezTo>
                        <a:pt x="66308" y="257257"/>
                        <a:pt x="66247" y="257257"/>
                        <a:pt x="66222" y="257257"/>
                      </a:cubicBezTo>
                      <a:lnTo>
                        <a:pt x="63650" y="256742"/>
                      </a:lnTo>
                      <a:cubicBezTo>
                        <a:pt x="63417" y="256693"/>
                        <a:pt x="63258" y="256461"/>
                        <a:pt x="63307" y="256228"/>
                      </a:cubicBezTo>
                      <a:cubicBezTo>
                        <a:pt x="63356" y="255995"/>
                        <a:pt x="63588" y="255836"/>
                        <a:pt x="63821" y="255885"/>
                      </a:cubicBezTo>
                      <a:lnTo>
                        <a:pt x="66394" y="256399"/>
                      </a:lnTo>
                      <a:cubicBezTo>
                        <a:pt x="66626" y="256448"/>
                        <a:pt x="66786" y="256681"/>
                        <a:pt x="66737" y="256914"/>
                      </a:cubicBezTo>
                      <a:cubicBezTo>
                        <a:pt x="66700" y="257122"/>
                        <a:pt x="66516" y="257269"/>
                        <a:pt x="66308" y="257269"/>
                      </a:cubicBezTo>
                      <a:close/>
                      <a:moveTo>
                        <a:pt x="882582" y="256669"/>
                      </a:moveTo>
                      <a:cubicBezTo>
                        <a:pt x="882373" y="256669"/>
                        <a:pt x="882190" y="256522"/>
                        <a:pt x="882153" y="256314"/>
                      </a:cubicBezTo>
                      <a:cubicBezTo>
                        <a:pt x="882104" y="256081"/>
                        <a:pt x="882263" y="255848"/>
                        <a:pt x="882496" y="255799"/>
                      </a:cubicBezTo>
                      <a:lnTo>
                        <a:pt x="885068" y="255309"/>
                      </a:lnTo>
                      <a:cubicBezTo>
                        <a:pt x="885313" y="255272"/>
                        <a:pt x="885534" y="255419"/>
                        <a:pt x="885583" y="255652"/>
                      </a:cubicBezTo>
                      <a:cubicBezTo>
                        <a:pt x="885632" y="255885"/>
                        <a:pt x="885472" y="256118"/>
                        <a:pt x="885240" y="256167"/>
                      </a:cubicBezTo>
                      <a:lnTo>
                        <a:pt x="882667" y="256657"/>
                      </a:lnTo>
                      <a:cubicBezTo>
                        <a:pt x="882667" y="256657"/>
                        <a:pt x="882618" y="256657"/>
                        <a:pt x="882582" y="256657"/>
                      </a:cubicBezTo>
                      <a:close/>
                      <a:moveTo>
                        <a:pt x="57745" y="255554"/>
                      </a:moveTo>
                      <a:cubicBezTo>
                        <a:pt x="57745" y="255554"/>
                        <a:pt x="57684" y="255554"/>
                        <a:pt x="57660" y="255554"/>
                      </a:cubicBezTo>
                      <a:lnTo>
                        <a:pt x="55087" y="255040"/>
                      </a:lnTo>
                      <a:cubicBezTo>
                        <a:pt x="54854" y="254991"/>
                        <a:pt x="54695" y="254758"/>
                        <a:pt x="54744" y="254525"/>
                      </a:cubicBezTo>
                      <a:cubicBezTo>
                        <a:pt x="54793" y="254292"/>
                        <a:pt x="55014" y="254133"/>
                        <a:pt x="55259" y="254182"/>
                      </a:cubicBezTo>
                      <a:lnTo>
                        <a:pt x="57831" y="254697"/>
                      </a:lnTo>
                      <a:cubicBezTo>
                        <a:pt x="58064" y="254746"/>
                        <a:pt x="58223" y="254978"/>
                        <a:pt x="58174" y="255211"/>
                      </a:cubicBezTo>
                      <a:cubicBezTo>
                        <a:pt x="58137" y="255419"/>
                        <a:pt x="57954" y="255566"/>
                        <a:pt x="57745" y="255566"/>
                      </a:cubicBezTo>
                      <a:close/>
                      <a:moveTo>
                        <a:pt x="891169" y="255040"/>
                      </a:moveTo>
                      <a:cubicBezTo>
                        <a:pt x="890960" y="255040"/>
                        <a:pt x="890777" y="254893"/>
                        <a:pt x="890740" y="254684"/>
                      </a:cubicBezTo>
                      <a:cubicBezTo>
                        <a:pt x="890691" y="254452"/>
                        <a:pt x="890850" y="254219"/>
                        <a:pt x="891083" y="254170"/>
                      </a:cubicBezTo>
                      <a:lnTo>
                        <a:pt x="893655" y="253680"/>
                      </a:lnTo>
                      <a:cubicBezTo>
                        <a:pt x="893900" y="253631"/>
                        <a:pt x="894121" y="253790"/>
                        <a:pt x="894170" y="254023"/>
                      </a:cubicBezTo>
                      <a:cubicBezTo>
                        <a:pt x="894219" y="254256"/>
                        <a:pt x="894060" y="254488"/>
                        <a:pt x="893827" y="254537"/>
                      </a:cubicBezTo>
                      <a:lnTo>
                        <a:pt x="891254" y="255027"/>
                      </a:lnTo>
                      <a:cubicBezTo>
                        <a:pt x="891254" y="255027"/>
                        <a:pt x="891205" y="255027"/>
                        <a:pt x="891169" y="255027"/>
                      </a:cubicBezTo>
                      <a:close/>
                      <a:moveTo>
                        <a:pt x="49170" y="253851"/>
                      </a:moveTo>
                      <a:cubicBezTo>
                        <a:pt x="49170" y="253851"/>
                        <a:pt x="49109" y="253851"/>
                        <a:pt x="49085" y="253851"/>
                      </a:cubicBezTo>
                      <a:lnTo>
                        <a:pt x="46512" y="253337"/>
                      </a:lnTo>
                      <a:cubicBezTo>
                        <a:pt x="46279" y="253288"/>
                        <a:pt x="46120" y="253055"/>
                        <a:pt x="46169" y="252822"/>
                      </a:cubicBezTo>
                      <a:cubicBezTo>
                        <a:pt x="46218" y="252590"/>
                        <a:pt x="46439" y="252430"/>
                        <a:pt x="46684" y="252479"/>
                      </a:cubicBezTo>
                      <a:lnTo>
                        <a:pt x="49256" y="252994"/>
                      </a:lnTo>
                      <a:cubicBezTo>
                        <a:pt x="49489" y="253043"/>
                        <a:pt x="49648" y="253276"/>
                        <a:pt x="49599" y="253508"/>
                      </a:cubicBezTo>
                      <a:cubicBezTo>
                        <a:pt x="49562" y="253717"/>
                        <a:pt x="49379" y="253864"/>
                        <a:pt x="49170" y="253864"/>
                      </a:cubicBezTo>
                      <a:close/>
                      <a:moveTo>
                        <a:pt x="899731" y="253398"/>
                      </a:moveTo>
                      <a:lnTo>
                        <a:pt x="899731" y="253398"/>
                      </a:lnTo>
                      <a:cubicBezTo>
                        <a:pt x="899486" y="253398"/>
                        <a:pt x="899302" y="253190"/>
                        <a:pt x="899302" y="252957"/>
                      </a:cubicBezTo>
                      <a:cubicBezTo>
                        <a:pt x="899315" y="252087"/>
                        <a:pt x="899339" y="251205"/>
                        <a:pt x="899351" y="250336"/>
                      </a:cubicBezTo>
                      <a:cubicBezTo>
                        <a:pt x="899351" y="250091"/>
                        <a:pt x="899547" y="249931"/>
                        <a:pt x="899793" y="249907"/>
                      </a:cubicBezTo>
                      <a:cubicBezTo>
                        <a:pt x="900037" y="249907"/>
                        <a:pt x="900221" y="250115"/>
                        <a:pt x="900221" y="250348"/>
                      </a:cubicBezTo>
                      <a:cubicBezTo>
                        <a:pt x="900209" y="251218"/>
                        <a:pt x="900197" y="252100"/>
                        <a:pt x="900172" y="252969"/>
                      </a:cubicBezTo>
                      <a:cubicBezTo>
                        <a:pt x="900172" y="253202"/>
                        <a:pt x="899976" y="253398"/>
                        <a:pt x="899731" y="253398"/>
                      </a:cubicBezTo>
                      <a:close/>
                      <a:moveTo>
                        <a:pt x="40596" y="252149"/>
                      </a:moveTo>
                      <a:cubicBezTo>
                        <a:pt x="40596" y="252149"/>
                        <a:pt x="40534" y="252149"/>
                        <a:pt x="40510" y="252149"/>
                      </a:cubicBezTo>
                      <a:lnTo>
                        <a:pt x="37937" y="251634"/>
                      </a:lnTo>
                      <a:cubicBezTo>
                        <a:pt x="37705" y="251585"/>
                        <a:pt x="37545" y="251352"/>
                        <a:pt x="37594" y="251120"/>
                      </a:cubicBezTo>
                      <a:cubicBezTo>
                        <a:pt x="37643" y="250887"/>
                        <a:pt x="37864" y="250728"/>
                        <a:pt x="38109" y="250777"/>
                      </a:cubicBezTo>
                      <a:lnTo>
                        <a:pt x="40681" y="251291"/>
                      </a:lnTo>
                      <a:cubicBezTo>
                        <a:pt x="40914" y="251340"/>
                        <a:pt x="41073" y="251573"/>
                        <a:pt x="41024" y="251806"/>
                      </a:cubicBezTo>
                      <a:cubicBezTo>
                        <a:pt x="40988" y="252014"/>
                        <a:pt x="40804" y="252161"/>
                        <a:pt x="40596" y="252161"/>
                      </a:cubicBezTo>
                      <a:close/>
                      <a:moveTo>
                        <a:pt x="32021" y="250446"/>
                      </a:moveTo>
                      <a:cubicBezTo>
                        <a:pt x="32021" y="250446"/>
                        <a:pt x="31960" y="250446"/>
                        <a:pt x="31935" y="250446"/>
                      </a:cubicBezTo>
                      <a:lnTo>
                        <a:pt x="29363" y="249931"/>
                      </a:lnTo>
                      <a:cubicBezTo>
                        <a:pt x="29130" y="249882"/>
                        <a:pt x="28971" y="249650"/>
                        <a:pt x="29020" y="249417"/>
                      </a:cubicBezTo>
                      <a:cubicBezTo>
                        <a:pt x="29069" y="249184"/>
                        <a:pt x="29289" y="249025"/>
                        <a:pt x="29534" y="249074"/>
                      </a:cubicBezTo>
                      <a:lnTo>
                        <a:pt x="32107" y="249588"/>
                      </a:lnTo>
                      <a:cubicBezTo>
                        <a:pt x="32339" y="249638"/>
                        <a:pt x="32499" y="249870"/>
                        <a:pt x="32450" y="250103"/>
                      </a:cubicBezTo>
                      <a:cubicBezTo>
                        <a:pt x="32413" y="250311"/>
                        <a:pt x="32229" y="250458"/>
                        <a:pt x="32021" y="250458"/>
                      </a:cubicBezTo>
                      <a:close/>
                      <a:moveTo>
                        <a:pt x="23446" y="248743"/>
                      </a:moveTo>
                      <a:cubicBezTo>
                        <a:pt x="23446" y="248743"/>
                        <a:pt x="23385" y="248743"/>
                        <a:pt x="23360" y="248743"/>
                      </a:cubicBezTo>
                      <a:lnTo>
                        <a:pt x="20788" y="248229"/>
                      </a:lnTo>
                      <a:cubicBezTo>
                        <a:pt x="20555" y="248180"/>
                        <a:pt x="20396" y="247947"/>
                        <a:pt x="20445" y="247714"/>
                      </a:cubicBezTo>
                      <a:cubicBezTo>
                        <a:pt x="20494" y="247482"/>
                        <a:pt x="20727" y="247322"/>
                        <a:pt x="20959" y="247371"/>
                      </a:cubicBezTo>
                      <a:lnTo>
                        <a:pt x="23532" y="247886"/>
                      </a:lnTo>
                      <a:cubicBezTo>
                        <a:pt x="23764" y="247935"/>
                        <a:pt x="23924" y="248168"/>
                        <a:pt x="23875" y="248400"/>
                      </a:cubicBezTo>
                      <a:cubicBezTo>
                        <a:pt x="23838" y="248608"/>
                        <a:pt x="23654" y="248755"/>
                        <a:pt x="23446" y="248755"/>
                      </a:cubicBezTo>
                      <a:close/>
                      <a:moveTo>
                        <a:pt x="14871" y="247040"/>
                      </a:moveTo>
                      <a:cubicBezTo>
                        <a:pt x="14871" y="247040"/>
                        <a:pt x="14810" y="247040"/>
                        <a:pt x="14785" y="247040"/>
                      </a:cubicBezTo>
                      <a:lnTo>
                        <a:pt x="12213" y="246526"/>
                      </a:lnTo>
                      <a:cubicBezTo>
                        <a:pt x="11980" y="246477"/>
                        <a:pt x="11821" y="246244"/>
                        <a:pt x="11870" y="246012"/>
                      </a:cubicBezTo>
                      <a:cubicBezTo>
                        <a:pt x="11919" y="245779"/>
                        <a:pt x="12139" y="245620"/>
                        <a:pt x="12384" y="245669"/>
                      </a:cubicBezTo>
                      <a:lnTo>
                        <a:pt x="14957" y="246183"/>
                      </a:lnTo>
                      <a:cubicBezTo>
                        <a:pt x="15190" y="246232"/>
                        <a:pt x="15349" y="246465"/>
                        <a:pt x="15300" y="246698"/>
                      </a:cubicBezTo>
                      <a:cubicBezTo>
                        <a:pt x="15263" y="246906"/>
                        <a:pt x="15079" y="247053"/>
                        <a:pt x="14871" y="247053"/>
                      </a:cubicBezTo>
                      <a:close/>
                      <a:moveTo>
                        <a:pt x="6296" y="245338"/>
                      </a:moveTo>
                      <a:cubicBezTo>
                        <a:pt x="6296" y="245338"/>
                        <a:pt x="6235" y="245338"/>
                        <a:pt x="6211" y="245338"/>
                      </a:cubicBezTo>
                      <a:lnTo>
                        <a:pt x="3638" y="244823"/>
                      </a:lnTo>
                      <a:cubicBezTo>
                        <a:pt x="3405" y="244774"/>
                        <a:pt x="3246" y="244542"/>
                        <a:pt x="3295" y="244309"/>
                      </a:cubicBezTo>
                      <a:cubicBezTo>
                        <a:pt x="3344" y="244076"/>
                        <a:pt x="3565" y="243917"/>
                        <a:pt x="3810" y="243966"/>
                      </a:cubicBezTo>
                      <a:lnTo>
                        <a:pt x="6382" y="244480"/>
                      </a:lnTo>
                      <a:cubicBezTo>
                        <a:pt x="6615" y="244529"/>
                        <a:pt x="6774" y="244762"/>
                        <a:pt x="6725" y="244995"/>
                      </a:cubicBezTo>
                      <a:cubicBezTo>
                        <a:pt x="6688" y="245203"/>
                        <a:pt x="6505" y="245350"/>
                        <a:pt x="6296" y="245350"/>
                      </a:cubicBezTo>
                      <a:close/>
                      <a:moveTo>
                        <a:pt x="899829" y="244664"/>
                      </a:moveTo>
                      <a:lnTo>
                        <a:pt x="899829" y="244664"/>
                      </a:lnTo>
                      <a:cubicBezTo>
                        <a:pt x="899584" y="244664"/>
                        <a:pt x="899388" y="244468"/>
                        <a:pt x="899400" y="244223"/>
                      </a:cubicBezTo>
                      <a:cubicBezTo>
                        <a:pt x="899400" y="243353"/>
                        <a:pt x="899400" y="242471"/>
                        <a:pt x="899400" y="241602"/>
                      </a:cubicBezTo>
                      <a:cubicBezTo>
                        <a:pt x="899400" y="241357"/>
                        <a:pt x="899596" y="241161"/>
                        <a:pt x="899841" y="241161"/>
                      </a:cubicBezTo>
                      <a:lnTo>
                        <a:pt x="899841" y="241161"/>
                      </a:lnTo>
                      <a:cubicBezTo>
                        <a:pt x="900086" y="241161"/>
                        <a:pt x="900282" y="241357"/>
                        <a:pt x="900282" y="241602"/>
                      </a:cubicBezTo>
                      <a:cubicBezTo>
                        <a:pt x="900282" y="242471"/>
                        <a:pt x="900282" y="243353"/>
                        <a:pt x="900282" y="244223"/>
                      </a:cubicBezTo>
                      <a:cubicBezTo>
                        <a:pt x="900282" y="244468"/>
                        <a:pt x="900086" y="244652"/>
                        <a:pt x="899841" y="244652"/>
                      </a:cubicBezTo>
                      <a:close/>
                      <a:moveTo>
                        <a:pt x="2732" y="239311"/>
                      </a:moveTo>
                      <a:cubicBezTo>
                        <a:pt x="2499" y="239311"/>
                        <a:pt x="2303" y="239127"/>
                        <a:pt x="2291" y="238894"/>
                      </a:cubicBezTo>
                      <a:lnTo>
                        <a:pt x="2168" y="236273"/>
                      </a:lnTo>
                      <a:cubicBezTo>
                        <a:pt x="2168" y="236028"/>
                        <a:pt x="2340" y="235832"/>
                        <a:pt x="2585" y="235820"/>
                      </a:cubicBezTo>
                      <a:cubicBezTo>
                        <a:pt x="2842" y="235783"/>
                        <a:pt x="3026" y="235991"/>
                        <a:pt x="3038" y="236236"/>
                      </a:cubicBezTo>
                      <a:lnTo>
                        <a:pt x="3160" y="238858"/>
                      </a:lnTo>
                      <a:cubicBezTo>
                        <a:pt x="3160" y="239103"/>
                        <a:pt x="2989" y="239299"/>
                        <a:pt x="2744" y="239311"/>
                      </a:cubicBezTo>
                      <a:cubicBezTo>
                        <a:pt x="2744" y="239311"/>
                        <a:pt x="2732" y="239311"/>
                        <a:pt x="2719" y="239311"/>
                      </a:cubicBezTo>
                      <a:close/>
                      <a:moveTo>
                        <a:pt x="899829" y="235930"/>
                      </a:moveTo>
                      <a:cubicBezTo>
                        <a:pt x="899584" y="235930"/>
                        <a:pt x="899388" y="235734"/>
                        <a:pt x="899388" y="235501"/>
                      </a:cubicBezTo>
                      <a:cubicBezTo>
                        <a:pt x="899388" y="234632"/>
                        <a:pt x="899388" y="233750"/>
                        <a:pt x="899364" y="232880"/>
                      </a:cubicBezTo>
                      <a:cubicBezTo>
                        <a:pt x="899364" y="232635"/>
                        <a:pt x="899560" y="232439"/>
                        <a:pt x="899793" y="232439"/>
                      </a:cubicBezTo>
                      <a:lnTo>
                        <a:pt x="899793" y="232439"/>
                      </a:lnTo>
                      <a:cubicBezTo>
                        <a:pt x="900037" y="232439"/>
                        <a:pt x="900233" y="232635"/>
                        <a:pt x="900233" y="232868"/>
                      </a:cubicBezTo>
                      <a:cubicBezTo>
                        <a:pt x="900233" y="233737"/>
                        <a:pt x="900246" y="234619"/>
                        <a:pt x="900258" y="235489"/>
                      </a:cubicBezTo>
                      <a:cubicBezTo>
                        <a:pt x="900258" y="235734"/>
                        <a:pt x="900062" y="235930"/>
                        <a:pt x="899829" y="235930"/>
                      </a:cubicBezTo>
                      <a:lnTo>
                        <a:pt x="899829" y="235930"/>
                      </a:lnTo>
                      <a:close/>
                      <a:moveTo>
                        <a:pt x="2340" y="230577"/>
                      </a:moveTo>
                      <a:cubicBezTo>
                        <a:pt x="2107" y="230577"/>
                        <a:pt x="1911" y="230393"/>
                        <a:pt x="1899" y="230160"/>
                      </a:cubicBezTo>
                      <a:lnTo>
                        <a:pt x="1788" y="227539"/>
                      </a:lnTo>
                      <a:cubicBezTo>
                        <a:pt x="1788" y="227294"/>
                        <a:pt x="1960" y="227098"/>
                        <a:pt x="2205" y="227086"/>
                      </a:cubicBezTo>
                      <a:cubicBezTo>
                        <a:pt x="2450" y="227073"/>
                        <a:pt x="2646" y="227257"/>
                        <a:pt x="2658" y="227502"/>
                      </a:cubicBezTo>
                      <a:lnTo>
                        <a:pt x="2768" y="230124"/>
                      </a:lnTo>
                      <a:cubicBezTo>
                        <a:pt x="2768" y="230369"/>
                        <a:pt x="2597" y="230565"/>
                        <a:pt x="2352" y="230577"/>
                      </a:cubicBezTo>
                      <a:lnTo>
                        <a:pt x="2327" y="230577"/>
                      </a:lnTo>
                      <a:close/>
                      <a:moveTo>
                        <a:pt x="899731" y="227184"/>
                      </a:moveTo>
                      <a:cubicBezTo>
                        <a:pt x="899498" y="227184"/>
                        <a:pt x="899302" y="226988"/>
                        <a:pt x="899290" y="226755"/>
                      </a:cubicBezTo>
                      <a:lnTo>
                        <a:pt x="899241" y="224134"/>
                      </a:lnTo>
                      <a:cubicBezTo>
                        <a:pt x="899241" y="223889"/>
                        <a:pt x="899425" y="223692"/>
                        <a:pt x="899670" y="223692"/>
                      </a:cubicBezTo>
                      <a:lnTo>
                        <a:pt x="899670" y="223692"/>
                      </a:lnTo>
                      <a:cubicBezTo>
                        <a:pt x="899903" y="223692"/>
                        <a:pt x="900099" y="223876"/>
                        <a:pt x="900111" y="224121"/>
                      </a:cubicBezTo>
                      <a:lnTo>
                        <a:pt x="900160" y="226743"/>
                      </a:lnTo>
                      <a:cubicBezTo>
                        <a:pt x="900160" y="226988"/>
                        <a:pt x="899976" y="227184"/>
                        <a:pt x="899731" y="227184"/>
                      </a:cubicBezTo>
                      <a:lnTo>
                        <a:pt x="899731" y="227184"/>
                      </a:lnTo>
                      <a:close/>
                      <a:moveTo>
                        <a:pt x="1984" y="221843"/>
                      </a:moveTo>
                      <a:cubicBezTo>
                        <a:pt x="1752" y="221843"/>
                        <a:pt x="1556" y="221659"/>
                        <a:pt x="1543" y="221426"/>
                      </a:cubicBezTo>
                      <a:lnTo>
                        <a:pt x="1445" y="218805"/>
                      </a:lnTo>
                      <a:cubicBezTo>
                        <a:pt x="1445" y="218560"/>
                        <a:pt x="1629" y="218364"/>
                        <a:pt x="1862" y="218352"/>
                      </a:cubicBezTo>
                      <a:cubicBezTo>
                        <a:pt x="2095" y="218352"/>
                        <a:pt x="2303" y="218535"/>
                        <a:pt x="2315" y="218768"/>
                      </a:cubicBezTo>
                      <a:lnTo>
                        <a:pt x="2413" y="221390"/>
                      </a:lnTo>
                      <a:cubicBezTo>
                        <a:pt x="2413" y="221635"/>
                        <a:pt x="2229" y="221831"/>
                        <a:pt x="1997" y="221843"/>
                      </a:cubicBezTo>
                      <a:lnTo>
                        <a:pt x="1984" y="221843"/>
                      </a:lnTo>
                      <a:close/>
                      <a:moveTo>
                        <a:pt x="899535" y="218462"/>
                      </a:moveTo>
                      <a:cubicBezTo>
                        <a:pt x="899302" y="218462"/>
                        <a:pt x="899106" y="218278"/>
                        <a:pt x="899094" y="218033"/>
                      </a:cubicBezTo>
                      <a:lnTo>
                        <a:pt x="899021" y="215424"/>
                      </a:lnTo>
                      <a:cubicBezTo>
                        <a:pt x="899021" y="215179"/>
                        <a:pt x="899204" y="214983"/>
                        <a:pt x="899449" y="214971"/>
                      </a:cubicBezTo>
                      <a:cubicBezTo>
                        <a:pt x="899682" y="214971"/>
                        <a:pt x="899890" y="215154"/>
                        <a:pt x="899903" y="215399"/>
                      </a:cubicBezTo>
                      <a:lnTo>
                        <a:pt x="899976" y="218021"/>
                      </a:lnTo>
                      <a:cubicBezTo>
                        <a:pt x="899976" y="218266"/>
                        <a:pt x="899793" y="218462"/>
                        <a:pt x="899547" y="218474"/>
                      </a:cubicBezTo>
                      <a:lnTo>
                        <a:pt x="899535" y="218474"/>
                      </a:lnTo>
                      <a:close/>
                      <a:moveTo>
                        <a:pt x="1654" y="213109"/>
                      </a:moveTo>
                      <a:cubicBezTo>
                        <a:pt x="1421" y="213109"/>
                        <a:pt x="1225" y="212925"/>
                        <a:pt x="1213" y="212692"/>
                      </a:cubicBezTo>
                      <a:lnTo>
                        <a:pt x="1127" y="210071"/>
                      </a:lnTo>
                      <a:cubicBezTo>
                        <a:pt x="1127" y="209826"/>
                        <a:pt x="1311" y="209630"/>
                        <a:pt x="1543" y="209618"/>
                      </a:cubicBezTo>
                      <a:cubicBezTo>
                        <a:pt x="1788" y="209605"/>
                        <a:pt x="1984" y="209801"/>
                        <a:pt x="1997" y="210034"/>
                      </a:cubicBezTo>
                      <a:lnTo>
                        <a:pt x="2082" y="212656"/>
                      </a:lnTo>
                      <a:cubicBezTo>
                        <a:pt x="2082" y="212900"/>
                        <a:pt x="1899" y="213097"/>
                        <a:pt x="1666" y="213109"/>
                      </a:cubicBezTo>
                      <a:lnTo>
                        <a:pt x="1654" y="213109"/>
                      </a:lnTo>
                      <a:close/>
                      <a:moveTo>
                        <a:pt x="899241" y="209740"/>
                      </a:moveTo>
                      <a:cubicBezTo>
                        <a:pt x="899009" y="209740"/>
                        <a:pt x="898812" y="209556"/>
                        <a:pt x="898800" y="209324"/>
                      </a:cubicBezTo>
                      <a:lnTo>
                        <a:pt x="898690" y="206714"/>
                      </a:lnTo>
                      <a:cubicBezTo>
                        <a:pt x="898690" y="206469"/>
                        <a:pt x="898862" y="206273"/>
                        <a:pt x="899106" y="206261"/>
                      </a:cubicBezTo>
                      <a:cubicBezTo>
                        <a:pt x="899351" y="206261"/>
                        <a:pt x="899547" y="206433"/>
                        <a:pt x="899560" y="206678"/>
                      </a:cubicBezTo>
                      <a:lnTo>
                        <a:pt x="899670" y="209287"/>
                      </a:lnTo>
                      <a:cubicBezTo>
                        <a:pt x="899670" y="209532"/>
                        <a:pt x="899486" y="209728"/>
                        <a:pt x="899253" y="209740"/>
                      </a:cubicBezTo>
                      <a:lnTo>
                        <a:pt x="899241" y="209740"/>
                      </a:lnTo>
                      <a:close/>
                      <a:moveTo>
                        <a:pt x="1372" y="204375"/>
                      </a:moveTo>
                      <a:cubicBezTo>
                        <a:pt x="1139" y="204375"/>
                        <a:pt x="943" y="204191"/>
                        <a:pt x="931" y="203946"/>
                      </a:cubicBezTo>
                      <a:lnTo>
                        <a:pt x="857" y="201325"/>
                      </a:lnTo>
                      <a:cubicBezTo>
                        <a:pt x="857" y="201080"/>
                        <a:pt x="1041" y="200883"/>
                        <a:pt x="1286" y="200871"/>
                      </a:cubicBezTo>
                      <a:cubicBezTo>
                        <a:pt x="1531" y="200871"/>
                        <a:pt x="1727" y="201055"/>
                        <a:pt x="1739" y="201300"/>
                      </a:cubicBezTo>
                      <a:lnTo>
                        <a:pt x="1813" y="203921"/>
                      </a:lnTo>
                      <a:cubicBezTo>
                        <a:pt x="1813" y="204166"/>
                        <a:pt x="1629" y="204362"/>
                        <a:pt x="1384" y="204375"/>
                      </a:cubicBezTo>
                      <a:lnTo>
                        <a:pt x="1372" y="204375"/>
                      </a:lnTo>
                      <a:close/>
                      <a:moveTo>
                        <a:pt x="898862" y="201043"/>
                      </a:moveTo>
                      <a:cubicBezTo>
                        <a:pt x="898629" y="201043"/>
                        <a:pt x="898433" y="200859"/>
                        <a:pt x="898421" y="200626"/>
                      </a:cubicBezTo>
                      <a:cubicBezTo>
                        <a:pt x="898384" y="199757"/>
                        <a:pt x="898335" y="198887"/>
                        <a:pt x="898286" y="198017"/>
                      </a:cubicBezTo>
                      <a:cubicBezTo>
                        <a:pt x="898273" y="197772"/>
                        <a:pt x="898457" y="197564"/>
                        <a:pt x="898702" y="197564"/>
                      </a:cubicBezTo>
                      <a:cubicBezTo>
                        <a:pt x="898935" y="197539"/>
                        <a:pt x="899143" y="197735"/>
                        <a:pt x="899155" y="197980"/>
                      </a:cubicBezTo>
                      <a:cubicBezTo>
                        <a:pt x="899204" y="198850"/>
                        <a:pt x="899241" y="199720"/>
                        <a:pt x="899290" y="200589"/>
                      </a:cubicBezTo>
                      <a:cubicBezTo>
                        <a:pt x="899290" y="200835"/>
                        <a:pt x="899119" y="201030"/>
                        <a:pt x="898874" y="201043"/>
                      </a:cubicBezTo>
                      <a:cubicBezTo>
                        <a:pt x="898874" y="201043"/>
                        <a:pt x="898862" y="201043"/>
                        <a:pt x="898849" y="201043"/>
                      </a:cubicBezTo>
                      <a:close/>
                      <a:moveTo>
                        <a:pt x="1127" y="195641"/>
                      </a:moveTo>
                      <a:cubicBezTo>
                        <a:pt x="894" y="195641"/>
                        <a:pt x="698" y="195457"/>
                        <a:pt x="686" y="195212"/>
                      </a:cubicBezTo>
                      <a:lnTo>
                        <a:pt x="612" y="192590"/>
                      </a:lnTo>
                      <a:cubicBezTo>
                        <a:pt x="612" y="192345"/>
                        <a:pt x="796" y="192149"/>
                        <a:pt x="1041" y="192137"/>
                      </a:cubicBezTo>
                      <a:cubicBezTo>
                        <a:pt x="1311" y="192149"/>
                        <a:pt x="1482" y="192321"/>
                        <a:pt x="1494" y="192566"/>
                      </a:cubicBezTo>
                      <a:lnTo>
                        <a:pt x="1568" y="195187"/>
                      </a:lnTo>
                      <a:cubicBezTo>
                        <a:pt x="1568" y="195432"/>
                        <a:pt x="1384" y="195628"/>
                        <a:pt x="1139" y="195641"/>
                      </a:cubicBezTo>
                      <a:lnTo>
                        <a:pt x="1139" y="195641"/>
                      </a:lnTo>
                      <a:close/>
                      <a:moveTo>
                        <a:pt x="898396" y="192321"/>
                      </a:moveTo>
                      <a:cubicBezTo>
                        <a:pt x="898163" y="192321"/>
                        <a:pt x="897979" y="192137"/>
                        <a:pt x="897955" y="191904"/>
                      </a:cubicBezTo>
                      <a:lnTo>
                        <a:pt x="897796" y="189283"/>
                      </a:lnTo>
                      <a:cubicBezTo>
                        <a:pt x="897784" y="189038"/>
                        <a:pt x="897967" y="188830"/>
                        <a:pt x="898200" y="188818"/>
                      </a:cubicBezTo>
                      <a:cubicBezTo>
                        <a:pt x="898445" y="188793"/>
                        <a:pt x="898653" y="188989"/>
                        <a:pt x="898665" y="189222"/>
                      </a:cubicBezTo>
                      <a:lnTo>
                        <a:pt x="898825" y="191843"/>
                      </a:lnTo>
                      <a:cubicBezTo>
                        <a:pt x="898837" y="192088"/>
                        <a:pt x="898653" y="192296"/>
                        <a:pt x="898408" y="192309"/>
                      </a:cubicBezTo>
                      <a:cubicBezTo>
                        <a:pt x="898408" y="192309"/>
                        <a:pt x="898396" y="192309"/>
                        <a:pt x="898384" y="192309"/>
                      </a:cubicBezTo>
                      <a:close/>
                      <a:moveTo>
                        <a:pt x="906" y="186907"/>
                      </a:moveTo>
                      <a:cubicBezTo>
                        <a:pt x="674" y="186907"/>
                        <a:pt x="478" y="186723"/>
                        <a:pt x="465" y="186478"/>
                      </a:cubicBezTo>
                      <a:lnTo>
                        <a:pt x="404" y="183856"/>
                      </a:lnTo>
                      <a:cubicBezTo>
                        <a:pt x="404" y="183611"/>
                        <a:pt x="588" y="183415"/>
                        <a:pt x="833" y="183415"/>
                      </a:cubicBezTo>
                      <a:lnTo>
                        <a:pt x="833" y="183415"/>
                      </a:lnTo>
                      <a:cubicBezTo>
                        <a:pt x="1066" y="183415"/>
                        <a:pt x="1262" y="183599"/>
                        <a:pt x="1274" y="183844"/>
                      </a:cubicBezTo>
                      <a:lnTo>
                        <a:pt x="1335" y="186466"/>
                      </a:lnTo>
                      <a:cubicBezTo>
                        <a:pt x="1335" y="186711"/>
                        <a:pt x="1151" y="186907"/>
                        <a:pt x="906" y="186907"/>
                      </a:cubicBezTo>
                      <a:lnTo>
                        <a:pt x="906" y="186907"/>
                      </a:lnTo>
                      <a:close/>
                      <a:moveTo>
                        <a:pt x="897832" y="183599"/>
                      </a:moveTo>
                      <a:cubicBezTo>
                        <a:pt x="897600" y="183599"/>
                        <a:pt x="897416" y="183428"/>
                        <a:pt x="897391" y="183195"/>
                      </a:cubicBezTo>
                      <a:lnTo>
                        <a:pt x="897208" y="180586"/>
                      </a:lnTo>
                      <a:cubicBezTo>
                        <a:pt x="897196" y="180341"/>
                        <a:pt x="897367" y="180132"/>
                        <a:pt x="897612" y="180120"/>
                      </a:cubicBezTo>
                      <a:cubicBezTo>
                        <a:pt x="897857" y="180096"/>
                        <a:pt x="898065" y="180279"/>
                        <a:pt x="898078" y="180524"/>
                      </a:cubicBezTo>
                      <a:lnTo>
                        <a:pt x="898261" y="183146"/>
                      </a:lnTo>
                      <a:cubicBezTo>
                        <a:pt x="898273" y="183391"/>
                        <a:pt x="898090" y="183599"/>
                        <a:pt x="897857" y="183611"/>
                      </a:cubicBezTo>
                      <a:cubicBezTo>
                        <a:pt x="897857" y="183611"/>
                        <a:pt x="897832" y="183611"/>
                        <a:pt x="897832" y="183611"/>
                      </a:cubicBezTo>
                      <a:close/>
                      <a:moveTo>
                        <a:pt x="723" y="178160"/>
                      </a:moveTo>
                      <a:cubicBezTo>
                        <a:pt x="490" y="178160"/>
                        <a:pt x="294" y="177964"/>
                        <a:pt x="282" y="177732"/>
                      </a:cubicBezTo>
                      <a:lnTo>
                        <a:pt x="233" y="175110"/>
                      </a:lnTo>
                      <a:cubicBezTo>
                        <a:pt x="233" y="174865"/>
                        <a:pt x="416" y="174669"/>
                        <a:pt x="661" y="174669"/>
                      </a:cubicBezTo>
                      <a:cubicBezTo>
                        <a:pt x="894" y="174706"/>
                        <a:pt x="1102" y="174853"/>
                        <a:pt x="1102" y="175098"/>
                      </a:cubicBezTo>
                      <a:lnTo>
                        <a:pt x="1151" y="177719"/>
                      </a:lnTo>
                      <a:cubicBezTo>
                        <a:pt x="1151" y="177964"/>
                        <a:pt x="968" y="178160"/>
                        <a:pt x="723" y="178160"/>
                      </a:cubicBezTo>
                      <a:lnTo>
                        <a:pt x="723" y="178160"/>
                      </a:lnTo>
                      <a:close/>
                      <a:moveTo>
                        <a:pt x="897196" y="174877"/>
                      </a:moveTo>
                      <a:cubicBezTo>
                        <a:pt x="896975" y="174877"/>
                        <a:pt x="896779" y="174706"/>
                        <a:pt x="896754" y="174473"/>
                      </a:cubicBezTo>
                      <a:lnTo>
                        <a:pt x="896546" y="171864"/>
                      </a:lnTo>
                      <a:cubicBezTo>
                        <a:pt x="896522" y="171619"/>
                        <a:pt x="896706" y="171411"/>
                        <a:pt x="896950" y="171398"/>
                      </a:cubicBezTo>
                      <a:cubicBezTo>
                        <a:pt x="897196" y="171398"/>
                        <a:pt x="897404" y="171558"/>
                        <a:pt x="897416" y="171803"/>
                      </a:cubicBezTo>
                      <a:lnTo>
                        <a:pt x="897624" y="174424"/>
                      </a:lnTo>
                      <a:cubicBezTo>
                        <a:pt x="897649" y="174669"/>
                        <a:pt x="897465" y="174877"/>
                        <a:pt x="897220" y="174890"/>
                      </a:cubicBezTo>
                      <a:cubicBezTo>
                        <a:pt x="897220" y="174890"/>
                        <a:pt x="897196" y="174890"/>
                        <a:pt x="897183" y="174890"/>
                      </a:cubicBezTo>
                      <a:close/>
                      <a:moveTo>
                        <a:pt x="588" y="169426"/>
                      </a:moveTo>
                      <a:cubicBezTo>
                        <a:pt x="355" y="169426"/>
                        <a:pt x="159" y="169230"/>
                        <a:pt x="147" y="168997"/>
                      </a:cubicBezTo>
                      <a:lnTo>
                        <a:pt x="110" y="166376"/>
                      </a:lnTo>
                      <a:cubicBezTo>
                        <a:pt x="110" y="166131"/>
                        <a:pt x="306" y="165935"/>
                        <a:pt x="539" y="165935"/>
                      </a:cubicBezTo>
                      <a:cubicBezTo>
                        <a:pt x="772" y="165959"/>
                        <a:pt x="980" y="166131"/>
                        <a:pt x="980" y="166364"/>
                      </a:cubicBezTo>
                      <a:lnTo>
                        <a:pt x="1017" y="168985"/>
                      </a:lnTo>
                      <a:cubicBezTo>
                        <a:pt x="1017" y="169230"/>
                        <a:pt x="833" y="169426"/>
                        <a:pt x="588" y="169426"/>
                      </a:cubicBezTo>
                      <a:lnTo>
                        <a:pt x="588" y="169426"/>
                      </a:lnTo>
                      <a:close/>
                      <a:moveTo>
                        <a:pt x="896485" y="166168"/>
                      </a:moveTo>
                      <a:cubicBezTo>
                        <a:pt x="896265" y="166168"/>
                        <a:pt x="896069" y="165996"/>
                        <a:pt x="896056" y="165763"/>
                      </a:cubicBezTo>
                      <a:lnTo>
                        <a:pt x="895823" y="163154"/>
                      </a:lnTo>
                      <a:cubicBezTo>
                        <a:pt x="895799" y="162909"/>
                        <a:pt x="895983" y="162701"/>
                        <a:pt x="896216" y="162677"/>
                      </a:cubicBezTo>
                      <a:cubicBezTo>
                        <a:pt x="896460" y="162664"/>
                        <a:pt x="896669" y="162836"/>
                        <a:pt x="896693" y="163069"/>
                      </a:cubicBezTo>
                      <a:lnTo>
                        <a:pt x="896926" y="165678"/>
                      </a:lnTo>
                      <a:cubicBezTo>
                        <a:pt x="896950" y="165923"/>
                        <a:pt x="896767" y="166131"/>
                        <a:pt x="896534" y="166155"/>
                      </a:cubicBezTo>
                      <a:cubicBezTo>
                        <a:pt x="896522" y="166155"/>
                        <a:pt x="896510" y="166155"/>
                        <a:pt x="896497" y="166155"/>
                      </a:cubicBezTo>
                      <a:close/>
                      <a:moveTo>
                        <a:pt x="502" y="160680"/>
                      </a:moveTo>
                      <a:cubicBezTo>
                        <a:pt x="257" y="160680"/>
                        <a:pt x="73" y="160484"/>
                        <a:pt x="61" y="160251"/>
                      </a:cubicBezTo>
                      <a:lnTo>
                        <a:pt x="37" y="157630"/>
                      </a:lnTo>
                      <a:cubicBezTo>
                        <a:pt x="37" y="157385"/>
                        <a:pt x="233" y="157189"/>
                        <a:pt x="465" y="157189"/>
                      </a:cubicBezTo>
                      <a:lnTo>
                        <a:pt x="465" y="157189"/>
                      </a:lnTo>
                      <a:cubicBezTo>
                        <a:pt x="710" y="157189"/>
                        <a:pt x="906" y="157385"/>
                        <a:pt x="906" y="157617"/>
                      </a:cubicBezTo>
                      <a:lnTo>
                        <a:pt x="931" y="160239"/>
                      </a:lnTo>
                      <a:cubicBezTo>
                        <a:pt x="931" y="160484"/>
                        <a:pt x="735" y="160680"/>
                        <a:pt x="502" y="160680"/>
                      </a:cubicBezTo>
                      <a:lnTo>
                        <a:pt x="502" y="160680"/>
                      </a:lnTo>
                      <a:close/>
                      <a:moveTo>
                        <a:pt x="895701" y="157458"/>
                      </a:moveTo>
                      <a:cubicBezTo>
                        <a:pt x="895481" y="157458"/>
                        <a:pt x="895285" y="157287"/>
                        <a:pt x="895272" y="157066"/>
                      </a:cubicBezTo>
                      <a:lnTo>
                        <a:pt x="895027" y="154457"/>
                      </a:lnTo>
                      <a:cubicBezTo>
                        <a:pt x="895003" y="154212"/>
                        <a:pt x="895174" y="154004"/>
                        <a:pt x="895419" y="153979"/>
                      </a:cubicBezTo>
                      <a:cubicBezTo>
                        <a:pt x="895664" y="153967"/>
                        <a:pt x="895872" y="154126"/>
                        <a:pt x="895897" y="154371"/>
                      </a:cubicBezTo>
                      <a:lnTo>
                        <a:pt x="896142" y="156980"/>
                      </a:lnTo>
                      <a:cubicBezTo>
                        <a:pt x="896166" y="157225"/>
                        <a:pt x="895983" y="157434"/>
                        <a:pt x="895750" y="157458"/>
                      </a:cubicBezTo>
                      <a:cubicBezTo>
                        <a:pt x="895738" y="157458"/>
                        <a:pt x="895726" y="157458"/>
                        <a:pt x="895713" y="157458"/>
                      </a:cubicBezTo>
                      <a:close/>
                      <a:moveTo>
                        <a:pt x="453" y="151946"/>
                      </a:moveTo>
                      <a:cubicBezTo>
                        <a:pt x="208" y="151946"/>
                        <a:pt x="12" y="151750"/>
                        <a:pt x="12" y="151505"/>
                      </a:cubicBezTo>
                      <a:lnTo>
                        <a:pt x="12" y="148883"/>
                      </a:lnTo>
                      <a:cubicBezTo>
                        <a:pt x="12" y="148638"/>
                        <a:pt x="196" y="148442"/>
                        <a:pt x="441" y="148442"/>
                      </a:cubicBezTo>
                      <a:lnTo>
                        <a:pt x="441" y="148442"/>
                      </a:lnTo>
                      <a:cubicBezTo>
                        <a:pt x="686" y="148442"/>
                        <a:pt x="882" y="148638"/>
                        <a:pt x="882" y="148883"/>
                      </a:cubicBezTo>
                      <a:lnTo>
                        <a:pt x="882" y="151493"/>
                      </a:lnTo>
                      <a:cubicBezTo>
                        <a:pt x="882" y="151738"/>
                        <a:pt x="698" y="151934"/>
                        <a:pt x="453" y="151934"/>
                      </a:cubicBezTo>
                      <a:lnTo>
                        <a:pt x="453" y="151934"/>
                      </a:lnTo>
                      <a:close/>
                      <a:moveTo>
                        <a:pt x="894844" y="148761"/>
                      </a:moveTo>
                      <a:cubicBezTo>
                        <a:pt x="894623" y="148761"/>
                        <a:pt x="894427" y="148589"/>
                        <a:pt x="894415" y="148369"/>
                      </a:cubicBezTo>
                      <a:lnTo>
                        <a:pt x="894145" y="145760"/>
                      </a:lnTo>
                      <a:cubicBezTo>
                        <a:pt x="894121" y="145515"/>
                        <a:pt x="894292" y="145306"/>
                        <a:pt x="894537" y="145282"/>
                      </a:cubicBezTo>
                      <a:cubicBezTo>
                        <a:pt x="894770" y="145245"/>
                        <a:pt x="894991" y="145429"/>
                        <a:pt x="895015" y="145674"/>
                      </a:cubicBezTo>
                      <a:lnTo>
                        <a:pt x="895285" y="148283"/>
                      </a:lnTo>
                      <a:cubicBezTo>
                        <a:pt x="895309" y="148528"/>
                        <a:pt x="895138" y="148736"/>
                        <a:pt x="894893" y="148761"/>
                      </a:cubicBezTo>
                      <a:cubicBezTo>
                        <a:pt x="894880" y="148761"/>
                        <a:pt x="894868" y="148761"/>
                        <a:pt x="894844" y="148761"/>
                      </a:cubicBezTo>
                      <a:close/>
                      <a:moveTo>
                        <a:pt x="441" y="143212"/>
                      </a:moveTo>
                      <a:lnTo>
                        <a:pt x="441" y="143212"/>
                      </a:lnTo>
                      <a:cubicBezTo>
                        <a:pt x="196" y="143212"/>
                        <a:pt x="0" y="143016"/>
                        <a:pt x="0" y="142771"/>
                      </a:cubicBezTo>
                      <a:lnTo>
                        <a:pt x="0" y="140149"/>
                      </a:lnTo>
                      <a:cubicBezTo>
                        <a:pt x="0" y="139904"/>
                        <a:pt x="208" y="139708"/>
                        <a:pt x="441" y="139708"/>
                      </a:cubicBezTo>
                      <a:lnTo>
                        <a:pt x="441" y="139708"/>
                      </a:lnTo>
                      <a:cubicBezTo>
                        <a:pt x="686" y="139708"/>
                        <a:pt x="882" y="139904"/>
                        <a:pt x="882" y="140149"/>
                      </a:cubicBezTo>
                      <a:lnTo>
                        <a:pt x="882" y="142771"/>
                      </a:lnTo>
                      <a:cubicBezTo>
                        <a:pt x="882" y="143016"/>
                        <a:pt x="674" y="143212"/>
                        <a:pt x="441" y="143212"/>
                      </a:cubicBezTo>
                      <a:close/>
                      <a:moveTo>
                        <a:pt x="893913" y="140076"/>
                      </a:moveTo>
                      <a:cubicBezTo>
                        <a:pt x="893692" y="140076"/>
                        <a:pt x="893508" y="139904"/>
                        <a:pt x="893484" y="139684"/>
                      </a:cubicBezTo>
                      <a:lnTo>
                        <a:pt x="893190" y="137075"/>
                      </a:lnTo>
                      <a:cubicBezTo>
                        <a:pt x="893165" y="136830"/>
                        <a:pt x="893337" y="136621"/>
                        <a:pt x="893570" y="136597"/>
                      </a:cubicBezTo>
                      <a:cubicBezTo>
                        <a:pt x="893815" y="136585"/>
                        <a:pt x="894023" y="136744"/>
                        <a:pt x="894047" y="136977"/>
                      </a:cubicBezTo>
                      <a:lnTo>
                        <a:pt x="894341" y="139586"/>
                      </a:lnTo>
                      <a:cubicBezTo>
                        <a:pt x="894366" y="139831"/>
                        <a:pt x="894194" y="140039"/>
                        <a:pt x="893949" y="140064"/>
                      </a:cubicBezTo>
                      <a:cubicBezTo>
                        <a:pt x="893937" y="140064"/>
                        <a:pt x="893913" y="140064"/>
                        <a:pt x="893900" y="140064"/>
                      </a:cubicBezTo>
                      <a:close/>
                      <a:moveTo>
                        <a:pt x="490" y="134478"/>
                      </a:moveTo>
                      <a:lnTo>
                        <a:pt x="490" y="134478"/>
                      </a:lnTo>
                      <a:cubicBezTo>
                        <a:pt x="245" y="134478"/>
                        <a:pt x="49" y="134282"/>
                        <a:pt x="61" y="134037"/>
                      </a:cubicBezTo>
                      <a:lnTo>
                        <a:pt x="86" y="131427"/>
                      </a:lnTo>
                      <a:cubicBezTo>
                        <a:pt x="86" y="131182"/>
                        <a:pt x="282" y="130974"/>
                        <a:pt x="527" y="130999"/>
                      </a:cubicBezTo>
                      <a:cubicBezTo>
                        <a:pt x="772" y="130999"/>
                        <a:pt x="968" y="131195"/>
                        <a:pt x="955" y="131440"/>
                      </a:cubicBezTo>
                      <a:lnTo>
                        <a:pt x="931" y="134049"/>
                      </a:lnTo>
                      <a:cubicBezTo>
                        <a:pt x="931" y="134294"/>
                        <a:pt x="735" y="134478"/>
                        <a:pt x="490" y="134478"/>
                      </a:cubicBezTo>
                      <a:close/>
                      <a:moveTo>
                        <a:pt x="892920" y="131391"/>
                      </a:moveTo>
                      <a:cubicBezTo>
                        <a:pt x="892700" y="131391"/>
                        <a:pt x="892516" y="131231"/>
                        <a:pt x="892492" y="131011"/>
                      </a:cubicBezTo>
                      <a:lnTo>
                        <a:pt x="892173" y="128402"/>
                      </a:lnTo>
                      <a:cubicBezTo>
                        <a:pt x="892149" y="128157"/>
                        <a:pt x="892320" y="127949"/>
                        <a:pt x="892553" y="127912"/>
                      </a:cubicBezTo>
                      <a:cubicBezTo>
                        <a:pt x="892786" y="127875"/>
                        <a:pt x="893006" y="128059"/>
                        <a:pt x="893043" y="128292"/>
                      </a:cubicBezTo>
                      <a:lnTo>
                        <a:pt x="893361" y="130901"/>
                      </a:lnTo>
                      <a:cubicBezTo>
                        <a:pt x="893386" y="131146"/>
                        <a:pt x="893214" y="131354"/>
                        <a:pt x="892982" y="131391"/>
                      </a:cubicBezTo>
                      <a:cubicBezTo>
                        <a:pt x="892969" y="131391"/>
                        <a:pt x="892945" y="131391"/>
                        <a:pt x="892933" y="131391"/>
                      </a:cubicBezTo>
                      <a:close/>
                      <a:moveTo>
                        <a:pt x="588" y="125744"/>
                      </a:moveTo>
                      <a:lnTo>
                        <a:pt x="588" y="125744"/>
                      </a:lnTo>
                      <a:cubicBezTo>
                        <a:pt x="343" y="125744"/>
                        <a:pt x="159" y="125548"/>
                        <a:pt x="159" y="125303"/>
                      </a:cubicBezTo>
                      <a:lnTo>
                        <a:pt x="196" y="122681"/>
                      </a:lnTo>
                      <a:cubicBezTo>
                        <a:pt x="196" y="122436"/>
                        <a:pt x="392" y="122252"/>
                        <a:pt x="637" y="122252"/>
                      </a:cubicBezTo>
                      <a:lnTo>
                        <a:pt x="637" y="122252"/>
                      </a:lnTo>
                      <a:cubicBezTo>
                        <a:pt x="882" y="122252"/>
                        <a:pt x="1066" y="122461"/>
                        <a:pt x="1066" y="122693"/>
                      </a:cubicBezTo>
                      <a:lnTo>
                        <a:pt x="1029" y="125315"/>
                      </a:lnTo>
                      <a:cubicBezTo>
                        <a:pt x="1029" y="125560"/>
                        <a:pt x="833" y="125744"/>
                        <a:pt x="588" y="125744"/>
                      </a:cubicBezTo>
                      <a:close/>
                      <a:moveTo>
                        <a:pt x="891855" y="122706"/>
                      </a:moveTo>
                      <a:cubicBezTo>
                        <a:pt x="891634" y="122706"/>
                        <a:pt x="891450" y="122546"/>
                        <a:pt x="891426" y="122326"/>
                      </a:cubicBezTo>
                      <a:lnTo>
                        <a:pt x="891095" y="119729"/>
                      </a:lnTo>
                      <a:cubicBezTo>
                        <a:pt x="891058" y="119484"/>
                        <a:pt x="891230" y="119276"/>
                        <a:pt x="891475" y="119239"/>
                      </a:cubicBezTo>
                      <a:cubicBezTo>
                        <a:pt x="891720" y="119214"/>
                        <a:pt x="891928" y="119374"/>
                        <a:pt x="891965" y="119619"/>
                      </a:cubicBezTo>
                      <a:lnTo>
                        <a:pt x="892296" y="122216"/>
                      </a:lnTo>
                      <a:cubicBezTo>
                        <a:pt x="892320" y="122461"/>
                        <a:pt x="892161" y="122669"/>
                        <a:pt x="891916" y="122706"/>
                      </a:cubicBezTo>
                      <a:cubicBezTo>
                        <a:pt x="891891" y="122706"/>
                        <a:pt x="891879" y="122706"/>
                        <a:pt x="891855" y="122706"/>
                      </a:cubicBezTo>
                      <a:close/>
                      <a:moveTo>
                        <a:pt x="723" y="117010"/>
                      </a:moveTo>
                      <a:lnTo>
                        <a:pt x="723" y="117010"/>
                      </a:lnTo>
                      <a:cubicBezTo>
                        <a:pt x="478" y="117010"/>
                        <a:pt x="294" y="116801"/>
                        <a:pt x="294" y="116569"/>
                      </a:cubicBezTo>
                      <a:lnTo>
                        <a:pt x="343" y="113947"/>
                      </a:lnTo>
                      <a:cubicBezTo>
                        <a:pt x="343" y="113702"/>
                        <a:pt x="551" y="113506"/>
                        <a:pt x="784" y="113518"/>
                      </a:cubicBezTo>
                      <a:cubicBezTo>
                        <a:pt x="1029" y="113518"/>
                        <a:pt x="1213" y="113727"/>
                        <a:pt x="1213" y="113959"/>
                      </a:cubicBezTo>
                      <a:lnTo>
                        <a:pt x="1164" y="116581"/>
                      </a:lnTo>
                      <a:cubicBezTo>
                        <a:pt x="1164" y="116814"/>
                        <a:pt x="968" y="117010"/>
                        <a:pt x="723" y="117010"/>
                      </a:cubicBezTo>
                      <a:close/>
                      <a:moveTo>
                        <a:pt x="890715" y="114033"/>
                      </a:moveTo>
                      <a:cubicBezTo>
                        <a:pt x="890495" y="114033"/>
                        <a:pt x="890311" y="113874"/>
                        <a:pt x="890287" y="113653"/>
                      </a:cubicBezTo>
                      <a:lnTo>
                        <a:pt x="889931" y="111056"/>
                      </a:lnTo>
                      <a:cubicBezTo>
                        <a:pt x="889895" y="110811"/>
                        <a:pt x="890066" y="110591"/>
                        <a:pt x="890299" y="110566"/>
                      </a:cubicBezTo>
                      <a:cubicBezTo>
                        <a:pt x="890532" y="110529"/>
                        <a:pt x="890752" y="110701"/>
                        <a:pt x="890789" y="110946"/>
                      </a:cubicBezTo>
                      <a:lnTo>
                        <a:pt x="891144" y="113543"/>
                      </a:lnTo>
                      <a:cubicBezTo>
                        <a:pt x="891181" y="113788"/>
                        <a:pt x="891009" y="113996"/>
                        <a:pt x="890764" y="114033"/>
                      </a:cubicBezTo>
                      <a:cubicBezTo>
                        <a:pt x="890740" y="114033"/>
                        <a:pt x="890728" y="114033"/>
                        <a:pt x="890703" y="114033"/>
                      </a:cubicBezTo>
                      <a:close/>
                      <a:moveTo>
                        <a:pt x="919" y="108275"/>
                      </a:moveTo>
                      <a:lnTo>
                        <a:pt x="919" y="108275"/>
                      </a:lnTo>
                      <a:cubicBezTo>
                        <a:pt x="674" y="108275"/>
                        <a:pt x="490" y="108067"/>
                        <a:pt x="490" y="107822"/>
                      </a:cubicBezTo>
                      <a:lnTo>
                        <a:pt x="563" y="105201"/>
                      </a:lnTo>
                      <a:cubicBezTo>
                        <a:pt x="563" y="104956"/>
                        <a:pt x="808" y="104760"/>
                        <a:pt x="1017" y="104772"/>
                      </a:cubicBezTo>
                      <a:cubicBezTo>
                        <a:pt x="1262" y="104772"/>
                        <a:pt x="1445" y="104980"/>
                        <a:pt x="1445" y="105225"/>
                      </a:cubicBezTo>
                      <a:lnTo>
                        <a:pt x="1372" y="107847"/>
                      </a:lnTo>
                      <a:cubicBezTo>
                        <a:pt x="1372" y="108079"/>
                        <a:pt x="1176" y="108275"/>
                        <a:pt x="931" y="108275"/>
                      </a:cubicBezTo>
                      <a:close/>
                      <a:moveTo>
                        <a:pt x="889527" y="105372"/>
                      </a:moveTo>
                      <a:cubicBezTo>
                        <a:pt x="889319" y="105372"/>
                        <a:pt x="889123" y="105213"/>
                        <a:pt x="889098" y="104993"/>
                      </a:cubicBezTo>
                      <a:lnTo>
                        <a:pt x="888731" y="102396"/>
                      </a:lnTo>
                      <a:cubicBezTo>
                        <a:pt x="888694" y="102151"/>
                        <a:pt x="888866" y="101930"/>
                        <a:pt x="889098" y="101906"/>
                      </a:cubicBezTo>
                      <a:cubicBezTo>
                        <a:pt x="889331" y="101881"/>
                        <a:pt x="889564" y="102040"/>
                        <a:pt x="889588" y="102273"/>
                      </a:cubicBezTo>
                      <a:lnTo>
                        <a:pt x="889956" y="104870"/>
                      </a:lnTo>
                      <a:cubicBezTo>
                        <a:pt x="889993" y="105115"/>
                        <a:pt x="889821" y="105336"/>
                        <a:pt x="889588" y="105360"/>
                      </a:cubicBezTo>
                      <a:cubicBezTo>
                        <a:pt x="889564" y="105360"/>
                        <a:pt x="889552" y="105360"/>
                        <a:pt x="889527" y="105360"/>
                      </a:cubicBezTo>
                      <a:close/>
                      <a:moveTo>
                        <a:pt x="1176" y="99529"/>
                      </a:moveTo>
                      <a:lnTo>
                        <a:pt x="1164" y="99529"/>
                      </a:lnTo>
                      <a:cubicBezTo>
                        <a:pt x="919" y="99529"/>
                        <a:pt x="735" y="99321"/>
                        <a:pt x="747" y="99076"/>
                      </a:cubicBezTo>
                      <a:lnTo>
                        <a:pt x="833" y="96454"/>
                      </a:lnTo>
                      <a:cubicBezTo>
                        <a:pt x="833" y="96209"/>
                        <a:pt x="1053" y="96050"/>
                        <a:pt x="1286" y="96038"/>
                      </a:cubicBezTo>
                      <a:cubicBezTo>
                        <a:pt x="1531" y="96038"/>
                        <a:pt x="1715" y="96246"/>
                        <a:pt x="1703" y="96491"/>
                      </a:cubicBezTo>
                      <a:lnTo>
                        <a:pt x="1617" y="99113"/>
                      </a:lnTo>
                      <a:cubicBezTo>
                        <a:pt x="1617" y="99345"/>
                        <a:pt x="1421" y="99529"/>
                        <a:pt x="1176" y="99529"/>
                      </a:cubicBezTo>
                      <a:close/>
                      <a:moveTo>
                        <a:pt x="888265" y="96712"/>
                      </a:moveTo>
                      <a:cubicBezTo>
                        <a:pt x="888057" y="96712"/>
                        <a:pt x="887861" y="96552"/>
                        <a:pt x="887837" y="96344"/>
                      </a:cubicBezTo>
                      <a:lnTo>
                        <a:pt x="887445" y="93747"/>
                      </a:lnTo>
                      <a:cubicBezTo>
                        <a:pt x="887408" y="93502"/>
                        <a:pt x="887567" y="93282"/>
                        <a:pt x="887812" y="93245"/>
                      </a:cubicBezTo>
                      <a:cubicBezTo>
                        <a:pt x="888057" y="93208"/>
                        <a:pt x="888278" y="93368"/>
                        <a:pt x="888315" y="93613"/>
                      </a:cubicBezTo>
                      <a:lnTo>
                        <a:pt x="888706" y="96209"/>
                      </a:lnTo>
                      <a:cubicBezTo>
                        <a:pt x="888743" y="96454"/>
                        <a:pt x="888572" y="96675"/>
                        <a:pt x="888339" y="96712"/>
                      </a:cubicBezTo>
                      <a:cubicBezTo>
                        <a:pt x="888315" y="96712"/>
                        <a:pt x="888290" y="96712"/>
                        <a:pt x="888278" y="96712"/>
                      </a:cubicBezTo>
                      <a:close/>
                      <a:moveTo>
                        <a:pt x="1494" y="90783"/>
                      </a:moveTo>
                      <a:lnTo>
                        <a:pt x="1482" y="90783"/>
                      </a:lnTo>
                      <a:cubicBezTo>
                        <a:pt x="1237" y="90783"/>
                        <a:pt x="1053" y="90575"/>
                        <a:pt x="1066" y="90330"/>
                      </a:cubicBezTo>
                      <a:lnTo>
                        <a:pt x="1176" y="87708"/>
                      </a:lnTo>
                      <a:cubicBezTo>
                        <a:pt x="1176" y="87463"/>
                        <a:pt x="1396" y="87267"/>
                        <a:pt x="1629" y="87292"/>
                      </a:cubicBezTo>
                      <a:cubicBezTo>
                        <a:pt x="1874" y="87292"/>
                        <a:pt x="2058" y="87500"/>
                        <a:pt x="2046" y="87745"/>
                      </a:cubicBezTo>
                      <a:lnTo>
                        <a:pt x="1935" y="90366"/>
                      </a:lnTo>
                      <a:cubicBezTo>
                        <a:pt x="1935" y="90599"/>
                        <a:pt x="1727" y="90783"/>
                        <a:pt x="1494" y="90783"/>
                      </a:cubicBezTo>
                      <a:close/>
                      <a:moveTo>
                        <a:pt x="886942" y="88063"/>
                      </a:moveTo>
                      <a:cubicBezTo>
                        <a:pt x="886734" y="88063"/>
                        <a:pt x="886550" y="87904"/>
                        <a:pt x="886514" y="87696"/>
                      </a:cubicBezTo>
                      <a:lnTo>
                        <a:pt x="886109" y="85111"/>
                      </a:lnTo>
                      <a:cubicBezTo>
                        <a:pt x="886073" y="84878"/>
                        <a:pt x="886232" y="84646"/>
                        <a:pt x="886477" y="84609"/>
                      </a:cubicBezTo>
                      <a:cubicBezTo>
                        <a:pt x="886722" y="84572"/>
                        <a:pt x="886942" y="84731"/>
                        <a:pt x="886979" y="84976"/>
                      </a:cubicBezTo>
                      <a:lnTo>
                        <a:pt x="887384" y="87573"/>
                      </a:lnTo>
                      <a:cubicBezTo>
                        <a:pt x="887420" y="87806"/>
                        <a:pt x="887261" y="88039"/>
                        <a:pt x="887016" y="88076"/>
                      </a:cubicBezTo>
                      <a:cubicBezTo>
                        <a:pt x="886991" y="88076"/>
                        <a:pt x="886967" y="88076"/>
                        <a:pt x="886942" y="88076"/>
                      </a:cubicBezTo>
                      <a:close/>
                      <a:moveTo>
                        <a:pt x="1886" y="82037"/>
                      </a:moveTo>
                      <a:cubicBezTo>
                        <a:pt x="1886" y="82037"/>
                        <a:pt x="1874" y="82037"/>
                        <a:pt x="1862" y="82037"/>
                      </a:cubicBezTo>
                      <a:cubicBezTo>
                        <a:pt x="1617" y="82037"/>
                        <a:pt x="1433" y="81816"/>
                        <a:pt x="1445" y="81583"/>
                      </a:cubicBezTo>
                      <a:lnTo>
                        <a:pt x="1580" y="78962"/>
                      </a:lnTo>
                      <a:cubicBezTo>
                        <a:pt x="1592" y="78717"/>
                        <a:pt x="1801" y="78521"/>
                        <a:pt x="2033" y="78545"/>
                      </a:cubicBezTo>
                      <a:cubicBezTo>
                        <a:pt x="2278" y="78545"/>
                        <a:pt x="2462" y="78766"/>
                        <a:pt x="2450" y="78999"/>
                      </a:cubicBezTo>
                      <a:lnTo>
                        <a:pt x="2315" y="81620"/>
                      </a:lnTo>
                      <a:cubicBezTo>
                        <a:pt x="2315" y="81853"/>
                        <a:pt x="2107" y="82037"/>
                        <a:pt x="1874" y="82037"/>
                      </a:cubicBezTo>
                      <a:close/>
                      <a:moveTo>
                        <a:pt x="885558" y="79440"/>
                      </a:moveTo>
                      <a:cubicBezTo>
                        <a:pt x="885350" y="79440"/>
                        <a:pt x="885166" y="79293"/>
                        <a:pt x="885129" y="79072"/>
                      </a:cubicBezTo>
                      <a:lnTo>
                        <a:pt x="884701" y="76487"/>
                      </a:lnTo>
                      <a:cubicBezTo>
                        <a:pt x="884664" y="76255"/>
                        <a:pt x="884823" y="76022"/>
                        <a:pt x="885056" y="75985"/>
                      </a:cubicBezTo>
                      <a:cubicBezTo>
                        <a:pt x="885289" y="75948"/>
                        <a:pt x="885522" y="76108"/>
                        <a:pt x="885558" y="76340"/>
                      </a:cubicBezTo>
                      <a:lnTo>
                        <a:pt x="885987" y="78925"/>
                      </a:lnTo>
                      <a:cubicBezTo>
                        <a:pt x="886024" y="79158"/>
                        <a:pt x="885865" y="79391"/>
                        <a:pt x="885632" y="79427"/>
                      </a:cubicBezTo>
                      <a:cubicBezTo>
                        <a:pt x="885607" y="79427"/>
                        <a:pt x="885583" y="79427"/>
                        <a:pt x="885558" y="79427"/>
                      </a:cubicBezTo>
                      <a:close/>
                      <a:moveTo>
                        <a:pt x="2352" y="73290"/>
                      </a:moveTo>
                      <a:cubicBezTo>
                        <a:pt x="2352" y="73290"/>
                        <a:pt x="2340" y="73290"/>
                        <a:pt x="2327" y="73290"/>
                      </a:cubicBezTo>
                      <a:cubicBezTo>
                        <a:pt x="2082" y="73278"/>
                        <a:pt x="1899" y="73070"/>
                        <a:pt x="1911" y="72825"/>
                      </a:cubicBezTo>
                      <a:lnTo>
                        <a:pt x="2070" y="70203"/>
                      </a:lnTo>
                      <a:cubicBezTo>
                        <a:pt x="2082" y="69958"/>
                        <a:pt x="2303" y="69775"/>
                        <a:pt x="2536" y="69799"/>
                      </a:cubicBezTo>
                      <a:cubicBezTo>
                        <a:pt x="2781" y="69811"/>
                        <a:pt x="2964" y="70020"/>
                        <a:pt x="2940" y="70265"/>
                      </a:cubicBezTo>
                      <a:lnTo>
                        <a:pt x="2781" y="72886"/>
                      </a:lnTo>
                      <a:cubicBezTo>
                        <a:pt x="2768" y="73119"/>
                        <a:pt x="2572" y="73302"/>
                        <a:pt x="2340" y="73302"/>
                      </a:cubicBezTo>
                      <a:close/>
                      <a:moveTo>
                        <a:pt x="884113" y="70816"/>
                      </a:moveTo>
                      <a:cubicBezTo>
                        <a:pt x="883904" y="70816"/>
                        <a:pt x="883721" y="70669"/>
                        <a:pt x="883684" y="70448"/>
                      </a:cubicBezTo>
                      <a:lnTo>
                        <a:pt x="883243" y="67864"/>
                      </a:lnTo>
                      <a:cubicBezTo>
                        <a:pt x="883206" y="67631"/>
                        <a:pt x="883366" y="67398"/>
                        <a:pt x="883598" y="67361"/>
                      </a:cubicBezTo>
                      <a:cubicBezTo>
                        <a:pt x="883831" y="67325"/>
                        <a:pt x="884064" y="67484"/>
                        <a:pt x="884101" y="67717"/>
                      </a:cubicBezTo>
                      <a:lnTo>
                        <a:pt x="884541" y="70301"/>
                      </a:lnTo>
                      <a:cubicBezTo>
                        <a:pt x="884578" y="70534"/>
                        <a:pt x="884419" y="70767"/>
                        <a:pt x="884186" y="70804"/>
                      </a:cubicBezTo>
                      <a:cubicBezTo>
                        <a:pt x="884162" y="70804"/>
                        <a:pt x="884137" y="70804"/>
                        <a:pt x="884113" y="70804"/>
                      </a:cubicBezTo>
                      <a:close/>
                      <a:moveTo>
                        <a:pt x="2891" y="64568"/>
                      </a:moveTo>
                      <a:cubicBezTo>
                        <a:pt x="2891" y="64568"/>
                        <a:pt x="2866" y="64568"/>
                        <a:pt x="2866" y="64568"/>
                      </a:cubicBezTo>
                      <a:cubicBezTo>
                        <a:pt x="2621" y="64556"/>
                        <a:pt x="2438" y="64348"/>
                        <a:pt x="2462" y="64103"/>
                      </a:cubicBezTo>
                      <a:lnTo>
                        <a:pt x="2646" y="61481"/>
                      </a:lnTo>
                      <a:cubicBezTo>
                        <a:pt x="2658" y="61236"/>
                        <a:pt x="2879" y="61065"/>
                        <a:pt x="3111" y="61077"/>
                      </a:cubicBezTo>
                      <a:cubicBezTo>
                        <a:pt x="3356" y="61089"/>
                        <a:pt x="3528" y="61298"/>
                        <a:pt x="3516" y="61543"/>
                      </a:cubicBezTo>
                      <a:lnTo>
                        <a:pt x="3332" y="64152"/>
                      </a:lnTo>
                      <a:cubicBezTo>
                        <a:pt x="3320" y="64385"/>
                        <a:pt x="3124" y="64556"/>
                        <a:pt x="2891" y="64556"/>
                      </a:cubicBezTo>
                      <a:close/>
                      <a:moveTo>
                        <a:pt x="882606" y="62204"/>
                      </a:moveTo>
                      <a:cubicBezTo>
                        <a:pt x="882398" y="62204"/>
                        <a:pt x="882214" y="62057"/>
                        <a:pt x="882177" y="61849"/>
                      </a:cubicBezTo>
                      <a:lnTo>
                        <a:pt x="881712" y="59264"/>
                      </a:lnTo>
                      <a:cubicBezTo>
                        <a:pt x="881675" y="59032"/>
                        <a:pt x="881822" y="58799"/>
                        <a:pt x="882067" y="58762"/>
                      </a:cubicBezTo>
                      <a:cubicBezTo>
                        <a:pt x="882312" y="58725"/>
                        <a:pt x="882533" y="58872"/>
                        <a:pt x="882569" y="59117"/>
                      </a:cubicBezTo>
                      <a:lnTo>
                        <a:pt x="883035" y="61702"/>
                      </a:lnTo>
                      <a:cubicBezTo>
                        <a:pt x="883072" y="61935"/>
                        <a:pt x="882925" y="62167"/>
                        <a:pt x="882680" y="62204"/>
                      </a:cubicBezTo>
                      <a:cubicBezTo>
                        <a:pt x="882655" y="62204"/>
                        <a:pt x="882631" y="62204"/>
                        <a:pt x="882606" y="62204"/>
                      </a:cubicBezTo>
                      <a:close/>
                      <a:moveTo>
                        <a:pt x="3528" y="55859"/>
                      </a:moveTo>
                      <a:cubicBezTo>
                        <a:pt x="3528" y="55859"/>
                        <a:pt x="3503" y="55859"/>
                        <a:pt x="3491" y="55859"/>
                      </a:cubicBezTo>
                      <a:cubicBezTo>
                        <a:pt x="3246" y="55834"/>
                        <a:pt x="3075" y="55626"/>
                        <a:pt x="3087" y="55393"/>
                      </a:cubicBezTo>
                      <a:lnTo>
                        <a:pt x="3295" y="52772"/>
                      </a:lnTo>
                      <a:cubicBezTo>
                        <a:pt x="3320" y="52527"/>
                        <a:pt x="3528" y="52343"/>
                        <a:pt x="3761" y="52368"/>
                      </a:cubicBezTo>
                      <a:cubicBezTo>
                        <a:pt x="4006" y="52392"/>
                        <a:pt x="4177" y="52600"/>
                        <a:pt x="4165" y="52833"/>
                      </a:cubicBezTo>
                      <a:lnTo>
                        <a:pt x="3957" y="55442"/>
                      </a:lnTo>
                      <a:cubicBezTo>
                        <a:pt x="3944" y="55675"/>
                        <a:pt x="3748" y="55847"/>
                        <a:pt x="3516" y="55847"/>
                      </a:cubicBezTo>
                      <a:close/>
                      <a:moveTo>
                        <a:pt x="881050" y="53605"/>
                      </a:moveTo>
                      <a:cubicBezTo>
                        <a:pt x="880842" y="53605"/>
                        <a:pt x="880658" y="53458"/>
                        <a:pt x="880622" y="53250"/>
                      </a:cubicBezTo>
                      <a:lnTo>
                        <a:pt x="880144" y="50677"/>
                      </a:lnTo>
                      <a:cubicBezTo>
                        <a:pt x="880095" y="50444"/>
                        <a:pt x="880254" y="50212"/>
                        <a:pt x="880487" y="50163"/>
                      </a:cubicBezTo>
                      <a:cubicBezTo>
                        <a:pt x="880732" y="50126"/>
                        <a:pt x="880952" y="50273"/>
                        <a:pt x="881001" y="50506"/>
                      </a:cubicBezTo>
                      <a:lnTo>
                        <a:pt x="881479" y="53078"/>
                      </a:lnTo>
                      <a:cubicBezTo>
                        <a:pt x="881528" y="53311"/>
                        <a:pt x="881369" y="53544"/>
                        <a:pt x="881124" y="53593"/>
                      </a:cubicBezTo>
                      <a:cubicBezTo>
                        <a:pt x="881099" y="53593"/>
                        <a:pt x="881075" y="53593"/>
                        <a:pt x="881038" y="53593"/>
                      </a:cubicBezTo>
                      <a:close/>
                      <a:moveTo>
                        <a:pt x="4263" y="47149"/>
                      </a:moveTo>
                      <a:cubicBezTo>
                        <a:pt x="4263" y="47149"/>
                        <a:pt x="4238" y="47149"/>
                        <a:pt x="4226" y="47149"/>
                      </a:cubicBezTo>
                      <a:cubicBezTo>
                        <a:pt x="3981" y="47125"/>
                        <a:pt x="3810" y="46917"/>
                        <a:pt x="3834" y="46672"/>
                      </a:cubicBezTo>
                      <a:cubicBezTo>
                        <a:pt x="3908" y="45802"/>
                        <a:pt x="3993" y="44932"/>
                        <a:pt x="4079" y="44062"/>
                      </a:cubicBezTo>
                      <a:cubicBezTo>
                        <a:pt x="4104" y="43817"/>
                        <a:pt x="4312" y="43646"/>
                        <a:pt x="4557" y="43670"/>
                      </a:cubicBezTo>
                      <a:cubicBezTo>
                        <a:pt x="4802" y="43695"/>
                        <a:pt x="4973" y="43903"/>
                        <a:pt x="4949" y="44148"/>
                      </a:cubicBezTo>
                      <a:cubicBezTo>
                        <a:pt x="4863" y="45018"/>
                        <a:pt x="4790" y="45888"/>
                        <a:pt x="4704" y="46757"/>
                      </a:cubicBezTo>
                      <a:cubicBezTo>
                        <a:pt x="4679" y="46990"/>
                        <a:pt x="4496" y="47149"/>
                        <a:pt x="4275" y="47149"/>
                      </a:cubicBezTo>
                      <a:close/>
                      <a:moveTo>
                        <a:pt x="879421" y="45018"/>
                      </a:moveTo>
                      <a:cubicBezTo>
                        <a:pt x="879213" y="45018"/>
                        <a:pt x="879029" y="44871"/>
                        <a:pt x="878992" y="44663"/>
                      </a:cubicBezTo>
                      <a:lnTo>
                        <a:pt x="878490" y="42090"/>
                      </a:lnTo>
                      <a:cubicBezTo>
                        <a:pt x="878441" y="41857"/>
                        <a:pt x="878600" y="41625"/>
                        <a:pt x="878833" y="41576"/>
                      </a:cubicBezTo>
                      <a:cubicBezTo>
                        <a:pt x="879066" y="41527"/>
                        <a:pt x="879299" y="41686"/>
                        <a:pt x="879348" y="41919"/>
                      </a:cubicBezTo>
                      <a:lnTo>
                        <a:pt x="879850" y="44491"/>
                      </a:lnTo>
                      <a:cubicBezTo>
                        <a:pt x="879899" y="44724"/>
                        <a:pt x="879740" y="44957"/>
                        <a:pt x="879507" y="45006"/>
                      </a:cubicBezTo>
                      <a:cubicBezTo>
                        <a:pt x="879482" y="45006"/>
                        <a:pt x="879446" y="45006"/>
                        <a:pt x="879421" y="45006"/>
                      </a:cubicBezTo>
                      <a:close/>
                      <a:moveTo>
                        <a:pt x="5108" y="38452"/>
                      </a:moveTo>
                      <a:cubicBezTo>
                        <a:pt x="5108" y="38452"/>
                        <a:pt x="5084" y="38452"/>
                        <a:pt x="5059" y="38452"/>
                      </a:cubicBezTo>
                      <a:cubicBezTo>
                        <a:pt x="4814" y="38427"/>
                        <a:pt x="4643" y="38207"/>
                        <a:pt x="4667" y="37974"/>
                      </a:cubicBezTo>
                      <a:cubicBezTo>
                        <a:pt x="4753" y="37104"/>
                        <a:pt x="4851" y="36235"/>
                        <a:pt x="4949" y="35365"/>
                      </a:cubicBezTo>
                      <a:cubicBezTo>
                        <a:pt x="4973" y="35120"/>
                        <a:pt x="5194" y="34949"/>
                        <a:pt x="5427" y="34973"/>
                      </a:cubicBezTo>
                      <a:cubicBezTo>
                        <a:pt x="5672" y="34998"/>
                        <a:pt x="5843" y="35218"/>
                        <a:pt x="5819" y="35451"/>
                      </a:cubicBezTo>
                      <a:cubicBezTo>
                        <a:pt x="5721" y="36321"/>
                        <a:pt x="5635" y="37190"/>
                        <a:pt x="5537" y="38060"/>
                      </a:cubicBezTo>
                      <a:cubicBezTo>
                        <a:pt x="5512" y="38280"/>
                        <a:pt x="5329" y="38452"/>
                        <a:pt x="5108" y="38452"/>
                      </a:cubicBezTo>
                      <a:close/>
                      <a:moveTo>
                        <a:pt x="877731" y="36443"/>
                      </a:moveTo>
                      <a:cubicBezTo>
                        <a:pt x="877522" y="36443"/>
                        <a:pt x="877339" y="36296"/>
                        <a:pt x="877302" y="36088"/>
                      </a:cubicBezTo>
                      <a:lnTo>
                        <a:pt x="876787" y="33515"/>
                      </a:lnTo>
                      <a:cubicBezTo>
                        <a:pt x="876738" y="33283"/>
                        <a:pt x="876898" y="33050"/>
                        <a:pt x="877130" y="33001"/>
                      </a:cubicBezTo>
                      <a:cubicBezTo>
                        <a:pt x="877375" y="32952"/>
                        <a:pt x="877596" y="33111"/>
                        <a:pt x="877645" y="33344"/>
                      </a:cubicBezTo>
                      <a:lnTo>
                        <a:pt x="878159" y="35916"/>
                      </a:lnTo>
                      <a:cubicBezTo>
                        <a:pt x="878208" y="36149"/>
                        <a:pt x="878049" y="36382"/>
                        <a:pt x="877816" y="36431"/>
                      </a:cubicBezTo>
                      <a:cubicBezTo>
                        <a:pt x="877792" y="36431"/>
                        <a:pt x="877755" y="36431"/>
                        <a:pt x="877731" y="36431"/>
                      </a:cubicBezTo>
                      <a:close/>
                      <a:moveTo>
                        <a:pt x="6076" y="29767"/>
                      </a:moveTo>
                      <a:cubicBezTo>
                        <a:pt x="6076" y="29767"/>
                        <a:pt x="6039" y="29767"/>
                        <a:pt x="6027" y="29767"/>
                      </a:cubicBezTo>
                      <a:cubicBezTo>
                        <a:pt x="5782" y="29742"/>
                        <a:pt x="5610" y="29522"/>
                        <a:pt x="5647" y="29277"/>
                      </a:cubicBezTo>
                      <a:cubicBezTo>
                        <a:pt x="5745" y="28407"/>
                        <a:pt x="5855" y="27537"/>
                        <a:pt x="5966" y="26668"/>
                      </a:cubicBezTo>
                      <a:cubicBezTo>
                        <a:pt x="5990" y="26423"/>
                        <a:pt x="6211" y="26263"/>
                        <a:pt x="6456" y="26288"/>
                      </a:cubicBezTo>
                      <a:cubicBezTo>
                        <a:pt x="6701" y="26312"/>
                        <a:pt x="6860" y="26533"/>
                        <a:pt x="6835" y="26778"/>
                      </a:cubicBezTo>
                      <a:cubicBezTo>
                        <a:pt x="6725" y="27635"/>
                        <a:pt x="6627" y="28505"/>
                        <a:pt x="6517" y="29375"/>
                      </a:cubicBezTo>
                      <a:cubicBezTo>
                        <a:pt x="6492" y="29595"/>
                        <a:pt x="6296" y="29755"/>
                        <a:pt x="6088" y="29755"/>
                      </a:cubicBezTo>
                      <a:close/>
                      <a:moveTo>
                        <a:pt x="875979" y="27868"/>
                      </a:moveTo>
                      <a:cubicBezTo>
                        <a:pt x="875771" y="27868"/>
                        <a:pt x="875599" y="27721"/>
                        <a:pt x="875550" y="27525"/>
                      </a:cubicBezTo>
                      <a:lnTo>
                        <a:pt x="875011" y="24953"/>
                      </a:lnTo>
                      <a:cubicBezTo>
                        <a:pt x="874962" y="24720"/>
                        <a:pt x="875109" y="24487"/>
                        <a:pt x="875354" y="24438"/>
                      </a:cubicBezTo>
                      <a:cubicBezTo>
                        <a:pt x="875587" y="24377"/>
                        <a:pt x="875820" y="24536"/>
                        <a:pt x="875869" y="24781"/>
                      </a:cubicBezTo>
                      <a:lnTo>
                        <a:pt x="876408" y="27354"/>
                      </a:lnTo>
                      <a:cubicBezTo>
                        <a:pt x="876457" y="27586"/>
                        <a:pt x="876310" y="27819"/>
                        <a:pt x="876065" y="27868"/>
                      </a:cubicBezTo>
                      <a:cubicBezTo>
                        <a:pt x="876040" y="27868"/>
                        <a:pt x="876003" y="27868"/>
                        <a:pt x="875979" y="27868"/>
                      </a:cubicBezTo>
                      <a:close/>
                      <a:moveTo>
                        <a:pt x="7178" y="21094"/>
                      </a:moveTo>
                      <a:cubicBezTo>
                        <a:pt x="7178" y="21094"/>
                        <a:pt x="7142" y="21094"/>
                        <a:pt x="7117" y="21094"/>
                      </a:cubicBezTo>
                      <a:cubicBezTo>
                        <a:pt x="6872" y="21057"/>
                        <a:pt x="6713" y="20837"/>
                        <a:pt x="6750" y="20604"/>
                      </a:cubicBezTo>
                      <a:cubicBezTo>
                        <a:pt x="6872" y="19734"/>
                        <a:pt x="6995" y="18865"/>
                        <a:pt x="7117" y="18007"/>
                      </a:cubicBezTo>
                      <a:cubicBezTo>
                        <a:pt x="7154" y="17762"/>
                        <a:pt x="7374" y="17603"/>
                        <a:pt x="7607" y="17640"/>
                      </a:cubicBezTo>
                      <a:cubicBezTo>
                        <a:pt x="7840" y="17676"/>
                        <a:pt x="8011" y="17897"/>
                        <a:pt x="7975" y="18130"/>
                      </a:cubicBezTo>
                      <a:cubicBezTo>
                        <a:pt x="7852" y="18987"/>
                        <a:pt x="7730" y="19857"/>
                        <a:pt x="7607" y="20727"/>
                      </a:cubicBezTo>
                      <a:cubicBezTo>
                        <a:pt x="7583" y="20947"/>
                        <a:pt x="7387" y="21106"/>
                        <a:pt x="7178" y="21106"/>
                      </a:cubicBezTo>
                      <a:close/>
                      <a:moveTo>
                        <a:pt x="874154" y="19318"/>
                      </a:moveTo>
                      <a:cubicBezTo>
                        <a:pt x="873958" y="19318"/>
                        <a:pt x="873774" y="19183"/>
                        <a:pt x="873725" y="18975"/>
                      </a:cubicBezTo>
                      <a:lnTo>
                        <a:pt x="873161" y="16415"/>
                      </a:lnTo>
                      <a:cubicBezTo>
                        <a:pt x="873113" y="16182"/>
                        <a:pt x="873260" y="15949"/>
                        <a:pt x="873492" y="15888"/>
                      </a:cubicBezTo>
                      <a:cubicBezTo>
                        <a:pt x="873725" y="15827"/>
                        <a:pt x="873958" y="15986"/>
                        <a:pt x="874007" y="16219"/>
                      </a:cubicBezTo>
                      <a:lnTo>
                        <a:pt x="874570" y="18779"/>
                      </a:lnTo>
                      <a:cubicBezTo>
                        <a:pt x="874619" y="19012"/>
                        <a:pt x="874472" y="19244"/>
                        <a:pt x="874239" y="19293"/>
                      </a:cubicBezTo>
                      <a:cubicBezTo>
                        <a:pt x="874203" y="19293"/>
                        <a:pt x="874178" y="19293"/>
                        <a:pt x="874141" y="19293"/>
                      </a:cubicBezTo>
                      <a:close/>
                      <a:moveTo>
                        <a:pt x="868617" y="14565"/>
                      </a:moveTo>
                      <a:cubicBezTo>
                        <a:pt x="868617" y="14565"/>
                        <a:pt x="868580" y="14565"/>
                        <a:pt x="868568" y="14565"/>
                      </a:cubicBezTo>
                      <a:cubicBezTo>
                        <a:pt x="867710" y="14467"/>
                        <a:pt x="866841" y="14369"/>
                        <a:pt x="865959" y="14271"/>
                      </a:cubicBezTo>
                      <a:cubicBezTo>
                        <a:pt x="865714" y="14246"/>
                        <a:pt x="865542" y="14026"/>
                        <a:pt x="865567" y="13793"/>
                      </a:cubicBezTo>
                      <a:cubicBezTo>
                        <a:pt x="865591" y="13548"/>
                        <a:pt x="865812" y="13377"/>
                        <a:pt x="866044" y="13401"/>
                      </a:cubicBezTo>
                      <a:cubicBezTo>
                        <a:pt x="866926" y="13499"/>
                        <a:pt x="867796" y="13597"/>
                        <a:pt x="868654" y="13695"/>
                      </a:cubicBezTo>
                      <a:cubicBezTo>
                        <a:pt x="868899" y="13720"/>
                        <a:pt x="869070" y="13940"/>
                        <a:pt x="869033" y="14185"/>
                      </a:cubicBezTo>
                      <a:cubicBezTo>
                        <a:pt x="869009" y="14406"/>
                        <a:pt x="868825" y="14577"/>
                        <a:pt x="868605" y="14577"/>
                      </a:cubicBezTo>
                      <a:close/>
                      <a:moveTo>
                        <a:pt x="859932" y="13634"/>
                      </a:moveTo>
                      <a:cubicBezTo>
                        <a:pt x="859932" y="13634"/>
                        <a:pt x="859907" y="13634"/>
                        <a:pt x="859883" y="13634"/>
                      </a:cubicBezTo>
                      <a:lnTo>
                        <a:pt x="857274" y="13377"/>
                      </a:lnTo>
                      <a:cubicBezTo>
                        <a:pt x="857029" y="13352"/>
                        <a:pt x="856857" y="13144"/>
                        <a:pt x="856882" y="12899"/>
                      </a:cubicBezTo>
                      <a:cubicBezTo>
                        <a:pt x="856906" y="12654"/>
                        <a:pt x="857114" y="12495"/>
                        <a:pt x="857359" y="12507"/>
                      </a:cubicBezTo>
                      <a:lnTo>
                        <a:pt x="859969" y="12764"/>
                      </a:lnTo>
                      <a:cubicBezTo>
                        <a:pt x="860214" y="12789"/>
                        <a:pt x="860385" y="12997"/>
                        <a:pt x="860361" y="13242"/>
                      </a:cubicBezTo>
                      <a:cubicBezTo>
                        <a:pt x="860336" y="13462"/>
                        <a:pt x="860152" y="13634"/>
                        <a:pt x="859932" y="13634"/>
                      </a:cubicBezTo>
                      <a:close/>
                      <a:moveTo>
                        <a:pt x="851235" y="12801"/>
                      </a:moveTo>
                      <a:cubicBezTo>
                        <a:pt x="851235" y="12801"/>
                        <a:pt x="851210" y="12801"/>
                        <a:pt x="851198" y="12801"/>
                      </a:cubicBezTo>
                      <a:lnTo>
                        <a:pt x="848589" y="12568"/>
                      </a:lnTo>
                      <a:cubicBezTo>
                        <a:pt x="848344" y="12544"/>
                        <a:pt x="848172" y="12335"/>
                        <a:pt x="848197" y="12090"/>
                      </a:cubicBezTo>
                      <a:cubicBezTo>
                        <a:pt x="848221" y="11846"/>
                        <a:pt x="848429" y="11686"/>
                        <a:pt x="848674" y="11699"/>
                      </a:cubicBezTo>
                      <a:lnTo>
                        <a:pt x="851283" y="11931"/>
                      </a:lnTo>
                      <a:cubicBezTo>
                        <a:pt x="851528" y="11956"/>
                        <a:pt x="851700" y="12164"/>
                        <a:pt x="851675" y="12409"/>
                      </a:cubicBezTo>
                      <a:cubicBezTo>
                        <a:pt x="851651" y="12642"/>
                        <a:pt x="851467" y="12801"/>
                        <a:pt x="851247" y="12801"/>
                      </a:cubicBezTo>
                      <a:close/>
                      <a:moveTo>
                        <a:pt x="8452" y="12458"/>
                      </a:moveTo>
                      <a:cubicBezTo>
                        <a:pt x="8452" y="12458"/>
                        <a:pt x="8403" y="12458"/>
                        <a:pt x="8379" y="12458"/>
                      </a:cubicBezTo>
                      <a:cubicBezTo>
                        <a:pt x="8146" y="12421"/>
                        <a:pt x="7975" y="12201"/>
                        <a:pt x="8011" y="11956"/>
                      </a:cubicBezTo>
                      <a:cubicBezTo>
                        <a:pt x="8146" y="11086"/>
                        <a:pt x="8293" y="10229"/>
                        <a:pt x="8428" y="9359"/>
                      </a:cubicBezTo>
                      <a:cubicBezTo>
                        <a:pt x="8465" y="9114"/>
                        <a:pt x="8685" y="8955"/>
                        <a:pt x="8930" y="9004"/>
                      </a:cubicBezTo>
                      <a:cubicBezTo>
                        <a:pt x="9163" y="9040"/>
                        <a:pt x="9334" y="9273"/>
                        <a:pt x="9285" y="9506"/>
                      </a:cubicBezTo>
                      <a:cubicBezTo>
                        <a:pt x="9151" y="10363"/>
                        <a:pt x="9004" y="11221"/>
                        <a:pt x="8869" y="12090"/>
                      </a:cubicBezTo>
                      <a:cubicBezTo>
                        <a:pt x="8832" y="12311"/>
                        <a:pt x="8648" y="12458"/>
                        <a:pt x="8440" y="12458"/>
                      </a:cubicBezTo>
                      <a:close/>
                      <a:moveTo>
                        <a:pt x="842525" y="12054"/>
                      </a:moveTo>
                      <a:cubicBezTo>
                        <a:pt x="842525" y="12054"/>
                        <a:pt x="842500" y="12054"/>
                        <a:pt x="842488" y="12054"/>
                      </a:cubicBezTo>
                      <a:lnTo>
                        <a:pt x="839879" y="11846"/>
                      </a:lnTo>
                      <a:cubicBezTo>
                        <a:pt x="839634" y="11821"/>
                        <a:pt x="839463" y="11613"/>
                        <a:pt x="839475" y="11380"/>
                      </a:cubicBezTo>
                      <a:cubicBezTo>
                        <a:pt x="839499" y="11135"/>
                        <a:pt x="839695" y="10964"/>
                        <a:pt x="839940" y="10976"/>
                      </a:cubicBezTo>
                      <a:lnTo>
                        <a:pt x="842549" y="11184"/>
                      </a:lnTo>
                      <a:cubicBezTo>
                        <a:pt x="842794" y="11209"/>
                        <a:pt x="842966" y="11417"/>
                        <a:pt x="842954" y="11650"/>
                      </a:cubicBezTo>
                      <a:cubicBezTo>
                        <a:pt x="842929" y="11882"/>
                        <a:pt x="842745" y="12054"/>
                        <a:pt x="842513" y="12054"/>
                      </a:cubicBezTo>
                      <a:close/>
                      <a:moveTo>
                        <a:pt x="833815" y="11368"/>
                      </a:moveTo>
                      <a:cubicBezTo>
                        <a:pt x="833815" y="11368"/>
                        <a:pt x="833791" y="11368"/>
                        <a:pt x="833779" y="11368"/>
                      </a:cubicBezTo>
                      <a:lnTo>
                        <a:pt x="831169" y="11172"/>
                      </a:lnTo>
                      <a:cubicBezTo>
                        <a:pt x="830924" y="11160"/>
                        <a:pt x="830753" y="10939"/>
                        <a:pt x="830765" y="10706"/>
                      </a:cubicBezTo>
                      <a:cubicBezTo>
                        <a:pt x="830777" y="10461"/>
                        <a:pt x="830986" y="10278"/>
                        <a:pt x="831231" y="10302"/>
                      </a:cubicBezTo>
                      <a:lnTo>
                        <a:pt x="833852" y="10498"/>
                      </a:lnTo>
                      <a:cubicBezTo>
                        <a:pt x="834097" y="10523"/>
                        <a:pt x="834269" y="10731"/>
                        <a:pt x="834256" y="10964"/>
                      </a:cubicBezTo>
                      <a:cubicBezTo>
                        <a:pt x="834244" y="11196"/>
                        <a:pt x="834048" y="11368"/>
                        <a:pt x="833815" y="11368"/>
                      </a:cubicBezTo>
                      <a:close/>
                      <a:moveTo>
                        <a:pt x="825093" y="10731"/>
                      </a:moveTo>
                      <a:cubicBezTo>
                        <a:pt x="825093" y="10731"/>
                        <a:pt x="825069" y="10731"/>
                        <a:pt x="825057" y="10731"/>
                      </a:cubicBezTo>
                      <a:lnTo>
                        <a:pt x="822435" y="10547"/>
                      </a:lnTo>
                      <a:cubicBezTo>
                        <a:pt x="822190" y="10535"/>
                        <a:pt x="822019" y="10327"/>
                        <a:pt x="822031" y="10082"/>
                      </a:cubicBezTo>
                      <a:cubicBezTo>
                        <a:pt x="822043" y="9837"/>
                        <a:pt x="822264" y="9665"/>
                        <a:pt x="822497" y="9677"/>
                      </a:cubicBezTo>
                      <a:lnTo>
                        <a:pt x="825118" y="9861"/>
                      </a:lnTo>
                      <a:cubicBezTo>
                        <a:pt x="825363" y="9873"/>
                        <a:pt x="825535" y="10082"/>
                        <a:pt x="825522" y="10327"/>
                      </a:cubicBezTo>
                      <a:cubicBezTo>
                        <a:pt x="825510" y="10559"/>
                        <a:pt x="825314" y="10731"/>
                        <a:pt x="825081" y="10731"/>
                      </a:cubicBezTo>
                      <a:close/>
                      <a:moveTo>
                        <a:pt x="816372" y="10143"/>
                      </a:moveTo>
                      <a:cubicBezTo>
                        <a:pt x="816372" y="10143"/>
                        <a:pt x="816347" y="10143"/>
                        <a:pt x="816347" y="10143"/>
                      </a:cubicBezTo>
                      <a:lnTo>
                        <a:pt x="813726" y="9971"/>
                      </a:lnTo>
                      <a:cubicBezTo>
                        <a:pt x="813481" y="9959"/>
                        <a:pt x="813297" y="9751"/>
                        <a:pt x="813321" y="9506"/>
                      </a:cubicBezTo>
                      <a:cubicBezTo>
                        <a:pt x="813334" y="9261"/>
                        <a:pt x="813542" y="9077"/>
                        <a:pt x="813787" y="9102"/>
                      </a:cubicBezTo>
                      <a:lnTo>
                        <a:pt x="816408" y="9273"/>
                      </a:lnTo>
                      <a:cubicBezTo>
                        <a:pt x="816654" y="9285"/>
                        <a:pt x="816837" y="9494"/>
                        <a:pt x="816813" y="9739"/>
                      </a:cubicBezTo>
                      <a:cubicBezTo>
                        <a:pt x="816801" y="9971"/>
                        <a:pt x="816604" y="10143"/>
                        <a:pt x="816372" y="10143"/>
                      </a:cubicBezTo>
                      <a:close/>
                      <a:moveTo>
                        <a:pt x="807650" y="9592"/>
                      </a:moveTo>
                      <a:cubicBezTo>
                        <a:pt x="807650" y="9592"/>
                        <a:pt x="807638" y="9592"/>
                        <a:pt x="807625" y="9592"/>
                      </a:cubicBezTo>
                      <a:lnTo>
                        <a:pt x="805004" y="9432"/>
                      </a:lnTo>
                      <a:cubicBezTo>
                        <a:pt x="804759" y="9420"/>
                        <a:pt x="804575" y="9212"/>
                        <a:pt x="804600" y="8967"/>
                      </a:cubicBezTo>
                      <a:cubicBezTo>
                        <a:pt x="804612" y="8722"/>
                        <a:pt x="804808" y="8526"/>
                        <a:pt x="805065" y="8550"/>
                      </a:cubicBezTo>
                      <a:lnTo>
                        <a:pt x="807687" y="8710"/>
                      </a:lnTo>
                      <a:cubicBezTo>
                        <a:pt x="807932" y="8722"/>
                        <a:pt x="808115" y="8930"/>
                        <a:pt x="808091" y="9175"/>
                      </a:cubicBezTo>
                      <a:cubicBezTo>
                        <a:pt x="808079" y="9408"/>
                        <a:pt x="807883" y="9592"/>
                        <a:pt x="807650" y="9592"/>
                      </a:cubicBezTo>
                      <a:close/>
                      <a:moveTo>
                        <a:pt x="798928" y="9077"/>
                      </a:moveTo>
                      <a:cubicBezTo>
                        <a:pt x="798928" y="9077"/>
                        <a:pt x="798916" y="9077"/>
                        <a:pt x="798904" y="9077"/>
                      </a:cubicBezTo>
                      <a:lnTo>
                        <a:pt x="796282" y="8930"/>
                      </a:lnTo>
                      <a:cubicBezTo>
                        <a:pt x="796037" y="8918"/>
                        <a:pt x="795853" y="8710"/>
                        <a:pt x="795866" y="8465"/>
                      </a:cubicBezTo>
                      <a:cubicBezTo>
                        <a:pt x="795878" y="8220"/>
                        <a:pt x="796074" y="8024"/>
                        <a:pt x="796331" y="8048"/>
                      </a:cubicBezTo>
                      <a:lnTo>
                        <a:pt x="798953" y="8195"/>
                      </a:lnTo>
                      <a:cubicBezTo>
                        <a:pt x="799198" y="8207"/>
                        <a:pt x="799381" y="8416"/>
                        <a:pt x="799369" y="8661"/>
                      </a:cubicBezTo>
                      <a:cubicBezTo>
                        <a:pt x="799357" y="8893"/>
                        <a:pt x="799161" y="9077"/>
                        <a:pt x="798928" y="9077"/>
                      </a:cubicBezTo>
                      <a:close/>
                      <a:moveTo>
                        <a:pt x="790206" y="8599"/>
                      </a:moveTo>
                      <a:cubicBezTo>
                        <a:pt x="790206" y="8599"/>
                        <a:pt x="790194" y="8599"/>
                        <a:pt x="790182" y="8599"/>
                      </a:cubicBezTo>
                      <a:lnTo>
                        <a:pt x="787560" y="8465"/>
                      </a:lnTo>
                      <a:cubicBezTo>
                        <a:pt x="787315" y="8465"/>
                        <a:pt x="787132" y="8244"/>
                        <a:pt x="787144" y="8011"/>
                      </a:cubicBezTo>
                      <a:cubicBezTo>
                        <a:pt x="787156" y="7766"/>
                        <a:pt x="787364" y="7558"/>
                        <a:pt x="787597" y="7595"/>
                      </a:cubicBezTo>
                      <a:lnTo>
                        <a:pt x="790218" y="7730"/>
                      </a:lnTo>
                      <a:cubicBezTo>
                        <a:pt x="790464" y="7742"/>
                        <a:pt x="790647" y="7950"/>
                        <a:pt x="790635" y="8183"/>
                      </a:cubicBezTo>
                      <a:cubicBezTo>
                        <a:pt x="790623" y="8416"/>
                        <a:pt x="790427" y="8599"/>
                        <a:pt x="790194" y="8599"/>
                      </a:cubicBezTo>
                      <a:close/>
                      <a:moveTo>
                        <a:pt x="781472" y="8146"/>
                      </a:moveTo>
                      <a:cubicBezTo>
                        <a:pt x="781472" y="8146"/>
                        <a:pt x="781460" y="8146"/>
                        <a:pt x="781448" y="8146"/>
                      </a:cubicBezTo>
                      <a:lnTo>
                        <a:pt x="778826" y="8011"/>
                      </a:lnTo>
                      <a:cubicBezTo>
                        <a:pt x="778581" y="8011"/>
                        <a:pt x="778397" y="7791"/>
                        <a:pt x="778410" y="7558"/>
                      </a:cubicBezTo>
                      <a:cubicBezTo>
                        <a:pt x="778410" y="7313"/>
                        <a:pt x="778630" y="7117"/>
                        <a:pt x="778863" y="7142"/>
                      </a:cubicBezTo>
                      <a:lnTo>
                        <a:pt x="781484" y="7276"/>
                      </a:lnTo>
                      <a:cubicBezTo>
                        <a:pt x="781730" y="7276"/>
                        <a:pt x="781913" y="7497"/>
                        <a:pt x="781901" y="7730"/>
                      </a:cubicBezTo>
                      <a:cubicBezTo>
                        <a:pt x="781901" y="7962"/>
                        <a:pt x="781693" y="8146"/>
                        <a:pt x="781460" y="8146"/>
                      </a:cubicBezTo>
                      <a:close/>
                      <a:moveTo>
                        <a:pt x="772738" y="7730"/>
                      </a:moveTo>
                      <a:cubicBezTo>
                        <a:pt x="772738" y="7730"/>
                        <a:pt x="772726" y="7730"/>
                        <a:pt x="772714" y="7730"/>
                      </a:cubicBezTo>
                      <a:lnTo>
                        <a:pt x="770092" y="7607"/>
                      </a:lnTo>
                      <a:cubicBezTo>
                        <a:pt x="769847" y="7607"/>
                        <a:pt x="769663" y="7387"/>
                        <a:pt x="769676" y="7154"/>
                      </a:cubicBezTo>
                      <a:cubicBezTo>
                        <a:pt x="769676" y="6909"/>
                        <a:pt x="769896" y="6713"/>
                        <a:pt x="770129" y="6737"/>
                      </a:cubicBezTo>
                      <a:lnTo>
                        <a:pt x="772750" y="6860"/>
                      </a:lnTo>
                      <a:cubicBezTo>
                        <a:pt x="772995" y="6860"/>
                        <a:pt x="773179" y="7080"/>
                        <a:pt x="773167" y="7313"/>
                      </a:cubicBezTo>
                      <a:cubicBezTo>
                        <a:pt x="773167" y="7546"/>
                        <a:pt x="772959" y="7730"/>
                        <a:pt x="772726" y="7730"/>
                      </a:cubicBezTo>
                      <a:close/>
                      <a:moveTo>
                        <a:pt x="764004" y="7325"/>
                      </a:moveTo>
                      <a:lnTo>
                        <a:pt x="763980" y="7325"/>
                      </a:lnTo>
                      <a:lnTo>
                        <a:pt x="761358" y="7215"/>
                      </a:lnTo>
                      <a:cubicBezTo>
                        <a:pt x="761113" y="7215"/>
                        <a:pt x="760929" y="7007"/>
                        <a:pt x="760942" y="6762"/>
                      </a:cubicBezTo>
                      <a:cubicBezTo>
                        <a:pt x="760942" y="6517"/>
                        <a:pt x="761162" y="6345"/>
                        <a:pt x="761395" y="6345"/>
                      </a:cubicBezTo>
                      <a:lnTo>
                        <a:pt x="764016" y="6456"/>
                      </a:lnTo>
                      <a:cubicBezTo>
                        <a:pt x="764261" y="6456"/>
                        <a:pt x="764445" y="6676"/>
                        <a:pt x="764433" y="6909"/>
                      </a:cubicBezTo>
                      <a:cubicBezTo>
                        <a:pt x="764433" y="7142"/>
                        <a:pt x="764225" y="7325"/>
                        <a:pt x="763992" y="7325"/>
                      </a:cubicBezTo>
                      <a:close/>
                      <a:moveTo>
                        <a:pt x="755270" y="6946"/>
                      </a:moveTo>
                      <a:lnTo>
                        <a:pt x="755246" y="6946"/>
                      </a:lnTo>
                      <a:lnTo>
                        <a:pt x="752624" y="6835"/>
                      </a:lnTo>
                      <a:cubicBezTo>
                        <a:pt x="752379" y="6835"/>
                        <a:pt x="752195" y="6627"/>
                        <a:pt x="752208" y="6382"/>
                      </a:cubicBezTo>
                      <a:cubicBezTo>
                        <a:pt x="752208" y="6137"/>
                        <a:pt x="752404" y="5953"/>
                        <a:pt x="752661" y="5966"/>
                      </a:cubicBezTo>
                      <a:lnTo>
                        <a:pt x="755282" y="6076"/>
                      </a:lnTo>
                      <a:cubicBezTo>
                        <a:pt x="755527" y="6076"/>
                        <a:pt x="755711" y="6296"/>
                        <a:pt x="755699" y="6529"/>
                      </a:cubicBezTo>
                      <a:cubicBezTo>
                        <a:pt x="755699" y="6762"/>
                        <a:pt x="755491" y="6946"/>
                        <a:pt x="755258" y="6946"/>
                      </a:cubicBezTo>
                      <a:close/>
                      <a:moveTo>
                        <a:pt x="746536" y="6590"/>
                      </a:moveTo>
                      <a:lnTo>
                        <a:pt x="746524" y="6590"/>
                      </a:lnTo>
                      <a:lnTo>
                        <a:pt x="743902" y="6492"/>
                      </a:lnTo>
                      <a:cubicBezTo>
                        <a:pt x="743657" y="6492"/>
                        <a:pt x="743473" y="6284"/>
                        <a:pt x="743486" y="6039"/>
                      </a:cubicBezTo>
                      <a:cubicBezTo>
                        <a:pt x="743486" y="5794"/>
                        <a:pt x="743682" y="5623"/>
                        <a:pt x="743939" y="5623"/>
                      </a:cubicBezTo>
                      <a:lnTo>
                        <a:pt x="746560" y="5721"/>
                      </a:lnTo>
                      <a:cubicBezTo>
                        <a:pt x="746805" y="5721"/>
                        <a:pt x="746989" y="5929"/>
                        <a:pt x="746977" y="6174"/>
                      </a:cubicBezTo>
                      <a:cubicBezTo>
                        <a:pt x="746977" y="6407"/>
                        <a:pt x="746769" y="6590"/>
                        <a:pt x="746536" y="6590"/>
                      </a:cubicBezTo>
                      <a:close/>
                      <a:moveTo>
                        <a:pt x="737802" y="6260"/>
                      </a:moveTo>
                      <a:lnTo>
                        <a:pt x="737790" y="6260"/>
                      </a:lnTo>
                      <a:lnTo>
                        <a:pt x="735168" y="6162"/>
                      </a:lnTo>
                      <a:cubicBezTo>
                        <a:pt x="734923" y="6162"/>
                        <a:pt x="734739" y="5953"/>
                        <a:pt x="734752" y="5708"/>
                      </a:cubicBezTo>
                      <a:cubicBezTo>
                        <a:pt x="734752" y="5463"/>
                        <a:pt x="734948" y="5280"/>
                        <a:pt x="735205" y="5292"/>
                      </a:cubicBezTo>
                      <a:lnTo>
                        <a:pt x="737826" y="5390"/>
                      </a:lnTo>
                      <a:cubicBezTo>
                        <a:pt x="738071" y="5390"/>
                        <a:pt x="738255" y="5598"/>
                        <a:pt x="738243" y="5843"/>
                      </a:cubicBezTo>
                      <a:cubicBezTo>
                        <a:pt x="738243" y="6076"/>
                        <a:pt x="738035" y="6260"/>
                        <a:pt x="737802" y="6260"/>
                      </a:cubicBezTo>
                      <a:close/>
                      <a:moveTo>
                        <a:pt x="729068" y="5941"/>
                      </a:moveTo>
                      <a:lnTo>
                        <a:pt x="729056" y="5941"/>
                      </a:lnTo>
                      <a:lnTo>
                        <a:pt x="726434" y="5843"/>
                      </a:lnTo>
                      <a:cubicBezTo>
                        <a:pt x="726189" y="5843"/>
                        <a:pt x="726005" y="5635"/>
                        <a:pt x="726018" y="5390"/>
                      </a:cubicBezTo>
                      <a:cubicBezTo>
                        <a:pt x="726018" y="5145"/>
                        <a:pt x="726226" y="4961"/>
                        <a:pt x="726471" y="4973"/>
                      </a:cubicBezTo>
                      <a:lnTo>
                        <a:pt x="729092" y="5071"/>
                      </a:lnTo>
                      <a:cubicBezTo>
                        <a:pt x="729337" y="5071"/>
                        <a:pt x="729521" y="5280"/>
                        <a:pt x="729509" y="5525"/>
                      </a:cubicBezTo>
                      <a:cubicBezTo>
                        <a:pt x="729509" y="5757"/>
                        <a:pt x="729313" y="5941"/>
                        <a:pt x="729068" y="5941"/>
                      </a:cubicBezTo>
                      <a:close/>
                      <a:moveTo>
                        <a:pt x="720334" y="5635"/>
                      </a:moveTo>
                      <a:lnTo>
                        <a:pt x="720322" y="5635"/>
                      </a:lnTo>
                      <a:lnTo>
                        <a:pt x="717700" y="5549"/>
                      </a:lnTo>
                      <a:cubicBezTo>
                        <a:pt x="717455" y="5549"/>
                        <a:pt x="717271" y="5341"/>
                        <a:pt x="717283" y="5096"/>
                      </a:cubicBezTo>
                      <a:cubicBezTo>
                        <a:pt x="717283" y="4851"/>
                        <a:pt x="717504" y="4692"/>
                        <a:pt x="717737" y="4679"/>
                      </a:cubicBezTo>
                      <a:lnTo>
                        <a:pt x="720358" y="4765"/>
                      </a:lnTo>
                      <a:cubicBezTo>
                        <a:pt x="720603" y="4765"/>
                        <a:pt x="720787" y="4973"/>
                        <a:pt x="720775" y="5218"/>
                      </a:cubicBezTo>
                      <a:cubicBezTo>
                        <a:pt x="720775" y="5451"/>
                        <a:pt x="720579" y="5635"/>
                        <a:pt x="720334" y="5635"/>
                      </a:cubicBezTo>
                      <a:close/>
                      <a:moveTo>
                        <a:pt x="711600" y="5353"/>
                      </a:moveTo>
                      <a:lnTo>
                        <a:pt x="711587" y="5353"/>
                      </a:lnTo>
                      <a:lnTo>
                        <a:pt x="708966" y="5267"/>
                      </a:lnTo>
                      <a:cubicBezTo>
                        <a:pt x="708721" y="5267"/>
                        <a:pt x="708537" y="5059"/>
                        <a:pt x="708537" y="4814"/>
                      </a:cubicBezTo>
                      <a:cubicBezTo>
                        <a:pt x="708537" y="4569"/>
                        <a:pt x="708745" y="4373"/>
                        <a:pt x="708991" y="4385"/>
                      </a:cubicBezTo>
                      <a:lnTo>
                        <a:pt x="711612" y="4471"/>
                      </a:lnTo>
                      <a:cubicBezTo>
                        <a:pt x="711857" y="4471"/>
                        <a:pt x="712041" y="4679"/>
                        <a:pt x="712041" y="4924"/>
                      </a:cubicBezTo>
                      <a:cubicBezTo>
                        <a:pt x="712041" y="5157"/>
                        <a:pt x="711845" y="5353"/>
                        <a:pt x="711600" y="5353"/>
                      </a:cubicBezTo>
                      <a:close/>
                      <a:moveTo>
                        <a:pt x="702866" y="5084"/>
                      </a:moveTo>
                      <a:lnTo>
                        <a:pt x="702853" y="5084"/>
                      </a:lnTo>
                      <a:lnTo>
                        <a:pt x="700232" y="5010"/>
                      </a:lnTo>
                      <a:cubicBezTo>
                        <a:pt x="699987" y="5010"/>
                        <a:pt x="699803" y="4802"/>
                        <a:pt x="699803" y="4557"/>
                      </a:cubicBezTo>
                      <a:cubicBezTo>
                        <a:pt x="699803" y="4312"/>
                        <a:pt x="700011" y="4140"/>
                        <a:pt x="700256" y="4128"/>
                      </a:cubicBezTo>
                      <a:lnTo>
                        <a:pt x="702878" y="4202"/>
                      </a:lnTo>
                      <a:cubicBezTo>
                        <a:pt x="703123" y="4202"/>
                        <a:pt x="703307" y="4410"/>
                        <a:pt x="703307" y="4655"/>
                      </a:cubicBezTo>
                      <a:cubicBezTo>
                        <a:pt x="703307" y="4888"/>
                        <a:pt x="703111" y="5084"/>
                        <a:pt x="702866" y="5084"/>
                      </a:cubicBezTo>
                      <a:close/>
                      <a:moveTo>
                        <a:pt x="694132" y="4826"/>
                      </a:moveTo>
                      <a:lnTo>
                        <a:pt x="694119" y="4826"/>
                      </a:lnTo>
                      <a:lnTo>
                        <a:pt x="691498" y="4753"/>
                      </a:lnTo>
                      <a:cubicBezTo>
                        <a:pt x="691253" y="4753"/>
                        <a:pt x="691069" y="4545"/>
                        <a:pt x="691069" y="4300"/>
                      </a:cubicBezTo>
                      <a:cubicBezTo>
                        <a:pt x="691069" y="4055"/>
                        <a:pt x="691241" y="3871"/>
                        <a:pt x="691522" y="3871"/>
                      </a:cubicBezTo>
                      <a:lnTo>
                        <a:pt x="694144" y="3944"/>
                      </a:lnTo>
                      <a:cubicBezTo>
                        <a:pt x="694389" y="3944"/>
                        <a:pt x="694573" y="4153"/>
                        <a:pt x="694573" y="4398"/>
                      </a:cubicBezTo>
                      <a:cubicBezTo>
                        <a:pt x="694573" y="4630"/>
                        <a:pt x="694377" y="4826"/>
                        <a:pt x="694132" y="4826"/>
                      </a:cubicBezTo>
                      <a:close/>
                      <a:moveTo>
                        <a:pt x="685398" y="4581"/>
                      </a:moveTo>
                      <a:lnTo>
                        <a:pt x="685385" y="4581"/>
                      </a:lnTo>
                      <a:lnTo>
                        <a:pt x="682764" y="4508"/>
                      </a:lnTo>
                      <a:cubicBezTo>
                        <a:pt x="682519" y="4508"/>
                        <a:pt x="682335" y="4300"/>
                        <a:pt x="682335" y="4055"/>
                      </a:cubicBezTo>
                      <a:cubicBezTo>
                        <a:pt x="682335" y="3810"/>
                        <a:pt x="682556" y="3614"/>
                        <a:pt x="682788" y="3626"/>
                      </a:cubicBezTo>
                      <a:lnTo>
                        <a:pt x="685410" y="3699"/>
                      </a:lnTo>
                      <a:cubicBezTo>
                        <a:pt x="685655" y="3699"/>
                        <a:pt x="685838" y="3908"/>
                        <a:pt x="685838" y="4153"/>
                      </a:cubicBezTo>
                      <a:cubicBezTo>
                        <a:pt x="685838" y="4385"/>
                        <a:pt x="685642" y="4581"/>
                        <a:pt x="685398" y="4581"/>
                      </a:cubicBezTo>
                      <a:close/>
                      <a:moveTo>
                        <a:pt x="676663" y="4349"/>
                      </a:moveTo>
                      <a:lnTo>
                        <a:pt x="676663" y="4349"/>
                      </a:lnTo>
                      <a:lnTo>
                        <a:pt x="674042" y="4275"/>
                      </a:lnTo>
                      <a:cubicBezTo>
                        <a:pt x="673797" y="4275"/>
                        <a:pt x="673613" y="4067"/>
                        <a:pt x="673613" y="3822"/>
                      </a:cubicBezTo>
                      <a:cubicBezTo>
                        <a:pt x="673613" y="3589"/>
                        <a:pt x="673809" y="3393"/>
                        <a:pt x="674054" y="3393"/>
                      </a:cubicBezTo>
                      <a:lnTo>
                        <a:pt x="674054" y="3393"/>
                      </a:lnTo>
                      <a:lnTo>
                        <a:pt x="676676" y="3467"/>
                      </a:lnTo>
                      <a:cubicBezTo>
                        <a:pt x="676921" y="3467"/>
                        <a:pt x="677104" y="3675"/>
                        <a:pt x="677104" y="3920"/>
                      </a:cubicBezTo>
                      <a:cubicBezTo>
                        <a:pt x="677104" y="4153"/>
                        <a:pt x="676908" y="4349"/>
                        <a:pt x="676663" y="4349"/>
                      </a:cubicBezTo>
                      <a:close/>
                      <a:moveTo>
                        <a:pt x="667929" y="4128"/>
                      </a:moveTo>
                      <a:lnTo>
                        <a:pt x="667929" y="4128"/>
                      </a:lnTo>
                      <a:lnTo>
                        <a:pt x="665308" y="4067"/>
                      </a:lnTo>
                      <a:cubicBezTo>
                        <a:pt x="665063" y="4067"/>
                        <a:pt x="664879" y="3859"/>
                        <a:pt x="664879" y="3614"/>
                      </a:cubicBezTo>
                      <a:cubicBezTo>
                        <a:pt x="664879" y="3369"/>
                        <a:pt x="665063" y="3185"/>
                        <a:pt x="665332" y="3185"/>
                      </a:cubicBezTo>
                      <a:lnTo>
                        <a:pt x="667954" y="3246"/>
                      </a:lnTo>
                      <a:cubicBezTo>
                        <a:pt x="668199" y="3246"/>
                        <a:pt x="668383" y="3454"/>
                        <a:pt x="668383" y="3699"/>
                      </a:cubicBezTo>
                      <a:cubicBezTo>
                        <a:pt x="668383" y="3932"/>
                        <a:pt x="668187" y="4128"/>
                        <a:pt x="667942" y="4128"/>
                      </a:cubicBezTo>
                      <a:close/>
                      <a:moveTo>
                        <a:pt x="10130" y="3920"/>
                      </a:moveTo>
                      <a:cubicBezTo>
                        <a:pt x="10045" y="3920"/>
                        <a:pt x="9959" y="3895"/>
                        <a:pt x="9873" y="3834"/>
                      </a:cubicBezTo>
                      <a:cubicBezTo>
                        <a:pt x="9677" y="3699"/>
                        <a:pt x="9628" y="3418"/>
                        <a:pt x="9775" y="3222"/>
                      </a:cubicBezTo>
                      <a:cubicBezTo>
                        <a:pt x="10278" y="2523"/>
                        <a:pt x="11074" y="2107"/>
                        <a:pt x="11943" y="2095"/>
                      </a:cubicBezTo>
                      <a:lnTo>
                        <a:pt x="12446" y="2095"/>
                      </a:lnTo>
                      <a:cubicBezTo>
                        <a:pt x="12446" y="2095"/>
                        <a:pt x="12446" y="2095"/>
                        <a:pt x="12446" y="2095"/>
                      </a:cubicBezTo>
                      <a:cubicBezTo>
                        <a:pt x="12678" y="2095"/>
                        <a:pt x="12874" y="2291"/>
                        <a:pt x="12887" y="2523"/>
                      </a:cubicBezTo>
                      <a:cubicBezTo>
                        <a:pt x="12887" y="2768"/>
                        <a:pt x="12703" y="2964"/>
                        <a:pt x="12458" y="2964"/>
                      </a:cubicBezTo>
                      <a:lnTo>
                        <a:pt x="11968" y="2964"/>
                      </a:lnTo>
                      <a:cubicBezTo>
                        <a:pt x="11368" y="2977"/>
                        <a:pt x="10841" y="3258"/>
                        <a:pt x="10498" y="3736"/>
                      </a:cubicBezTo>
                      <a:cubicBezTo>
                        <a:pt x="10412" y="3859"/>
                        <a:pt x="10278" y="3920"/>
                        <a:pt x="10143" y="3920"/>
                      </a:cubicBezTo>
                      <a:close/>
                      <a:moveTo>
                        <a:pt x="659195" y="3920"/>
                      </a:moveTo>
                      <a:lnTo>
                        <a:pt x="659195" y="3920"/>
                      </a:lnTo>
                      <a:lnTo>
                        <a:pt x="656574" y="3859"/>
                      </a:lnTo>
                      <a:cubicBezTo>
                        <a:pt x="656329" y="3859"/>
                        <a:pt x="656145" y="3650"/>
                        <a:pt x="656145" y="3405"/>
                      </a:cubicBezTo>
                      <a:cubicBezTo>
                        <a:pt x="656145" y="3160"/>
                        <a:pt x="656341" y="2964"/>
                        <a:pt x="656598" y="2977"/>
                      </a:cubicBezTo>
                      <a:lnTo>
                        <a:pt x="659220" y="3038"/>
                      </a:lnTo>
                      <a:cubicBezTo>
                        <a:pt x="659465" y="3038"/>
                        <a:pt x="659649" y="3246"/>
                        <a:pt x="659649" y="3491"/>
                      </a:cubicBezTo>
                      <a:cubicBezTo>
                        <a:pt x="659649" y="3724"/>
                        <a:pt x="659453" y="3920"/>
                        <a:pt x="659208" y="3920"/>
                      </a:cubicBezTo>
                      <a:close/>
                      <a:moveTo>
                        <a:pt x="650461" y="3712"/>
                      </a:moveTo>
                      <a:lnTo>
                        <a:pt x="650461" y="3712"/>
                      </a:lnTo>
                      <a:lnTo>
                        <a:pt x="647840" y="3650"/>
                      </a:lnTo>
                      <a:cubicBezTo>
                        <a:pt x="647595" y="3650"/>
                        <a:pt x="647411" y="3442"/>
                        <a:pt x="647411" y="3209"/>
                      </a:cubicBezTo>
                      <a:cubicBezTo>
                        <a:pt x="647411" y="2964"/>
                        <a:pt x="647607" y="2793"/>
                        <a:pt x="647852" y="2781"/>
                      </a:cubicBezTo>
                      <a:lnTo>
                        <a:pt x="650474" y="2842"/>
                      </a:lnTo>
                      <a:cubicBezTo>
                        <a:pt x="650718" y="2842"/>
                        <a:pt x="650902" y="3050"/>
                        <a:pt x="650902" y="3295"/>
                      </a:cubicBezTo>
                      <a:cubicBezTo>
                        <a:pt x="650902" y="3528"/>
                        <a:pt x="650706" y="3724"/>
                        <a:pt x="650461" y="3724"/>
                      </a:cubicBezTo>
                      <a:close/>
                      <a:moveTo>
                        <a:pt x="641727" y="3516"/>
                      </a:moveTo>
                      <a:lnTo>
                        <a:pt x="641727" y="3516"/>
                      </a:lnTo>
                      <a:lnTo>
                        <a:pt x="639106" y="3454"/>
                      </a:lnTo>
                      <a:cubicBezTo>
                        <a:pt x="638861" y="3454"/>
                        <a:pt x="638677" y="3246"/>
                        <a:pt x="638677" y="3013"/>
                      </a:cubicBezTo>
                      <a:cubicBezTo>
                        <a:pt x="638677" y="2768"/>
                        <a:pt x="638873" y="2548"/>
                        <a:pt x="639118" y="2585"/>
                      </a:cubicBezTo>
                      <a:lnTo>
                        <a:pt x="641739" y="2646"/>
                      </a:lnTo>
                      <a:cubicBezTo>
                        <a:pt x="641984" y="2646"/>
                        <a:pt x="642168" y="2854"/>
                        <a:pt x="642168" y="3087"/>
                      </a:cubicBezTo>
                      <a:cubicBezTo>
                        <a:pt x="642168" y="3320"/>
                        <a:pt x="641972" y="3516"/>
                        <a:pt x="641727" y="3516"/>
                      </a:cubicBezTo>
                      <a:close/>
                      <a:moveTo>
                        <a:pt x="632993" y="3332"/>
                      </a:moveTo>
                      <a:lnTo>
                        <a:pt x="632993" y="3332"/>
                      </a:lnTo>
                      <a:lnTo>
                        <a:pt x="630372" y="3283"/>
                      </a:lnTo>
                      <a:cubicBezTo>
                        <a:pt x="630127" y="3283"/>
                        <a:pt x="629943" y="3075"/>
                        <a:pt x="629943" y="2842"/>
                      </a:cubicBezTo>
                      <a:cubicBezTo>
                        <a:pt x="629943" y="2597"/>
                        <a:pt x="630176" y="2376"/>
                        <a:pt x="630384" y="2413"/>
                      </a:cubicBezTo>
                      <a:lnTo>
                        <a:pt x="633005" y="2462"/>
                      </a:lnTo>
                      <a:cubicBezTo>
                        <a:pt x="633250" y="2462"/>
                        <a:pt x="633434" y="2670"/>
                        <a:pt x="633434" y="2903"/>
                      </a:cubicBezTo>
                      <a:cubicBezTo>
                        <a:pt x="633434" y="3136"/>
                        <a:pt x="633238" y="3332"/>
                        <a:pt x="632993" y="3332"/>
                      </a:cubicBezTo>
                      <a:close/>
                      <a:moveTo>
                        <a:pt x="624259" y="3160"/>
                      </a:moveTo>
                      <a:lnTo>
                        <a:pt x="624259" y="3160"/>
                      </a:lnTo>
                      <a:lnTo>
                        <a:pt x="621638" y="3111"/>
                      </a:lnTo>
                      <a:cubicBezTo>
                        <a:pt x="621393" y="3111"/>
                        <a:pt x="621209" y="2903"/>
                        <a:pt x="621209" y="2670"/>
                      </a:cubicBezTo>
                      <a:cubicBezTo>
                        <a:pt x="621209" y="2425"/>
                        <a:pt x="621368" y="2242"/>
                        <a:pt x="621650" y="2242"/>
                      </a:cubicBezTo>
                      <a:lnTo>
                        <a:pt x="624271" y="2291"/>
                      </a:lnTo>
                      <a:cubicBezTo>
                        <a:pt x="624516" y="2291"/>
                        <a:pt x="624700" y="2499"/>
                        <a:pt x="624700" y="2732"/>
                      </a:cubicBezTo>
                      <a:cubicBezTo>
                        <a:pt x="624700" y="2964"/>
                        <a:pt x="624504" y="3160"/>
                        <a:pt x="624259" y="3160"/>
                      </a:cubicBezTo>
                      <a:close/>
                      <a:moveTo>
                        <a:pt x="615525" y="2989"/>
                      </a:moveTo>
                      <a:lnTo>
                        <a:pt x="615525" y="2989"/>
                      </a:lnTo>
                      <a:lnTo>
                        <a:pt x="612903" y="2940"/>
                      </a:lnTo>
                      <a:cubicBezTo>
                        <a:pt x="612659" y="2940"/>
                        <a:pt x="612475" y="2732"/>
                        <a:pt x="612475" y="2499"/>
                      </a:cubicBezTo>
                      <a:cubicBezTo>
                        <a:pt x="612475" y="2254"/>
                        <a:pt x="612671" y="2070"/>
                        <a:pt x="612916" y="2070"/>
                      </a:cubicBezTo>
                      <a:lnTo>
                        <a:pt x="612916" y="2070"/>
                      </a:lnTo>
                      <a:lnTo>
                        <a:pt x="615537" y="2119"/>
                      </a:lnTo>
                      <a:cubicBezTo>
                        <a:pt x="615782" y="2119"/>
                        <a:pt x="615966" y="2327"/>
                        <a:pt x="615966" y="2560"/>
                      </a:cubicBezTo>
                      <a:cubicBezTo>
                        <a:pt x="615966" y="2805"/>
                        <a:pt x="615770" y="2989"/>
                        <a:pt x="615525" y="2989"/>
                      </a:cubicBezTo>
                      <a:close/>
                      <a:moveTo>
                        <a:pt x="18595" y="2891"/>
                      </a:moveTo>
                      <a:cubicBezTo>
                        <a:pt x="18350" y="2891"/>
                        <a:pt x="18166" y="2695"/>
                        <a:pt x="18154" y="2462"/>
                      </a:cubicBezTo>
                      <a:cubicBezTo>
                        <a:pt x="18154" y="2217"/>
                        <a:pt x="18350" y="2021"/>
                        <a:pt x="18583" y="2021"/>
                      </a:cubicBezTo>
                      <a:lnTo>
                        <a:pt x="21204" y="1984"/>
                      </a:lnTo>
                      <a:lnTo>
                        <a:pt x="21204" y="1984"/>
                      </a:lnTo>
                      <a:cubicBezTo>
                        <a:pt x="21449" y="1984"/>
                        <a:pt x="21633" y="2180"/>
                        <a:pt x="21645" y="2413"/>
                      </a:cubicBezTo>
                      <a:cubicBezTo>
                        <a:pt x="21645" y="2658"/>
                        <a:pt x="21449" y="2854"/>
                        <a:pt x="21217" y="2854"/>
                      </a:cubicBezTo>
                      <a:lnTo>
                        <a:pt x="18595" y="2891"/>
                      </a:lnTo>
                      <a:lnTo>
                        <a:pt x="18595" y="2891"/>
                      </a:lnTo>
                      <a:close/>
                      <a:moveTo>
                        <a:pt x="606791" y="2830"/>
                      </a:moveTo>
                      <a:lnTo>
                        <a:pt x="606791" y="2830"/>
                      </a:lnTo>
                      <a:lnTo>
                        <a:pt x="604169" y="2781"/>
                      </a:lnTo>
                      <a:cubicBezTo>
                        <a:pt x="603924" y="2781"/>
                        <a:pt x="603741" y="2572"/>
                        <a:pt x="603741" y="2340"/>
                      </a:cubicBezTo>
                      <a:cubicBezTo>
                        <a:pt x="603741" y="2107"/>
                        <a:pt x="603949" y="1923"/>
                        <a:pt x="604182" y="1911"/>
                      </a:cubicBezTo>
                      <a:lnTo>
                        <a:pt x="606803" y="1960"/>
                      </a:lnTo>
                      <a:cubicBezTo>
                        <a:pt x="607048" y="1960"/>
                        <a:pt x="607232" y="2168"/>
                        <a:pt x="607232" y="2401"/>
                      </a:cubicBezTo>
                      <a:cubicBezTo>
                        <a:pt x="607232" y="2646"/>
                        <a:pt x="607036" y="2830"/>
                        <a:pt x="606791" y="2830"/>
                      </a:cubicBezTo>
                      <a:close/>
                      <a:moveTo>
                        <a:pt x="27341" y="2781"/>
                      </a:moveTo>
                      <a:cubicBezTo>
                        <a:pt x="27096" y="2781"/>
                        <a:pt x="26913" y="2585"/>
                        <a:pt x="26900" y="2352"/>
                      </a:cubicBezTo>
                      <a:cubicBezTo>
                        <a:pt x="26900" y="2107"/>
                        <a:pt x="27096" y="1911"/>
                        <a:pt x="27329" y="1911"/>
                      </a:cubicBezTo>
                      <a:lnTo>
                        <a:pt x="29951" y="1874"/>
                      </a:lnTo>
                      <a:lnTo>
                        <a:pt x="29951" y="1874"/>
                      </a:lnTo>
                      <a:cubicBezTo>
                        <a:pt x="30196" y="1874"/>
                        <a:pt x="30379" y="2070"/>
                        <a:pt x="30392" y="2303"/>
                      </a:cubicBezTo>
                      <a:cubicBezTo>
                        <a:pt x="30392" y="2548"/>
                        <a:pt x="30196" y="2744"/>
                        <a:pt x="29963" y="2744"/>
                      </a:cubicBezTo>
                      <a:lnTo>
                        <a:pt x="27341" y="2781"/>
                      </a:lnTo>
                      <a:lnTo>
                        <a:pt x="27341" y="2781"/>
                      </a:lnTo>
                      <a:close/>
                      <a:moveTo>
                        <a:pt x="598057" y="2683"/>
                      </a:moveTo>
                      <a:lnTo>
                        <a:pt x="598057" y="2683"/>
                      </a:lnTo>
                      <a:lnTo>
                        <a:pt x="595435" y="2634"/>
                      </a:lnTo>
                      <a:cubicBezTo>
                        <a:pt x="595190" y="2634"/>
                        <a:pt x="595007" y="2425"/>
                        <a:pt x="595007" y="2193"/>
                      </a:cubicBezTo>
                      <a:cubicBezTo>
                        <a:pt x="595007" y="1948"/>
                        <a:pt x="595203" y="1752"/>
                        <a:pt x="595448" y="1764"/>
                      </a:cubicBezTo>
                      <a:lnTo>
                        <a:pt x="598069" y="1813"/>
                      </a:lnTo>
                      <a:cubicBezTo>
                        <a:pt x="598314" y="1813"/>
                        <a:pt x="598498" y="2021"/>
                        <a:pt x="598498" y="2254"/>
                      </a:cubicBezTo>
                      <a:cubicBezTo>
                        <a:pt x="598498" y="2487"/>
                        <a:pt x="598302" y="2683"/>
                        <a:pt x="598057" y="2683"/>
                      </a:cubicBezTo>
                      <a:close/>
                      <a:moveTo>
                        <a:pt x="36088" y="2683"/>
                      </a:moveTo>
                      <a:cubicBezTo>
                        <a:pt x="35843" y="2683"/>
                        <a:pt x="35659" y="2487"/>
                        <a:pt x="35647" y="2254"/>
                      </a:cubicBezTo>
                      <a:cubicBezTo>
                        <a:pt x="35647" y="2009"/>
                        <a:pt x="35843" y="1813"/>
                        <a:pt x="36076" y="1813"/>
                      </a:cubicBezTo>
                      <a:lnTo>
                        <a:pt x="38697" y="1788"/>
                      </a:lnTo>
                      <a:lnTo>
                        <a:pt x="38697" y="1788"/>
                      </a:lnTo>
                      <a:cubicBezTo>
                        <a:pt x="38942" y="1788"/>
                        <a:pt x="39126" y="1984"/>
                        <a:pt x="39138" y="2217"/>
                      </a:cubicBezTo>
                      <a:cubicBezTo>
                        <a:pt x="39138" y="2462"/>
                        <a:pt x="38942" y="2658"/>
                        <a:pt x="38709" y="2658"/>
                      </a:cubicBezTo>
                      <a:lnTo>
                        <a:pt x="36088" y="2683"/>
                      </a:lnTo>
                      <a:lnTo>
                        <a:pt x="36088" y="2683"/>
                      </a:lnTo>
                      <a:close/>
                      <a:moveTo>
                        <a:pt x="44834" y="2585"/>
                      </a:moveTo>
                      <a:cubicBezTo>
                        <a:pt x="44589" y="2585"/>
                        <a:pt x="44405" y="2389"/>
                        <a:pt x="44393" y="2156"/>
                      </a:cubicBezTo>
                      <a:cubicBezTo>
                        <a:pt x="44393" y="1911"/>
                        <a:pt x="44589" y="1715"/>
                        <a:pt x="44822" y="1715"/>
                      </a:cubicBezTo>
                      <a:lnTo>
                        <a:pt x="47443" y="1690"/>
                      </a:lnTo>
                      <a:cubicBezTo>
                        <a:pt x="47713" y="1666"/>
                        <a:pt x="47884" y="1886"/>
                        <a:pt x="47884" y="2119"/>
                      </a:cubicBezTo>
                      <a:cubicBezTo>
                        <a:pt x="47884" y="2364"/>
                        <a:pt x="47688" y="2560"/>
                        <a:pt x="47455" y="2560"/>
                      </a:cubicBezTo>
                      <a:lnTo>
                        <a:pt x="44834" y="2585"/>
                      </a:lnTo>
                      <a:lnTo>
                        <a:pt x="44834" y="2585"/>
                      </a:lnTo>
                      <a:close/>
                      <a:moveTo>
                        <a:pt x="589323" y="2536"/>
                      </a:moveTo>
                      <a:lnTo>
                        <a:pt x="589323" y="2536"/>
                      </a:lnTo>
                      <a:lnTo>
                        <a:pt x="586701" y="2499"/>
                      </a:lnTo>
                      <a:cubicBezTo>
                        <a:pt x="586456" y="2499"/>
                        <a:pt x="586273" y="2291"/>
                        <a:pt x="586273" y="2058"/>
                      </a:cubicBezTo>
                      <a:cubicBezTo>
                        <a:pt x="586273" y="1813"/>
                        <a:pt x="586493" y="1605"/>
                        <a:pt x="586714" y="1629"/>
                      </a:cubicBezTo>
                      <a:lnTo>
                        <a:pt x="589335" y="1666"/>
                      </a:lnTo>
                      <a:cubicBezTo>
                        <a:pt x="589580" y="1666"/>
                        <a:pt x="589764" y="1874"/>
                        <a:pt x="589764" y="2107"/>
                      </a:cubicBezTo>
                      <a:cubicBezTo>
                        <a:pt x="589764" y="2352"/>
                        <a:pt x="589568" y="2536"/>
                        <a:pt x="589323" y="2536"/>
                      </a:cubicBezTo>
                      <a:close/>
                      <a:moveTo>
                        <a:pt x="53580" y="2487"/>
                      </a:moveTo>
                      <a:cubicBezTo>
                        <a:pt x="53335" y="2487"/>
                        <a:pt x="53152" y="2291"/>
                        <a:pt x="53139" y="2058"/>
                      </a:cubicBezTo>
                      <a:cubicBezTo>
                        <a:pt x="53139" y="1813"/>
                        <a:pt x="53335" y="1617"/>
                        <a:pt x="53568" y="1617"/>
                      </a:cubicBezTo>
                      <a:lnTo>
                        <a:pt x="56190" y="1592"/>
                      </a:lnTo>
                      <a:lnTo>
                        <a:pt x="56190" y="1592"/>
                      </a:lnTo>
                      <a:cubicBezTo>
                        <a:pt x="56435" y="1592"/>
                        <a:pt x="56618" y="1788"/>
                        <a:pt x="56631" y="2021"/>
                      </a:cubicBezTo>
                      <a:cubicBezTo>
                        <a:pt x="56631" y="2266"/>
                        <a:pt x="56435" y="2462"/>
                        <a:pt x="56202" y="2462"/>
                      </a:cubicBezTo>
                      <a:lnTo>
                        <a:pt x="53580" y="2487"/>
                      </a:lnTo>
                      <a:lnTo>
                        <a:pt x="53580" y="2487"/>
                      </a:lnTo>
                      <a:close/>
                      <a:moveTo>
                        <a:pt x="580589" y="2401"/>
                      </a:moveTo>
                      <a:lnTo>
                        <a:pt x="580589" y="2401"/>
                      </a:lnTo>
                      <a:lnTo>
                        <a:pt x="577967" y="2364"/>
                      </a:lnTo>
                      <a:cubicBezTo>
                        <a:pt x="577722" y="2364"/>
                        <a:pt x="577539" y="2156"/>
                        <a:pt x="577539" y="1923"/>
                      </a:cubicBezTo>
                      <a:cubicBezTo>
                        <a:pt x="577539" y="1678"/>
                        <a:pt x="577747" y="1482"/>
                        <a:pt x="577979" y="1494"/>
                      </a:cubicBezTo>
                      <a:lnTo>
                        <a:pt x="580601" y="1531"/>
                      </a:lnTo>
                      <a:cubicBezTo>
                        <a:pt x="580846" y="1531"/>
                        <a:pt x="581030" y="1739"/>
                        <a:pt x="581030" y="1972"/>
                      </a:cubicBezTo>
                      <a:cubicBezTo>
                        <a:pt x="581030" y="2217"/>
                        <a:pt x="580834" y="2401"/>
                        <a:pt x="580589" y="2401"/>
                      </a:cubicBezTo>
                      <a:close/>
                      <a:moveTo>
                        <a:pt x="62327" y="2389"/>
                      </a:moveTo>
                      <a:cubicBezTo>
                        <a:pt x="62082" y="2389"/>
                        <a:pt x="61898" y="2193"/>
                        <a:pt x="61886" y="1960"/>
                      </a:cubicBezTo>
                      <a:cubicBezTo>
                        <a:pt x="61886" y="1715"/>
                        <a:pt x="62082" y="1519"/>
                        <a:pt x="62314" y="1519"/>
                      </a:cubicBezTo>
                      <a:lnTo>
                        <a:pt x="64936" y="1494"/>
                      </a:lnTo>
                      <a:lnTo>
                        <a:pt x="64936" y="1494"/>
                      </a:lnTo>
                      <a:cubicBezTo>
                        <a:pt x="65181" y="1494"/>
                        <a:pt x="65365" y="1690"/>
                        <a:pt x="65377" y="1923"/>
                      </a:cubicBezTo>
                      <a:cubicBezTo>
                        <a:pt x="65377" y="2168"/>
                        <a:pt x="65181" y="2364"/>
                        <a:pt x="64948" y="2364"/>
                      </a:cubicBezTo>
                      <a:lnTo>
                        <a:pt x="62327" y="2389"/>
                      </a:lnTo>
                      <a:lnTo>
                        <a:pt x="62327" y="2389"/>
                      </a:lnTo>
                      <a:close/>
                      <a:moveTo>
                        <a:pt x="71073" y="2291"/>
                      </a:moveTo>
                      <a:cubicBezTo>
                        <a:pt x="70828" y="2291"/>
                        <a:pt x="70644" y="2095"/>
                        <a:pt x="70632" y="1862"/>
                      </a:cubicBezTo>
                      <a:cubicBezTo>
                        <a:pt x="70632" y="1617"/>
                        <a:pt x="70828" y="1421"/>
                        <a:pt x="71061" y="1421"/>
                      </a:cubicBezTo>
                      <a:lnTo>
                        <a:pt x="73682" y="1396"/>
                      </a:lnTo>
                      <a:cubicBezTo>
                        <a:pt x="73927" y="1421"/>
                        <a:pt x="74123" y="1592"/>
                        <a:pt x="74123" y="1825"/>
                      </a:cubicBezTo>
                      <a:cubicBezTo>
                        <a:pt x="74123" y="2070"/>
                        <a:pt x="73927" y="2266"/>
                        <a:pt x="73694" y="2266"/>
                      </a:cubicBezTo>
                      <a:lnTo>
                        <a:pt x="71073" y="2291"/>
                      </a:lnTo>
                      <a:lnTo>
                        <a:pt x="71073" y="2291"/>
                      </a:lnTo>
                      <a:close/>
                      <a:moveTo>
                        <a:pt x="571855" y="2266"/>
                      </a:moveTo>
                      <a:lnTo>
                        <a:pt x="571855" y="2266"/>
                      </a:lnTo>
                      <a:lnTo>
                        <a:pt x="569233" y="2229"/>
                      </a:lnTo>
                      <a:cubicBezTo>
                        <a:pt x="568988" y="2229"/>
                        <a:pt x="568804" y="2033"/>
                        <a:pt x="568804" y="1788"/>
                      </a:cubicBezTo>
                      <a:cubicBezTo>
                        <a:pt x="568804" y="1543"/>
                        <a:pt x="569013" y="1323"/>
                        <a:pt x="569245" y="1360"/>
                      </a:cubicBezTo>
                      <a:lnTo>
                        <a:pt x="571867" y="1396"/>
                      </a:lnTo>
                      <a:cubicBezTo>
                        <a:pt x="572112" y="1396"/>
                        <a:pt x="572296" y="1592"/>
                        <a:pt x="572296" y="1837"/>
                      </a:cubicBezTo>
                      <a:cubicBezTo>
                        <a:pt x="572296" y="2082"/>
                        <a:pt x="572100" y="2266"/>
                        <a:pt x="571855" y="2266"/>
                      </a:cubicBezTo>
                      <a:close/>
                      <a:moveTo>
                        <a:pt x="79807" y="2205"/>
                      </a:moveTo>
                      <a:cubicBezTo>
                        <a:pt x="79562" y="2205"/>
                        <a:pt x="79378" y="2009"/>
                        <a:pt x="79366" y="1776"/>
                      </a:cubicBezTo>
                      <a:cubicBezTo>
                        <a:pt x="79366" y="1531"/>
                        <a:pt x="79562" y="1335"/>
                        <a:pt x="79795" y="1335"/>
                      </a:cubicBezTo>
                      <a:lnTo>
                        <a:pt x="82416" y="1311"/>
                      </a:lnTo>
                      <a:lnTo>
                        <a:pt x="82416" y="1311"/>
                      </a:lnTo>
                      <a:cubicBezTo>
                        <a:pt x="82661" y="1311"/>
                        <a:pt x="82845" y="1507"/>
                        <a:pt x="82857" y="1739"/>
                      </a:cubicBezTo>
                      <a:cubicBezTo>
                        <a:pt x="82857" y="1984"/>
                        <a:pt x="82661" y="2180"/>
                        <a:pt x="82428" y="2180"/>
                      </a:cubicBezTo>
                      <a:lnTo>
                        <a:pt x="79807" y="2205"/>
                      </a:lnTo>
                      <a:lnTo>
                        <a:pt x="79807" y="2205"/>
                      </a:lnTo>
                      <a:close/>
                      <a:moveTo>
                        <a:pt x="563108" y="2144"/>
                      </a:moveTo>
                      <a:lnTo>
                        <a:pt x="563108" y="2144"/>
                      </a:lnTo>
                      <a:lnTo>
                        <a:pt x="560536" y="2107"/>
                      </a:lnTo>
                      <a:cubicBezTo>
                        <a:pt x="560291" y="2107"/>
                        <a:pt x="560070" y="1899"/>
                        <a:pt x="560083" y="1666"/>
                      </a:cubicBezTo>
                      <a:cubicBezTo>
                        <a:pt x="560083" y="1421"/>
                        <a:pt x="560254" y="1237"/>
                        <a:pt x="560487" y="1237"/>
                      </a:cubicBezTo>
                      <a:lnTo>
                        <a:pt x="560487" y="1237"/>
                      </a:lnTo>
                      <a:lnTo>
                        <a:pt x="563108" y="1274"/>
                      </a:lnTo>
                      <a:cubicBezTo>
                        <a:pt x="563353" y="1274"/>
                        <a:pt x="563537" y="1470"/>
                        <a:pt x="563537" y="1715"/>
                      </a:cubicBezTo>
                      <a:cubicBezTo>
                        <a:pt x="563537" y="1960"/>
                        <a:pt x="563341" y="2144"/>
                        <a:pt x="563096" y="2144"/>
                      </a:cubicBezTo>
                      <a:close/>
                      <a:moveTo>
                        <a:pt x="88553" y="2107"/>
                      </a:moveTo>
                      <a:cubicBezTo>
                        <a:pt x="88308" y="2107"/>
                        <a:pt x="88125" y="1911"/>
                        <a:pt x="88112" y="1678"/>
                      </a:cubicBezTo>
                      <a:cubicBezTo>
                        <a:pt x="88112" y="1433"/>
                        <a:pt x="88308" y="1237"/>
                        <a:pt x="88541" y="1237"/>
                      </a:cubicBezTo>
                      <a:lnTo>
                        <a:pt x="91163" y="1213"/>
                      </a:lnTo>
                      <a:lnTo>
                        <a:pt x="91163" y="1213"/>
                      </a:lnTo>
                      <a:cubicBezTo>
                        <a:pt x="91408" y="1213"/>
                        <a:pt x="91591" y="1409"/>
                        <a:pt x="91604" y="1641"/>
                      </a:cubicBezTo>
                      <a:cubicBezTo>
                        <a:pt x="91604" y="1886"/>
                        <a:pt x="91408" y="2082"/>
                        <a:pt x="91175" y="2082"/>
                      </a:cubicBezTo>
                      <a:lnTo>
                        <a:pt x="88553" y="2107"/>
                      </a:lnTo>
                      <a:lnTo>
                        <a:pt x="88553" y="2107"/>
                      </a:lnTo>
                      <a:close/>
                      <a:moveTo>
                        <a:pt x="97300" y="2021"/>
                      </a:moveTo>
                      <a:cubicBezTo>
                        <a:pt x="97055" y="2021"/>
                        <a:pt x="96871" y="1825"/>
                        <a:pt x="96859" y="1592"/>
                      </a:cubicBezTo>
                      <a:cubicBezTo>
                        <a:pt x="96859" y="1347"/>
                        <a:pt x="97055" y="1151"/>
                        <a:pt x="97287" y="1151"/>
                      </a:cubicBezTo>
                      <a:lnTo>
                        <a:pt x="99909" y="1127"/>
                      </a:lnTo>
                      <a:lnTo>
                        <a:pt x="99909" y="1127"/>
                      </a:lnTo>
                      <a:cubicBezTo>
                        <a:pt x="100154" y="1127"/>
                        <a:pt x="100338" y="1323"/>
                        <a:pt x="100350" y="1556"/>
                      </a:cubicBezTo>
                      <a:cubicBezTo>
                        <a:pt x="100350" y="1801"/>
                        <a:pt x="100154" y="1997"/>
                        <a:pt x="99921" y="1997"/>
                      </a:cubicBezTo>
                      <a:lnTo>
                        <a:pt x="97300" y="2021"/>
                      </a:lnTo>
                      <a:lnTo>
                        <a:pt x="97300" y="2021"/>
                      </a:lnTo>
                      <a:close/>
                      <a:moveTo>
                        <a:pt x="554387" y="2021"/>
                      </a:moveTo>
                      <a:lnTo>
                        <a:pt x="554387" y="2021"/>
                      </a:lnTo>
                      <a:lnTo>
                        <a:pt x="551765" y="1984"/>
                      </a:lnTo>
                      <a:cubicBezTo>
                        <a:pt x="551520" y="1984"/>
                        <a:pt x="551336" y="1788"/>
                        <a:pt x="551336" y="1543"/>
                      </a:cubicBezTo>
                      <a:cubicBezTo>
                        <a:pt x="551336" y="1298"/>
                        <a:pt x="551532" y="1078"/>
                        <a:pt x="551777" y="1115"/>
                      </a:cubicBezTo>
                      <a:lnTo>
                        <a:pt x="554399" y="1151"/>
                      </a:lnTo>
                      <a:cubicBezTo>
                        <a:pt x="554644" y="1151"/>
                        <a:pt x="554828" y="1347"/>
                        <a:pt x="554828" y="1592"/>
                      </a:cubicBezTo>
                      <a:cubicBezTo>
                        <a:pt x="554828" y="1837"/>
                        <a:pt x="554631" y="2021"/>
                        <a:pt x="554387" y="2021"/>
                      </a:cubicBezTo>
                      <a:close/>
                      <a:moveTo>
                        <a:pt x="106046" y="1948"/>
                      </a:moveTo>
                      <a:cubicBezTo>
                        <a:pt x="105801" y="1948"/>
                        <a:pt x="105617" y="1752"/>
                        <a:pt x="105605" y="1519"/>
                      </a:cubicBezTo>
                      <a:cubicBezTo>
                        <a:pt x="105605" y="1274"/>
                        <a:pt x="105801" y="1078"/>
                        <a:pt x="106034" y="1078"/>
                      </a:cubicBezTo>
                      <a:lnTo>
                        <a:pt x="108655" y="1053"/>
                      </a:lnTo>
                      <a:lnTo>
                        <a:pt x="108655" y="1053"/>
                      </a:lnTo>
                      <a:cubicBezTo>
                        <a:pt x="108900" y="1053"/>
                        <a:pt x="109084" y="1249"/>
                        <a:pt x="109096" y="1482"/>
                      </a:cubicBezTo>
                      <a:cubicBezTo>
                        <a:pt x="109096" y="1727"/>
                        <a:pt x="108900" y="1923"/>
                        <a:pt x="108667" y="1923"/>
                      </a:cubicBezTo>
                      <a:lnTo>
                        <a:pt x="106046" y="1948"/>
                      </a:lnTo>
                      <a:lnTo>
                        <a:pt x="106046" y="1948"/>
                      </a:lnTo>
                      <a:close/>
                      <a:moveTo>
                        <a:pt x="545652" y="1911"/>
                      </a:moveTo>
                      <a:lnTo>
                        <a:pt x="545652" y="1911"/>
                      </a:lnTo>
                      <a:lnTo>
                        <a:pt x="543031" y="1874"/>
                      </a:lnTo>
                      <a:cubicBezTo>
                        <a:pt x="542786" y="1874"/>
                        <a:pt x="542602" y="1678"/>
                        <a:pt x="542602" y="1433"/>
                      </a:cubicBezTo>
                      <a:cubicBezTo>
                        <a:pt x="542602" y="1188"/>
                        <a:pt x="542811" y="955"/>
                        <a:pt x="543043" y="1004"/>
                      </a:cubicBezTo>
                      <a:lnTo>
                        <a:pt x="545665" y="1041"/>
                      </a:lnTo>
                      <a:cubicBezTo>
                        <a:pt x="545910" y="1041"/>
                        <a:pt x="546093" y="1237"/>
                        <a:pt x="546093" y="1482"/>
                      </a:cubicBezTo>
                      <a:cubicBezTo>
                        <a:pt x="546093" y="1727"/>
                        <a:pt x="545897" y="1911"/>
                        <a:pt x="545652" y="1911"/>
                      </a:cubicBezTo>
                      <a:close/>
                      <a:moveTo>
                        <a:pt x="114792" y="1862"/>
                      </a:moveTo>
                      <a:cubicBezTo>
                        <a:pt x="114547" y="1862"/>
                        <a:pt x="114364" y="1666"/>
                        <a:pt x="114351" y="1433"/>
                      </a:cubicBezTo>
                      <a:cubicBezTo>
                        <a:pt x="114351" y="1188"/>
                        <a:pt x="114547" y="992"/>
                        <a:pt x="114780" y="992"/>
                      </a:cubicBezTo>
                      <a:lnTo>
                        <a:pt x="117401" y="968"/>
                      </a:lnTo>
                      <a:lnTo>
                        <a:pt x="117401" y="968"/>
                      </a:lnTo>
                      <a:cubicBezTo>
                        <a:pt x="117646" y="968"/>
                        <a:pt x="117830" y="1164"/>
                        <a:pt x="117843" y="1396"/>
                      </a:cubicBezTo>
                      <a:cubicBezTo>
                        <a:pt x="117843" y="1641"/>
                        <a:pt x="117646" y="1837"/>
                        <a:pt x="117414" y="1837"/>
                      </a:cubicBezTo>
                      <a:lnTo>
                        <a:pt x="114792" y="1862"/>
                      </a:lnTo>
                      <a:lnTo>
                        <a:pt x="114792" y="1862"/>
                      </a:lnTo>
                      <a:close/>
                      <a:moveTo>
                        <a:pt x="536918" y="1813"/>
                      </a:moveTo>
                      <a:lnTo>
                        <a:pt x="536918" y="1813"/>
                      </a:lnTo>
                      <a:lnTo>
                        <a:pt x="534297" y="1788"/>
                      </a:lnTo>
                      <a:cubicBezTo>
                        <a:pt x="534052" y="1788"/>
                        <a:pt x="533868" y="1592"/>
                        <a:pt x="533868" y="1347"/>
                      </a:cubicBezTo>
                      <a:cubicBezTo>
                        <a:pt x="533868" y="1103"/>
                        <a:pt x="534052" y="907"/>
                        <a:pt x="534309" y="919"/>
                      </a:cubicBezTo>
                      <a:lnTo>
                        <a:pt x="536931" y="943"/>
                      </a:lnTo>
                      <a:cubicBezTo>
                        <a:pt x="537176" y="943"/>
                        <a:pt x="537359" y="1139"/>
                        <a:pt x="537359" y="1384"/>
                      </a:cubicBezTo>
                      <a:cubicBezTo>
                        <a:pt x="537359" y="1629"/>
                        <a:pt x="537163" y="1813"/>
                        <a:pt x="536918" y="1813"/>
                      </a:cubicBezTo>
                      <a:close/>
                      <a:moveTo>
                        <a:pt x="123539" y="1788"/>
                      </a:moveTo>
                      <a:cubicBezTo>
                        <a:pt x="123294" y="1788"/>
                        <a:pt x="123098" y="1592"/>
                        <a:pt x="123098" y="1360"/>
                      </a:cubicBezTo>
                      <a:cubicBezTo>
                        <a:pt x="123098" y="1115"/>
                        <a:pt x="123294" y="919"/>
                        <a:pt x="123526" y="919"/>
                      </a:cubicBezTo>
                      <a:lnTo>
                        <a:pt x="126148" y="894"/>
                      </a:lnTo>
                      <a:cubicBezTo>
                        <a:pt x="126417" y="919"/>
                        <a:pt x="126589" y="1090"/>
                        <a:pt x="126589" y="1323"/>
                      </a:cubicBezTo>
                      <a:cubicBezTo>
                        <a:pt x="126589" y="1568"/>
                        <a:pt x="126393" y="1764"/>
                        <a:pt x="126160" y="1764"/>
                      </a:cubicBezTo>
                      <a:lnTo>
                        <a:pt x="123539" y="1788"/>
                      </a:lnTo>
                      <a:lnTo>
                        <a:pt x="123539" y="1788"/>
                      </a:lnTo>
                      <a:close/>
                      <a:moveTo>
                        <a:pt x="132346" y="1715"/>
                      </a:moveTo>
                      <a:cubicBezTo>
                        <a:pt x="132101" y="1715"/>
                        <a:pt x="131881" y="1519"/>
                        <a:pt x="131868" y="1286"/>
                      </a:cubicBezTo>
                      <a:cubicBezTo>
                        <a:pt x="131868" y="1041"/>
                        <a:pt x="132028" y="845"/>
                        <a:pt x="132260" y="845"/>
                      </a:cubicBezTo>
                      <a:lnTo>
                        <a:pt x="134882" y="821"/>
                      </a:lnTo>
                      <a:lnTo>
                        <a:pt x="134882" y="821"/>
                      </a:lnTo>
                      <a:cubicBezTo>
                        <a:pt x="135127" y="821"/>
                        <a:pt x="135311" y="1017"/>
                        <a:pt x="135323" y="1249"/>
                      </a:cubicBezTo>
                      <a:cubicBezTo>
                        <a:pt x="135323" y="1494"/>
                        <a:pt x="135127" y="1690"/>
                        <a:pt x="134894" y="1690"/>
                      </a:cubicBezTo>
                      <a:lnTo>
                        <a:pt x="132346" y="1715"/>
                      </a:lnTo>
                      <a:lnTo>
                        <a:pt x="132346" y="1715"/>
                      </a:lnTo>
                      <a:close/>
                      <a:moveTo>
                        <a:pt x="528172" y="1715"/>
                      </a:moveTo>
                      <a:lnTo>
                        <a:pt x="528172" y="1715"/>
                      </a:lnTo>
                      <a:lnTo>
                        <a:pt x="525587" y="1690"/>
                      </a:lnTo>
                      <a:cubicBezTo>
                        <a:pt x="525342" y="1690"/>
                        <a:pt x="525134" y="1494"/>
                        <a:pt x="525134" y="1249"/>
                      </a:cubicBezTo>
                      <a:cubicBezTo>
                        <a:pt x="525134" y="1004"/>
                        <a:pt x="525306" y="821"/>
                        <a:pt x="525551" y="821"/>
                      </a:cubicBezTo>
                      <a:lnTo>
                        <a:pt x="525551" y="821"/>
                      </a:lnTo>
                      <a:lnTo>
                        <a:pt x="528172" y="845"/>
                      </a:lnTo>
                      <a:cubicBezTo>
                        <a:pt x="528417" y="845"/>
                        <a:pt x="528601" y="1041"/>
                        <a:pt x="528601" y="1286"/>
                      </a:cubicBezTo>
                      <a:cubicBezTo>
                        <a:pt x="528601" y="1531"/>
                        <a:pt x="528405" y="1715"/>
                        <a:pt x="528160" y="1715"/>
                      </a:cubicBezTo>
                      <a:close/>
                      <a:moveTo>
                        <a:pt x="141019" y="1641"/>
                      </a:moveTo>
                      <a:cubicBezTo>
                        <a:pt x="140774" y="1641"/>
                        <a:pt x="140578" y="1445"/>
                        <a:pt x="140578" y="1213"/>
                      </a:cubicBezTo>
                      <a:cubicBezTo>
                        <a:pt x="140578" y="968"/>
                        <a:pt x="140774" y="772"/>
                        <a:pt x="141007" y="772"/>
                      </a:cubicBezTo>
                      <a:lnTo>
                        <a:pt x="143628" y="747"/>
                      </a:lnTo>
                      <a:lnTo>
                        <a:pt x="143628" y="747"/>
                      </a:lnTo>
                      <a:cubicBezTo>
                        <a:pt x="143873" y="747"/>
                        <a:pt x="144057" y="943"/>
                        <a:pt x="144069" y="1176"/>
                      </a:cubicBezTo>
                      <a:cubicBezTo>
                        <a:pt x="144069" y="1421"/>
                        <a:pt x="143873" y="1617"/>
                        <a:pt x="143640" y="1617"/>
                      </a:cubicBezTo>
                      <a:lnTo>
                        <a:pt x="141019" y="1641"/>
                      </a:lnTo>
                      <a:lnTo>
                        <a:pt x="141019" y="1641"/>
                      </a:lnTo>
                      <a:close/>
                      <a:moveTo>
                        <a:pt x="519438" y="1617"/>
                      </a:moveTo>
                      <a:lnTo>
                        <a:pt x="519438" y="1617"/>
                      </a:lnTo>
                      <a:lnTo>
                        <a:pt x="516817" y="1592"/>
                      </a:lnTo>
                      <a:cubicBezTo>
                        <a:pt x="516572" y="1592"/>
                        <a:pt x="516388" y="1396"/>
                        <a:pt x="516388" y="1151"/>
                      </a:cubicBezTo>
                      <a:cubicBezTo>
                        <a:pt x="516388" y="907"/>
                        <a:pt x="516584" y="723"/>
                        <a:pt x="516829" y="723"/>
                      </a:cubicBezTo>
                      <a:lnTo>
                        <a:pt x="516829" y="723"/>
                      </a:lnTo>
                      <a:lnTo>
                        <a:pt x="519450" y="747"/>
                      </a:lnTo>
                      <a:cubicBezTo>
                        <a:pt x="519695" y="747"/>
                        <a:pt x="519879" y="943"/>
                        <a:pt x="519879" y="1188"/>
                      </a:cubicBezTo>
                      <a:cubicBezTo>
                        <a:pt x="519879" y="1433"/>
                        <a:pt x="519683" y="1617"/>
                        <a:pt x="519438" y="1617"/>
                      </a:cubicBezTo>
                      <a:close/>
                      <a:moveTo>
                        <a:pt x="149765" y="1568"/>
                      </a:moveTo>
                      <a:cubicBezTo>
                        <a:pt x="149520" y="1568"/>
                        <a:pt x="149337" y="1372"/>
                        <a:pt x="149324" y="1139"/>
                      </a:cubicBezTo>
                      <a:cubicBezTo>
                        <a:pt x="149324" y="894"/>
                        <a:pt x="149520" y="698"/>
                        <a:pt x="149753" y="698"/>
                      </a:cubicBezTo>
                      <a:lnTo>
                        <a:pt x="152375" y="674"/>
                      </a:lnTo>
                      <a:cubicBezTo>
                        <a:pt x="152619" y="661"/>
                        <a:pt x="152816" y="870"/>
                        <a:pt x="152816" y="1103"/>
                      </a:cubicBezTo>
                      <a:cubicBezTo>
                        <a:pt x="152816" y="1347"/>
                        <a:pt x="152619" y="1543"/>
                        <a:pt x="152387" y="1543"/>
                      </a:cubicBezTo>
                      <a:lnTo>
                        <a:pt x="149765" y="1568"/>
                      </a:lnTo>
                      <a:lnTo>
                        <a:pt x="149765" y="1568"/>
                      </a:lnTo>
                      <a:close/>
                      <a:moveTo>
                        <a:pt x="510704" y="1531"/>
                      </a:moveTo>
                      <a:lnTo>
                        <a:pt x="510704" y="1531"/>
                      </a:lnTo>
                      <a:lnTo>
                        <a:pt x="508082" y="1507"/>
                      </a:lnTo>
                      <a:cubicBezTo>
                        <a:pt x="507838" y="1507"/>
                        <a:pt x="507641" y="1311"/>
                        <a:pt x="507654" y="1066"/>
                      </a:cubicBezTo>
                      <a:cubicBezTo>
                        <a:pt x="507654" y="821"/>
                        <a:pt x="507838" y="612"/>
                        <a:pt x="508095" y="637"/>
                      </a:cubicBezTo>
                      <a:lnTo>
                        <a:pt x="510716" y="661"/>
                      </a:lnTo>
                      <a:cubicBezTo>
                        <a:pt x="510961" y="661"/>
                        <a:pt x="511157" y="857"/>
                        <a:pt x="511145" y="1103"/>
                      </a:cubicBezTo>
                      <a:cubicBezTo>
                        <a:pt x="511145" y="1347"/>
                        <a:pt x="510949" y="1531"/>
                        <a:pt x="510704" y="1531"/>
                      </a:cubicBezTo>
                      <a:close/>
                      <a:moveTo>
                        <a:pt x="158548" y="1507"/>
                      </a:moveTo>
                      <a:cubicBezTo>
                        <a:pt x="158303" y="1507"/>
                        <a:pt x="158095" y="1311"/>
                        <a:pt x="158095" y="1078"/>
                      </a:cubicBezTo>
                      <a:cubicBezTo>
                        <a:pt x="158095" y="833"/>
                        <a:pt x="158267" y="637"/>
                        <a:pt x="158512" y="637"/>
                      </a:cubicBezTo>
                      <a:lnTo>
                        <a:pt x="161133" y="612"/>
                      </a:lnTo>
                      <a:cubicBezTo>
                        <a:pt x="161403" y="576"/>
                        <a:pt x="161574" y="808"/>
                        <a:pt x="161574" y="1041"/>
                      </a:cubicBezTo>
                      <a:cubicBezTo>
                        <a:pt x="161574" y="1286"/>
                        <a:pt x="161378" y="1482"/>
                        <a:pt x="161145" y="1482"/>
                      </a:cubicBezTo>
                      <a:lnTo>
                        <a:pt x="158573" y="1507"/>
                      </a:lnTo>
                      <a:lnTo>
                        <a:pt x="158573" y="1507"/>
                      </a:lnTo>
                      <a:close/>
                      <a:moveTo>
                        <a:pt x="501958" y="1445"/>
                      </a:moveTo>
                      <a:lnTo>
                        <a:pt x="501958" y="1445"/>
                      </a:lnTo>
                      <a:lnTo>
                        <a:pt x="499336" y="1421"/>
                      </a:lnTo>
                      <a:cubicBezTo>
                        <a:pt x="499091" y="1421"/>
                        <a:pt x="498895" y="1225"/>
                        <a:pt x="498907" y="980"/>
                      </a:cubicBezTo>
                      <a:cubicBezTo>
                        <a:pt x="498907" y="735"/>
                        <a:pt x="499103" y="551"/>
                        <a:pt x="499348" y="551"/>
                      </a:cubicBezTo>
                      <a:lnTo>
                        <a:pt x="499348" y="551"/>
                      </a:lnTo>
                      <a:lnTo>
                        <a:pt x="501970" y="576"/>
                      </a:lnTo>
                      <a:cubicBezTo>
                        <a:pt x="502215" y="576"/>
                        <a:pt x="502411" y="772"/>
                        <a:pt x="502399" y="1017"/>
                      </a:cubicBezTo>
                      <a:cubicBezTo>
                        <a:pt x="502399" y="1262"/>
                        <a:pt x="502203" y="1445"/>
                        <a:pt x="501958" y="1445"/>
                      </a:cubicBezTo>
                      <a:close/>
                      <a:moveTo>
                        <a:pt x="167246" y="1445"/>
                      </a:moveTo>
                      <a:cubicBezTo>
                        <a:pt x="167001" y="1445"/>
                        <a:pt x="166805" y="1249"/>
                        <a:pt x="166805" y="1017"/>
                      </a:cubicBezTo>
                      <a:cubicBezTo>
                        <a:pt x="166805" y="772"/>
                        <a:pt x="167001" y="576"/>
                        <a:pt x="167233" y="576"/>
                      </a:cubicBezTo>
                      <a:lnTo>
                        <a:pt x="169855" y="576"/>
                      </a:lnTo>
                      <a:cubicBezTo>
                        <a:pt x="169855" y="576"/>
                        <a:pt x="169855" y="564"/>
                        <a:pt x="169855" y="564"/>
                      </a:cubicBezTo>
                      <a:cubicBezTo>
                        <a:pt x="170100" y="564"/>
                        <a:pt x="170296" y="759"/>
                        <a:pt x="170296" y="992"/>
                      </a:cubicBezTo>
                      <a:cubicBezTo>
                        <a:pt x="170296" y="1237"/>
                        <a:pt x="170100" y="1433"/>
                        <a:pt x="169867" y="1433"/>
                      </a:cubicBezTo>
                      <a:lnTo>
                        <a:pt x="167246" y="1433"/>
                      </a:lnTo>
                      <a:cubicBezTo>
                        <a:pt x="167246" y="1433"/>
                        <a:pt x="167246" y="1445"/>
                        <a:pt x="167246" y="1445"/>
                      </a:cubicBezTo>
                      <a:close/>
                      <a:moveTo>
                        <a:pt x="175992" y="1384"/>
                      </a:moveTo>
                      <a:cubicBezTo>
                        <a:pt x="175747" y="1384"/>
                        <a:pt x="175551" y="1188"/>
                        <a:pt x="175551" y="955"/>
                      </a:cubicBezTo>
                      <a:cubicBezTo>
                        <a:pt x="175551" y="723"/>
                        <a:pt x="175747" y="515"/>
                        <a:pt x="175980" y="515"/>
                      </a:cubicBezTo>
                      <a:lnTo>
                        <a:pt x="178601" y="515"/>
                      </a:lnTo>
                      <a:cubicBezTo>
                        <a:pt x="178601" y="515"/>
                        <a:pt x="178601" y="502"/>
                        <a:pt x="178601" y="502"/>
                      </a:cubicBezTo>
                      <a:cubicBezTo>
                        <a:pt x="178846" y="502"/>
                        <a:pt x="179042" y="698"/>
                        <a:pt x="179042" y="931"/>
                      </a:cubicBezTo>
                      <a:cubicBezTo>
                        <a:pt x="179042" y="1176"/>
                        <a:pt x="178846" y="1372"/>
                        <a:pt x="178613" y="1372"/>
                      </a:cubicBezTo>
                      <a:lnTo>
                        <a:pt x="175992" y="1372"/>
                      </a:lnTo>
                      <a:cubicBezTo>
                        <a:pt x="175992" y="1372"/>
                        <a:pt x="175992" y="1384"/>
                        <a:pt x="175992" y="1384"/>
                      </a:cubicBezTo>
                      <a:close/>
                      <a:moveTo>
                        <a:pt x="493224" y="1384"/>
                      </a:moveTo>
                      <a:lnTo>
                        <a:pt x="493224" y="1384"/>
                      </a:lnTo>
                      <a:lnTo>
                        <a:pt x="490602" y="1360"/>
                      </a:lnTo>
                      <a:cubicBezTo>
                        <a:pt x="490357" y="1360"/>
                        <a:pt x="490161" y="1164"/>
                        <a:pt x="490173" y="919"/>
                      </a:cubicBezTo>
                      <a:cubicBezTo>
                        <a:pt x="490173" y="674"/>
                        <a:pt x="490345" y="465"/>
                        <a:pt x="490614" y="490"/>
                      </a:cubicBezTo>
                      <a:lnTo>
                        <a:pt x="493236" y="515"/>
                      </a:lnTo>
                      <a:cubicBezTo>
                        <a:pt x="493481" y="515"/>
                        <a:pt x="493677" y="711"/>
                        <a:pt x="493665" y="955"/>
                      </a:cubicBezTo>
                      <a:cubicBezTo>
                        <a:pt x="493665" y="1200"/>
                        <a:pt x="493469" y="1384"/>
                        <a:pt x="493224" y="1384"/>
                      </a:cubicBezTo>
                      <a:close/>
                      <a:moveTo>
                        <a:pt x="184763" y="1335"/>
                      </a:moveTo>
                      <a:cubicBezTo>
                        <a:pt x="184518" y="1335"/>
                        <a:pt x="184310" y="1139"/>
                        <a:pt x="184310" y="907"/>
                      </a:cubicBezTo>
                      <a:cubicBezTo>
                        <a:pt x="184310" y="661"/>
                        <a:pt x="184493" y="465"/>
                        <a:pt x="184726" y="465"/>
                      </a:cubicBezTo>
                      <a:lnTo>
                        <a:pt x="187348" y="465"/>
                      </a:lnTo>
                      <a:cubicBezTo>
                        <a:pt x="187348" y="465"/>
                        <a:pt x="187348" y="453"/>
                        <a:pt x="187348" y="453"/>
                      </a:cubicBezTo>
                      <a:cubicBezTo>
                        <a:pt x="187593" y="453"/>
                        <a:pt x="187789" y="649"/>
                        <a:pt x="187789" y="882"/>
                      </a:cubicBezTo>
                      <a:cubicBezTo>
                        <a:pt x="187789" y="1127"/>
                        <a:pt x="187593" y="1323"/>
                        <a:pt x="187360" y="1323"/>
                      </a:cubicBezTo>
                      <a:lnTo>
                        <a:pt x="184763" y="1323"/>
                      </a:lnTo>
                      <a:cubicBezTo>
                        <a:pt x="184763" y="1323"/>
                        <a:pt x="184763" y="1335"/>
                        <a:pt x="184763" y="1335"/>
                      </a:cubicBezTo>
                      <a:close/>
                      <a:moveTo>
                        <a:pt x="484490" y="1311"/>
                      </a:moveTo>
                      <a:lnTo>
                        <a:pt x="484490" y="1311"/>
                      </a:lnTo>
                      <a:lnTo>
                        <a:pt x="481893" y="1286"/>
                      </a:lnTo>
                      <a:cubicBezTo>
                        <a:pt x="481648" y="1286"/>
                        <a:pt x="481439" y="1090"/>
                        <a:pt x="481439" y="845"/>
                      </a:cubicBezTo>
                      <a:cubicBezTo>
                        <a:pt x="481439" y="600"/>
                        <a:pt x="481660" y="429"/>
                        <a:pt x="481868" y="416"/>
                      </a:cubicBezTo>
                      <a:lnTo>
                        <a:pt x="484490" y="441"/>
                      </a:lnTo>
                      <a:cubicBezTo>
                        <a:pt x="484734" y="441"/>
                        <a:pt x="484930" y="637"/>
                        <a:pt x="484918" y="882"/>
                      </a:cubicBezTo>
                      <a:cubicBezTo>
                        <a:pt x="484918" y="1127"/>
                        <a:pt x="484722" y="1311"/>
                        <a:pt x="484477" y="1311"/>
                      </a:cubicBezTo>
                      <a:close/>
                      <a:moveTo>
                        <a:pt x="193472" y="1274"/>
                      </a:moveTo>
                      <a:cubicBezTo>
                        <a:pt x="193227" y="1274"/>
                        <a:pt x="193031" y="1078"/>
                        <a:pt x="193031" y="845"/>
                      </a:cubicBezTo>
                      <a:cubicBezTo>
                        <a:pt x="193031" y="600"/>
                        <a:pt x="193227" y="404"/>
                        <a:pt x="193460" y="404"/>
                      </a:cubicBezTo>
                      <a:lnTo>
                        <a:pt x="196082" y="404"/>
                      </a:lnTo>
                      <a:cubicBezTo>
                        <a:pt x="196082" y="404"/>
                        <a:pt x="196082" y="392"/>
                        <a:pt x="196082" y="392"/>
                      </a:cubicBezTo>
                      <a:cubicBezTo>
                        <a:pt x="196327" y="392"/>
                        <a:pt x="196523" y="588"/>
                        <a:pt x="196523" y="821"/>
                      </a:cubicBezTo>
                      <a:cubicBezTo>
                        <a:pt x="196523" y="1066"/>
                        <a:pt x="196327" y="1262"/>
                        <a:pt x="196094" y="1262"/>
                      </a:cubicBezTo>
                      <a:lnTo>
                        <a:pt x="193472" y="1262"/>
                      </a:lnTo>
                      <a:cubicBezTo>
                        <a:pt x="193472" y="1262"/>
                        <a:pt x="193472" y="1274"/>
                        <a:pt x="193472" y="1274"/>
                      </a:cubicBezTo>
                      <a:close/>
                      <a:moveTo>
                        <a:pt x="475743" y="1237"/>
                      </a:moveTo>
                      <a:lnTo>
                        <a:pt x="473122" y="1237"/>
                      </a:lnTo>
                      <a:cubicBezTo>
                        <a:pt x="472877" y="1213"/>
                        <a:pt x="472681" y="1017"/>
                        <a:pt x="472693" y="784"/>
                      </a:cubicBezTo>
                      <a:cubicBezTo>
                        <a:pt x="472693" y="539"/>
                        <a:pt x="472889" y="355"/>
                        <a:pt x="473134" y="355"/>
                      </a:cubicBezTo>
                      <a:lnTo>
                        <a:pt x="475755" y="355"/>
                      </a:lnTo>
                      <a:cubicBezTo>
                        <a:pt x="476000" y="380"/>
                        <a:pt x="476196" y="576"/>
                        <a:pt x="476184" y="808"/>
                      </a:cubicBezTo>
                      <a:cubicBezTo>
                        <a:pt x="476184" y="1053"/>
                        <a:pt x="475988" y="1237"/>
                        <a:pt x="475743" y="1237"/>
                      </a:cubicBezTo>
                      <a:close/>
                      <a:moveTo>
                        <a:pt x="202206" y="1213"/>
                      </a:moveTo>
                      <a:cubicBezTo>
                        <a:pt x="201961" y="1213"/>
                        <a:pt x="201765" y="1017"/>
                        <a:pt x="201765" y="784"/>
                      </a:cubicBezTo>
                      <a:cubicBezTo>
                        <a:pt x="201765" y="539"/>
                        <a:pt x="201961" y="343"/>
                        <a:pt x="202194" y="343"/>
                      </a:cubicBezTo>
                      <a:lnTo>
                        <a:pt x="204816" y="343"/>
                      </a:lnTo>
                      <a:cubicBezTo>
                        <a:pt x="204816" y="343"/>
                        <a:pt x="204816" y="331"/>
                        <a:pt x="204816" y="331"/>
                      </a:cubicBezTo>
                      <a:cubicBezTo>
                        <a:pt x="205061" y="331"/>
                        <a:pt x="205257" y="527"/>
                        <a:pt x="205257" y="759"/>
                      </a:cubicBezTo>
                      <a:cubicBezTo>
                        <a:pt x="205257" y="1004"/>
                        <a:pt x="205061" y="1200"/>
                        <a:pt x="204828" y="1200"/>
                      </a:cubicBezTo>
                      <a:lnTo>
                        <a:pt x="202206" y="1200"/>
                      </a:lnTo>
                      <a:cubicBezTo>
                        <a:pt x="202206" y="1200"/>
                        <a:pt x="202206" y="1213"/>
                        <a:pt x="202206" y="1213"/>
                      </a:cubicBezTo>
                      <a:close/>
                      <a:moveTo>
                        <a:pt x="466997" y="1176"/>
                      </a:moveTo>
                      <a:lnTo>
                        <a:pt x="464400" y="1176"/>
                      </a:lnTo>
                      <a:cubicBezTo>
                        <a:pt x="464155" y="1151"/>
                        <a:pt x="463947" y="955"/>
                        <a:pt x="463947" y="723"/>
                      </a:cubicBezTo>
                      <a:cubicBezTo>
                        <a:pt x="463947" y="478"/>
                        <a:pt x="464130" y="294"/>
                        <a:pt x="464375" y="294"/>
                      </a:cubicBezTo>
                      <a:lnTo>
                        <a:pt x="466997" y="294"/>
                      </a:lnTo>
                      <a:cubicBezTo>
                        <a:pt x="467242" y="319"/>
                        <a:pt x="467438" y="515"/>
                        <a:pt x="467426" y="747"/>
                      </a:cubicBezTo>
                      <a:cubicBezTo>
                        <a:pt x="467426" y="992"/>
                        <a:pt x="467230" y="1176"/>
                        <a:pt x="466985" y="1176"/>
                      </a:cubicBezTo>
                      <a:close/>
                      <a:moveTo>
                        <a:pt x="210941" y="1176"/>
                      </a:moveTo>
                      <a:cubicBezTo>
                        <a:pt x="210696" y="1176"/>
                        <a:pt x="210500" y="980"/>
                        <a:pt x="210500" y="747"/>
                      </a:cubicBezTo>
                      <a:cubicBezTo>
                        <a:pt x="210500" y="502"/>
                        <a:pt x="210696" y="306"/>
                        <a:pt x="210928" y="306"/>
                      </a:cubicBezTo>
                      <a:lnTo>
                        <a:pt x="213550" y="306"/>
                      </a:lnTo>
                      <a:cubicBezTo>
                        <a:pt x="213770" y="269"/>
                        <a:pt x="213991" y="490"/>
                        <a:pt x="213991" y="723"/>
                      </a:cubicBezTo>
                      <a:cubicBezTo>
                        <a:pt x="213991" y="968"/>
                        <a:pt x="213795" y="1164"/>
                        <a:pt x="213562" y="1164"/>
                      </a:cubicBezTo>
                      <a:lnTo>
                        <a:pt x="210941" y="1164"/>
                      </a:lnTo>
                      <a:cubicBezTo>
                        <a:pt x="210941" y="1164"/>
                        <a:pt x="210941" y="1176"/>
                        <a:pt x="210941" y="1176"/>
                      </a:cubicBezTo>
                      <a:close/>
                      <a:moveTo>
                        <a:pt x="219699" y="1127"/>
                      </a:moveTo>
                      <a:cubicBezTo>
                        <a:pt x="219454" y="1127"/>
                        <a:pt x="219258" y="931"/>
                        <a:pt x="219258" y="686"/>
                      </a:cubicBezTo>
                      <a:cubicBezTo>
                        <a:pt x="219258" y="441"/>
                        <a:pt x="219442" y="245"/>
                        <a:pt x="219687" y="245"/>
                      </a:cubicBezTo>
                      <a:lnTo>
                        <a:pt x="222308" y="245"/>
                      </a:lnTo>
                      <a:cubicBezTo>
                        <a:pt x="222308" y="245"/>
                        <a:pt x="222308" y="233"/>
                        <a:pt x="222308" y="233"/>
                      </a:cubicBezTo>
                      <a:cubicBezTo>
                        <a:pt x="222553" y="233"/>
                        <a:pt x="222749" y="429"/>
                        <a:pt x="222749" y="661"/>
                      </a:cubicBezTo>
                      <a:cubicBezTo>
                        <a:pt x="222749" y="907"/>
                        <a:pt x="222553" y="1103"/>
                        <a:pt x="222321" y="1103"/>
                      </a:cubicBezTo>
                      <a:lnTo>
                        <a:pt x="219711" y="1103"/>
                      </a:lnTo>
                      <a:cubicBezTo>
                        <a:pt x="219711" y="1103"/>
                        <a:pt x="219711" y="1115"/>
                        <a:pt x="219711" y="1115"/>
                      </a:cubicBezTo>
                      <a:close/>
                      <a:moveTo>
                        <a:pt x="458251" y="1127"/>
                      </a:moveTo>
                      <a:lnTo>
                        <a:pt x="455629" y="1127"/>
                      </a:lnTo>
                      <a:cubicBezTo>
                        <a:pt x="455384" y="1115"/>
                        <a:pt x="455188" y="919"/>
                        <a:pt x="455200" y="674"/>
                      </a:cubicBezTo>
                      <a:cubicBezTo>
                        <a:pt x="455200" y="429"/>
                        <a:pt x="455396" y="245"/>
                        <a:pt x="455641" y="245"/>
                      </a:cubicBezTo>
                      <a:lnTo>
                        <a:pt x="458263" y="245"/>
                      </a:lnTo>
                      <a:cubicBezTo>
                        <a:pt x="458508" y="257"/>
                        <a:pt x="458704" y="453"/>
                        <a:pt x="458692" y="698"/>
                      </a:cubicBezTo>
                      <a:cubicBezTo>
                        <a:pt x="458692" y="943"/>
                        <a:pt x="458496" y="1127"/>
                        <a:pt x="458251" y="1127"/>
                      </a:cubicBezTo>
                      <a:close/>
                      <a:moveTo>
                        <a:pt x="228421" y="1090"/>
                      </a:moveTo>
                      <a:cubicBezTo>
                        <a:pt x="228176" y="1090"/>
                        <a:pt x="227980" y="894"/>
                        <a:pt x="227980" y="661"/>
                      </a:cubicBezTo>
                      <a:cubicBezTo>
                        <a:pt x="227980" y="416"/>
                        <a:pt x="228176" y="221"/>
                        <a:pt x="228409" y="221"/>
                      </a:cubicBezTo>
                      <a:lnTo>
                        <a:pt x="231030" y="221"/>
                      </a:lnTo>
                      <a:cubicBezTo>
                        <a:pt x="231030" y="221"/>
                        <a:pt x="231030" y="208"/>
                        <a:pt x="231030" y="208"/>
                      </a:cubicBezTo>
                      <a:cubicBezTo>
                        <a:pt x="231275" y="208"/>
                        <a:pt x="231471" y="404"/>
                        <a:pt x="231471" y="637"/>
                      </a:cubicBezTo>
                      <a:cubicBezTo>
                        <a:pt x="231471" y="882"/>
                        <a:pt x="231275" y="1078"/>
                        <a:pt x="231042" y="1078"/>
                      </a:cubicBezTo>
                      <a:lnTo>
                        <a:pt x="228421" y="1078"/>
                      </a:lnTo>
                      <a:cubicBezTo>
                        <a:pt x="228421" y="1078"/>
                        <a:pt x="228421" y="1090"/>
                        <a:pt x="228421" y="1090"/>
                      </a:cubicBezTo>
                      <a:close/>
                      <a:moveTo>
                        <a:pt x="449516" y="1090"/>
                      </a:moveTo>
                      <a:lnTo>
                        <a:pt x="446895" y="1090"/>
                      </a:lnTo>
                      <a:cubicBezTo>
                        <a:pt x="446650" y="1078"/>
                        <a:pt x="446454" y="882"/>
                        <a:pt x="446466" y="637"/>
                      </a:cubicBezTo>
                      <a:cubicBezTo>
                        <a:pt x="446466" y="392"/>
                        <a:pt x="446662" y="208"/>
                        <a:pt x="446907" y="208"/>
                      </a:cubicBezTo>
                      <a:lnTo>
                        <a:pt x="449529" y="208"/>
                      </a:lnTo>
                      <a:cubicBezTo>
                        <a:pt x="449774" y="221"/>
                        <a:pt x="449970" y="416"/>
                        <a:pt x="449957" y="661"/>
                      </a:cubicBezTo>
                      <a:cubicBezTo>
                        <a:pt x="449957" y="907"/>
                        <a:pt x="449761" y="1090"/>
                        <a:pt x="449516" y="1090"/>
                      </a:cubicBezTo>
                      <a:close/>
                      <a:moveTo>
                        <a:pt x="237167" y="1053"/>
                      </a:moveTo>
                      <a:cubicBezTo>
                        <a:pt x="236922" y="1053"/>
                        <a:pt x="236726" y="857"/>
                        <a:pt x="236726" y="612"/>
                      </a:cubicBezTo>
                      <a:cubicBezTo>
                        <a:pt x="236726" y="368"/>
                        <a:pt x="236922" y="172"/>
                        <a:pt x="237155" y="172"/>
                      </a:cubicBezTo>
                      <a:lnTo>
                        <a:pt x="239776" y="172"/>
                      </a:lnTo>
                      <a:cubicBezTo>
                        <a:pt x="239776" y="172"/>
                        <a:pt x="239776" y="172"/>
                        <a:pt x="239776" y="172"/>
                      </a:cubicBezTo>
                      <a:cubicBezTo>
                        <a:pt x="240021" y="172"/>
                        <a:pt x="240217" y="368"/>
                        <a:pt x="240217" y="600"/>
                      </a:cubicBezTo>
                      <a:cubicBezTo>
                        <a:pt x="240217" y="845"/>
                        <a:pt x="240021" y="1041"/>
                        <a:pt x="239789" y="1041"/>
                      </a:cubicBezTo>
                      <a:lnTo>
                        <a:pt x="237167" y="1041"/>
                      </a:lnTo>
                      <a:cubicBezTo>
                        <a:pt x="237167" y="1041"/>
                        <a:pt x="237167" y="1041"/>
                        <a:pt x="237167" y="1041"/>
                      </a:cubicBezTo>
                      <a:close/>
                      <a:moveTo>
                        <a:pt x="440782" y="1053"/>
                      </a:moveTo>
                      <a:lnTo>
                        <a:pt x="438161" y="1053"/>
                      </a:lnTo>
                      <a:cubicBezTo>
                        <a:pt x="437916" y="1041"/>
                        <a:pt x="437720" y="845"/>
                        <a:pt x="437732" y="600"/>
                      </a:cubicBezTo>
                      <a:cubicBezTo>
                        <a:pt x="437732" y="355"/>
                        <a:pt x="437965" y="159"/>
                        <a:pt x="438173" y="172"/>
                      </a:cubicBezTo>
                      <a:lnTo>
                        <a:pt x="440795" y="172"/>
                      </a:lnTo>
                      <a:cubicBezTo>
                        <a:pt x="441040" y="184"/>
                        <a:pt x="441236" y="380"/>
                        <a:pt x="441223" y="625"/>
                      </a:cubicBezTo>
                      <a:cubicBezTo>
                        <a:pt x="441223" y="870"/>
                        <a:pt x="441027" y="1053"/>
                        <a:pt x="440782" y="1053"/>
                      </a:cubicBezTo>
                      <a:close/>
                      <a:moveTo>
                        <a:pt x="245926" y="1029"/>
                      </a:moveTo>
                      <a:cubicBezTo>
                        <a:pt x="245681" y="1029"/>
                        <a:pt x="245485" y="833"/>
                        <a:pt x="245485" y="588"/>
                      </a:cubicBezTo>
                      <a:cubicBezTo>
                        <a:pt x="245485" y="343"/>
                        <a:pt x="245669" y="147"/>
                        <a:pt x="245914" y="147"/>
                      </a:cubicBezTo>
                      <a:lnTo>
                        <a:pt x="248535" y="147"/>
                      </a:lnTo>
                      <a:cubicBezTo>
                        <a:pt x="248535" y="147"/>
                        <a:pt x="248535" y="147"/>
                        <a:pt x="248535" y="147"/>
                      </a:cubicBezTo>
                      <a:cubicBezTo>
                        <a:pt x="248780" y="147"/>
                        <a:pt x="248976" y="343"/>
                        <a:pt x="248976" y="588"/>
                      </a:cubicBezTo>
                      <a:cubicBezTo>
                        <a:pt x="248976" y="833"/>
                        <a:pt x="248780" y="1029"/>
                        <a:pt x="248547" y="1029"/>
                      </a:cubicBezTo>
                      <a:lnTo>
                        <a:pt x="245938" y="1029"/>
                      </a:lnTo>
                      <a:cubicBezTo>
                        <a:pt x="245938" y="1029"/>
                        <a:pt x="245938" y="1029"/>
                        <a:pt x="245938" y="1029"/>
                      </a:cubicBezTo>
                      <a:close/>
                      <a:moveTo>
                        <a:pt x="432048" y="1017"/>
                      </a:moveTo>
                      <a:lnTo>
                        <a:pt x="429427" y="1017"/>
                      </a:lnTo>
                      <a:cubicBezTo>
                        <a:pt x="429182" y="1017"/>
                        <a:pt x="428986" y="808"/>
                        <a:pt x="428986" y="564"/>
                      </a:cubicBezTo>
                      <a:cubicBezTo>
                        <a:pt x="428986" y="319"/>
                        <a:pt x="429182" y="123"/>
                        <a:pt x="429427" y="123"/>
                      </a:cubicBezTo>
                      <a:lnTo>
                        <a:pt x="432048" y="123"/>
                      </a:lnTo>
                      <a:cubicBezTo>
                        <a:pt x="432293" y="123"/>
                        <a:pt x="432489" y="331"/>
                        <a:pt x="432477" y="576"/>
                      </a:cubicBezTo>
                      <a:cubicBezTo>
                        <a:pt x="432477" y="821"/>
                        <a:pt x="432281" y="1004"/>
                        <a:pt x="432036" y="1004"/>
                      </a:cubicBezTo>
                      <a:close/>
                      <a:moveTo>
                        <a:pt x="254660" y="1004"/>
                      </a:moveTo>
                      <a:cubicBezTo>
                        <a:pt x="254415" y="1004"/>
                        <a:pt x="254219" y="808"/>
                        <a:pt x="254219" y="564"/>
                      </a:cubicBezTo>
                      <a:cubicBezTo>
                        <a:pt x="254219" y="319"/>
                        <a:pt x="254415" y="123"/>
                        <a:pt x="254660" y="123"/>
                      </a:cubicBezTo>
                      <a:lnTo>
                        <a:pt x="257281" y="123"/>
                      </a:lnTo>
                      <a:cubicBezTo>
                        <a:pt x="257281" y="123"/>
                        <a:pt x="257281" y="123"/>
                        <a:pt x="257281" y="123"/>
                      </a:cubicBezTo>
                      <a:cubicBezTo>
                        <a:pt x="257526" y="123"/>
                        <a:pt x="257722" y="319"/>
                        <a:pt x="257722" y="564"/>
                      </a:cubicBezTo>
                      <a:cubicBezTo>
                        <a:pt x="257722" y="808"/>
                        <a:pt x="257526" y="1004"/>
                        <a:pt x="257281" y="1004"/>
                      </a:cubicBezTo>
                      <a:lnTo>
                        <a:pt x="254660" y="1004"/>
                      </a:lnTo>
                      <a:cubicBezTo>
                        <a:pt x="254660" y="1004"/>
                        <a:pt x="254660" y="1004"/>
                        <a:pt x="254660" y="1004"/>
                      </a:cubicBezTo>
                      <a:close/>
                      <a:moveTo>
                        <a:pt x="423314" y="980"/>
                      </a:moveTo>
                      <a:lnTo>
                        <a:pt x="420693" y="980"/>
                      </a:lnTo>
                      <a:cubicBezTo>
                        <a:pt x="420448" y="980"/>
                        <a:pt x="420252" y="772"/>
                        <a:pt x="420252" y="527"/>
                      </a:cubicBezTo>
                      <a:cubicBezTo>
                        <a:pt x="420252" y="282"/>
                        <a:pt x="420448" y="86"/>
                        <a:pt x="420693" y="86"/>
                      </a:cubicBezTo>
                      <a:lnTo>
                        <a:pt x="423314" y="86"/>
                      </a:lnTo>
                      <a:cubicBezTo>
                        <a:pt x="423559" y="86"/>
                        <a:pt x="423755" y="294"/>
                        <a:pt x="423755" y="539"/>
                      </a:cubicBezTo>
                      <a:cubicBezTo>
                        <a:pt x="423755" y="784"/>
                        <a:pt x="423559" y="980"/>
                        <a:pt x="423314" y="980"/>
                      </a:cubicBezTo>
                      <a:close/>
                      <a:moveTo>
                        <a:pt x="263406" y="980"/>
                      </a:moveTo>
                      <a:cubicBezTo>
                        <a:pt x="263161" y="980"/>
                        <a:pt x="262965" y="784"/>
                        <a:pt x="262965" y="539"/>
                      </a:cubicBezTo>
                      <a:cubicBezTo>
                        <a:pt x="262965" y="294"/>
                        <a:pt x="263161" y="98"/>
                        <a:pt x="263394" y="98"/>
                      </a:cubicBezTo>
                      <a:lnTo>
                        <a:pt x="266015" y="98"/>
                      </a:lnTo>
                      <a:cubicBezTo>
                        <a:pt x="266015" y="98"/>
                        <a:pt x="266015" y="98"/>
                        <a:pt x="266015" y="98"/>
                      </a:cubicBezTo>
                      <a:cubicBezTo>
                        <a:pt x="266260" y="98"/>
                        <a:pt x="266456" y="294"/>
                        <a:pt x="266456" y="539"/>
                      </a:cubicBezTo>
                      <a:cubicBezTo>
                        <a:pt x="266456" y="784"/>
                        <a:pt x="266260" y="980"/>
                        <a:pt x="266015" y="980"/>
                      </a:cubicBezTo>
                      <a:lnTo>
                        <a:pt x="263406" y="980"/>
                      </a:lnTo>
                      <a:cubicBezTo>
                        <a:pt x="263406" y="980"/>
                        <a:pt x="263406" y="980"/>
                        <a:pt x="263406" y="980"/>
                      </a:cubicBezTo>
                      <a:close/>
                      <a:moveTo>
                        <a:pt x="414568" y="955"/>
                      </a:moveTo>
                      <a:lnTo>
                        <a:pt x="411947" y="955"/>
                      </a:lnTo>
                      <a:cubicBezTo>
                        <a:pt x="411701" y="955"/>
                        <a:pt x="411506" y="747"/>
                        <a:pt x="411506" y="502"/>
                      </a:cubicBezTo>
                      <a:cubicBezTo>
                        <a:pt x="411506" y="257"/>
                        <a:pt x="411701" y="61"/>
                        <a:pt x="411947" y="61"/>
                      </a:cubicBezTo>
                      <a:lnTo>
                        <a:pt x="414568" y="61"/>
                      </a:lnTo>
                      <a:cubicBezTo>
                        <a:pt x="414813" y="61"/>
                        <a:pt x="415009" y="269"/>
                        <a:pt x="415009" y="515"/>
                      </a:cubicBezTo>
                      <a:cubicBezTo>
                        <a:pt x="415009" y="759"/>
                        <a:pt x="414813" y="955"/>
                        <a:pt x="414568" y="955"/>
                      </a:cubicBezTo>
                      <a:close/>
                      <a:moveTo>
                        <a:pt x="272140" y="955"/>
                      </a:moveTo>
                      <a:cubicBezTo>
                        <a:pt x="271895" y="955"/>
                        <a:pt x="271699" y="759"/>
                        <a:pt x="271699" y="515"/>
                      </a:cubicBezTo>
                      <a:cubicBezTo>
                        <a:pt x="271699" y="269"/>
                        <a:pt x="271895" y="73"/>
                        <a:pt x="272140" y="73"/>
                      </a:cubicBezTo>
                      <a:lnTo>
                        <a:pt x="274762" y="73"/>
                      </a:lnTo>
                      <a:cubicBezTo>
                        <a:pt x="274762" y="73"/>
                        <a:pt x="274762" y="73"/>
                        <a:pt x="274762" y="73"/>
                      </a:cubicBezTo>
                      <a:cubicBezTo>
                        <a:pt x="275007" y="73"/>
                        <a:pt x="275203" y="269"/>
                        <a:pt x="275203" y="515"/>
                      </a:cubicBezTo>
                      <a:cubicBezTo>
                        <a:pt x="275203" y="759"/>
                        <a:pt x="275007" y="955"/>
                        <a:pt x="274762" y="955"/>
                      </a:cubicBezTo>
                      <a:lnTo>
                        <a:pt x="272140" y="955"/>
                      </a:lnTo>
                      <a:cubicBezTo>
                        <a:pt x="272140" y="955"/>
                        <a:pt x="272140" y="955"/>
                        <a:pt x="272140" y="955"/>
                      </a:cubicBezTo>
                      <a:close/>
                      <a:moveTo>
                        <a:pt x="405834" y="931"/>
                      </a:moveTo>
                      <a:lnTo>
                        <a:pt x="403212" y="931"/>
                      </a:lnTo>
                      <a:cubicBezTo>
                        <a:pt x="402967" y="931"/>
                        <a:pt x="402771" y="723"/>
                        <a:pt x="402771" y="490"/>
                      </a:cubicBezTo>
                      <a:cubicBezTo>
                        <a:pt x="402771" y="245"/>
                        <a:pt x="402967" y="49"/>
                        <a:pt x="403212" y="49"/>
                      </a:cubicBezTo>
                      <a:lnTo>
                        <a:pt x="405834" y="49"/>
                      </a:lnTo>
                      <a:cubicBezTo>
                        <a:pt x="406079" y="49"/>
                        <a:pt x="406275" y="257"/>
                        <a:pt x="406275" y="490"/>
                      </a:cubicBezTo>
                      <a:cubicBezTo>
                        <a:pt x="406275" y="735"/>
                        <a:pt x="406079" y="931"/>
                        <a:pt x="405834" y="931"/>
                      </a:cubicBezTo>
                      <a:close/>
                      <a:moveTo>
                        <a:pt x="280887" y="931"/>
                      </a:moveTo>
                      <a:cubicBezTo>
                        <a:pt x="280642" y="931"/>
                        <a:pt x="280446" y="735"/>
                        <a:pt x="280446" y="490"/>
                      </a:cubicBezTo>
                      <a:cubicBezTo>
                        <a:pt x="280446" y="245"/>
                        <a:pt x="280642" y="49"/>
                        <a:pt x="280887" y="49"/>
                      </a:cubicBezTo>
                      <a:lnTo>
                        <a:pt x="283508" y="49"/>
                      </a:lnTo>
                      <a:cubicBezTo>
                        <a:pt x="283753" y="49"/>
                        <a:pt x="283949" y="233"/>
                        <a:pt x="283949" y="478"/>
                      </a:cubicBezTo>
                      <a:cubicBezTo>
                        <a:pt x="283949" y="723"/>
                        <a:pt x="283753" y="919"/>
                        <a:pt x="283508" y="919"/>
                      </a:cubicBezTo>
                      <a:lnTo>
                        <a:pt x="280887" y="919"/>
                      </a:lnTo>
                      <a:cubicBezTo>
                        <a:pt x="280887" y="919"/>
                        <a:pt x="280887" y="919"/>
                        <a:pt x="280887" y="919"/>
                      </a:cubicBezTo>
                      <a:close/>
                      <a:moveTo>
                        <a:pt x="397100" y="907"/>
                      </a:moveTo>
                      <a:lnTo>
                        <a:pt x="394478" y="907"/>
                      </a:lnTo>
                      <a:cubicBezTo>
                        <a:pt x="394233" y="907"/>
                        <a:pt x="394037" y="698"/>
                        <a:pt x="394037" y="465"/>
                      </a:cubicBezTo>
                      <a:cubicBezTo>
                        <a:pt x="394037" y="221"/>
                        <a:pt x="394233" y="25"/>
                        <a:pt x="394478" y="25"/>
                      </a:cubicBezTo>
                      <a:lnTo>
                        <a:pt x="397100" y="25"/>
                      </a:lnTo>
                      <a:cubicBezTo>
                        <a:pt x="397345" y="25"/>
                        <a:pt x="397541" y="233"/>
                        <a:pt x="397541" y="465"/>
                      </a:cubicBezTo>
                      <a:cubicBezTo>
                        <a:pt x="397541" y="711"/>
                        <a:pt x="397345" y="907"/>
                        <a:pt x="397100" y="907"/>
                      </a:cubicBezTo>
                      <a:close/>
                      <a:moveTo>
                        <a:pt x="289633" y="907"/>
                      </a:moveTo>
                      <a:cubicBezTo>
                        <a:pt x="289388" y="907"/>
                        <a:pt x="289192" y="711"/>
                        <a:pt x="289192" y="465"/>
                      </a:cubicBezTo>
                      <a:cubicBezTo>
                        <a:pt x="289192" y="221"/>
                        <a:pt x="289388" y="25"/>
                        <a:pt x="289621" y="25"/>
                      </a:cubicBezTo>
                      <a:lnTo>
                        <a:pt x="292242" y="25"/>
                      </a:lnTo>
                      <a:cubicBezTo>
                        <a:pt x="292242" y="25"/>
                        <a:pt x="292242" y="25"/>
                        <a:pt x="292242" y="25"/>
                      </a:cubicBezTo>
                      <a:cubicBezTo>
                        <a:pt x="292487" y="25"/>
                        <a:pt x="292683" y="221"/>
                        <a:pt x="292683" y="465"/>
                      </a:cubicBezTo>
                      <a:cubicBezTo>
                        <a:pt x="292683" y="711"/>
                        <a:pt x="292487" y="907"/>
                        <a:pt x="292242" y="907"/>
                      </a:cubicBezTo>
                      <a:lnTo>
                        <a:pt x="289621" y="907"/>
                      </a:lnTo>
                      <a:cubicBezTo>
                        <a:pt x="289621" y="907"/>
                        <a:pt x="289621" y="907"/>
                        <a:pt x="289621" y="907"/>
                      </a:cubicBezTo>
                      <a:close/>
                      <a:moveTo>
                        <a:pt x="388353" y="894"/>
                      </a:moveTo>
                      <a:lnTo>
                        <a:pt x="385732" y="894"/>
                      </a:lnTo>
                      <a:cubicBezTo>
                        <a:pt x="385487" y="894"/>
                        <a:pt x="385291" y="698"/>
                        <a:pt x="385291" y="453"/>
                      </a:cubicBezTo>
                      <a:cubicBezTo>
                        <a:pt x="385291" y="208"/>
                        <a:pt x="385487" y="12"/>
                        <a:pt x="385732" y="12"/>
                      </a:cubicBezTo>
                      <a:lnTo>
                        <a:pt x="388353" y="12"/>
                      </a:lnTo>
                      <a:cubicBezTo>
                        <a:pt x="388599" y="12"/>
                        <a:pt x="388795" y="208"/>
                        <a:pt x="388795" y="453"/>
                      </a:cubicBezTo>
                      <a:cubicBezTo>
                        <a:pt x="388795" y="698"/>
                        <a:pt x="388599" y="894"/>
                        <a:pt x="388353" y="894"/>
                      </a:cubicBezTo>
                      <a:close/>
                      <a:moveTo>
                        <a:pt x="298367" y="894"/>
                      </a:moveTo>
                      <a:cubicBezTo>
                        <a:pt x="298122" y="894"/>
                        <a:pt x="297926" y="698"/>
                        <a:pt x="297926" y="453"/>
                      </a:cubicBezTo>
                      <a:cubicBezTo>
                        <a:pt x="297926" y="208"/>
                        <a:pt x="298122" y="12"/>
                        <a:pt x="298367" y="12"/>
                      </a:cubicBezTo>
                      <a:lnTo>
                        <a:pt x="300988" y="12"/>
                      </a:lnTo>
                      <a:cubicBezTo>
                        <a:pt x="300988" y="12"/>
                        <a:pt x="300988" y="12"/>
                        <a:pt x="300988" y="12"/>
                      </a:cubicBezTo>
                      <a:cubicBezTo>
                        <a:pt x="301233" y="12"/>
                        <a:pt x="301429" y="208"/>
                        <a:pt x="301429" y="453"/>
                      </a:cubicBezTo>
                      <a:cubicBezTo>
                        <a:pt x="301429" y="698"/>
                        <a:pt x="301233" y="894"/>
                        <a:pt x="300988" y="894"/>
                      </a:cubicBezTo>
                      <a:lnTo>
                        <a:pt x="298367" y="894"/>
                      </a:lnTo>
                      <a:cubicBezTo>
                        <a:pt x="298367" y="894"/>
                        <a:pt x="298367" y="894"/>
                        <a:pt x="298367" y="894"/>
                      </a:cubicBezTo>
                      <a:close/>
                      <a:moveTo>
                        <a:pt x="307113" y="882"/>
                      </a:moveTo>
                      <a:cubicBezTo>
                        <a:pt x="306868" y="882"/>
                        <a:pt x="306672" y="686"/>
                        <a:pt x="306672" y="441"/>
                      </a:cubicBezTo>
                      <a:cubicBezTo>
                        <a:pt x="306672" y="196"/>
                        <a:pt x="306868" y="0"/>
                        <a:pt x="307113" y="0"/>
                      </a:cubicBezTo>
                      <a:lnTo>
                        <a:pt x="309735" y="0"/>
                      </a:lnTo>
                      <a:cubicBezTo>
                        <a:pt x="309980" y="0"/>
                        <a:pt x="310176" y="196"/>
                        <a:pt x="310176" y="429"/>
                      </a:cubicBezTo>
                      <a:cubicBezTo>
                        <a:pt x="310176" y="674"/>
                        <a:pt x="309980" y="870"/>
                        <a:pt x="309735" y="870"/>
                      </a:cubicBezTo>
                      <a:lnTo>
                        <a:pt x="307113" y="870"/>
                      </a:lnTo>
                      <a:cubicBezTo>
                        <a:pt x="307113" y="870"/>
                        <a:pt x="307113" y="870"/>
                        <a:pt x="307113" y="870"/>
                      </a:cubicBezTo>
                      <a:close/>
                      <a:moveTo>
                        <a:pt x="379619" y="882"/>
                      </a:moveTo>
                      <a:lnTo>
                        <a:pt x="376998" y="882"/>
                      </a:lnTo>
                      <a:cubicBezTo>
                        <a:pt x="376753" y="882"/>
                        <a:pt x="376557" y="686"/>
                        <a:pt x="376557" y="441"/>
                      </a:cubicBezTo>
                      <a:cubicBezTo>
                        <a:pt x="376557" y="196"/>
                        <a:pt x="376753" y="0"/>
                        <a:pt x="376986" y="0"/>
                      </a:cubicBezTo>
                      <a:lnTo>
                        <a:pt x="379607" y="0"/>
                      </a:lnTo>
                      <a:cubicBezTo>
                        <a:pt x="379852" y="0"/>
                        <a:pt x="380048" y="196"/>
                        <a:pt x="380048" y="441"/>
                      </a:cubicBezTo>
                      <a:cubicBezTo>
                        <a:pt x="380048" y="686"/>
                        <a:pt x="379852" y="882"/>
                        <a:pt x="379607" y="882"/>
                      </a:cubicBezTo>
                      <a:close/>
                      <a:moveTo>
                        <a:pt x="315847" y="882"/>
                      </a:moveTo>
                      <a:cubicBezTo>
                        <a:pt x="315602" y="882"/>
                        <a:pt x="315406" y="686"/>
                        <a:pt x="315406" y="441"/>
                      </a:cubicBezTo>
                      <a:cubicBezTo>
                        <a:pt x="315406" y="196"/>
                        <a:pt x="315602" y="0"/>
                        <a:pt x="315847" y="0"/>
                      </a:cubicBezTo>
                      <a:lnTo>
                        <a:pt x="318469" y="0"/>
                      </a:lnTo>
                      <a:cubicBezTo>
                        <a:pt x="318714" y="0"/>
                        <a:pt x="318910" y="196"/>
                        <a:pt x="318910" y="429"/>
                      </a:cubicBezTo>
                      <a:cubicBezTo>
                        <a:pt x="318910" y="674"/>
                        <a:pt x="318714" y="870"/>
                        <a:pt x="318469" y="870"/>
                      </a:cubicBezTo>
                      <a:lnTo>
                        <a:pt x="315847" y="870"/>
                      </a:lnTo>
                      <a:close/>
                      <a:moveTo>
                        <a:pt x="370873" y="882"/>
                      </a:moveTo>
                      <a:lnTo>
                        <a:pt x="368252" y="882"/>
                      </a:lnTo>
                      <a:cubicBezTo>
                        <a:pt x="368007" y="882"/>
                        <a:pt x="367811" y="686"/>
                        <a:pt x="367811" y="441"/>
                      </a:cubicBezTo>
                      <a:cubicBezTo>
                        <a:pt x="367811" y="196"/>
                        <a:pt x="368007" y="0"/>
                        <a:pt x="368252" y="0"/>
                      </a:cubicBezTo>
                      <a:lnTo>
                        <a:pt x="370873" y="0"/>
                      </a:lnTo>
                      <a:cubicBezTo>
                        <a:pt x="371118" y="0"/>
                        <a:pt x="371314" y="196"/>
                        <a:pt x="371314" y="441"/>
                      </a:cubicBezTo>
                      <a:cubicBezTo>
                        <a:pt x="371314" y="686"/>
                        <a:pt x="371118" y="882"/>
                        <a:pt x="370873" y="882"/>
                      </a:cubicBezTo>
                      <a:close/>
                      <a:moveTo>
                        <a:pt x="362139" y="882"/>
                      </a:moveTo>
                      <a:lnTo>
                        <a:pt x="359518" y="882"/>
                      </a:lnTo>
                      <a:cubicBezTo>
                        <a:pt x="359273" y="882"/>
                        <a:pt x="359077" y="686"/>
                        <a:pt x="359077" y="441"/>
                      </a:cubicBezTo>
                      <a:cubicBezTo>
                        <a:pt x="359077" y="196"/>
                        <a:pt x="359273" y="0"/>
                        <a:pt x="359518" y="0"/>
                      </a:cubicBezTo>
                      <a:lnTo>
                        <a:pt x="362139" y="0"/>
                      </a:lnTo>
                      <a:cubicBezTo>
                        <a:pt x="362384" y="0"/>
                        <a:pt x="362580" y="196"/>
                        <a:pt x="362580" y="441"/>
                      </a:cubicBezTo>
                      <a:cubicBezTo>
                        <a:pt x="362580" y="686"/>
                        <a:pt x="362384" y="882"/>
                        <a:pt x="362139" y="882"/>
                      </a:cubicBezTo>
                      <a:close/>
                      <a:moveTo>
                        <a:pt x="324594" y="882"/>
                      </a:moveTo>
                      <a:cubicBezTo>
                        <a:pt x="324349" y="882"/>
                        <a:pt x="324153" y="686"/>
                        <a:pt x="324153" y="441"/>
                      </a:cubicBezTo>
                      <a:cubicBezTo>
                        <a:pt x="324153" y="196"/>
                        <a:pt x="324349" y="0"/>
                        <a:pt x="324594" y="0"/>
                      </a:cubicBezTo>
                      <a:lnTo>
                        <a:pt x="327203" y="0"/>
                      </a:lnTo>
                      <a:cubicBezTo>
                        <a:pt x="327448" y="0"/>
                        <a:pt x="327644" y="196"/>
                        <a:pt x="327644" y="429"/>
                      </a:cubicBezTo>
                      <a:cubicBezTo>
                        <a:pt x="327644" y="674"/>
                        <a:pt x="327448" y="870"/>
                        <a:pt x="327203" y="870"/>
                      </a:cubicBezTo>
                      <a:lnTo>
                        <a:pt x="324594" y="870"/>
                      </a:lnTo>
                      <a:close/>
                      <a:moveTo>
                        <a:pt x="333303" y="882"/>
                      </a:moveTo>
                      <a:cubicBezTo>
                        <a:pt x="333058" y="882"/>
                        <a:pt x="332862" y="686"/>
                        <a:pt x="332862" y="441"/>
                      </a:cubicBezTo>
                      <a:cubicBezTo>
                        <a:pt x="332862" y="196"/>
                        <a:pt x="333058" y="0"/>
                        <a:pt x="333303" y="0"/>
                      </a:cubicBezTo>
                      <a:lnTo>
                        <a:pt x="335925" y="0"/>
                      </a:lnTo>
                      <a:cubicBezTo>
                        <a:pt x="336170" y="0"/>
                        <a:pt x="336366" y="196"/>
                        <a:pt x="336366" y="441"/>
                      </a:cubicBezTo>
                      <a:cubicBezTo>
                        <a:pt x="336366" y="686"/>
                        <a:pt x="336170" y="882"/>
                        <a:pt x="335925" y="882"/>
                      </a:cubicBezTo>
                      <a:lnTo>
                        <a:pt x="333303" y="882"/>
                      </a:lnTo>
                      <a:close/>
                      <a:moveTo>
                        <a:pt x="353393" y="882"/>
                      </a:moveTo>
                      <a:lnTo>
                        <a:pt x="350771" y="882"/>
                      </a:lnTo>
                      <a:cubicBezTo>
                        <a:pt x="350526" y="882"/>
                        <a:pt x="350330" y="686"/>
                        <a:pt x="350330" y="441"/>
                      </a:cubicBezTo>
                      <a:cubicBezTo>
                        <a:pt x="350330" y="196"/>
                        <a:pt x="350526" y="0"/>
                        <a:pt x="350771" y="0"/>
                      </a:cubicBezTo>
                      <a:lnTo>
                        <a:pt x="353393" y="0"/>
                      </a:lnTo>
                      <a:cubicBezTo>
                        <a:pt x="353638" y="0"/>
                        <a:pt x="353834" y="196"/>
                        <a:pt x="353834" y="441"/>
                      </a:cubicBezTo>
                      <a:cubicBezTo>
                        <a:pt x="353834" y="686"/>
                        <a:pt x="353638" y="882"/>
                        <a:pt x="353393" y="882"/>
                      </a:cubicBezTo>
                      <a:close/>
                      <a:moveTo>
                        <a:pt x="342025" y="882"/>
                      </a:moveTo>
                      <a:cubicBezTo>
                        <a:pt x="341780" y="882"/>
                        <a:pt x="341584" y="686"/>
                        <a:pt x="341584" y="441"/>
                      </a:cubicBezTo>
                      <a:cubicBezTo>
                        <a:pt x="341584" y="196"/>
                        <a:pt x="341780" y="0"/>
                        <a:pt x="342025" y="0"/>
                      </a:cubicBezTo>
                      <a:lnTo>
                        <a:pt x="344646" y="0"/>
                      </a:lnTo>
                      <a:cubicBezTo>
                        <a:pt x="344891" y="0"/>
                        <a:pt x="345087" y="196"/>
                        <a:pt x="345087" y="441"/>
                      </a:cubicBezTo>
                      <a:cubicBezTo>
                        <a:pt x="345087" y="686"/>
                        <a:pt x="344891" y="882"/>
                        <a:pt x="344646" y="882"/>
                      </a:cubicBezTo>
                      <a:lnTo>
                        <a:pt x="342025" y="88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20" name="Forme libre : forme 2919">
                  <a:extLst>
                    <a:ext uri="{FF2B5EF4-FFF2-40B4-BE49-F238E27FC236}">
                      <a16:creationId xmlns:a16="http://schemas.microsoft.com/office/drawing/2014/main" id="{518CA4F4-2E6C-00B1-B495-8EE703BFCFAB}"/>
                    </a:ext>
                  </a:extLst>
                </p:cNvPr>
                <p:cNvSpPr/>
                <p:nvPr/>
              </p:nvSpPr>
              <p:spPr>
                <a:xfrm>
                  <a:off x="996430" y="729418"/>
                  <a:ext cx="201554" cy="173235"/>
                </a:xfrm>
                <a:custGeom>
                  <a:avLst/>
                  <a:gdLst>
                    <a:gd name="connsiteX0" fmla="*/ 161155 w 201554"/>
                    <a:gd name="connsiteY0" fmla="*/ 173236 h 173235"/>
                    <a:gd name="connsiteX1" fmla="*/ 43901 w 201554"/>
                    <a:gd name="connsiteY1" fmla="*/ 173236 h 173235"/>
                    <a:gd name="connsiteX2" fmla="*/ 13766 w 201554"/>
                    <a:gd name="connsiteY2" fmla="*/ 146617 h 173235"/>
                    <a:gd name="connsiteX3" fmla="*/ 218 w 201554"/>
                    <a:gd name="connsiteY3" fmla="*/ 33785 h 173235"/>
                    <a:gd name="connsiteX4" fmla="*/ 30353 w 201554"/>
                    <a:gd name="connsiteY4" fmla="*/ 0 h 173235"/>
                    <a:gd name="connsiteX5" fmla="*/ 171212 w 201554"/>
                    <a:gd name="connsiteY5" fmla="*/ 0 h 173235"/>
                    <a:gd name="connsiteX6" fmla="*/ 201432 w 201554"/>
                    <a:gd name="connsiteY6" fmla="*/ 32866 h 173235"/>
                    <a:gd name="connsiteX7" fmla="*/ 191375 w 201554"/>
                    <a:gd name="connsiteY7" fmla="*/ 145698 h 173235"/>
                    <a:gd name="connsiteX8" fmla="*/ 161155 w 201554"/>
                    <a:gd name="connsiteY8" fmla="*/ 173236 h 1732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1554" h="173235">
                      <a:moveTo>
                        <a:pt x="161155" y="173236"/>
                      </a:moveTo>
                      <a:lnTo>
                        <a:pt x="43901" y="173236"/>
                      </a:lnTo>
                      <a:cubicBezTo>
                        <a:pt x="28540" y="173236"/>
                        <a:pt x="15592" y="161807"/>
                        <a:pt x="13766" y="146617"/>
                      </a:cubicBezTo>
                      <a:lnTo>
                        <a:pt x="218" y="33785"/>
                      </a:lnTo>
                      <a:cubicBezTo>
                        <a:pt x="-1938" y="15814"/>
                        <a:pt x="12162" y="0"/>
                        <a:pt x="30353" y="0"/>
                      </a:cubicBezTo>
                      <a:lnTo>
                        <a:pt x="171212" y="0"/>
                      </a:lnTo>
                      <a:cubicBezTo>
                        <a:pt x="189023" y="0"/>
                        <a:pt x="203013" y="15202"/>
                        <a:pt x="201432" y="32866"/>
                      </a:cubicBezTo>
                      <a:lnTo>
                        <a:pt x="191375" y="145698"/>
                      </a:lnTo>
                      <a:cubicBezTo>
                        <a:pt x="189991" y="161280"/>
                        <a:pt x="176872" y="173236"/>
                        <a:pt x="161155" y="173236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21" name="Forme libre : forme 2920">
                  <a:extLst>
                    <a:ext uri="{FF2B5EF4-FFF2-40B4-BE49-F238E27FC236}">
                      <a16:creationId xmlns:a16="http://schemas.microsoft.com/office/drawing/2014/main" id="{D67EF57C-397A-D6C9-5433-B0886CD83F83}"/>
                    </a:ext>
                  </a:extLst>
                </p:cNvPr>
                <p:cNvSpPr/>
                <p:nvPr/>
              </p:nvSpPr>
              <p:spPr>
                <a:xfrm>
                  <a:off x="1020516" y="750059"/>
                  <a:ext cx="153404" cy="131843"/>
                </a:xfrm>
                <a:custGeom>
                  <a:avLst/>
                  <a:gdLst>
                    <a:gd name="connsiteX0" fmla="*/ 122651 w 153404"/>
                    <a:gd name="connsiteY0" fmla="*/ 131844 h 131843"/>
                    <a:gd name="connsiteX1" fmla="*/ 33412 w 153404"/>
                    <a:gd name="connsiteY1" fmla="*/ 131844 h 131843"/>
                    <a:gd name="connsiteX2" fmla="*/ 10480 w 153404"/>
                    <a:gd name="connsiteY2" fmla="*/ 111583 h 131843"/>
                    <a:gd name="connsiteX3" fmla="*/ 166 w 153404"/>
                    <a:gd name="connsiteY3" fmla="*/ 25712 h 131843"/>
                    <a:gd name="connsiteX4" fmla="*/ 23098 w 153404"/>
                    <a:gd name="connsiteY4" fmla="*/ 0 h 131843"/>
                    <a:gd name="connsiteX5" fmla="*/ 130307 w 153404"/>
                    <a:gd name="connsiteY5" fmla="*/ 0 h 131843"/>
                    <a:gd name="connsiteX6" fmla="*/ 153312 w 153404"/>
                    <a:gd name="connsiteY6" fmla="*/ 25014 h 131843"/>
                    <a:gd name="connsiteX7" fmla="*/ 145656 w 153404"/>
                    <a:gd name="connsiteY7" fmla="*/ 110885 h 131843"/>
                    <a:gd name="connsiteX8" fmla="*/ 122651 w 153404"/>
                    <a:gd name="connsiteY8" fmla="*/ 131844 h 1318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3404" h="131843">
                      <a:moveTo>
                        <a:pt x="122651" y="131844"/>
                      </a:moveTo>
                      <a:lnTo>
                        <a:pt x="33412" y="131844"/>
                      </a:lnTo>
                      <a:cubicBezTo>
                        <a:pt x="21713" y="131844"/>
                        <a:pt x="11865" y="123147"/>
                        <a:pt x="10480" y="111583"/>
                      </a:cubicBezTo>
                      <a:lnTo>
                        <a:pt x="166" y="25712"/>
                      </a:lnTo>
                      <a:cubicBezTo>
                        <a:pt x="-1475" y="12029"/>
                        <a:pt x="9255" y="0"/>
                        <a:pt x="23098" y="0"/>
                      </a:cubicBezTo>
                      <a:lnTo>
                        <a:pt x="130307" y="0"/>
                      </a:lnTo>
                      <a:cubicBezTo>
                        <a:pt x="143868" y="0"/>
                        <a:pt x="154513" y="11576"/>
                        <a:pt x="153312" y="25014"/>
                      </a:cubicBezTo>
                      <a:lnTo>
                        <a:pt x="145656" y="110885"/>
                      </a:lnTo>
                      <a:cubicBezTo>
                        <a:pt x="144603" y="122742"/>
                        <a:pt x="134619" y="131844"/>
                        <a:pt x="122651" y="131844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74" name="Graphique 4">
                <a:extLst>
                  <a:ext uri="{FF2B5EF4-FFF2-40B4-BE49-F238E27FC236}">
                    <a16:creationId xmlns:a16="http://schemas.microsoft.com/office/drawing/2014/main" id="{885C7C69-5563-F16B-5291-3FBEE11ECA14}"/>
                  </a:ext>
                </a:extLst>
              </p:cNvPr>
              <p:cNvGrpSpPr/>
              <p:nvPr/>
            </p:nvGrpSpPr>
            <p:grpSpPr>
              <a:xfrm>
                <a:off x="225674" y="134125"/>
                <a:ext cx="1413021" cy="982360"/>
                <a:chOff x="225674" y="134125"/>
                <a:chExt cx="1413021" cy="982360"/>
              </a:xfrm>
            </p:grpSpPr>
            <p:sp>
              <p:nvSpPr>
                <p:cNvPr id="2902" name="Forme libre : forme 2901">
                  <a:extLst>
                    <a:ext uri="{FF2B5EF4-FFF2-40B4-BE49-F238E27FC236}">
                      <a16:creationId xmlns:a16="http://schemas.microsoft.com/office/drawing/2014/main" id="{BC7871AC-07AD-9F17-7356-C8A5807A8EB0}"/>
                    </a:ext>
                  </a:extLst>
                </p:cNvPr>
                <p:cNvSpPr/>
                <p:nvPr/>
              </p:nvSpPr>
              <p:spPr>
                <a:xfrm>
                  <a:off x="1118092" y="134125"/>
                  <a:ext cx="520603" cy="981025"/>
                </a:xfrm>
                <a:custGeom>
                  <a:avLst/>
                  <a:gdLst>
                    <a:gd name="connsiteX0" fmla="*/ 0 w 520603"/>
                    <a:gd name="connsiteY0" fmla="*/ 880810 h 981025"/>
                    <a:gd name="connsiteX1" fmla="*/ 265660 w 520603"/>
                    <a:gd name="connsiteY1" fmla="*/ 371870 h 981025"/>
                    <a:gd name="connsiteX2" fmla="*/ 211235 w 520603"/>
                    <a:gd name="connsiteY2" fmla="*/ 371870 h 981025"/>
                    <a:gd name="connsiteX3" fmla="*/ 202047 w 520603"/>
                    <a:gd name="connsiteY3" fmla="*/ 352442 h 981025"/>
                    <a:gd name="connsiteX4" fmla="*/ 485188 w 520603"/>
                    <a:gd name="connsiteY4" fmla="*/ 7355 h 981025"/>
                    <a:gd name="connsiteX5" fmla="*/ 520565 w 520603"/>
                    <a:gd name="connsiteY5" fmla="*/ 21197 h 981025"/>
                    <a:gd name="connsiteX6" fmla="*/ 500659 w 520603"/>
                    <a:gd name="connsiteY6" fmla="*/ 358653 h 981025"/>
                    <a:gd name="connsiteX7" fmla="*/ 463163 w 520603"/>
                    <a:gd name="connsiteY7" fmla="*/ 390171 h 981025"/>
                    <a:gd name="connsiteX8" fmla="*/ 425213 w 520603"/>
                    <a:gd name="connsiteY8" fmla="*/ 385823 h 981025"/>
                    <a:gd name="connsiteX9" fmla="*/ 161623 w 520603"/>
                    <a:gd name="connsiteY9" fmla="*/ 956648 h 981025"/>
                    <a:gd name="connsiteX10" fmla="*/ 123514 w 520603"/>
                    <a:gd name="connsiteY10" fmla="*/ 981025 h 981025"/>
                    <a:gd name="connsiteX11" fmla="*/ 32156 w 520603"/>
                    <a:gd name="connsiteY11" fmla="*/ 981025 h 981025"/>
                    <a:gd name="connsiteX12" fmla="*/ 0 w 520603"/>
                    <a:gd name="connsiteY12" fmla="*/ 880810 h 981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20603" h="981025">
                      <a:moveTo>
                        <a:pt x="0" y="880810"/>
                      </a:moveTo>
                      <a:lnTo>
                        <a:pt x="265660" y="371870"/>
                      </a:lnTo>
                      <a:lnTo>
                        <a:pt x="211235" y="371870"/>
                      </a:lnTo>
                      <a:cubicBezTo>
                        <a:pt x="201202" y="371870"/>
                        <a:pt x="195677" y="360196"/>
                        <a:pt x="202047" y="352442"/>
                      </a:cubicBezTo>
                      <a:lnTo>
                        <a:pt x="485188" y="7355"/>
                      </a:lnTo>
                      <a:cubicBezTo>
                        <a:pt x="497462" y="-7602"/>
                        <a:pt x="521704" y="1879"/>
                        <a:pt x="520565" y="21197"/>
                      </a:cubicBezTo>
                      <a:lnTo>
                        <a:pt x="500659" y="358653"/>
                      </a:lnTo>
                      <a:cubicBezTo>
                        <a:pt x="499520" y="377971"/>
                        <a:pt x="482395" y="392364"/>
                        <a:pt x="463163" y="390171"/>
                      </a:cubicBezTo>
                      <a:lnTo>
                        <a:pt x="425213" y="385823"/>
                      </a:lnTo>
                      <a:lnTo>
                        <a:pt x="161623" y="956648"/>
                      </a:lnTo>
                      <a:cubicBezTo>
                        <a:pt x="154763" y="971507"/>
                        <a:pt x="139892" y="981025"/>
                        <a:pt x="123514" y="981025"/>
                      </a:cubicBezTo>
                      <a:lnTo>
                        <a:pt x="32156" y="981025"/>
                      </a:lnTo>
                      <a:lnTo>
                        <a:pt x="0" y="880810"/>
                      </a:ln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3" name="Forme libre : forme 2902">
                  <a:extLst>
                    <a:ext uri="{FF2B5EF4-FFF2-40B4-BE49-F238E27FC236}">
                      <a16:creationId xmlns:a16="http://schemas.microsoft.com/office/drawing/2014/main" id="{3D7F6C2A-5774-6467-586E-5C3FEC7C8AA2}"/>
                    </a:ext>
                  </a:extLst>
                </p:cNvPr>
                <p:cNvSpPr/>
                <p:nvPr/>
              </p:nvSpPr>
              <p:spPr>
                <a:xfrm>
                  <a:off x="898454" y="586084"/>
                  <a:ext cx="381260" cy="529066"/>
                </a:xfrm>
                <a:custGeom>
                  <a:avLst/>
                  <a:gdLst>
                    <a:gd name="connsiteX0" fmla="*/ 0 w 381260"/>
                    <a:gd name="connsiteY0" fmla="*/ 71906 h 529066"/>
                    <a:gd name="connsiteX1" fmla="*/ 187544 w 381260"/>
                    <a:gd name="connsiteY1" fmla="*/ 488520 h 529066"/>
                    <a:gd name="connsiteX2" fmla="*/ 250262 w 381260"/>
                    <a:gd name="connsiteY2" fmla="*/ 529066 h 529066"/>
                    <a:gd name="connsiteX3" fmla="*/ 346949 w 381260"/>
                    <a:gd name="connsiteY3" fmla="*/ 529066 h 529066"/>
                    <a:gd name="connsiteX4" fmla="*/ 377819 w 381260"/>
                    <a:gd name="connsiteY4" fmla="*/ 510888 h 529066"/>
                    <a:gd name="connsiteX5" fmla="*/ 381261 w 381260"/>
                    <a:gd name="connsiteY5" fmla="*/ 504689 h 529066"/>
                    <a:gd name="connsiteX6" fmla="*/ 381261 w 381260"/>
                    <a:gd name="connsiteY6" fmla="*/ 504689 h 529066"/>
                    <a:gd name="connsiteX7" fmla="*/ 356639 w 381260"/>
                    <a:gd name="connsiteY7" fmla="*/ 489610 h 529066"/>
                    <a:gd name="connsiteX8" fmla="*/ 106757 w 381260"/>
                    <a:gd name="connsiteY8" fmla="*/ 0 h 529066"/>
                    <a:gd name="connsiteX9" fmla="*/ 0 w 381260"/>
                    <a:gd name="connsiteY9" fmla="*/ 71906 h 52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81260" h="529066">
                      <a:moveTo>
                        <a:pt x="0" y="71906"/>
                      </a:moveTo>
                      <a:lnTo>
                        <a:pt x="187544" y="488520"/>
                      </a:lnTo>
                      <a:cubicBezTo>
                        <a:pt x="198654" y="513191"/>
                        <a:pt x="223203" y="529066"/>
                        <a:pt x="250262" y="529066"/>
                      </a:cubicBezTo>
                      <a:lnTo>
                        <a:pt x="346949" y="529066"/>
                      </a:lnTo>
                      <a:cubicBezTo>
                        <a:pt x="359775" y="529066"/>
                        <a:pt x="371596" y="522108"/>
                        <a:pt x="377819" y="510888"/>
                      </a:cubicBezTo>
                      <a:lnTo>
                        <a:pt x="381261" y="504689"/>
                      </a:lnTo>
                      <a:lnTo>
                        <a:pt x="381261" y="504689"/>
                      </a:lnTo>
                      <a:cubicBezTo>
                        <a:pt x="370873" y="504689"/>
                        <a:pt x="361367" y="498871"/>
                        <a:pt x="356639" y="489610"/>
                      </a:cubicBezTo>
                      <a:lnTo>
                        <a:pt x="106757" y="0"/>
                      </a:lnTo>
                      <a:lnTo>
                        <a:pt x="0" y="71906"/>
                      </a:ln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4" name="Forme libre : forme 2903">
                  <a:extLst>
                    <a:ext uri="{FF2B5EF4-FFF2-40B4-BE49-F238E27FC236}">
                      <a16:creationId xmlns:a16="http://schemas.microsoft.com/office/drawing/2014/main" id="{8EF5C8FC-859B-D660-1184-3374D8A2E065}"/>
                    </a:ext>
                  </a:extLst>
                </p:cNvPr>
                <p:cNvSpPr/>
                <p:nvPr/>
              </p:nvSpPr>
              <p:spPr>
                <a:xfrm>
                  <a:off x="525597" y="537682"/>
                  <a:ext cx="504848" cy="574724"/>
                </a:xfrm>
                <a:custGeom>
                  <a:avLst/>
                  <a:gdLst>
                    <a:gd name="connsiteX0" fmla="*/ 504849 w 504848"/>
                    <a:gd name="connsiteY0" fmla="*/ 97855 h 574724"/>
                    <a:gd name="connsiteX1" fmla="*/ 504849 w 504848"/>
                    <a:gd name="connsiteY1" fmla="*/ 97855 h 574724"/>
                    <a:gd name="connsiteX2" fmla="*/ 445290 w 504848"/>
                    <a:gd name="connsiteY2" fmla="*/ 107324 h 574724"/>
                    <a:gd name="connsiteX3" fmla="*/ 169536 w 504848"/>
                    <a:gd name="connsiteY3" fmla="*/ 521610 h 574724"/>
                    <a:gd name="connsiteX4" fmla="*/ 70375 w 504848"/>
                    <a:gd name="connsiteY4" fmla="*/ 574725 h 574724"/>
                    <a:gd name="connsiteX5" fmla="*/ 31580 w 504848"/>
                    <a:gd name="connsiteY5" fmla="*/ 574725 h 574724"/>
                    <a:gd name="connsiteX6" fmla="*/ 0 w 504848"/>
                    <a:gd name="connsiteY6" fmla="*/ 483758 h 574724"/>
                    <a:gd name="connsiteX7" fmla="*/ 322425 w 504848"/>
                    <a:gd name="connsiteY7" fmla="*/ 31228 h 574724"/>
                    <a:gd name="connsiteX8" fmla="*/ 453106 w 504848"/>
                    <a:gd name="connsiteY8" fmla="*/ 16761 h 574724"/>
                    <a:gd name="connsiteX9" fmla="*/ 491202 w 504848"/>
                    <a:gd name="connsiteY9" fmla="*/ 64768 h 574724"/>
                    <a:gd name="connsiteX10" fmla="*/ 504849 w 504848"/>
                    <a:gd name="connsiteY10" fmla="*/ 97843 h 574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04848" h="574724">
                      <a:moveTo>
                        <a:pt x="504849" y="97855"/>
                      </a:moveTo>
                      <a:lnTo>
                        <a:pt x="504849" y="97855"/>
                      </a:lnTo>
                      <a:cubicBezTo>
                        <a:pt x="486045" y="83008"/>
                        <a:pt x="458569" y="87369"/>
                        <a:pt x="445290" y="107324"/>
                      </a:cubicBezTo>
                      <a:lnTo>
                        <a:pt x="169536" y="521610"/>
                      </a:lnTo>
                      <a:cubicBezTo>
                        <a:pt x="147450" y="554795"/>
                        <a:pt x="110235" y="574725"/>
                        <a:pt x="70375" y="574725"/>
                      </a:cubicBezTo>
                      <a:lnTo>
                        <a:pt x="31580" y="574725"/>
                      </a:lnTo>
                      <a:lnTo>
                        <a:pt x="0" y="483758"/>
                      </a:lnTo>
                      <a:cubicBezTo>
                        <a:pt x="0" y="483758"/>
                        <a:pt x="256350" y="90689"/>
                        <a:pt x="322425" y="31228"/>
                      </a:cubicBezTo>
                      <a:cubicBezTo>
                        <a:pt x="322425" y="31228"/>
                        <a:pt x="388219" y="-28073"/>
                        <a:pt x="453106" y="16761"/>
                      </a:cubicBezTo>
                      <a:cubicBezTo>
                        <a:pt x="470243" y="28607"/>
                        <a:pt x="483265" y="45512"/>
                        <a:pt x="491202" y="64768"/>
                      </a:cubicBezTo>
                      <a:lnTo>
                        <a:pt x="504849" y="97843"/>
                      </a:ln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5" name="Forme libre : forme 2904">
                  <a:extLst>
                    <a:ext uri="{FF2B5EF4-FFF2-40B4-BE49-F238E27FC236}">
                      <a16:creationId xmlns:a16="http://schemas.microsoft.com/office/drawing/2014/main" id="{B9924330-2E87-543C-949A-6DCA76AD2A54}"/>
                    </a:ext>
                  </a:extLst>
                </p:cNvPr>
                <p:cNvSpPr/>
                <p:nvPr/>
              </p:nvSpPr>
              <p:spPr>
                <a:xfrm>
                  <a:off x="225674" y="710125"/>
                  <a:ext cx="469459" cy="406360"/>
                </a:xfrm>
                <a:custGeom>
                  <a:avLst/>
                  <a:gdLst>
                    <a:gd name="connsiteX0" fmla="*/ 0 w 469459"/>
                    <a:gd name="connsiteY0" fmla="*/ 66675 h 406360"/>
                    <a:gd name="connsiteX1" fmla="*/ 135605 w 469459"/>
                    <a:gd name="connsiteY1" fmla="*/ 0 h 406360"/>
                    <a:gd name="connsiteX2" fmla="*/ 262720 w 469459"/>
                    <a:gd name="connsiteY2" fmla="*/ 166131 h 406360"/>
                    <a:gd name="connsiteX3" fmla="*/ 469459 w 469459"/>
                    <a:gd name="connsiteY3" fmla="*/ 349167 h 406360"/>
                    <a:gd name="connsiteX4" fmla="*/ 463996 w 469459"/>
                    <a:gd name="connsiteY4" fmla="*/ 358231 h 406360"/>
                    <a:gd name="connsiteX5" fmla="*/ 378835 w 469459"/>
                    <a:gd name="connsiteY5" fmla="*/ 406361 h 406360"/>
                    <a:gd name="connsiteX6" fmla="*/ 342380 w 469459"/>
                    <a:gd name="connsiteY6" fmla="*/ 406361 h 406360"/>
                    <a:gd name="connsiteX7" fmla="*/ 241112 w 469459"/>
                    <a:gd name="connsiteY7" fmla="*/ 354471 h 406360"/>
                    <a:gd name="connsiteX8" fmla="*/ 0 w 469459"/>
                    <a:gd name="connsiteY8" fmla="*/ 66675 h 406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9459" h="406360">
                      <a:moveTo>
                        <a:pt x="0" y="66675"/>
                      </a:moveTo>
                      <a:cubicBezTo>
                        <a:pt x="0" y="66675"/>
                        <a:pt x="46157" y="8979"/>
                        <a:pt x="135605" y="0"/>
                      </a:cubicBezTo>
                      <a:cubicBezTo>
                        <a:pt x="135605" y="0"/>
                        <a:pt x="178087" y="14479"/>
                        <a:pt x="262720" y="166131"/>
                      </a:cubicBezTo>
                      <a:cubicBezTo>
                        <a:pt x="347354" y="317783"/>
                        <a:pt x="403531" y="386945"/>
                        <a:pt x="469459" y="349167"/>
                      </a:cubicBezTo>
                      <a:lnTo>
                        <a:pt x="463996" y="358231"/>
                      </a:lnTo>
                      <a:cubicBezTo>
                        <a:pt x="446013" y="388096"/>
                        <a:pt x="413698" y="406361"/>
                        <a:pt x="378835" y="406361"/>
                      </a:cubicBezTo>
                      <a:lnTo>
                        <a:pt x="342380" y="406361"/>
                      </a:lnTo>
                      <a:cubicBezTo>
                        <a:pt x="302238" y="406361"/>
                        <a:pt x="264558" y="387067"/>
                        <a:pt x="241112" y="354471"/>
                      </a:cubicBezTo>
                      <a:cubicBezTo>
                        <a:pt x="175245" y="262904"/>
                        <a:pt x="40473" y="80885"/>
                        <a:pt x="0" y="6667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DF53F"/>
                    </a:gs>
                    <a:gs pos="28000">
                      <a:srgbClr val="F3C14A"/>
                    </a:gs>
                    <a:gs pos="100000">
                      <a:srgbClr val="D93C65"/>
                    </a:gs>
                  </a:gsLst>
                  <a:lin ang="14046235" scaled="1"/>
                </a:gra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6" name="Forme libre : forme 2905">
                  <a:extLst>
                    <a:ext uri="{FF2B5EF4-FFF2-40B4-BE49-F238E27FC236}">
                      <a16:creationId xmlns:a16="http://schemas.microsoft.com/office/drawing/2014/main" id="{E70A4055-BD14-022A-658A-F210BE500689}"/>
                    </a:ext>
                  </a:extLst>
                </p:cNvPr>
                <p:cNvSpPr/>
                <p:nvPr/>
              </p:nvSpPr>
              <p:spPr>
                <a:xfrm>
                  <a:off x="1605390" y="241622"/>
                  <a:ext cx="4477" cy="19096"/>
                </a:xfrm>
                <a:custGeom>
                  <a:avLst/>
                  <a:gdLst>
                    <a:gd name="connsiteX0" fmla="*/ 1308 w 4477"/>
                    <a:gd name="connsiteY0" fmla="*/ 19085 h 19096"/>
                    <a:gd name="connsiteX1" fmla="*/ 1161 w 4477"/>
                    <a:gd name="connsiteY1" fmla="*/ 19085 h 19096"/>
                    <a:gd name="connsiteX2" fmla="*/ 9 w 4477"/>
                    <a:gd name="connsiteY2" fmla="*/ 17639 h 19096"/>
                    <a:gd name="connsiteX3" fmla="*/ 1871 w 4477"/>
                    <a:gd name="connsiteY3" fmla="*/ 1163 h 19096"/>
                    <a:gd name="connsiteX4" fmla="*/ 3317 w 4477"/>
                    <a:gd name="connsiteY4" fmla="*/ 12 h 19096"/>
                    <a:gd name="connsiteX5" fmla="*/ 4468 w 4477"/>
                    <a:gd name="connsiteY5" fmla="*/ 1457 h 19096"/>
                    <a:gd name="connsiteX6" fmla="*/ 2606 w 4477"/>
                    <a:gd name="connsiteY6" fmla="*/ 17933 h 19096"/>
                    <a:gd name="connsiteX7" fmla="*/ 1308 w 4477"/>
                    <a:gd name="connsiteY7" fmla="*/ 19097 h 19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477" h="19096">
                      <a:moveTo>
                        <a:pt x="1308" y="19085"/>
                      </a:moveTo>
                      <a:cubicBezTo>
                        <a:pt x="1308" y="19085"/>
                        <a:pt x="1210" y="19085"/>
                        <a:pt x="1161" y="19085"/>
                      </a:cubicBezTo>
                      <a:cubicBezTo>
                        <a:pt x="438" y="18999"/>
                        <a:pt x="-76" y="18350"/>
                        <a:pt x="9" y="17639"/>
                      </a:cubicBezTo>
                      <a:lnTo>
                        <a:pt x="1871" y="1163"/>
                      </a:lnTo>
                      <a:cubicBezTo>
                        <a:pt x="1957" y="440"/>
                        <a:pt x="2606" y="-86"/>
                        <a:pt x="3317" y="12"/>
                      </a:cubicBezTo>
                      <a:cubicBezTo>
                        <a:pt x="4039" y="97"/>
                        <a:pt x="4554" y="747"/>
                        <a:pt x="4468" y="1457"/>
                      </a:cubicBezTo>
                      <a:lnTo>
                        <a:pt x="2606" y="17933"/>
                      </a:lnTo>
                      <a:cubicBezTo>
                        <a:pt x="2533" y="18607"/>
                        <a:pt x="1969" y="19097"/>
                        <a:pt x="1308" y="19097"/>
                      </a:cubicBezTo>
                      <a:close/>
                    </a:path>
                  </a:pathLst>
                </a:custGeom>
                <a:solidFill>
                  <a:srgbClr val="FFFFFF">
                    <a:alpha val="63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7" name="Forme libre : forme 2906">
                  <a:extLst>
                    <a:ext uri="{FF2B5EF4-FFF2-40B4-BE49-F238E27FC236}">
                      <a16:creationId xmlns:a16="http://schemas.microsoft.com/office/drawing/2014/main" id="{FE2C9693-91AF-C2C5-2487-DE1E3633D639}"/>
                    </a:ext>
                  </a:extLst>
                </p:cNvPr>
                <p:cNvSpPr/>
                <p:nvPr/>
              </p:nvSpPr>
              <p:spPr>
                <a:xfrm>
                  <a:off x="1369027" y="159448"/>
                  <a:ext cx="249292" cy="309247"/>
                </a:xfrm>
                <a:custGeom>
                  <a:avLst/>
                  <a:gdLst>
                    <a:gd name="connsiteX0" fmla="*/ 1312 w 249292"/>
                    <a:gd name="connsiteY0" fmla="*/ 309247 h 309247"/>
                    <a:gd name="connsiteX1" fmla="*/ 515 w 249292"/>
                    <a:gd name="connsiteY1" fmla="*/ 308978 h 309247"/>
                    <a:gd name="connsiteX2" fmla="*/ 270 w 249292"/>
                    <a:gd name="connsiteY2" fmla="*/ 307140 h 309247"/>
                    <a:gd name="connsiteX3" fmla="*/ 234069 w 249292"/>
                    <a:gd name="connsiteY3" fmla="*/ 3347 h 309247"/>
                    <a:gd name="connsiteX4" fmla="*/ 243979 w 249292"/>
                    <a:gd name="connsiteY4" fmla="*/ 652 h 309247"/>
                    <a:gd name="connsiteX5" fmla="*/ 249234 w 249292"/>
                    <a:gd name="connsiteY5" fmla="*/ 9472 h 309247"/>
                    <a:gd name="connsiteX6" fmla="*/ 245106 w 249292"/>
                    <a:gd name="connsiteY6" fmla="*/ 45890 h 309247"/>
                    <a:gd name="connsiteX7" fmla="*/ 243660 w 249292"/>
                    <a:gd name="connsiteY7" fmla="*/ 47042 h 309247"/>
                    <a:gd name="connsiteX8" fmla="*/ 242509 w 249292"/>
                    <a:gd name="connsiteY8" fmla="*/ 45596 h 309247"/>
                    <a:gd name="connsiteX9" fmla="*/ 246637 w 249292"/>
                    <a:gd name="connsiteY9" fmla="*/ 9178 h 309247"/>
                    <a:gd name="connsiteX10" fmla="*/ 243011 w 249292"/>
                    <a:gd name="connsiteY10" fmla="*/ 3077 h 309247"/>
                    <a:gd name="connsiteX11" fmla="*/ 236164 w 249292"/>
                    <a:gd name="connsiteY11" fmla="*/ 4939 h 309247"/>
                    <a:gd name="connsiteX12" fmla="*/ 2365 w 249292"/>
                    <a:gd name="connsiteY12" fmla="*/ 308733 h 309247"/>
                    <a:gd name="connsiteX13" fmla="*/ 1324 w 249292"/>
                    <a:gd name="connsiteY13" fmla="*/ 309247 h 3092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9292" h="309247">
                      <a:moveTo>
                        <a:pt x="1312" y="309247"/>
                      </a:moveTo>
                      <a:cubicBezTo>
                        <a:pt x="1030" y="309247"/>
                        <a:pt x="748" y="309162"/>
                        <a:pt x="515" y="308978"/>
                      </a:cubicBezTo>
                      <a:cubicBezTo>
                        <a:pt x="-60" y="308537"/>
                        <a:pt x="-171" y="307716"/>
                        <a:pt x="270" y="307140"/>
                      </a:cubicBezTo>
                      <a:lnTo>
                        <a:pt x="234069" y="3347"/>
                      </a:lnTo>
                      <a:cubicBezTo>
                        <a:pt x="236458" y="248"/>
                        <a:pt x="240353" y="-818"/>
                        <a:pt x="243979" y="652"/>
                      </a:cubicBezTo>
                      <a:cubicBezTo>
                        <a:pt x="247605" y="2122"/>
                        <a:pt x="249675" y="5576"/>
                        <a:pt x="249234" y="9472"/>
                      </a:cubicBezTo>
                      <a:lnTo>
                        <a:pt x="245106" y="45890"/>
                      </a:lnTo>
                      <a:cubicBezTo>
                        <a:pt x="245020" y="46613"/>
                        <a:pt x="244371" y="47140"/>
                        <a:pt x="243660" y="47042"/>
                      </a:cubicBezTo>
                      <a:cubicBezTo>
                        <a:pt x="242938" y="46956"/>
                        <a:pt x="242423" y="46307"/>
                        <a:pt x="242509" y="45596"/>
                      </a:cubicBezTo>
                      <a:lnTo>
                        <a:pt x="246637" y="9178"/>
                      </a:lnTo>
                      <a:cubicBezTo>
                        <a:pt x="247005" y="5907"/>
                        <a:pt x="244910" y="3849"/>
                        <a:pt x="243011" y="3077"/>
                      </a:cubicBezTo>
                      <a:cubicBezTo>
                        <a:pt x="241113" y="2306"/>
                        <a:pt x="238173" y="2330"/>
                        <a:pt x="236164" y="4939"/>
                      </a:cubicBezTo>
                      <a:lnTo>
                        <a:pt x="2365" y="308733"/>
                      </a:lnTo>
                      <a:cubicBezTo>
                        <a:pt x="2108" y="309064"/>
                        <a:pt x="1716" y="309247"/>
                        <a:pt x="1324" y="309247"/>
                      </a:cubicBezTo>
                      <a:close/>
                    </a:path>
                  </a:pathLst>
                </a:custGeom>
                <a:solidFill>
                  <a:srgbClr val="FFFFFF">
                    <a:alpha val="63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8" name="Forme libre : forme 2907">
                  <a:extLst>
                    <a:ext uri="{FF2B5EF4-FFF2-40B4-BE49-F238E27FC236}">
                      <a16:creationId xmlns:a16="http://schemas.microsoft.com/office/drawing/2014/main" id="{401A09F4-AB45-003E-6926-127CA9713AAB}"/>
                    </a:ext>
                  </a:extLst>
                </p:cNvPr>
                <p:cNvSpPr/>
                <p:nvPr/>
              </p:nvSpPr>
              <p:spPr>
                <a:xfrm>
                  <a:off x="838624" y="597074"/>
                  <a:ext cx="155906" cy="190102"/>
                </a:xfrm>
                <a:custGeom>
                  <a:avLst/>
                  <a:gdLst>
                    <a:gd name="connsiteX0" fmla="*/ 1314 w 155906"/>
                    <a:gd name="connsiteY0" fmla="*/ 190102 h 190102"/>
                    <a:gd name="connsiteX1" fmla="*/ 579 w 155906"/>
                    <a:gd name="connsiteY1" fmla="*/ 189882 h 190102"/>
                    <a:gd name="connsiteX2" fmla="*/ 224 w 155906"/>
                    <a:gd name="connsiteY2" fmla="*/ 188057 h 190102"/>
                    <a:gd name="connsiteX3" fmla="*/ 121141 w 155906"/>
                    <a:gd name="connsiteY3" fmla="*/ 8818 h 190102"/>
                    <a:gd name="connsiteX4" fmla="*/ 139221 w 155906"/>
                    <a:gd name="connsiteY4" fmla="*/ 60 h 190102"/>
                    <a:gd name="connsiteX5" fmla="*/ 155783 w 155906"/>
                    <a:gd name="connsiteY5" fmla="*/ 11440 h 190102"/>
                    <a:gd name="connsiteX6" fmla="*/ 155158 w 155906"/>
                    <a:gd name="connsiteY6" fmla="*/ 13179 h 190102"/>
                    <a:gd name="connsiteX7" fmla="*/ 153407 w 155906"/>
                    <a:gd name="connsiteY7" fmla="*/ 12555 h 190102"/>
                    <a:gd name="connsiteX8" fmla="*/ 139025 w 155906"/>
                    <a:gd name="connsiteY8" fmla="*/ 2669 h 190102"/>
                    <a:gd name="connsiteX9" fmla="*/ 123309 w 155906"/>
                    <a:gd name="connsiteY9" fmla="*/ 10276 h 190102"/>
                    <a:gd name="connsiteX10" fmla="*/ 2392 w 155906"/>
                    <a:gd name="connsiteY10" fmla="*/ 189514 h 190102"/>
                    <a:gd name="connsiteX11" fmla="*/ 1301 w 155906"/>
                    <a:gd name="connsiteY11" fmla="*/ 190090 h 190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55906" h="190102">
                      <a:moveTo>
                        <a:pt x="1314" y="190102"/>
                      </a:moveTo>
                      <a:cubicBezTo>
                        <a:pt x="1056" y="190102"/>
                        <a:pt x="811" y="190029"/>
                        <a:pt x="579" y="189882"/>
                      </a:cubicBezTo>
                      <a:cubicBezTo>
                        <a:pt x="-21" y="189478"/>
                        <a:pt x="-181" y="188657"/>
                        <a:pt x="224" y="188057"/>
                      </a:cubicBezTo>
                      <a:lnTo>
                        <a:pt x="121141" y="8818"/>
                      </a:lnTo>
                      <a:cubicBezTo>
                        <a:pt x="125208" y="2792"/>
                        <a:pt x="131969" y="-491"/>
                        <a:pt x="139221" y="60"/>
                      </a:cubicBezTo>
                      <a:cubicBezTo>
                        <a:pt x="146473" y="611"/>
                        <a:pt x="152671" y="4862"/>
                        <a:pt x="155783" y="11440"/>
                      </a:cubicBezTo>
                      <a:cubicBezTo>
                        <a:pt x="156089" y="12089"/>
                        <a:pt x="155807" y="12873"/>
                        <a:pt x="155158" y="13179"/>
                      </a:cubicBezTo>
                      <a:cubicBezTo>
                        <a:pt x="154509" y="13486"/>
                        <a:pt x="153725" y="13204"/>
                        <a:pt x="153407" y="12555"/>
                      </a:cubicBezTo>
                      <a:cubicBezTo>
                        <a:pt x="150699" y="6846"/>
                        <a:pt x="145322" y="3147"/>
                        <a:pt x="139025" y="2669"/>
                      </a:cubicBezTo>
                      <a:cubicBezTo>
                        <a:pt x="132729" y="2191"/>
                        <a:pt x="126849" y="5033"/>
                        <a:pt x="123309" y="10276"/>
                      </a:cubicBezTo>
                      <a:lnTo>
                        <a:pt x="2392" y="189514"/>
                      </a:lnTo>
                      <a:cubicBezTo>
                        <a:pt x="2134" y="189894"/>
                        <a:pt x="1730" y="190090"/>
                        <a:pt x="1301" y="190090"/>
                      </a:cubicBezTo>
                      <a:close/>
                    </a:path>
                  </a:pathLst>
                </a:custGeom>
                <a:solidFill>
                  <a:srgbClr val="FFFFFF">
                    <a:alpha val="63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9" name="Forme libre : forme 2908">
                  <a:extLst>
                    <a:ext uri="{FF2B5EF4-FFF2-40B4-BE49-F238E27FC236}">
                      <a16:creationId xmlns:a16="http://schemas.microsoft.com/office/drawing/2014/main" id="{F04698C8-0BFB-0AAF-187E-2E3B8145BC1A}"/>
                    </a:ext>
                  </a:extLst>
                </p:cNvPr>
                <p:cNvSpPr/>
                <p:nvPr/>
              </p:nvSpPr>
              <p:spPr>
                <a:xfrm>
                  <a:off x="807203" y="819635"/>
                  <a:ext cx="10381" cy="14114"/>
                </a:xfrm>
                <a:custGeom>
                  <a:avLst/>
                  <a:gdLst>
                    <a:gd name="connsiteX0" fmla="*/ 1314 w 10381"/>
                    <a:gd name="connsiteY0" fmla="*/ 14115 h 14114"/>
                    <a:gd name="connsiteX1" fmla="*/ 579 w 10381"/>
                    <a:gd name="connsiteY1" fmla="*/ 13894 h 14114"/>
                    <a:gd name="connsiteX2" fmla="*/ 224 w 10381"/>
                    <a:gd name="connsiteY2" fmla="*/ 12069 h 14114"/>
                    <a:gd name="connsiteX3" fmla="*/ 7978 w 10381"/>
                    <a:gd name="connsiteY3" fmla="*/ 579 h 14114"/>
                    <a:gd name="connsiteX4" fmla="*/ 9803 w 10381"/>
                    <a:gd name="connsiteY4" fmla="*/ 224 h 14114"/>
                    <a:gd name="connsiteX5" fmla="*/ 10158 w 10381"/>
                    <a:gd name="connsiteY5" fmla="*/ 2049 h 14114"/>
                    <a:gd name="connsiteX6" fmla="*/ 2404 w 10381"/>
                    <a:gd name="connsiteY6" fmla="*/ 13539 h 14114"/>
                    <a:gd name="connsiteX7" fmla="*/ 1314 w 10381"/>
                    <a:gd name="connsiteY7" fmla="*/ 14115 h 141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381" h="14114">
                      <a:moveTo>
                        <a:pt x="1314" y="14115"/>
                      </a:moveTo>
                      <a:cubicBezTo>
                        <a:pt x="1056" y="14115"/>
                        <a:pt x="811" y="14041"/>
                        <a:pt x="579" y="13894"/>
                      </a:cubicBezTo>
                      <a:cubicBezTo>
                        <a:pt x="-21" y="13490"/>
                        <a:pt x="-181" y="12669"/>
                        <a:pt x="224" y="12069"/>
                      </a:cubicBezTo>
                      <a:lnTo>
                        <a:pt x="7978" y="579"/>
                      </a:lnTo>
                      <a:cubicBezTo>
                        <a:pt x="8382" y="-21"/>
                        <a:pt x="9203" y="-181"/>
                        <a:pt x="9803" y="224"/>
                      </a:cubicBezTo>
                      <a:cubicBezTo>
                        <a:pt x="10403" y="628"/>
                        <a:pt x="10562" y="1449"/>
                        <a:pt x="10158" y="2049"/>
                      </a:cubicBezTo>
                      <a:lnTo>
                        <a:pt x="2404" y="13539"/>
                      </a:lnTo>
                      <a:cubicBezTo>
                        <a:pt x="2147" y="13919"/>
                        <a:pt x="1742" y="14115"/>
                        <a:pt x="1314" y="14115"/>
                      </a:cubicBezTo>
                      <a:close/>
                    </a:path>
                  </a:pathLst>
                </a:custGeom>
                <a:solidFill>
                  <a:srgbClr val="FFFFFF">
                    <a:alpha val="63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75" name="Graphique 4">
                <a:extLst>
                  <a:ext uri="{FF2B5EF4-FFF2-40B4-BE49-F238E27FC236}">
                    <a16:creationId xmlns:a16="http://schemas.microsoft.com/office/drawing/2014/main" id="{780E3D4B-BD6C-E2C0-B645-602F61A0E20F}"/>
                  </a:ext>
                </a:extLst>
              </p:cNvPr>
              <p:cNvGrpSpPr/>
              <p:nvPr/>
            </p:nvGrpSpPr>
            <p:grpSpPr>
              <a:xfrm>
                <a:off x="1085153" y="396651"/>
                <a:ext cx="204701" cy="316536"/>
                <a:chOff x="1085153" y="396651"/>
                <a:chExt cx="204701" cy="316536"/>
              </a:xfrm>
            </p:grpSpPr>
            <p:sp>
              <p:nvSpPr>
                <p:cNvPr id="2890" name="Forme libre : forme 2889">
                  <a:extLst>
                    <a:ext uri="{FF2B5EF4-FFF2-40B4-BE49-F238E27FC236}">
                      <a16:creationId xmlns:a16="http://schemas.microsoft.com/office/drawing/2014/main" id="{705486C5-E69B-25C0-1E47-2F0906CB4E12}"/>
                    </a:ext>
                  </a:extLst>
                </p:cNvPr>
                <p:cNvSpPr/>
                <p:nvPr/>
              </p:nvSpPr>
              <p:spPr>
                <a:xfrm>
                  <a:off x="1148512" y="640015"/>
                  <a:ext cx="77265" cy="73172"/>
                </a:xfrm>
                <a:custGeom>
                  <a:avLst/>
                  <a:gdLst>
                    <a:gd name="connsiteX0" fmla="*/ 77243 w 77265"/>
                    <a:gd name="connsiteY0" fmla="*/ 17252 h 73172"/>
                    <a:gd name="connsiteX1" fmla="*/ 72454 w 77265"/>
                    <a:gd name="connsiteY1" fmla="*/ 12928 h 73172"/>
                    <a:gd name="connsiteX2" fmla="*/ 77243 w 77265"/>
                    <a:gd name="connsiteY2" fmla="*/ 7453 h 73172"/>
                    <a:gd name="connsiteX3" fmla="*/ 37812 w 77265"/>
                    <a:gd name="connsiteY3" fmla="*/ 470 h 73172"/>
                    <a:gd name="connsiteX4" fmla="*/ 9 w 77265"/>
                    <a:gd name="connsiteY4" fmla="*/ 13675 h 73172"/>
                    <a:gd name="connsiteX5" fmla="*/ 4799 w 77265"/>
                    <a:gd name="connsiteY5" fmla="*/ 18000 h 73172"/>
                    <a:gd name="connsiteX6" fmla="*/ 9 w 77265"/>
                    <a:gd name="connsiteY6" fmla="*/ 23475 h 73172"/>
                    <a:gd name="connsiteX7" fmla="*/ 4799 w 77265"/>
                    <a:gd name="connsiteY7" fmla="*/ 27799 h 73172"/>
                    <a:gd name="connsiteX8" fmla="*/ 9 w 77265"/>
                    <a:gd name="connsiteY8" fmla="*/ 33275 h 73172"/>
                    <a:gd name="connsiteX9" fmla="*/ 4799 w 77265"/>
                    <a:gd name="connsiteY9" fmla="*/ 37599 h 73172"/>
                    <a:gd name="connsiteX10" fmla="*/ 9 w 77265"/>
                    <a:gd name="connsiteY10" fmla="*/ 43075 h 73172"/>
                    <a:gd name="connsiteX11" fmla="*/ 9539 w 77265"/>
                    <a:gd name="connsiteY11" fmla="*/ 48820 h 73172"/>
                    <a:gd name="connsiteX12" fmla="*/ 9686 w 77265"/>
                    <a:gd name="connsiteY12" fmla="*/ 54847 h 73172"/>
                    <a:gd name="connsiteX13" fmla="*/ 37358 w 77265"/>
                    <a:gd name="connsiteY13" fmla="*/ 73172 h 73172"/>
                    <a:gd name="connsiteX14" fmla="*/ 66023 w 77265"/>
                    <a:gd name="connsiteY14" fmla="*/ 51882 h 73172"/>
                    <a:gd name="connsiteX15" fmla="*/ 65729 w 77265"/>
                    <a:gd name="connsiteY15" fmla="*/ 45157 h 73172"/>
                    <a:gd name="connsiteX16" fmla="*/ 77256 w 77265"/>
                    <a:gd name="connsiteY16" fmla="*/ 36840 h 73172"/>
                    <a:gd name="connsiteX17" fmla="*/ 72466 w 77265"/>
                    <a:gd name="connsiteY17" fmla="*/ 32515 h 73172"/>
                    <a:gd name="connsiteX18" fmla="*/ 77256 w 77265"/>
                    <a:gd name="connsiteY18" fmla="*/ 27040 h 73172"/>
                    <a:gd name="connsiteX19" fmla="*/ 72466 w 77265"/>
                    <a:gd name="connsiteY19" fmla="*/ 22716 h 73172"/>
                    <a:gd name="connsiteX20" fmla="*/ 77256 w 77265"/>
                    <a:gd name="connsiteY20" fmla="*/ 17240 h 731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77265" h="73172">
                      <a:moveTo>
                        <a:pt x="77243" y="17252"/>
                      </a:moveTo>
                      <a:cubicBezTo>
                        <a:pt x="77109" y="15562"/>
                        <a:pt x="75382" y="14092"/>
                        <a:pt x="72454" y="12928"/>
                      </a:cubicBezTo>
                      <a:cubicBezTo>
                        <a:pt x="75627" y="11176"/>
                        <a:pt x="77390" y="9302"/>
                        <a:pt x="77243" y="7453"/>
                      </a:cubicBezTo>
                      <a:cubicBezTo>
                        <a:pt x="76790" y="1879"/>
                        <a:pt x="59138" y="-1245"/>
                        <a:pt x="37812" y="470"/>
                      </a:cubicBezTo>
                      <a:cubicBezTo>
                        <a:pt x="16485" y="2185"/>
                        <a:pt x="-444" y="8102"/>
                        <a:pt x="9" y="13675"/>
                      </a:cubicBezTo>
                      <a:cubicBezTo>
                        <a:pt x="144" y="15366"/>
                        <a:pt x="1871" y="16836"/>
                        <a:pt x="4799" y="18000"/>
                      </a:cubicBezTo>
                      <a:cubicBezTo>
                        <a:pt x="1626" y="19751"/>
                        <a:pt x="-138" y="21625"/>
                        <a:pt x="9" y="23475"/>
                      </a:cubicBezTo>
                      <a:cubicBezTo>
                        <a:pt x="144" y="25166"/>
                        <a:pt x="1871" y="26623"/>
                        <a:pt x="4799" y="27799"/>
                      </a:cubicBezTo>
                      <a:cubicBezTo>
                        <a:pt x="1626" y="29551"/>
                        <a:pt x="-138" y="31425"/>
                        <a:pt x="9" y="33275"/>
                      </a:cubicBezTo>
                      <a:cubicBezTo>
                        <a:pt x="144" y="34965"/>
                        <a:pt x="1871" y="36435"/>
                        <a:pt x="4799" y="37599"/>
                      </a:cubicBezTo>
                      <a:cubicBezTo>
                        <a:pt x="1626" y="39351"/>
                        <a:pt x="-138" y="41225"/>
                        <a:pt x="9" y="43075"/>
                      </a:cubicBezTo>
                      <a:cubicBezTo>
                        <a:pt x="205" y="45537"/>
                        <a:pt x="3782" y="47521"/>
                        <a:pt x="9539" y="48820"/>
                      </a:cubicBezTo>
                      <a:cubicBezTo>
                        <a:pt x="9466" y="50645"/>
                        <a:pt x="9502" y="52642"/>
                        <a:pt x="9686" y="54847"/>
                      </a:cubicBezTo>
                      <a:cubicBezTo>
                        <a:pt x="10519" y="65124"/>
                        <a:pt x="22071" y="73172"/>
                        <a:pt x="37358" y="73172"/>
                      </a:cubicBezTo>
                      <a:cubicBezTo>
                        <a:pt x="52646" y="73172"/>
                        <a:pt x="65864" y="62184"/>
                        <a:pt x="66023" y="51882"/>
                      </a:cubicBezTo>
                      <a:cubicBezTo>
                        <a:pt x="66059" y="49359"/>
                        <a:pt x="65949" y="47129"/>
                        <a:pt x="65729" y="45157"/>
                      </a:cubicBezTo>
                      <a:cubicBezTo>
                        <a:pt x="73042" y="42719"/>
                        <a:pt x="77501" y="39731"/>
                        <a:pt x="77256" y="36840"/>
                      </a:cubicBezTo>
                      <a:cubicBezTo>
                        <a:pt x="77121" y="35149"/>
                        <a:pt x="75394" y="33679"/>
                        <a:pt x="72466" y="32515"/>
                      </a:cubicBezTo>
                      <a:cubicBezTo>
                        <a:pt x="75639" y="30764"/>
                        <a:pt x="77403" y="28890"/>
                        <a:pt x="77256" y="27040"/>
                      </a:cubicBezTo>
                      <a:cubicBezTo>
                        <a:pt x="77121" y="25349"/>
                        <a:pt x="75394" y="23879"/>
                        <a:pt x="72466" y="22716"/>
                      </a:cubicBezTo>
                      <a:cubicBezTo>
                        <a:pt x="75639" y="20964"/>
                        <a:pt x="77403" y="19090"/>
                        <a:pt x="77256" y="1724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B3582"/>
                    </a:gs>
                    <a:gs pos="50000">
                      <a:srgbClr val="202162"/>
                    </a:gs>
                    <a:gs pos="100000">
                      <a:srgbClr val="150E42"/>
                    </a:gs>
                  </a:gsLst>
                  <a:lin ang="5916578" scaled="1"/>
                </a:gra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891" name="Graphique 4">
                  <a:extLst>
                    <a:ext uri="{FF2B5EF4-FFF2-40B4-BE49-F238E27FC236}">
                      <a16:creationId xmlns:a16="http://schemas.microsoft.com/office/drawing/2014/main" id="{6071DBB9-3477-AB31-0FD6-9687EA08F6F9}"/>
                    </a:ext>
                  </a:extLst>
                </p:cNvPr>
                <p:cNvGrpSpPr/>
                <p:nvPr/>
              </p:nvGrpSpPr>
              <p:grpSpPr>
                <a:xfrm>
                  <a:off x="1154192" y="653447"/>
                  <a:ext cx="65401" cy="37617"/>
                  <a:chOff x="1154192" y="653447"/>
                  <a:chExt cx="65401" cy="37617"/>
                </a:xfrm>
                <a:solidFill>
                  <a:srgbClr val="FFFFFF"/>
                </a:solidFill>
              </p:grpSpPr>
              <p:sp>
                <p:nvSpPr>
                  <p:cNvPr id="2898" name="Forme libre : forme 2897">
                    <a:extLst>
                      <a:ext uri="{FF2B5EF4-FFF2-40B4-BE49-F238E27FC236}">
                        <a16:creationId xmlns:a16="http://schemas.microsoft.com/office/drawing/2014/main" id="{5DFC0C4F-C7BD-1DB3-4D30-5D45B8699157}"/>
                      </a:ext>
                    </a:extLst>
                  </p:cNvPr>
                  <p:cNvSpPr/>
                  <p:nvPr/>
                </p:nvSpPr>
                <p:spPr>
                  <a:xfrm>
                    <a:off x="1159117" y="685472"/>
                    <a:ext cx="53084" cy="5592"/>
                  </a:xfrm>
                  <a:custGeom>
                    <a:avLst/>
                    <a:gdLst>
                      <a:gd name="connsiteX0" fmla="*/ 17333 w 53084"/>
                      <a:gd name="connsiteY0" fmla="*/ 5592 h 5592"/>
                      <a:gd name="connsiteX1" fmla="*/ 416 w 53084"/>
                      <a:gd name="connsiteY1" fmla="*/ 4208 h 5592"/>
                      <a:gd name="connsiteX2" fmla="*/ 12 w 53084"/>
                      <a:gd name="connsiteY2" fmla="*/ 3608 h 5592"/>
                      <a:gd name="connsiteX3" fmla="*/ 612 w 53084"/>
                      <a:gd name="connsiteY3" fmla="*/ 3204 h 5592"/>
                      <a:gd name="connsiteX4" fmla="*/ 28799 w 53084"/>
                      <a:gd name="connsiteY4" fmla="*/ 4098 h 5592"/>
                      <a:gd name="connsiteX5" fmla="*/ 52428 w 53084"/>
                      <a:gd name="connsiteY5" fmla="*/ 19 h 5592"/>
                      <a:gd name="connsiteX6" fmla="*/ 53065 w 53084"/>
                      <a:gd name="connsiteY6" fmla="*/ 362 h 5592"/>
                      <a:gd name="connsiteX7" fmla="*/ 52722 w 53084"/>
                      <a:gd name="connsiteY7" fmla="*/ 999 h 5592"/>
                      <a:gd name="connsiteX8" fmla="*/ 28884 w 53084"/>
                      <a:gd name="connsiteY8" fmla="*/ 5115 h 5592"/>
                      <a:gd name="connsiteX9" fmla="*/ 17345 w 53084"/>
                      <a:gd name="connsiteY9" fmla="*/ 5592 h 55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3084" h="5592">
                        <a:moveTo>
                          <a:pt x="17333" y="5592"/>
                        </a:moveTo>
                        <a:cubicBezTo>
                          <a:pt x="11000" y="5592"/>
                          <a:pt x="5206" y="5127"/>
                          <a:pt x="416" y="4208"/>
                        </a:cubicBezTo>
                        <a:cubicBezTo>
                          <a:pt x="134" y="4159"/>
                          <a:pt x="-49" y="3890"/>
                          <a:pt x="12" y="3608"/>
                        </a:cubicBezTo>
                        <a:cubicBezTo>
                          <a:pt x="61" y="3326"/>
                          <a:pt x="330" y="3143"/>
                          <a:pt x="612" y="3204"/>
                        </a:cubicBezTo>
                        <a:cubicBezTo>
                          <a:pt x="8109" y="4637"/>
                          <a:pt x="18117" y="4956"/>
                          <a:pt x="28799" y="4098"/>
                        </a:cubicBezTo>
                        <a:cubicBezTo>
                          <a:pt x="37533" y="3388"/>
                          <a:pt x="45716" y="1979"/>
                          <a:pt x="52428" y="19"/>
                        </a:cubicBezTo>
                        <a:cubicBezTo>
                          <a:pt x="52698" y="-55"/>
                          <a:pt x="52980" y="92"/>
                          <a:pt x="53065" y="362"/>
                        </a:cubicBezTo>
                        <a:cubicBezTo>
                          <a:pt x="53139" y="631"/>
                          <a:pt x="52992" y="913"/>
                          <a:pt x="52722" y="999"/>
                        </a:cubicBezTo>
                        <a:cubicBezTo>
                          <a:pt x="45936" y="2983"/>
                          <a:pt x="37692" y="4404"/>
                          <a:pt x="28884" y="5115"/>
                        </a:cubicBezTo>
                        <a:cubicBezTo>
                          <a:pt x="24916" y="5433"/>
                          <a:pt x="21045" y="5592"/>
                          <a:pt x="17345" y="559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99" name="Forme libre : forme 2898">
                    <a:extLst>
                      <a:ext uri="{FF2B5EF4-FFF2-40B4-BE49-F238E27FC236}">
                        <a16:creationId xmlns:a16="http://schemas.microsoft.com/office/drawing/2014/main" id="{B4031931-B3E3-E93B-49A7-CCB738F5D25C}"/>
                      </a:ext>
                    </a:extLst>
                  </p:cNvPr>
                  <p:cNvSpPr/>
                  <p:nvPr/>
                </p:nvSpPr>
                <p:spPr>
                  <a:xfrm>
                    <a:off x="1155412" y="672973"/>
                    <a:ext cx="64181" cy="8279"/>
                  </a:xfrm>
                  <a:custGeom>
                    <a:avLst/>
                    <a:gdLst>
                      <a:gd name="connsiteX0" fmla="*/ 21149 w 64181"/>
                      <a:gd name="connsiteY0" fmla="*/ 8280 h 8279"/>
                      <a:gd name="connsiteX1" fmla="*/ 373 w 64181"/>
                      <a:gd name="connsiteY1" fmla="*/ 6026 h 8279"/>
                      <a:gd name="connsiteX2" fmla="*/ 18 w 64181"/>
                      <a:gd name="connsiteY2" fmla="*/ 5389 h 8279"/>
                      <a:gd name="connsiteX3" fmla="*/ 655 w 64181"/>
                      <a:gd name="connsiteY3" fmla="*/ 5034 h 8279"/>
                      <a:gd name="connsiteX4" fmla="*/ 32492 w 64181"/>
                      <a:gd name="connsiteY4" fmla="*/ 6785 h 8279"/>
                      <a:gd name="connsiteX5" fmla="*/ 63447 w 64181"/>
                      <a:gd name="connsiteY5" fmla="*/ 48 h 8279"/>
                      <a:gd name="connsiteX6" fmla="*/ 64133 w 64181"/>
                      <a:gd name="connsiteY6" fmla="*/ 293 h 8279"/>
                      <a:gd name="connsiteX7" fmla="*/ 63888 w 64181"/>
                      <a:gd name="connsiteY7" fmla="*/ 967 h 8279"/>
                      <a:gd name="connsiteX8" fmla="*/ 32578 w 64181"/>
                      <a:gd name="connsiteY8" fmla="*/ 7790 h 8279"/>
                      <a:gd name="connsiteX9" fmla="*/ 21149 w 64181"/>
                      <a:gd name="connsiteY9" fmla="*/ 8255 h 82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4181" h="8279">
                        <a:moveTo>
                          <a:pt x="21149" y="8280"/>
                        </a:moveTo>
                        <a:cubicBezTo>
                          <a:pt x="12917" y="8280"/>
                          <a:pt x="5567" y="7508"/>
                          <a:pt x="373" y="6026"/>
                        </a:cubicBezTo>
                        <a:cubicBezTo>
                          <a:pt x="104" y="5952"/>
                          <a:pt x="-56" y="5671"/>
                          <a:pt x="18" y="5389"/>
                        </a:cubicBezTo>
                        <a:cubicBezTo>
                          <a:pt x="91" y="5119"/>
                          <a:pt x="373" y="4960"/>
                          <a:pt x="655" y="5034"/>
                        </a:cubicBezTo>
                        <a:cubicBezTo>
                          <a:pt x="8042" y="7141"/>
                          <a:pt x="19948" y="7790"/>
                          <a:pt x="32492" y="6785"/>
                        </a:cubicBezTo>
                        <a:cubicBezTo>
                          <a:pt x="44901" y="5781"/>
                          <a:pt x="56477" y="3270"/>
                          <a:pt x="63447" y="48"/>
                        </a:cubicBezTo>
                        <a:cubicBezTo>
                          <a:pt x="63704" y="-74"/>
                          <a:pt x="64011" y="48"/>
                          <a:pt x="64133" y="293"/>
                        </a:cubicBezTo>
                        <a:cubicBezTo>
                          <a:pt x="64256" y="550"/>
                          <a:pt x="64133" y="856"/>
                          <a:pt x="63888" y="967"/>
                        </a:cubicBezTo>
                        <a:cubicBezTo>
                          <a:pt x="56808" y="4237"/>
                          <a:pt x="45109" y="6785"/>
                          <a:pt x="32578" y="7790"/>
                        </a:cubicBezTo>
                        <a:cubicBezTo>
                          <a:pt x="28670" y="8108"/>
                          <a:pt x="24824" y="8255"/>
                          <a:pt x="21149" y="825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00" name="Forme libre : forme 2899">
                    <a:extLst>
                      <a:ext uri="{FF2B5EF4-FFF2-40B4-BE49-F238E27FC236}">
                        <a16:creationId xmlns:a16="http://schemas.microsoft.com/office/drawing/2014/main" id="{4FFE5A05-1F92-997F-2B00-2B4FC258CC56}"/>
                      </a:ext>
                    </a:extLst>
                  </p:cNvPr>
                  <p:cNvSpPr/>
                  <p:nvPr/>
                </p:nvSpPr>
                <p:spPr>
                  <a:xfrm>
                    <a:off x="1154192" y="663173"/>
                    <a:ext cx="65388" cy="8292"/>
                  </a:xfrm>
                  <a:custGeom>
                    <a:avLst/>
                    <a:gdLst>
                      <a:gd name="connsiteX0" fmla="*/ 22258 w 65388"/>
                      <a:gd name="connsiteY0" fmla="*/ 8292 h 8292"/>
                      <a:gd name="connsiteX1" fmla="*/ 355 w 65388"/>
                      <a:gd name="connsiteY1" fmla="*/ 5658 h 8292"/>
                      <a:gd name="connsiteX2" fmla="*/ 24 w 65388"/>
                      <a:gd name="connsiteY2" fmla="*/ 5009 h 8292"/>
                      <a:gd name="connsiteX3" fmla="*/ 674 w 65388"/>
                      <a:gd name="connsiteY3" fmla="*/ 4678 h 8292"/>
                      <a:gd name="connsiteX4" fmla="*/ 33699 w 65388"/>
                      <a:gd name="connsiteY4" fmla="*/ 6785 h 8292"/>
                      <a:gd name="connsiteX5" fmla="*/ 64654 w 65388"/>
                      <a:gd name="connsiteY5" fmla="*/ 48 h 8292"/>
                      <a:gd name="connsiteX6" fmla="*/ 65340 w 65388"/>
                      <a:gd name="connsiteY6" fmla="*/ 293 h 8292"/>
                      <a:gd name="connsiteX7" fmla="*/ 65095 w 65388"/>
                      <a:gd name="connsiteY7" fmla="*/ 967 h 8292"/>
                      <a:gd name="connsiteX8" fmla="*/ 33785 w 65388"/>
                      <a:gd name="connsiteY8" fmla="*/ 7790 h 8292"/>
                      <a:gd name="connsiteX9" fmla="*/ 22245 w 65388"/>
                      <a:gd name="connsiteY9" fmla="*/ 8268 h 82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5388" h="8292">
                        <a:moveTo>
                          <a:pt x="22258" y="8292"/>
                        </a:moveTo>
                        <a:cubicBezTo>
                          <a:pt x="13377" y="8292"/>
                          <a:pt x="5598" y="7386"/>
                          <a:pt x="355" y="5658"/>
                        </a:cubicBezTo>
                        <a:cubicBezTo>
                          <a:pt x="86" y="5573"/>
                          <a:pt x="-61" y="5279"/>
                          <a:pt x="24" y="5009"/>
                        </a:cubicBezTo>
                        <a:cubicBezTo>
                          <a:pt x="110" y="4740"/>
                          <a:pt x="404" y="4593"/>
                          <a:pt x="674" y="4678"/>
                        </a:cubicBezTo>
                        <a:cubicBezTo>
                          <a:pt x="7962" y="7079"/>
                          <a:pt x="20310" y="7863"/>
                          <a:pt x="33699" y="6785"/>
                        </a:cubicBezTo>
                        <a:cubicBezTo>
                          <a:pt x="46108" y="5781"/>
                          <a:pt x="57684" y="3270"/>
                          <a:pt x="64654" y="48"/>
                        </a:cubicBezTo>
                        <a:cubicBezTo>
                          <a:pt x="64911" y="-74"/>
                          <a:pt x="65218" y="48"/>
                          <a:pt x="65340" y="293"/>
                        </a:cubicBezTo>
                        <a:cubicBezTo>
                          <a:pt x="65463" y="550"/>
                          <a:pt x="65340" y="856"/>
                          <a:pt x="65095" y="967"/>
                        </a:cubicBezTo>
                        <a:cubicBezTo>
                          <a:pt x="58015" y="4237"/>
                          <a:pt x="46316" y="6785"/>
                          <a:pt x="33785" y="7790"/>
                        </a:cubicBezTo>
                        <a:cubicBezTo>
                          <a:pt x="29816" y="8108"/>
                          <a:pt x="25933" y="8268"/>
                          <a:pt x="22245" y="826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01" name="Forme libre : forme 2900">
                    <a:extLst>
                      <a:ext uri="{FF2B5EF4-FFF2-40B4-BE49-F238E27FC236}">
                        <a16:creationId xmlns:a16="http://schemas.microsoft.com/office/drawing/2014/main" id="{1B1D6DB3-3B17-976F-5124-3B865182E55E}"/>
                      </a:ext>
                    </a:extLst>
                  </p:cNvPr>
                  <p:cNvSpPr/>
                  <p:nvPr/>
                </p:nvSpPr>
                <p:spPr>
                  <a:xfrm>
                    <a:off x="1157671" y="653447"/>
                    <a:ext cx="61762" cy="8206"/>
                  </a:xfrm>
                  <a:custGeom>
                    <a:avLst/>
                    <a:gdLst>
                      <a:gd name="connsiteX0" fmla="*/ 18852 w 61762"/>
                      <a:gd name="connsiteY0" fmla="*/ 8206 h 8206"/>
                      <a:gd name="connsiteX1" fmla="*/ 404 w 61762"/>
                      <a:gd name="connsiteY1" fmla="*/ 6528 h 8206"/>
                      <a:gd name="connsiteX2" fmla="*/ 12 w 61762"/>
                      <a:gd name="connsiteY2" fmla="*/ 5915 h 8206"/>
                      <a:gd name="connsiteX3" fmla="*/ 625 w 61762"/>
                      <a:gd name="connsiteY3" fmla="*/ 5523 h 8206"/>
                      <a:gd name="connsiteX4" fmla="*/ 30232 w 61762"/>
                      <a:gd name="connsiteY4" fmla="*/ 6712 h 8206"/>
                      <a:gd name="connsiteX5" fmla="*/ 61041 w 61762"/>
                      <a:gd name="connsiteY5" fmla="*/ 48 h 8206"/>
                      <a:gd name="connsiteX6" fmla="*/ 61714 w 61762"/>
                      <a:gd name="connsiteY6" fmla="*/ 305 h 8206"/>
                      <a:gd name="connsiteX7" fmla="*/ 61457 w 61762"/>
                      <a:gd name="connsiteY7" fmla="*/ 979 h 8206"/>
                      <a:gd name="connsiteX8" fmla="*/ 30318 w 61762"/>
                      <a:gd name="connsiteY8" fmla="*/ 7728 h 8206"/>
                      <a:gd name="connsiteX9" fmla="*/ 18852 w 61762"/>
                      <a:gd name="connsiteY9" fmla="*/ 8206 h 82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1762" h="8206">
                        <a:moveTo>
                          <a:pt x="18852" y="8206"/>
                        </a:moveTo>
                        <a:cubicBezTo>
                          <a:pt x="11809" y="8206"/>
                          <a:pt x="5390" y="7630"/>
                          <a:pt x="404" y="6528"/>
                        </a:cubicBezTo>
                        <a:cubicBezTo>
                          <a:pt x="123" y="6467"/>
                          <a:pt x="-49" y="6197"/>
                          <a:pt x="12" y="5915"/>
                        </a:cubicBezTo>
                        <a:cubicBezTo>
                          <a:pt x="74" y="5634"/>
                          <a:pt x="343" y="5462"/>
                          <a:pt x="625" y="5523"/>
                        </a:cubicBezTo>
                        <a:cubicBezTo>
                          <a:pt x="8122" y="7189"/>
                          <a:pt x="18914" y="7618"/>
                          <a:pt x="30232" y="6712"/>
                        </a:cubicBezTo>
                        <a:cubicBezTo>
                          <a:pt x="42531" y="5719"/>
                          <a:pt x="54046" y="3233"/>
                          <a:pt x="61041" y="48"/>
                        </a:cubicBezTo>
                        <a:cubicBezTo>
                          <a:pt x="61298" y="-75"/>
                          <a:pt x="61604" y="48"/>
                          <a:pt x="61714" y="305"/>
                        </a:cubicBezTo>
                        <a:cubicBezTo>
                          <a:pt x="61837" y="562"/>
                          <a:pt x="61714" y="869"/>
                          <a:pt x="61457" y="979"/>
                        </a:cubicBezTo>
                        <a:cubicBezTo>
                          <a:pt x="54364" y="4213"/>
                          <a:pt x="42727" y="6736"/>
                          <a:pt x="30318" y="7728"/>
                        </a:cubicBezTo>
                        <a:cubicBezTo>
                          <a:pt x="26398" y="8047"/>
                          <a:pt x="22540" y="8206"/>
                          <a:pt x="18852" y="820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892" name="Forme libre : forme 2891">
                  <a:extLst>
                    <a:ext uri="{FF2B5EF4-FFF2-40B4-BE49-F238E27FC236}">
                      <a16:creationId xmlns:a16="http://schemas.microsoft.com/office/drawing/2014/main" id="{017ECCEB-8A57-73D9-46E1-B66FF3846694}"/>
                    </a:ext>
                  </a:extLst>
                </p:cNvPr>
                <p:cNvSpPr/>
                <p:nvPr/>
              </p:nvSpPr>
              <p:spPr>
                <a:xfrm>
                  <a:off x="1085153" y="396651"/>
                  <a:ext cx="204701" cy="260212"/>
                </a:xfrm>
                <a:custGeom>
                  <a:avLst/>
                  <a:gdLst>
                    <a:gd name="connsiteX0" fmla="*/ 49048 w 204701"/>
                    <a:gd name="connsiteY0" fmla="*/ 211140 h 260212"/>
                    <a:gd name="connsiteX1" fmla="*/ 36136 w 204701"/>
                    <a:gd name="connsiteY1" fmla="*/ 185918 h 260212"/>
                    <a:gd name="connsiteX2" fmla="*/ 171 w 204701"/>
                    <a:gd name="connsiteY2" fmla="*/ 92955 h 260212"/>
                    <a:gd name="connsiteX3" fmla="*/ 106046 w 204701"/>
                    <a:gd name="connsiteY3" fmla="*/ 396 h 260212"/>
                    <a:gd name="connsiteX4" fmla="*/ 204276 w 204701"/>
                    <a:gd name="connsiteY4" fmla="*/ 103820 h 260212"/>
                    <a:gd name="connsiteX5" fmla="*/ 164685 w 204701"/>
                    <a:gd name="connsiteY5" fmla="*/ 184963 h 260212"/>
                    <a:gd name="connsiteX6" fmla="*/ 144142 w 204701"/>
                    <a:gd name="connsiteY6" fmla="*/ 221369 h 260212"/>
                    <a:gd name="connsiteX7" fmla="*/ 102346 w 204701"/>
                    <a:gd name="connsiteY7" fmla="*/ 260151 h 260212"/>
                    <a:gd name="connsiteX8" fmla="*/ 49048 w 204701"/>
                    <a:gd name="connsiteY8" fmla="*/ 211140 h 260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4701" h="260212">
                      <a:moveTo>
                        <a:pt x="49048" y="211140"/>
                      </a:moveTo>
                      <a:cubicBezTo>
                        <a:pt x="46463" y="201965"/>
                        <a:pt x="42053" y="193390"/>
                        <a:pt x="36136" y="185918"/>
                      </a:cubicBezTo>
                      <a:cubicBezTo>
                        <a:pt x="23433" y="169920"/>
                        <a:pt x="2719" y="137372"/>
                        <a:pt x="171" y="92955"/>
                      </a:cubicBezTo>
                      <a:cubicBezTo>
                        <a:pt x="-3540" y="28350"/>
                        <a:pt x="53764" y="-4002"/>
                        <a:pt x="106046" y="396"/>
                      </a:cubicBezTo>
                      <a:cubicBezTo>
                        <a:pt x="158328" y="4781"/>
                        <a:pt x="209924" y="43723"/>
                        <a:pt x="204276" y="103820"/>
                      </a:cubicBezTo>
                      <a:cubicBezTo>
                        <a:pt x="200798" y="140802"/>
                        <a:pt x="180095" y="168854"/>
                        <a:pt x="164685" y="184963"/>
                      </a:cubicBezTo>
                      <a:cubicBezTo>
                        <a:pt x="154898" y="195191"/>
                        <a:pt x="147915" y="207723"/>
                        <a:pt x="144142" y="221369"/>
                      </a:cubicBezTo>
                      <a:cubicBezTo>
                        <a:pt x="139512" y="238065"/>
                        <a:pt x="128512" y="258877"/>
                        <a:pt x="102346" y="260151"/>
                      </a:cubicBezTo>
                      <a:cubicBezTo>
                        <a:pt x="68488" y="261793"/>
                        <a:pt x="54438" y="230238"/>
                        <a:pt x="49048" y="211140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3" name="Forme libre : forme 2892">
                  <a:extLst>
                    <a:ext uri="{FF2B5EF4-FFF2-40B4-BE49-F238E27FC236}">
                      <a16:creationId xmlns:a16="http://schemas.microsoft.com/office/drawing/2014/main" id="{27C93870-27E1-D67E-4E59-C9D38D01FCE2}"/>
                    </a:ext>
                  </a:extLst>
                </p:cNvPr>
                <p:cNvSpPr/>
                <p:nvPr/>
              </p:nvSpPr>
              <p:spPr>
                <a:xfrm>
                  <a:off x="1196117" y="521170"/>
                  <a:ext cx="22487" cy="124671"/>
                </a:xfrm>
                <a:custGeom>
                  <a:avLst/>
                  <a:gdLst>
                    <a:gd name="connsiteX0" fmla="*/ 30 w 22487"/>
                    <a:gd name="connsiteY0" fmla="*/ 122746 h 124671"/>
                    <a:gd name="connsiteX1" fmla="*/ 18331 w 22487"/>
                    <a:gd name="connsiteY1" fmla="*/ 3752 h 124671"/>
                    <a:gd name="connsiteX2" fmla="*/ 21038 w 22487"/>
                    <a:gd name="connsiteY2" fmla="*/ 65 h 124671"/>
                    <a:gd name="connsiteX3" fmla="*/ 22374 w 22487"/>
                    <a:gd name="connsiteY3" fmla="*/ 5283 h 124671"/>
                    <a:gd name="connsiteX4" fmla="*/ 22337 w 22487"/>
                    <a:gd name="connsiteY4" fmla="*/ 5491 h 124671"/>
                    <a:gd name="connsiteX5" fmla="*/ 1500 w 22487"/>
                    <a:gd name="connsiteY5" fmla="*/ 123383 h 124671"/>
                    <a:gd name="connsiteX6" fmla="*/ 496 w 22487"/>
                    <a:gd name="connsiteY6" fmla="*/ 124632 h 124671"/>
                    <a:gd name="connsiteX7" fmla="*/ 42 w 22487"/>
                    <a:gd name="connsiteY7" fmla="*/ 122746 h 124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487" h="124671">
                      <a:moveTo>
                        <a:pt x="30" y="122746"/>
                      </a:moveTo>
                      <a:lnTo>
                        <a:pt x="18331" y="3752"/>
                      </a:lnTo>
                      <a:cubicBezTo>
                        <a:pt x="18711" y="1290"/>
                        <a:pt x="19924" y="-352"/>
                        <a:pt x="21038" y="65"/>
                      </a:cubicBezTo>
                      <a:cubicBezTo>
                        <a:pt x="22153" y="481"/>
                        <a:pt x="22753" y="2821"/>
                        <a:pt x="22374" y="5283"/>
                      </a:cubicBezTo>
                      <a:cubicBezTo>
                        <a:pt x="22374" y="5344"/>
                        <a:pt x="22349" y="5430"/>
                        <a:pt x="22337" y="5491"/>
                      </a:cubicBezTo>
                      <a:lnTo>
                        <a:pt x="1500" y="123383"/>
                      </a:lnTo>
                      <a:cubicBezTo>
                        <a:pt x="1341" y="124265"/>
                        <a:pt x="888" y="124828"/>
                        <a:pt x="496" y="124632"/>
                      </a:cubicBezTo>
                      <a:cubicBezTo>
                        <a:pt x="104" y="124448"/>
                        <a:pt x="-92" y="123603"/>
                        <a:pt x="42" y="1227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4" name="Forme libre : forme 2893">
                  <a:extLst>
                    <a:ext uri="{FF2B5EF4-FFF2-40B4-BE49-F238E27FC236}">
                      <a16:creationId xmlns:a16="http://schemas.microsoft.com/office/drawing/2014/main" id="{ACD97CBC-401C-2353-5ED0-8DDC9D4A5C86}"/>
                    </a:ext>
                  </a:extLst>
                </p:cNvPr>
                <p:cNvSpPr/>
                <p:nvPr/>
              </p:nvSpPr>
              <p:spPr>
                <a:xfrm>
                  <a:off x="1154715" y="522113"/>
                  <a:ext cx="22487" cy="124671"/>
                </a:xfrm>
                <a:custGeom>
                  <a:avLst/>
                  <a:gdLst>
                    <a:gd name="connsiteX0" fmla="*/ 22445 w 22487"/>
                    <a:gd name="connsiteY0" fmla="*/ 122746 h 124671"/>
                    <a:gd name="connsiteX1" fmla="*/ 4156 w 22487"/>
                    <a:gd name="connsiteY1" fmla="*/ 3752 h 124671"/>
                    <a:gd name="connsiteX2" fmla="*/ 1449 w 22487"/>
                    <a:gd name="connsiteY2" fmla="*/ 65 h 124671"/>
                    <a:gd name="connsiteX3" fmla="*/ 114 w 22487"/>
                    <a:gd name="connsiteY3" fmla="*/ 5283 h 124671"/>
                    <a:gd name="connsiteX4" fmla="*/ 151 w 22487"/>
                    <a:gd name="connsiteY4" fmla="*/ 5491 h 124671"/>
                    <a:gd name="connsiteX5" fmla="*/ 20988 w 22487"/>
                    <a:gd name="connsiteY5" fmla="*/ 123383 h 124671"/>
                    <a:gd name="connsiteX6" fmla="*/ 21992 w 22487"/>
                    <a:gd name="connsiteY6" fmla="*/ 124632 h 124671"/>
                    <a:gd name="connsiteX7" fmla="*/ 22445 w 22487"/>
                    <a:gd name="connsiteY7" fmla="*/ 122746 h 124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487" h="124671">
                      <a:moveTo>
                        <a:pt x="22445" y="122746"/>
                      </a:moveTo>
                      <a:lnTo>
                        <a:pt x="4156" y="3752"/>
                      </a:lnTo>
                      <a:cubicBezTo>
                        <a:pt x="3777" y="1290"/>
                        <a:pt x="2564" y="-352"/>
                        <a:pt x="1449" y="65"/>
                      </a:cubicBezTo>
                      <a:cubicBezTo>
                        <a:pt x="334" y="481"/>
                        <a:pt x="-266" y="2821"/>
                        <a:pt x="114" y="5283"/>
                      </a:cubicBezTo>
                      <a:cubicBezTo>
                        <a:pt x="114" y="5344"/>
                        <a:pt x="139" y="5430"/>
                        <a:pt x="151" y="5491"/>
                      </a:cubicBezTo>
                      <a:lnTo>
                        <a:pt x="20988" y="123383"/>
                      </a:lnTo>
                      <a:cubicBezTo>
                        <a:pt x="21147" y="124265"/>
                        <a:pt x="21600" y="124828"/>
                        <a:pt x="21992" y="124632"/>
                      </a:cubicBezTo>
                      <a:cubicBezTo>
                        <a:pt x="22384" y="124448"/>
                        <a:pt x="22580" y="123603"/>
                        <a:pt x="22445" y="1227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5" name="Forme libre : forme 2894">
                  <a:extLst>
                    <a:ext uri="{FF2B5EF4-FFF2-40B4-BE49-F238E27FC236}">
                      <a16:creationId xmlns:a16="http://schemas.microsoft.com/office/drawing/2014/main" id="{91E8CC08-C096-00E5-2A92-6A84F3243794}"/>
                    </a:ext>
                  </a:extLst>
                </p:cNvPr>
                <p:cNvSpPr/>
                <p:nvPr/>
              </p:nvSpPr>
              <p:spPr>
                <a:xfrm>
                  <a:off x="1160621" y="500321"/>
                  <a:ext cx="53880" cy="29207"/>
                </a:xfrm>
                <a:custGeom>
                  <a:avLst/>
                  <a:gdLst>
                    <a:gd name="connsiteX0" fmla="*/ 53693 w 53880"/>
                    <a:gd name="connsiteY0" fmla="*/ 14384 h 29207"/>
                    <a:gd name="connsiteX1" fmla="*/ 51292 w 53880"/>
                    <a:gd name="connsiteY1" fmla="*/ 13759 h 29207"/>
                    <a:gd name="connsiteX2" fmla="*/ 41100 w 53880"/>
                    <a:gd name="connsiteY2" fmla="*/ 18525 h 29207"/>
                    <a:gd name="connsiteX3" fmla="*/ 37560 w 53880"/>
                    <a:gd name="connsiteY3" fmla="*/ 8443 h 29207"/>
                    <a:gd name="connsiteX4" fmla="*/ 36323 w 53880"/>
                    <a:gd name="connsiteY4" fmla="*/ 7194 h 29207"/>
                    <a:gd name="connsiteX5" fmla="*/ 33187 w 53880"/>
                    <a:gd name="connsiteY5" fmla="*/ 8161 h 29207"/>
                    <a:gd name="connsiteX6" fmla="*/ 33187 w 53880"/>
                    <a:gd name="connsiteY6" fmla="*/ 8198 h 29207"/>
                    <a:gd name="connsiteX7" fmla="*/ 24796 w 53880"/>
                    <a:gd name="connsiteY7" fmla="*/ 23473 h 29207"/>
                    <a:gd name="connsiteX8" fmla="*/ 17017 w 53880"/>
                    <a:gd name="connsiteY8" fmla="*/ 1730 h 29207"/>
                    <a:gd name="connsiteX9" fmla="*/ 17017 w 53880"/>
                    <a:gd name="connsiteY9" fmla="*/ 1693 h 29207"/>
                    <a:gd name="connsiteX10" fmla="*/ 15829 w 53880"/>
                    <a:gd name="connsiteY10" fmla="*/ 370 h 29207"/>
                    <a:gd name="connsiteX11" fmla="*/ 11983 w 53880"/>
                    <a:gd name="connsiteY11" fmla="*/ 1130 h 29207"/>
                    <a:gd name="connsiteX12" fmla="*/ 272 w 53880"/>
                    <a:gd name="connsiteY12" fmla="*/ 17251 h 29207"/>
                    <a:gd name="connsiteX13" fmla="*/ 689 w 53880"/>
                    <a:gd name="connsiteY13" fmla="*/ 19284 h 29207"/>
                    <a:gd name="connsiteX14" fmla="*/ 3175 w 53880"/>
                    <a:gd name="connsiteY14" fmla="*/ 19015 h 29207"/>
                    <a:gd name="connsiteX15" fmla="*/ 13490 w 53880"/>
                    <a:gd name="connsiteY15" fmla="*/ 7512 h 29207"/>
                    <a:gd name="connsiteX16" fmla="*/ 22775 w 53880"/>
                    <a:gd name="connsiteY16" fmla="*/ 28202 h 29207"/>
                    <a:gd name="connsiteX17" fmla="*/ 22775 w 53880"/>
                    <a:gd name="connsiteY17" fmla="*/ 28202 h 29207"/>
                    <a:gd name="connsiteX18" fmla="*/ 23596 w 53880"/>
                    <a:gd name="connsiteY18" fmla="*/ 29023 h 29207"/>
                    <a:gd name="connsiteX19" fmla="*/ 26021 w 53880"/>
                    <a:gd name="connsiteY19" fmla="*/ 28398 h 29207"/>
                    <a:gd name="connsiteX20" fmla="*/ 34976 w 53880"/>
                    <a:gd name="connsiteY20" fmla="*/ 14017 h 29207"/>
                    <a:gd name="connsiteX21" fmla="*/ 38344 w 53880"/>
                    <a:gd name="connsiteY21" fmla="*/ 21293 h 29207"/>
                    <a:gd name="connsiteX22" fmla="*/ 38369 w 53880"/>
                    <a:gd name="connsiteY22" fmla="*/ 21354 h 29207"/>
                    <a:gd name="connsiteX23" fmla="*/ 38454 w 53880"/>
                    <a:gd name="connsiteY23" fmla="*/ 21514 h 29207"/>
                    <a:gd name="connsiteX24" fmla="*/ 40855 w 53880"/>
                    <a:gd name="connsiteY24" fmla="*/ 22138 h 29207"/>
                    <a:gd name="connsiteX25" fmla="*/ 52946 w 53880"/>
                    <a:gd name="connsiteY25" fmla="*/ 16491 h 29207"/>
                    <a:gd name="connsiteX26" fmla="*/ 53669 w 53880"/>
                    <a:gd name="connsiteY26" fmla="*/ 14409 h 29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3880" h="29207">
                      <a:moveTo>
                        <a:pt x="53693" y="14384"/>
                      </a:moveTo>
                      <a:cubicBezTo>
                        <a:pt x="53228" y="13637"/>
                        <a:pt x="52150" y="13355"/>
                        <a:pt x="51292" y="13759"/>
                      </a:cubicBezTo>
                      <a:lnTo>
                        <a:pt x="41100" y="18525"/>
                      </a:lnTo>
                      <a:lnTo>
                        <a:pt x="37560" y="8443"/>
                      </a:lnTo>
                      <a:cubicBezTo>
                        <a:pt x="37376" y="7916"/>
                        <a:pt x="36936" y="7451"/>
                        <a:pt x="36323" y="7194"/>
                      </a:cubicBezTo>
                      <a:cubicBezTo>
                        <a:pt x="35147" y="6716"/>
                        <a:pt x="33751" y="7145"/>
                        <a:pt x="33187" y="8161"/>
                      </a:cubicBezTo>
                      <a:lnTo>
                        <a:pt x="33187" y="8198"/>
                      </a:lnTo>
                      <a:cubicBezTo>
                        <a:pt x="33187" y="8198"/>
                        <a:pt x="24796" y="23473"/>
                        <a:pt x="24796" y="23473"/>
                      </a:cubicBezTo>
                      <a:lnTo>
                        <a:pt x="17017" y="1730"/>
                      </a:lnTo>
                      <a:lnTo>
                        <a:pt x="17017" y="1693"/>
                      </a:lnTo>
                      <a:cubicBezTo>
                        <a:pt x="16809" y="1167"/>
                        <a:pt x="16417" y="689"/>
                        <a:pt x="15829" y="370"/>
                      </a:cubicBezTo>
                      <a:cubicBezTo>
                        <a:pt x="14531" y="-340"/>
                        <a:pt x="12804" y="3"/>
                        <a:pt x="11983" y="1130"/>
                      </a:cubicBezTo>
                      <a:lnTo>
                        <a:pt x="272" y="17251"/>
                      </a:lnTo>
                      <a:cubicBezTo>
                        <a:pt x="-206" y="17912"/>
                        <a:pt x="-46" y="18794"/>
                        <a:pt x="689" y="19284"/>
                      </a:cubicBezTo>
                      <a:cubicBezTo>
                        <a:pt x="1460" y="19811"/>
                        <a:pt x="2575" y="19688"/>
                        <a:pt x="3175" y="19015"/>
                      </a:cubicBezTo>
                      <a:lnTo>
                        <a:pt x="13490" y="7512"/>
                      </a:lnTo>
                      <a:lnTo>
                        <a:pt x="22775" y="28202"/>
                      </a:lnTo>
                      <a:lnTo>
                        <a:pt x="22775" y="28202"/>
                      </a:lnTo>
                      <a:cubicBezTo>
                        <a:pt x="22922" y="28545"/>
                        <a:pt x="23204" y="28839"/>
                        <a:pt x="23596" y="29023"/>
                      </a:cubicBezTo>
                      <a:cubicBezTo>
                        <a:pt x="24465" y="29427"/>
                        <a:pt x="25556" y="29145"/>
                        <a:pt x="26021" y="28398"/>
                      </a:cubicBezTo>
                      <a:lnTo>
                        <a:pt x="34976" y="14017"/>
                      </a:lnTo>
                      <a:lnTo>
                        <a:pt x="38344" y="21293"/>
                      </a:lnTo>
                      <a:lnTo>
                        <a:pt x="38369" y="21354"/>
                      </a:lnTo>
                      <a:cubicBezTo>
                        <a:pt x="38369" y="21354"/>
                        <a:pt x="38418" y="21452"/>
                        <a:pt x="38454" y="21514"/>
                      </a:cubicBezTo>
                      <a:cubicBezTo>
                        <a:pt x="38920" y="22261"/>
                        <a:pt x="39998" y="22542"/>
                        <a:pt x="40855" y="22138"/>
                      </a:cubicBezTo>
                      <a:lnTo>
                        <a:pt x="52946" y="16491"/>
                      </a:lnTo>
                      <a:cubicBezTo>
                        <a:pt x="53803" y="16087"/>
                        <a:pt x="54134" y="15156"/>
                        <a:pt x="53669" y="14409"/>
                      </a:cubicBezTo>
                      <a:close/>
                    </a:path>
                  </a:pathLst>
                </a:custGeom>
                <a:solidFill>
                  <a:srgbClr val="FFFFFF">
                    <a:alpha val="83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6" name="Forme libre : forme 2895">
                  <a:extLst>
                    <a:ext uri="{FF2B5EF4-FFF2-40B4-BE49-F238E27FC236}">
                      <a16:creationId xmlns:a16="http://schemas.microsoft.com/office/drawing/2014/main" id="{A9215B37-395E-AA89-8CE0-DAE837694978}"/>
                    </a:ext>
                  </a:extLst>
                </p:cNvPr>
                <p:cNvSpPr/>
                <p:nvPr/>
              </p:nvSpPr>
              <p:spPr>
                <a:xfrm>
                  <a:off x="1248933" y="549524"/>
                  <a:ext cx="11251" cy="15735"/>
                </a:xfrm>
                <a:custGeom>
                  <a:avLst/>
                  <a:gdLst>
                    <a:gd name="connsiteX0" fmla="*/ 1310 w 11251"/>
                    <a:gd name="connsiteY0" fmla="*/ 15735 h 15735"/>
                    <a:gd name="connsiteX1" fmla="*/ 526 w 11251"/>
                    <a:gd name="connsiteY1" fmla="*/ 15478 h 15735"/>
                    <a:gd name="connsiteX2" fmla="*/ 256 w 11251"/>
                    <a:gd name="connsiteY2" fmla="*/ 13641 h 15735"/>
                    <a:gd name="connsiteX3" fmla="*/ 8807 w 11251"/>
                    <a:gd name="connsiteY3" fmla="*/ 656 h 15735"/>
                    <a:gd name="connsiteX4" fmla="*/ 10595 w 11251"/>
                    <a:gd name="connsiteY4" fmla="*/ 178 h 15735"/>
                    <a:gd name="connsiteX5" fmla="*/ 11073 w 11251"/>
                    <a:gd name="connsiteY5" fmla="*/ 1967 h 15735"/>
                    <a:gd name="connsiteX6" fmla="*/ 2363 w 11251"/>
                    <a:gd name="connsiteY6" fmla="*/ 15209 h 15735"/>
                    <a:gd name="connsiteX7" fmla="*/ 1310 w 11251"/>
                    <a:gd name="connsiteY7" fmla="*/ 15735 h 15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51" h="15735">
                      <a:moveTo>
                        <a:pt x="1310" y="15735"/>
                      </a:moveTo>
                      <a:cubicBezTo>
                        <a:pt x="1040" y="15735"/>
                        <a:pt x="758" y="15650"/>
                        <a:pt x="526" y="15478"/>
                      </a:cubicBezTo>
                      <a:cubicBezTo>
                        <a:pt x="-50" y="15050"/>
                        <a:pt x="-173" y="14229"/>
                        <a:pt x="256" y="13641"/>
                      </a:cubicBezTo>
                      <a:cubicBezTo>
                        <a:pt x="3392" y="9415"/>
                        <a:pt x="6271" y="5041"/>
                        <a:pt x="8807" y="656"/>
                      </a:cubicBezTo>
                      <a:cubicBezTo>
                        <a:pt x="9174" y="31"/>
                        <a:pt x="9970" y="-189"/>
                        <a:pt x="10595" y="178"/>
                      </a:cubicBezTo>
                      <a:cubicBezTo>
                        <a:pt x="11220" y="546"/>
                        <a:pt x="11440" y="1342"/>
                        <a:pt x="11073" y="1967"/>
                      </a:cubicBezTo>
                      <a:cubicBezTo>
                        <a:pt x="8488" y="6450"/>
                        <a:pt x="5560" y="10897"/>
                        <a:pt x="2363" y="15209"/>
                      </a:cubicBezTo>
                      <a:cubicBezTo>
                        <a:pt x="2106" y="15552"/>
                        <a:pt x="1714" y="15735"/>
                        <a:pt x="1310" y="15735"/>
                      </a:cubicBezTo>
                      <a:close/>
                    </a:path>
                  </a:pathLst>
                </a:custGeom>
                <a:solidFill>
                  <a:srgbClr val="FFFFFF">
                    <a:alpha val="83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7" name="Forme libre : forme 2896">
                  <a:extLst>
                    <a:ext uri="{FF2B5EF4-FFF2-40B4-BE49-F238E27FC236}">
                      <a16:creationId xmlns:a16="http://schemas.microsoft.com/office/drawing/2014/main" id="{8D2596E6-3C6A-0695-DD7A-98AED956EF4F}"/>
                    </a:ext>
                  </a:extLst>
                </p:cNvPr>
                <p:cNvSpPr/>
                <p:nvPr/>
              </p:nvSpPr>
              <p:spPr>
                <a:xfrm>
                  <a:off x="1263980" y="452649"/>
                  <a:ext cx="12115" cy="86788"/>
                </a:xfrm>
                <a:custGeom>
                  <a:avLst/>
                  <a:gdLst>
                    <a:gd name="connsiteX0" fmla="*/ 1317 w 12115"/>
                    <a:gd name="connsiteY0" fmla="*/ 86788 h 86788"/>
                    <a:gd name="connsiteX1" fmla="*/ 791 w 12115"/>
                    <a:gd name="connsiteY1" fmla="*/ 86678 h 86788"/>
                    <a:gd name="connsiteX2" fmla="*/ 105 w 12115"/>
                    <a:gd name="connsiteY2" fmla="*/ 84951 h 86788"/>
                    <a:gd name="connsiteX3" fmla="*/ 2579 w 12115"/>
                    <a:gd name="connsiteY3" fmla="*/ 1861 h 86788"/>
                    <a:gd name="connsiteX4" fmla="*/ 3228 w 12115"/>
                    <a:gd name="connsiteY4" fmla="*/ 121 h 86788"/>
                    <a:gd name="connsiteX5" fmla="*/ 4968 w 12115"/>
                    <a:gd name="connsiteY5" fmla="*/ 771 h 86788"/>
                    <a:gd name="connsiteX6" fmla="*/ 2506 w 12115"/>
                    <a:gd name="connsiteY6" fmla="*/ 85992 h 86788"/>
                    <a:gd name="connsiteX7" fmla="*/ 1305 w 12115"/>
                    <a:gd name="connsiteY7" fmla="*/ 86776 h 867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115" h="86788">
                      <a:moveTo>
                        <a:pt x="1317" y="86788"/>
                      </a:moveTo>
                      <a:cubicBezTo>
                        <a:pt x="1146" y="86788"/>
                        <a:pt x="962" y="86752"/>
                        <a:pt x="791" y="86678"/>
                      </a:cubicBezTo>
                      <a:cubicBezTo>
                        <a:pt x="129" y="86384"/>
                        <a:pt x="-177" y="85612"/>
                        <a:pt x="105" y="84951"/>
                      </a:cubicBezTo>
                      <a:cubicBezTo>
                        <a:pt x="19619" y="40019"/>
                        <a:pt x="2763" y="2241"/>
                        <a:pt x="2579" y="1861"/>
                      </a:cubicBezTo>
                      <a:cubicBezTo>
                        <a:pt x="2273" y="1199"/>
                        <a:pt x="2567" y="428"/>
                        <a:pt x="3228" y="121"/>
                      </a:cubicBezTo>
                      <a:cubicBezTo>
                        <a:pt x="3890" y="-185"/>
                        <a:pt x="4662" y="109"/>
                        <a:pt x="4968" y="771"/>
                      </a:cubicBezTo>
                      <a:cubicBezTo>
                        <a:pt x="5139" y="1163"/>
                        <a:pt x="22485" y="40007"/>
                        <a:pt x="2506" y="85992"/>
                      </a:cubicBezTo>
                      <a:cubicBezTo>
                        <a:pt x="2285" y="86482"/>
                        <a:pt x="1808" y="86776"/>
                        <a:pt x="1305" y="86776"/>
                      </a:cubicBezTo>
                      <a:close/>
                    </a:path>
                  </a:pathLst>
                </a:custGeom>
                <a:solidFill>
                  <a:srgbClr val="FFFFFF">
                    <a:alpha val="83000"/>
                  </a:srgbClr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76" name="Graphique 4">
                <a:extLst>
                  <a:ext uri="{FF2B5EF4-FFF2-40B4-BE49-F238E27FC236}">
                    <a16:creationId xmlns:a16="http://schemas.microsoft.com/office/drawing/2014/main" id="{ACF55956-0B3A-1848-A88B-F10A9C4C08C5}"/>
                  </a:ext>
                </a:extLst>
              </p:cNvPr>
              <p:cNvGrpSpPr/>
              <p:nvPr/>
            </p:nvGrpSpPr>
            <p:grpSpPr>
              <a:xfrm>
                <a:off x="110137" y="4247"/>
                <a:ext cx="791547" cy="1140392"/>
                <a:chOff x="110137" y="4247"/>
                <a:chExt cx="791547" cy="1140392"/>
              </a:xfrm>
            </p:grpSpPr>
            <p:sp>
              <p:nvSpPr>
                <p:cNvPr id="2866" name="Forme libre : forme 2865">
                  <a:extLst>
                    <a:ext uri="{FF2B5EF4-FFF2-40B4-BE49-F238E27FC236}">
                      <a16:creationId xmlns:a16="http://schemas.microsoft.com/office/drawing/2014/main" id="{A5CA8917-4D12-9968-B592-21CF7A5D0C45}"/>
                    </a:ext>
                  </a:extLst>
                </p:cNvPr>
                <p:cNvSpPr/>
                <p:nvPr/>
              </p:nvSpPr>
              <p:spPr>
                <a:xfrm>
                  <a:off x="110137" y="128864"/>
                  <a:ext cx="791547" cy="1015775"/>
                </a:xfrm>
                <a:custGeom>
                  <a:avLst/>
                  <a:gdLst>
                    <a:gd name="connsiteX0" fmla="*/ 101891 w 791547"/>
                    <a:gd name="connsiteY0" fmla="*/ 36 h 1015775"/>
                    <a:gd name="connsiteX1" fmla="*/ 712749 w 791547"/>
                    <a:gd name="connsiteY1" fmla="*/ 19096 h 1015775"/>
                    <a:gd name="connsiteX2" fmla="*/ 774083 w 791547"/>
                    <a:gd name="connsiteY2" fmla="*/ 81129 h 1015775"/>
                    <a:gd name="connsiteX3" fmla="*/ 791539 w 791547"/>
                    <a:gd name="connsiteY3" fmla="*/ 968169 h 1015775"/>
                    <a:gd name="connsiteX4" fmla="*/ 744255 w 791547"/>
                    <a:gd name="connsiteY4" fmla="*/ 1015772 h 1015775"/>
                    <a:gd name="connsiteX5" fmla="*/ 43741 w 791547"/>
                    <a:gd name="connsiteY5" fmla="*/ 1006658 h 1015775"/>
                    <a:gd name="connsiteX6" fmla="*/ 22 w 791547"/>
                    <a:gd name="connsiteY6" fmla="*/ 960966 h 1015775"/>
                    <a:gd name="connsiteX7" fmla="*/ 27829 w 791547"/>
                    <a:gd name="connsiteY7" fmla="*/ 69626 h 1015775"/>
                    <a:gd name="connsiteX8" fmla="*/ 101903 w 791547"/>
                    <a:gd name="connsiteY8" fmla="*/ 36 h 101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91547" h="1015775">
                      <a:moveTo>
                        <a:pt x="101891" y="36"/>
                      </a:moveTo>
                      <a:lnTo>
                        <a:pt x="712749" y="19096"/>
                      </a:lnTo>
                      <a:cubicBezTo>
                        <a:pt x="746448" y="20150"/>
                        <a:pt x="773409" y="47430"/>
                        <a:pt x="774083" y="81129"/>
                      </a:cubicBezTo>
                      <a:lnTo>
                        <a:pt x="791539" y="968169"/>
                      </a:lnTo>
                      <a:cubicBezTo>
                        <a:pt x="792053" y="994543"/>
                        <a:pt x="770629" y="1016115"/>
                        <a:pt x="744255" y="1015772"/>
                      </a:cubicBezTo>
                      <a:lnTo>
                        <a:pt x="43741" y="1006658"/>
                      </a:lnTo>
                      <a:cubicBezTo>
                        <a:pt x="18948" y="1006340"/>
                        <a:pt x="-750" y="985735"/>
                        <a:pt x="22" y="960966"/>
                      </a:cubicBezTo>
                      <a:lnTo>
                        <a:pt x="27829" y="69626"/>
                      </a:lnTo>
                      <a:cubicBezTo>
                        <a:pt x="29066" y="29949"/>
                        <a:pt x="62226" y="-1202"/>
                        <a:pt x="101903" y="36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867" name="Graphique 4">
                  <a:extLst>
                    <a:ext uri="{FF2B5EF4-FFF2-40B4-BE49-F238E27FC236}">
                      <a16:creationId xmlns:a16="http://schemas.microsoft.com/office/drawing/2014/main" id="{B6683898-C92E-6670-807F-080FD45AA982}"/>
                    </a:ext>
                  </a:extLst>
                </p:cNvPr>
                <p:cNvGrpSpPr/>
                <p:nvPr/>
              </p:nvGrpSpPr>
              <p:grpSpPr>
                <a:xfrm>
                  <a:off x="166147" y="121479"/>
                  <a:ext cx="694277" cy="984924"/>
                  <a:chOff x="166147" y="121479"/>
                  <a:chExt cx="694277" cy="984924"/>
                </a:xfrm>
              </p:grpSpPr>
              <p:sp>
                <p:nvSpPr>
                  <p:cNvPr id="2871" name="Forme libre : forme 2870">
                    <a:extLst>
                      <a:ext uri="{FF2B5EF4-FFF2-40B4-BE49-F238E27FC236}">
                        <a16:creationId xmlns:a16="http://schemas.microsoft.com/office/drawing/2014/main" id="{60363BEC-DB6E-F3D0-10FA-8FAB3C1253F5}"/>
                      </a:ext>
                    </a:extLst>
                  </p:cNvPr>
                  <p:cNvSpPr/>
                  <p:nvPr/>
                </p:nvSpPr>
                <p:spPr>
                  <a:xfrm>
                    <a:off x="166147" y="121479"/>
                    <a:ext cx="694277" cy="984924"/>
                  </a:xfrm>
                  <a:custGeom>
                    <a:avLst/>
                    <a:gdLst>
                      <a:gd name="connsiteX0" fmla="*/ 47975 w 694277"/>
                      <a:gd name="connsiteY0" fmla="*/ 303 h 984924"/>
                      <a:gd name="connsiteX1" fmla="*/ 654534 w 694277"/>
                      <a:gd name="connsiteY1" fmla="*/ 47342 h 984924"/>
                      <a:gd name="connsiteX2" fmla="*/ 674746 w 694277"/>
                      <a:gd name="connsiteY2" fmla="*/ 66182 h 984924"/>
                      <a:gd name="connsiteX3" fmla="*/ 694272 w 694277"/>
                      <a:gd name="connsiteY3" fmla="*/ 957241 h 984924"/>
                      <a:gd name="connsiteX4" fmla="*/ 672688 w 694277"/>
                      <a:gd name="connsiteY4" fmla="*/ 979939 h 984924"/>
                      <a:gd name="connsiteX5" fmla="*/ 15207 w 694277"/>
                      <a:gd name="connsiteY5" fmla="*/ 972810 h 984924"/>
                      <a:gd name="connsiteX6" fmla="*/ 5 w 694277"/>
                      <a:gd name="connsiteY6" fmla="*/ 954913 h 984924"/>
                      <a:gd name="connsiteX7" fmla="*/ 23660 w 694277"/>
                      <a:gd name="connsiteY7" fmla="*/ 20368 h 984924"/>
                      <a:gd name="connsiteX8" fmla="*/ 47975 w 694277"/>
                      <a:gd name="connsiteY8" fmla="*/ 291 h 9849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94277" h="984924">
                        <a:moveTo>
                          <a:pt x="47975" y="303"/>
                        </a:moveTo>
                        <a:cubicBezTo>
                          <a:pt x="131041" y="14219"/>
                          <a:pt x="416803" y="58159"/>
                          <a:pt x="654534" y="47342"/>
                        </a:cubicBezTo>
                        <a:cubicBezTo>
                          <a:pt x="665375" y="46852"/>
                          <a:pt x="674501" y="55341"/>
                          <a:pt x="674746" y="66182"/>
                        </a:cubicBezTo>
                        <a:lnTo>
                          <a:pt x="694272" y="957241"/>
                        </a:lnTo>
                        <a:cubicBezTo>
                          <a:pt x="694541" y="969453"/>
                          <a:pt x="684901" y="979596"/>
                          <a:pt x="672688" y="979939"/>
                        </a:cubicBezTo>
                        <a:cubicBezTo>
                          <a:pt x="572754" y="982732"/>
                          <a:pt x="161249" y="992728"/>
                          <a:pt x="15207" y="972810"/>
                        </a:cubicBezTo>
                        <a:cubicBezTo>
                          <a:pt x="6314" y="971597"/>
                          <a:pt x="-215" y="963880"/>
                          <a:pt x="5" y="954913"/>
                        </a:cubicBezTo>
                        <a:lnTo>
                          <a:pt x="23660" y="20368"/>
                        </a:lnTo>
                        <a:cubicBezTo>
                          <a:pt x="23978" y="7677"/>
                          <a:pt x="35444" y="-1804"/>
                          <a:pt x="47975" y="291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2" name="Forme libre : forme 2871">
                    <a:extLst>
                      <a:ext uri="{FF2B5EF4-FFF2-40B4-BE49-F238E27FC236}">
                        <a16:creationId xmlns:a16="http://schemas.microsoft.com/office/drawing/2014/main" id="{F77730DA-3C6D-3369-574E-6607AA21E5D3}"/>
                      </a:ext>
                    </a:extLst>
                  </p:cNvPr>
                  <p:cNvSpPr/>
                  <p:nvPr/>
                </p:nvSpPr>
                <p:spPr>
                  <a:xfrm>
                    <a:off x="176180" y="144874"/>
                    <a:ext cx="668136" cy="947830"/>
                  </a:xfrm>
                  <a:custGeom>
                    <a:avLst/>
                    <a:gdLst>
                      <a:gd name="connsiteX0" fmla="*/ 46163 w 668136"/>
                      <a:gd name="connsiteY0" fmla="*/ 269 h 947830"/>
                      <a:gd name="connsiteX1" fmla="*/ 629887 w 668136"/>
                      <a:gd name="connsiteY1" fmla="*/ 45544 h 947830"/>
                      <a:gd name="connsiteX2" fmla="*/ 649340 w 668136"/>
                      <a:gd name="connsiteY2" fmla="*/ 63686 h 947830"/>
                      <a:gd name="connsiteX3" fmla="*/ 668131 w 668136"/>
                      <a:gd name="connsiteY3" fmla="*/ 921192 h 947830"/>
                      <a:gd name="connsiteX4" fmla="*/ 647355 w 668136"/>
                      <a:gd name="connsiteY4" fmla="*/ 943033 h 947830"/>
                      <a:gd name="connsiteX5" fmla="*/ 14632 w 668136"/>
                      <a:gd name="connsiteY5" fmla="*/ 936174 h 947830"/>
                      <a:gd name="connsiteX6" fmla="*/ 6 w 668136"/>
                      <a:gd name="connsiteY6" fmla="*/ 918950 h 947830"/>
                      <a:gd name="connsiteX7" fmla="*/ 22766 w 668136"/>
                      <a:gd name="connsiteY7" fmla="*/ 19599 h 947830"/>
                      <a:gd name="connsiteX8" fmla="*/ 46163 w 668136"/>
                      <a:gd name="connsiteY8" fmla="*/ 281 h 9478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68136" h="947830">
                        <a:moveTo>
                          <a:pt x="46163" y="269"/>
                        </a:moveTo>
                        <a:cubicBezTo>
                          <a:pt x="126104" y="13658"/>
                          <a:pt x="401099" y="55944"/>
                          <a:pt x="629887" y="45544"/>
                        </a:cubicBezTo>
                        <a:cubicBezTo>
                          <a:pt x="640324" y="45066"/>
                          <a:pt x="649107" y="53237"/>
                          <a:pt x="649340" y="63686"/>
                        </a:cubicBezTo>
                        <a:lnTo>
                          <a:pt x="668131" y="921192"/>
                        </a:lnTo>
                        <a:cubicBezTo>
                          <a:pt x="668388" y="932952"/>
                          <a:pt x="659115" y="942703"/>
                          <a:pt x="647355" y="943033"/>
                        </a:cubicBezTo>
                        <a:cubicBezTo>
                          <a:pt x="551183" y="945716"/>
                          <a:pt x="155173" y="955344"/>
                          <a:pt x="14632" y="936174"/>
                        </a:cubicBezTo>
                        <a:cubicBezTo>
                          <a:pt x="6081" y="935010"/>
                          <a:pt x="-215" y="927574"/>
                          <a:pt x="6" y="918950"/>
                        </a:cubicBezTo>
                        <a:lnTo>
                          <a:pt x="22766" y="19599"/>
                        </a:lnTo>
                        <a:cubicBezTo>
                          <a:pt x="23072" y="7386"/>
                          <a:pt x="34109" y="-1740"/>
                          <a:pt x="46163" y="281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3" name="Forme libre : forme 2872">
                    <a:extLst>
                      <a:ext uri="{FF2B5EF4-FFF2-40B4-BE49-F238E27FC236}">
                        <a16:creationId xmlns:a16="http://schemas.microsoft.com/office/drawing/2014/main" id="{F6095393-A8D1-E2B9-B1F5-95C17026173D}"/>
                      </a:ext>
                    </a:extLst>
                  </p:cNvPr>
                  <p:cNvSpPr/>
                  <p:nvPr/>
                </p:nvSpPr>
                <p:spPr>
                  <a:xfrm>
                    <a:off x="273884" y="232652"/>
                    <a:ext cx="529158" cy="32846"/>
                  </a:xfrm>
                  <a:custGeom>
                    <a:avLst/>
                    <a:gdLst>
                      <a:gd name="connsiteX0" fmla="*/ 525862 w 529158"/>
                      <a:gd name="connsiteY0" fmla="*/ 32845 h 32846"/>
                      <a:gd name="connsiteX1" fmla="*/ 529157 w 529158"/>
                      <a:gd name="connsiteY1" fmla="*/ 29537 h 32846"/>
                      <a:gd name="connsiteX2" fmla="*/ 528961 w 529158"/>
                      <a:gd name="connsiteY2" fmla="*/ 24013 h 32846"/>
                      <a:gd name="connsiteX3" fmla="*/ 525433 w 529158"/>
                      <a:gd name="connsiteY3" fmla="*/ 20473 h 32846"/>
                      <a:gd name="connsiteX4" fmla="*/ 1928 w 529158"/>
                      <a:gd name="connsiteY4" fmla="*/ 3 h 32846"/>
                      <a:gd name="connsiteX5" fmla="*/ 556 w 529158"/>
                      <a:gd name="connsiteY5" fmla="*/ 2600 h 32846"/>
                      <a:gd name="connsiteX6" fmla="*/ 9094 w 529158"/>
                      <a:gd name="connsiteY6" fmla="*/ 14041 h 32846"/>
                      <a:gd name="connsiteX7" fmla="*/ 14546 w 529158"/>
                      <a:gd name="connsiteY7" fmla="*/ 16883 h 32846"/>
                      <a:gd name="connsiteX8" fmla="*/ 525862 w 529158"/>
                      <a:gd name="connsiteY8" fmla="*/ 32833 h 32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29158" h="32846">
                        <a:moveTo>
                          <a:pt x="525862" y="32845"/>
                        </a:moveTo>
                        <a:cubicBezTo>
                          <a:pt x="527736" y="32906"/>
                          <a:pt x="529218" y="31412"/>
                          <a:pt x="529157" y="29537"/>
                        </a:cubicBezTo>
                        <a:lnTo>
                          <a:pt x="528961" y="24013"/>
                        </a:lnTo>
                        <a:cubicBezTo>
                          <a:pt x="528900" y="22139"/>
                          <a:pt x="527307" y="20546"/>
                          <a:pt x="525433" y="20473"/>
                        </a:cubicBezTo>
                        <a:lnTo>
                          <a:pt x="1928" y="3"/>
                        </a:lnTo>
                        <a:cubicBezTo>
                          <a:pt x="54" y="-70"/>
                          <a:pt x="-558" y="1106"/>
                          <a:pt x="556" y="2600"/>
                        </a:cubicBezTo>
                        <a:lnTo>
                          <a:pt x="9094" y="14041"/>
                        </a:lnTo>
                        <a:cubicBezTo>
                          <a:pt x="10221" y="15548"/>
                          <a:pt x="12671" y="16822"/>
                          <a:pt x="14546" y="16883"/>
                        </a:cubicBezTo>
                        <a:lnTo>
                          <a:pt x="525862" y="3283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4" name="Forme libre : forme 2873">
                    <a:extLst>
                      <a:ext uri="{FF2B5EF4-FFF2-40B4-BE49-F238E27FC236}">
                        <a16:creationId xmlns:a16="http://schemas.microsoft.com/office/drawing/2014/main" id="{0676762E-4F9E-5D75-0586-4B9F3975F2BA}"/>
                      </a:ext>
                    </a:extLst>
                  </p:cNvPr>
                  <p:cNvSpPr/>
                  <p:nvPr/>
                </p:nvSpPr>
                <p:spPr>
                  <a:xfrm>
                    <a:off x="272818" y="266890"/>
                    <a:ext cx="529158" cy="32834"/>
                  </a:xfrm>
                  <a:custGeom>
                    <a:avLst/>
                    <a:gdLst>
                      <a:gd name="connsiteX0" fmla="*/ 1928 w 529158"/>
                      <a:gd name="connsiteY0" fmla="*/ 3 h 32834"/>
                      <a:gd name="connsiteX1" fmla="*/ 556 w 529158"/>
                      <a:gd name="connsiteY1" fmla="*/ 2600 h 32834"/>
                      <a:gd name="connsiteX2" fmla="*/ 9094 w 529158"/>
                      <a:gd name="connsiteY2" fmla="*/ 14041 h 32834"/>
                      <a:gd name="connsiteX3" fmla="*/ 14546 w 529158"/>
                      <a:gd name="connsiteY3" fmla="*/ 16883 h 32834"/>
                      <a:gd name="connsiteX4" fmla="*/ 525862 w 529158"/>
                      <a:gd name="connsiteY4" fmla="*/ 32833 h 32834"/>
                      <a:gd name="connsiteX5" fmla="*/ 529157 w 529158"/>
                      <a:gd name="connsiteY5" fmla="*/ 29525 h 32834"/>
                      <a:gd name="connsiteX6" fmla="*/ 528961 w 529158"/>
                      <a:gd name="connsiteY6" fmla="*/ 24001 h 32834"/>
                      <a:gd name="connsiteX7" fmla="*/ 525433 w 529158"/>
                      <a:gd name="connsiteY7" fmla="*/ 20460 h 32834"/>
                      <a:gd name="connsiteX8" fmla="*/ 1928 w 529158"/>
                      <a:gd name="connsiteY8" fmla="*/ 3 h 32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29158" h="32834">
                        <a:moveTo>
                          <a:pt x="1928" y="3"/>
                        </a:moveTo>
                        <a:cubicBezTo>
                          <a:pt x="54" y="-70"/>
                          <a:pt x="-558" y="1094"/>
                          <a:pt x="556" y="2600"/>
                        </a:cubicBezTo>
                        <a:lnTo>
                          <a:pt x="9094" y="14041"/>
                        </a:lnTo>
                        <a:cubicBezTo>
                          <a:pt x="10221" y="15548"/>
                          <a:pt x="12671" y="16822"/>
                          <a:pt x="14546" y="16883"/>
                        </a:cubicBezTo>
                        <a:lnTo>
                          <a:pt x="525862" y="32833"/>
                        </a:lnTo>
                        <a:cubicBezTo>
                          <a:pt x="527736" y="32894"/>
                          <a:pt x="529218" y="31412"/>
                          <a:pt x="529157" y="29525"/>
                        </a:cubicBezTo>
                        <a:lnTo>
                          <a:pt x="528961" y="24001"/>
                        </a:lnTo>
                        <a:cubicBezTo>
                          <a:pt x="528900" y="22126"/>
                          <a:pt x="527307" y="20534"/>
                          <a:pt x="525433" y="20460"/>
                        </a:cubicBezTo>
                        <a:lnTo>
                          <a:pt x="1928" y="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5" name="Forme libre : forme 2874">
                    <a:extLst>
                      <a:ext uri="{FF2B5EF4-FFF2-40B4-BE49-F238E27FC236}">
                        <a16:creationId xmlns:a16="http://schemas.microsoft.com/office/drawing/2014/main" id="{15FED583-A8E3-A158-772E-1157FD2B7D69}"/>
                      </a:ext>
                    </a:extLst>
                  </p:cNvPr>
                  <p:cNvSpPr/>
                  <p:nvPr/>
                </p:nvSpPr>
                <p:spPr>
                  <a:xfrm>
                    <a:off x="262818" y="486224"/>
                    <a:ext cx="112369" cy="94506"/>
                  </a:xfrm>
                  <a:custGeom>
                    <a:avLst/>
                    <a:gdLst>
                      <a:gd name="connsiteX0" fmla="*/ 94198 w 112369"/>
                      <a:gd name="connsiteY0" fmla="*/ 94507 h 94506"/>
                      <a:gd name="connsiteX1" fmla="*/ 94014 w 112369"/>
                      <a:gd name="connsiteY1" fmla="*/ 94507 h 94506"/>
                      <a:gd name="connsiteX2" fmla="*/ 25232 w 112369"/>
                      <a:gd name="connsiteY2" fmla="*/ 93931 h 94506"/>
                      <a:gd name="connsiteX3" fmla="*/ 6184 w 112369"/>
                      <a:gd name="connsiteY3" fmla="*/ 78080 h 94506"/>
                      <a:gd name="connsiteX4" fmla="*/ 71 w 112369"/>
                      <a:gd name="connsiteY4" fmla="*/ 20371 h 94506"/>
                      <a:gd name="connsiteX5" fmla="*/ 3060 w 112369"/>
                      <a:gd name="connsiteY5" fmla="*/ 10817 h 94506"/>
                      <a:gd name="connsiteX6" fmla="*/ 13693 w 112369"/>
                      <a:gd name="connsiteY6" fmla="*/ 5549 h 94506"/>
                      <a:gd name="connsiteX7" fmla="*/ 13693 w 112369"/>
                      <a:gd name="connsiteY7" fmla="*/ 5549 h 94506"/>
                      <a:gd name="connsiteX8" fmla="*/ 36281 w 112369"/>
                      <a:gd name="connsiteY8" fmla="*/ 3699 h 94506"/>
                      <a:gd name="connsiteX9" fmla="*/ 89862 w 112369"/>
                      <a:gd name="connsiteY9" fmla="*/ 0 h 94506"/>
                      <a:gd name="connsiteX10" fmla="*/ 90143 w 112369"/>
                      <a:gd name="connsiteY10" fmla="*/ 0 h 94506"/>
                      <a:gd name="connsiteX11" fmla="*/ 109302 w 112369"/>
                      <a:gd name="connsiteY11" fmla="*/ 13573 h 94506"/>
                      <a:gd name="connsiteX12" fmla="*/ 111973 w 112369"/>
                      <a:gd name="connsiteY12" fmla="*/ 78656 h 94506"/>
                      <a:gd name="connsiteX13" fmla="*/ 94210 w 112369"/>
                      <a:gd name="connsiteY13" fmla="*/ 94507 h 94506"/>
                      <a:gd name="connsiteX14" fmla="*/ 14073 w 112369"/>
                      <a:gd name="connsiteY14" fmla="*/ 11159 h 94506"/>
                      <a:gd name="connsiteX15" fmla="*/ 7347 w 112369"/>
                      <a:gd name="connsiteY15" fmla="*/ 14430 h 94506"/>
                      <a:gd name="connsiteX16" fmla="*/ 5632 w 112369"/>
                      <a:gd name="connsiteY16" fmla="*/ 19783 h 94506"/>
                      <a:gd name="connsiteX17" fmla="*/ 11745 w 112369"/>
                      <a:gd name="connsiteY17" fmla="*/ 77492 h 94506"/>
                      <a:gd name="connsiteX18" fmla="*/ 25257 w 112369"/>
                      <a:gd name="connsiteY18" fmla="*/ 88321 h 94506"/>
                      <a:gd name="connsiteX19" fmla="*/ 94039 w 112369"/>
                      <a:gd name="connsiteY19" fmla="*/ 88896 h 94506"/>
                      <a:gd name="connsiteX20" fmla="*/ 94174 w 112369"/>
                      <a:gd name="connsiteY20" fmla="*/ 88896 h 94506"/>
                      <a:gd name="connsiteX21" fmla="*/ 106325 w 112369"/>
                      <a:gd name="connsiteY21" fmla="*/ 78521 h 94506"/>
                      <a:gd name="connsiteX22" fmla="*/ 103851 w 112369"/>
                      <a:gd name="connsiteY22" fmla="*/ 15043 h 94506"/>
                      <a:gd name="connsiteX23" fmla="*/ 89911 w 112369"/>
                      <a:gd name="connsiteY23" fmla="*/ 5610 h 94506"/>
                      <a:gd name="connsiteX24" fmla="*/ 36735 w 112369"/>
                      <a:gd name="connsiteY24" fmla="*/ 9285 h 94506"/>
                      <a:gd name="connsiteX25" fmla="*/ 14060 w 112369"/>
                      <a:gd name="connsiteY25" fmla="*/ 11147 h 94506"/>
                      <a:gd name="connsiteX26" fmla="*/ 14060 w 112369"/>
                      <a:gd name="connsiteY26" fmla="*/ 11147 h 945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112369" h="94506">
                        <a:moveTo>
                          <a:pt x="94198" y="94507"/>
                        </a:moveTo>
                        <a:cubicBezTo>
                          <a:pt x="94137" y="94507"/>
                          <a:pt x="94076" y="94507"/>
                          <a:pt x="94014" y="94507"/>
                        </a:cubicBezTo>
                        <a:lnTo>
                          <a:pt x="25232" y="93931"/>
                        </a:lnTo>
                        <a:cubicBezTo>
                          <a:pt x="15322" y="93845"/>
                          <a:pt x="7127" y="87034"/>
                          <a:pt x="6184" y="78080"/>
                        </a:cubicBezTo>
                        <a:lnTo>
                          <a:pt x="71" y="20371"/>
                        </a:lnTo>
                        <a:cubicBezTo>
                          <a:pt x="-296" y="16941"/>
                          <a:pt x="769" y="13548"/>
                          <a:pt x="3060" y="10817"/>
                        </a:cubicBezTo>
                        <a:cubicBezTo>
                          <a:pt x="5620" y="7766"/>
                          <a:pt x="9491" y="5843"/>
                          <a:pt x="13693" y="5549"/>
                        </a:cubicBezTo>
                        <a:lnTo>
                          <a:pt x="13693" y="5549"/>
                        </a:lnTo>
                        <a:cubicBezTo>
                          <a:pt x="19499" y="5145"/>
                          <a:pt x="27486" y="4459"/>
                          <a:pt x="36281" y="3699"/>
                        </a:cubicBezTo>
                        <a:cubicBezTo>
                          <a:pt x="55428" y="2046"/>
                          <a:pt x="77122" y="171"/>
                          <a:pt x="89862" y="0"/>
                        </a:cubicBezTo>
                        <a:cubicBezTo>
                          <a:pt x="89960" y="0"/>
                          <a:pt x="90045" y="0"/>
                          <a:pt x="90143" y="0"/>
                        </a:cubicBezTo>
                        <a:cubicBezTo>
                          <a:pt x="99257" y="0"/>
                          <a:pt x="107109" y="5537"/>
                          <a:pt x="109302" y="13573"/>
                        </a:cubicBezTo>
                        <a:cubicBezTo>
                          <a:pt x="112903" y="26839"/>
                          <a:pt x="112622" y="51927"/>
                          <a:pt x="111973" y="78656"/>
                        </a:cubicBezTo>
                        <a:cubicBezTo>
                          <a:pt x="111752" y="87426"/>
                          <a:pt x="103814" y="94494"/>
                          <a:pt x="94210" y="94507"/>
                        </a:cubicBezTo>
                        <a:close/>
                        <a:moveTo>
                          <a:pt x="14073" y="11159"/>
                        </a:moveTo>
                        <a:cubicBezTo>
                          <a:pt x="11390" y="11343"/>
                          <a:pt x="8940" y="12531"/>
                          <a:pt x="7347" y="14430"/>
                        </a:cubicBezTo>
                        <a:cubicBezTo>
                          <a:pt x="6049" y="15986"/>
                          <a:pt x="5436" y="17885"/>
                          <a:pt x="5632" y="19783"/>
                        </a:cubicBezTo>
                        <a:lnTo>
                          <a:pt x="11745" y="77492"/>
                        </a:lnTo>
                        <a:cubicBezTo>
                          <a:pt x="12394" y="83604"/>
                          <a:pt x="18201" y="88259"/>
                          <a:pt x="25257" y="88321"/>
                        </a:cubicBezTo>
                        <a:lnTo>
                          <a:pt x="94039" y="88896"/>
                        </a:lnTo>
                        <a:cubicBezTo>
                          <a:pt x="94039" y="88896"/>
                          <a:pt x="94125" y="88896"/>
                          <a:pt x="94174" y="88896"/>
                        </a:cubicBezTo>
                        <a:cubicBezTo>
                          <a:pt x="100752" y="88896"/>
                          <a:pt x="106191" y="84254"/>
                          <a:pt x="106325" y="78521"/>
                        </a:cubicBezTo>
                        <a:cubicBezTo>
                          <a:pt x="106962" y="52221"/>
                          <a:pt x="107256" y="27586"/>
                          <a:pt x="103851" y="15043"/>
                        </a:cubicBezTo>
                        <a:cubicBezTo>
                          <a:pt x="102344" y="9494"/>
                          <a:pt x="96354" y="5378"/>
                          <a:pt x="89911" y="5610"/>
                        </a:cubicBezTo>
                        <a:cubicBezTo>
                          <a:pt x="77367" y="5782"/>
                          <a:pt x="54840" y="7730"/>
                          <a:pt x="36735" y="9285"/>
                        </a:cubicBezTo>
                        <a:cubicBezTo>
                          <a:pt x="27903" y="10045"/>
                          <a:pt x="19879" y="10743"/>
                          <a:pt x="14060" y="11147"/>
                        </a:cubicBezTo>
                        <a:lnTo>
                          <a:pt x="14060" y="1114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6" name="Forme libre : forme 2875">
                    <a:extLst>
                      <a:ext uri="{FF2B5EF4-FFF2-40B4-BE49-F238E27FC236}">
                        <a16:creationId xmlns:a16="http://schemas.microsoft.com/office/drawing/2014/main" id="{693E47E5-25DB-D314-993D-348DF7852ED0}"/>
                      </a:ext>
                    </a:extLst>
                  </p:cNvPr>
                  <p:cNvSpPr/>
                  <p:nvPr/>
                </p:nvSpPr>
                <p:spPr>
                  <a:xfrm>
                    <a:off x="275451" y="498718"/>
                    <a:ext cx="85305" cy="71038"/>
                  </a:xfrm>
                  <a:custGeom>
                    <a:avLst/>
                    <a:gdLst>
                      <a:gd name="connsiteX0" fmla="*/ 8838 w 85305"/>
                      <a:gd name="connsiteY0" fmla="*/ 4436 h 71038"/>
                      <a:gd name="connsiteX1" fmla="*/ 69585 w 85305"/>
                      <a:gd name="connsiteY1" fmla="*/ 1 h 71038"/>
                      <a:gd name="connsiteX2" fmla="*/ 82925 w 85305"/>
                      <a:gd name="connsiteY2" fmla="*/ 9189 h 71038"/>
                      <a:gd name="connsiteX3" fmla="*/ 84983 w 85305"/>
                      <a:gd name="connsiteY3" fmla="*/ 60552 h 71038"/>
                      <a:gd name="connsiteX4" fmla="*/ 72904 w 85305"/>
                      <a:gd name="connsiteY4" fmla="*/ 71038 h 71038"/>
                      <a:gd name="connsiteX5" fmla="*/ 17940 w 85305"/>
                      <a:gd name="connsiteY5" fmla="*/ 70572 h 71038"/>
                      <a:gd name="connsiteX6" fmla="*/ 4931 w 85305"/>
                      <a:gd name="connsiteY6" fmla="*/ 59915 h 71038"/>
                      <a:gd name="connsiteX7" fmla="*/ 43 w 85305"/>
                      <a:gd name="connsiteY7" fmla="*/ 13807 h 71038"/>
                      <a:gd name="connsiteX8" fmla="*/ 8851 w 85305"/>
                      <a:gd name="connsiteY8" fmla="*/ 4436 h 71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5305" h="71038">
                        <a:moveTo>
                          <a:pt x="8838" y="4436"/>
                        </a:moveTo>
                        <a:cubicBezTo>
                          <a:pt x="23281" y="3431"/>
                          <a:pt x="54689" y="210"/>
                          <a:pt x="69585" y="1"/>
                        </a:cubicBezTo>
                        <a:cubicBezTo>
                          <a:pt x="75893" y="-84"/>
                          <a:pt x="81430" y="3725"/>
                          <a:pt x="82925" y="9189"/>
                        </a:cubicBezTo>
                        <a:cubicBezTo>
                          <a:pt x="85816" y="19809"/>
                          <a:pt x="85460" y="41001"/>
                          <a:pt x="84983" y="60552"/>
                        </a:cubicBezTo>
                        <a:cubicBezTo>
                          <a:pt x="84836" y="66407"/>
                          <a:pt x="79470" y="71087"/>
                          <a:pt x="72904" y="71038"/>
                        </a:cubicBezTo>
                        <a:lnTo>
                          <a:pt x="17940" y="70572"/>
                        </a:lnTo>
                        <a:cubicBezTo>
                          <a:pt x="11178" y="70511"/>
                          <a:pt x="5568" y="65917"/>
                          <a:pt x="4931" y="59915"/>
                        </a:cubicBezTo>
                        <a:lnTo>
                          <a:pt x="43" y="13807"/>
                        </a:lnTo>
                        <a:cubicBezTo>
                          <a:pt x="-459" y="9042"/>
                          <a:pt x="3497" y="4803"/>
                          <a:pt x="8851" y="4436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0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7" name="Forme libre : forme 2876">
                    <a:extLst>
                      <a:ext uri="{FF2B5EF4-FFF2-40B4-BE49-F238E27FC236}">
                        <a16:creationId xmlns:a16="http://schemas.microsoft.com/office/drawing/2014/main" id="{DCBB6445-E49B-0581-F5CF-288F253F2202}"/>
                      </a:ext>
                    </a:extLst>
                  </p:cNvPr>
                  <p:cNvSpPr/>
                  <p:nvPr/>
                </p:nvSpPr>
                <p:spPr>
                  <a:xfrm>
                    <a:off x="412435" y="520719"/>
                    <a:ext cx="365886" cy="34287"/>
                  </a:xfrm>
                  <a:custGeom>
                    <a:avLst/>
                    <a:gdLst>
                      <a:gd name="connsiteX0" fmla="*/ 2645 w 365886"/>
                      <a:gd name="connsiteY0" fmla="*/ 1 h 34287"/>
                      <a:gd name="connsiteX1" fmla="*/ 109 w 365886"/>
                      <a:gd name="connsiteY1" fmla="*/ 3222 h 34287"/>
                      <a:gd name="connsiteX2" fmla="*/ 7471 w 365886"/>
                      <a:gd name="connsiteY2" fmla="*/ 30993 h 34287"/>
                      <a:gd name="connsiteX3" fmla="*/ 11758 w 365886"/>
                      <a:gd name="connsiteY3" fmla="*/ 34288 h 34287"/>
                      <a:gd name="connsiteX4" fmla="*/ 362554 w 365886"/>
                      <a:gd name="connsiteY4" fmla="*/ 33871 h 34287"/>
                      <a:gd name="connsiteX5" fmla="*/ 365886 w 365886"/>
                      <a:gd name="connsiteY5" fmla="*/ 30454 h 34287"/>
                      <a:gd name="connsiteX6" fmla="*/ 365457 w 365886"/>
                      <a:gd name="connsiteY6" fmla="*/ 11613 h 34287"/>
                      <a:gd name="connsiteX7" fmla="*/ 361966 w 365886"/>
                      <a:gd name="connsiteY7" fmla="*/ 8122 h 34287"/>
                      <a:gd name="connsiteX8" fmla="*/ 2657 w 365886"/>
                      <a:gd name="connsiteY8" fmla="*/ 1 h 342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65886" h="34287">
                        <a:moveTo>
                          <a:pt x="2645" y="1"/>
                        </a:moveTo>
                        <a:cubicBezTo>
                          <a:pt x="770" y="-36"/>
                          <a:pt x="-369" y="1409"/>
                          <a:pt x="109" y="3222"/>
                        </a:cubicBezTo>
                        <a:lnTo>
                          <a:pt x="7471" y="30993"/>
                        </a:lnTo>
                        <a:cubicBezTo>
                          <a:pt x="7949" y="32805"/>
                          <a:pt x="9884" y="34288"/>
                          <a:pt x="11758" y="34288"/>
                        </a:cubicBezTo>
                        <a:lnTo>
                          <a:pt x="362554" y="33871"/>
                        </a:lnTo>
                        <a:cubicBezTo>
                          <a:pt x="364428" y="33871"/>
                          <a:pt x="365923" y="32328"/>
                          <a:pt x="365886" y="30454"/>
                        </a:cubicBezTo>
                        <a:lnTo>
                          <a:pt x="365457" y="11613"/>
                        </a:lnTo>
                        <a:cubicBezTo>
                          <a:pt x="365408" y="9739"/>
                          <a:pt x="363840" y="8171"/>
                          <a:pt x="361966" y="8122"/>
                        </a:cubicBezTo>
                        <a:lnTo>
                          <a:pt x="2657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8" name="Forme libre : forme 2877">
                    <a:extLst>
                      <a:ext uri="{FF2B5EF4-FFF2-40B4-BE49-F238E27FC236}">
                        <a16:creationId xmlns:a16="http://schemas.microsoft.com/office/drawing/2014/main" id="{66432780-2DE8-BC40-6F1E-E6A942D94828}"/>
                      </a:ext>
                    </a:extLst>
                  </p:cNvPr>
                  <p:cNvSpPr/>
                  <p:nvPr/>
                </p:nvSpPr>
                <p:spPr>
                  <a:xfrm>
                    <a:off x="269016" y="331865"/>
                    <a:ext cx="112369" cy="94506"/>
                  </a:xfrm>
                  <a:custGeom>
                    <a:avLst/>
                    <a:gdLst>
                      <a:gd name="connsiteX0" fmla="*/ 94198 w 112369"/>
                      <a:gd name="connsiteY0" fmla="*/ 94507 h 94506"/>
                      <a:gd name="connsiteX1" fmla="*/ 94014 w 112369"/>
                      <a:gd name="connsiteY1" fmla="*/ 94507 h 94506"/>
                      <a:gd name="connsiteX2" fmla="*/ 25232 w 112369"/>
                      <a:gd name="connsiteY2" fmla="*/ 93931 h 94506"/>
                      <a:gd name="connsiteX3" fmla="*/ 6184 w 112369"/>
                      <a:gd name="connsiteY3" fmla="*/ 78080 h 94506"/>
                      <a:gd name="connsiteX4" fmla="*/ 71 w 112369"/>
                      <a:gd name="connsiteY4" fmla="*/ 20371 h 94506"/>
                      <a:gd name="connsiteX5" fmla="*/ 3060 w 112369"/>
                      <a:gd name="connsiteY5" fmla="*/ 10817 h 94506"/>
                      <a:gd name="connsiteX6" fmla="*/ 13693 w 112369"/>
                      <a:gd name="connsiteY6" fmla="*/ 5549 h 94506"/>
                      <a:gd name="connsiteX7" fmla="*/ 13693 w 112369"/>
                      <a:gd name="connsiteY7" fmla="*/ 5549 h 94506"/>
                      <a:gd name="connsiteX8" fmla="*/ 36281 w 112369"/>
                      <a:gd name="connsiteY8" fmla="*/ 3699 h 94506"/>
                      <a:gd name="connsiteX9" fmla="*/ 89862 w 112369"/>
                      <a:gd name="connsiteY9" fmla="*/ 0 h 94506"/>
                      <a:gd name="connsiteX10" fmla="*/ 90143 w 112369"/>
                      <a:gd name="connsiteY10" fmla="*/ 0 h 94506"/>
                      <a:gd name="connsiteX11" fmla="*/ 109302 w 112369"/>
                      <a:gd name="connsiteY11" fmla="*/ 13573 h 94506"/>
                      <a:gd name="connsiteX12" fmla="*/ 111973 w 112369"/>
                      <a:gd name="connsiteY12" fmla="*/ 78656 h 94506"/>
                      <a:gd name="connsiteX13" fmla="*/ 94210 w 112369"/>
                      <a:gd name="connsiteY13" fmla="*/ 94507 h 94506"/>
                      <a:gd name="connsiteX14" fmla="*/ 14073 w 112369"/>
                      <a:gd name="connsiteY14" fmla="*/ 11160 h 94506"/>
                      <a:gd name="connsiteX15" fmla="*/ 7347 w 112369"/>
                      <a:gd name="connsiteY15" fmla="*/ 14430 h 94506"/>
                      <a:gd name="connsiteX16" fmla="*/ 5632 w 112369"/>
                      <a:gd name="connsiteY16" fmla="*/ 19783 h 94506"/>
                      <a:gd name="connsiteX17" fmla="*/ 11745 w 112369"/>
                      <a:gd name="connsiteY17" fmla="*/ 77492 h 94506"/>
                      <a:gd name="connsiteX18" fmla="*/ 25257 w 112369"/>
                      <a:gd name="connsiteY18" fmla="*/ 88321 h 94506"/>
                      <a:gd name="connsiteX19" fmla="*/ 94039 w 112369"/>
                      <a:gd name="connsiteY19" fmla="*/ 88896 h 94506"/>
                      <a:gd name="connsiteX20" fmla="*/ 94174 w 112369"/>
                      <a:gd name="connsiteY20" fmla="*/ 88896 h 94506"/>
                      <a:gd name="connsiteX21" fmla="*/ 106325 w 112369"/>
                      <a:gd name="connsiteY21" fmla="*/ 78521 h 94506"/>
                      <a:gd name="connsiteX22" fmla="*/ 103851 w 112369"/>
                      <a:gd name="connsiteY22" fmla="*/ 15043 h 94506"/>
                      <a:gd name="connsiteX23" fmla="*/ 89911 w 112369"/>
                      <a:gd name="connsiteY23" fmla="*/ 5610 h 94506"/>
                      <a:gd name="connsiteX24" fmla="*/ 36735 w 112369"/>
                      <a:gd name="connsiteY24" fmla="*/ 9285 h 94506"/>
                      <a:gd name="connsiteX25" fmla="*/ 14060 w 112369"/>
                      <a:gd name="connsiteY25" fmla="*/ 11147 h 94506"/>
                      <a:gd name="connsiteX26" fmla="*/ 14060 w 112369"/>
                      <a:gd name="connsiteY26" fmla="*/ 11147 h 945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112369" h="94506">
                        <a:moveTo>
                          <a:pt x="94198" y="94507"/>
                        </a:moveTo>
                        <a:cubicBezTo>
                          <a:pt x="94137" y="94507"/>
                          <a:pt x="94076" y="94507"/>
                          <a:pt x="94014" y="94507"/>
                        </a:cubicBezTo>
                        <a:lnTo>
                          <a:pt x="25232" y="93931"/>
                        </a:lnTo>
                        <a:cubicBezTo>
                          <a:pt x="15322" y="93845"/>
                          <a:pt x="7127" y="87034"/>
                          <a:pt x="6184" y="78080"/>
                        </a:cubicBezTo>
                        <a:lnTo>
                          <a:pt x="71" y="20371"/>
                        </a:lnTo>
                        <a:cubicBezTo>
                          <a:pt x="-296" y="16941"/>
                          <a:pt x="769" y="13548"/>
                          <a:pt x="3060" y="10817"/>
                        </a:cubicBezTo>
                        <a:cubicBezTo>
                          <a:pt x="5620" y="7766"/>
                          <a:pt x="9491" y="5843"/>
                          <a:pt x="13693" y="5549"/>
                        </a:cubicBezTo>
                        <a:lnTo>
                          <a:pt x="13693" y="5549"/>
                        </a:lnTo>
                        <a:cubicBezTo>
                          <a:pt x="19499" y="5145"/>
                          <a:pt x="27486" y="4459"/>
                          <a:pt x="36281" y="3699"/>
                        </a:cubicBezTo>
                        <a:cubicBezTo>
                          <a:pt x="55428" y="2046"/>
                          <a:pt x="77122" y="172"/>
                          <a:pt x="89862" y="0"/>
                        </a:cubicBezTo>
                        <a:cubicBezTo>
                          <a:pt x="89960" y="0"/>
                          <a:pt x="90045" y="0"/>
                          <a:pt x="90143" y="0"/>
                        </a:cubicBezTo>
                        <a:cubicBezTo>
                          <a:pt x="99257" y="0"/>
                          <a:pt x="107109" y="5537"/>
                          <a:pt x="109302" y="13573"/>
                        </a:cubicBezTo>
                        <a:cubicBezTo>
                          <a:pt x="112903" y="26839"/>
                          <a:pt x="112622" y="51927"/>
                          <a:pt x="111973" y="78656"/>
                        </a:cubicBezTo>
                        <a:cubicBezTo>
                          <a:pt x="111752" y="87426"/>
                          <a:pt x="103814" y="94495"/>
                          <a:pt x="94210" y="94507"/>
                        </a:cubicBezTo>
                        <a:close/>
                        <a:moveTo>
                          <a:pt x="14073" y="11160"/>
                        </a:moveTo>
                        <a:cubicBezTo>
                          <a:pt x="11390" y="11343"/>
                          <a:pt x="8940" y="12531"/>
                          <a:pt x="7347" y="14430"/>
                        </a:cubicBezTo>
                        <a:cubicBezTo>
                          <a:pt x="6049" y="15986"/>
                          <a:pt x="5436" y="17885"/>
                          <a:pt x="5632" y="19783"/>
                        </a:cubicBezTo>
                        <a:lnTo>
                          <a:pt x="11745" y="77492"/>
                        </a:lnTo>
                        <a:cubicBezTo>
                          <a:pt x="12394" y="83604"/>
                          <a:pt x="18201" y="88259"/>
                          <a:pt x="25257" y="88321"/>
                        </a:cubicBezTo>
                        <a:lnTo>
                          <a:pt x="94039" y="88896"/>
                        </a:lnTo>
                        <a:cubicBezTo>
                          <a:pt x="94039" y="88896"/>
                          <a:pt x="94125" y="88896"/>
                          <a:pt x="94174" y="88896"/>
                        </a:cubicBezTo>
                        <a:cubicBezTo>
                          <a:pt x="100752" y="88896"/>
                          <a:pt x="106191" y="84254"/>
                          <a:pt x="106325" y="78521"/>
                        </a:cubicBezTo>
                        <a:cubicBezTo>
                          <a:pt x="106962" y="52221"/>
                          <a:pt x="107256" y="27586"/>
                          <a:pt x="103851" y="15043"/>
                        </a:cubicBezTo>
                        <a:cubicBezTo>
                          <a:pt x="102344" y="9494"/>
                          <a:pt x="96354" y="5378"/>
                          <a:pt x="89911" y="5610"/>
                        </a:cubicBezTo>
                        <a:cubicBezTo>
                          <a:pt x="77367" y="5782"/>
                          <a:pt x="54840" y="7730"/>
                          <a:pt x="36735" y="9285"/>
                        </a:cubicBezTo>
                        <a:cubicBezTo>
                          <a:pt x="27903" y="10045"/>
                          <a:pt x="19879" y="10743"/>
                          <a:pt x="14060" y="11147"/>
                        </a:cubicBezTo>
                        <a:lnTo>
                          <a:pt x="14060" y="1114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9" name="Forme libre : forme 2878">
                    <a:extLst>
                      <a:ext uri="{FF2B5EF4-FFF2-40B4-BE49-F238E27FC236}">
                        <a16:creationId xmlns:a16="http://schemas.microsoft.com/office/drawing/2014/main" id="{15C812C1-863A-0403-B4EE-AD0D291C8046}"/>
                      </a:ext>
                    </a:extLst>
                  </p:cNvPr>
                  <p:cNvSpPr/>
                  <p:nvPr/>
                </p:nvSpPr>
                <p:spPr>
                  <a:xfrm>
                    <a:off x="281649" y="344359"/>
                    <a:ext cx="85305" cy="71038"/>
                  </a:xfrm>
                  <a:custGeom>
                    <a:avLst/>
                    <a:gdLst>
                      <a:gd name="connsiteX0" fmla="*/ 8838 w 85305"/>
                      <a:gd name="connsiteY0" fmla="*/ 4436 h 71038"/>
                      <a:gd name="connsiteX1" fmla="*/ 69585 w 85305"/>
                      <a:gd name="connsiteY1" fmla="*/ 1 h 71038"/>
                      <a:gd name="connsiteX2" fmla="*/ 82925 w 85305"/>
                      <a:gd name="connsiteY2" fmla="*/ 9189 h 71038"/>
                      <a:gd name="connsiteX3" fmla="*/ 84983 w 85305"/>
                      <a:gd name="connsiteY3" fmla="*/ 60552 h 71038"/>
                      <a:gd name="connsiteX4" fmla="*/ 72904 w 85305"/>
                      <a:gd name="connsiteY4" fmla="*/ 71038 h 71038"/>
                      <a:gd name="connsiteX5" fmla="*/ 17940 w 85305"/>
                      <a:gd name="connsiteY5" fmla="*/ 70572 h 71038"/>
                      <a:gd name="connsiteX6" fmla="*/ 4931 w 85305"/>
                      <a:gd name="connsiteY6" fmla="*/ 59915 h 71038"/>
                      <a:gd name="connsiteX7" fmla="*/ 43 w 85305"/>
                      <a:gd name="connsiteY7" fmla="*/ 13807 h 71038"/>
                      <a:gd name="connsiteX8" fmla="*/ 8851 w 85305"/>
                      <a:gd name="connsiteY8" fmla="*/ 4436 h 71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5305" h="71038">
                        <a:moveTo>
                          <a:pt x="8838" y="4436"/>
                        </a:moveTo>
                        <a:cubicBezTo>
                          <a:pt x="23281" y="3431"/>
                          <a:pt x="54689" y="210"/>
                          <a:pt x="69585" y="1"/>
                        </a:cubicBezTo>
                        <a:cubicBezTo>
                          <a:pt x="75893" y="-84"/>
                          <a:pt x="81430" y="3725"/>
                          <a:pt x="82925" y="9189"/>
                        </a:cubicBezTo>
                        <a:cubicBezTo>
                          <a:pt x="85816" y="19809"/>
                          <a:pt x="85460" y="41001"/>
                          <a:pt x="84983" y="60552"/>
                        </a:cubicBezTo>
                        <a:cubicBezTo>
                          <a:pt x="84836" y="66407"/>
                          <a:pt x="79470" y="71087"/>
                          <a:pt x="72904" y="71038"/>
                        </a:cubicBezTo>
                        <a:lnTo>
                          <a:pt x="17940" y="70572"/>
                        </a:lnTo>
                        <a:cubicBezTo>
                          <a:pt x="11178" y="70511"/>
                          <a:pt x="5568" y="65917"/>
                          <a:pt x="4931" y="59915"/>
                        </a:cubicBezTo>
                        <a:lnTo>
                          <a:pt x="43" y="13807"/>
                        </a:lnTo>
                        <a:cubicBezTo>
                          <a:pt x="-459" y="9042"/>
                          <a:pt x="3497" y="4803"/>
                          <a:pt x="8851" y="4436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0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0" name="Forme libre : forme 2879">
                    <a:extLst>
                      <a:ext uri="{FF2B5EF4-FFF2-40B4-BE49-F238E27FC236}">
                        <a16:creationId xmlns:a16="http://schemas.microsoft.com/office/drawing/2014/main" id="{FECE6B10-1B51-7945-7AA4-83B7B3E8BA1C}"/>
                      </a:ext>
                    </a:extLst>
                  </p:cNvPr>
                  <p:cNvSpPr/>
                  <p:nvPr/>
                </p:nvSpPr>
                <p:spPr>
                  <a:xfrm>
                    <a:off x="418646" y="366360"/>
                    <a:ext cx="365886" cy="34287"/>
                  </a:xfrm>
                  <a:custGeom>
                    <a:avLst/>
                    <a:gdLst>
                      <a:gd name="connsiteX0" fmla="*/ 2645 w 365886"/>
                      <a:gd name="connsiteY0" fmla="*/ 1 h 34287"/>
                      <a:gd name="connsiteX1" fmla="*/ 109 w 365886"/>
                      <a:gd name="connsiteY1" fmla="*/ 3222 h 34287"/>
                      <a:gd name="connsiteX2" fmla="*/ 7471 w 365886"/>
                      <a:gd name="connsiteY2" fmla="*/ 30993 h 34287"/>
                      <a:gd name="connsiteX3" fmla="*/ 11758 w 365886"/>
                      <a:gd name="connsiteY3" fmla="*/ 34288 h 34287"/>
                      <a:gd name="connsiteX4" fmla="*/ 362554 w 365886"/>
                      <a:gd name="connsiteY4" fmla="*/ 33871 h 34287"/>
                      <a:gd name="connsiteX5" fmla="*/ 365886 w 365886"/>
                      <a:gd name="connsiteY5" fmla="*/ 30454 h 34287"/>
                      <a:gd name="connsiteX6" fmla="*/ 365457 w 365886"/>
                      <a:gd name="connsiteY6" fmla="*/ 11613 h 34287"/>
                      <a:gd name="connsiteX7" fmla="*/ 361966 w 365886"/>
                      <a:gd name="connsiteY7" fmla="*/ 8122 h 34287"/>
                      <a:gd name="connsiteX8" fmla="*/ 2657 w 365886"/>
                      <a:gd name="connsiteY8" fmla="*/ 1 h 342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65886" h="34287">
                        <a:moveTo>
                          <a:pt x="2645" y="1"/>
                        </a:moveTo>
                        <a:cubicBezTo>
                          <a:pt x="770" y="-36"/>
                          <a:pt x="-369" y="1409"/>
                          <a:pt x="109" y="3222"/>
                        </a:cubicBezTo>
                        <a:lnTo>
                          <a:pt x="7471" y="30993"/>
                        </a:lnTo>
                        <a:cubicBezTo>
                          <a:pt x="7949" y="32805"/>
                          <a:pt x="9884" y="34288"/>
                          <a:pt x="11758" y="34288"/>
                        </a:cubicBezTo>
                        <a:lnTo>
                          <a:pt x="362554" y="33871"/>
                        </a:lnTo>
                        <a:cubicBezTo>
                          <a:pt x="364428" y="33871"/>
                          <a:pt x="365923" y="32328"/>
                          <a:pt x="365886" y="30454"/>
                        </a:cubicBezTo>
                        <a:lnTo>
                          <a:pt x="365457" y="11613"/>
                        </a:lnTo>
                        <a:cubicBezTo>
                          <a:pt x="365408" y="9739"/>
                          <a:pt x="363840" y="8171"/>
                          <a:pt x="361966" y="8122"/>
                        </a:cubicBezTo>
                        <a:lnTo>
                          <a:pt x="2657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1" name="Forme libre : forme 2880">
                    <a:extLst>
                      <a:ext uri="{FF2B5EF4-FFF2-40B4-BE49-F238E27FC236}">
                        <a16:creationId xmlns:a16="http://schemas.microsoft.com/office/drawing/2014/main" id="{E9ED3158-4F4F-5C57-29BE-475B2754CCA7}"/>
                      </a:ext>
                    </a:extLst>
                  </p:cNvPr>
                  <p:cNvSpPr/>
                  <p:nvPr/>
                </p:nvSpPr>
                <p:spPr>
                  <a:xfrm>
                    <a:off x="262989" y="633638"/>
                    <a:ext cx="112369" cy="94506"/>
                  </a:xfrm>
                  <a:custGeom>
                    <a:avLst/>
                    <a:gdLst>
                      <a:gd name="connsiteX0" fmla="*/ 94198 w 112369"/>
                      <a:gd name="connsiteY0" fmla="*/ 94507 h 94506"/>
                      <a:gd name="connsiteX1" fmla="*/ 94014 w 112369"/>
                      <a:gd name="connsiteY1" fmla="*/ 94507 h 94506"/>
                      <a:gd name="connsiteX2" fmla="*/ 25232 w 112369"/>
                      <a:gd name="connsiteY2" fmla="*/ 93931 h 94506"/>
                      <a:gd name="connsiteX3" fmla="*/ 6184 w 112369"/>
                      <a:gd name="connsiteY3" fmla="*/ 78080 h 94506"/>
                      <a:gd name="connsiteX4" fmla="*/ 71 w 112369"/>
                      <a:gd name="connsiteY4" fmla="*/ 20384 h 94506"/>
                      <a:gd name="connsiteX5" fmla="*/ 3060 w 112369"/>
                      <a:gd name="connsiteY5" fmla="*/ 10817 h 94506"/>
                      <a:gd name="connsiteX6" fmla="*/ 13693 w 112369"/>
                      <a:gd name="connsiteY6" fmla="*/ 5549 h 94506"/>
                      <a:gd name="connsiteX7" fmla="*/ 13693 w 112369"/>
                      <a:gd name="connsiteY7" fmla="*/ 5549 h 94506"/>
                      <a:gd name="connsiteX8" fmla="*/ 36281 w 112369"/>
                      <a:gd name="connsiteY8" fmla="*/ 3699 h 94506"/>
                      <a:gd name="connsiteX9" fmla="*/ 89862 w 112369"/>
                      <a:gd name="connsiteY9" fmla="*/ 0 h 94506"/>
                      <a:gd name="connsiteX10" fmla="*/ 90143 w 112369"/>
                      <a:gd name="connsiteY10" fmla="*/ 0 h 94506"/>
                      <a:gd name="connsiteX11" fmla="*/ 109302 w 112369"/>
                      <a:gd name="connsiteY11" fmla="*/ 13573 h 94506"/>
                      <a:gd name="connsiteX12" fmla="*/ 111972 w 112369"/>
                      <a:gd name="connsiteY12" fmla="*/ 78656 h 94506"/>
                      <a:gd name="connsiteX13" fmla="*/ 94210 w 112369"/>
                      <a:gd name="connsiteY13" fmla="*/ 94507 h 94506"/>
                      <a:gd name="connsiteX14" fmla="*/ 14073 w 112369"/>
                      <a:gd name="connsiteY14" fmla="*/ 11160 h 94506"/>
                      <a:gd name="connsiteX15" fmla="*/ 7347 w 112369"/>
                      <a:gd name="connsiteY15" fmla="*/ 14430 h 94506"/>
                      <a:gd name="connsiteX16" fmla="*/ 5632 w 112369"/>
                      <a:gd name="connsiteY16" fmla="*/ 19796 h 94506"/>
                      <a:gd name="connsiteX17" fmla="*/ 11745 w 112369"/>
                      <a:gd name="connsiteY17" fmla="*/ 77492 h 94506"/>
                      <a:gd name="connsiteX18" fmla="*/ 25257 w 112369"/>
                      <a:gd name="connsiteY18" fmla="*/ 88321 h 94506"/>
                      <a:gd name="connsiteX19" fmla="*/ 94039 w 112369"/>
                      <a:gd name="connsiteY19" fmla="*/ 88896 h 94506"/>
                      <a:gd name="connsiteX20" fmla="*/ 94174 w 112369"/>
                      <a:gd name="connsiteY20" fmla="*/ 88896 h 94506"/>
                      <a:gd name="connsiteX21" fmla="*/ 106325 w 112369"/>
                      <a:gd name="connsiteY21" fmla="*/ 78521 h 94506"/>
                      <a:gd name="connsiteX22" fmla="*/ 103851 w 112369"/>
                      <a:gd name="connsiteY22" fmla="*/ 15043 h 94506"/>
                      <a:gd name="connsiteX23" fmla="*/ 89911 w 112369"/>
                      <a:gd name="connsiteY23" fmla="*/ 5610 h 94506"/>
                      <a:gd name="connsiteX24" fmla="*/ 36735 w 112369"/>
                      <a:gd name="connsiteY24" fmla="*/ 9285 h 94506"/>
                      <a:gd name="connsiteX25" fmla="*/ 14060 w 112369"/>
                      <a:gd name="connsiteY25" fmla="*/ 11147 h 94506"/>
                      <a:gd name="connsiteX26" fmla="*/ 14060 w 112369"/>
                      <a:gd name="connsiteY26" fmla="*/ 11147 h 945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112369" h="94506">
                        <a:moveTo>
                          <a:pt x="94198" y="94507"/>
                        </a:moveTo>
                        <a:lnTo>
                          <a:pt x="94014" y="94507"/>
                        </a:lnTo>
                        <a:cubicBezTo>
                          <a:pt x="94014" y="94507"/>
                          <a:pt x="25232" y="93931"/>
                          <a:pt x="25232" y="93931"/>
                        </a:cubicBezTo>
                        <a:cubicBezTo>
                          <a:pt x="15322" y="93845"/>
                          <a:pt x="7127" y="87034"/>
                          <a:pt x="6184" y="78080"/>
                        </a:cubicBezTo>
                        <a:lnTo>
                          <a:pt x="71" y="20384"/>
                        </a:lnTo>
                        <a:cubicBezTo>
                          <a:pt x="-296" y="16941"/>
                          <a:pt x="769" y="13548"/>
                          <a:pt x="3060" y="10817"/>
                        </a:cubicBezTo>
                        <a:cubicBezTo>
                          <a:pt x="5620" y="7766"/>
                          <a:pt x="9491" y="5843"/>
                          <a:pt x="13693" y="5549"/>
                        </a:cubicBezTo>
                        <a:lnTo>
                          <a:pt x="13693" y="5549"/>
                        </a:lnTo>
                        <a:cubicBezTo>
                          <a:pt x="19499" y="5145"/>
                          <a:pt x="27486" y="4459"/>
                          <a:pt x="36281" y="3699"/>
                        </a:cubicBezTo>
                        <a:cubicBezTo>
                          <a:pt x="55428" y="2046"/>
                          <a:pt x="77122" y="172"/>
                          <a:pt x="89862" y="0"/>
                        </a:cubicBezTo>
                        <a:cubicBezTo>
                          <a:pt x="89960" y="0"/>
                          <a:pt x="90045" y="0"/>
                          <a:pt x="90143" y="0"/>
                        </a:cubicBezTo>
                        <a:cubicBezTo>
                          <a:pt x="99257" y="0"/>
                          <a:pt x="107122" y="5537"/>
                          <a:pt x="109302" y="13573"/>
                        </a:cubicBezTo>
                        <a:cubicBezTo>
                          <a:pt x="112903" y="26839"/>
                          <a:pt x="112622" y="51927"/>
                          <a:pt x="111972" y="78656"/>
                        </a:cubicBezTo>
                        <a:cubicBezTo>
                          <a:pt x="111764" y="87426"/>
                          <a:pt x="103814" y="94495"/>
                          <a:pt x="94210" y="94507"/>
                        </a:cubicBezTo>
                        <a:close/>
                        <a:moveTo>
                          <a:pt x="14073" y="11160"/>
                        </a:moveTo>
                        <a:cubicBezTo>
                          <a:pt x="11390" y="11343"/>
                          <a:pt x="8940" y="12532"/>
                          <a:pt x="7347" y="14430"/>
                        </a:cubicBezTo>
                        <a:cubicBezTo>
                          <a:pt x="6049" y="15986"/>
                          <a:pt x="5436" y="17885"/>
                          <a:pt x="5632" y="19796"/>
                        </a:cubicBezTo>
                        <a:lnTo>
                          <a:pt x="11745" y="77492"/>
                        </a:lnTo>
                        <a:cubicBezTo>
                          <a:pt x="12394" y="83604"/>
                          <a:pt x="18201" y="88259"/>
                          <a:pt x="25257" y="88321"/>
                        </a:cubicBezTo>
                        <a:lnTo>
                          <a:pt x="94039" y="88896"/>
                        </a:lnTo>
                        <a:cubicBezTo>
                          <a:pt x="94039" y="88896"/>
                          <a:pt x="94125" y="88896"/>
                          <a:pt x="94174" y="88896"/>
                        </a:cubicBezTo>
                        <a:cubicBezTo>
                          <a:pt x="100752" y="88896"/>
                          <a:pt x="106191" y="84254"/>
                          <a:pt x="106325" y="78521"/>
                        </a:cubicBezTo>
                        <a:cubicBezTo>
                          <a:pt x="106962" y="52233"/>
                          <a:pt x="107256" y="27586"/>
                          <a:pt x="103851" y="15043"/>
                        </a:cubicBezTo>
                        <a:cubicBezTo>
                          <a:pt x="102344" y="9481"/>
                          <a:pt x="96354" y="5439"/>
                          <a:pt x="89911" y="5610"/>
                        </a:cubicBezTo>
                        <a:cubicBezTo>
                          <a:pt x="77367" y="5782"/>
                          <a:pt x="54840" y="7730"/>
                          <a:pt x="36735" y="9285"/>
                        </a:cubicBezTo>
                        <a:cubicBezTo>
                          <a:pt x="27903" y="10045"/>
                          <a:pt x="19879" y="10743"/>
                          <a:pt x="14060" y="11147"/>
                        </a:cubicBezTo>
                        <a:lnTo>
                          <a:pt x="14060" y="1114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2" name="Forme libre : forme 2881">
                    <a:extLst>
                      <a:ext uri="{FF2B5EF4-FFF2-40B4-BE49-F238E27FC236}">
                        <a16:creationId xmlns:a16="http://schemas.microsoft.com/office/drawing/2014/main" id="{F8E16F28-FCB7-2B7C-E656-FBFCD80EABA1}"/>
                      </a:ext>
                    </a:extLst>
                  </p:cNvPr>
                  <p:cNvSpPr/>
                  <p:nvPr/>
                </p:nvSpPr>
                <p:spPr>
                  <a:xfrm>
                    <a:off x="275622" y="646131"/>
                    <a:ext cx="85305" cy="71038"/>
                  </a:xfrm>
                  <a:custGeom>
                    <a:avLst/>
                    <a:gdLst>
                      <a:gd name="connsiteX0" fmla="*/ 8838 w 85305"/>
                      <a:gd name="connsiteY0" fmla="*/ 4436 h 71038"/>
                      <a:gd name="connsiteX1" fmla="*/ 69585 w 85305"/>
                      <a:gd name="connsiteY1" fmla="*/ 1 h 71038"/>
                      <a:gd name="connsiteX2" fmla="*/ 82925 w 85305"/>
                      <a:gd name="connsiteY2" fmla="*/ 9189 h 71038"/>
                      <a:gd name="connsiteX3" fmla="*/ 84983 w 85305"/>
                      <a:gd name="connsiteY3" fmla="*/ 60552 h 71038"/>
                      <a:gd name="connsiteX4" fmla="*/ 72904 w 85305"/>
                      <a:gd name="connsiteY4" fmla="*/ 71038 h 71038"/>
                      <a:gd name="connsiteX5" fmla="*/ 17940 w 85305"/>
                      <a:gd name="connsiteY5" fmla="*/ 70572 h 71038"/>
                      <a:gd name="connsiteX6" fmla="*/ 4931 w 85305"/>
                      <a:gd name="connsiteY6" fmla="*/ 59915 h 71038"/>
                      <a:gd name="connsiteX7" fmla="*/ 43 w 85305"/>
                      <a:gd name="connsiteY7" fmla="*/ 13807 h 71038"/>
                      <a:gd name="connsiteX8" fmla="*/ 8851 w 85305"/>
                      <a:gd name="connsiteY8" fmla="*/ 4436 h 71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5305" h="71038">
                        <a:moveTo>
                          <a:pt x="8838" y="4436"/>
                        </a:moveTo>
                        <a:cubicBezTo>
                          <a:pt x="23281" y="3431"/>
                          <a:pt x="54689" y="210"/>
                          <a:pt x="69585" y="1"/>
                        </a:cubicBezTo>
                        <a:cubicBezTo>
                          <a:pt x="75893" y="-84"/>
                          <a:pt x="81430" y="3725"/>
                          <a:pt x="82925" y="9189"/>
                        </a:cubicBezTo>
                        <a:cubicBezTo>
                          <a:pt x="85816" y="19809"/>
                          <a:pt x="85460" y="41001"/>
                          <a:pt x="84983" y="60552"/>
                        </a:cubicBezTo>
                        <a:cubicBezTo>
                          <a:pt x="84836" y="66407"/>
                          <a:pt x="79470" y="71087"/>
                          <a:pt x="72904" y="71038"/>
                        </a:cubicBezTo>
                        <a:lnTo>
                          <a:pt x="17940" y="70572"/>
                        </a:lnTo>
                        <a:cubicBezTo>
                          <a:pt x="11178" y="70511"/>
                          <a:pt x="5568" y="65917"/>
                          <a:pt x="4931" y="59915"/>
                        </a:cubicBezTo>
                        <a:lnTo>
                          <a:pt x="43" y="13807"/>
                        </a:lnTo>
                        <a:cubicBezTo>
                          <a:pt x="-459" y="9042"/>
                          <a:pt x="3497" y="4803"/>
                          <a:pt x="8851" y="4436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0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3" name="Forme libre : forme 2882">
                    <a:extLst>
                      <a:ext uri="{FF2B5EF4-FFF2-40B4-BE49-F238E27FC236}">
                        <a16:creationId xmlns:a16="http://schemas.microsoft.com/office/drawing/2014/main" id="{FD320E70-08D8-463C-8EBE-D677494A2AE5}"/>
                      </a:ext>
                    </a:extLst>
                  </p:cNvPr>
                  <p:cNvSpPr/>
                  <p:nvPr/>
                </p:nvSpPr>
                <p:spPr>
                  <a:xfrm>
                    <a:off x="412619" y="668132"/>
                    <a:ext cx="365886" cy="34287"/>
                  </a:xfrm>
                  <a:custGeom>
                    <a:avLst/>
                    <a:gdLst>
                      <a:gd name="connsiteX0" fmla="*/ 2645 w 365886"/>
                      <a:gd name="connsiteY0" fmla="*/ 1 h 34287"/>
                      <a:gd name="connsiteX1" fmla="*/ 109 w 365886"/>
                      <a:gd name="connsiteY1" fmla="*/ 3222 h 34287"/>
                      <a:gd name="connsiteX2" fmla="*/ 7471 w 365886"/>
                      <a:gd name="connsiteY2" fmla="*/ 30993 h 34287"/>
                      <a:gd name="connsiteX3" fmla="*/ 11758 w 365886"/>
                      <a:gd name="connsiteY3" fmla="*/ 34288 h 34287"/>
                      <a:gd name="connsiteX4" fmla="*/ 362554 w 365886"/>
                      <a:gd name="connsiteY4" fmla="*/ 33871 h 34287"/>
                      <a:gd name="connsiteX5" fmla="*/ 365886 w 365886"/>
                      <a:gd name="connsiteY5" fmla="*/ 30454 h 34287"/>
                      <a:gd name="connsiteX6" fmla="*/ 365457 w 365886"/>
                      <a:gd name="connsiteY6" fmla="*/ 11613 h 34287"/>
                      <a:gd name="connsiteX7" fmla="*/ 361966 w 365886"/>
                      <a:gd name="connsiteY7" fmla="*/ 8122 h 34287"/>
                      <a:gd name="connsiteX8" fmla="*/ 2657 w 365886"/>
                      <a:gd name="connsiteY8" fmla="*/ 1 h 342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65886" h="34287">
                        <a:moveTo>
                          <a:pt x="2645" y="1"/>
                        </a:moveTo>
                        <a:cubicBezTo>
                          <a:pt x="770" y="-36"/>
                          <a:pt x="-369" y="1409"/>
                          <a:pt x="109" y="3222"/>
                        </a:cubicBezTo>
                        <a:lnTo>
                          <a:pt x="7471" y="30993"/>
                        </a:lnTo>
                        <a:cubicBezTo>
                          <a:pt x="7949" y="32805"/>
                          <a:pt x="9884" y="34288"/>
                          <a:pt x="11758" y="34288"/>
                        </a:cubicBezTo>
                        <a:lnTo>
                          <a:pt x="362554" y="33871"/>
                        </a:lnTo>
                        <a:cubicBezTo>
                          <a:pt x="364428" y="33871"/>
                          <a:pt x="365923" y="32328"/>
                          <a:pt x="365886" y="30454"/>
                        </a:cubicBezTo>
                        <a:lnTo>
                          <a:pt x="365457" y="11613"/>
                        </a:lnTo>
                        <a:cubicBezTo>
                          <a:pt x="365408" y="9739"/>
                          <a:pt x="363840" y="8171"/>
                          <a:pt x="361966" y="8122"/>
                        </a:cubicBezTo>
                        <a:lnTo>
                          <a:pt x="2657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4" name="Forme libre : forme 2883">
                    <a:extLst>
                      <a:ext uri="{FF2B5EF4-FFF2-40B4-BE49-F238E27FC236}">
                        <a16:creationId xmlns:a16="http://schemas.microsoft.com/office/drawing/2014/main" id="{81D6D899-401D-AB02-F43B-116E73406B66}"/>
                      </a:ext>
                    </a:extLst>
                  </p:cNvPr>
                  <p:cNvSpPr/>
                  <p:nvPr/>
                </p:nvSpPr>
                <p:spPr>
                  <a:xfrm>
                    <a:off x="256717" y="775208"/>
                    <a:ext cx="112369" cy="94519"/>
                  </a:xfrm>
                  <a:custGeom>
                    <a:avLst/>
                    <a:gdLst>
                      <a:gd name="connsiteX0" fmla="*/ 94198 w 112369"/>
                      <a:gd name="connsiteY0" fmla="*/ 94495 h 94519"/>
                      <a:gd name="connsiteX1" fmla="*/ 94014 w 112369"/>
                      <a:gd name="connsiteY1" fmla="*/ 94495 h 94519"/>
                      <a:gd name="connsiteX2" fmla="*/ 25232 w 112369"/>
                      <a:gd name="connsiteY2" fmla="*/ 93919 h 94519"/>
                      <a:gd name="connsiteX3" fmla="*/ 6184 w 112369"/>
                      <a:gd name="connsiteY3" fmla="*/ 78068 h 94519"/>
                      <a:gd name="connsiteX4" fmla="*/ 71 w 112369"/>
                      <a:gd name="connsiteY4" fmla="*/ 20372 h 94519"/>
                      <a:gd name="connsiteX5" fmla="*/ 3060 w 112369"/>
                      <a:gd name="connsiteY5" fmla="*/ 10817 h 94519"/>
                      <a:gd name="connsiteX6" fmla="*/ 13693 w 112369"/>
                      <a:gd name="connsiteY6" fmla="*/ 5549 h 94519"/>
                      <a:gd name="connsiteX7" fmla="*/ 13693 w 112369"/>
                      <a:gd name="connsiteY7" fmla="*/ 5549 h 94519"/>
                      <a:gd name="connsiteX8" fmla="*/ 36257 w 112369"/>
                      <a:gd name="connsiteY8" fmla="*/ 3700 h 94519"/>
                      <a:gd name="connsiteX9" fmla="*/ 89862 w 112369"/>
                      <a:gd name="connsiteY9" fmla="*/ 0 h 94519"/>
                      <a:gd name="connsiteX10" fmla="*/ 109302 w 112369"/>
                      <a:gd name="connsiteY10" fmla="*/ 13573 h 94519"/>
                      <a:gd name="connsiteX11" fmla="*/ 111973 w 112369"/>
                      <a:gd name="connsiteY11" fmla="*/ 78656 h 94519"/>
                      <a:gd name="connsiteX12" fmla="*/ 94210 w 112369"/>
                      <a:gd name="connsiteY12" fmla="*/ 94519 h 94519"/>
                      <a:gd name="connsiteX13" fmla="*/ 14085 w 112369"/>
                      <a:gd name="connsiteY13" fmla="*/ 11135 h 94519"/>
                      <a:gd name="connsiteX14" fmla="*/ 7360 w 112369"/>
                      <a:gd name="connsiteY14" fmla="*/ 14406 h 94519"/>
                      <a:gd name="connsiteX15" fmla="*/ 5657 w 112369"/>
                      <a:gd name="connsiteY15" fmla="*/ 19771 h 94519"/>
                      <a:gd name="connsiteX16" fmla="*/ 11770 w 112369"/>
                      <a:gd name="connsiteY16" fmla="*/ 77468 h 94519"/>
                      <a:gd name="connsiteX17" fmla="*/ 25281 w 112369"/>
                      <a:gd name="connsiteY17" fmla="*/ 88296 h 94519"/>
                      <a:gd name="connsiteX18" fmla="*/ 94063 w 112369"/>
                      <a:gd name="connsiteY18" fmla="*/ 88884 h 94519"/>
                      <a:gd name="connsiteX19" fmla="*/ 106350 w 112369"/>
                      <a:gd name="connsiteY19" fmla="*/ 78509 h 94519"/>
                      <a:gd name="connsiteX20" fmla="*/ 103875 w 112369"/>
                      <a:gd name="connsiteY20" fmla="*/ 15031 h 94519"/>
                      <a:gd name="connsiteX21" fmla="*/ 89935 w 112369"/>
                      <a:gd name="connsiteY21" fmla="*/ 5598 h 94519"/>
                      <a:gd name="connsiteX22" fmla="*/ 36735 w 112369"/>
                      <a:gd name="connsiteY22" fmla="*/ 9273 h 94519"/>
                      <a:gd name="connsiteX23" fmla="*/ 14085 w 112369"/>
                      <a:gd name="connsiteY23" fmla="*/ 11135 h 94519"/>
                      <a:gd name="connsiteX24" fmla="*/ 14085 w 112369"/>
                      <a:gd name="connsiteY24" fmla="*/ 11135 h 945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112369" h="94519">
                        <a:moveTo>
                          <a:pt x="94198" y="94495"/>
                        </a:moveTo>
                        <a:cubicBezTo>
                          <a:pt x="94198" y="94495"/>
                          <a:pt x="94076" y="94495"/>
                          <a:pt x="94014" y="94495"/>
                        </a:cubicBezTo>
                        <a:lnTo>
                          <a:pt x="25232" y="93919"/>
                        </a:lnTo>
                        <a:cubicBezTo>
                          <a:pt x="15322" y="93833"/>
                          <a:pt x="7127" y="87023"/>
                          <a:pt x="6184" y="78068"/>
                        </a:cubicBezTo>
                        <a:lnTo>
                          <a:pt x="71" y="20372"/>
                        </a:lnTo>
                        <a:cubicBezTo>
                          <a:pt x="-296" y="16942"/>
                          <a:pt x="769" y="13549"/>
                          <a:pt x="3060" y="10817"/>
                        </a:cubicBezTo>
                        <a:cubicBezTo>
                          <a:pt x="5620" y="7767"/>
                          <a:pt x="9491" y="5843"/>
                          <a:pt x="13693" y="5549"/>
                        </a:cubicBezTo>
                        <a:lnTo>
                          <a:pt x="13693" y="5549"/>
                        </a:lnTo>
                        <a:cubicBezTo>
                          <a:pt x="19487" y="5145"/>
                          <a:pt x="27474" y="4459"/>
                          <a:pt x="36257" y="3700"/>
                        </a:cubicBezTo>
                        <a:cubicBezTo>
                          <a:pt x="54460" y="2132"/>
                          <a:pt x="77110" y="172"/>
                          <a:pt x="89862" y="0"/>
                        </a:cubicBezTo>
                        <a:cubicBezTo>
                          <a:pt x="98914" y="-49"/>
                          <a:pt x="107085" y="5451"/>
                          <a:pt x="109302" y="13573"/>
                        </a:cubicBezTo>
                        <a:cubicBezTo>
                          <a:pt x="112903" y="26840"/>
                          <a:pt x="112622" y="51927"/>
                          <a:pt x="111973" y="78656"/>
                        </a:cubicBezTo>
                        <a:cubicBezTo>
                          <a:pt x="111764" y="87427"/>
                          <a:pt x="103802" y="94507"/>
                          <a:pt x="94210" y="94519"/>
                        </a:cubicBezTo>
                        <a:close/>
                        <a:moveTo>
                          <a:pt x="14085" y="11135"/>
                        </a:moveTo>
                        <a:cubicBezTo>
                          <a:pt x="11402" y="11319"/>
                          <a:pt x="8952" y="12520"/>
                          <a:pt x="7360" y="14406"/>
                        </a:cubicBezTo>
                        <a:cubicBezTo>
                          <a:pt x="6061" y="15962"/>
                          <a:pt x="5449" y="17860"/>
                          <a:pt x="5657" y="19771"/>
                        </a:cubicBezTo>
                        <a:lnTo>
                          <a:pt x="11770" y="77468"/>
                        </a:lnTo>
                        <a:cubicBezTo>
                          <a:pt x="12419" y="83580"/>
                          <a:pt x="18225" y="88235"/>
                          <a:pt x="25281" y="88296"/>
                        </a:cubicBezTo>
                        <a:lnTo>
                          <a:pt x="94063" y="88884"/>
                        </a:lnTo>
                        <a:cubicBezTo>
                          <a:pt x="100544" y="88762"/>
                          <a:pt x="106215" y="84279"/>
                          <a:pt x="106350" y="78509"/>
                        </a:cubicBezTo>
                        <a:cubicBezTo>
                          <a:pt x="106987" y="52209"/>
                          <a:pt x="107281" y="27575"/>
                          <a:pt x="103875" y="15031"/>
                        </a:cubicBezTo>
                        <a:cubicBezTo>
                          <a:pt x="102369" y="9482"/>
                          <a:pt x="96379" y="5500"/>
                          <a:pt x="89935" y="5598"/>
                        </a:cubicBezTo>
                        <a:cubicBezTo>
                          <a:pt x="77391" y="5770"/>
                          <a:pt x="54840" y="7718"/>
                          <a:pt x="36735" y="9273"/>
                        </a:cubicBezTo>
                        <a:cubicBezTo>
                          <a:pt x="27915" y="10033"/>
                          <a:pt x="19903" y="10731"/>
                          <a:pt x="14085" y="11135"/>
                        </a:cubicBezTo>
                        <a:lnTo>
                          <a:pt x="14085" y="1113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5" name="Forme libre : forme 2884">
                    <a:extLst>
                      <a:ext uri="{FF2B5EF4-FFF2-40B4-BE49-F238E27FC236}">
                        <a16:creationId xmlns:a16="http://schemas.microsoft.com/office/drawing/2014/main" id="{4F2003D5-9A2C-7316-839B-8DD0DA64FA0E}"/>
                      </a:ext>
                    </a:extLst>
                  </p:cNvPr>
                  <p:cNvSpPr/>
                  <p:nvPr/>
                </p:nvSpPr>
                <p:spPr>
                  <a:xfrm>
                    <a:off x="269351" y="787689"/>
                    <a:ext cx="85305" cy="71038"/>
                  </a:xfrm>
                  <a:custGeom>
                    <a:avLst/>
                    <a:gdLst>
                      <a:gd name="connsiteX0" fmla="*/ 8838 w 85305"/>
                      <a:gd name="connsiteY0" fmla="*/ 4436 h 71038"/>
                      <a:gd name="connsiteX1" fmla="*/ 69585 w 85305"/>
                      <a:gd name="connsiteY1" fmla="*/ 1 h 71038"/>
                      <a:gd name="connsiteX2" fmla="*/ 82925 w 85305"/>
                      <a:gd name="connsiteY2" fmla="*/ 9189 h 71038"/>
                      <a:gd name="connsiteX3" fmla="*/ 84983 w 85305"/>
                      <a:gd name="connsiteY3" fmla="*/ 60552 h 71038"/>
                      <a:gd name="connsiteX4" fmla="*/ 72904 w 85305"/>
                      <a:gd name="connsiteY4" fmla="*/ 71038 h 71038"/>
                      <a:gd name="connsiteX5" fmla="*/ 17940 w 85305"/>
                      <a:gd name="connsiteY5" fmla="*/ 70572 h 71038"/>
                      <a:gd name="connsiteX6" fmla="*/ 4931 w 85305"/>
                      <a:gd name="connsiteY6" fmla="*/ 59915 h 71038"/>
                      <a:gd name="connsiteX7" fmla="*/ 43 w 85305"/>
                      <a:gd name="connsiteY7" fmla="*/ 13807 h 71038"/>
                      <a:gd name="connsiteX8" fmla="*/ 8851 w 85305"/>
                      <a:gd name="connsiteY8" fmla="*/ 4436 h 71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5305" h="71038">
                        <a:moveTo>
                          <a:pt x="8838" y="4436"/>
                        </a:moveTo>
                        <a:cubicBezTo>
                          <a:pt x="23281" y="3431"/>
                          <a:pt x="54689" y="210"/>
                          <a:pt x="69585" y="1"/>
                        </a:cubicBezTo>
                        <a:cubicBezTo>
                          <a:pt x="75893" y="-84"/>
                          <a:pt x="81430" y="3725"/>
                          <a:pt x="82925" y="9189"/>
                        </a:cubicBezTo>
                        <a:cubicBezTo>
                          <a:pt x="85816" y="19809"/>
                          <a:pt x="85460" y="41001"/>
                          <a:pt x="84983" y="60552"/>
                        </a:cubicBezTo>
                        <a:cubicBezTo>
                          <a:pt x="84836" y="66407"/>
                          <a:pt x="79470" y="71087"/>
                          <a:pt x="72904" y="71038"/>
                        </a:cubicBezTo>
                        <a:lnTo>
                          <a:pt x="17940" y="70572"/>
                        </a:lnTo>
                        <a:cubicBezTo>
                          <a:pt x="11178" y="70511"/>
                          <a:pt x="5568" y="65917"/>
                          <a:pt x="4931" y="59915"/>
                        </a:cubicBezTo>
                        <a:lnTo>
                          <a:pt x="43" y="13807"/>
                        </a:lnTo>
                        <a:cubicBezTo>
                          <a:pt x="-459" y="9042"/>
                          <a:pt x="3497" y="4803"/>
                          <a:pt x="8851" y="4436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0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6" name="Forme libre : forme 2885">
                    <a:extLst>
                      <a:ext uri="{FF2B5EF4-FFF2-40B4-BE49-F238E27FC236}">
                        <a16:creationId xmlns:a16="http://schemas.microsoft.com/office/drawing/2014/main" id="{46BCEB62-0391-AB38-D3FA-571F17B75FEB}"/>
                      </a:ext>
                    </a:extLst>
                  </p:cNvPr>
                  <p:cNvSpPr/>
                  <p:nvPr/>
                </p:nvSpPr>
                <p:spPr>
                  <a:xfrm>
                    <a:off x="406347" y="809690"/>
                    <a:ext cx="365886" cy="34287"/>
                  </a:xfrm>
                  <a:custGeom>
                    <a:avLst/>
                    <a:gdLst>
                      <a:gd name="connsiteX0" fmla="*/ 2645 w 365886"/>
                      <a:gd name="connsiteY0" fmla="*/ 1 h 34287"/>
                      <a:gd name="connsiteX1" fmla="*/ 109 w 365886"/>
                      <a:gd name="connsiteY1" fmla="*/ 3222 h 34287"/>
                      <a:gd name="connsiteX2" fmla="*/ 7471 w 365886"/>
                      <a:gd name="connsiteY2" fmla="*/ 30993 h 34287"/>
                      <a:gd name="connsiteX3" fmla="*/ 11758 w 365886"/>
                      <a:gd name="connsiteY3" fmla="*/ 34288 h 34287"/>
                      <a:gd name="connsiteX4" fmla="*/ 362554 w 365886"/>
                      <a:gd name="connsiteY4" fmla="*/ 33871 h 34287"/>
                      <a:gd name="connsiteX5" fmla="*/ 365886 w 365886"/>
                      <a:gd name="connsiteY5" fmla="*/ 30454 h 34287"/>
                      <a:gd name="connsiteX6" fmla="*/ 365457 w 365886"/>
                      <a:gd name="connsiteY6" fmla="*/ 11613 h 34287"/>
                      <a:gd name="connsiteX7" fmla="*/ 361966 w 365886"/>
                      <a:gd name="connsiteY7" fmla="*/ 8122 h 34287"/>
                      <a:gd name="connsiteX8" fmla="*/ 2657 w 365886"/>
                      <a:gd name="connsiteY8" fmla="*/ 1 h 342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65886" h="34287">
                        <a:moveTo>
                          <a:pt x="2645" y="1"/>
                        </a:moveTo>
                        <a:cubicBezTo>
                          <a:pt x="770" y="-36"/>
                          <a:pt x="-369" y="1409"/>
                          <a:pt x="109" y="3222"/>
                        </a:cubicBezTo>
                        <a:lnTo>
                          <a:pt x="7471" y="30993"/>
                        </a:lnTo>
                        <a:cubicBezTo>
                          <a:pt x="7949" y="32805"/>
                          <a:pt x="9884" y="34288"/>
                          <a:pt x="11758" y="34288"/>
                        </a:cubicBezTo>
                        <a:lnTo>
                          <a:pt x="362554" y="33871"/>
                        </a:lnTo>
                        <a:cubicBezTo>
                          <a:pt x="364428" y="33871"/>
                          <a:pt x="365923" y="32328"/>
                          <a:pt x="365886" y="30454"/>
                        </a:cubicBezTo>
                        <a:lnTo>
                          <a:pt x="365457" y="11613"/>
                        </a:lnTo>
                        <a:cubicBezTo>
                          <a:pt x="365408" y="9739"/>
                          <a:pt x="363840" y="8171"/>
                          <a:pt x="361966" y="8122"/>
                        </a:cubicBezTo>
                        <a:lnTo>
                          <a:pt x="2657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7" name="Forme libre : forme 2886">
                    <a:extLst>
                      <a:ext uri="{FF2B5EF4-FFF2-40B4-BE49-F238E27FC236}">
                        <a16:creationId xmlns:a16="http://schemas.microsoft.com/office/drawing/2014/main" id="{55973F77-8945-2CBA-0273-CEE0DAB8FD11}"/>
                      </a:ext>
                    </a:extLst>
                  </p:cNvPr>
                  <p:cNvSpPr/>
                  <p:nvPr/>
                </p:nvSpPr>
                <p:spPr>
                  <a:xfrm>
                    <a:off x="249086" y="921176"/>
                    <a:ext cx="112369" cy="94506"/>
                  </a:xfrm>
                  <a:custGeom>
                    <a:avLst/>
                    <a:gdLst>
                      <a:gd name="connsiteX0" fmla="*/ 94198 w 112369"/>
                      <a:gd name="connsiteY0" fmla="*/ 94507 h 94506"/>
                      <a:gd name="connsiteX1" fmla="*/ 94014 w 112369"/>
                      <a:gd name="connsiteY1" fmla="*/ 94507 h 94506"/>
                      <a:gd name="connsiteX2" fmla="*/ 25232 w 112369"/>
                      <a:gd name="connsiteY2" fmla="*/ 93931 h 94506"/>
                      <a:gd name="connsiteX3" fmla="*/ 6184 w 112369"/>
                      <a:gd name="connsiteY3" fmla="*/ 78080 h 94506"/>
                      <a:gd name="connsiteX4" fmla="*/ 71 w 112369"/>
                      <a:gd name="connsiteY4" fmla="*/ 20371 h 94506"/>
                      <a:gd name="connsiteX5" fmla="*/ 3060 w 112369"/>
                      <a:gd name="connsiteY5" fmla="*/ 10816 h 94506"/>
                      <a:gd name="connsiteX6" fmla="*/ 13693 w 112369"/>
                      <a:gd name="connsiteY6" fmla="*/ 5549 h 94506"/>
                      <a:gd name="connsiteX7" fmla="*/ 13693 w 112369"/>
                      <a:gd name="connsiteY7" fmla="*/ 5549 h 94506"/>
                      <a:gd name="connsiteX8" fmla="*/ 36281 w 112369"/>
                      <a:gd name="connsiteY8" fmla="*/ 3699 h 94506"/>
                      <a:gd name="connsiteX9" fmla="*/ 89862 w 112369"/>
                      <a:gd name="connsiteY9" fmla="*/ 0 h 94506"/>
                      <a:gd name="connsiteX10" fmla="*/ 109302 w 112369"/>
                      <a:gd name="connsiteY10" fmla="*/ 13573 h 94506"/>
                      <a:gd name="connsiteX11" fmla="*/ 111972 w 112369"/>
                      <a:gd name="connsiteY11" fmla="*/ 78656 h 94506"/>
                      <a:gd name="connsiteX12" fmla="*/ 94210 w 112369"/>
                      <a:gd name="connsiteY12" fmla="*/ 94507 h 94506"/>
                      <a:gd name="connsiteX13" fmla="*/ 14073 w 112369"/>
                      <a:gd name="connsiteY13" fmla="*/ 11147 h 94506"/>
                      <a:gd name="connsiteX14" fmla="*/ 7347 w 112369"/>
                      <a:gd name="connsiteY14" fmla="*/ 14418 h 94506"/>
                      <a:gd name="connsiteX15" fmla="*/ 5632 w 112369"/>
                      <a:gd name="connsiteY15" fmla="*/ 19783 h 94506"/>
                      <a:gd name="connsiteX16" fmla="*/ 11745 w 112369"/>
                      <a:gd name="connsiteY16" fmla="*/ 77492 h 94506"/>
                      <a:gd name="connsiteX17" fmla="*/ 25257 w 112369"/>
                      <a:gd name="connsiteY17" fmla="*/ 88321 h 94506"/>
                      <a:gd name="connsiteX18" fmla="*/ 94039 w 112369"/>
                      <a:gd name="connsiteY18" fmla="*/ 88896 h 94506"/>
                      <a:gd name="connsiteX19" fmla="*/ 94174 w 112369"/>
                      <a:gd name="connsiteY19" fmla="*/ 88896 h 94506"/>
                      <a:gd name="connsiteX20" fmla="*/ 106325 w 112369"/>
                      <a:gd name="connsiteY20" fmla="*/ 78521 h 94506"/>
                      <a:gd name="connsiteX21" fmla="*/ 103851 w 112369"/>
                      <a:gd name="connsiteY21" fmla="*/ 15043 h 94506"/>
                      <a:gd name="connsiteX22" fmla="*/ 89911 w 112369"/>
                      <a:gd name="connsiteY22" fmla="*/ 5610 h 94506"/>
                      <a:gd name="connsiteX23" fmla="*/ 36735 w 112369"/>
                      <a:gd name="connsiteY23" fmla="*/ 9285 h 94506"/>
                      <a:gd name="connsiteX24" fmla="*/ 14060 w 112369"/>
                      <a:gd name="connsiteY24" fmla="*/ 11147 h 94506"/>
                      <a:gd name="connsiteX25" fmla="*/ 14060 w 112369"/>
                      <a:gd name="connsiteY25" fmla="*/ 11147 h 945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12369" h="94506">
                        <a:moveTo>
                          <a:pt x="94198" y="94507"/>
                        </a:moveTo>
                        <a:cubicBezTo>
                          <a:pt x="94137" y="94507"/>
                          <a:pt x="94076" y="94507"/>
                          <a:pt x="94014" y="94507"/>
                        </a:cubicBezTo>
                        <a:lnTo>
                          <a:pt x="25232" y="93931"/>
                        </a:lnTo>
                        <a:cubicBezTo>
                          <a:pt x="15322" y="93845"/>
                          <a:pt x="7127" y="87034"/>
                          <a:pt x="6184" y="78080"/>
                        </a:cubicBezTo>
                        <a:lnTo>
                          <a:pt x="71" y="20371"/>
                        </a:lnTo>
                        <a:cubicBezTo>
                          <a:pt x="-296" y="16941"/>
                          <a:pt x="769" y="13548"/>
                          <a:pt x="3060" y="10816"/>
                        </a:cubicBezTo>
                        <a:cubicBezTo>
                          <a:pt x="5620" y="7766"/>
                          <a:pt x="9491" y="5843"/>
                          <a:pt x="13693" y="5549"/>
                        </a:cubicBezTo>
                        <a:lnTo>
                          <a:pt x="13693" y="5549"/>
                        </a:lnTo>
                        <a:cubicBezTo>
                          <a:pt x="19499" y="5145"/>
                          <a:pt x="27486" y="4459"/>
                          <a:pt x="36281" y="3699"/>
                        </a:cubicBezTo>
                        <a:cubicBezTo>
                          <a:pt x="55428" y="2046"/>
                          <a:pt x="77122" y="172"/>
                          <a:pt x="89862" y="0"/>
                        </a:cubicBezTo>
                        <a:cubicBezTo>
                          <a:pt x="99208" y="110"/>
                          <a:pt x="107097" y="5451"/>
                          <a:pt x="109302" y="13573"/>
                        </a:cubicBezTo>
                        <a:cubicBezTo>
                          <a:pt x="112903" y="26839"/>
                          <a:pt x="112622" y="51927"/>
                          <a:pt x="111972" y="78656"/>
                        </a:cubicBezTo>
                        <a:cubicBezTo>
                          <a:pt x="111764" y="87426"/>
                          <a:pt x="103814" y="94495"/>
                          <a:pt x="94210" y="94507"/>
                        </a:cubicBezTo>
                        <a:close/>
                        <a:moveTo>
                          <a:pt x="14073" y="11147"/>
                        </a:moveTo>
                        <a:cubicBezTo>
                          <a:pt x="11390" y="11331"/>
                          <a:pt x="8940" y="12519"/>
                          <a:pt x="7347" y="14418"/>
                        </a:cubicBezTo>
                        <a:cubicBezTo>
                          <a:pt x="6049" y="15974"/>
                          <a:pt x="5437" y="17872"/>
                          <a:pt x="5632" y="19783"/>
                        </a:cubicBezTo>
                        <a:lnTo>
                          <a:pt x="11745" y="77492"/>
                        </a:lnTo>
                        <a:cubicBezTo>
                          <a:pt x="12394" y="83604"/>
                          <a:pt x="18201" y="88259"/>
                          <a:pt x="25257" y="88321"/>
                        </a:cubicBezTo>
                        <a:lnTo>
                          <a:pt x="94039" y="88896"/>
                        </a:lnTo>
                        <a:cubicBezTo>
                          <a:pt x="94039" y="88896"/>
                          <a:pt x="94125" y="88896"/>
                          <a:pt x="94174" y="88896"/>
                        </a:cubicBezTo>
                        <a:cubicBezTo>
                          <a:pt x="100752" y="88896"/>
                          <a:pt x="106191" y="84254"/>
                          <a:pt x="106325" y="78521"/>
                        </a:cubicBezTo>
                        <a:cubicBezTo>
                          <a:pt x="106962" y="52233"/>
                          <a:pt x="107256" y="27586"/>
                          <a:pt x="103851" y="15043"/>
                        </a:cubicBezTo>
                        <a:cubicBezTo>
                          <a:pt x="102344" y="9494"/>
                          <a:pt x="96354" y="5586"/>
                          <a:pt x="89911" y="5610"/>
                        </a:cubicBezTo>
                        <a:cubicBezTo>
                          <a:pt x="77367" y="5782"/>
                          <a:pt x="54840" y="7730"/>
                          <a:pt x="36735" y="9285"/>
                        </a:cubicBezTo>
                        <a:cubicBezTo>
                          <a:pt x="27903" y="10045"/>
                          <a:pt x="19879" y="10743"/>
                          <a:pt x="14060" y="11147"/>
                        </a:cubicBezTo>
                        <a:lnTo>
                          <a:pt x="14060" y="1114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8" name="Forme libre : forme 2887">
                    <a:extLst>
                      <a:ext uri="{FF2B5EF4-FFF2-40B4-BE49-F238E27FC236}">
                        <a16:creationId xmlns:a16="http://schemas.microsoft.com/office/drawing/2014/main" id="{3791B593-D3F0-77A1-FDEA-8C6FF199A8E5}"/>
                      </a:ext>
                    </a:extLst>
                  </p:cNvPr>
                  <p:cNvSpPr/>
                  <p:nvPr/>
                </p:nvSpPr>
                <p:spPr>
                  <a:xfrm>
                    <a:off x="261707" y="933681"/>
                    <a:ext cx="85305" cy="71038"/>
                  </a:xfrm>
                  <a:custGeom>
                    <a:avLst/>
                    <a:gdLst>
                      <a:gd name="connsiteX0" fmla="*/ 8838 w 85305"/>
                      <a:gd name="connsiteY0" fmla="*/ 4436 h 71038"/>
                      <a:gd name="connsiteX1" fmla="*/ 69585 w 85305"/>
                      <a:gd name="connsiteY1" fmla="*/ 1 h 71038"/>
                      <a:gd name="connsiteX2" fmla="*/ 82925 w 85305"/>
                      <a:gd name="connsiteY2" fmla="*/ 9189 h 71038"/>
                      <a:gd name="connsiteX3" fmla="*/ 84983 w 85305"/>
                      <a:gd name="connsiteY3" fmla="*/ 60552 h 71038"/>
                      <a:gd name="connsiteX4" fmla="*/ 72904 w 85305"/>
                      <a:gd name="connsiteY4" fmla="*/ 71038 h 71038"/>
                      <a:gd name="connsiteX5" fmla="*/ 17940 w 85305"/>
                      <a:gd name="connsiteY5" fmla="*/ 70572 h 71038"/>
                      <a:gd name="connsiteX6" fmla="*/ 4931 w 85305"/>
                      <a:gd name="connsiteY6" fmla="*/ 59915 h 71038"/>
                      <a:gd name="connsiteX7" fmla="*/ 43 w 85305"/>
                      <a:gd name="connsiteY7" fmla="*/ 13807 h 71038"/>
                      <a:gd name="connsiteX8" fmla="*/ 8851 w 85305"/>
                      <a:gd name="connsiteY8" fmla="*/ 4436 h 71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5305" h="71038">
                        <a:moveTo>
                          <a:pt x="8838" y="4436"/>
                        </a:moveTo>
                        <a:cubicBezTo>
                          <a:pt x="23281" y="3431"/>
                          <a:pt x="54689" y="210"/>
                          <a:pt x="69585" y="1"/>
                        </a:cubicBezTo>
                        <a:cubicBezTo>
                          <a:pt x="75893" y="-84"/>
                          <a:pt x="81430" y="3725"/>
                          <a:pt x="82925" y="9189"/>
                        </a:cubicBezTo>
                        <a:cubicBezTo>
                          <a:pt x="85816" y="19809"/>
                          <a:pt x="85460" y="41001"/>
                          <a:pt x="84983" y="60552"/>
                        </a:cubicBezTo>
                        <a:cubicBezTo>
                          <a:pt x="84836" y="66407"/>
                          <a:pt x="79470" y="71087"/>
                          <a:pt x="72904" y="71038"/>
                        </a:cubicBezTo>
                        <a:lnTo>
                          <a:pt x="17940" y="70572"/>
                        </a:lnTo>
                        <a:cubicBezTo>
                          <a:pt x="11178" y="70511"/>
                          <a:pt x="5568" y="65917"/>
                          <a:pt x="4931" y="59915"/>
                        </a:cubicBezTo>
                        <a:lnTo>
                          <a:pt x="43" y="13807"/>
                        </a:lnTo>
                        <a:cubicBezTo>
                          <a:pt x="-459" y="9042"/>
                          <a:pt x="3497" y="4803"/>
                          <a:pt x="8851" y="4436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0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89" name="Forme libre : forme 2888">
                    <a:extLst>
                      <a:ext uri="{FF2B5EF4-FFF2-40B4-BE49-F238E27FC236}">
                        <a16:creationId xmlns:a16="http://schemas.microsoft.com/office/drawing/2014/main" id="{EECFD4FF-CDDF-8EE6-2BE8-2AFAF2593F87}"/>
                      </a:ext>
                    </a:extLst>
                  </p:cNvPr>
                  <p:cNvSpPr/>
                  <p:nvPr/>
                </p:nvSpPr>
                <p:spPr>
                  <a:xfrm>
                    <a:off x="398703" y="955683"/>
                    <a:ext cx="365886" cy="34287"/>
                  </a:xfrm>
                  <a:custGeom>
                    <a:avLst/>
                    <a:gdLst>
                      <a:gd name="connsiteX0" fmla="*/ 2645 w 365886"/>
                      <a:gd name="connsiteY0" fmla="*/ 1 h 34287"/>
                      <a:gd name="connsiteX1" fmla="*/ 109 w 365886"/>
                      <a:gd name="connsiteY1" fmla="*/ 3222 h 34287"/>
                      <a:gd name="connsiteX2" fmla="*/ 7471 w 365886"/>
                      <a:gd name="connsiteY2" fmla="*/ 30993 h 34287"/>
                      <a:gd name="connsiteX3" fmla="*/ 11758 w 365886"/>
                      <a:gd name="connsiteY3" fmla="*/ 34288 h 34287"/>
                      <a:gd name="connsiteX4" fmla="*/ 362554 w 365886"/>
                      <a:gd name="connsiteY4" fmla="*/ 33871 h 34287"/>
                      <a:gd name="connsiteX5" fmla="*/ 365886 w 365886"/>
                      <a:gd name="connsiteY5" fmla="*/ 30454 h 34287"/>
                      <a:gd name="connsiteX6" fmla="*/ 365457 w 365886"/>
                      <a:gd name="connsiteY6" fmla="*/ 11613 h 34287"/>
                      <a:gd name="connsiteX7" fmla="*/ 361966 w 365886"/>
                      <a:gd name="connsiteY7" fmla="*/ 8122 h 34287"/>
                      <a:gd name="connsiteX8" fmla="*/ 2657 w 365886"/>
                      <a:gd name="connsiteY8" fmla="*/ 1 h 342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65886" h="34287">
                        <a:moveTo>
                          <a:pt x="2645" y="1"/>
                        </a:moveTo>
                        <a:cubicBezTo>
                          <a:pt x="770" y="-36"/>
                          <a:pt x="-369" y="1409"/>
                          <a:pt x="109" y="3222"/>
                        </a:cubicBezTo>
                        <a:lnTo>
                          <a:pt x="7471" y="30993"/>
                        </a:lnTo>
                        <a:cubicBezTo>
                          <a:pt x="7949" y="32806"/>
                          <a:pt x="9884" y="34288"/>
                          <a:pt x="11758" y="34288"/>
                        </a:cubicBezTo>
                        <a:lnTo>
                          <a:pt x="362554" y="33871"/>
                        </a:lnTo>
                        <a:cubicBezTo>
                          <a:pt x="364428" y="33871"/>
                          <a:pt x="365923" y="32328"/>
                          <a:pt x="365886" y="30454"/>
                        </a:cubicBezTo>
                        <a:lnTo>
                          <a:pt x="365457" y="11613"/>
                        </a:lnTo>
                        <a:cubicBezTo>
                          <a:pt x="365408" y="9739"/>
                          <a:pt x="363840" y="8171"/>
                          <a:pt x="361966" y="8122"/>
                        </a:cubicBezTo>
                        <a:lnTo>
                          <a:pt x="2657" y="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868" name="Forme libre : forme 2867">
                  <a:extLst>
                    <a:ext uri="{FF2B5EF4-FFF2-40B4-BE49-F238E27FC236}">
                      <a16:creationId xmlns:a16="http://schemas.microsoft.com/office/drawing/2014/main" id="{F16C7EBC-6D06-3EDC-D324-AA5C4C298D80}"/>
                    </a:ext>
                  </a:extLst>
                </p:cNvPr>
                <p:cNvSpPr/>
                <p:nvPr/>
              </p:nvSpPr>
              <p:spPr>
                <a:xfrm>
                  <a:off x="484633" y="4247"/>
                  <a:ext cx="92920" cy="101647"/>
                </a:xfrm>
                <a:custGeom>
                  <a:avLst/>
                  <a:gdLst>
                    <a:gd name="connsiteX0" fmla="*/ 74479 w 92920"/>
                    <a:gd name="connsiteY0" fmla="*/ 14613 h 101647"/>
                    <a:gd name="connsiteX1" fmla="*/ 20065 w 92920"/>
                    <a:gd name="connsiteY1" fmla="*/ 1849 h 101647"/>
                    <a:gd name="connsiteX2" fmla="*/ 49 w 92920"/>
                    <a:gd name="connsiteY2" fmla="*/ 29570 h 101647"/>
                    <a:gd name="connsiteX3" fmla="*/ 3896 w 92920"/>
                    <a:gd name="connsiteY3" fmla="*/ 93330 h 101647"/>
                    <a:gd name="connsiteX4" fmla="*/ 73009 w 92920"/>
                    <a:gd name="connsiteY4" fmla="*/ 101647 h 101647"/>
                    <a:gd name="connsiteX5" fmla="*/ 74479 w 92920"/>
                    <a:gd name="connsiteY5" fmla="*/ 14625 h 101647"/>
                    <a:gd name="connsiteX6" fmla="*/ 42397 w 92920"/>
                    <a:gd name="connsiteY6" fmla="*/ 64947 h 101647"/>
                    <a:gd name="connsiteX7" fmla="*/ 25651 w 92920"/>
                    <a:gd name="connsiteY7" fmla="*/ 47124 h 101647"/>
                    <a:gd name="connsiteX8" fmla="*/ 43475 w 92920"/>
                    <a:gd name="connsiteY8" fmla="*/ 30378 h 101647"/>
                    <a:gd name="connsiteX9" fmla="*/ 60220 w 92920"/>
                    <a:gd name="connsiteY9" fmla="*/ 48202 h 101647"/>
                    <a:gd name="connsiteX10" fmla="*/ 42397 w 92920"/>
                    <a:gd name="connsiteY10" fmla="*/ 64947 h 101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2920" h="101647">
                      <a:moveTo>
                        <a:pt x="74479" y="14613"/>
                      </a:moveTo>
                      <a:cubicBezTo>
                        <a:pt x="52895" y="-1422"/>
                        <a:pt x="33699" y="-1716"/>
                        <a:pt x="20065" y="1849"/>
                      </a:cubicBezTo>
                      <a:cubicBezTo>
                        <a:pt x="7632" y="5095"/>
                        <a:pt x="-722" y="16744"/>
                        <a:pt x="49" y="29570"/>
                      </a:cubicBezTo>
                      <a:lnTo>
                        <a:pt x="3896" y="93330"/>
                      </a:lnTo>
                      <a:lnTo>
                        <a:pt x="73009" y="101647"/>
                      </a:lnTo>
                      <a:cubicBezTo>
                        <a:pt x="73009" y="101647"/>
                        <a:pt x="116814" y="46070"/>
                        <a:pt x="74479" y="14625"/>
                      </a:cubicBezTo>
                      <a:close/>
                      <a:moveTo>
                        <a:pt x="42397" y="64947"/>
                      </a:moveTo>
                      <a:cubicBezTo>
                        <a:pt x="32854" y="64653"/>
                        <a:pt x="25357" y="56666"/>
                        <a:pt x="25651" y="47124"/>
                      </a:cubicBezTo>
                      <a:cubicBezTo>
                        <a:pt x="25945" y="37581"/>
                        <a:pt x="33932" y="30084"/>
                        <a:pt x="43475" y="30378"/>
                      </a:cubicBezTo>
                      <a:cubicBezTo>
                        <a:pt x="53017" y="30672"/>
                        <a:pt x="60514" y="38659"/>
                        <a:pt x="60220" y="48202"/>
                      </a:cubicBezTo>
                      <a:cubicBezTo>
                        <a:pt x="59926" y="57744"/>
                        <a:pt x="51939" y="65241"/>
                        <a:pt x="42397" y="64947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9" name="Forme libre : forme 2868">
                  <a:extLst>
                    <a:ext uri="{FF2B5EF4-FFF2-40B4-BE49-F238E27FC236}">
                      <a16:creationId xmlns:a16="http://schemas.microsoft.com/office/drawing/2014/main" id="{4B8C77FA-F2A2-F7A4-5617-389859C650B5}"/>
                    </a:ext>
                  </a:extLst>
                </p:cNvPr>
                <p:cNvSpPr/>
                <p:nvPr/>
              </p:nvSpPr>
              <p:spPr>
                <a:xfrm>
                  <a:off x="392626" y="84844"/>
                  <a:ext cx="260527" cy="63643"/>
                </a:xfrm>
                <a:custGeom>
                  <a:avLst/>
                  <a:gdLst>
                    <a:gd name="connsiteX0" fmla="*/ 12 w 260527"/>
                    <a:gd name="connsiteY0" fmla="*/ 50867 h 63643"/>
                    <a:gd name="connsiteX1" fmla="*/ 1004 w 260527"/>
                    <a:gd name="connsiteY1" fmla="*/ 18907 h 63643"/>
                    <a:gd name="connsiteX2" fmla="*/ 21780 w 260527"/>
                    <a:gd name="connsiteY2" fmla="*/ 43 h 63643"/>
                    <a:gd name="connsiteX3" fmla="*/ 241920 w 260527"/>
                    <a:gd name="connsiteY3" fmla="*/ 14473 h 63643"/>
                    <a:gd name="connsiteX4" fmla="*/ 259645 w 260527"/>
                    <a:gd name="connsiteY4" fmla="*/ 32872 h 63643"/>
                    <a:gd name="connsiteX5" fmla="*/ 260527 w 260527"/>
                    <a:gd name="connsiteY5" fmla="*/ 63643 h 63643"/>
                    <a:gd name="connsiteX6" fmla="*/ 0 w 260527"/>
                    <a:gd name="connsiteY6" fmla="*/ 50879 h 636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0527" h="63643">
                      <a:moveTo>
                        <a:pt x="12" y="50867"/>
                      </a:moveTo>
                      <a:lnTo>
                        <a:pt x="1004" y="18907"/>
                      </a:lnTo>
                      <a:cubicBezTo>
                        <a:pt x="1347" y="7870"/>
                        <a:pt x="10767" y="-680"/>
                        <a:pt x="21780" y="43"/>
                      </a:cubicBezTo>
                      <a:lnTo>
                        <a:pt x="241920" y="14473"/>
                      </a:lnTo>
                      <a:cubicBezTo>
                        <a:pt x="251695" y="15110"/>
                        <a:pt x="259364" y="23084"/>
                        <a:pt x="259645" y="32872"/>
                      </a:cubicBezTo>
                      <a:lnTo>
                        <a:pt x="260527" y="63643"/>
                      </a:lnTo>
                      <a:lnTo>
                        <a:pt x="0" y="50879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0" name="Forme libre : forme 2869">
                  <a:extLst>
                    <a:ext uri="{FF2B5EF4-FFF2-40B4-BE49-F238E27FC236}">
                      <a16:creationId xmlns:a16="http://schemas.microsoft.com/office/drawing/2014/main" id="{226532EA-B515-8C69-15CF-D93D64FB5AA3}"/>
                    </a:ext>
                  </a:extLst>
                </p:cNvPr>
                <p:cNvSpPr/>
                <p:nvPr/>
              </p:nvSpPr>
              <p:spPr>
                <a:xfrm>
                  <a:off x="301143" y="121856"/>
                  <a:ext cx="436018" cy="66308"/>
                </a:xfrm>
                <a:custGeom>
                  <a:avLst/>
                  <a:gdLst>
                    <a:gd name="connsiteX0" fmla="*/ 22811 w 436018"/>
                    <a:gd name="connsiteY0" fmla="*/ 0 h 66308"/>
                    <a:gd name="connsiteX1" fmla="*/ 408176 w 436018"/>
                    <a:gd name="connsiteY1" fmla="*/ 12017 h 66308"/>
                    <a:gd name="connsiteX2" fmla="*/ 435505 w 436018"/>
                    <a:gd name="connsiteY2" fmla="*/ 36516 h 66308"/>
                    <a:gd name="connsiteX3" fmla="*/ 435775 w 436018"/>
                    <a:gd name="connsiteY3" fmla="*/ 38415 h 66308"/>
                    <a:gd name="connsiteX4" fmla="*/ 410773 w 436018"/>
                    <a:gd name="connsiteY4" fmla="*/ 66296 h 66308"/>
                    <a:gd name="connsiteX5" fmla="*/ 15413 w 436018"/>
                    <a:gd name="connsiteY5" fmla="*/ 53960 h 66308"/>
                    <a:gd name="connsiteX6" fmla="*/ 51 w 436018"/>
                    <a:gd name="connsiteY6" fmla="*/ 36798 h 66308"/>
                    <a:gd name="connsiteX7" fmla="*/ 1460 w 436018"/>
                    <a:gd name="connsiteY7" fmla="*/ 19134 h 66308"/>
                    <a:gd name="connsiteX8" fmla="*/ 22824 w 436018"/>
                    <a:gd name="connsiteY8" fmla="*/ 12 h 66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36018" h="66308">
                      <a:moveTo>
                        <a:pt x="22811" y="0"/>
                      </a:moveTo>
                      <a:lnTo>
                        <a:pt x="408176" y="12017"/>
                      </a:lnTo>
                      <a:cubicBezTo>
                        <a:pt x="422030" y="12446"/>
                        <a:pt x="433570" y="22785"/>
                        <a:pt x="435505" y="36516"/>
                      </a:cubicBezTo>
                      <a:lnTo>
                        <a:pt x="435775" y="38415"/>
                      </a:lnTo>
                      <a:cubicBezTo>
                        <a:pt x="437894" y="53446"/>
                        <a:pt x="425950" y="66773"/>
                        <a:pt x="410773" y="66296"/>
                      </a:cubicBezTo>
                      <a:lnTo>
                        <a:pt x="15413" y="53960"/>
                      </a:lnTo>
                      <a:cubicBezTo>
                        <a:pt x="6323" y="53678"/>
                        <a:pt x="-671" y="45851"/>
                        <a:pt x="51" y="36798"/>
                      </a:cubicBezTo>
                      <a:lnTo>
                        <a:pt x="1460" y="19134"/>
                      </a:lnTo>
                      <a:cubicBezTo>
                        <a:pt x="2342" y="8085"/>
                        <a:pt x="11738" y="-331"/>
                        <a:pt x="22824" y="12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77" name="Graphique 4">
                <a:extLst>
                  <a:ext uri="{FF2B5EF4-FFF2-40B4-BE49-F238E27FC236}">
                    <a16:creationId xmlns:a16="http://schemas.microsoft.com/office/drawing/2014/main" id="{1C658CF9-AECD-1F60-63B8-0103613C24EC}"/>
                  </a:ext>
                </a:extLst>
              </p:cNvPr>
              <p:cNvGrpSpPr/>
              <p:nvPr/>
            </p:nvGrpSpPr>
            <p:grpSpPr>
              <a:xfrm>
                <a:off x="1592245" y="437"/>
                <a:ext cx="247590" cy="320685"/>
                <a:chOff x="1592245" y="437"/>
                <a:chExt cx="247590" cy="320685"/>
              </a:xfrm>
            </p:grpSpPr>
            <p:grpSp>
              <p:nvGrpSpPr>
                <p:cNvPr id="2846" name="Graphique 4">
                  <a:extLst>
                    <a:ext uri="{FF2B5EF4-FFF2-40B4-BE49-F238E27FC236}">
                      <a16:creationId xmlns:a16="http://schemas.microsoft.com/office/drawing/2014/main" id="{36C4177F-D5CF-DA1E-B3CA-868019A1EF0F}"/>
                    </a:ext>
                  </a:extLst>
                </p:cNvPr>
                <p:cNvGrpSpPr/>
                <p:nvPr/>
              </p:nvGrpSpPr>
              <p:grpSpPr>
                <a:xfrm>
                  <a:off x="1725545" y="111072"/>
                  <a:ext cx="114290" cy="114290"/>
                  <a:chOff x="1725545" y="111072"/>
                  <a:chExt cx="114290" cy="114290"/>
                </a:xfrm>
              </p:grpSpPr>
              <p:sp>
                <p:nvSpPr>
                  <p:cNvPr id="2862" name="Forme libre : forme 2861">
                    <a:extLst>
                      <a:ext uri="{FF2B5EF4-FFF2-40B4-BE49-F238E27FC236}">
                        <a16:creationId xmlns:a16="http://schemas.microsoft.com/office/drawing/2014/main" id="{B5AADD37-0FDA-23A8-1B7B-00887DC2AB08}"/>
                      </a:ext>
                    </a:extLst>
                  </p:cNvPr>
                  <p:cNvSpPr/>
                  <p:nvPr/>
                </p:nvSpPr>
                <p:spPr>
                  <a:xfrm rot="-4064400">
                    <a:off x="1725545" y="111072"/>
                    <a:ext cx="114290" cy="114290"/>
                  </a:xfrm>
                  <a:custGeom>
                    <a:avLst/>
                    <a:gdLst>
                      <a:gd name="connsiteX0" fmla="*/ 114290 w 114290"/>
                      <a:gd name="connsiteY0" fmla="*/ 57145 h 114290"/>
                      <a:gd name="connsiteX1" fmla="*/ 57145 w 114290"/>
                      <a:gd name="connsiteY1" fmla="*/ 114290 h 114290"/>
                      <a:gd name="connsiteX2" fmla="*/ 0 w 114290"/>
                      <a:gd name="connsiteY2" fmla="*/ 57145 h 114290"/>
                      <a:gd name="connsiteX3" fmla="*/ 57145 w 114290"/>
                      <a:gd name="connsiteY3" fmla="*/ 0 h 114290"/>
                      <a:gd name="connsiteX4" fmla="*/ 114290 w 114290"/>
                      <a:gd name="connsiteY4" fmla="*/ 57145 h 114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290" h="114290">
                        <a:moveTo>
                          <a:pt x="114290" y="57145"/>
                        </a:moveTo>
                        <a:cubicBezTo>
                          <a:pt x="114290" y="88705"/>
                          <a:pt x="88705" y="114290"/>
                          <a:pt x="57145" y="114290"/>
                        </a:cubicBezTo>
                        <a:cubicBezTo>
                          <a:pt x="25585" y="114290"/>
                          <a:pt x="0" y="88705"/>
                          <a:pt x="0" y="57145"/>
                        </a:cubicBezTo>
                        <a:cubicBezTo>
                          <a:pt x="0" y="25585"/>
                          <a:pt x="25585" y="0"/>
                          <a:pt x="57145" y="0"/>
                        </a:cubicBezTo>
                        <a:cubicBezTo>
                          <a:pt x="88705" y="0"/>
                          <a:pt x="114290" y="25585"/>
                          <a:pt x="114290" y="57145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3" name="Forme libre : forme 2862">
                    <a:extLst>
                      <a:ext uri="{FF2B5EF4-FFF2-40B4-BE49-F238E27FC236}">
                        <a16:creationId xmlns:a16="http://schemas.microsoft.com/office/drawing/2014/main" id="{59011813-4BF7-2EAA-6078-509DE70973D4}"/>
                      </a:ext>
                    </a:extLst>
                  </p:cNvPr>
                  <p:cNvSpPr/>
                  <p:nvPr/>
                </p:nvSpPr>
                <p:spPr>
                  <a:xfrm>
                    <a:off x="1734668" y="114567"/>
                    <a:ext cx="58374" cy="30771"/>
                  </a:xfrm>
                  <a:custGeom>
                    <a:avLst/>
                    <a:gdLst>
                      <a:gd name="connsiteX0" fmla="*/ 872 w 58374"/>
                      <a:gd name="connsiteY0" fmla="*/ 30771 h 30771"/>
                      <a:gd name="connsiteX1" fmla="*/ 480 w 58374"/>
                      <a:gd name="connsiteY1" fmla="*/ 30673 h 30771"/>
                      <a:gd name="connsiteX2" fmla="*/ 88 w 58374"/>
                      <a:gd name="connsiteY2" fmla="*/ 29497 h 30771"/>
                      <a:gd name="connsiteX3" fmla="*/ 47985 w 58374"/>
                      <a:gd name="connsiteY3" fmla="*/ 0 h 30771"/>
                      <a:gd name="connsiteX4" fmla="*/ 57662 w 58374"/>
                      <a:gd name="connsiteY4" fmla="*/ 870 h 30771"/>
                      <a:gd name="connsiteX5" fmla="*/ 58360 w 58374"/>
                      <a:gd name="connsiteY5" fmla="*/ 1886 h 30771"/>
                      <a:gd name="connsiteX6" fmla="*/ 57344 w 58374"/>
                      <a:gd name="connsiteY6" fmla="*/ 2585 h 30771"/>
                      <a:gd name="connsiteX7" fmla="*/ 47985 w 58374"/>
                      <a:gd name="connsiteY7" fmla="*/ 1739 h 30771"/>
                      <a:gd name="connsiteX8" fmla="*/ 1644 w 58374"/>
                      <a:gd name="connsiteY8" fmla="*/ 30269 h 30771"/>
                      <a:gd name="connsiteX9" fmla="*/ 860 w 58374"/>
                      <a:gd name="connsiteY9" fmla="*/ 30747 h 307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8374" h="30771">
                        <a:moveTo>
                          <a:pt x="872" y="30771"/>
                        </a:moveTo>
                        <a:cubicBezTo>
                          <a:pt x="738" y="30771"/>
                          <a:pt x="603" y="30747"/>
                          <a:pt x="480" y="30673"/>
                        </a:cubicBezTo>
                        <a:cubicBezTo>
                          <a:pt x="52" y="30453"/>
                          <a:pt x="-120" y="29926"/>
                          <a:pt x="88" y="29497"/>
                        </a:cubicBezTo>
                        <a:cubicBezTo>
                          <a:pt x="9276" y="11307"/>
                          <a:pt x="27626" y="0"/>
                          <a:pt x="47985" y="0"/>
                        </a:cubicBezTo>
                        <a:cubicBezTo>
                          <a:pt x="51231" y="0"/>
                          <a:pt x="54490" y="294"/>
                          <a:pt x="57662" y="870"/>
                        </a:cubicBezTo>
                        <a:cubicBezTo>
                          <a:pt x="58140" y="955"/>
                          <a:pt x="58446" y="1409"/>
                          <a:pt x="58360" y="1886"/>
                        </a:cubicBezTo>
                        <a:cubicBezTo>
                          <a:pt x="58275" y="2364"/>
                          <a:pt x="57821" y="2683"/>
                          <a:pt x="57344" y="2585"/>
                        </a:cubicBezTo>
                        <a:cubicBezTo>
                          <a:pt x="54281" y="2021"/>
                          <a:pt x="51133" y="1739"/>
                          <a:pt x="47985" y="1739"/>
                        </a:cubicBezTo>
                        <a:cubicBezTo>
                          <a:pt x="28287" y="1739"/>
                          <a:pt x="10525" y="12666"/>
                          <a:pt x="1644" y="30269"/>
                        </a:cubicBezTo>
                        <a:cubicBezTo>
                          <a:pt x="1485" y="30575"/>
                          <a:pt x="1179" y="30747"/>
                          <a:pt x="860" y="30747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8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4" name="Forme libre : forme 2863">
                    <a:extLst>
                      <a:ext uri="{FF2B5EF4-FFF2-40B4-BE49-F238E27FC236}">
                        <a16:creationId xmlns:a16="http://schemas.microsoft.com/office/drawing/2014/main" id="{9AAAC256-F7BD-18EA-750F-93441FB4962B}"/>
                      </a:ext>
                    </a:extLst>
                  </p:cNvPr>
                  <p:cNvSpPr/>
                  <p:nvPr/>
                </p:nvSpPr>
                <p:spPr>
                  <a:xfrm rot="-4592999">
                    <a:off x="1735592" y="121100"/>
                    <a:ext cx="96723" cy="96723"/>
                  </a:xfrm>
                  <a:custGeom>
                    <a:avLst/>
                    <a:gdLst>
                      <a:gd name="connsiteX0" fmla="*/ 96724 w 96723"/>
                      <a:gd name="connsiteY0" fmla="*/ 48362 h 96723"/>
                      <a:gd name="connsiteX1" fmla="*/ 48362 w 96723"/>
                      <a:gd name="connsiteY1" fmla="*/ 96724 h 96723"/>
                      <a:gd name="connsiteX2" fmla="*/ 0 w 96723"/>
                      <a:gd name="connsiteY2" fmla="*/ 48362 h 96723"/>
                      <a:gd name="connsiteX3" fmla="*/ 48362 w 96723"/>
                      <a:gd name="connsiteY3" fmla="*/ 0 h 96723"/>
                      <a:gd name="connsiteX4" fmla="*/ 96724 w 96723"/>
                      <a:gd name="connsiteY4" fmla="*/ 48362 h 967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6723" h="96723">
                        <a:moveTo>
                          <a:pt x="96724" y="48362"/>
                        </a:moveTo>
                        <a:cubicBezTo>
                          <a:pt x="96724" y="75072"/>
                          <a:pt x="75072" y="96724"/>
                          <a:pt x="48362" y="96724"/>
                        </a:cubicBezTo>
                        <a:cubicBezTo>
                          <a:pt x="21652" y="96724"/>
                          <a:pt x="0" y="75072"/>
                          <a:pt x="0" y="48362"/>
                        </a:cubicBezTo>
                        <a:cubicBezTo>
                          <a:pt x="0" y="21652"/>
                          <a:pt x="21652" y="0"/>
                          <a:pt x="48362" y="0"/>
                        </a:cubicBezTo>
                        <a:cubicBezTo>
                          <a:pt x="75072" y="0"/>
                          <a:pt x="96724" y="21652"/>
                          <a:pt x="96724" y="48362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8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5" name="Forme libre : forme 2864">
                    <a:extLst>
                      <a:ext uri="{FF2B5EF4-FFF2-40B4-BE49-F238E27FC236}">
                        <a16:creationId xmlns:a16="http://schemas.microsoft.com/office/drawing/2014/main" id="{F43E3C51-D54A-CD85-8C2E-ECBEDE91CD07}"/>
                      </a:ext>
                    </a:extLst>
                  </p:cNvPr>
                  <p:cNvSpPr/>
                  <p:nvPr/>
                </p:nvSpPr>
                <p:spPr>
                  <a:xfrm>
                    <a:off x="1762610" y="135196"/>
                    <a:ext cx="43158" cy="73265"/>
                  </a:xfrm>
                  <a:custGeom>
                    <a:avLst/>
                    <a:gdLst>
                      <a:gd name="connsiteX0" fmla="*/ 16552 w 43158"/>
                      <a:gd name="connsiteY0" fmla="*/ 70203 h 73265"/>
                      <a:gd name="connsiteX1" fmla="*/ 16552 w 43158"/>
                      <a:gd name="connsiteY1" fmla="*/ 64936 h 73265"/>
                      <a:gd name="connsiteX2" fmla="*/ 1791 w 43158"/>
                      <a:gd name="connsiteY2" fmla="*/ 61739 h 73265"/>
                      <a:gd name="connsiteX3" fmla="*/ 113 w 43158"/>
                      <a:gd name="connsiteY3" fmla="*/ 58137 h 73265"/>
                      <a:gd name="connsiteX4" fmla="*/ 1448 w 43158"/>
                      <a:gd name="connsiteY4" fmla="*/ 53237 h 73265"/>
                      <a:gd name="connsiteX5" fmla="*/ 5613 w 43158"/>
                      <a:gd name="connsiteY5" fmla="*/ 51228 h 73265"/>
                      <a:gd name="connsiteX6" fmla="*/ 19247 w 43158"/>
                      <a:gd name="connsiteY6" fmla="*/ 54095 h 73265"/>
                      <a:gd name="connsiteX7" fmla="*/ 28471 w 43158"/>
                      <a:gd name="connsiteY7" fmla="*/ 48631 h 73265"/>
                      <a:gd name="connsiteX8" fmla="*/ 18083 w 43158"/>
                      <a:gd name="connsiteY8" fmla="*/ 41380 h 73265"/>
                      <a:gd name="connsiteX9" fmla="*/ 88 w 43158"/>
                      <a:gd name="connsiteY9" fmla="*/ 24720 h 73265"/>
                      <a:gd name="connsiteX10" fmla="*/ 16748 w 43158"/>
                      <a:gd name="connsiteY10" fmla="*/ 8330 h 73265"/>
                      <a:gd name="connsiteX11" fmla="*/ 16748 w 43158"/>
                      <a:gd name="connsiteY11" fmla="*/ 3062 h 73265"/>
                      <a:gd name="connsiteX12" fmla="*/ 19810 w 43158"/>
                      <a:gd name="connsiteY12" fmla="*/ 0 h 73265"/>
                      <a:gd name="connsiteX13" fmla="*/ 22897 w 43158"/>
                      <a:gd name="connsiteY13" fmla="*/ 0 h 73265"/>
                      <a:gd name="connsiteX14" fmla="*/ 25960 w 43158"/>
                      <a:gd name="connsiteY14" fmla="*/ 3062 h 73265"/>
                      <a:gd name="connsiteX15" fmla="*/ 25960 w 43158"/>
                      <a:gd name="connsiteY15" fmla="*/ 7791 h 73265"/>
                      <a:gd name="connsiteX16" fmla="*/ 37658 w 43158"/>
                      <a:gd name="connsiteY16" fmla="*/ 9898 h 73265"/>
                      <a:gd name="connsiteX17" fmla="*/ 39569 w 43158"/>
                      <a:gd name="connsiteY17" fmla="*/ 13585 h 73265"/>
                      <a:gd name="connsiteX18" fmla="*/ 38344 w 43158"/>
                      <a:gd name="connsiteY18" fmla="*/ 18117 h 73265"/>
                      <a:gd name="connsiteX19" fmla="*/ 34314 w 43158"/>
                      <a:gd name="connsiteY19" fmla="*/ 20188 h 73265"/>
                      <a:gd name="connsiteX20" fmla="*/ 22836 w 43158"/>
                      <a:gd name="connsiteY20" fmla="*/ 18105 h 73265"/>
                      <a:gd name="connsiteX21" fmla="*/ 14776 w 43158"/>
                      <a:gd name="connsiteY21" fmla="*/ 23030 h 73265"/>
                      <a:gd name="connsiteX22" fmla="*/ 26683 w 43158"/>
                      <a:gd name="connsiteY22" fmla="*/ 30367 h 73265"/>
                      <a:gd name="connsiteX23" fmla="*/ 43158 w 43158"/>
                      <a:gd name="connsiteY23" fmla="*/ 47382 h 73265"/>
                      <a:gd name="connsiteX24" fmla="*/ 25788 w 43158"/>
                      <a:gd name="connsiteY24" fmla="*/ 64311 h 73265"/>
                      <a:gd name="connsiteX25" fmla="*/ 25788 w 43158"/>
                      <a:gd name="connsiteY25" fmla="*/ 70203 h 73265"/>
                      <a:gd name="connsiteX26" fmla="*/ 22726 w 43158"/>
                      <a:gd name="connsiteY26" fmla="*/ 73266 h 73265"/>
                      <a:gd name="connsiteX27" fmla="*/ 19639 w 43158"/>
                      <a:gd name="connsiteY27" fmla="*/ 73266 h 73265"/>
                      <a:gd name="connsiteX28" fmla="*/ 16577 w 43158"/>
                      <a:gd name="connsiteY28" fmla="*/ 70203 h 732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3158" h="73265">
                        <a:moveTo>
                          <a:pt x="16552" y="70203"/>
                        </a:moveTo>
                        <a:lnTo>
                          <a:pt x="16552" y="64936"/>
                        </a:lnTo>
                        <a:cubicBezTo>
                          <a:pt x="11064" y="64715"/>
                          <a:pt x="5637" y="63417"/>
                          <a:pt x="1791" y="61739"/>
                        </a:cubicBezTo>
                        <a:cubicBezTo>
                          <a:pt x="419" y="61138"/>
                          <a:pt x="-291" y="59595"/>
                          <a:pt x="113" y="58137"/>
                        </a:cubicBezTo>
                        <a:lnTo>
                          <a:pt x="1448" y="53237"/>
                        </a:lnTo>
                        <a:cubicBezTo>
                          <a:pt x="1938" y="51437"/>
                          <a:pt x="3898" y="50506"/>
                          <a:pt x="5613" y="51228"/>
                        </a:cubicBezTo>
                        <a:cubicBezTo>
                          <a:pt x="9435" y="52833"/>
                          <a:pt x="14151" y="54095"/>
                          <a:pt x="19247" y="54095"/>
                        </a:cubicBezTo>
                        <a:cubicBezTo>
                          <a:pt x="24343" y="54095"/>
                          <a:pt x="28471" y="52306"/>
                          <a:pt x="28471" y="48631"/>
                        </a:cubicBezTo>
                        <a:cubicBezTo>
                          <a:pt x="28471" y="45324"/>
                          <a:pt x="25421" y="43352"/>
                          <a:pt x="18083" y="41380"/>
                        </a:cubicBezTo>
                        <a:cubicBezTo>
                          <a:pt x="7610" y="38513"/>
                          <a:pt x="88" y="33944"/>
                          <a:pt x="88" y="24720"/>
                        </a:cubicBezTo>
                        <a:cubicBezTo>
                          <a:pt x="88" y="16390"/>
                          <a:pt x="6176" y="10033"/>
                          <a:pt x="16748" y="8330"/>
                        </a:cubicBezTo>
                        <a:lnTo>
                          <a:pt x="16748" y="3062"/>
                        </a:lnTo>
                        <a:cubicBezTo>
                          <a:pt x="16748" y="1372"/>
                          <a:pt x="18120" y="0"/>
                          <a:pt x="19810" y="0"/>
                        </a:cubicBezTo>
                        <a:lnTo>
                          <a:pt x="22897" y="0"/>
                        </a:lnTo>
                        <a:cubicBezTo>
                          <a:pt x="24588" y="0"/>
                          <a:pt x="25960" y="1372"/>
                          <a:pt x="25960" y="3062"/>
                        </a:cubicBezTo>
                        <a:lnTo>
                          <a:pt x="25960" y="7791"/>
                        </a:lnTo>
                        <a:cubicBezTo>
                          <a:pt x="31031" y="7999"/>
                          <a:pt x="34731" y="8857"/>
                          <a:pt x="37658" y="9898"/>
                        </a:cubicBezTo>
                        <a:cubicBezTo>
                          <a:pt x="39165" y="10425"/>
                          <a:pt x="39986" y="12041"/>
                          <a:pt x="39569" y="13585"/>
                        </a:cubicBezTo>
                        <a:lnTo>
                          <a:pt x="38344" y="18117"/>
                        </a:lnTo>
                        <a:cubicBezTo>
                          <a:pt x="37867" y="19869"/>
                          <a:pt x="36005" y="20825"/>
                          <a:pt x="34314" y="20188"/>
                        </a:cubicBezTo>
                        <a:cubicBezTo>
                          <a:pt x="31619" y="19171"/>
                          <a:pt x="27797" y="18105"/>
                          <a:pt x="22836" y="18105"/>
                        </a:cubicBezTo>
                        <a:cubicBezTo>
                          <a:pt x="16564" y="18105"/>
                          <a:pt x="14776" y="20702"/>
                          <a:pt x="14776" y="23030"/>
                        </a:cubicBezTo>
                        <a:cubicBezTo>
                          <a:pt x="14776" y="25896"/>
                          <a:pt x="18536" y="27868"/>
                          <a:pt x="26683" y="30367"/>
                        </a:cubicBezTo>
                        <a:cubicBezTo>
                          <a:pt x="38320" y="33858"/>
                          <a:pt x="43158" y="38697"/>
                          <a:pt x="43158" y="47382"/>
                        </a:cubicBezTo>
                        <a:cubicBezTo>
                          <a:pt x="43158" y="55357"/>
                          <a:pt x="37254" y="62510"/>
                          <a:pt x="25788" y="64311"/>
                        </a:cubicBezTo>
                        <a:lnTo>
                          <a:pt x="25788" y="70203"/>
                        </a:lnTo>
                        <a:cubicBezTo>
                          <a:pt x="25788" y="71894"/>
                          <a:pt x="24416" y="73266"/>
                          <a:pt x="22726" y="73266"/>
                        </a:cubicBezTo>
                        <a:lnTo>
                          <a:pt x="19639" y="73266"/>
                        </a:lnTo>
                        <a:cubicBezTo>
                          <a:pt x="17948" y="73266"/>
                          <a:pt x="16577" y="71894"/>
                          <a:pt x="16577" y="70203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47" name="Graphique 4">
                  <a:extLst>
                    <a:ext uri="{FF2B5EF4-FFF2-40B4-BE49-F238E27FC236}">
                      <a16:creationId xmlns:a16="http://schemas.microsoft.com/office/drawing/2014/main" id="{F1BAF286-847D-6875-4EB0-9E2E5A5327FE}"/>
                    </a:ext>
                  </a:extLst>
                </p:cNvPr>
                <p:cNvGrpSpPr/>
                <p:nvPr/>
              </p:nvGrpSpPr>
              <p:grpSpPr>
                <a:xfrm>
                  <a:off x="1592245" y="103536"/>
                  <a:ext cx="102089" cy="102089"/>
                  <a:chOff x="1592245" y="103536"/>
                  <a:chExt cx="102089" cy="102089"/>
                </a:xfrm>
              </p:grpSpPr>
              <p:sp>
                <p:nvSpPr>
                  <p:cNvPr id="2858" name="Forme libre : forme 2857">
                    <a:extLst>
                      <a:ext uri="{FF2B5EF4-FFF2-40B4-BE49-F238E27FC236}">
                        <a16:creationId xmlns:a16="http://schemas.microsoft.com/office/drawing/2014/main" id="{42F400AE-F0E2-6739-BCFF-D8E820E74D67}"/>
                      </a:ext>
                    </a:extLst>
                  </p:cNvPr>
                  <p:cNvSpPr/>
                  <p:nvPr/>
                </p:nvSpPr>
                <p:spPr>
                  <a:xfrm rot="-4852200">
                    <a:off x="1592245" y="103536"/>
                    <a:ext cx="102089" cy="102089"/>
                  </a:xfrm>
                  <a:custGeom>
                    <a:avLst/>
                    <a:gdLst>
                      <a:gd name="connsiteX0" fmla="*/ 102089 w 102089"/>
                      <a:gd name="connsiteY0" fmla="*/ 51045 h 102089"/>
                      <a:gd name="connsiteX1" fmla="*/ 51045 w 102089"/>
                      <a:gd name="connsiteY1" fmla="*/ 102089 h 102089"/>
                      <a:gd name="connsiteX2" fmla="*/ 0 w 102089"/>
                      <a:gd name="connsiteY2" fmla="*/ 51045 h 102089"/>
                      <a:gd name="connsiteX3" fmla="*/ 51045 w 102089"/>
                      <a:gd name="connsiteY3" fmla="*/ 0 h 102089"/>
                      <a:gd name="connsiteX4" fmla="*/ 102089 w 102089"/>
                      <a:gd name="connsiteY4" fmla="*/ 51045 h 1020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2089" h="102089">
                        <a:moveTo>
                          <a:pt x="102089" y="51045"/>
                        </a:moveTo>
                        <a:cubicBezTo>
                          <a:pt x="102089" y="79236"/>
                          <a:pt x="79236" y="102089"/>
                          <a:pt x="51045" y="102089"/>
                        </a:cubicBezTo>
                        <a:cubicBezTo>
                          <a:pt x="22853" y="102089"/>
                          <a:pt x="0" y="79236"/>
                          <a:pt x="0" y="51045"/>
                        </a:cubicBezTo>
                        <a:cubicBezTo>
                          <a:pt x="0" y="22853"/>
                          <a:pt x="22853" y="0"/>
                          <a:pt x="51045" y="0"/>
                        </a:cubicBezTo>
                        <a:cubicBezTo>
                          <a:pt x="79236" y="0"/>
                          <a:pt x="102089" y="22853"/>
                          <a:pt x="102089" y="51045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9" name="Forme libre : forme 2858">
                    <a:extLst>
                      <a:ext uri="{FF2B5EF4-FFF2-40B4-BE49-F238E27FC236}">
                        <a16:creationId xmlns:a16="http://schemas.microsoft.com/office/drawing/2014/main" id="{F73481AC-863A-6741-88D3-BD5134441B73}"/>
                      </a:ext>
                    </a:extLst>
                  </p:cNvPr>
                  <p:cNvSpPr/>
                  <p:nvPr/>
                </p:nvSpPr>
                <p:spPr>
                  <a:xfrm>
                    <a:off x="1600374" y="106593"/>
                    <a:ext cx="52335" cy="27672"/>
                  </a:xfrm>
                  <a:custGeom>
                    <a:avLst/>
                    <a:gdLst>
                      <a:gd name="connsiteX0" fmla="*/ 872 w 52335"/>
                      <a:gd name="connsiteY0" fmla="*/ 27672 h 27672"/>
                      <a:gd name="connsiteX1" fmla="*/ 480 w 52335"/>
                      <a:gd name="connsiteY1" fmla="*/ 27574 h 27672"/>
                      <a:gd name="connsiteX2" fmla="*/ 88 w 52335"/>
                      <a:gd name="connsiteY2" fmla="*/ 26398 h 27672"/>
                      <a:gd name="connsiteX3" fmla="*/ 42962 w 52335"/>
                      <a:gd name="connsiteY3" fmla="*/ 0 h 27672"/>
                      <a:gd name="connsiteX4" fmla="*/ 51623 w 52335"/>
                      <a:gd name="connsiteY4" fmla="*/ 784 h 27672"/>
                      <a:gd name="connsiteX5" fmla="*/ 52321 w 52335"/>
                      <a:gd name="connsiteY5" fmla="*/ 1801 h 27672"/>
                      <a:gd name="connsiteX6" fmla="*/ 51304 w 52335"/>
                      <a:gd name="connsiteY6" fmla="*/ 2499 h 27672"/>
                      <a:gd name="connsiteX7" fmla="*/ 42962 w 52335"/>
                      <a:gd name="connsiteY7" fmla="*/ 1752 h 27672"/>
                      <a:gd name="connsiteX8" fmla="*/ 1656 w 52335"/>
                      <a:gd name="connsiteY8" fmla="*/ 27182 h 27672"/>
                      <a:gd name="connsiteX9" fmla="*/ 872 w 52335"/>
                      <a:gd name="connsiteY9" fmla="*/ 27660 h 276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2335" h="27672">
                        <a:moveTo>
                          <a:pt x="872" y="27672"/>
                        </a:moveTo>
                        <a:cubicBezTo>
                          <a:pt x="738" y="27672"/>
                          <a:pt x="603" y="27648"/>
                          <a:pt x="480" y="27574"/>
                        </a:cubicBezTo>
                        <a:cubicBezTo>
                          <a:pt x="52" y="27354"/>
                          <a:pt x="-120" y="26827"/>
                          <a:pt x="88" y="26398"/>
                        </a:cubicBezTo>
                        <a:cubicBezTo>
                          <a:pt x="8308" y="10118"/>
                          <a:pt x="24735" y="0"/>
                          <a:pt x="42962" y="0"/>
                        </a:cubicBezTo>
                        <a:cubicBezTo>
                          <a:pt x="45878" y="0"/>
                          <a:pt x="48781" y="257"/>
                          <a:pt x="51623" y="784"/>
                        </a:cubicBezTo>
                        <a:cubicBezTo>
                          <a:pt x="52101" y="870"/>
                          <a:pt x="52407" y="1323"/>
                          <a:pt x="52321" y="1801"/>
                        </a:cubicBezTo>
                        <a:cubicBezTo>
                          <a:pt x="52235" y="2278"/>
                          <a:pt x="51782" y="2597"/>
                          <a:pt x="51304" y="2499"/>
                        </a:cubicBezTo>
                        <a:cubicBezTo>
                          <a:pt x="48573" y="1997"/>
                          <a:pt x="45768" y="1752"/>
                          <a:pt x="42962" y="1752"/>
                        </a:cubicBezTo>
                        <a:cubicBezTo>
                          <a:pt x="25396" y="1752"/>
                          <a:pt x="9570" y="11503"/>
                          <a:pt x="1656" y="27182"/>
                        </a:cubicBezTo>
                        <a:cubicBezTo>
                          <a:pt x="1497" y="27488"/>
                          <a:pt x="1191" y="27660"/>
                          <a:pt x="872" y="2766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8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0" name="Forme libre : forme 2859">
                    <a:extLst>
                      <a:ext uri="{FF2B5EF4-FFF2-40B4-BE49-F238E27FC236}">
                        <a16:creationId xmlns:a16="http://schemas.microsoft.com/office/drawing/2014/main" id="{BE536F5A-3CDF-57B8-A577-8825D5D1EF28}"/>
                      </a:ext>
                    </a:extLst>
                  </p:cNvPr>
                  <p:cNvSpPr/>
                  <p:nvPr/>
                </p:nvSpPr>
                <p:spPr>
                  <a:xfrm rot="-4478999">
                    <a:off x="1601148" y="112465"/>
                    <a:ext cx="86409" cy="86409"/>
                  </a:xfrm>
                  <a:custGeom>
                    <a:avLst/>
                    <a:gdLst>
                      <a:gd name="connsiteX0" fmla="*/ 86410 w 86409"/>
                      <a:gd name="connsiteY0" fmla="*/ 43205 h 86409"/>
                      <a:gd name="connsiteX1" fmla="*/ 43205 w 86409"/>
                      <a:gd name="connsiteY1" fmla="*/ 86410 h 86409"/>
                      <a:gd name="connsiteX2" fmla="*/ 0 w 86409"/>
                      <a:gd name="connsiteY2" fmla="*/ 43205 h 86409"/>
                      <a:gd name="connsiteX3" fmla="*/ 43205 w 86409"/>
                      <a:gd name="connsiteY3" fmla="*/ 0 h 86409"/>
                      <a:gd name="connsiteX4" fmla="*/ 86410 w 86409"/>
                      <a:gd name="connsiteY4" fmla="*/ 43205 h 864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6409" h="86409">
                        <a:moveTo>
                          <a:pt x="86410" y="43205"/>
                        </a:moveTo>
                        <a:cubicBezTo>
                          <a:pt x="86410" y="67066"/>
                          <a:pt x="67066" y="86410"/>
                          <a:pt x="43205" y="86410"/>
                        </a:cubicBezTo>
                        <a:cubicBezTo>
                          <a:pt x="19343" y="86410"/>
                          <a:pt x="0" y="67066"/>
                          <a:pt x="0" y="43205"/>
                        </a:cubicBezTo>
                        <a:cubicBezTo>
                          <a:pt x="0" y="19343"/>
                          <a:pt x="19343" y="0"/>
                          <a:pt x="43205" y="0"/>
                        </a:cubicBezTo>
                        <a:cubicBezTo>
                          <a:pt x="67066" y="0"/>
                          <a:pt x="86410" y="19343"/>
                          <a:pt x="86410" y="43205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8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61" name="Forme libre : forme 2860">
                    <a:extLst>
                      <a:ext uri="{FF2B5EF4-FFF2-40B4-BE49-F238E27FC236}">
                        <a16:creationId xmlns:a16="http://schemas.microsoft.com/office/drawing/2014/main" id="{F2B36217-968C-5C9C-D1D0-631951385D81}"/>
                      </a:ext>
                    </a:extLst>
                  </p:cNvPr>
                  <p:cNvSpPr/>
                  <p:nvPr/>
                </p:nvSpPr>
                <p:spPr>
                  <a:xfrm>
                    <a:off x="1625408" y="125139"/>
                    <a:ext cx="38545" cy="65450"/>
                  </a:xfrm>
                  <a:custGeom>
                    <a:avLst/>
                    <a:gdLst>
                      <a:gd name="connsiteX0" fmla="*/ 14793 w 38545"/>
                      <a:gd name="connsiteY0" fmla="*/ 62694 h 65450"/>
                      <a:gd name="connsiteX1" fmla="*/ 14793 w 38545"/>
                      <a:gd name="connsiteY1" fmla="*/ 57990 h 65450"/>
                      <a:gd name="connsiteX2" fmla="*/ 1600 w 38545"/>
                      <a:gd name="connsiteY2" fmla="*/ 55136 h 65450"/>
                      <a:gd name="connsiteX3" fmla="*/ 93 w 38545"/>
                      <a:gd name="connsiteY3" fmla="*/ 51927 h 65450"/>
                      <a:gd name="connsiteX4" fmla="*/ 1282 w 38545"/>
                      <a:gd name="connsiteY4" fmla="*/ 47553 h 65450"/>
                      <a:gd name="connsiteX5" fmla="*/ 5005 w 38545"/>
                      <a:gd name="connsiteY5" fmla="*/ 45765 h 65450"/>
                      <a:gd name="connsiteX6" fmla="*/ 17182 w 38545"/>
                      <a:gd name="connsiteY6" fmla="*/ 48325 h 65450"/>
                      <a:gd name="connsiteX7" fmla="*/ 25426 w 38545"/>
                      <a:gd name="connsiteY7" fmla="*/ 43450 h 65450"/>
                      <a:gd name="connsiteX8" fmla="*/ 16153 w 38545"/>
                      <a:gd name="connsiteY8" fmla="*/ 36970 h 65450"/>
                      <a:gd name="connsiteX9" fmla="*/ 69 w 38545"/>
                      <a:gd name="connsiteY9" fmla="*/ 22086 h 65450"/>
                      <a:gd name="connsiteX10" fmla="*/ 14952 w 38545"/>
                      <a:gd name="connsiteY10" fmla="*/ 7448 h 65450"/>
                      <a:gd name="connsiteX11" fmla="*/ 14952 w 38545"/>
                      <a:gd name="connsiteY11" fmla="*/ 2744 h 65450"/>
                      <a:gd name="connsiteX12" fmla="*/ 17696 w 38545"/>
                      <a:gd name="connsiteY12" fmla="*/ 0 h 65450"/>
                      <a:gd name="connsiteX13" fmla="*/ 20452 w 38545"/>
                      <a:gd name="connsiteY13" fmla="*/ 0 h 65450"/>
                      <a:gd name="connsiteX14" fmla="*/ 23196 w 38545"/>
                      <a:gd name="connsiteY14" fmla="*/ 2744 h 65450"/>
                      <a:gd name="connsiteX15" fmla="*/ 23196 w 38545"/>
                      <a:gd name="connsiteY15" fmla="*/ 6970 h 65450"/>
                      <a:gd name="connsiteX16" fmla="*/ 33645 w 38545"/>
                      <a:gd name="connsiteY16" fmla="*/ 8844 h 65450"/>
                      <a:gd name="connsiteX17" fmla="*/ 35348 w 38545"/>
                      <a:gd name="connsiteY17" fmla="*/ 12139 h 65450"/>
                      <a:gd name="connsiteX18" fmla="*/ 34246 w 38545"/>
                      <a:gd name="connsiteY18" fmla="*/ 16194 h 65450"/>
                      <a:gd name="connsiteX19" fmla="*/ 30644 w 38545"/>
                      <a:gd name="connsiteY19" fmla="*/ 18044 h 65450"/>
                      <a:gd name="connsiteX20" fmla="*/ 20391 w 38545"/>
                      <a:gd name="connsiteY20" fmla="*/ 16182 h 65450"/>
                      <a:gd name="connsiteX21" fmla="*/ 13188 w 38545"/>
                      <a:gd name="connsiteY21" fmla="*/ 20580 h 65450"/>
                      <a:gd name="connsiteX22" fmla="*/ 23821 w 38545"/>
                      <a:gd name="connsiteY22" fmla="*/ 27133 h 65450"/>
                      <a:gd name="connsiteX23" fmla="*/ 38545 w 38545"/>
                      <a:gd name="connsiteY23" fmla="*/ 42335 h 65450"/>
                      <a:gd name="connsiteX24" fmla="*/ 23025 w 38545"/>
                      <a:gd name="connsiteY24" fmla="*/ 57451 h 65450"/>
                      <a:gd name="connsiteX25" fmla="*/ 23025 w 38545"/>
                      <a:gd name="connsiteY25" fmla="*/ 62706 h 65450"/>
                      <a:gd name="connsiteX26" fmla="*/ 20281 w 38545"/>
                      <a:gd name="connsiteY26" fmla="*/ 65450 h 65450"/>
                      <a:gd name="connsiteX27" fmla="*/ 17525 w 38545"/>
                      <a:gd name="connsiteY27" fmla="*/ 65450 h 65450"/>
                      <a:gd name="connsiteX28" fmla="*/ 14781 w 38545"/>
                      <a:gd name="connsiteY28" fmla="*/ 62706 h 654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8545" h="65450">
                        <a:moveTo>
                          <a:pt x="14793" y="62694"/>
                        </a:moveTo>
                        <a:lnTo>
                          <a:pt x="14793" y="57990"/>
                        </a:lnTo>
                        <a:cubicBezTo>
                          <a:pt x="9893" y="57794"/>
                          <a:pt x="5042" y="56643"/>
                          <a:pt x="1600" y="55136"/>
                        </a:cubicBezTo>
                        <a:cubicBezTo>
                          <a:pt x="375" y="54597"/>
                          <a:pt x="-250" y="53213"/>
                          <a:pt x="93" y="51927"/>
                        </a:cubicBezTo>
                        <a:lnTo>
                          <a:pt x="1282" y="47553"/>
                        </a:lnTo>
                        <a:cubicBezTo>
                          <a:pt x="1723" y="45949"/>
                          <a:pt x="3462" y="45116"/>
                          <a:pt x="5005" y="45765"/>
                        </a:cubicBezTo>
                        <a:cubicBezTo>
                          <a:pt x="8423" y="47198"/>
                          <a:pt x="12637" y="48325"/>
                          <a:pt x="17182" y="48325"/>
                        </a:cubicBezTo>
                        <a:cubicBezTo>
                          <a:pt x="21726" y="48325"/>
                          <a:pt x="25426" y="46721"/>
                          <a:pt x="25426" y="43450"/>
                        </a:cubicBezTo>
                        <a:cubicBezTo>
                          <a:pt x="25426" y="40485"/>
                          <a:pt x="22706" y="38734"/>
                          <a:pt x="16153" y="36970"/>
                        </a:cubicBezTo>
                        <a:cubicBezTo>
                          <a:pt x="6794" y="34410"/>
                          <a:pt x="69" y="30330"/>
                          <a:pt x="69" y="22086"/>
                        </a:cubicBezTo>
                        <a:cubicBezTo>
                          <a:pt x="69" y="14651"/>
                          <a:pt x="5508" y="8967"/>
                          <a:pt x="14952" y="7448"/>
                        </a:cubicBezTo>
                        <a:lnTo>
                          <a:pt x="14952" y="2744"/>
                        </a:lnTo>
                        <a:cubicBezTo>
                          <a:pt x="14952" y="1237"/>
                          <a:pt x="16177" y="0"/>
                          <a:pt x="17696" y="0"/>
                        </a:cubicBezTo>
                        <a:lnTo>
                          <a:pt x="20452" y="0"/>
                        </a:lnTo>
                        <a:cubicBezTo>
                          <a:pt x="21959" y="0"/>
                          <a:pt x="23196" y="1225"/>
                          <a:pt x="23196" y="2744"/>
                        </a:cubicBezTo>
                        <a:lnTo>
                          <a:pt x="23196" y="6970"/>
                        </a:lnTo>
                        <a:cubicBezTo>
                          <a:pt x="27729" y="7154"/>
                          <a:pt x="31036" y="7926"/>
                          <a:pt x="33645" y="8844"/>
                        </a:cubicBezTo>
                        <a:cubicBezTo>
                          <a:pt x="34993" y="9310"/>
                          <a:pt x="35716" y="10768"/>
                          <a:pt x="35348" y="12139"/>
                        </a:cubicBezTo>
                        <a:lnTo>
                          <a:pt x="34246" y="16194"/>
                        </a:lnTo>
                        <a:cubicBezTo>
                          <a:pt x="33817" y="17750"/>
                          <a:pt x="32151" y="18607"/>
                          <a:pt x="30644" y="18044"/>
                        </a:cubicBezTo>
                        <a:cubicBezTo>
                          <a:pt x="28231" y="17137"/>
                          <a:pt x="24826" y="16182"/>
                          <a:pt x="20391" y="16182"/>
                        </a:cubicBezTo>
                        <a:cubicBezTo>
                          <a:pt x="14793" y="16182"/>
                          <a:pt x="13188" y="18497"/>
                          <a:pt x="13188" y="20580"/>
                        </a:cubicBezTo>
                        <a:cubicBezTo>
                          <a:pt x="13188" y="23140"/>
                          <a:pt x="16545" y="24904"/>
                          <a:pt x="23821" y="27133"/>
                        </a:cubicBezTo>
                        <a:cubicBezTo>
                          <a:pt x="34221" y="30257"/>
                          <a:pt x="38545" y="34569"/>
                          <a:pt x="38545" y="42335"/>
                        </a:cubicBezTo>
                        <a:cubicBezTo>
                          <a:pt x="38545" y="49452"/>
                          <a:pt x="33266" y="55859"/>
                          <a:pt x="23025" y="57451"/>
                        </a:cubicBezTo>
                        <a:lnTo>
                          <a:pt x="23025" y="62706"/>
                        </a:lnTo>
                        <a:cubicBezTo>
                          <a:pt x="23025" y="64213"/>
                          <a:pt x="21800" y="65450"/>
                          <a:pt x="20281" y="65450"/>
                        </a:cubicBezTo>
                        <a:lnTo>
                          <a:pt x="17525" y="65450"/>
                        </a:lnTo>
                        <a:cubicBezTo>
                          <a:pt x="16018" y="65450"/>
                          <a:pt x="14781" y="64225"/>
                          <a:pt x="14781" y="62706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48" name="Graphique 4">
                  <a:extLst>
                    <a:ext uri="{FF2B5EF4-FFF2-40B4-BE49-F238E27FC236}">
                      <a16:creationId xmlns:a16="http://schemas.microsoft.com/office/drawing/2014/main" id="{32F0F62A-AFBE-22BF-49D5-12C5B7B47D35}"/>
                    </a:ext>
                  </a:extLst>
                </p:cNvPr>
                <p:cNvGrpSpPr/>
                <p:nvPr/>
              </p:nvGrpSpPr>
              <p:grpSpPr>
                <a:xfrm>
                  <a:off x="1697027" y="437"/>
                  <a:ext cx="100227" cy="100227"/>
                  <a:chOff x="1697027" y="437"/>
                  <a:chExt cx="100227" cy="100227"/>
                </a:xfrm>
              </p:grpSpPr>
              <p:sp>
                <p:nvSpPr>
                  <p:cNvPr id="2854" name="Forme libre : forme 2853">
                    <a:extLst>
                      <a:ext uri="{FF2B5EF4-FFF2-40B4-BE49-F238E27FC236}">
                        <a16:creationId xmlns:a16="http://schemas.microsoft.com/office/drawing/2014/main" id="{4DEF2545-32BC-4719-1DB7-8BB365D0E6D2}"/>
                      </a:ext>
                    </a:extLst>
                  </p:cNvPr>
                  <p:cNvSpPr/>
                  <p:nvPr/>
                </p:nvSpPr>
                <p:spPr>
                  <a:xfrm>
                    <a:off x="1697027" y="437"/>
                    <a:ext cx="100227" cy="100227"/>
                  </a:xfrm>
                  <a:custGeom>
                    <a:avLst/>
                    <a:gdLst>
                      <a:gd name="connsiteX0" fmla="*/ 100227 w 100227"/>
                      <a:gd name="connsiteY0" fmla="*/ 50114 h 100227"/>
                      <a:gd name="connsiteX1" fmla="*/ 50114 w 100227"/>
                      <a:gd name="connsiteY1" fmla="*/ 100227 h 100227"/>
                      <a:gd name="connsiteX2" fmla="*/ 0 w 100227"/>
                      <a:gd name="connsiteY2" fmla="*/ 50114 h 100227"/>
                      <a:gd name="connsiteX3" fmla="*/ 50114 w 100227"/>
                      <a:gd name="connsiteY3" fmla="*/ 0 h 100227"/>
                      <a:gd name="connsiteX4" fmla="*/ 100227 w 100227"/>
                      <a:gd name="connsiteY4" fmla="*/ 50114 h 1002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0227" h="100227">
                        <a:moveTo>
                          <a:pt x="100227" y="50114"/>
                        </a:moveTo>
                        <a:cubicBezTo>
                          <a:pt x="100227" y="77791"/>
                          <a:pt x="77791" y="100227"/>
                          <a:pt x="50114" y="100227"/>
                        </a:cubicBezTo>
                        <a:cubicBezTo>
                          <a:pt x="22437" y="100227"/>
                          <a:pt x="0" y="77791"/>
                          <a:pt x="0" y="50114"/>
                        </a:cubicBezTo>
                        <a:cubicBezTo>
                          <a:pt x="0" y="22437"/>
                          <a:pt x="22437" y="0"/>
                          <a:pt x="50114" y="0"/>
                        </a:cubicBezTo>
                        <a:cubicBezTo>
                          <a:pt x="77791" y="0"/>
                          <a:pt x="100227" y="22437"/>
                          <a:pt x="100227" y="50114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5" name="Forme libre : forme 2854">
                    <a:extLst>
                      <a:ext uri="{FF2B5EF4-FFF2-40B4-BE49-F238E27FC236}">
                        <a16:creationId xmlns:a16="http://schemas.microsoft.com/office/drawing/2014/main" id="{3772387C-51A3-8AA7-A2E3-E443DADAB756}"/>
                      </a:ext>
                    </a:extLst>
                  </p:cNvPr>
                  <p:cNvSpPr/>
                  <p:nvPr/>
                </p:nvSpPr>
                <p:spPr>
                  <a:xfrm>
                    <a:off x="1704950" y="3413"/>
                    <a:ext cx="51404" cy="27194"/>
                  </a:xfrm>
                  <a:custGeom>
                    <a:avLst/>
                    <a:gdLst>
                      <a:gd name="connsiteX0" fmla="*/ 872 w 51404"/>
                      <a:gd name="connsiteY0" fmla="*/ 27194 h 27194"/>
                      <a:gd name="connsiteX1" fmla="*/ 480 w 51404"/>
                      <a:gd name="connsiteY1" fmla="*/ 27096 h 27194"/>
                      <a:gd name="connsiteX2" fmla="*/ 88 w 51404"/>
                      <a:gd name="connsiteY2" fmla="*/ 25920 h 27194"/>
                      <a:gd name="connsiteX3" fmla="*/ 42191 w 51404"/>
                      <a:gd name="connsiteY3" fmla="*/ 0 h 27194"/>
                      <a:gd name="connsiteX4" fmla="*/ 50692 w 51404"/>
                      <a:gd name="connsiteY4" fmla="*/ 759 h 27194"/>
                      <a:gd name="connsiteX5" fmla="*/ 51390 w 51404"/>
                      <a:gd name="connsiteY5" fmla="*/ 1776 h 27194"/>
                      <a:gd name="connsiteX6" fmla="*/ 50373 w 51404"/>
                      <a:gd name="connsiteY6" fmla="*/ 2474 h 27194"/>
                      <a:gd name="connsiteX7" fmla="*/ 42191 w 51404"/>
                      <a:gd name="connsiteY7" fmla="*/ 1739 h 27194"/>
                      <a:gd name="connsiteX8" fmla="*/ 1656 w 51404"/>
                      <a:gd name="connsiteY8" fmla="*/ 26704 h 27194"/>
                      <a:gd name="connsiteX9" fmla="*/ 872 w 51404"/>
                      <a:gd name="connsiteY9" fmla="*/ 27182 h 271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1404" h="27194">
                        <a:moveTo>
                          <a:pt x="872" y="27194"/>
                        </a:moveTo>
                        <a:cubicBezTo>
                          <a:pt x="738" y="27194"/>
                          <a:pt x="603" y="27170"/>
                          <a:pt x="480" y="27096"/>
                        </a:cubicBezTo>
                        <a:cubicBezTo>
                          <a:pt x="52" y="26876"/>
                          <a:pt x="-120" y="26349"/>
                          <a:pt x="88" y="25920"/>
                        </a:cubicBezTo>
                        <a:cubicBezTo>
                          <a:pt x="8161" y="9935"/>
                          <a:pt x="24294" y="0"/>
                          <a:pt x="42191" y="0"/>
                        </a:cubicBezTo>
                        <a:cubicBezTo>
                          <a:pt x="45045" y="0"/>
                          <a:pt x="47911" y="257"/>
                          <a:pt x="50692" y="759"/>
                        </a:cubicBezTo>
                        <a:cubicBezTo>
                          <a:pt x="51170" y="845"/>
                          <a:pt x="51476" y="1298"/>
                          <a:pt x="51390" y="1776"/>
                        </a:cubicBezTo>
                        <a:cubicBezTo>
                          <a:pt x="51304" y="2254"/>
                          <a:pt x="50851" y="2572"/>
                          <a:pt x="50373" y="2474"/>
                        </a:cubicBezTo>
                        <a:cubicBezTo>
                          <a:pt x="47691" y="1984"/>
                          <a:pt x="44935" y="1739"/>
                          <a:pt x="42191" y="1739"/>
                        </a:cubicBezTo>
                        <a:cubicBezTo>
                          <a:pt x="24955" y="1739"/>
                          <a:pt x="9423" y="11307"/>
                          <a:pt x="1656" y="26704"/>
                        </a:cubicBezTo>
                        <a:cubicBezTo>
                          <a:pt x="1497" y="27011"/>
                          <a:pt x="1191" y="27182"/>
                          <a:pt x="872" y="27182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8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6" name="Forme libre : forme 2855">
                    <a:extLst>
                      <a:ext uri="{FF2B5EF4-FFF2-40B4-BE49-F238E27FC236}">
                        <a16:creationId xmlns:a16="http://schemas.microsoft.com/office/drawing/2014/main" id="{8DEC6662-37AA-E6D4-B201-A284CF3B3EBC}"/>
                      </a:ext>
                    </a:extLst>
                  </p:cNvPr>
                  <p:cNvSpPr/>
                  <p:nvPr/>
                </p:nvSpPr>
                <p:spPr>
                  <a:xfrm rot="-4534200">
                    <a:off x="1705814" y="9230"/>
                    <a:ext cx="84817" cy="84817"/>
                  </a:xfrm>
                  <a:custGeom>
                    <a:avLst/>
                    <a:gdLst>
                      <a:gd name="connsiteX0" fmla="*/ 84817 w 84817"/>
                      <a:gd name="connsiteY0" fmla="*/ 42409 h 84817"/>
                      <a:gd name="connsiteX1" fmla="*/ 42409 w 84817"/>
                      <a:gd name="connsiteY1" fmla="*/ 84817 h 84817"/>
                      <a:gd name="connsiteX2" fmla="*/ 0 w 84817"/>
                      <a:gd name="connsiteY2" fmla="*/ 42409 h 84817"/>
                      <a:gd name="connsiteX3" fmla="*/ 42409 w 84817"/>
                      <a:gd name="connsiteY3" fmla="*/ 0 h 84817"/>
                      <a:gd name="connsiteX4" fmla="*/ 84817 w 84817"/>
                      <a:gd name="connsiteY4" fmla="*/ 42409 h 848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4817" h="84817">
                        <a:moveTo>
                          <a:pt x="84817" y="42409"/>
                        </a:moveTo>
                        <a:cubicBezTo>
                          <a:pt x="84817" y="65830"/>
                          <a:pt x="65830" y="84817"/>
                          <a:pt x="42409" y="84817"/>
                        </a:cubicBezTo>
                        <a:cubicBezTo>
                          <a:pt x="18987" y="84817"/>
                          <a:pt x="0" y="65830"/>
                          <a:pt x="0" y="42409"/>
                        </a:cubicBezTo>
                        <a:cubicBezTo>
                          <a:pt x="0" y="18987"/>
                          <a:pt x="18987" y="0"/>
                          <a:pt x="42409" y="0"/>
                        </a:cubicBezTo>
                        <a:cubicBezTo>
                          <a:pt x="65830" y="0"/>
                          <a:pt x="84817" y="18987"/>
                          <a:pt x="84817" y="42409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8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7" name="Forme libre : forme 2856">
                    <a:extLst>
                      <a:ext uri="{FF2B5EF4-FFF2-40B4-BE49-F238E27FC236}">
                        <a16:creationId xmlns:a16="http://schemas.microsoft.com/office/drawing/2014/main" id="{5E58263A-A73A-9A16-FD1D-527690D4E8FD}"/>
                      </a:ext>
                    </a:extLst>
                  </p:cNvPr>
                  <p:cNvSpPr/>
                  <p:nvPr/>
                </p:nvSpPr>
                <p:spPr>
                  <a:xfrm>
                    <a:off x="1729561" y="21629"/>
                    <a:ext cx="37816" cy="64237"/>
                  </a:xfrm>
                  <a:custGeom>
                    <a:avLst/>
                    <a:gdLst>
                      <a:gd name="connsiteX0" fmla="*/ 14517 w 37816"/>
                      <a:gd name="connsiteY0" fmla="*/ 61543 h 64237"/>
                      <a:gd name="connsiteX1" fmla="*/ 14517 w 37816"/>
                      <a:gd name="connsiteY1" fmla="*/ 56925 h 64237"/>
                      <a:gd name="connsiteX2" fmla="*/ 1569 w 37816"/>
                      <a:gd name="connsiteY2" fmla="*/ 54119 h 64237"/>
                      <a:gd name="connsiteX3" fmla="*/ 99 w 37816"/>
                      <a:gd name="connsiteY3" fmla="*/ 50971 h 64237"/>
                      <a:gd name="connsiteX4" fmla="*/ 1275 w 37816"/>
                      <a:gd name="connsiteY4" fmla="*/ 46672 h 64237"/>
                      <a:gd name="connsiteX5" fmla="*/ 4926 w 37816"/>
                      <a:gd name="connsiteY5" fmla="*/ 44908 h 64237"/>
                      <a:gd name="connsiteX6" fmla="*/ 16881 w 37816"/>
                      <a:gd name="connsiteY6" fmla="*/ 47419 h 64237"/>
                      <a:gd name="connsiteX7" fmla="*/ 24966 w 37816"/>
                      <a:gd name="connsiteY7" fmla="*/ 42629 h 64237"/>
                      <a:gd name="connsiteX8" fmla="*/ 15852 w 37816"/>
                      <a:gd name="connsiteY8" fmla="*/ 36271 h 64237"/>
                      <a:gd name="connsiteX9" fmla="*/ 75 w 37816"/>
                      <a:gd name="connsiteY9" fmla="*/ 21670 h 64237"/>
                      <a:gd name="connsiteX10" fmla="*/ 14676 w 37816"/>
                      <a:gd name="connsiteY10" fmla="*/ 7301 h 64237"/>
                      <a:gd name="connsiteX11" fmla="*/ 14676 w 37816"/>
                      <a:gd name="connsiteY11" fmla="*/ 2683 h 64237"/>
                      <a:gd name="connsiteX12" fmla="*/ 17359 w 37816"/>
                      <a:gd name="connsiteY12" fmla="*/ 0 h 64237"/>
                      <a:gd name="connsiteX13" fmla="*/ 20066 w 37816"/>
                      <a:gd name="connsiteY13" fmla="*/ 0 h 64237"/>
                      <a:gd name="connsiteX14" fmla="*/ 22749 w 37816"/>
                      <a:gd name="connsiteY14" fmla="*/ 2683 h 64237"/>
                      <a:gd name="connsiteX15" fmla="*/ 22749 w 37816"/>
                      <a:gd name="connsiteY15" fmla="*/ 6823 h 64237"/>
                      <a:gd name="connsiteX16" fmla="*/ 33014 w 37816"/>
                      <a:gd name="connsiteY16" fmla="*/ 8661 h 64237"/>
                      <a:gd name="connsiteX17" fmla="*/ 34680 w 37816"/>
                      <a:gd name="connsiteY17" fmla="*/ 11894 h 64237"/>
                      <a:gd name="connsiteX18" fmla="*/ 33602 w 37816"/>
                      <a:gd name="connsiteY18" fmla="*/ 15863 h 64237"/>
                      <a:gd name="connsiteX19" fmla="*/ 30062 w 37816"/>
                      <a:gd name="connsiteY19" fmla="*/ 17676 h 64237"/>
                      <a:gd name="connsiteX20" fmla="*/ 19993 w 37816"/>
                      <a:gd name="connsiteY20" fmla="*/ 15851 h 64237"/>
                      <a:gd name="connsiteX21" fmla="*/ 12925 w 37816"/>
                      <a:gd name="connsiteY21" fmla="*/ 20175 h 64237"/>
                      <a:gd name="connsiteX22" fmla="*/ 23374 w 37816"/>
                      <a:gd name="connsiteY22" fmla="*/ 26619 h 64237"/>
                      <a:gd name="connsiteX23" fmla="*/ 37816 w 37816"/>
                      <a:gd name="connsiteY23" fmla="*/ 41539 h 64237"/>
                      <a:gd name="connsiteX24" fmla="*/ 22577 w 37816"/>
                      <a:gd name="connsiteY24" fmla="*/ 56386 h 64237"/>
                      <a:gd name="connsiteX25" fmla="*/ 22577 w 37816"/>
                      <a:gd name="connsiteY25" fmla="*/ 61555 h 64237"/>
                      <a:gd name="connsiteX26" fmla="*/ 19895 w 37816"/>
                      <a:gd name="connsiteY26" fmla="*/ 64238 h 64237"/>
                      <a:gd name="connsiteX27" fmla="*/ 17187 w 37816"/>
                      <a:gd name="connsiteY27" fmla="*/ 64238 h 64237"/>
                      <a:gd name="connsiteX28" fmla="*/ 14505 w 37816"/>
                      <a:gd name="connsiteY28" fmla="*/ 61555 h 642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7816" h="64237">
                        <a:moveTo>
                          <a:pt x="14517" y="61543"/>
                        </a:moveTo>
                        <a:lnTo>
                          <a:pt x="14517" y="56925"/>
                        </a:lnTo>
                        <a:cubicBezTo>
                          <a:pt x="9703" y="56729"/>
                          <a:pt x="4950" y="55602"/>
                          <a:pt x="1569" y="54119"/>
                        </a:cubicBezTo>
                        <a:cubicBezTo>
                          <a:pt x="369" y="53593"/>
                          <a:pt x="-256" y="52233"/>
                          <a:pt x="99" y="50971"/>
                        </a:cubicBezTo>
                        <a:lnTo>
                          <a:pt x="1275" y="46672"/>
                        </a:lnTo>
                        <a:cubicBezTo>
                          <a:pt x="1704" y="45091"/>
                          <a:pt x="3419" y="44283"/>
                          <a:pt x="4926" y="44908"/>
                        </a:cubicBezTo>
                        <a:cubicBezTo>
                          <a:pt x="8282" y="46316"/>
                          <a:pt x="12422" y="47419"/>
                          <a:pt x="16881" y="47419"/>
                        </a:cubicBezTo>
                        <a:cubicBezTo>
                          <a:pt x="21340" y="47419"/>
                          <a:pt x="24966" y="45851"/>
                          <a:pt x="24966" y="42629"/>
                        </a:cubicBezTo>
                        <a:cubicBezTo>
                          <a:pt x="24966" y="39726"/>
                          <a:pt x="22296" y="37999"/>
                          <a:pt x="15852" y="36271"/>
                        </a:cubicBezTo>
                        <a:cubicBezTo>
                          <a:pt x="6665" y="33760"/>
                          <a:pt x="75" y="29755"/>
                          <a:pt x="75" y="21670"/>
                        </a:cubicBezTo>
                        <a:cubicBezTo>
                          <a:pt x="75" y="14369"/>
                          <a:pt x="5416" y="8795"/>
                          <a:pt x="14676" y="7301"/>
                        </a:cubicBezTo>
                        <a:lnTo>
                          <a:pt x="14676" y="2683"/>
                        </a:lnTo>
                        <a:cubicBezTo>
                          <a:pt x="14676" y="1200"/>
                          <a:pt x="15877" y="0"/>
                          <a:pt x="17359" y="0"/>
                        </a:cubicBezTo>
                        <a:lnTo>
                          <a:pt x="20066" y="0"/>
                        </a:lnTo>
                        <a:cubicBezTo>
                          <a:pt x="21548" y="0"/>
                          <a:pt x="22749" y="1200"/>
                          <a:pt x="22749" y="2683"/>
                        </a:cubicBezTo>
                        <a:lnTo>
                          <a:pt x="22749" y="6823"/>
                        </a:lnTo>
                        <a:cubicBezTo>
                          <a:pt x="27196" y="7007"/>
                          <a:pt x="30442" y="7766"/>
                          <a:pt x="33014" y="8661"/>
                        </a:cubicBezTo>
                        <a:cubicBezTo>
                          <a:pt x="34337" y="9126"/>
                          <a:pt x="35048" y="10547"/>
                          <a:pt x="34680" y="11894"/>
                        </a:cubicBezTo>
                        <a:lnTo>
                          <a:pt x="33602" y="15863"/>
                        </a:lnTo>
                        <a:cubicBezTo>
                          <a:pt x="33186" y="17395"/>
                          <a:pt x="31544" y="18240"/>
                          <a:pt x="30062" y="17676"/>
                        </a:cubicBezTo>
                        <a:cubicBezTo>
                          <a:pt x="27698" y="16782"/>
                          <a:pt x="24354" y="15851"/>
                          <a:pt x="19993" y="15851"/>
                        </a:cubicBezTo>
                        <a:cubicBezTo>
                          <a:pt x="14493" y="15851"/>
                          <a:pt x="12925" y="18130"/>
                          <a:pt x="12925" y="20175"/>
                        </a:cubicBezTo>
                        <a:cubicBezTo>
                          <a:pt x="12925" y="22687"/>
                          <a:pt x="16220" y="24414"/>
                          <a:pt x="23374" y="26619"/>
                        </a:cubicBezTo>
                        <a:cubicBezTo>
                          <a:pt x="33578" y="29681"/>
                          <a:pt x="37816" y="33920"/>
                          <a:pt x="37816" y="41539"/>
                        </a:cubicBezTo>
                        <a:cubicBezTo>
                          <a:pt x="37816" y="48533"/>
                          <a:pt x="32635" y="54805"/>
                          <a:pt x="22577" y="56386"/>
                        </a:cubicBezTo>
                        <a:lnTo>
                          <a:pt x="22577" y="61555"/>
                        </a:lnTo>
                        <a:cubicBezTo>
                          <a:pt x="22577" y="63037"/>
                          <a:pt x="21377" y="64238"/>
                          <a:pt x="19895" y="64238"/>
                        </a:cubicBezTo>
                        <a:lnTo>
                          <a:pt x="17187" y="64238"/>
                        </a:lnTo>
                        <a:cubicBezTo>
                          <a:pt x="15705" y="64238"/>
                          <a:pt x="14505" y="63037"/>
                          <a:pt x="14505" y="61555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49" name="Graphique 4">
                  <a:extLst>
                    <a:ext uri="{FF2B5EF4-FFF2-40B4-BE49-F238E27FC236}">
                      <a16:creationId xmlns:a16="http://schemas.microsoft.com/office/drawing/2014/main" id="{87E762D0-69A5-441E-035F-4986F45D9047}"/>
                    </a:ext>
                  </a:extLst>
                </p:cNvPr>
                <p:cNvGrpSpPr/>
                <p:nvPr/>
              </p:nvGrpSpPr>
              <p:grpSpPr>
                <a:xfrm>
                  <a:off x="1656113" y="221704"/>
                  <a:ext cx="99418" cy="99418"/>
                  <a:chOff x="1656113" y="221704"/>
                  <a:chExt cx="99418" cy="99418"/>
                </a:xfrm>
              </p:grpSpPr>
              <p:sp>
                <p:nvSpPr>
                  <p:cNvPr id="2850" name="Forme libre : forme 2849">
                    <a:extLst>
                      <a:ext uri="{FF2B5EF4-FFF2-40B4-BE49-F238E27FC236}">
                        <a16:creationId xmlns:a16="http://schemas.microsoft.com/office/drawing/2014/main" id="{BE2E742E-2615-1741-2BBE-A3C97EEA38FA}"/>
                      </a:ext>
                    </a:extLst>
                  </p:cNvPr>
                  <p:cNvSpPr/>
                  <p:nvPr/>
                </p:nvSpPr>
                <p:spPr>
                  <a:xfrm>
                    <a:off x="1656113" y="221704"/>
                    <a:ext cx="99418" cy="99418"/>
                  </a:xfrm>
                  <a:custGeom>
                    <a:avLst/>
                    <a:gdLst>
                      <a:gd name="connsiteX0" fmla="*/ 99419 w 99418"/>
                      <a:gd name="connsiteY0" fmla="*/ 49709 h 99418"/>
                      <a:gd name="connsiteX1" fmla="*/ 49709 w 99418"/>
                      <a:gd name="connsiteY1" fmla="*/ 99419 h 99418"/>
                      <a:gd name="connsiteX2" fmla="*/ 0 w 99418"/>
                      <a:gd name="connsiteY2" fmla="*/ 49709 h 99418"/>
                      <a:gd name="connsiteX3" fmla="*/ 49709 w 99418"/>
                      <a:gd name="connsiteY3" fmla="*/ 0 h 99418"/>
                      <a:gd name="connsiteX4" fmla="*/ 99419 w 99418"/>
                      <a:gd name="connsiteY4" fmla="*/ 49709 h 994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9418" h="99418">
                        <a:moveTo>
                          <a:pt x="99419" y="49709"/>
                        </a:moveTo>
                        <a:cubicBezTo>
                          <a:pt x="99419" y="77163"/>
                          <a:pt x="77163" y="99419"/>
                          <a:pt x="49709" y="99419"/>
                        </a:cubicBezTo>
                        <a:cubicBezTo>
                          <a:pt x="22256" y="99419"/>
                          <a:pt x="0" y="77163"/>
                          <a:pt x="0" y="49709"/>
                        </a:cubicBezTo>
                        <a:cubicBezTo>
                          <a:pt x="0" y="22256"/>
                          <a:pt x="22256" y="0"/>
                          <a:pt x="49709" y="0"/>
                        </a:cubicBezTo>
                        <a:cubicBezTo>
                          <a:pt x="77163" y="0"/>
                          <a:pt x="99419" y="22256"/>
                          <a:pt x="99419" y="49709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1" name="Forme libre : forme 2850">
                    <a:extLst>
                      <a:ext uri="{FF2B5EF4-FFF2-40B4-BE49-F238E27FC236}">
                        <a16:creationId xmlns:a16="http://schemas.microsoft.com/office/drawing/2014/main" id="{C8644700-E8FC-2516-1A1F-B8FEE83EF883}"/>
                      </a:ext>
                    </a:extLst>
                  </p:cNvPr>
                  <p:cNvSpPr/>
                  <p:nvPr/>
                </p:nvSpPr>
                <p:spPr>
                  <a:xfrm>
                    <a:off x="1663963" y="224656"/>
                    <a:ext cx="51012" cy="26986"/>
                  </a:xfrm>
                  <a:custGeom>
                    <a:avLst/>
                    <a:gdLst>
                      <a:gd name="connsiteX0" fmla="*/ 872 w 51012"/>
                      <a:gd name="connsiteY0" fmla="*/ 26986 h 26986"/>
                      <a:gd name="connsiteX1" fmla="*/ 480 w 51012"/>
                      <a:gd name="connsiteY1" fmla="*/ 26888 h 26986"/>
                      <a:gd name="connsiteX2" fmla="*/ 88 w 51012"/>
                      <a:gd name="connsiteY2" fmla="*/ 25712 h 26986"/>
                      <a:gd name="connsiteX3" fmla="*/ 41860 w 51012"/>
                      <a:gd name="connsiteY3" fmla="*/ 0 h 26986"/>
                      <a:gd name="connsiteX4" fmla="*/ 50300 w 51012"/>
                      <a:gd name="connsiteY4" fmla="*/ 759 h 26986"/>
                      <a:gd name="connsiteX5" fmla="*/ 50998 w 51012"/>
                      <a:gd name="connsiteY5" fmla="*/ 1776 h 26986"/>
                      <a:gd name="connsiteX6" fmla="*/ 49982 w 51012"/>
                      <a:gd name="connsiteY6" fmla="*/ 2474 h 26986"/>
                      <a:gd name="connsiteX7" fmla="*/ 41860 w 51012"/>
                      <a:gd name="connsiteY7" fmla="*/ 1739 h 26986"/>
                      <a:gd name="connsiteX8" fmla="*/ 1656 w 51012"/>
                      <a:gd name="connsiteY8" fmla="*/ 26496 h 26986"/>
                      <a:gd name="connsiteX9" fmla="*/ 872 w 51012"/>
                      <a:gd name="connsiteY9" fmla="*/ 26974 h 269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1012" h="26986">
                        <a:moveTo>
                          <a:pt x="872" y="26986"/>
                        </a:moveTo>
                        <a:cubicBezTo>
                          <a:pt x="738" y="26986"/>
                          <a:pt x="603" y="26962"/>
                          <a:pt x="480" y="26888"/>
                        </a:cubicBezTo>
                        <a:cubicBezTo>
                          <a:pt x="52" y="26668"/>
                          <a:pt x="-120" y="26141"/>
                          <a:pt x="88" y="25712"/>
                        </a:cubicBezTo>
                        <a:cubicBezTo>
                          <a:pt x="8100" y="9849"/>
                          <a:pt x="24098" y="0"/>
                          <a:pt x="41860" y="0"/>
                        </a:cubicBezTo>
                        <a:cubicBezTo>
                          <a:pt x="44690" y="0"/>
                          <a:pt x="47532" y="257"/>
                          <a:pt x="50300" y="759"/>
                        </a:cubicBezTo>
                        <a:cubicBezTo>
                          <a:pt x="50778" y="845"/>
                          <a:pt x="51084" y="1298"/>
                          <a:pt x="50998" y="1776"/>
                        </a:cubicBezTo>
                        <a:cubicBezTo>
                          <a:pt x="50913" y="2254"/>
                          <a:pt x="50459" y="2572"/>
                          <a:pt x="49982" y="2474"/>
                        </a:cubicBezTo>
                        <a:cubicBezTo>
                          <a:pt x="47323" y="1984"/>
                          <a:pt x="44592" y="1739"/>
                          <a:pt x="41860" y="1739"/>
                        </a:cubicBezTo>
                        <a:cubicBezTo>
                          <a:pt x="24771" y="1739"/>
                          <a:pt x="9361" y="11221"/>
                          <a:pt x="1656" y="26496"/>
                        </a:cubicBezTo>
                        <a:cubicBezTo>
                          <a:pt x="1497" y="26802"/>
                          <a:pt x="1191" y="26974"/>
                          <a:pt x="872" y="26974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8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2" name="Forme libre : forme 2851">
                    <a:extLst>
                      <a:ext uri="{FF2B5EF4-FFF2-40B4-BE49-F238E27FC236}">
                        <a16:creationId xmlns:a16="http://schemas.microsoft.com/office/drawing/2014/main" id="{A321EC74-A419-BE21-FF09-711D84900361}"/>
                      </a:ext>
                    </a:extLst>
                  </p:cNvPr>
                  <p:cNvSpPr/>
                  <p:nvPr/>
                </p:nvSpPr>
                <p:spPr>
                  <a:xfrm>
                    <a:off x="1664847" y="230438"/>
                    <a:ext cx="84131" cy="84131"/>
                  </a:xfrm>
                  <a:custGeom>
                    <a:avLst/>
                    <a:gdLst>
                      <a:gd name="connsiteX0" fmla="*/ 84131 w 84131"/>
                      <a:gd name="connsiteY0" fmla="*/ 42066 h 84131"/>
                      <a:gd name="connsiteX1" fmla="*/ 42066 w 84131"/>
                      <a:gd name="connsiteY1" fmla="*/ 84131 h 84131"/>
                      <a:gd name="connsiteX2" fmla="*/ 0 w 84131"/>
                      <a:gd name="connsiteY2" fmla="*/ 42066 h 84131"/>
                      <a:gd name="connsiteX3" fmla="*/ 42066 w 84131"/>
                      <a:gd name="connsiteY3" fmla="*/ 0 h 84131"/>
                      <a:gd name="connsiteX4" fmla="*/ 84131 w 84131"/>
                      <a:gd name="connsiteY4" fmla="*/ 42066 h 84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4131" h="84131">
                        <a:moveTo>
                          <a:pt x="84131" y="42066"/>
                        </a:moveTo>
                        <a:cubicBezTo>
                          <a:pt x="84131" y="65298"/>
                          <a:pt x="65298" y="84131"/>
                          <a:pt x="42066" y="84131"/>
                        </a:cubicBezTo>
                        <a:cubicBezTo>
                          <a:pt x="18833" y="84131"/>
                          <a:pt x="0" y="65298"/>
                          <a:pt x="0" y="42066"/>
                        </a:cubicBezTo>
                        <a:cubicBezTo>
                          <a:pt x="0" y="18833"/>
                          <a:pt x="18833" y="0"/>
                          <a:pt x="42066" y="0"/>
                        </a:cubicBezTo>
                        <a:cubicBezTo>
                          <a:pt x="65298" y="0"/>
                          <a:pt x="84131" y="18833"/>
                          <a:pt x="84131" y="42066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8000"/>
                    </a:srgbClr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53" name="Forme libre : forme 2852">
                    <a:extLst>
                      <a:ext uri="{FF2B5EF4-FFF2-40B4-BE49-F238E27FC236}">
                        <a16:creationId xmlns:a16="http://schemas.microsoft.com/office/drawing/2014/main" id="{04C74E96-8704-3A53-9A63-BA440F5FC778}"/>
                      </a:ext>
                    </a:extLst>
                  </p:cNvPr>
                  <p:cNvSpPr/>
                  <p:nvPr/>
                </p:nvSpPr>
                <p:spPr>
                  <a:xfrm>
                    <a:off x="1688389" y="242712"/>
                    <a:ext cx="37559" cy="63723"/>
                  </a:xfrm>
                  <a:custGeom>
                    <a:avLst/>
                    <a:gdLst>
                      <a:gd name="connsiteX0" fmla="*/ 14396 w 37559"/>
                      <a:gd name="connsiteY0" fmla="*/ 61065 h 63723"/>
                      <a:gd name="connsiteX1" fmla="*/ 14396 w 37559"/>
                      <a:gd name="connsiteY1" fmla="*/ 56484 h 63723"/>
                      <a:gd name="connsiteX2" fmla="*/ 1558 w 37559"/>
                      <a:gd name="connsiteY2" fmla="*/ 53703 h 63723"/>
                      <a:gd name="connsiteX3" fmla="*/ 100 w 37559"/>
                      <a:gd name="connsiteY3" fmla="*/ 50579 h 63723"/>
                      <a:gd name="connsiteX4" fmla="*/ 1264 w 37559"/>
                      <a:gd name="connsiteY4" fmla="*/ 46316 h 63723"/>
                      <a:gd name="connsiteX5" fmla="*/ 4890 w 37559"/>
                      <a:gd name="connsiteY5" fmla="*/ 44565 h 63723"/>
                      <a:gd name="connsiteX6" fmla="*/ 16748 w 37559"/>
                      <a:gd name="connsiteY6" fmla="*/ 47064 h 63723"/>
                      <a:gd name="connsiteX7" fmla="*/ 24771 w 37559"/>
                      <a:gd name="connsiteY7" fmla="*/ 42311 h 63723"/>
                      <a:gd name="connsiteX8" fmla="*/ 15731 w 37559"/>
                      <a:gd name="connsiteY8" fmla="*/ 36002 h 63723"/>
                      <a:gd name="connsiteX9" fmla="*/ 76 w 37559"/>
                      <a:gd name="connsiteY9" fmla="*/ 21511 h 63723"/>
                      <a:gd name="connsiteX10" fmla="*/ 14567 w 37559"/>
                      <a:gd name="connsiteY10" fmla="*/ 7252 h 63723"/>
                      <a:gd name="connsiteX11" fmla="*/ 14567 w 37559"/>
                      <a:gd name="connsiteY11" fmla="*/ 2670 h 63723"/>
                      <a:gd name="connsiteX12" fmla="*/ 17238 w 37559"/>
                      <a:gd name="connsiteY12" fmla="*/ 0 h 63723"/>
                      <a:gd name="connsiteX13" fmla="*/ 19933 w 37559"/>
                      <a:gd name="connsiteY13" fmla="*/ 0 h 63723"/>
                      <a:gd name="connsiteX14" fmla="*/ 22603 w 37559"/>
                      <a:gd name="connsiteY14" fmla="*/ 2670 h 63723"/>
                      <a:gd name="connsiteX15" fmla="*/ 22603 w 37559"/>
                      <a:gd name="connsiteY15" fmla="*/ 6774 h 63723"/>
                      <a:gd name="connsiteX16" fmla="*/ 32783 w 37559"/>
                      <a:gd name="connsiteY16" fmla="*/ 8599 h 63723"/>
                      <a:gd name="connsiteX17" fmla="*/ 34436 w 37559"/>
                      <a:gd name="connsiteY17" fmla="*/ 11809 h 63723"/>
                      <a:gd name="connsiteX18" fmla="*/ 33371 w 37559"/>
                      <a:gd name="connsiteY18" fmla="*/ 15753 h 63723"/>
                      <a:gd name="connsiteX19" fmla="*/ 29855 w 37559"/>
                      <a:gd name="connsiteY19" fmla="*/ 17554 h 63723"/>
                      <a:gd name="connsiteX20" fmla="*/ 19871 w 37559"/>
                      <a:gd name="connsiteY20" fmla="*/ 15741 h 63723"/>
                      <a:gd name="connsiteX21" fmla="*/ 12865 w 37559"/>
                      <a:gd name="connsiteY21" fmla="*/ 20028 h 63723"/>
                      <a:gd name="connsiteX22" fmla="*/ 23228 w 37559"/>
                      <a:gd name="connsiteY22" fmla="*/ 26410 h 63723"/>
                      <a:gd name="connsiteX23" fmla="*/ 37560 w 37559"/>
                      <a:gd name="connsiteY23" fmla="*/ 41208 h 63723"/>
                      <a:gd name="connsiteX24" fmla="*/ 22444 w 37559"/>
                      <a:gd name="connsiteY24" fmla="*/ 55932 h 63723"/>
                      <a:gd name="connsiteX25" fmla="*/ 22444 w 37559"/>
                      <a:gd name="connsiteY25" fmla="*/ 61053 h 63723"/>
                      <a:gd name="connsiteX26" fmla="*/ 19773 w 37559"/>
                      <a:gd name="connsiteY26" fmla="*/ 63723 h 63723"/>
                      <a:gd name="connsiteX27" fmla="*/ 17078 w 37559"/>
                      <a:gd name="connsiteY27" fmla="*/ 63723 h 63723"/>
                      <a:gd name="connsiteX28" fmla="*/ 14408 w 37559"/>
                      <a:gd name="connsiteY28" fmla="*/ 61053 h 637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7559" h="63723">
                        <a:moveTo>
                          <a:pt x="14396" y="61065"/>
                        </a:moveTo>
                        <a:lnTo>
                          <a:pt x="14396" y="56484"/>
                        </a:lnTo>
                        <a:cubicBezTo>
                          <a:pt x="9618" y="56288"/>
                          <a:pt x="4902" y="55161"/>
                          <a:pt x="1558" y="53703"/>
                        </a:cubicBezTo>
                        <a:cubicBezTo>
                          <a:pt x="358" y="53176"/>
                          <a:pt x="-255" y="51841"/>
                          <a:pt x="100" y="50579"/>
                        </a:cubicBezTo>
                        <a:lnTo>
                          <a:pt x="1264" y="46316"/>
                        </a:lnTo>
                        <a:cubicBezTo>
                          <a:pt x="1693" y="44748"/>
                          <a:pt x="3395" y="43940"/>
                          <a:pt x="4890" y="44565"/>
                        </a:cubicBezTo>
                        <a:cubicBezTo>
                          <a:pt x="8210" y="45961"/>
                          <a:pt x="12326" y="47064"/>
                          <a:pt x="16748" y="47064"/>
                        </a:cubicBezTo>
                        <a:cubicBezTo>
                          <a:pt x="21170" y="47064"/>
                          <a:pt x="24771" y="45508"/>
                          <a:pt x="24771" y="42311"/>
                        </a:cubicBezTo>
                        <a:cubicBezTo>
                          <a:pt x="24771" y="39432"/>
                          <a:pt x="22125" y="37717"/>
                          <a:pt x="15731" y="36002"/>
                        </a:cubicBezTo>
                        <a:cubicBezTo>
                          <a:pt x="6617" y="33515"/>
                          <a:pt x="76" y="29534"/>
                          <a:pt x="76" y="21511"/>
                        </a:cubicBezTo>
                        <a:cubicBezTo>
                          <a:pt x="76" y="14271"/>
                          <a:pt x="5368" y="8734"/>
                          <a:pt x="14567" y="7252"/>
                        </a:cubicBezTo>
                        <a:lnTo>
                          <a:pt x="14567" y="2670"/>
                        </a:lnTo>
                        <a:cubicBezTo>
                          <a:pt x="14567" y="1200"/>
                          <a:pt x="15756" y="0"/>
                          <a:pt x="17238" y="0"/>
                        </a:cubicBezTo>
                        <a:lnTo>
                          <a:pt x="19933" y="0"/>
                        </a:lnTo>
                        <a:cubicBezTo>
                          <a:pt x="21403" y="0"/>
                          <a:pt x="22603" y="1188"/>
                          <a:pt x="22603" y="2670"/>
                        </a:cubicBezTo>
                        <a:lnTo>
                          <a:pt x="22603" y="6774"/>
                        </a:lnTo>
                        <a:cubicBezTo>
                          <a:pt x="27013" y="6946"/>
                          <a:pt x="30235" y="7705"/>
                          <a:pt x="32783" y="8599"/>
                        </a:cubicBezTo>
                        <a:cubicBezTo>
                          <a:pt x="34093" y="9053"/>
                          <a:pt x="34804" y="10461"/>
                          <a:pt x="34436" y="11809"/>
                        </a:cubicBezTo>
                        <a:lnTo>
                          <a:pt x="33371" y="15753"/>
                        </a:lnTo>
                        <a:cubicBezTo>
                          <a:pt x="32954" y="17272"/>
                          <a:pt x="31337" y="18105"/>
                          <a:pt x="29855" y="17554"/>
                        </a:cubicBezTo>
                        <a:cubicBezTo>
                          <a:pt x="27503" y="16672"/>
                          <a:pt x="24183" y="15741"/>
                          <a:pt x="19871" y="15741"/>
                        </a:cubicBezTo>
                        <a:cubicBezTo>
                          <a:pt x="14420" y="15741"/>
                          <a:pt x="12865" y="17995"/>
                          <a:pt x="12865" y="20028"/>
                        </a:cubicBezTo>
                        <a:cubicBezTo>
                          <a:pt x="12865" y="22515"/>
                          <a:pt x="16135" y="24230"/>
                          <a:pt x="23228" y="26410"/>
                        </a:cubicBezTo>
                        <a:cubicBezTo>
                          <a:pt x="33358" y="29448"/>
                          <a:pt x="37560" y="33650"/>
                          <a:pt x="37560" y="41208"/>
                        </a:cubicBezTo>
                        <a:cubicBezTo>
                          <a:pt x="37560" y="48141"/>
                          <a:pt x="32415" y="54377"/>
                          <a:pt x="22444" y="55932"/>
                        </a:cubicBezTo>
                        <a:lnTo>
                          <a:pt x="22444" y="61053"/>
                        </a:lnTo>
                        <a:cubicBezTo>
                          <a:pt x="22444" y="62523"/>
                          <a:pt x="21256" y="63723"/>
                          <a:pt x="19773" y="63723"/>
                        </a:cubicBezTo>
                        <a:lnTo>
                          <a:pt x="17078" y="63723"/>
                        </a:lnTo>
                        <a:cubicBezTo>
                          <a:pt x="15609" y="63723"/>
                          <a:pt x="14408" y="62535"/>
                          <a:pt x="14408" y="61053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678" name="Graphique 4">
                <a:extLst>
                  <a:ext uri="{FF2B5EF4-FFF2-40B4-BE49-F238E27FC236}">
                    <a16:creationId xmlns:a16="http://schemas.microsoft.com/office/drawing/2014/main" id="{B95D0A4F-5858-2B0B-564A-CB905EACD0F1}"/>
                  </a:ext>
                </a:extLst>
              </p:cNvPr>
              <p:cNvGrpSpPr/>
              <p:nvPr/>
            </p:nvGrpSpPr>
            <p:grpSpPr>
              <a:xfrm>
                <a:off x="304545" y="709758"/>
                <a:ext cx="705028" cy="467375"/>
                <a:chOff x="304545" y="709758"/>
                <a:chExt cx="705028" cy="467375"/>
              </a:xfrm>
            </p:grpSpPr>
            <p:grpSp>
              <p:nvGrpSpPr>
                <p:cNvPr id="2812" name="Graphique 4">
                  <a:extLst>
                    <a:ext uri="{FF2B5EF4-FFF2-40B4-BE49-F238E27FC236}">
                      <a16:creationId xmlns:a16="http://schemas.microsoft.com/office/drawing/2014/main" id="{686B18DA-E75D-6889-9AF0-185307287CDF}"/>
                    </a:ext>
                  </a:extLst>
                </p:cNvPr>
                <p:cNvGrpSpPr/>
                <p:nvPr/>
              </p:nvGrpSpPr>
              <p:grpSpPr>
                <a:xfrm>
                  <a:off x="654366" y="745919"/>
                  <a:ext cx="268404" cy="431214"/>
                  <a:chOff x="654366" y="745919"/>
                  <a:chExt cx="268404" cy="431214"/>
                </a:xfrm>
              </p:grpSpPr>
              <p:grpSp>
                <p:nvGrpSpPr>
                  <p:cNvPr id="2827" name="Graphique 4">
                    <a:extLst>
                      <a:ext uri="{FF2B5EF4-FFF2-40B4-BE49-F238E27FC236}">
                        <a16:creationId xmlns:a16="http://schemas.microsoft.com/office/drawing/2014/main" id="{9098C4C4-4AB9-3D5F-3137-AE1C69856394}"/>
                      </a:ext>
                    </a:extLst>
                  </p:cNvPr>
                  <p:cNvGrpSpPr/>
                  <p:nvPr/>
                </p:nvGrpSpPr>
                <p:grpSpPr>
                  <a:xfrm>
                    <a:off x="762951" y="1140336"/>
                    <a:ext cx="53396" cy="36793"/>
                    <a:chOff x="762951" y="1140336"/>
                    <a:chExt cx="53396" cy="36793"/>
                  </a:xfrm>
                </p:grpSpPr>
                <p:sp>
                  <p:nvSpPr>
                    <p:cNvPr id="2843" name="Forme libre : forme 2842">
                      <a:extLst>
                        <a:ext uri="{FF2B5EF4-FFF2-40B4-BE49-F238E27FC236}">
                          <a16:creationId xmlns:a16="http://schemas.microsoft.com/office/drawing/2014/main" id="{3E8919C5-5293-387D-400C-CB901ADC6B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2951" y="1171965"/>
                      <a:ext cx="53393" cy="5164"/>
                    </a:xfrm>
                    <a:custGeom>
                      <a:avLst/>
                      <a:gdLst>
                        <a:gd name="connsiteX0" fmla="*/ 1515 w 53393"/>
                        <a:gd name="connsiteY0" fmla="*/ 0 h 5164"/>
                        <a:gd name="connsiteX1" fmla="*/ 39049 w 53393"/>
                        <a:gd name="connsiteY1" fmla="*/ 2621 h 5164"/>
                        <a:gd name="connsiteX2" fmla="*/ 53393 w 53393"/>
                        <a:gd name="connsiteY2" fmla="*/ 1213 h 5164"/>
                        <a:gd name="connsiteX3" fmla="*/ 53369 w 53393"/>
                        <a:gd name="connsiteY3" fmla="*/ 2009 h 5164"/>
                        <a:gd name="connsiteX4" fmla="*/ 50906 w 53393"/>
                        <a:gd name="connsiteY4" fmla="*/ 4459 h 5164"/>
                        <a:gd name="connsiteX5" fmla="*/ 1761 w 53393"/>
                        <a:gd name="connsiteY5" fmla="*/ 4508 h 5164"/>
                        <a:gd name="connsiteX6" fmla="*/ 254 w 53393"/>
                        <a:gd name="connsiteY6" fmla="*/ 1739 h 5164"/>
                        <a:gd name="connsiteX7" fmla="*/ 1503 w 53393"/>
                        <a:gd name="connsiteY7" fmla="*/ 0 h 51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53393" h="5164">
                          <a:moveTo>
                            <a:pt x="1515" y="0"/>
                          </a:moveTo>
                          <a:cubicBezTo>
                            <a:pt x="10666" y="796"/>
                            <a:pt x="26529" y="2070"/>
                            <a:pt x="39049" y="2621"/>
                          </a:cubicBezTo>
                          <a:cubicBezTo>
                            <a:pt x="46570" y="2952"/>
                            <a:pt x="50906" y="2217"/>
                            <a:pt x="53393" y="1213"/>
                          </a:cubicBezTo>
                          <a:cubicBezTo>
                            <a:pt x="53393" y="1495"/>
                            <a:pt x="53393" y="1764"/>
                            <a:pt x="53369" y="2009"/>
                          </a:cubicBezTo>
                          <a:cubicBezTo>
                            <a:pt x="53307" y="3320"/>
                            <a:pt x="52242" y="4373"/>
                            <a:pt x="50906" y="4459"/>
                          </a:cubicBezTo>
                          <a:cubicBezTo>
                            <a:pt x="27264" y="5782"/>
                            <a:pt x="8461" y="4912"/>
                            <a:pt x="1761" y="4508"/>
                          </a:cubicBezTo>
                          <a:cubicBezTo>
                            <a:pt x="376" y="4422"/>
                            <a:pt x="-444" y="2915"/>
                            <a:pt x="254" y="1739"/>
                          </a:cubicBezTo>
                          <a:cubicBezTo>
                            <a:pt x="609" y="1151"/>
                            <a:pt x="1038" y="576"/>
                            <a:pt x="1503" y="0"/>
                          </a:cubicBez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844" name="Forme libre : forme 2843">
                      <a:extLst>
                        <a:ext uri="{FF2B5EF4-FFF2-40B4-BE49-F238E27FC236}">
                          <a16:creationId xmlns:a16="http://schemas.microsoft.com/office/drawing/2014/main" id="{967085C2-4B3F-3C3F-0BA1-CDBA349FE7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467" y="1153492"/>
                      <a:ext cx="51880" cy="21174"/>
                    </a:xfrm>
                    <a:custGeom>
                      <a:avLst/>
                      <a:gdLst>
                        <a:gd name="connsiteX0" fmla="*/ 37533 w 51880"/>
                        <a:gd name="connsiteY0" fmla="*/ 21094 h 21174"/>
                        <a:gd name="connsiteX1" fmla="*/ 0 w 51880"/>
                        <a:gd name="connsiteY1" fmla="*/ 18473 h 21174"/>
                        <a:gd name="connsiteX2" fmla="*/ 37533 w 51880"/>
                        <a:gd name="connsiteY2" fmla="*/ 0 h 21174"/>
                        <a:gd name="connsiteX3" fmla="*/ 45594 w 51880"/>
                        <a:gd name="connsiteY3" fmla="*/ 0 h 21174"/>
                        <a:gd name="connsiteX4" fmla="*/ 51878 w 51880"/>
                        <a:gd name="connsiteY4" fmla="*/ 19685 h 21174"/>
                        <a:gd name="connsiteX5" fmla="*/ 37533 w 51880"/>
                        <a:gd name="connsiteY5" fmla="*/ 21094 h 211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51880" h="21174">
                          <a:moveTo>
                            <a:pt x="37533" y="21094"/>
                          </a:moveTo>
                          <a:cubicBezTo>
                            <a:pt x="25014" y="20543"/>
                            <a:pt x="9151" y="19257"/>
                            <a:pt x="0" y="18473"/>
                          </a:cubicBezTo>
                          <a:cubicBezTo>
                            <a:pt x="8991" y="7436"/>
                            <a:pt x="37533" y="0"/>
                            <a:pt x="37533" y="0"/>
                          </a:cubicBezTo>
                          <a:lnTo>
                            <a:pt x="45594" y="0"/>
                          </a:lnTo>
                          <a:cubicBezTo>
                            <a:pt x="51143" y="7987"/>
                            <a:pt x="51939" y="15594"/>
                            <a:pt x="51878" y="19685"/>
                          </a:cubicBezTo>
                          <a:cubicBezTo>
                            <a:pt x="49379" y="20690"/>
                            <a:pt x="45055" y="21425"/>
                            <a:pt x="37533" y="21094"/>
                          </a:cubicBezTo>
                          <a:close/>
                        </a:path>
                      </a:pathLst>
                    </a:custGeom>
                    <a:solidFill>
                      <a:srgbClr val="4438B7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845" name="Forme libre : forme 2844">
                      <a:extLst>
                        <a:ext uri="{FF2B5EF4-FFF2-40B4-BE49-F238E27FC236}">
                          <a16:creationId xmlns:a16="http://schemas.microsoft.com/office/drawing/2014/main" id="{2D886EBB-6ADE-D33E-D04B-C1FFA86740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365" y="1140336"/>
                      <a:ext cx="15042" cy="18285"/>
                    </a:xfrm>
                    <a:custGeom>
                      <a:avLst/>
                      <a:gdLst>
                        <a:gd name="connsiteX0" fmla="*/ 15043 w 15042"/>
                        <a:gd name="connsiteY0" fmla="*/ 0 h 18285"/>
                        <a:gd name="connsiteX1" fmla="*/ 14283 w 15042"/>
                        <a:gd name="connsiteY1" fmla="*/ 14932 h 18285"/>
                        <a:gd name="connsiteX2" fmla="*/ 11368 w 15042"/>
                        <a:gd name="connsiteY2" fmla="*/ 18142 h 18285"/>
                        <a:gd name="connsiteX3" fmla="*/ 5316 w 15042"/>
                        <a:gd name="connsiteY3" fmla="*/ 17640 h 18285"/>
                        <a:gd name="connsiteX4" fmla="*/ 2609 w 15042"/>
                        <a:gd name="connsiteY4" fmla="*/ 14540 h 18285"/>
                        <a:gd name="connsiteX5" fmla="*/ 0 w 15042"/>
                        <a:gd name="connsiteY5" fmla="*/ 12 h 18285"/>
                        <a:gd name="connsiteX6" fmla="*/ 15043 w 15042"/>
                        <a:gd name="connsiteY6" fmla="*/ 12 h 18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5042" h="18285">
                          <a:moveTo>
                            <a:pt x="15043" y="0"/>
                          </a:moveTo>
                          <a:lnTo>
                            <a:pt x="14283" y="14932"/>
                          </a:lnTo>
                          <a:cubicBezTo>
                            <a:pt x="14197" y="16549"/>
                            <a:pt x="12997" y="17909"/>
                            <a:pt x="11368" y="18142"/>
                          </a:cubicBezTo>
                          <a:cubicBezTo>
                            <a:pt x="9763" y="18375"/>
                            <a:pt x="7595" y="18399"/>
                            <a:pt x="5316" y="17640"/>
                          </a:cubicBezTo>
                          <a:cubicBezTo>
                            <a:pt x="3908" y="17174"/>
                            <a:pt x="2866" y="15986"/>
                            <a:pt x="2609" y="14540"/>
                          </a:cubicBezTo>
                          <a:lnTo>
                            <a:pt x="0" y="12"/>
                          </a:lnTo>
                          <a:lnTo>
                            <a:pt x="15043" y="12"/>
                          </a:ln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828" name="Graphique 4">
                    <a:extLst>
                      <a:ext uri="{FF2B5EF4-FFF2-40B4-BE49-F238E27FC236}">
                        <a16:creationId xmlns:a16="http://schemas.microsoft.com/office/drawing/2014/main" id="{AF1D290F-B0CB-DBB7-4E5D-EB520E764175}"/>
                      </a:ext>
                    </a:extLst>
                  </p:cNvPr>
                  <p:cNvGrpSpPr/>
                  <p:nvPr/>
                </p:nvGrpSpPr>
                <p:grpSpPr>
                  <a:xfrm>
                    <a:off x="889047" y="1126384"/>
                    <a:ext cx="33723" cy="50749"/>
                    <a:chOff x="889047" y="1126384"/>
                    <a:chExt cx="33723" cy="50749"/>
                  </a:xfrm>
                </p:grpSpPr>
                <p:grpSp>
                  <p:nvGrpSpPr>
                    <p:cNvPr id="2839" name="Graphique 4">
                      <a:extLst>
                        <a:ext uri="{FF2B5EF4-FFF2-40B4-BE49-F238E27FC236}">
                          <a16:creationId xmlns:a16="http://schemas.microsoft.com/office/drawing/2014/main" id="{BED83701-F272-5728-8CB8-61CBEF7115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2611" y="1140226"/>
                      <a:ext cx="30159" cy="36907"/>
                      <a:chOff x="892611" y="1140226"/>
                      <a:chExt cx="30159" cy="36907"/>
                    </a:xfrm>
                  </p:grpSpPr>
                  <p:sp>
                    <p:nvSpPr>
                      <p:cNvPr id="2841" name="Forme libre : forme 2840">
                        <a:extLst>
                          <a:ext uri="{FF2B5EF4-FFF2-40B4-BE49-F238E27FC236}">
                            <a16:creationId xmlns:a16="http://schemas.microsoft.com/office/drawing/2014/main" id="{92E978A0-6AB0-F545-D90D-8E19370793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2301" y="1169662"/>
                        <a:ext cx="20469" cy="7471"/>
                      </a:xfrm>
                      <a:custGeom>
                        <a:avLst/>
                        <a:gdLst>
                          <a:gd name="connsiteX0" fmla="*/ 13805 w 20469"/>
                          <a:gd name="connsiteY0" fmla="*/ 4814 h 7471"/>
                          <a:gd name="connsiteX1" fmla="*/ 20322 w 20469"/>
                          <a:gd name="connsiteY1" fmla="*/ 0 h 7471"/>
                          <a:gd name="connsiteX2" fmla="*/ 20335 w 20469"/>
                          <a:gd name="connsiteY2" fmla="*/ 61 h 7471"/>
                          <a:gd name="connsiteX3" fmla="*/ 16856 w 20469"/>
                          <a:gd name="connsiteY3" fmla="*/ 5941 h 7471"/>
                          <a:gd name="connsiteX4" fmla="*/ 7240 w 20469"/>
                          <a:gd name="connsiteY4" fmla="*/ 7448 h 7471"/>
                          <a:gd name="connsiteX5" fmla="*/ 24 w 20469"/>
                          <a:gd name="connsiteY5" fmla="*/ 4116 h 7471"/>
                          <a:gd name="connsiteX6" fmla="*/ 0 w 20469"/>
                          <a:gd name="connsiteY6" fmla="*/ 4091 h 7471"/>
                          <a:gd name="connsiteX7" fmla="*/ 13793 w 20469"/>
                          <a:gd name="connsiteY7" fmla="*/ 4826 h 74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20469" h="7471">
                            <a:moveTo>
                              <a:pt x="13805" y="4814"/>
                            </a:moveTo>
                            <a:cubicBezTo>
                              <a:pt x="17774" y="4263"/>
                              <a:pt x="19563" y="2205"/>
                              <a:pt x="20322" y="0"/>
                            </a:cubicBezTo>
                            <a:cubicBezTo>
                              <a:pt x="20322" y="25"/>
                              <a:pt x="20322" y="37"/>
                              <a:pt x="20335" y="61"/>
                            </a:cubicBezTo>
                            <a:cubicBezTo>
                              <a:pt x="20923" y="2389"/>
                              <a:pt x="19563" y="4790"/>
                              <a:pt x="16856" y="5941"/>
                            </a:cubicBezTo>
                            <a:cubicBezTo>
                              <a:pt x="13585" y="7325"/>
                              <a:pt x="10008" y="7558"/>
                              <a:pt x="7240" y="7448"/>
                            </a:cubicBezTo>
                            <a:cubicBezTo>
                              <a:pt x="4263" y="7325"/>
                              <a:pt x="1531" y="6088"/>
                              <a:pt x="24" y="4116"/>
                            </a:cubicBezTo>
                            <a:lnTo>
                              <a:pt x="0" y="4091"/>
                            </a:lnTo>
                            <a:cubicBezTo>
                              <a:pt x="2989" y="5574"/>
                              <a:pt x="7178" y="5745"/>
                              <a:pt x="13793" y="4826"/>
                            </a:cubicBezTo>
                            <a:close/>
                          </a:path>
                        </a:pathLst>
                      </a:custGeom>
                      <a:solidFill>
                        <a:srgbClr val="332989"/>
                      </a:solidFill>
                      <a:ln w="122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842" name="Forme libre : forme 2841">
                        <a:extLst>
                          <a:ext uri="{FF2B5EF4-FFF2-40B4-BE49-F238E27FC236}">
                            <a16:creationId xmlns:a16="http://schemas.microsoft.com/office/drawing/2014/main" id="{755F9F37-680A-9731-935A-12C518F81D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2611" y="1140226"/>
                        <a:ext cx="30024" cy="34815"/>
                      </a:xfrm>
                      <a:custGeom>
                        <a:avLst/>
                        <a:gdLst>
                          <a:gd name="connsiteX0" fmla="*/ 4803 w 30024"/>
                          <a:gd name="connsiteY0" fmla="*/ 12 h 34815"/>
                          <a:gd name="connsiteX1" fmla="*/ 11454 w 30024"/>
                          <a:gd name="connsiteY1" fmla="*/ 12 h 34815"/>
                          <a:gd name="connsiteX2" fmla="*/ 30025 w 30024"/>
                          <a:gd name="connsiteY2" fmla="*/ 29436 h 34815"/>
                          <a:gd name="connsiteX3" fmla="*/ 23508 w 30024"/>
                          <a:gd name="connsiteY3" fmla="*/ 34250 h 34815"/>
                          <a:gd name="connsiteX4" fmla="*/ 9715 w 30024"/>
                          <a:gd name="connsiteY4" fmla="*/ 33515 h 34815"/>
                          <a:gd name="connsiteX5" fmla="*/ 233 w 30024"/>
                          <a:gd name="connsiteY5" fmla="*/ 9616 h 34815"/>
                          <a:gd name="connsiteX6" fmla="*/ 4815 w 30024"/>
                          <a:gd name="connsiteY6" fmla="*/ 0 h 348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0024" h="34815">
                            <a:moveTo>
                              <a:pt x="4803" y="12"/>
                            </a:moveTo>
                            <a:lnTo>
                              <a:pt x="11454" y="12"/>
                            </a:lnTo>
                            <a:cubicBezTo>
                              <a:pt x="21585" y="-196"/>
                              <a:pt x="27942" y="21168"/>
                              <a:pt x="30025" y="29436"/>
                            </a:cubicBezTo>
                            <a:cubicBezTo>
                              <a:pt x="29278" y="31641"/>
                              <a:pt x="27477" y="33699"/>
                              <a:pt x="23508" y="34250"/>
                            </a:cubicBezTo>
                            <a:cubicBezTo>
                              <a:pt x="16893" y="35169"/>
                              <a:pt x="12704" y="34998"/>
                              <a:pt x="9715" y="33515"/>
                            </a:cubicBezTo>
                            <a:cubicBezTo>
                              <a:pt x="4239" y="26312"/>
                              <a:pt x="1532" y="15778"/>
                              <a:pt x="233" y="9616"/>
                            </a:cubicBezTo>
                            <a:cubicBezTo>
                              <a:pt x="-1249" y="2621"/>
                              <a:pt x="4815" y="0"/>
                              <a:pt x="4815" y="0"/>
                            </a:cubicBezTo>
                            <a:close/>
                          </a:path>
                        </a:pathLst>
                      </a:custGeom>
                      <a:solidFill>
                        <a:srgbClr val="4438B7"/>
                      </a:solidFill>
                      <a:ln w="122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2840" name="Forme libre : forme 2839">
                      <a:extLst>
                        <a:ext uri="{FF2B5EF4-FFF2-40B4-BE49-F238E27FC236}">
                          <a16:creationId xmlns:a16="http://schemas.microsoft.com/office/drawing/2014/main" id="{6981D861-49ED-B2BC-D84B-193E53DAFB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047" y="1126384"/>
                      <a:ext cx="17968" cy="21100"/>
                    </a:xfrm>
                    <a:custGeom>
                      <a:avLst/>
                      <a:gdLst>
                        <a:gd name="connsiteX0" fmla="*/ 14161 w 17968"/>
                        <a:gd name="connsiteY0" fmla="*/ 0 h 21100"/>
                        <a:gd name="connsiteX1" fmla="*/ 17848 w 17968"/>
                        <a:gd name="connsiteY1" fmla="*/ 14675 h 21100"/>
                        <a:gd name="connsiteX2" fmla="*/ 15778 w 17968"/>
                        <a:gd name="connsiteY2" fmla="*/ 19195 h 21100"/>
                        <a:gd name="connsiteX3" fmla="*/ 8134 w 17968"/>
                        <a:gd name="connsiteY3" fmla="*/ 21045 h 21100"/>
                        <a:gd name="connsiteX4" fmla="*/ 5414 w 17968"/>
                        <a:gd name="connsiteY4" fmla="*/ 18828 h 21100"/>
                        <a:gd name="connsiteX5" fmla="*/ 0 w 17968"/>
                        <a:gd name="connsiteY5" fmla="*/ 3381 h 21100"/>
                        <a:gd name="connsiteX6" fmla="*/ 14161 w 17968"/>
                        <a:gd name="connsiteY6" fmla="*/ 0 h 21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7968" h="21100">
                          <a:moveTo>
                            <a:pt x="14161" y="0"/>
                          </a:moveTo>
                          <a:lnTo>
                            <a:pt x="17848" y="14675"/>
                          </a:lnTo>
                          <a:cubicBezTo>
                            <a:pt x="18301" y="16476"/>
                            <a:pt x="17444" y="18338"/>
                            <a:pt x="15778" y="19195"/>
                          </a:cubicBezTo>
                          <a:cubicBezTo>
                            <a:pt x="13707" y="20249"/>
                            <a:pt x="10804" y="21364"/>
                            <a:pt x="8134" y="21045"/>
                          </a:cubicBezTo>
                          <a:cubicBezTo>
                            <a:pt x="6872" y="20898"/>
                            <a:pt x="5831" y="20004"/>
                            <a:pt x="5414" y="18828"/>
                          </a:cubicBezTo>
                          <a:lnTo>
                            <a:pt x="0" y="3381"/>
                          </a:lnTo>
                          <a:lnTo>
                            <a:pt x="14161" y="0"/>
                          </a:ln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829" name="Forme libre : forme 2828">
                    <a:extLst>
                      <a:ext uri="{FF2B5EF4-FFF2-40B4-BE49-F238E27FC236}">
                        <a16:creationId xmlns:a16="http://schemas.microsoft.com/office/drawing/2014/main" id="{DC5D361A-0799-D49E-113B-568F422C7A61}"/>
                      </a:ext>
                    </a:extLst>
                  </p:cNvPr>
                  <p:cNvSpPr/>
                  <p:nvPr/>
                </p:nvSpPr>
                <p:spPr>
                  <a:xfrm>
                    <a:off x="765716" y="921899"/>
                    <a:ext cx="141900" cy="224258"/>
                  </a:xfrm>
                  <a:custGeom>
                    <a:avLst/>
                    <a:gdLst>
                      <a:gd name="connsiteX0" fmla="*/ 141889 w 141900"/>
                      <a:gd name="connsiteY0" fmla="*/ 208736 h 224258"/>
                      <a:gd name="connsiteX1" fmla="*/ 122363 w 141900"/>
                      <a:gd name="connsiteY1" fmla="*/ 213342 h 224258"/>
                      <a:gd name="connsiteX2" fmla="*/ 46549 w 141900"/>
                      <a:gd name="connsiteY2" fmla="*/ 65855 h 224258"/>
                      <a:gd name="connsiteX3" fmla="*/ 47798 w 141900"/>
                      <a:gd name="connsiteY3" fmla="*/ 222517 h 224258"/>
                      <a:gd name="connsiteX4" fmla="*/ 27476 w 141900"/>
                      <a:gd name="connsiteY4" fmla="*/ 222517 h 224258"/>
                      <a:gd name="connsiteX5" fmla="*/ 0 w 141900"/>
                      <a:gd name="connsiteY5" fmla="*/ 18252 h 224258"/>
                      <a:gd name="connsiteX6" fmla="*/ 62020 w 141900"/>
                      <a:gd name="connsiteY6" fmla="*/ 0 h 224258"/>
                      <a:gd name="connsiteX7" fmla="*/ 141901 w 141900"/>
                      <a:gd name="connsiteY7" fmla="*/ 208736 h 2242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41900" h="224258">
                        <a:moveTo>
                          <a:pt x="141889" y="208736"/>
                        </a:moveTo>
                        <a:cubicBezTo>
                          <a:pt x="137295" y="212815"/>
                          <a:pt x="122363" y="213342"/>
                          <a:pt x="122363" y="213342"/>
                        </a:cubicBezTo>
                        <a:cubicBezTo>
                          <a:pt x="68550" y="84205"/>
                          <a:pt x="46549" y="65855"/>
                          <a:pt x="46549" y="65855"/>
                        </a:cubicBezTo>
                        <a:cubicBezTo>
                          <a:pt x="54315" y="114596"/>
                          <a:pt x="47798" y="222517"/>
                          <a:pt x="47798" y="222517"/>
                        </a:cubicBezTo>
                        <a:cubicBezTo>
                          <a:pt x="38917" y="226436"/>
                          <a:pt x="27476" y="222517"/>
                          <a:pt x="27476" y="222517"/>
                        </a:cubicBezTo>
                        <a:cubicBezTo>
                          <a:pt x="26753" y="142722"/>
                          <a:pt x="14491" y="73119"/>
                          <a:pt x="0" y="18252"/>
                        </a:cubicBezTo>
                        <a:cubicBezTo>
                          <a:pt x="36369" y="17431"/>
                          <a:pt x="55712" y="4986"/>
                          <a:pt x="62020" y="0"/>
                        </a:cubicBezTo>
                        <a:cubicBezTo>
                          <a:pt x="92339" y="48876"/>
                          <a:pt x="141901" y="208736"/>
                          <a:pt x="141901" y="208736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30" name="Forme libre : forme 2829">
                    <a:extLst>
                      <a:ext uri="{FF2B5EF4-FFF2-40B4-BE49-F238E27FC236}">
                        <a16:creationId xmlns:a16="http://schemas.microsoft.com/office/drawing/2014/main" id="{1CA29EE1-86DD-3DDF-9479-069B979CFB14}"/>
                      </a:ext>
                    </a:extLst>
                  </p:cNvPr>
                  <p:cNvSpPr/>
                  <p:nvPr/>
                </p:nvSpPr>
                <p:spPr>
                  <a:xfrm>
                    <a:off x="716913" y="772496"/>
                    <a:ext cx="114196" cy="171395"/>
                  </a:xfrm>
                  <a:custGeom>
                    <a:avLst/>
                    <a:gdLst>
                      <a:gd name="connsiteX0" fmla="*/ 101575 w 114196"/>
                      <a:gd name="connsiteY0" fmla="*/ 887 h 171395"/>
                      <a:gd name="connsiteX1" fmla="*/ 104368 w 114196"/>
                      <a:gd name="connsiteY1" fmla="*/ 124707 h 171395"/>
                      <a:gd name="connsiteX2" fmla="*/ 113861 w 114196"/>
                      <a:gd name="connsiteY2" fmla="*/ 150958 h 171395"/>
                      <a:gd name="connsiteX3" fmla="*/ 112918 w 114196"/>
                      <a:gd name="connsiteY3" fmla="*/ 154241 h 171395"/>
                      <a:gd name="connsiteX4" fmla="*/ 51045 w 114196"/>
                      <a:gd name="connsiteY4" fmla="*/ 171391 h 171395"/>
                      <a:gd name="connsiteX5" fmla="*/ 46855 w 114196"/>
                      <a:gd name="connsiteY5" fmla="*/ 168279 h 171395"/>
                      <a:gd name="connsiteX6" fmla="*/ 0 w 114196"/>
                      <a:gd name="connsiteY6" fmla="*/ 35627 h 171395"/>
                      <a:gd name="connsiteX7" fmla="*/ 101587 w 114196"/>
                      <a:gd name="connsiteY7" fmla="*/ 887 h 171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4196" h="171395">
                        <a:moveTo>
                          <a:pt x="101575" y="887"/>
                        </a:moveTo>
                        <a:cubicBezTo>
                          <a:pt x="108459" y="35223"/>
                          <a:pt x="105997" y="96680"/>
                          <a:pt x="104368" y="124707"/>
                        </a:cubicBezTo>
                        <a:cubicBezTo>
                          <a:pt x="103915" y="132584"/>
                          <a:pt x="109415" y="143510"/>
                          <a:pt x="113861" y="150958"/>
                        </a:cubicBezTo>
                        <a:cubicBezTo>
                          <a:pt x="114560" y="152122"/>
                          <a:pt x="114131" y="153629"/>
                          <a:pt x="112918" y="154241"/>
                        </a:cubicBezTo>
                        <a:cubicBezTo>
                          <a:pt x="105470" y="158063"/>
                          <a:pt x="80260" y="169921"/>
                          <a:pt x="51045" y="171391"/>
                        </a:cubicBezTo>
                        <a:cubicBezTo>
                          <a:pt x="49097" y="171489"/>
                          <a:pt x="47358" y="170166"/>
                          <a:pt x="46855" y="168279"/>
                        </a:cubicBezTo>
                        <a:cubicBezTo>
                          <a:pt x="25173" y="87345"/>
                          <a:pt x="0" y="35627"/>
                          <a:pt x="0" y="35627"/>
                        </a:cubicBezTo>
                        <a:cubicBezTo>
                          <a:pt x="27795" y="-8766"/>
                          <a:pt x="101587" y="887"/>
                          <a:pt x="101587" y="887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31" name="Forme libre : forme 2830">
                    <a:extLst>
                      <a:ext uri="{FF2B5EF4-FFF2-40B4-BE49-F238E27FC236}">
                        <a16:creationId xmlns:a16="http://schemas.microsoft.com/office/drawing/2014/main" id="{543519FE-4D85-601E-7CB2-428C8B8F743C}"/>
                      </a:ext>
                    </a:extLst>
                  </p:cNvPr>
                  <p:cNvSpPr/>
                  <p:nvPr/>
                </p:nvSpPr>
                <p:spPr>
                  <a:xfrm>
                    <a:off x="786246" y="963374"/>
                    <a:ext cx="24062" cy="21317"/>
                  </a:xfrm>
                  <a:custGeom>
                    <a:avLst/>
                    <a:gdLst>
                      <a:gd name="connsiteX0" fmla="*/ 22344 w 24062"/>
                      <a:gd name="connsiteY0" fmla="*/ 21317 h 21317"/>
                      <a:gd name="connsiteX1" fmla="*/ 23238 w 24062"/>
                      <a:gd name="connsiteY1" fmla="*/ 21060 h 21317"/>
                      <a:gd name="connsiteX2" fmla="*/ 23814 w 24062"/>
                      <a:gd name="connsiteY2" fmla="*/ 18696 h 21317"/>
                      <a:gd name="connsiteX3" fmla="*/ 2475 w 24062"/>
                      <a:gd name="connsiteY3" fmla="*/ 174 h 21317"/>
                      <a:gd name="connsiteX4" fmla="*/ 172 w 24062"/>
                      <a:gd name="connsiteY4" fmla="*/ 983 h 21317"/>
                      <a:gd name="connsiteX5" fmla="*/ 980 w 24062"/>
                      <a:gd name="connsiteY5" fmla="*/ 3285 h 21317"/>
                      <a:gd name="connsiteX6" fmla="*/ 20874 w 24062"/>
                      <a:gd name="connsiteY6" fmla="*/ 20496 h 21317"/>
                      <a:gd name="connsiteX7" fmla="*/ 22344 w 24062"/>
                      <a:gd name="connsiteY7" fmla="*/ 21317 h 213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4062" h="21317">
                        <a:moveTo>
                          <a:pt x="22344" y="21317"/>
                        </a:moveTo>
                        <a:cubicBezTo>
                          <a:pt x="22650" y="21317"/>
                          <a:pt x="22956" y="21231"/>
                          <a:pt x="23238" y="21060"/>
                        </a:cubicBezTo>
                        <a:cubicBezTo>
                          <a:pt x="24047" y="20558"/>
                          <a:pt x="24304" y="19504"/>
                          <a:pt x="23814" y="18696"/>
                        </a:cubicBezTo>
                        <a:cubicBezTo>
                          <a:pt x="23520" y="18218"/>
                          <a:pt x="16562" y="6973"/>
                          <a:pt x="2475" y="174"/>
                        </a:cubicBezTo>
                        <a:cubicBezTo>
                          <a:pt x="1617" y="-242"/>
                          <a:pt x="588" y="113"/>
                          <a:pt x="172" y="983"/>
                        </a:cubicBezTo>
                        <a:cubicBezTo>
                          <a:pt x="-245" y="1840"/>
                          <a:pt x="123" y="2869"/>
                          <a:pt x="980" y="3285"/>
                        </a:cubicBezTo>
                        <a:cubicBezTo>
                          <a:pt x="14112" y="9619"/>
                          <a:pt x="20800" y="20386"/>
                          <a:pt x="20874" y="20496"/>
                        </a:cubicBezTo>
                        <a:cubicBezTo>
                          <a:pt x="21205" y="21023"/>
                          <a:pt x="21768" y="21317"/>
                          <a:pt x="22344" y="2131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832" name="Graphique 4">
                    <a:extLst>
                      <a:ext uri="{FF2B5EF4-FFF2-40B4-BE49-F238E27FC236}">
                        <a16:creationId xmlns:a16="http://schemas.microsoft.com/office/drawing/2014/main" id="{BCA612D4-8982-BCA9-EFC5-7B53437CD6EA}"/>
                      </a:ext>
                    </a:extLst>
                  </p:cNvPr>
                  <p:cNvGrpSpPr/>
                  <p:nvPr/>
                </p:nvGrpSpPr>
                <p:grpSpPr>
                  <a:xfrm>
                    <a:off x="810808" y="773383"/>
                    <a:ext cx="51758" cy="150512"/>
                    <a:chOff x="810808" y="773383"/>
                    <a:chExt cx="51758" cy="150512"/>
                  </a:xfrm>
                </p:grpSpPr>
                <p:sp>
                  <p:nvSpPr>
                    <p:cNvPr id="2837" name="Forme libre : forme 2836">
                      <a:extLst>
                        <a:ext uri="{FF2B5EF4-FFF2-40B4-BE49-F238E27FC236}">
                          <a16:creationId xmlns:a16="http://schemas.microsoft.com/office/drawing/2014/main" id="{393AE197-3CF5-B133-6CC2-E4BC73CEF3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878" y="869532"/>
                      <a:ext cx="26790" cy="54363"/>
                    </a:xfrm>
                    <a:custGeom>
                      <a:avLst/>
                      <a:gdLst>
                        <a:gd name="connsiteX0" fmla="*/ 26790 w 26790"/>
                        <a:gd name="connsiteY0" fmla="*/ 2388 h 54363"/>
                        <a:gd name="connsiteX1" fmla="*/ 4973 w 26790"/>
                        <a:gd name="connsiteY1" fmla="*/ 54364 h 54363"/>
                        <a:gd name="connsiteX2" fmla="*/ 0 w 26790"/>
                        <a:gd name="connsiteY2" fmla="*/ 50309 h 54363"/>
                        <a:gd name="connsiteX3" fmla="*/ 2474 w 26790"/>
                        <a:gd name="connsiteY3" fmla="*/ 636 h 54363"/>
                        <a:gd name="connsiteX4" fmla="*/ 26778 w 26790"/>
                        <a:gd name="connsiteY4" fmla="*/ 2388 h 543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6790" h="54363">
                          <a:moveTo>
                            <a:pt x="26790" y="2388"/>
                          </a:moveTo>
                          <a:cubicBezTo>
                            <a:pt x="24573" y="18386"/>
                            <a:pt x="18044" y="35830"/>
                            <a:pt x="4973" y="54364"/>
                          </a:cubicBezTo>
                          <a:lnTo>
                            <a:pt x="0" y="50309"/>
                          </a:lnTo>
                          <a:cubicBezTo>
                            <a:pt x="0" y="50309"/>
                            <a:pt x="5733" y="27047"/>
                            <a:pt x="2474" y="636"/>
                          </a:cubicBezTo>
                          <a:cubicBezTo>
                            <a:pt x="10535" y="-932"/>
                            <a:pt x="20053" y="685"/>
                            <a:pt x="26778" y="2388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838" name="Forme libre : forme 2837">
                      <a:extLst>
                        <a:ext uri="{FF2B5EF4-FFF2-40B4-BE49-F238E27FC236}">
                          <a16:creationId xmlns:a16="http://schemas.microsoft.com/office/drawing/2014/main" id="{F9CDF4B7-27A4-6D54-EC9C-E26AFCB7FF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0808" y="773383"/>
                      <a:ext cx="51758" cy="98536"/>
                    </a:xfrm>
                    <a:custGeom>
                      <a:avLst/>
                      <a:gdLst>
                        <a:gd name="connsiteX0" fmla="*/ 0 w 51758"/>
                        <a:gd name="connsiteY0" fmla="*/ 42360 h 98536"/>
                        <a:gd name="connsiteX1" fmla="*/ 7693 w 51758"/>
                        <a:gd name="connsiteY1" fmla="*/ 0 h 98536"/>
                        <a:gd name="connsiteX2" fmla="*/ 50873 w 51758"/>
                        <a:gd name="connsiteY2" fmla="*/ 98537 h 98536"/>
                        <a:gd name="connsiteX3" fmla="*/ 26570 w 51758"/>
                        <a:gd name="connsiteY3" fmla="*/ 96785 h 98536"/>
                        <a:gd name="connsiteX4" fmla="*/ 12 w 51758"/>
                        <a:gd name="connsiteY4" fmla="*/ 42360 h 985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1758" h="98536">
                          <a:moveTo>
                            <a:pt x="0" y="42360"/>
                          </a:moveTo>
                          <a:lnTo>
                            <a:pt x="7693" y="0"/>
                          </a:lnTo>
                          <a:cubicBezTo>
                            <a:pt x="7693" y="0"/>
                            <a:pt x="59068" y="39260"/>
                            <a:pt x="50873" y="98537"/>
                          </a:cubicBezTo>
                          <a:cubicBezTo>
                            <a:pt x="44148" y="96834"/>
                            <a:pt x="34630" y="95217"/>
                            <a:pt x="26570" y="96785"/>
                          </a:cubicBezTo>
                          <a:cubicBezTo>
                            <a:pt x="24218" y="77761"/>
                            <a:pt x="17211" y="57108"/>
                            <a:pt x="12" y="42360"/>
                          </a:cubicBezTo>
                          <a:close/>
                        </a:path>
                      </a:pathLst>
                    </a:custGeom>
                    <a:solidFill>
                      <a:srgbClr val="FFD040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833" name="Graphique 4">
                    <a:extLst>
                      <a:ext uri="{FF2B5EF4-FFF2-40B4-BE49-F238E27FC236}">
                        <a16:creationId xmlns:a16="http://schemas.microsoft.com/office/drawing/2014/main" id="{A383AD8F-BCC8-B400-FDC6-AEF9074CD9C7}"/>
                      </a:ext>
                    </a:extLst>
                  </p:cNvPr>
                  <p:cNvGrpSpPr/>
                  <p:nvPr/>
                </p:nvGrpSpPr>
                <p:grpSpPr>
                  <a:xfrm>
                    <a:off x="654366" y="808123"/>
                    <a:ext cx="82379" cy="88339"/>
                    <a:chOff x="654366" y="808123"/>
                    <a:chExt cx="82379" cy="88339"/>
                  </a:xfrm>
                </p:grpSpPr>
                <p:sp>
                  <p:nvSpPr>
                    <p:cNvPr id="2835" name="Forme libre : forme 2834">
                      <a:extLst>
                        <a:ext uri="{FF2B5EF4-FFF2-40B4-BE49-F238E27FC236}">
                          <a16:creationId xmlns:a16="http://schemas.microsoft.com/office/drawing/2014/main" id="{E29BA6B3-DD3E-A1D7-B876-DB92EE56D6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8098" y="808123"/>
                      <a:ext cx="38647" cy="83910"/>
                    </a:xfrm>
                    <a:custGeom>
                      <a:avLst/>
                      <a:gdLst>
                        <a:gd name="connsiteX0" fmla="*/ 18816 w 38647"/>
                        <a:gd name="connsiteY0" fmla="*/ 0 h 83910"/>
                        <a:gd name="connsiteX1" fmla="*/ 38648 w 38647"/>
                        <a:gd name="connsiteY1" fmla="*/ 42703 h 83910"/>
                        <a:gd name="connsiteX2" fmla="*/ 6664 w 38647"/>
                        <a:gd name="connsiteY2" fmla="*/ 83911 h 83910"/>
                        <a:gd name="connsiteX3" fmla="*/ 0 w 38647"/>
                        <a:gd name="connsiteY3" fmla="*/ 56104 h 83910"/>
                        <a:gd name="connsiteX4" fmla="*/ 18816 w 38647"/>
                        <a:gd name="connsiteY4" fmla="*/ 0 h 839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8647" h="83910">
                          <a:moveTo>
                            <a:pt x="18816" y="0"/>
                          </a:moveTo>
                          <a:lnTo>
                            <a:pt x="38648" y="42703"/>
                          </a:lnTo>
                          <a:cubicBezTo>
                            <a:pt x="35438" y="68488"/>
                            <a:pt x="21596" y="79636"/>
                            <a:pt x="6664" y="83911"/>
                          </a:cubicBezTo>
                          <a:cubicBezTo>
                            <a:pt x="5733" y="72163"/>
                            <a:pt x="2756" y="62670"/>
                            <a:pt x="0" y="56104"/>
                          </a:cubicBezTo>
                          <a:cubicBezTo>
                            <a:pt x="19085" y="36406"/>
                            <a:pt x="18816" y="0"/>
                            <a:pt x="18816" y="0"/>
                          </a:cubicBezTo>
                          <a:close/>
                        </a:path>
                      </a:pathLst>
                    </a:custGeom>
                    <a:solidFill>
                      <a:srgbClr val="FFD040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836" name="Forme libre : forme 2835">
                      <a:extLst>
                        <a:ext uri="{FF2B5EF4-FFF2-40B4-BE49-F238E27FC236}">
                          <a16:creationId xmlns:a16="http://schemas.microsoft.com/office/drawing/2014/main" id="{D5BF30A9-E1C6-B3E7-08B8-E889D41FB8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366" y="864227"/>
                      <a:ext cx="50383" cy="32235"/>
                    </a:xfrm>
                    <a:custGeom>
                      <a:avLst/>
                      <a:gdLst>
                        <a:gd name="connsiteX0" fmla="*/ 43719 w 50383"/>
                        <a:gd name="connsiteY0" fmla="*/ 0 h 32235"/>
                        <a:gd name="connsiteX1" fmla="*/ 50383 w 50383"/>
                        <a:gd name="connsiteY1" fmla="*/ 27807 h 32235"/>
                        <a:gd name="connsiteX2" fmla="*/ 0 w 50383"/>
                        <a:gd name="connsiteY2" fmla="*/ 13291 h 32235"/>
                        <a:gd name="connsiteX3" fmla="*/ 7362 w 50383"/>
                        <a:gd name="connsiteY3" fmla="*/ 11992 h 32235"/>
                        <a:gd name="connsiteX4" fmla="*/ 43719 w 50383"/>
                        <a:gd name="connsiteY4" fmla="*/ 0 h 322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0383" h="32235">
                          <a:moveTo>
                            <a:pt x="43719" y="0"/>
                          </a:moveTo>
                          <a:cubicBezTo>
                            <a:pt x="46476" y="6566"/>
                            <a:pt x="49452" y="16059"/>
                            <a:pt x="50383" y="27807"/>
                          </a:cubicBezTo>
                          <a:cubicBezTo>
                            <a:pt x="10547" y="43266"/>
                            <a:pt x="0" y="13291"/>
                            <a:pt x="0" y="13291"/>
                          </a:cubicBezTo>
                          <a:lnTo>
                            <a:pt x="7362" y="11992"/>
                          </a:lnTo>
                          <a:cubicBezTo>
                            <a:pt x="23985" y="13744"/>
                            <a:pt x="35610" y="8379"/>
                            <a:pt x="43719" y="0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834" name="Forme libre : forme 2833">
                    <a:extLst>
                      <a:ext uri="{FF2B5EF4-FFF2-40B4-BE49-F238E27FC236}">
                        <a16:creationId xmlns:a16="http://schemas.microsoft.com/office/drawing/2014/main" id="{E7B93023-ADB0-AC1A-A381-D64C39077110}"/>
                      </a:ext>
                    </a:extLst>
                  </p:cNvPr>
                  <p:cNvSpPr/>
                  <p:nvPr/>
                </p:nvSpPr>
                <p:spPr>
                  <a:xfrm>
                    <a:off x="735165" y="745919"/>
                    <a:ext cx="37349" cy="49725"/>
                  </a:xfrm>
                  <a:custGeom>
                    <a:avLst/>
                    <a:gdLst>
                      <a:gd name="connsiteX0" fmla="*/ 12 w 37349"/>
                      <a:gd name="connsiteY0" fmla="*/ 9481 h 49725"/>
                      <a:gd name="connsiteX1" fmla="*/ 9579 w 37349"/>
                      <a:gd name="connsiteY1" fmla="*/ 44675 h 49725"/>
                      <a:gd name="connsiteX2" fmla="*/ 18730 w 37349"/>
                      <a:gd name="connsiteY2" fmla="*/ 49232 h 49725"/>
                      <a:gd name="connsiteX3" fmla="*/ 32523 w 37349"/>
                      <a:gd name="connsiteY3" fmla="*/ 42935 h 49725"/>
                      <a:gd name="connsiteX4" fmla="*/ 35781 w 37349"/>
                      <a:gd name="connsiteY4" fmla="*/ 29681 h 49725"/>
                      <a:gd name="connsiteX5" fmla="*/ 15876 w 37349"/>
                      <a:gd name="connsiteY5" fmla="*/ 0 h 49725"/>
                      <a:gd name="connsiteX6" fmla="*/ 0 w 37349"/>
                      <a:gd name="connsiteY6" fmla="*/ 9494 h 497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7349" h="49725">
                        <a:moveTo>
                          <a:pt x="12" y="9481"/>
                        </a:moveTo>
                        <a:lnTo>
                          <a:pt x="9579" y="44675"/>
                        </a:lnTo>
                        <a:cubicBezTo>
                          <a:pt x="10657" y="48631"/>
                          <a:pt x="14932" y="50751"/>
                          <a:pt x="18730" y="49232"/>
                        </a:cubicBezTo>
                        <a:cubicBezTo>
                          <a:pt x="22834" y="47590"/>
                          <a:pt x="28040" y="45349"/>
                          <a:pt x="32523" y="42935"/>
                        </a:cubicBezTo>
                        <a:cubicBezTo>
                          <a:pt x="37313" y="40351"/>
                          <a:pt x="38807" y="34189"/>
                          <a:pt x="35781" y="29681"/>
                        </a:cubicBezTo>
                        <a:lnTo>
                          <a:pt x="15876" y="0"/>
                        </a:lnTo>
                        <a:lnTo>
                          <a:pt x="0" y="9494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813" name="Graphique 4">
                  <a:extLst>
                    <a:ext uri="{FF2B5EF4-FFF2-40B4-BE49-F238E27FC236}">
                      <a16:creationId xmlns:a16="http://schemas.microsoft.com/office/drawing/2014/main" id="{4FD81364-255E-1D63-7CF3-86C38669C003}"/>
                    </a:ext>
                  </a:extLst>
                </p:cNvPr>
                <p:cNvGrpSpPr/>
                <p:nvPr/>
              </p:nvGrpSpPr>
              <p:grpSpPr>
                <a:xfrm>
                  <a:off x="704292" y="709758"/>
                  <a:ext cx="54427" cy="72304"/>
                  <a:chOff x="704292" y="709758"/>
                  <a:chExt cx="54427" cy="72304"/>
                </a:xfrm>
              </p:grpSpPr>
              <p:sp>
                <p:nvSpPr>
                  <p:cNvPr id="2824" name="Forme libre : forme 2823">
                    <a:extLst>
                      <a:ext uri="{FF2B5EF4-FFF2-40B4-BE49-F238E27FC236}">
                        <a16:creationId xmlns:a16="http://schemas.microsoft.com/office/drawing/2014/main" id="{80218D49-3A83-7DEF-BF1F-112B99010580}"/>
                      </a:ext>
                    </a:extLst>
                  </p:cNvPr>
                  <p:cNvSpPr/>
                  <p:nvPr/>
                </p:nvSpPr>
                <p:spPr>
                  <a:xfrm>
                    <a:off x="714230" y="723024"/>
                    <a:ext cx="30478" cy="45801"/>
                  </a:xfrm>
                  <a:custGeom>
                    <a:avLst/>
                    <a:gdLst>
                      <a:gd name="connsiteX0" fmla="*/ 1 w 30478"/>
                      <a:gd name="connsiteY0" fmla="*/ 5647 h 45801"/>
                      <a:gd name="connsiteX1" fmla="*/ 7988 w 30478"/>
                      <a:gd name="connsiteY1" fmla="*/ 45802 h 45801"/>
                      <a:gd name="connsiteX2" fmla="*/ 30478 w 30478"/>
                      <a:gd name="connsiteY2" fmla="*/ 40718 h 45801"/>
                      <a:gd name="connsiteX3" fmla="*/ 28396 w 30478"/>
                      <a:gd name="connsiteY3" fmla="*/ 2095 h 45801"/>
                      <a:gd name="connsiteX4" fmla="*/ 1 w 30478"/>
                      <a:gd name="connsiteY4" fmla="*/ 5647 h 458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0478" h="45801">
                        <a:moveTo>
                          <a:pt x="1" y="5647"/>
                        </a:moveTo>
                        <a:cubicBezTo>
                          <a:pt x="-85" y="6247"/>
                          <a:pt x="7988" y="45802"/>
                          <a:pt x="7988" y="45802"/>
                        </a:cubicBezTo>
                        <a:lnTo>
                          <a:pt x="30478" y="40718"/>
                        </a:lnTo>
                        <a:lnTo>
                          <a:pt x="28396" y="2095"/>
                        </a:lnTo>
                        <a:cubicBezTo>
                          <a:pt x="28396" y="2095"/>
                          <a:pt x="1471" y="-4471"/>
                          <a:pt x="1" y="5647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25" name="Forme libre : forme 2824">
                    <a:extLst>
                      <a:ext uri="{FF2B5EF4-FFF2-40B4-BE49-F238E27FC236}">
                        <a16:creationId xmlns:a16="http://schemas.microsoft.com/office/drawing/2014/main" id="{9FCBBBFD-1257-A166-99C9-42ED6B8FF415}"/>
                      </a:ext>
                    </a:extLst>
                  </p:cNvPr>
                  <p:cNvSpPr/>
                  <p:nvPr/>
                </p:nvSpPr>
                <p:spPr>
                  <a:xfrm>
                    <a:off x="704292" y="709758"/>
                    <a:ext cx="54102" cy="72304"/>
                  </a:xfrm>
                  <a:custGeom>
                    <a:avLst/>
                    <a:gdLst>
                      <a:gd name="connsiteX0" fmla="*/ 33274 w 54102"/>
                      <a:gd name="connsiteY0" fmla="*/ 23960 h 72304"/>
                      <a:gd name="connsiteX1" fmla="*/ 35957 w 54102"/>
                      <a:gd name="connsiteY1" fmla="*/ 44209 h 72304"/>
                      <a:gd name="connsiteX2" fmla="*/ 35957 w 54102"/>
                      <a:gd name="connsiteY2" fmla="*/ 44980 h 72304"/>
                      <a:gd name="connsiteX3" fmla="*/ 29097 w 54102"/>
                      <a:gd name="connsiteY3" fmla="*/ 50431 h 72304"/>
                      <a:gd name="connsiteX4" fmla="*/ 16480 w 54102"/>
                      <a:gd name="connsiteY4" fmla="*/ 48778 h 72304"/>
                      <a:gd name="connsiteX5" fmla="*/ 14520 w 54102"/>
                      <a:gd name="connsiteY5" fmla="*/ 52073 h 72304"/>
                      <a:gd name="connsiteX6" fmla="*/ 19702 w 54102"/>
                      <a:gd name="connsiteY6" fmla="*/ 70509 h 72304"/>
                      <a:gd name="connsiteX7" fmla="*/ 23156 w 54102"/>
                      <a:gd name="connsiteY7" fmla="*/ 72187 h 72304"/>
                      <a:gd name="connsiteX8" fmla="*/ 42976 w 54102"/>
                      <a:gd name="connsiteY8" fmla="*/ 64078 h 72304"/>
                      <a:gd name="connsiteX9" fmla="*/ 44373 w 54102"/>
                      <a:gd name="connsiteY9" fmla="*/ 61505 h 72304"/>
                      <a:gd name="connsiteX10" fmla="*/ 44066 w 54102"/>
                      <a:gd name="connsiteY10" fmla="*/ 36503 h 72304"/>
                      <a:gd name="connsiteX11" fmla="*/ 51735 w 54102"/>
                      <a:gd name="connsiteY11" fmla="*/ 29092 h 72304"/>
                      <a:gd name="connsiteX12" fmla="*/ 53291 w 54102"/>
                      <a:gd name="connsiteY12" fmla="*/ 27524 h 72304"/>
                      <a:gd name="connsiteX13" fmla="*/ 48317 w 54102"/>
                      <a:gd name="connsiteY13" fmla="*/ 16745 h 72304"/>
                      <a:gd name="connsiteX14" fmla="*/ 46504 w 54102"/>
                      <a:gd name="connsiteY14" fmla="*/ 13045 h 72304"/>
                      <a:gd name="connsiteX15" fmla="*/ 42352 w 54102"/>
                      <a:gd name="connsiteY15" fmla="*/ 2804 h 72304"/>
                      <a:gd name="connsiteX16" fmla="*/ 29881 w 54102"/>
                      <a:gd name="connsiteY16" fmla="*/ 5806 h 72304"/>
                      <a:gd name="connsiteX17" fmla="*/ 26243 w 54102"/>
                      <a:gd name="connsiteY17" fmla="*/ 6234 h 72304"/>
                      <a:gd name="connsiteX18" fmla="*/ 23671 w 54102"/>
                      <a:gd name="connsiteY18" fmla="*/ 6320 h 72304"/>
                      <a:gd name="connsiteX19" fmla="*/ 19689 w 54102"/>
                      <a:gd name="connsiteY19" fmla="*/ 5120 h 72304"/>
                      <a:gd name="connsiteX20" fmla="*/ 9792 w 54102"/>
                      <a:gd name="connsiteY20" fmla="*/ 183 h 72304"/>
                      <a:gd name="connsiteX21" fmla="*/ 1229 w 54102"/>
                      <a:gd name="connsiteY21" fmla="*/ 19623 h 72304"/>
                      <a:gd name="connsiteX22" fmla="*/ 20130 w 54102"/>
                      <a:gd name="connsiteY22" fmla="*/ 20371 h 72304"/>
                      <a:gd name="connsiteX23" fmla="*/ 31939 w 54102"/>
                      <a:gd name="connsiteY23" fmla="*/ 21889 h 72304"/>
                      <a:gd name="connsiteX24" fmla="*/ 33274 w 54102"/>
                      <a:gd name="connsiteY24" fmla="*/ 23947 h 723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4102" h="72304">
                        <a:moveTo>
                          <a:pt x="33274" y="23960"/>
                        </a:moveTo>
                        <a:lnTo>
                          <a:pt x="35957" y="44209"/>
                        </a:lnTo>
                        <a:cubicBezTo>
                          <a:pt x="35994" y="44466"/>
                          <a:pt x="35994" y="44723"/>
                          <a:pt x="35957" y="44980"/>
                        </a:cubicBezTo>
                        <a:cubicBezTo>
                          <a:pt x="35724" y="46573"/>
                          <a:pt x="34548" y="51975"/>
                          <a:pt x="29097" y="50431"/>
                        </a:cubicBezTo>
                        <a:cubicBezTo>
                          <a:pt x="24148" y="49035"/>
                          <a:pt x="19616" y="47822"/>
                          <a:pt x="16480" y="48778"/>
                        </a:cubicBezTo>
                        <a:cubicBezTo>
                          <a:pt x="15071" y="49206"/>
                          <a:pt x="14226" y="50640"/>
                          <a:pt x="14520" y="52073"/>
                        </a:cubicBezTo>
                        <a:cubicBezTo>
                          <a:pt x="15255" y="55662"/>
                          <a:pt x="17056" y="63735"/>
                          <a:pt x="19702" y="70509"/>
                        </a:cubicBezTo>
                        <a:cubicBezTo>
                          <a:pt x="20241" y="71881"/>
                          <a:pt x="21735" y="72603"/>
                          <a:pt x="23156" y="72187"/>
                        </a:cubicBezTo>
                        <a:cubicBezTo>
                          <a:pt x="27419" y="70950"/>
                          <a:pt x="36337" y="68071"/>
                          <a:pt x="42976" y="64078"/>
                        </a:cubicBezTo>
                        <a:cubicBezTo>
                          <a:pt x="43870" y="63539"/>
                          <a:pt x="44409" y="62559"/>
                          <a:pt x="44373" y="61505"/>
                        </a:cubicBezTo>
                        <a:cubicBezTo>
                          <a:pt x="44152" y="56397"/>
                          <a:pt x="43564" y="40852"/>
                          <a:pt x="44066" y="36503"/>
                        </a:cubicBezTo>
                        <a:cubicBezTo>
                          <a:pt x="44544" y="32412"/>
                          <a:pt x="49554" y="29962"/>
                          <a:pt x="51735" y="29092"/>
                        </a:cubicBezTo>
                        <a:cubicBezTo>
                          <a:pt x="52445" y="28798"/>
                          <a:pt x="53009" y="28247"/>
                          <a:pt x="53291" y="27524"/>
                        </a:cubicBezTo>
                        <a:cubicBezTo>
                          <a:pt x="54295" y="25001"/>
                          <a:pt x="55691" y="19146"/>
                          <a:pt x="48317" y="16745"/>
                        </a:cubicBezTo>
                        <a:cubicBezTo>
                          <a:pt x="46774" y="16242"/>
                          <a:pt x="45965" y="14576"/>
                          <a:pt x="46504" y="13045"/>
                        </a:cubicBezTo>
                        <a:cubicBezTo>
                          <a:pt x="47594" y="10007"/>
                          <a:pt x="48060" y="5365"/>
                          <a:pt x="42352" y="2804"/>
                        </a:cubicBezTo>
                        <a:cubicBezTo>
                          <a:pt x="36545" y="207"/>
                          <a:pt x="32221" y="3294"/>
                          <a:pt x="29881" y="5806"/>
                        </a:cubicBezTo>
                        <a:cubicBezTo>
                          <a:pt x="28938" y="6822"/>
                          <a:pt x="27419" y="6982"/>
                          <a:pt x="26243" y="6234"/>
                        </a:cubicBezTo>
                        <a:cubicBezTo>
                          <a:pt x="25569" y="5818"/>
                          <a:pt x="24712" y="5671"/>
                          <a:pt x="23671" y="6320"/>
                        </a:cubicBezTo>
                        <a:cubicBezTo>
                          <a:pt x="22274" y="7190"/>
                          <a:pt x="20412" y="6602"/>
                          <a:pt x="19689" y="5120"/>
                        </a:cubicBezTo>
                        <a:cubicBezTo>
                          <a:pt x="18305" y="2265"/>
                          <a:pt x="15476" y="-785"/>
                          <a:pt x="9792" y="183"/>
                        </a:cubicBezTo>
                        <a:cubicBezTo>
                          <a:pt x="-290" y="1910"/>
                          <a:pt x="-1429" y="13070"/>
                          <a:pt x="1229" y="19623"/>
                        </a:cubicBezTo>
                        <a:cubicBezTo>
                          <a:pt x="3887" y="26165"/>
                          <a:pt x="14704" y="23678"/>
                          <a:pt x="20130" y="20371"/>
                        </a:cubicBezTo>
                        <a:cubicBezTo>
                          <a:pt x="24259" y="17859"/>
                          <a:pt x="29612" y="20493"/>
                          <a:pt x="31939" y="21889"/>
                        </a:cubicBezTo>
                        <a:cubicBezTo>
                          <a:pt x="32674" y="22331"/>
                          <a:pt x="33164" y="23090"/>
                          <a:pt x="33274" y="23947"/>
                        </a:cubicBezTo>
                        <a:close/>
                      </a:path>
                    </a:pathLst>
                  </a:custGeom>
                  <a:solidFill>
                    <a:srgbClr val="E9552B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26" name="Forme libre : forme 2825">
                    <a:extLst>
                      <a:ext uri="{FF2B5EF4-FFF2-40B4-BE49-F238E27FC236}">
                        <a16:creationId xmlns:a16="http://schemas.microsoft.com/office/drawing/2014/main" id="{BAC77152-CC65-8E83-7851-932F81009948}"/>
                      </a:ext>
                    </a:extLst>
                  </p:cNvPr>
                  <p:cNvSpPr/>
                  <p:nvPr/>
                </p:nvSpPr>
                <p:spPr>
                  <a:xfrm>
                    <a:off x="747432" y="737883"/>
                    <a:ext cx="11287" cy="16167"/>
                  </a:xfrm>
                  <a:custGeom>
                    <a:avLst/>
                    <a:gdLst>
                      <a:gd name="connsiteX0" fmla="*/ 1808 w 11287"/>
                      <a:gd name="connsiteY0" fmla="*/ 15765 h 16167"/>
                      <a:gd name="connsiteX1" fmla="*/ 1918 w 11287"/>
                      <a:gd name="connsiteY1" fmla="*/ 1323 h 16167"/>
                      <a:gd name="connsiteX2" fmla="*/ 11093 w 11287"/>
                      <a:gd name="connsiteY2" fmla="*/ 8354 h 16167"/>
                      <a:gd name="connsiteX3" fmla="*/ 1808 w 11287"/>
                      <a:gd name="connsiteY3" fmla="*/ 15753 h 16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287" h="16167">
                        <a:moveTo>
                          <a:pt x="1808" y="15765"/>
                        </a:moveTo>
                        <a:cubicBezTo>
                          <a:pt x="1808" y="15765"/>
                          <a:pt x="-2332" y="4165"/>
                          <a:pt x="1918" y="1323"/>
                        </a:cubicBezTo>
                        <a:cubicBezTo>
                          <a:pt x="6169" y="-1519"/>
                          <a:pt x="12478" y="-49"/>
                          <a:pt x="11093" y="8354"/>
                        </a:cubicBezTo>
                        <a:cubicBezTo>
                          <a:pt x="9366" y="18803"/>
                          <a:pt x="1808" y="15753"/>
                          <a:pt x="1808" y="15753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814" name="Forme libre : forme 2813">
                  <a:extLst>
                    <a:ext uri="{FF2B5EF4-FFF2-40B4-BE49-F238E27FC236}">
                      <a16:creationId xmlns:a16="http://schemas.microsoft.com/office/drawing/2014/main" id="{F22F4CAC-1D79-E5D0-F62C-536E68112507}"/>
                    </a:ext>
                  </a:extLst>
                </p:cNvPr>
                <p:cNvSpPr/>
                <p:nvPr/>
              </p:nvSpPr>
              <p:spPr>
                <a:xfrm>
                  <a:off x="641674" y="865432"/>
                  <a:ext cx="18045" cy="17971"/>
                </a:xfrm>
                <a:custGeom>
                  <a:avLst/>
                  <a:gdLst>
                    <a:gd name="connsiteX0" fmla="*/ 15645 w 18045"/>
                    <a:gd name="connsiteY0" fmla="*/ 17561 h 17971"/>
                    <a:gd name="connsiteX1" fmla="*/ 2562 w 18045"/>
                    <a:gd name="connsiteY1" fmla="*/ 13592 h 17971"/>
                    <a:gd name="connsiteX2" fmla="*/ 222 w 18045"/>
                    <a:gd name="connsiteY2" fmla="*/ 7872 h 17971"/>
                    <a:gd name="connsiteX3" fmla="*/ 5000 w 18045"/>
                    <a:gd name="connsiteY3" fmla="*/ 44 h 17971"/>
                    <a:gd name="connsiteX4" fmla="*/ 15645 w 18045"/>
                    <a:gd name="connsiteY4" fmla="*/ 17549 h 17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045" h="17971">
                      <a:moveTo>
                        <a:pt x="15645" y="17561"/>
                      </a:moveTo>
                      <a:cubicBezTo>
                        <a:pt x="13636" y="19129"/>
                        <a:pt x="6764" y="15858"/>
                        <a:pt x="2562" y="13592"/>
                      </a:cubicBezTo>
                      <a:cubicBezTo>
                        <a:pt x="516" y="12490"/>
                        <a:pt x="-476" y="10089"/>
                        <a:pt x="222" y="7872"/>
                      </a:cubicBezTo>
                      <a:cubicBezTo>
                        <a:pt x="1239" y="4687"/>
                        <a:pt x="2917" y="558"/>
                        <a:pt x="5000" y="44"/>
                      </a:cubicBezTo>
                      <a:cubicBezTo>
                        <a:pt x="8442" y="-814"/>
                        <a:pt x="23913" y="11093"/>
                        <a:pt x="15645" y="1754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9B776"/>
                    </a:gs>
                    <a:gs pos="50000">
                      <a:srgbClr val="F6986B"/>
                    </a:gs>
                    <a:gs pos="100000">
                      <a:srgbClr val="F47960"/>
                    </a:gs>
                  </a:gsLst>
                  <a:lin ang="10800000" scaled="1"/>
                </a:gra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815" name="Graphique 4">
                  <a:extLst>
                    <a:ext uri="{FF2B5EF4-FFF2-40B4-BE49-F238E27FC236}">
                      <a16:creationId xmlns:a16="http://schemas.microsoft.com/office/drawing/2014/main" id="{70AA350F-17D0-D919-27CF-B0744A3429E5}"/>
                    </a:ext>
                  </a:extLst>
                </p:cNvPr>
                <p:cNvGrpSpPr/>
                <p:nvPr/>
              </p:nvGrpSpPr>
              <p:grpSpPr>
                <a:xfrm>
                  <a:off x="304545" y="773339"/>
                  <a:ext cx="705028" cy="290360"/>
                  <a:chOff x="304545" y="773339"/>
                  <a:chExt cx="705028" cy="290360"/>
                </a:xfrm>
              </p:grpSpPr>
              <p:grpSp>
                <p:nvGrpSpPr>
                  <p:cNvPr id="2817" name="Graphique 4">
                    <a:extLst>
                      <a:ext uri="{FF2B5EF4-FFF2-40B4-BE49-F238E27FC236}">
                        <a16:creationId xmlns:a16="http://schemas.microsoft.com/office/drawing/2014/main" id="{DC3B7D90-FBC6-5D76-EB3A-DDB7BB7D6599}"/>
                      </a:ext>
                    </a:extLst>
                  </p:cNvPr>
                  <p:cNvGrpSpPr/>
                  <p:nvPr/>
                </p:nvGrpSpPr>
                <p:grpSpPr>
                  <a:xfrm>
                    <a:off x="304545" y="773339"/>
                    <a:ext cx="705028" cy="290360"/>
                    <a:chOff x="304545" y="773339"/>
                    <a:chExt cx="705028" cy="290360"/>
                  </a:xfrm>
                </p:grpSpPr>
                <p:sp>
                  <p:nvSpPr>
                    <p:cNvPr id="2820" name="Forme libre : forme 2819">
                      <a:extLst>
                        <a:ext uri="{FF2B5EF4-FFF2-40B4-BE49-F238E27FC236}">
                          <a16:creationId xmlns:a16="http://schemas.microsoft.com/office/drawing/2014/main" id="{6F8E79A5-1E53-16C6-9C86-6669C965B9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3205" y="793301"/>
                      <a:ext cx="566368" cy="270398"/>
                    </a:xfrm>
                    <a:custGeom>
                      <a:avLst/>
                      <a:gdLst>
                        <a:gd name="connsiteX0" fmla="*/ 552414 w 566368"/>
                        <a:gd name="connsiteY0" fmla="*/ 186600 h 270398"/>
                        <a:gd name="connsiteX1" fmla="*/ 27758 w 566368"/>
                        <a:gd name="connsiteY1" fmla="*/ 0 h 270398"/>
                        <a:gd name="connsiteX2" fmla="*/ 0 w 566368"/>
                        <a:gd name="connsiteY2" fmla="*/ 77100 h 270398"/>
                        <a:gd name="connsiteX3" fmla="*/ 524473 w 566368"/>
                        <a:gd name="connsiteY3" fmla="*/ 268906 h 270398"/>
                        <a:gd name="connsiteX4" fmla="*/ 554019 w 566368"/>
                        <a:gd name="connsiteY4" fmla="*/ 258212 h 270398"/>
                        <a:gd name="connsiteX5" fmla="*/ 566367 w 566368"/>
                        <a:gd name="connsiteY5" fmla="*/ 206592 h 270398"/>
                        <a:gd name="connsiteX6" fmla="*/ 552427 w 566368"/>
                        <a:gd name="connsiteY6" fmla="*/ 186588 h 2703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66368" h="270398">
                          <a:moveTo>
                            <a:pt x="552414" y="186600"/>
                          </a:moveTo>
                          <a:lnTo>
                            <a:pt x="27758" y="0"/>
                          </a:lnTo>
                          <a:lnTo>
                            <a:pt x="0" y="77100"/>
                          </a:lnTo>
                          <a:lnTo>
                            <a:pt x="524473" y="268906"/>
                          </a:lnTo>
                          <a:cubicBezTo>
                            <a:pt x="535608" y="272985"/>
                            <a:pt x="548041" y="268465"/>
                            <a:pt x="554019" y="258212"/>
                          </a:cubicBezTo>
                          <a:cubicBezTo>
                            <a:pt x="560156" y="247690"/>
                            <a:pt x="566012" y="231238"/>
                            <a:pt x="566367" y="206592"/>
                          </a:cubicBezTo>
                          <a:cubicBezTo>
                            <a:pt x="566489" y="197637"/>
                            <a:pt x="560867" y="189589"/>
                            <a:pt x="552427" y="186588"/>
                          </a:cubicBez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2821" name="Graphique 4">
                      <a:extLst>
                        <a:ext uri="{FF2B5EF4-FFF2-40B4-BE49-F238E27FC236}">
                          <a16:creationId xmlns:a16="http://schemas.microsoft.com/office/drawing/2014/main" id="{5F14F52E-F918-D70D-513F-DC42BADF98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545" y="773339"/>
                      <a:ext cx="166666" cy="97061"/>
                      <a:chOff x="304545" y="773339"/>
                      <a:chExt cx="166666" cy="97061"/>
                    </a:xfrm>
                  </p:grpSpPr>
                  <p:sp>
                    <p:nvSpPr>
                      <p:cNvPr id="2822" name="Forme libre : forme 2821">
                        <a:extLst>
                          <a:ext uri="{FF2B5EF4-FFF2-40B4-BE49-F238E27FC236}">
                            <a16:creationId xmlns:a16="http://schemas.microsoft.com/office/drawing/2014/main" id="{C81C30CB-992E-F6D4-5293-CE1CCAEC17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4545" y="773339"/>
                        <a:ext cx="76566" cy="46605"/>
                      </a:xfrm>
                      <a:custGeom>
                        <a:avLst/>
                        <a:gdLst>
                          <a:gd name="connsiteX0" fmla="*/ 4097 w 76566"/>
                          <a:gd name="connsiteY0" fmla="*/ 32 h 46605"/>
                          <a:gd name="connsiteX1" fmla="*/ 76566 w 76566"/>
                          <a:gd name="connsiteY1" fmla="*/ 8925 h 46605"/>
                          <a:gd name="connsiteX2" fmla="*/ 62173 w 76566"/>
                          <a:gd name="connsiteY2" fmla="*/ 46605 h 46605"/>
                          <a:gd name="connsiteX3" fmla="*/ 1647 w 76566"/>
                          <a:gd name="connsiteY3" fmla="*/ 6684 h 46605"/>
                          <a:gd name="connsiteX4" fmla="*/ 4097 w 76566"/>
                          <a:gd name="connsiteY4" fmla="*/ 32 h 466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76566" h="46605">
                            <a:moveTo>
                              <a:pt x="4097" y="32"/>
                            </a:moveTo>
                            <a:lnTo>
                              <a:pt x="76566" y="8925"/>
                            </a:lnTo>
                            <a:cubicBezTo>
                              <a:pt x="76493" y="18897"/>
                              <a:pt x="73222" y="31808"/>
                              <a:pt x="62173" y="46605"/>
                            </a:cubicBezTo>
                            <a:lnTo>
                              <a:pt x="1647" y="6684"/>
                            </a:lnTo>
                            <a:cubicBezTo>
                              <a:pt x="-1562" y="4564"/>
                              <a:pt x="275" y="-446"/>
                              <a:pt x="4097" y="32"/>
                            </a:cubicBezTo>
                            <a:close/>
                          </a:path>
                        </a:pathLst>
                      </a:custGeom>
                      <a:solidFill>
                        <a:srgbClr val="332989"/>
                      </a:solidFill>
                      <a:ln w="122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823" name="Forme libre : forme 2822">
                        <a:extLst>
                          <a:ext uri="{FF2B5EF4-FFF2-40B4-BE49-F238E27FC236}">
                            <a16:creationId xmlns:a16="http://schemas.microsoft.com/office/drawing/2014/main" id="{4BED2D84-A240-2B3E-69CB-C35201B198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6718" y="782264"/>
                        <a:ext cx="104493" cy="88136"/>
                      </a:xfrm>
                      <a:custGeom>
                        <a:avLst/>
                        <a:gdLst>
                          <a:gd name="connsiteX0" fmla="*/ 104245 w 104493"/>
                          <a:gd name="connsiteY0" fmla="*/ 11037 h 88136"/>
                          <a:gd name="connsiteX1" fmla="*/ 76487 w 104493"/>
                          <a:gd name="connsiteY1" fmla="*/ 88137 h 88136"/>
                          <a:gd name="connsiteX2" fmla="*/ 0 w 104493"/>
                          <a:gd name="connsiteY2" fmla="*/ 37680 h 88136"/>
                          <a:gd name="connsiteX3" fmla="*/ 14393 w 104493"/>
                          <a:gd name="connsiteY3" fmla="*/ 0 h 88136"/>
                          <a:gd name="connsiteX4" fmla="*/ 104233 w 104493"/>
                          <a:gd name="connsiteY4" fmla="*/ 11025 h 881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4493" h="88136">
                            <a:moveTo>
                              <a:pt x="104245" y="11037"/>
                            </a:moveTo>
                            <a:cubicBezTo>
                              <a:pt x="107565" y="59362"/>
                              <a:pt x="76487" y="88137"/>
                              <a:pt x="76487" y="88137"/>
                            </a:cubicBezTo>
                            <a:lnTo>
                              <a:pt x="0" y="37680"/>
                            </a:lnTo>
                            <a:cubicBezTo>
                              <a:pt x="11062" y="22870"/>
                              <a:pt x="14320" y="9971"/>
                              <a:pt x="14393" y="0"/>
                            </a:cubicBezTo>
                            <a:lnTo>
                              <a:pt x="104233" y="11025"/>
                            </a:lnTo>
                            <a:close/>
                          </a:path>
                        </a:pathLst>
                      </a:custGeom>
                      <a:solidFill>
                        <a:srgbClr val="F4A392"/>
                      </a:solidFill>
                      <a:ln w="1224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2818" name="Forme libre : forme 2817">
                    <a:extLst>
                      <a:ext uri="{FF2B5EF4-FFF2-40B4-BE49-F238E27FC236}">
                        <a16:creationId xmlns:a16="http://schemas.microsoft.com/office/drawing/2014/main" id="{D01AD765-C9DE-17BB-FDFF-81EF382819C0}"/>
                      </a:ext>
                    </a:extLst>
                  </p:cNvPr>
                  <p:cNvSpPr/>
                  <p:nvPr/>
                </p:nvSpPr>
                <p:spPr>
                  <a:xfrm>
                    <a:off x="485611" y="823053"/>
                    <a:ext cx="505048" cy="180489"/>
                  </a:xfrm>
                  <a:custGeom>
                    <a:avLst/>
                    <a:gdLst>
                      <a:gd name="connsiteX0" fmla="*/ 503503 w 505048"/>
                      <a:gd name="connsiteY0" fmla="*/ 180490 h 180489"/>
                      <a:gd name="connsiteX1" fmla="*/ 504961 w 505048"/>
                      <a:gd name="connsiteY1" fmla="*/ 179461 h 180489"/>
                      <a:gd name="connsiteX2" fmla="*/ 504018 w 505048"/>
                      <a:gd name="connsiteY2" fmla="*/ 177489 h 180489"/>
                      <a:gd name="connsiteX3" fmla="*/ 2060 w 505048"/>
                      <a:gd name="connsiteY3" fmla="*/ 88 h 180489"/>
                      <a:gd name="connsiteX4" fmla="*/ 88 w 505048"/>
                      <a:gd name="connsiteY4" fmla="*/ 1031 h 180489"/>
                      <a:gd name="connsiteX5" fmla="*/ 1031 w 505048"/>
                      <a:gd name="connsiteY5" fmla="*/ 3003 h 180489"/>
                      <a:gd name="connsiteX6" fmla="*/ 502989 w 505048"/>
                      <a:gd name="connsiteY6" fmla="*/ 180404 h 180489"/>
                      <a:gd name="connsiteX7" fmla="*/ 503503 w 505048"/>
                      <a:gd name="connsiteY7" fmla="*/ 180490 h 1804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05048" h="180489">
                        <a:moveTo>
                          <a:pt x="503503" y="180490"/>
                        </a:moveTo>
                        <a:cubicBezTo>
                          <a:pt x="504140" y="180490"/>
                          <a:pt x="504728" y="180098"/>
                          <a:pt x="504961" y="179461"/>
                        </a:cubicBezTo>
                        <a:cubicBezTo>
                          <a:pt x="505243" y="178652"/>
                          <a:pt x="504826" y="177783"/>
                          <a:pt x="504018" y="177489"/>
                        </a:cubicBezTo>
                        <a:lnTo>
                          <a:pt x="2060" y="88"/>
                        </a:lnTo>
                        <a:cubicBezTo>
                          <a:pt x="1252" y="-194"/>
                          <a:pt x="370" y="223"/>
                          <a:pt x="88" y="1031"/>
                        </a:cubicBezTo>
                        <a:cubicBezTo>
                          <a:pt x="-194" y="1840"/>
                          <a:pt x="223" y="2709"/>
                          <a:pt x="1031" y="3003"/>
                        </a:cubicBezTo>
                        <a:lnTo>
                          <a:pt x="502989" y="180404"/>
                        </a:lnTo>
                        <a:cubicBezTo>
                          <a:pt x="503160" y="180465"/>
                          <a:pt x="503332" y="180490"/>
                          <a:pt x="503503" y="18049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19" name="Forme libre : forme 2818">
                    <a:extLst>
                      <a:ext uri="{FF2B5EF4-FFF2-40B4-BE49-F238E27FC236}">
                        <a16:creationId xmlns:a16="http://schemas.microsoft.com/office/drawing/2014/main" id="{A3F337E0-9ACF-11E3-294A-8EB933175B15}"/>
                      </a:ext>
                    </a:extLst>
                  </p:cNvPr>
                  <p:cNvSpPr/>
                  <p:nvPr/>
                </p:nvSpPr>
                <p:spPr>
                  <a:xfrm>
                    <a:off x="476951" y="853298"/>
                    <a:ext cx="505048" cy="180489"/>
                  </a:xfrm>
                  <a:custGeom>
                    <a:avLst/>
                    <a:gdLst>
                      <a:gd name="connsiteX0" fmla="*/ 503503 w 505048"/>
                      <a:gd name="connsiteY0" fmla="*/ 180490 h 180489"/>
                      <a:gd name="connsiteX1" fmla="*/ 504961 w 505048"/>
                      <a:gd name="connsiteY1" fmla="*/ 179461 h 180489"/>
                      <a:gd name="connsiteX2" fmla="*/ 504018 w 505048"/>
                      <a:gd name="connsiteY2" fmla="*/ 177489 h 180489"/>
                      <a:gd name="connsiteX3" fmla="*/ 2060 w 505048"/>
                      <a:gd name="connsiteY3" fmla="*/ 88 h 180489"/>
                      <a:gd name="connsiteX4" fmla="*/ 88 w 505048"/>
                      <a:gd name="connsiteY4" fmla="*/ 1031 h 180489"/>
                      <a:gd name="connsiteX5" fmla="*/ 1031 w 505048"/>
                      <a:gd name="connsiteY5" fmla="*/ 3003 h 180489"/>
                      <a:gd name="connsiteX6" fmla="*/ 502989 w 505048"/>
                      <a:gd name="connsiteY6" fmla="*/ 180404 h 180489"/>
                      <a:gd name="connsiteX7" fmla="*/ 503503 w 505048"/>
                      <a:gd name="connsiteY7" fmla="*/ 180490 h 1804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05048" h="180489">
                        <a:moveTo>
                          <a:pt x="503503" y="180490"/>
                        </a:moveTo>
                        <a:cubicBezTo>
                          <a:pt x="504140" y="180490"/>
                          <a:pt x="504728" y="180098"/>
                          <a:pt x="504961" y="179461"/>
                        </a:cubicBezTo>
                        <a:cubicBezTo>
                          <a:pt x="505243" y="178652"/>
                          <a:pt x="504826" y="177783"/>
                          <a:pt x="504018" y="177489"/>
                        </a:cubicBezTo>
                        <a:lnTo>
                          <a:pt x="2060" y="88"/>
                        </a:lnTo>
                        <a:cubicBezTo>
                          <a:pt x="1252" y="-194"/>
                          <a:pt x="382" y="223"/>
                          <a:pt x="88" y="1031"/>
                        </a:cubicBezTo>
                        <a:cubicBezTo>
                          <a:pt x="-194" y="1840"/>
                          <a:pt x="223" y="2709"/>
                          <a:pt x="1031" y="3003"/>
                        </a:cubicBezTo>
                        <a:lnTo>
                          <a:pt x="502989" y="180404"/>
                        </a:lnTo>
                        <a:cubicBezTo>
                          <a:pt x="503160" y="180465"/>
                          <a:pt x="503332" y="180490"/>
                          <a:pt x="503503" y="18049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816" name="Forme libre : forme 2815">
                  <a:extLst>
                    <a:ext uri="{FF2B5EF4-FFF2-40B4-BE49-F238E27FC236}">
                      <a16:creationId xmlns:a16="http://schemas.microsoft.com/office/drawing/2014/main" id="{2DBE8E6B-30C2-2C0D-9AA0-207574883E9D}"/>
                    </a:ext>
                  </a:extLst>
                </p:cNvPr>
                <p:cNvSpPr/>
                <p:nvPr/>
              </p:nvSpPr>
              <p:spPr>
                <a:xfrm>
                  <a:off x="803703" y="917256"/>
                  <a:ext cx="37778" cy="11241"/>
                </a:xfrm>
                <a:custGeom>
                  <a:avLst/>
                  <a:gdLst>
                    <a:gd name="connsiteX0" fmla="*/ 33233 w 37778"/>
                    <a:gd name="connsiteY0" fmla="*/ 1886 h 11241"/>
                    <a:gd name="connsiteX1" fmla="*/ 10045 w 37778"/>
                    <a:gd name="connsiteY1" fmla="*/ 0 h 11241"/>
                    <a:gd name="connsiteX2" fmla="*/ 0 w 37778"/>
                    <a:gd name="connsiteY2" fmla="*/ 9261 h 11241"/>
                    <a:gd name="connsiteX3" fmla="*/ 9800 w 37778"/>
                    <a:gd name="connsiteY3" fmla="*/ 10657 h 11241"/>
                    <a:gd name="connsiteX4" fmla="*/ 27403 w 37778"/>
                    <a:gd name="connsiteY4" fmla="*/ 8305 h 11241"/>
                    <a:gd name="connsiteX5" fmla="*/ 37778 w 37778"/>
                    <a:gd name="connsiteY5" fmla="*/ 4275 h 11241"/>
                    <a:gd name="connsiteX6" fmla="*/ 33221 w 37778"/>
                    <a:gd name="connsiteY6" fmla="*/ 1886 h 11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778" h="11241">
                      <a:moveTo>
                        <a:pt x="33233" y="1886"/>
                      </a:moveTo>
                      <a:lnTo>
                        <a:pt x="10045" y="0"/>
                      </a:lnTo>
                      <a:lnTo>
                        <a:pt x="0" y="9261"/>
                      </a:lnTo>
                      <a:cubicBezTo>
                        <a:pt x="0" y="9261"/>
                        <a:pt x="2376" y="12544"/>
                        <a:pt x="9800" y="10657"/>
                      </a:cubicBezTo>
                      <a:cubicBezTo>
                        <a:pt x="17223" y="8771"/>
                        <a:pt x="27403" y="8305"/>
                        <a:pt x="27403" y="8305"/>
                      </a:cubicBezTo>
                      <a:cubicBezTo>
                        <a:pt x="27403" y="8305"/>
                        <a:pt x="37656" y="12923"/>
                        <a:pt x="37778" y="4275"/>
                      </a:cubicBezTo>
                      <a:lnTo>
                        <a:pt x="33221" y="1886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79" name="Graphique 4">
                <a:extLst>
                  <a:ext uri="{FF2B5EF4-FFF2-40B4-BE49-F238E27FC236}">
                    <a16:creationId xmlns:a16="http://schemas.microsoft.com/office/drawing/2014/main" id="{2C980532-26D8-B3C8-2D69-0A5F91555D07}"/>
                  </a:ext>
                </a:extLst>
              </p:cNvPr>
              <p:cNvGrpSpPr/>
              <p:nvPr/>
            </p:nvGrpSpPr>
            <p:grpSpPr>
              <a:xfrm>
                <a:off x="0" y="670791"/>
                <a:ext cx="253506" cy="488938"/>
                <a:chOff x="0" y="670791"/>
                <a:chExt cx="253506" cy="488938"/>
              </a:xfrm>
            </p:grpSpPr>
            <p:sp>
              <p:nvSpPr>
                <p:cNvPr id="2788" name="Forme libre : forme 2787">
                  <a:extLst>
                    <a:ext uri="{FF2B5EF4-FFF2-40B4-BE49-F238E27FC236}">
                      <a16:creationId xmlns:a16="http://schemas.microsoft.com/office/drawing/2014/main" id="{E4F60703-4F7E-9FD3-D0D1-2FF4512AEE79}"/>
                    </a:ext>
                  </a:extLst>
                </p:cNvPr>
                <p:cNvSpPr/>
                <p:nvPr/>
              </p:nvSpPr>
              <p:spPr>
                <a:xfrm>
                  <a:off x="101681" y="1131283"/>
                  <a:ext cx="57800" cy="27448"/>
                </a:xfrm>
                <a:custGeom>
                  <a:avLst/>
                  <a:gdLst>
                    <a:gd name="connsiteX0" fmla="*/ 2549 w 57800"/>
                    <a:gd name="connsiteY0" fmla="*/ 0 h 27448"/>
                    <a:gd name="connsiteX1" fmla="*/ 26 w 57800"/>
                    <a:gd name="connsiteY1" fmla="*/ 19122 h 27448"/>
                    <a:gd name="connsiteX2" fmla="*/ 6298 w 57800"/>
                    <a:gd name="connsiteY2" fmla="*/ 26227 h 27448"/>
                    <a:gd name="connsiteX3" fmla="*/ 55775 w 57800"/>
                    <a:gd name="connsiteY3" fmla="*/ 27341 h 27448"/>
                    <a:gd name="connsiteX4" fmla="*/ 57649 w 57800"/>
                    <a:gd name="connsiteY4" fmla="*/ 24426 h 27448"/>
                    <a:gd name="connsiteX5" fmla="*/ 57649 w 57800"/>
                    <a:gd name="connsiteY5" fmla="*/ 24426 h 27448"/>
                    <a:gd name="connsiteX6" fmla="*/ 55211 w 57800"/>
                    <a:gd name="connsiteY6" fmla="*/ 21854 h 27448"/>
                    <a:gd name="connsiteX7" fmla="*/ 10463 w 57800"/>
                    <a:gd name="connsiteY7" fmla="*/ 1286 h 27448"/>
                    <a:gd name="connsiteX8" fmla="*/ 2562 w 57800"/>
                    <a:gd name="connsiteY8" fmla="*/ 12 h 27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7800" h="27448">
                      <a:moveTo>
                        <a:pt x="2549" y="0"/>
                      </a:moveTo>
                      <a:cubicBezTo>
                        <a:pt x="2549" y="0"/>
                        <a:pt x="847" y="9604"/>
                        <a:pt x="26" y="19122"/>
                      </a:cubicBezTo>
                      <a:cubicBezTo>
                        <a:pt x="-305" y="22834"/>
                        <a:pt x="2562" y="26067"/>
                        <a:pt x="6298" y="26227"/>
                      </a:cubicBezTo>
                      <a:cubicBezTo>
                        <a:pt x="18964" y="26753"/>
                        <a:pt x="46061" y="27782"/>
                        <a:pt x="55775" y="27341"/>
                      </a:cubicBezTo>
                      <a:cubicBezTo>
                        <a:pt x="57232" y="27280"/>
                        <a:pt x="58188" y="25786"/>
                        <a:pt x="57649" y="24426"/>
                      </a:cubicBezTo>
                      <a:lnTo>
                        <a:pt x="57649" y="24426"/>
                      </a:lnTo>
                      <a:cubicBezTo>
                        <a:pt x="57196" y="23287"/>
                        <a:pt x="56326" y="22368"/>
                        <a:pt x="55211" y="21854"/>
                      </a:cubicBezTo>
                      <a:lnTo>
                        <a:pt x="10463" y="1286"/>
                      </a:lnTo>
                      <a:lnTo>
                        <a:pt x="2562" y="12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9" name="Forme libre : forme 2788">
                  <a:extLst>
                    <a:ext uri="{FF2B5EF4-FFF2-40B4-BE49-F238E27FC236}">
                      <a16:creationId xmlns:a16="http://schemas.microsoft.com/office/drawing/2014/main" id="{AB83FEA6-526F-D3D6-49FE-72A637DD870A}"/>
                    </a:ext>
                  </a:extLst>
                </p:cNvPr>
                <p:cNvSpPr/>
                <p:nvPr/>
              </p:nvSpPr>
              <p:spPr>
                <a:xfrm>
                  <a:off x="102846" y="1123848"/>
                  <a:ext cx="14552" cy="14771"/>
                </a:xfrm>
                <a:custGeom>
                  <a:avLst/>
                  <a:gdLst>
                    <a:gd name="connsiteX0" fmla="*/ 0 w 14552"/>
                    <a:gd name="connsiteY0" fmla="*/ 1788 h 14771"/>
                    <a:gd name="connsiteX1" fmla="*/ 1360 w 14552"/>
                    <a:gd name="connsiteY1" fmla="*/ 13279 h 14771"/>
                    <a:gd name="connsiteX2" fmla="*/ 14553 w 14552"/>
                    <a:gd name="connsiteY2" fmla="*/ 12813 h 14771"/>
                    <a:gd name="connsiteX3" fmla="*/ 11307 w 14552"/>
                    <a:gd name="connsiteY3" fmla="*/ 0 h 14771"/>
                    <a:gd name="connsiteX4" fmla="*/ 0 w 14552"/>
                    <a:gd name="connsiteY4" fmla="*/ 1776 h 14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552" h="14771">
                      <a:moveTo>
                        <a:pt x="0" y="1788"/>
                      </a:moveTo>
                      <a:lnTo>
                        <a:pt x="1360" y="13279"/>
                      </a:lnTo>
                      <a:cubicBezTo>
                        <a:pt x="1360" y="13279"/>
                        <a:pt x="9200" y="16929"/>
                        <a:pt x="14553" y="12813"/>
                      </a:cubicBezTo>
                      <a:lnTo>
                        <a:pt x="11307" y="0"/>
                      </a:lnTo>
                      <a:lnTo>
                        <a:pt x="0" y="1776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0" name="Forme libre : forme 2789">
                  <a:extLst>
                    <a:ext uri="{FF2B5EF4-FFF2-40B4-BE49-F238E27FC236}">
                      <a16:creationId xmlns:a16="http://schemas.microsoft.com/office/drawing/2014/main" id="{9DE36E12-D262-FA4D-5D15-DC1171380456}"/>
                    </a:ext>
                  </a:extLst>
                </p:cNvPr>
                <p:cNvSpPr/>
                <p:nvPr/>
              </p:nvSpPr>
              <p:spPr>
                <a:xfrm>
                  <a:off x="68329" y="909563"/>
                  <a:ext cx="48128" cy="220742"/>
                </a:xfrm>
                <a:custGeom>
                  <a:avLst/>
                  <a:gdLst>
                    <a:gd name="connsiteX0" fmla="*/ 35534 w 48128"/>
                    <a:gd name="connsiteY0" fmla="*/ 0 h 220742"/>
                    <a:gd name="connsiteX1" fmla="*/ 48065 w 48128"/>
                    <a:gd name="connsiteY1" fmla="*/ 215546 h 220742"/>
                    <a:gd name="connsiteX2" fmla="*/ 46755 w 48128"/>
                    <a:gd name="connsiteY2" fmla="*/ 218143 h 220742"/>
                    <a:gd name="connsiteX3" fmla="*/ 33978 w 48128"/>
                    <a:gd name="connsiteY3" fmla="*/ 220740 h 220742"/>
                    <a:gd name="connsiteX4" fmla="*/ 30168 w 48128"/>
                    <a:gd name="connsiteY4" fmla="*/ 217984 h 220742"/>
                    <a:gd name="connsiteX5" fmla="*/ 1394 w 48128"/>
                    <a:gd name="connsiteY5" fmla="*/ 53225 h 220742"/>
                    <a:gd name="connsiteX6" fmla="*/ 1394 w 48128"/>
                    <a:gd name="connsiteY6" fmla="*/ 50444 h 220742"/>
                    <a:gd name="connsiteX7" fmla="*/ 3231 w 48128"/>
                    <a:gd name="connsiteY7" fmla="*/ 0 h 220742"/>
                    <a:gd name="connsiteX8" fmla="*/ 35546 w 48128"/>
                    <a:gd name="connsiteY8" fmla="*/ 0 h 2207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8128" h="220742">
                      <a:moveTo>
                        <a:pt x="35534" y="0"/>
                      </a:moveTo>
                      <a:cubicBezTo>
                        <a:pt x="34946" y="3001"/>
                        <a:pt x="32373" y="149778"/>
                        <a:pt x="48065" y="215546"/>
                      </a:cubicBezTo>
                      <a:cubicBezTo>
                        <a:pt x="48323" y="216624"/>
                        <a:pt x="47771" y="217727"/>
                        <a:pt x="46755" y="218143"/>
                      </a:cubicBezTo>
                      <a:cubicBezTo>
                        <a:pt x="44354" y="219123"/>
                        <a:pt x="39625" y="220544"/>
                        <a:pt x="33978" y="220740"/>
                      </a:cubicBezTo>
                      <a:cubicBezTo>
                        <a:pt x="32226" y="220802"/>
                        <a:pt x="30658" y="219662"/>
                        <a:pt x="30168" y="217984"/>
                      </a:cubicBezTo>
                      <a:cubicBezTo>
                        <a:pt x="25685" y="202721"/>
                        <a:pt x="4199" y="126270"/>
                        <a:pt x="1394" y="53225"/>
                      </a:cubicBezTo>
                      <a:cubicBezTo>
                        <a:pt x="-1742" y="-28395"/>
                        <a:pt x="1394" y="50444"/>
                        <a:pt x="1394" y="50444"/>
                      </a:cubicBezTo>
                      <a:lnTo>
                        <a:pt x="3231" y="0"/>
                      </a:lnTo>
                      <a:lnTo>
                        <a:pt x="35546" y="0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1" name="Forme libre : forme 2790">
                  <a:extLst>
                    <a:ext uri="{FF2B5EF4-FFF2-40B4-BE49-F238E27FC236}">
                      <a16:creationId xmlns:a16="http://schemas.microsoft.com/office/drawing/2014/main" id="{CDCE44D9-0966-051D-C1BE-DE03F8005122}"/>
                    </a:ext>
                  </a:extLst>
                </p:cNvPr>
                <p:cNvSpPr/>
                <p:nvPr/>
              </p:nvSpPr>
              <p:spPr>
                <a:xfrm>
                  <a:off x="47357" y="1136294"/>
                  <a:ext cx="23351" cy="23435"/>
                </a:xfrm>
                <a:custGeom>
                  <a:avLst/>
                  <a:gdLst>
                    <a:gd name="connsiteX0" fmla="*/ 5400 w 23351"/>
                    <a:gd name="connsiteY0" fmla="*/ 0 h 23435"/>
                    <a:gd name="connsiteX1" fmla="*/ 83 w 23351"/>
                    <a:gd name="connsiteY1" fmla="*/ 17738 h 23435"/>
                    <a:gd name="connsiteX2" fmla="*/ 3599 w 23351"/>
                    <a:gd name="connsiteY2" fmla="*/ 22527 h 23435"/>
                    <a:gd name="connsiteX3" fmla="*/ 19377 w 23351"/>
                    <a:gd name="connsiteY3" fmla="*/ 23434 h 23435"/>
                    <a:gd name="connsiteX4" fmla="*/ 23321 w 23351"/>
                    <a:gd name="connsiteY4" fmla="*/ 18987 h 23435"/>
                    <a:gd name="connsiteX5" fmla="*/ 15469 w 23351"/>
                    <a:gd name="connsiteY5" fmla="*/ 551 h 23435"/>
                    <a:gd name="connsiteX6" fmla="*/ 5387 w 23351"/>
                    <a:gd name="connsiteY6" fmla="*/ 0 h 23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351" h="23435">
                      <a:moveTo>
                        <a:pt x="5400" y="0"/>
                      </a:moveTo>
                      <a:cubicBezTo>
                        <a:pt x="5400" y="0"/>
                        <a:pt x="2693" y="4851"/>
                        <a:pt x="83" y="17738"/>
                      </a:cubicBezTo>
                      <a:cubicBezTo>
                        <a:pt x="-394" y="20065"/>
                        <a:pt x="1235" y="22295"/>
                        <a:pt x="3599" y="22527"/>
                      </a:cubicBezTo>
                      <a:cubicBezTo>
                        <a:pt x="7776" y="22944"/>
                        <a:pt x="14220" y="23470"/>
                        <a:pt x="19377" y="23434"/>
                      </a:cubicBezTo>
                      <a:cubicBezTo>
                        <a:pt x="21753" y="23421"/>
                        <a:pt x="23615" y="21351"/>
                        <a:pt x="23321" y="18987"/>
                      </a:cubicBezTo>
                      <a:cubicBezTo>
                        <a:pt x="22745" y="14283"/>
                        <a:pt x="20969" y="6566"/>
                        <a:pt x="15469" y="551"/>
                      </a:cubicBezTo>
                      <a:lnTo>
                        <a:pt x="5387" y="0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2" name="Forme libre : forme 2791">
                  <a:extLst>
                    <a:ext uri="{FF2B5EF4-FFF2-40B4-BE49-F238E27FC236}">
                      <a16:creationId xmlns:a16="http://schemas.microsoft.com/office/drawing/2014/main" id="{78F8EEFC-65C4-5F06-71BC-E6A93A76053A}"/>
                    </a:ext>
                  </a:extLst>
                </p:cNvPr>
                <p:cNvSpPr/>
                <p:nvPr/>
              </p:nvSpPr>
              <p:spPr>
                <a:xfrm>
                  <a:off x="50380" y="1120847"/>
                  <a:ext cx="12568" cy="19318"/>
                </a:xfrm>
                <a:custGeom>
                  <a:avLst/>
                  <a:gdLst>
                    <a:gd name="connsiteX0" fmla="*/ 0 w 12568"/>
                    <a:gd name="connsiteY0" fmla="*/ 674 h 19318"/>
                    <a:gd name="connsiteX1" fmla="*/ 3185 w 12568"/>
                    <a:gd name="connsiteY1" fmla="*/ 18056 h 19318"/>
                    <a:gd name="connsiteX2" fmla="*/ 12568 w 12568"/>
                    <a:gd name="connsiteY2" fmla="*/ 18705 h 19318"/>
                    <a:gd name="connsiteX3" fmla="*/ 11049 w 12568"/>
                    <a:gd name="connsiteY3" fmla="*/ 0 h 19318"/>
                    <a:gd name="connsiteX4" fmla="*/ 0 w 12568"/>
                    <a:gd name="connsiteY4" fmla="*/ 674 h 193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68" h="19318">
                      <a:moveTo>
                        <a:pt x="0" y="674"/>
                      </a:moveTo>
                      <a:lnTo>
                        <a:pt x="3185" y="18056"/>
                      </a:lnTo>
                      <a:cubicBezTo>
                        <a:pt x="3185" y="18056"/>
                        <a:pt x="6333" y="20396"/>
                        <a:pt x="12568" y="18705"/>
                      </a:cubicBezTo>
                      <a:lnTo>
                        <a:pt x="11049" y="0"/>
                      </a:lnTo>
                      <a:lnTo>
                        <a:pt x="0" y="674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3" name="Forme libre : forme 2792">
                  <a:extLst>
                    <a:ext uri="{FF2B5EF4-FFF2-40B4-BE49-F238E27FC236}">
                      <a16:creationId xmlns:a16="http://schemas.microsoft.com/office/drawing/2014/main" id="{C6710AE3-9FF8-6FDC-9DE1-C5D4D11CF5C8}"/>
                    </a:ext>
                  </a:extLst>
                </p:cNvPr>
                <p:cNvSpPr/>
                <p:nvPr/>
              </p:nvSpPr>
              <p:spPr>
                <a:xfrm>
                  <a:off x="36831" y="905937"/>
                  <a:ext cx="68317" cy="224839"/>
                </a:xfrm>
                <a:custGeom>
                  <a:avLst/>
                  <a:gdLst>
                    <a:gd name="connsiteX0" fmla="*/ 4938 w 68317"/>
                    <a:gd name="connsiteY0" fmla="*/ 8134 h 224839"/>
                    <a:gd name="connsiteX1" fmla="*/ 12986 w 68317"/>
                    <a:gd name="connsiteY1" fmla="*/ 221831 h 224839"/>
                    <a:gd name="connsiteX2" fmla="*/ 15791 w 68317"/>
                    <a:gd name="connsiteY2" fmla="*/ 224476 h 224839"/>
                    <a:gd name="connsiteX3" fmla="*/ 25823 w 68317"/>
                    <a:gd name="connsiteY3" fmla="*/ 224072 h 224839"/>
                    <a:gd name="connsiteX4" fmla="*/ 28114 w 68317"/>
                    <a:gd name="connsiteY4" fmla="*/ 221132 h 224839"/>
                    <a:gd name="connsiteX5" fmla="*/ 39506 w 68317"/>
                    <a:gd name="connsiteY5" fmla="*/ 48656 h 224839"/>
                    <a:gd name="connsiteX6" fmla="*/ 43340 w 68317"/>
                    <a:gd name="connsiteY6" fmla="*/ 43168 h 224839"/>
                    <a:gd name="connsiteX7" fmla="*/ 66541 w 68317"/>
                    <a:gd name="connsiteY7" fmla="*/ 26668 h 224839"/>
                    <a:gd name="connsiteX8" fmla="*/ 68318 w 68317"/>
                    <a:gd name="connsiteY8" fmla="*/ 0 h 224839"/>
                    <a:gd name="connsiteX9" fmla="*/ 4925 w 68317"/>
                    <a:gd name="connsiteY9" fmla="*/ 8122 h 224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8317" h="224839">
                      <a:moveTo>
                        <a:pt x="4938" y="8134"/>
                      </a:moveTo>
                      <a:cubicBezTo>
                        <a:pt x="-7888" y="85577"/>
                        <a:pt x="7718" y="199524"/>
                        <a:pt x="12986" y="221831"/>
                      </a:cubicBezTo>
                      <a:cubicBezTo>
                        <a:pt x="13304" y="223190"/>
                        <a:pt x="14407" y="224244"/>
                        <a:pt x="15791" y="224476"/>
                      </a:cubicBezTo>
                      <a:cubicBezTo>
                        <a:pt x="18143" y="224868"/>
                        <a:pt x="22014" y="225187"/>
                        <a:pt x="25823" y="224072"/>
                      </a:cubicBezTo>
                      <a:cubicBezTo>
                        <a:pt x="27134" y="223692"/>
                        <a:pt x="28065" y="222504"/>
                        <a:pt x="28114" y="221132"/>
                      </a:cubicBezTo>
                      <a:cubicBezTo>
                        <a:pt x="28824" y="203101"/>
                        <a:pt x="27551" y="92400"/>
                        <a:pt x="39506" y="48656"/>
                      </a:cubicBezTo>
                      <a:cubicBezTo>
                        <a:pt x="40107" y="46439"/>
                        <a:pt x="41466" y="44503"/>
                        <a:pt x="43340" y="43168"/>
                      </a:cubicBezTo>
                      <a:lnTo>
                        <a:pt x="66541" y="26668"/>
                      </a:lnTo>
                      <a:lnTo>
                        <a:pt x="68318" y="0"/>
                      </a:lnTo>
                      <a:lnTo>
                        <a:pt x="4925" y="8122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794" name="Graphique 4">
                  <a:extLst>
                    <a:ext uri="{FF2B5EF4-FFF2-40B4-BE49-F238E27FC236}">
                      <a16:creationId xmlns:a16="http://schemas.microsoft.com/office/drawing/2014/main" id="{8D4E9823-D3F9-B7DE-36E0-D0FF091F3D5D}"/>
                    </a:ext>
                  </a:extLst>
                </p:cNvPr>
                <p:cNvGrpSpPr/>
                <p:nvPr/>
              </p:nvGrpSpPr>
              <p:grpSpPr>
                <a:xfrm>
                  <a:off x="36976" y="707790"/>
                  <a:ext cx="200139" cy="216219"/>
                  <a:chOff x="36976" y="707790"/>
                  <a:chExt cx="200139" cy="216219"/>
                </a:xfrm>
              </p:grpSpPr>
              <p:sp>
                <p:nvSpPr>
                  <p:cNvPr id="2810" name="Forme libre : forme 2809">
                    <a:extLst>
                      <a:ext uri="{FF2B5EF4-FFF2-40B4-BE49-F238E27FC236}">
                        <a16:creationId xmlns:a16="http://schemas.microsoft.com/office/drawing/2014/main" id="{95434879-1AD5-A384-C0E0-AD4B78F9ABAB}"/>
                      </a:ext>
                    </a:extLst>
                  </p:cNvPr>
                  <p:cNvSpPr/>
                  <p:nvPr/>
                </p:nvSpPr>
                <p:spPr>
                  <a:xfrm>
                    <a:off x="36976" y="761047"/>
                    <a:ext cx="142063" cy="162962"/>
                  </a:xfrm>
                  <a:custGeom>
                    <a:avLst/>
                    <a:gdLst>
                      <a:gd name="connsiteX0" fmla="*/ 86560 w 142063"/>
                      <a:gd name="connsiteY0" fmla="*/ 6296 h 162962"/>
                      <a:gd name="connsiteX1" fmla="*/ 5674 w 142063"/>
                      <a:gd name="connsiteY1" fmla="*/ 16390 h 162962"/>
                      <a:gd name="connsiteX2" fmla="*/ 3666 w 142063"/>
                      <a:gd name="connsiteY2" fmla="*/ 160410 h 162962"/>
                      <a:gd name="connsiteX3" fmla="*/ 67021 w 142063"/>
                      <a:gd name="connsiteY3" fmla="*/ 155633 h 162962"/>
                      <a:gd name="connsiteX4" fmla="*/ 95049 w 142063"/>
                      <a:gd name="connsiteY4" fmla="*/ 49011 h 162962"/>
                      <a:gd name="connsiteX5" fmla="*/ 142063 w 142063"/>
                      <a:gd name="connsiteY5" fmla="*/ 34091 h 162962"/>
                      <a:gd name="connsiteX6" fmla="*/ 125771 w 142063"/>
                      <a:gd name="connsiteY6" fmla="*/ 0 h 162962"/>
                      <a:gd name="connsiteX7" fmla="*/ 86560 w 142063"/>
                      <a:gd name="connsiteY7" fmla="*/ 6284 h 1629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42063" h="162962">
                        <a:moveTo>
                          <a:pt x="86560" y="6296"/>
                        </a:moveTo>
                        <a:cubicBezTo>
                          <a:pt x="48108" y="5659"/>
                          <a:pt x="5674" y="16390"/>
                          <a:pt x="5674" y="16390"/>
                        </a:cubicBezTo>
                        <a:cubicBezTo>
                          <a:pt x="-5791" y="83274"/>
                          <a:pt x="3666" y="160410"/>
                          <a:pt x="3666" y="160410"/>
                        </a:cubicBezTo>
                        <a:cubicBezTo>
                          <a:pt x="33432" y="168213"/>
                          <a:pt x="67021" y="155633"/>
                          <a:pt x="67021" y="155633"/>
                        </a:cubicBezTo>
                        <a:cubicBezTo>
                          <a:pt x="71970" y="127679"/>
                          <a:pt x="95049" y="49011"/>
                          <a:pt x="95049" y="49011"/>
                        </a:cubicBezTo>
                        <a:cubicBezTo>
                          <a:pt x="113840" y="46684"/>
                          <a:pt x="129311" y="41257"/>
                          <a:pt x="142063" y="34091"/>
                        </a:cubicBezTo>
                        <a:cubicBezTo>
                          <a:pt x="132337" y="22821"/>
                          <a:pt x="127755" y="8477"/>
                          <a:pt x="125771" y="0"/>
                        </a:cubicBezTo>
                        <a:cubicBezTo>
                          <a:pt x="112174" y="4226"/>
                          <a:pt x="98417" y="6480"/>
                          <a:pt x="86560" y="6284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11" name="Forme libre : forme 2810">
                    <a:extLst>
                      <a:ext uri="{FF2B5EF4-FFF2-40B4-BE49-F238E27FC236}">
                        <a16:creationId xmlns:a16="http://schemas.microsoft.com/office/drawing/2014/main" id="{7D26A08C-5232-2124-D1BA-EF2B5D7F75C0}"/>
                      </a:ext>
                    </a:extLst>
                  </p:cNvPr>
                  <p:cNvSpPr/>
                  <p:nvPr/>
                </p:nvSpPr>
                <p:spPr>
                  <a:xfrm>
                    <a:off x="162747" y="707790"/>
                    <a:ext cx="74368" cy="87360"/>
                  </a:xfrm>
                  <a:custGeom>
                    <a:avLst/>
                    <a:gdLst>
                      <a:gd name="connsiteX0" fmla="*/ 74368 w 74368"/>
                      <a:gd name="connsiteY0" fmla="*/ 2911 h 87360"/>
                      <a:gd name="connsiteX1" fmla="*/ 65806 w 74368"/>
                      <a:gd name="connsiteY1" fmla="*/ 510 h 87360"/>
                      <a:gd name="connsiteX2" fmla="*/ 0 w 74368"/>
                      <a:gd name="connsiteY2" fmla="*/ 53269 h 87360"/>
                      <a:gd name="connsiteX3" fmla="*/ 16292 w 74368"/>
                      <a:gd name="connsiteY3" fmla="*/ 87360 h 87360"/>
                      <a:gd name="connsiteX4" fmla="*/ 74368 w 74368"/>
                      <a:gd name="connsiteY4" fmla="*/ 2923 h 873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4368" h="87360">
                        <a:moveTo>
                          <a:pt x="74368" y="2911"/>
                        </a:moveTo>
                        <a:cubicBezTo>
                          <a:pt x="70595" y="-1646"/>
                          <a:pt x="65806" y="510"/>
                          <a:pt x="65806" y="510"/>
                        </a:cubicBezTo>
                        <a:cubicBezTo>
                          <a:pt x="60146" y="24409"/>
                          <a:pt x="30477" y="43788"/>
                          <a:pt x="0" y="53269"/>
                        </a:cubicBezTo>
                        <a:cubicBezTo>
                          <a:pt x="1997" y="61746"/>
                          <a:pt x="6578" y="76091"/>
                          <a:pt x="16292" y="87360"/>
                        </a:cubicBezTo>
                        <a:cubicBezTo>
                          <a:pt x="66884" y="58916"/>
                          <a:pt x="74368" y="2923"/>
                          <a:pt x="74368" y="2923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795" name="Graphique 4">
                  <a:extLst>
                    <a:ext uri="{FF2B5EF4-FFF2-40B4-BE49-F238E27FC236}">
                      <a16:creationId xmlns:a16="http://schemas.microsoft.com/office/drawing/2014/main" id="{0B5294F9-B96F-02E0-FC12-CCD6B1CBC566}"/>
                    </a:ext>
                  </a:extLst>
                </p:cNvPr>
                <p:cNvGrpSpPr/>
                <p:nvPr/>
              </p:nvGrpSpPr>
              <p:grpSpPr>
                <a:xfrm>
                  <a:off x="228559" y="670791"/>
                  <a:ext cx="24947" cy="42489"/>
                  <a:chOff x="228559" y="670791"/>
                  <a:chExt cx="24947" cy="42489"/>
                </a:xfrm>
                <a:solidFill>
                  <a:srgbClr val="F4A392"/>
                </a:solidFill>
              </p:grpSpPr>
              <p:sp>
                <p:nvSpPr>
                  <p:cNvPr id="2808" name="Forme libre : forme 2807">
                    <a:extLst>
                      <a:ext uri="{FF2B5EF4-FFF2-40B4-BE49-F238E27FC236}">
                        <a16:creationId xmlns:a16="http://schemas.microsoft.com/office/drawing/2014/main" id="{4B27B4E1-1592-FF00-3AE7-97F1C3DD56C7}"/>
                      </a:ext>
                    </a:extLst>
                  </p:cNvPr>
                  <p:cNvSpPr/>
                  <p:nvPr/>
                </p:nvSpPr>
                <p:spPr>
                  <a:xfrm>
                    <a:off x="228559" y="670791"/>
                    <a:ext cx="24947" cy="42489"/>
                  </a:xfrm>
                  <a:custGeom>
                    <a:avLst/>
                    <a:gdLst>
                      <a:gd name="connsiteX0" fmla="*/ 7638 w 24947"/>
                      <a:gd name="connsiteY0" fmla="*/ 41073 h 42489"/>
                      <a:gd name="connsiteX1" fmla="*/ 766 w 24947"/>
                      <a:gd name="connsiteY1" fmla="*/ 39101 h 42489"/>
                      <a:gd name="connsiteX2" fmla="*/ 644 w 24947"/>
                      <a:gd name="connsiteY2" fmla="*/ 24083 h 42489"/>
                      <a:gd name="connsiteX3" fmla="*/ 23673 w 24947"/>
                      <a:gd name="connsiteY3" fmla="*/ 0 h 42489"/>
                      <a:gd name="connsiteX4" fmla="*/ 24126 w 24947"/>
                      <a:gd name="connsiteY4" fmla="*/ 5022 h 42489"/>
                      <a:gd name="connsiteX5" fmla="*/ 16752 w 24947"/>
                      <a:gd name="connsiteY5" fmla="*/ 12703 h 42489"/>
                      <a:gd name="connsiteX6" fmla="*/ 21052 w 24947"/>
                      <a:gd name="connsiteY6" fmla="*/ 21217 h 42489"/>
                      <a:gd name="connsiteX7" fmla="*/ 20023 w 24947"/>
                      <a:gd name="connsiteY7" fmla="*/ 28824 h 42489"/>
                      <a:gd name="connsiteX8" fmla="*/ 15294 w 24947"/>
                      <a:gd name="connsiteY8" fmla="*/ 36553 h 42489"/>
                      <a:gd name="connsiteX9" fmla="*/ 7626 w 24947"/>
                      <a:gd name="connsiteY9" fmla="*/ 41073 h 424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4947" h="42489">
                        <a:moveTo>
                          <a:pt x="7638" y="41073"/>
                        </a:moveTo>
                        <a:cubicBezTo>
                          <a:pt x="8030" y="42335"/>
                          <a:pt x="3461" y="44246"/>
                          <a:pt x="766" y="39101"/>
                        </a:cubicBezTo>
                        <a:cubicBezTo>
                          <a:pt x="668" y="36639"/>
                          <a:pt x="-826" y="26092"/>
                          <a:pt x="644" y="24083"/>
                        </a:cubicBezTo>
                        <a:cubicBezTo>
                          <a:pt x="8483" y="13401"/>
                          <a:pt x="23673" y="0"/>
                          <a:pt x="23673" y="0"/>
                        </a:cubicBezTo>
                        <a:cubicBezTo>
                          <a:pt x="26246" y="2536"/>
                          <a:pt x="24126" y="5022"/>
                          <a:pt x="24126" y="5022"/>
                        </a:cubicBezTo>
                        <a:lnTo>
                          <a:pt x="16752" y="12703"/>
                        </a:lnTo>
                        <a:cubicBezTo>
                          <a:pt x="18295" y="15484"/>
                          <a:pt x="20170" y="17848"/>
                          <a:pt x="21052" y="21217"/>
                        </a:cubicBezTo>
                        <a:cubicBezTo>
                          <a:pt x="21725" y="23765"/>
                          <a:pt x="21309" y="26496"/>
                          <a:pt x="20023" y="28824"/>
                        </a:cubicBezTo>
                        <a:cubicBezTo>
                          <a:pt x="18724" y="31151"/>
                          <a:pt x="16960" y="34189"/>
                          <a:pt x="15294" y="36553"/>
                        </a:cubicBezTo>
                        <a:cubicBezTo>
                          <a:pt x="12134" y="41037"/>
                          <a:pt x="7626" y="41073"/>
                          <a:pt x="7626" y="41073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09" name="Forme libre : forme 2808">
                    <a:extLst>
                      <a:ext uri="{FF2B5EF4-FFF2-40B4-BE49-F238E27FC236}">
                        <a16:creationId xmlns:a16="http://schemas.microsoft.com/office/drawing/2014/main" id="{11E2341E-78CA-89AE-B223-BAD1F039F059}"/>
                      </a:ext>
                    </a:extLst>
                  </p:cNvPr>
                  <p:cNvSpPr/>
                  <p:nvPr/>
                </p:nvSpPr>
                <p:spPr>
                  <a:xfrm>
                    <a:off x="233269" y="688480"/>
                    <a:ext cx="10317" cy="18007"/>
                  </a:xfrm>
                  <a:custGeom>
                    <a:avLst/>
                    <a:gdLst>
                      <a:gd name="connsiteX0" fmla="*/ 8820 w 10317"/>
                      <a:gd name="connsiteY0" fmla="*/ 0 h 18007"/>
                      <a:gd name="connsiteX1" fmla="*/ 2107 w 10317"/>
                      <a:gd name="connsiteY1" fmla="*/ 5696 h 18007"/>
                      <a:gd name="connsiteX2" fmla="*/ 0 w 10317"/>
                      <a:gd name="connsiteY2" fmla="*/ 11368 h 18007"/>
                      <a:gd name="connsiteX3" fmla="*/ 5990 w 10317"/>
                      <a:gd name="connsiteY3" fmla="*/ 18007 h 18007"/>
                      <a:gd name="connsiteX4" fmla="*/ 9506 w 10317"/>
                      <a:gd name="connsiteY4" fmla="*/ 4324 h 18007"/>
                      <a:gd name="connsiteX5" fmla="*/ 8832 w 10317"/>
                      <a:gd name="connsiteY5" fmla="*/ 0 h 180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317" h="18007">
                        <a:moveTo>
                          <a:pt x="8820" y="0"/>
                        </a:moveTo>
                        <a:lnTo>
                          <a:pt x="2107" y="5696"/>
                        </a:lnTo>
                        <a:lnTo>
                          <a:pt x="0" y="11368"/>
                        </a:lnTo>
                        <a:lnTo>
                          <a:pt x="5990" y="18007"/>
                        </a:lnTo>
                        <a:cubicBezTo>
                          <a:pt x="5990" y="18007"/>
                          <a:pt x="7999" y="6762"/>
                          <a:pt x="9506" y="4324"/>
                        </a:cubicBezTo>
                        <a:cubicBezTo>
                          <a:pt x="11000" y="1886"/>
                          <a:pt x="10229" y="711"/>
                          <a:pt x="8832" y="0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796" name="Forme libre : forme 2795">
                  <a:extLst>
                    <a:ext uri="{FF2B5EF4-FFF2-40B4-BE49-F238E27FC236}">
                      <a16:creationId xmlns:a16="http://schemas.microsoft.com/office/drawing/2014/main" id="{39D7C6B1-825F-D617-FB4C-C6751C8C1DAA}"/>
                    </a:ext>
                  </a:extLst>
                </p:cNvPr>
                <p:cNvSpPr/>
                <p:nvPr/>
              </p:nvSpPr>
              <p:spPr>
                <a:xfrm>
                  <a:off x="830" y="777437"/>
                  <a:ext cx="56569" cy="63710"/>
                </a:xfrm>
                <a:custGeom>
                  <a:avLst/>
                  <a:gdLst>
                    <a:gd name="connsiteX0" fmla="*/ 56569 w 56569"/>
                    <a:gd name="connsiteY0" fmla="*/ 37239 h 63710"/>
                    <a:gd name="connsiteX1" fmla="*/ 41821 w 56569"/>
                    <a:gd name="connsiteY1" fmla="*/ 0 h 63710"/>
                    <a:gd name="connsiteX2" fmla="*/ 0 w 56569"/>
                    <a:gd name="connsiteY2" fmla="*/ 55344 h 63710"/>
                    <a:gd name="connsiteX3" fmla="*/ 31225 w 56569"/>
                    <a:gd name="connsiteY3" fmla="*/ 63711 h 63710"/>
                    <a:gd name="connsiteX4" fmla="*/ 56569 w 56569"/>
                    <a:gd name="connsiteY4" fmla="*/ 37227 h 63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569" h="63710">
                      <a:moveTo>
                        <a:pt x="56569" y="37239"/>
                      </a:moveTo>
                      <a:lnTo>
                        <a:pt x="41821" y="0"/>
                      </a:lnTo>
                      <a:cubicBezTo>
                        <a:pt x="41821" y="0"/>
                        <a:pt x="5904" y="24401"/>
                        <a:pt x="0" y="55344"/>
                      </a:cubicBezTo>
                      <a:cubicBezTo>
                        <a:pt x="6786" y="55847"/>
                        <a:pt x="19134" y="57611"/>
                        <a:pt x="31225" y="63711"/>
                      </a:cubicBezTo>
                      <a:cubicBezTo>
                        <a:pt x="33883" y="49097"/>
                        <a:pt x="56569" y="37227"/>
                        <a:pt x="56569" y="37227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7" name="Forme libre : forme 2796">
                  <a:extLst>
                    <a:ext uri="{FF2B5EF4-FFF2-40B4-BE49-F238E27FC236}">
                      <a16:creationId xmlns:a16="http://schemas.microsoft.com/office/drawing/2014/main" id="{A92F95F9-5432-6A16-6B3F-D84A39349DD4}"/>
                    </a:ext>
                  </a:extLst>
                </p:cNvPr>
                <p:cNvSpPr/>
                <p:nvPr/>
              </p:nvSpPr>
              <p:spPr>
                <a:xfrm>
                  <a:off x="0" y="832794"/>
                  <a:ext cx="94111" cy="48046"/>
                </a:xfrm>
                <a:custGeom>
                  <a:avLst/>
                  <a:gdLst>
                    <a:gd name="connsiteX0" fmla="*/ 88783 w 94111"/>
                    <a:gd name="connsiteY0" fmla="*/ 16917 h 48046"/>
                    <a:gd name="connsiteX1" fmla="*/ 34848 w 94111"/>
                    <a:gd name="connsiteY1" fmla="*/ 20249 h 48046"/>
                    <a:gd name="connsiteX2" fmla="*/ 32042 w 94111"/>
                    <a:gd name="connsiteY2" fmla="*/ 8367 h 48046"/>
                    <a:gd name="connsiteX3" fmla="*/ 818 w 94111"/>
                    <a:gd name="connsiteY3" fmla="*/ 0 h 48046"/>
                    <a:gd name="connsiteX4" fmla="*/ 5460 w 94111"/>
                    <a:gd name="connsiteY4" fmla="*/ 29277 h 48046"/>
                    <a:gd name="connsiteX5" fmla="*/ 94112 w 94111"/>
                    <a:gd name="connsiteY5" fmla="*/ 26864 h 48046"/>
                    <a:gd name="connsiteX6" fmla="*/ 88771 w 94111"/>
                    <a:gd name="connsiteY6" fmla="*/ 16917 h 480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4111" h="48046">
                      <a:moveTo>
                        <a:pt x="88783" y="16917"/>
                      </a:moveTo>
                      <a:cubicBezTo>
                        <a:pt x="88783" y="16917"/>
                        <a:pt x="48457" y="39701"/>
                        <a:pt x="34848" y="20249"/>
                      </a:cubicBezTo>
                      <a:cubicBezTo>
                        <a:pt x="32018" y="16206"/>
                        <a:pt x="31344" y="12189"/>
                        <a:pt x="32042" y="8367"/>
                      </a:cubicBezTo>
                      <a:cubicBezTo>
                        <a:pt x="19952" y="2266"/>
                        <a:pt x="7604" y="502"/>
                        <a:pt x="818" y="0"/>
                      </a:cubicBezTo>
                      <a:cubicBezTo>
                        <a:pt x="-958" y="9322"/>
                        <a:pt x="-27" y="19244"/>
                        <a:pt x="5460" y="29277"/>
                      </a:cubicBezTo>
                      <a:cubicBezTo>
                        <a:pt x="29298" y="72874"/>
                        <a:pt x="94112" y="26864"/>
                        <a:pt x="94112" y="26864"/>
                      </a:cubicBezTo>
                      <a:lnTo>
                        <a:pt x="88771" y="16917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798" name="Graphique 4">
                  <a:extLst>
                    <a:ext uri="{FF2B5EF4-FFF2-40B4-BE49-F238E27FC236}">
                      <a16:creationId xmlns:a16="http://schemas.microsoft.com/office/drawing/2014/main" id="{6E0BA306-1757-E7DA-66E3-857FB6E9C2A0}"/>
                    </a:ext>
                  </a:extLst>
                </p:cNvPr>
                <p:cNvGrpSpPr/>
                <p:nvPr/>
              </p:nvGrpSpPr>
              <p:grpSpPr>
                <a:xfrm>
                  <a:off x="83883" y="787833"/>
                  <a:ext cx="100820" cy="94058"/>
                  <a:chOff x="83883" y="787833"/>
                  <a:chExt cx="100820" cy="94058"/>
                </a:xfrm>
              </p:grpSpPr>
              <p:sp>
                <p:nvSpPr>
                  <p:cNvPr id="2804" name="Forme libre : forme 2803">
                    <a:extLst>
                      <a:ext uri="{FF2B5EF4-FFF2-40B4-BE49-F238E27FC236}">
                        <a16:creationId xmlns:a16="http://schemas.microsoft.com/office/drawing/2014/main" id="{087CC31D-59EF-E32A-30FF-7FC8CAE602E8}"/>
                      </a:ext>
                    </a:extLst>
                  </p:cNvPr>
                  <p:cNvSpPr/>
                  <p:nvPr/>
                </p:nvSpPr>
                <p:spPr>
                  <a:xfrm>
                    <a:off x="83883" y="795301"/>
                    <a:ext cx="100820" cy="86590"/>
                  </a:xfrm>
                  <a:custGeom>
                    <a:avLst/>
                    <a:gdLst>
                      <a:gd name="connsiteX0" fmla="*/ 62 w 100820"/>
                      <a:gd name="connsiteY0" fmla="*/ 83246 h 86590"/>
                      <a:gd name="connsiteX1" fmla="*/ 22075 w 100820"/>
                      <a:gd name="connsiteY1" fmla="*/ 6391 h 86590"/>
                      <a:gd name="connsiteX2" fmla="*/ 23973 w 100820"/>
                      <a:gd name="connsiteY2" fmla="*/ 4774 h 86590"/>
                      <a:gd name="connsiteX3" fmla="*/ 52858 w 100820"/>
                      <a:gd name="connsiteY3" fmla="*/ 1871 h 86590"/>
                      <a:gd name="connsiteX4" fmla="*/ 98746 w 100820"/>
                      <a:gd name="connsiteY4" fmla="*/ 352 h 86590"/>
                      <a:gd name="connsiteX5" fmla="*/ 100583 w 100820"/>
                      <a:gd name="connsiteY5" fmla="*/ 3586 h 86590"/>
                      <a:gd name="connsiteX6" fmla="*/ 55100 w 100820"/>
                      <a:gd name="connsiteY6" fmla="*/ 85696 h 86590"/>
                      <a:gd name="connsiteX7" fmla="*/ 53287 w 100820"/>
                      <a:gd name="connsiteY7" fmla="*/ 86590 h 86590"/>
                      <a:gd name="connsiteX8" fmla="*/ 2230 w 100820"/>
                      <a:gd name="connsiteY8" fmla="*/ 86113 h 86590"/>
                      <a:gd name="connsiteX9" fmla="*/ 86 w 100820"/>
                      <a:gd name="connsiteY9" fmla="*/ 83246 h 865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820" h="86590">
                        <a:moveTo>
                          <a:pt x="62" y="83246"/>
                        </a:moveTo>
                        <a:lnTo>
                          <a:pt x="22075" y="6391"/>
                        </a:lnTo>
                        <a:cubicBezTo>
                          <a:pt x="22320" y="5522"/>
                          <a:pt x="23067" y="4885"/>
                          <a:pt x="23973" y="4774"/>
                        </a:cubicBezTo>
                        <a:cubicBezTo>
                          <a:pt x="27967" y="4309"/>
                          <a:pt x="39518" y="2998"/>
                          <a:pt x="52858" y="1871"/>
                        </a:cubicBezTo>
                        <a:cubicBezTo>
                          <a:pt x="68930" y="512"/>
                          <a:pt x="87586" y="-591"/>
                          <a:pt x="98746" y="352"/>
                        </a:cubicBezTo>
                        <a:cubicBezTo>
                          <a:pt x="100326" y="487"/>
                          <a:pt x="101294" y="2165"/>
                          <a:pt x="100583" y="3586"/>
                        </a:cubicBezTo>
                        <a:cubicBezTo>
                          <a:pt x="94238" y="16412"/>
                          <a:pt x="68158" y="68608"/>
                          <a:pt x="55100" y="85696"/>
                        </a:cubicBezTo>
                        <a:cubicBezTo>
                          <a:pt x="54671" y="86260"/>
                          <a:pt x="53997" y="86590"/>
                          <a:pt x="53287" y="86590"/>
                        </a:cubicBezTo>
                        <a:lnTo>
                          <a:pt x="2230" y="86113"/>
                        </a:lnTo>
                        <a:cubicBezTo>
                          <a:pt x="748" y="86100"/>
                          <a:pt x="-318" y="84667"/>
                          <a:pt x="86" y="83246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05" name="Forme libre : forme 2804">
                    <a:extLst>
                      <a:ext uri="{FF2B5EF4-FFF2-40B4-BE49-F238E27FC236}">
                        <a16:creationId xmlns:a16="http://schemas.microsoft.com/office/drawing/2014/main" id="{B98BA47B-9031-5073-2F12-ED0AE9A140A6}"/>
                      </a:ext>
                    </a:extLst>
                  </p:cNvPr>
                  <p:cNvSpPr/>
                  <p:nvPr/>
                </p:nvSpPr>
                <p:spPr>
                  <a:xfrm>
                    <a:off x="137089" y="787833"/>
                    <a:ext cx="19211" cy="9129"/>
                  </a:xfrm>
                  <a:custGeom>
                    <a:avLst/>
                    <a:gdLst>
                      <a:gd name="connsiteX0" fmla="*/ 1918 w 19211"/>
                      <a:gd name="connsiteY0" fmla="*/ 2675 h 9129"/>
                      <a:gd name="connsiteX1" fmla="*/ 17879 w 19211"/>
                      <a:gd name="connsiteY1" fmla="*/ 17 h 9129"/>
                      <a:gd name="connsiteX2" fmla="*/ 19153 w 19211"/>
                      <a:gd name="connsiteY2" fmla="*/ 1512 h 9129"/>
                      <a:gd name="connsiteX3" fmla="*/ 17573 w 19211"/>
                      <a:gd name="connsiteY3" fmla="*/ 6301 h 9129"/>
                      <a:gd name="connsiteX4" fmla="*/ 16642 w 19211"/>
                      <a:gd name="connsiteY4" fmla="*/ 7073 h 9129"/>
                      <a:gd name="connsiteX5" fmla="*/ 1293 w 19211"/>
                      <a:gd name="connsiteY5" fmla="*/ 9119 h 9129"/>
                      <a:gd name="connsiteX6" fmla="*/ 31 w 19211"/>
                      <a:gd name="connsiteY6" fmla="*/ 7722 h 9129"/>
                      <a:gd name="connsiteX7" fmla="*/ 1011 w 19211"/>
                      <a:gd name="connsiteY7" fmla="*/ 3545 h 9129"/>
                      <a:gd name="connsiteX8" fmla="*/ 1942 w 19211"/>
                      <a:gd name="connsiteY8" fmla="*/ 2675 h 91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211" h="9129">
                        <a:moveTo>
                          <a:pt x="1918" y="2675"/>
                        </a:moveTo>
                        <a:lnTo>
                          <a:pt x="17879" y="17"/>
                        </a:lnTo>
                        <a:cubicBezTo>
                          <a:pt x="18724" y="-130"/>
                          <a:pt x="19423" y="691"/>
                          <a:pt x="19153" y="1512"/>
                        </a:cubicBezTo>
                        <a:lnTo>
                          <a:pt x="17573" y="6301"/>
                        </a:lnTo>
                        <a:cubicBezTo>
                          <a:pt x="17438" y="6718"/>
                          <a:pt x="17071" y="7024"/>
                          <a:pt x="16642" y="7073"/>
                        </a:cubicBezTo>
                        <a:lnTo>
                          <a:pt x="1293" y="9119"/>
                        </a:lnTo>
                        <a:cubicBezTo>
                          <a:pt x="497" y="9229"/>
                          <a:pt x="-152" y="8506"/>
                          <a:pt x="31" y="7722"/>
                        </a:cubicBezTo>
                        <a:lnTo>
                          <a:pt x="1011" y="3545"/>
                        </a:lnTo>
                        <a:cubicBezTo>
                          <a:pt x="1122" y="3092"/>
                          <a:pt x="1477" y="2749"/>
                          <a:pt x="1942" y="2675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06" name="Forme libre : forme 2805">
                    <a:extLst>
                      <a:ext uri="{FF2B5EF4-FFF2-40B4-BE49-F238E27FC236}">
                        <a16:creationId xmlns:a16="http://schemas.microsoft.com/office/drawing/2014/main" id="{D4DE878D-13F5-5621-C475-4DD9DFFD6AA8}"/>
                      </a:ext>
                    </a:extLst>
                  </p:cNvPr>
                  <p:cNvSpPr/>
                  <p:nvPr/>
                </p:nvSpPr>
                <p:spPr>
                  <a:xfrm>
                    <a:off x="127046" y="792619"/>
                    <a:ext cx="36698" cy="13288"/>
                  </a:xfrm>
                  <a:custGeom>
                    <a:avLst/>
                    <a:gdLst>
                      <a:gd name="connsiteX0" fmla="*/ 18 w 36698"/>
                      <a:gd name="connsiteY0" fmla="*/ 11401 h 13288"/>
                      <a:gd name="connsiteX1" fmla="*/ 1328 w 36698"/>
                      <a:gd name="connsiteY1" fmla="*/ 4553 h 13288"/>
                      <a:gd name="connsiteX2" fmla="*/ 2725 w 36698"/>
                      <a:gd name="connsiteY2" fmla="*/ 3279 h 13288"/>
                      <a:gd name="connsiteX3" fmla="*/ 34954 w 36698"/>
                      <a:gd name="connsiteY3" fmla="*/ 8 h 13288"/>
                      <a:gd name="connsiteX4" fmla="*/ 36657 w 36698"/>
                      <a:gd name="connsiteY4" fmla="*/ 1956 h 13288"/>
                      <a:gd name="connsiteX5" fmla="*/ 34611 w 36698"/>
                      <a:gd name="connsiteY5" fmla="*/ 10494 h 13288"/>
                      <a:gd name="connsiteX6" fmla="*/ 33153 w 36698"/>
                      <a:gd name="connsiteY6" fmla="*/ 11707 h 13288"/>
                      <a:gd name="connsiteX7" fmla="*/ 1659 w 36698"/>
                      <a:gd name="connsiteY7" fmla="*/ 13287 h 13288"/>
                      <a:gd name="connsiteX8" fmla="*/ 30 w 36698"/>
                      <a:gd name="connsiteY8" fmla="*/ 11413 h 13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6698" h="13288">
                        <a:moveTo>
                          <a:pt x="18" y="11401"/>
                        </a:moveTo>
                        <a:lnTo>
                          <a:pt x="1328" y="4553"/>
                        </a:lnTo>
                        <a:cubicBezTo>
                          <a:pt x="1463" y="3867"/>
                          <a:pt x="2027" y="3353"/>
                          <a:pt x="2725" y="3279"/>
                        </a:cubicBezTo>
                        <a:lnTo>
                          <a:pt x="34954" y="8"/>
                        </a:lnTo>
                        <a:cubicBezTo>
                          <a:pt x="36044" y="-102"/>
                          <a:pt x="36902" y="890"/>
                          <a:pt x="36657" y="1956"/>
                        </a:cubicBezTo>
                        <a:lnTo>
                          <a:pt x="34611" y="10494"/>
                        </a:lnTo>
                        <a:cubicBezTo>
                          <a:pt x="34452" y="11180"/>
                          <a:pt x="33851" y="11670"/>
                          <a:pt x="33153" y="11707"/>
                        </a:cubicBezTo>
                        <a:lnTo>
                          <a:pt x="1659" y="13287"/>
                        </a:lnTo>
                        <a:cubicBezTo>
                          <a:pt x="630" y="13336"/>
                          <a:pt x="-166" y="12417"/>
                          <a:pt x="30" y="1141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07" name="Forme libre : forme 2806">
                    <a:extLst>
                      <a:ext uri="{FF2B5EF4-FFF2-40B4-BE49-F238E27FC236}">
                        <a16:creationId xmlns:a16="http://schemas.microsoft.com/office/drawing/2014/main" id="{15C239F8-DFE5-8C2B-4C84-EAB7684157BC}"/>
                      </a:ext>
                    </a:extLst>
                  </p:cNvPr>
                  <p:cNvSpPr/>
                  <p:nvPr/>
                </p:nvSpPr>
                <p:spPr>
                  <a:xfrm>
                    <a:off x="87141" y="833775"/>
                    <a:ext cx="29326" cy="26344"/>
                  </a:xfrm>
                  <a:custGeom>
                    <a:avLst/>
                    <a:gdLst>
                      <a:gd name="connsiteX0" fmla="*/ 2120 w 29326"/>
                      <a:gd name="connsiteY0" fmla="*/ 26202 h 26344"/>
                      <a:gd name="connsiteX1" fmla="*/ 294 w 29326"/>
                      <a:gd name="connsiteY1" fmla="*/ 9125 h 26344"/>
                      <a:gd name="connsiteX2" fmla="*/ 11919 w 29326"/>
                      <a:gd name="connsiteY2" fmla="*/ 183 h 26344"/>
                      <a:gd name="connsiteX3" fmla="*/ 29326 w 29326"/>
                      <a:gd name="connsiteY3" fmla="*/ 4826 h 26344"/>
                      <a:gd name="connsiteX4" fmla="*/ 22785 w 29326"/>
                      <a:gd name="connsiteY4" fmla="*/ 8770 h 26344"/>
                      <a:gd name="connsiteX5" fmla="*/ 26546 w 29326"/>
                      <a:gd name="connsiteY5" fmla="*/ 11686 h 26344"/>
                      <a:gd name="connsiteX6" fmla="*/ 20886 w 29326"/>
                      <a:gd name="connsiteY6" fmla="*/ 13854 h 26344"/>
                      <a:gd name="connsiteX7" fmla="*/ 24390 w 29326"/>
                      <a:gd name="connsiteY7" fmla="*/ 17712 h 26344"/>
                      <a:gd name="connsiteX8" fmla="*/ 18412 w 29326"/>
                      <a:gd name="connsiteY8" fmla="*/ 19084 h 26344"/>
                      <a:gd name="connsiteX9" fmla="*/ 2132 w 29326"/>
                      <a:gd name="connsiteY9" fmla="*/ 26202 h 263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9326" h="26344">
                        <a:moveTo>
                          <a:pt x="2120" y="26202"/>
                        </a:moveTo>
                        <a:cubicBezTo>
                          <a:pt x="2120" y="26202"/>
                          <a:pt x="-943" y="13597"/>
                          <a:pt x="294" y="9125"/>
                        </a:cubicBezTo>
                        <a:cubicBezTo>
                          <a:pt x="1532" y="4654"/>
                          <a:pt x="3933" y="-1103"/>
                          <a:pt x="11919" y="183"/>
                        </a:cubicBezTo>
                        <a:cubicBezTo>
                          <a:pt x="19906" y="1457"/>
                          <a:pt x="29326" y="4826"/>
                          <a:pt x="29326" y="4826"/>
                        </a:cubicBezTo>
                        <a:cubicBezTo>
                          <a:pt x="29326" y="4826"/>
                          <a:pt x="28849" y="10657"/>
                          <a:pt x="22785" y="8770"/>
                        </a:cubicBezTo>
                        <a:lnTo>
                          <a:pt x="26546" y="11686"/>
                        </a:lnTo>
                        <a:cubicBezTo>
                          <a:pt x="26546" y="11686"/>
                          <a:pt x="26007" y="16353"/>
                          <a:pt x="20886" y="13854"/>
                        </a:cubicBezTo>
                        <a:lnTo>
                          <a:pt x="24390" y="17712"/>
                        </a:lnTo>
                        <a:cubicBezTo>
                          <a:pt x="24390" y="17712"/>
                          <a:pt x="22185" y="21547"/>
                          <a:pt x="18412" y="19084"/>
                        </a:cubicBezTo>
                        <a:cubicBezTo>
                          <a:pt x="14639" y="16622"/>
                          <a:pt x="12826" y="27720"/>
                          <a:pt x="2132" y="26202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799" name="Forme libre : forme 2798">
                  <a:extLst>
                    <a:ext uri="{FF2B5EF4-FFF2-40B4-BE49-F238E27FC236}">
                      <a16:creationId xmlns:a16="http://schemas.microsoft.com/office/drawing/2014/main" id="{26097D6E-459B-4B71-3EAF-CB9B854BBD7C}"/>
                    </a:ext>
                  </a:extLst>
                </p:cNvPr>
                <p:cNvSpPr/>
                <p:nvPr/>
              </p:nvSpPr>
              <p:spPr>
                <a:xfrm>
                  <a:off x="72270" y="736119"/>
                  <a:ext cx="37202" cy="40142"/>
                </a:xfrm>
                <a:custGeom>
                  <a:avLst/>
                  <a:gdLst>
                    <a:gd name="connsiteX0" fmla="*/ 12311 w 37202"/>
                    <a:gd name="connsiteY0" fmla="*/ 12 h 40142"/>
                    <a:gd name="connsiteX1" fmla="*/ 74 w 37202"/>
                    <a:gd name="connsiteY1" fmla="*/ 35390 h 40142"/>
                    <a:gd name="connsiteX2" fmla="*/ 650 w 37202"/>
                    <a:gd name="connsiteY2" fmla="*/ 36921 h 40142"/>
                    <a:gd name="connsiteX3" fmla="*/ 30478 w 37202"/>
                    <a:gd name="connsiteY3" fmla="*/ 34912 h 40142"/>
                    <a:gd name="connsiteX4" fmla="*/ 33246 w 37202"/>
                    <a:gd name="connsiteY4" fmla="*/ 30624 h 40142"/>
                    <a:gd name="connsiteX5" fmla="*/ 37203 w 37202"/>
                    <a:gd name="connsiteY5" fmla="*/ 0 h 40142"/>
                    <a:gd name="connsiteX6" fmla="*/ 12299 w 37202"/>
                    <a:gd name="connsiteY6" fmla="*/ 0 h 40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202" h="40142">
                      <a:moveTo>
                        <a:pt x="12311" y="12"/>
                      </a:moveTo>
                      <a:lnTo>
                        <a:pt x="74" y="35390"/>
                      </a:lnTo>
                      <a:cubicBezTo>
                        <a:pt x="-134" y="35977"/>
                        <a:pt x="111" y="36627"/>
                        <a:pt x="650" y="36921"/>
                      </a:cubicBezTo>
                      <a:cubicBezTo>
                        <a:pt x="3981" y="38770"/>
                        <a:pt x="15998" y="44099"/>
                        <a:pt x="30478" y="34912"/>
                      </a:cubicBezTo>
                      <a:cubicBezTo>
                        <a:pt x="31984" y="33956"/>
                        <a:pt x="33013" y="32401"/>
                        <a:pt x="33246" y="30624"/>
                      </a:cubicBezTo>
                      <a:lnTo>
                        <a:pt x="37203" y="0"/>
                      </a:lnTo>
                      <a:lnTo>
                        <a:pt x="12299" y="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800" name="Graphique 4">
                  <a:extLst>
                    <a:ext uri="{FF2B5EF4-FFF2-40B4-BE49-F238E27FC236}">
                      <a16:creationId xmlns:a16="http://schemas.microsoft.com/office/drawing/2014/main" id="{B9A1F849-B854-B0DF-CE69-5325F7B95B85}"/>
                    </a:ext>
                  </a:extLst>
                </p:cNvPr>
                <p:cNvGrpSpPr/>
                <p:nvPr/>
              </p:nvGrpSpPr>
              <p:grpSpPr>
                <a:xfrm>
                  <a:off x="61374" y="684953"/>
                  <a:ext cx="61690" cy="61458"/>
                  <a:chOff x="61374" y="684953"/>
                  <a:chExt cx="61690" cy="61458"/>
                </a:xfrm>
              </p:grpSpPr>
              <p:sp>
                <p:nvSpPr>
                  <p:cNvPr id="2801" name="Forme libre : forme 2800">
                    <a:extLst>
                      <a:ext uri="{FF2B5EF4-FFF2-40B4-BE49-F238E27FC236}">
                        <a16:creationId xmlns:a16="http://schemas.microsoft.com/office/drawing/2014/main" id="{B1E6F1CF-97AA-E9D3-FEB0-E9569F1F6E0D}"/>
                      </a:ext>
                    </a:extLst>
                  </p:cNvPr>
                  <p:cNvSpPr/>
                  <p:nvPr/>
                </p:nvSpPr>
                <p:spPr>
                  <a:xfrm>
                    <a:off x="79841" y="703363"/>
                    <a:ext cx="43223" cy="43048"/>
                  </a:xfrm>
                  <a:custGeom>
                    <a:avLst/>
                    <a:gdLst>
                      <a:gd name="connsiteX0" fmla="*/ 31359 w 43223"/>
                      <a:gd name="connsiteY0" fmla="*/ 0 h 43048"/>
                      <a:gd name="connsiteX1" fmla="*/ 43070 w 43223"/>
                      <a:gd name="connsiteY1" fmla="*/ 35512 h 43048"/>
                      <a:gd name="connsiteX2" fmla="*/ 10155 w 43223"/>
                      <a:gd name="connsiteY2" fmla="*/ 36700 h 43048"/>
                      <a:gd name="connsiteX3" fmla="*/ 0 w 43223"/>
                      <a:gd name="connsiteY3" fmla="*/ 9396 h 43048"/>
                      <a:gd name="connsiteX4" fmla="*/ 31359 w 43223"/>
                      <a:gd name="connsiteY4" fmla="*/ 12 h 43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3223" h="43048">
                        <a:moveTo>
                          <a:pt x="31359" y="0"/>
                        </a:moveTo>
                        <a:cubicBezTo>
                          <a:pt x="31359" y="0"/>
                          <a:pt x="44797" y="25296"/>
                          <a:pt x="43070" y="35512"/>
                        </a:cubicBezTo>
                        <a:cubicBezTo>
                          <a:pt x="41343" y="45728"/>
                          <a:pt x="24695" y="44993"/>
                          <a:pt x="10155" y="36700"/>
                        </a:cubicBezTo>
                        <a:lnTo>
                          <a:pt x="0" y="9396"/>
                        </a:lnTo>
                        <a:lnTo>
                          <a:pt x="31359" y="12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02" name="Forme libre : forme 2801">
                    <a:extLst>
                      <a:ext uri="{FF2B5EF4-FFF2-40B4-BE49-F238E27FC236}">
                        <a16:creationId xmlns:a16="http://schemas.microsoft.com/office/drawing/2014/main" id="{33E0A317-C525-CBD1-4F63-0E68C5B7FB2D}"/>
                      </a:ext>
                    </a:extLst>
                  </p:cNvPr>
                  <p:cNvSpPr/>
                  <p:nvPr/>
                </p:nvSpPr>
                <p:spPr>
                  <a:xfrm>
                    <a:off x="61374" y="684953"/>
                    <a:ext cx="56717" cy="56280"/>
                  </a:xfrm>
                  <a:custGeom>
                    <a:avLst/>
                    <a:gdLst>
                      <a:gd name="connsiteX0" fmla="*/ 29272 w 56717"/>
                      <a:gd name="connsiteY0" fmla="*/ 41685 h 56280"/>
                      <a:gd name="connsiteX1" fmla="*/ 29725 w 56717"/>
                      <a:gd name="connsiteY1" fmla="*/ 40153 h 56280"/>
                      <a:gd name="connsiteX2" fmla="*/ 25989 w 56717"/>
                      <a:gd name="connsiteY2" fmla="*/ 32216 h 56280"/>
                      <a:gd name="connsiteX3" fmla="*/ 32138 w 56717"/>
                      <a:gd name="connsiteY3" fmla="*/ 28614 h 56280"/>
                      <a:gd name="connsiteX4" fmla="*/ 56160 w 56717"/>
                      <a:gd name="connsiteY4" fmla="*/ 16095 h 56280"/>
                      <a:gd name="connsiteX5" fmla="*/ 40933 w 56717"/>
                      <a:gd name="connsiteY5" fmla="*/ 5352 h 56280"/>
                      <a:gd name="connsiteX6" fmla="*/ 39280 w 56717"/>
                      <a:gd name="connsiteY6" fmla="*/ 5352 h 56280"/>
                      <a:gd name="connsiteX7" fmla="*/ 26185 w 56717"/>
                      <a:gd name="connsiteY7" fmla="*/ 1101 h 56280"/>
                      <a:gd name="connsiteX8" fmla="*/ 19435 w 56717"/>
                      <a:gd name="connsiteY8" fmla="*/ 10632 h 56280"/>
                      <a:gd name="connsiteX9" fmla="*/ 18210 w 56717"/>
                      <a:gd name="connsiteY9" fmla="*/ 11697 h 56280"/>
                      <a:gd name="connsiteX10" fmla="*/ 4172 w 56717"/>
                      <a:gd name="connsiteY10" fmla="*/ 18239 h 56280"/>
                      <a:gd name="connsiteX11" fmla="*/ 4870 w 56717"/>
                      <a:gd name="connsiteY11" fmla="*/ 29839 h 56280"/>
                      <a:gd name="connsiteX12" fmla="*/ 4429 w 56717"/>
                      <a:gd name="connsiteY12" fmla="*/ 31566 h 56280"/>
                      <a:gd name="connsiteX13" fmla="*/ 19 w 56717"/>
                      <a:gd name="connsiteY13" fmla="*/ 38708 h 56280"/>
                      <a:gd name="connsiteX14" fmla="*/ 9880 w 56717"/>
                      <a:gd name="connsiteY14" fmla="*/ 44441 h 56280"/>
                      <a:gd name="connsiteX15" fmla="*/ 10811 w 56717"/>
                      <a:gd name="connsiteY15" fmla="*/ 44772 h 56280"/>
                      <a:gd name="connsiteX16" fmla="*/ 29541 w 56717"/>
                      <a:gd name="connsiteY16" fmla="*/ 56274 h 56280"/>
                      <a:gd name="connsiteX17" fmla="*/ 30643 w 56717"/>
                      <a:gd name="connsiteY17" fmla="*/ 54890 h 56280"/>
                      <a:gd name="connsiteX18" fmla="*/ 26834 w 56717"/>
                      <a:gd name="connsiteY18" fmla="*/ 43816 h 56280"/>
                      <a:gd name="connsiteX19" fmla="*/ 27397 w 56717"/>
                      <a:gd name="connsiteY19" fmla="*/ 42518 h 56280"/>
                      <a:gd name="connsiteX20" fmla="*/ 29284 w 56717"/>
                      <a:gd name="connsiteY20" fmla="*/ 41685 h 56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6717" h="56280">
                        <a:moveTo>
                          <a:pt x="29272" y="41685"/>
                        </a:moveTo>
                        <a:cubicBezTo>
                          <a:pt x="29859" y="41427"/>
                          <a:pt x="30080" y="40705"/>
                          <a:pt x="29725" y="40153"/>
                        </a:cubicBezTo>
                        <a:cubicBezTo>
                          <a:pt x="28647" y="38512"/>
                          <a:pt x="26626" y="35156"/>
                          <a:pt x="25989" y="32216"/>
                        </a:cubicBezTo>
                        <a:cubicBezTo>
                          <a:pt x="25989" y="32216"/>
                          <a:pt x="23575" y="30672"/>
                          <a:pt x="32138" y="28614"/>
                        </a:cubicBezTo>
                        <a:cubicBezTo>
                          <a:pt x="40701" y="26568"/>
                          <a:pt x="53465" y="23384"/>
                          <a:pt x="56160" y="16095"/>
                        </a:cubicBezTo>
                        <a:cubicBezTo>
                          <a:pt x="58781" y="8990"/>
                          <a:pt x="51897" y="-8882"/>
                          <a:pt x="40933" y="5352"/>
                        </a:cubicBezTo>
                        <a:cubicBezTo>
                          <a:pt x="40517" y="5891"/>
                          <a:pt x="39696" y="5903"/>
                          <a:pt x="39280" y="5352"/>
                        </a:cubicBezTo>
                        <a:cubicBezTo>
                          <a:pt x="37479" y="3012"/>
                          <a:pt x="32750" y="-1851"/>
                          <a:pt x="26185" y="1101"/>
                        </a:cubicBezTo>
                        <a:cubicBezTo>
                          <a:pt x="20047" y="3857"/>
                          <a:pt x="19349" y="8353"/>
                          <a:pt x="19435" y="10632"/>
                        </a:cubicBezTo>
                        <a:cubicBezTo>
                          <a:pt x="19459" y="11293"/>
                          <a:pt x="18859" y="11820"/>
                          <a:pt x="18210" y="11697"/>
                        </a:cubicBezTo>
                        <a:cubicBezTo>
                          <a:pt x="15099" y="11109"/>
                          <a:pt x="7651" y="10595"/>
                          <a:pt x="4172" y="18239"/>
                        </a:cubicBezTo>
                        <a:cubicBezTo>
                          <a:pt x="1305" y="24535"/>
                          <a:pt x="3167" y="28100"/>
                          <a:pt x="4870" y="29839"/>
                        </a:cubicBezTo>
                        <a:cubicBezTo>
                          <a:pt x="5421" y="30403"/>
                          <a:pt x="5176" y="31334"/>
                          <a:pt x="4429" y="31566"/>
                        </a:cubicBezTo>
                        <a:cubicBezTo>
                          <a:pt x="2383" y="32191"/>
                          <a:pt x="-250" y="33918"/>
                          <a:pt x="19" y="38708"/>
                        </a:cubicBezTo>
                        <a:cubicBezTo>
                          <a:pt x="387" y="45323"/>
                          <a:pt x="7773" y="44735"/>
                          <a:pt x="9880" y="44441"/>
                        </a:cubicBezTo>
                        <a:cubicBezTo>
                          <a:pt x="10223" y="44392"/>
                          <a:pt x="10578" y="44514"/>
                          <a:pt x="10811" y="44772"/>
                        </a:cubicBezTo>
                        <a:cubicBezTo>
                          <a:pt x="12612" y="46768"/>
                          <a:pt x="20746" y="55245"/>
                          <a:pt x="29541" y="56274"/>
                        </a:cubicBezTo>
                        <a:cubicBezTo>
                          <a:pt x="30300" y="56360"/>
                          <a:pt x="30888" y="55613"/>
                          <a:pt x="30643" y="54890"/>
                        </a:cubicBezTo>
                        <a:lnTo>
                          <a:pt x="26834" y="43816"/>
                        </a:lnTo>
                        <a:cubicBezTo>
                          <a:pt x="26662" y="43302"/>
                          <a:pt x="26907" y="42738"/>
                          <a:pt x="27397" y="42518"/>
                        </a:cubicBezTo>
                        <a:lnTo>
                          <a:pt x="29284" y="41685"/>
                        </a:lnTo>
                        <a:close/>
                      </a:path>
                    </a:pathLst>
                  </a:custGeom>
                  <a:solidFill>
                    <a:srgbClr val="82471F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03" name="Forme libre : forme 2802">
                    <a:extLst>
                      <a:ext uri="{FF2B5EF4-FFF2-40B4-BE49-F238E27FC236}">
                        <a16:creationId xmlns:a16="http://schemas.microsoft.com/office/drawing/2014/main" id="{887C273B-B480-C691-C354-73A6B17F9239}"/>
                      </a:ext>
                    </a:extLst>
                  </p:cNvPr>
                  <p:cNvSpPr/>
                  <p:nvPr/>
                </p:nvSpPr>
                <p:spPr>
                  <a:xfrm>
                    <a:off x="81874" y="724965"/>
                    <a:ext cx="13266" cy="8877"/>
                  </a:xfrm>
                  <a:custGeom>
                    <a:avLst/>
                    <a:gdLst>
                      <a:gd name="connsiteX0" fmla="*/ 10302 w 13266"/>
                      <a:gd name="connsiteY0" fmla="*/ 3253 h 8877"/>
                      <a:gd name="connsiteX1" fmla="*/ 37 w 13266"/>
                      <a:gd name="connsiteY1" fmla="*/ 2212 h 8877"/>
                      <a:gd name="connsiteX2" fmla="*/ 13267 w 13266"/>
                      <a:gd name="connsiteY2" fmla="*/ 8153 h 8877"/>
                      <a:gd name="connsiteX3" fmla="*/ 10302 w 13266"/>
                      <a:gd name="connsiteY3" fmla="*/ 3241 h 88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66" h="8877">
                        <a:moveTo>
                          <a:pt x="10302" y="3253"/>
                        </a:moveTo>
                        <a:cubicBezTo>
                          <a:pt x="10302" y="3253"/>
                          <a:pt x="735" y="-3313"/>
                          <a:pt x="37" y="2212"/>
                        </a:cubicBezTo>
                        <a:cubicBezTo>
                          <a:pt x="-661" y="7736"/>
                          <a:pt x="8649" y="10223"/>
                          <a:pt x="13267" y="8153"/>
                        </a:cubicBezTo>
                        <a:lnTo>
                          <a:pt x="10302" y="3241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680" name="Graphique 4">
                <a:extLst>
                  <a:ext uri="{FF2B5EF4-FFF2-40B4-BE49-F238E27FC236}">
                    <a16:creationId xmlns:a16="http://schemas.microsoft.com/office/drawing/2014/main" id="{24460439-BFBD-DE41-DA96-9B3F65EBBAC0}"/>
                  </a:ext>
                </a:extLst>
              </p:cNvPr>
              <p:cNvGrpSpPr/>
              <p:nvPr/>
            </p:nvGrpSpPr>
            <p:grpSpPr>
              <a:xfrm>
                <a:off x="1338401" y="643095"/>
                <a:ext cx="246477" cy="520147"/>
                <a:chOff x="1338401" y="643095"/>
                <a:chExt cx="246477" cy="520147"/>
              </a:xfrm>
            </p:grpSpPr>
            <p:grpSp>
              <p:nvGrpSpPr>
                <p:cNvPr id="2771" name="Graphique 4">
                  <a:extLst>
                    <a:ext uri="{FF2B5EF4-FFF2-40B4-BE49-F238E27FC236}">
                      <a16:creationId xmlns:a16="http://schemas.microsoft.com/office/drawing/2014/main" id="{DA102EE8-3926-BF06-1E22-1F1D064A4D9E}"/>
                    </a:ext>
                  </a:extLst>
                </p:cNvPr>
                <p:cNvGrpSpPr/>
                <p:nvPr/>
              </p:nvGrpSpPr>
              <p:grpSpPr>
                <a:xfrm>
                  <a:off x="1338401" y="643095"/>
                  <a:ext cx="29688" cy="46692"/>
                  <a:chOff x="1338401" y="643095"/>
                  <a:chExt cx="29688" cy="46692"/>
                </a:xfrm>
              </p:grpSpPr>
              <p:sp>
                <p:nvSpPr>
                  <p:cNvPr id="2786" name="Forme libre : forme 2785">
                    <a:extLst>
                      <a:ext uri="{FF2B5EF4-FFF2-40B4-BE49-F238E27FC236}">
                        <a16:creationId xmlns:a16="http://schemas.microsoft.com/office/drawing/2014/main" id="{80910EC7-7384-B2F3-BB7F-3D0C9F299C53}"/>
                      </a:ext>
                    </a:extLst>
                  </p:cNvPr>
                  <p:cNvSpPr/>
                  <p:nvPr/>
                </p:nvSpPr>
                <p:spPr>
                  <a:xfrm>
                    <a:off x="1338401" y="643095"/>
                    <a:ext cx="29688" cy="46692"/>
                  </a:xfrm>
                  <a:custGeom>
                    <a:avLst/>
                    <a:gdLst>
                      <a:gd name="connsiteX0" fmla="*/ 21036 w 29688"/>
                      <a:gd name="connsiteY0" fmla="*/ 45128 h 46692"/>
                      <a:gd name="connsiteX1" fmla="*/ 29023 w 29688"/>
                      <a:gd name="connsiteY1" fmla="*/ 43021 h 46692"/>
                      <a:gd name="connsiteX2" fmla="*/ 28839 w 29688"/>
                      <a:gd name="connsiteY2" fmla="*/ 26557 h 46692"/>
                      <a:gd name="connsiteX3" fmla="*/ 1424 w 29688"/>
                      <a:gd name="connsiteY3" fmla="*/ 0 h 46692"/>
                      <a:gd name="connsiteX4" fmla="*/ 1008 w 29688"/>
                      <a:gd name="connsiteY4" fmla="*/ 5500 h 46692"/>
                      <a:gd name="connsiteX5" fmla="*/ 9778 w 29688"/>
                      <a:gd name="connsiteY5" fmla="*/ 13965 h 46692"/>
                      <a:gd name="connsiteX6" fmla="*/ 4940 w 29688"/>
                      <a:gd name="connsiteY6" fmla="*/ 23262 h 46692"/>
                      <a:gd name="connsiteX7" fmla="*/ 6312 w 29688"/>
                      <a:gd name="connsiteY7" fmla="*/ 31604 h 46692"/>
                      <a:gd name="connsiteX8" fmla="*/ 11996 w 29688"/>
                      <a:gd name="connsiteY8" fmla="*/ 40118 h 46692"/>
                      <a:gd name="connsiteX9" fmla="*/ 21036 w 29688"/>
                      <a:gd name="connsiteY9" fmla="*/ 45128 h 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9688" h="46692">
                        <a:moveTo>
                          <a:pt x="21036" y="45128"/>
                        </a:moveTo>
                        <a:cubicBezTo>
                          <a:pt x="20607" y="46500"/>
                          <a:pt x="25985" y="48631"/>
                          <a:pt x="29023" y="43021"/>
                        </a:cubicBezTo>
                        <a:cubicBezTo>
                          <a:pt x="29084" y="40326"/>
                          <a:pt x="30603" y="28775"/>
                          <a:pt x="28839" y="26557"/>
                        </a:cubicBezTo>
                        <a:cubicBezTo>
                          <a:pt x="19456" y="14785"/>
                          <a:pt x="1424" y="0"/>
                          <a:pt x="1424" y="0"/>
                        </a:cubicBezTo>
                        <a:cubicBezTo>
                          <a:pt x="-1516" y="2756"/>
                          <a:pt x="1008" y="5500"/>
                          <a:pt x="1008" y="5500"/>
                        </a:cubicBezTo>
                        <a:lnTo>
                          <a:pt x="9778" y="13965"/>
                        </a:lnTo>
                        <a:cubicBezTo>
                          <a:pt x="8039" y="17003"/>
                          <a:pt x="5895" y="19575"/>
                          <a:pt x="4940" y="23262"/>
                        </a:cubicBezTo>
                        <a:cubicBezTo>
                          <a:pt x="4217" y="26055"/>
                          <a:pt x="4756" y="29044"/>
                          <a:pt x="6312" y="31604"/>
                        </a:cubicBezTo>
                        <a:cubicBezTo>
                          <a:pt x="7867" y="34165"/>
                          <a:pt x="9999" y="37496"/>
                          <a:pt x="11996" y="40118"/>
                        </a:cubicBezTo>
                        <a:cubicBezTo>
                          <a:pt x="15781" y="45055"/>
                          <a:pt x="21036" y="45128"/>
                          <a:pt x="21036" y="45128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87" name="Forme libre : forme 2786">
                    <a:extLst>
                      <a:ext uri="{FF2B5EF4-FFF2-40B4-BE49-F238E27FC236}">
                        <a16:creationId xmlns:a16="http://schemas.microsoft.com/office/drawing/2014/main" id="{0D61E88F-60C1-09AD-244D-20FE4AB7D3C9}"/>
                      </a:ext>
                    </a:extLst>
                  </p:cNvPr>
                  <p:cNvSpPr/>
                  <p:nvPr/>
                </p:nvSpPr>
                <p:spPr>
                  <a:xfrm>
                    <a:off x="1349908" y="662033"/>
                    <a:ext cx="13081" cy="20371"/>
                  </a:xfrm>
                  <a:custGeom>
                    <a:avLst/>
                    <a:gdLst>
                      <a:gd name="connsiteX0" fmla="*/ 5413 w 13081"/>
                      <a:gd name="connsiteY0" fmla="*/ 20371 h 20371"/>
                      <a:gd name="connsiteX1" fmla="*/ 1077 w 13081"/>
                      <a:gd name="connsiteY1" fmla="*/ 5500 h 20371"/>
                      <a:gd name="connsiteX2" fmla="*/ 84 w 13081"/>
                      <a:gd name="connsiteY2" fmla="*/ 2033 h 20371"/>
                      <a:gd name="connsiteX3" fmla="*/ 1934 w 13081"/>
                      <a:gd name="connsiteY3" fmla="*/ 122 h 20371"/>
                      <a:gd name="connsiteX4" fmla="*/ 2179 w 13081"/>
                      <a:gd name="connsiteY4" fmla="*/ 0 h 20371"/>
                      <a:gd name="connsiteX5" fmla="*/ 10448 w 13081"/>
                      <a:gd name="connsiteY5" fmla="*/ 6529 h 20371"/>
                      <a:gd name="connsiteX6" fmla="*/ 13081 w 13081"/>
                      <a:gd name="connsiteY6" fmla="*/ 12862 h 20371"/>
                      <a:gd name="connsiteX7" fmla="*/ 12273 w 13081"/>
                      <a:gd name="connsiteY7" fmla="*/ 13193 h 20371"/>
                      <a:gd name="connsiteX8" fmla="*/ 9737 w 13081"/>
                      <a:gd name="connsiteY8" fmla="*/ 7068 h 20371"/>
                      <a:gd name="connsiteX9" fmla="*/ 2081 w 13081"/>
                      <a:gd name="connsiteY9" fmla="*/ 1017 h 20371"/>
                      <a:gd name="connsiteX10" fmla="*/ 930 w 13081"/>
                      <a:gd name="connsiteY10" fmla="*/ 2242 h 20371"/>
                      <a:gd name="connsiteX11" fmla="*/ 1799 w 13081"/>
                      <a:gd name="connsiteY11" fmla="*/ 4986 h 20371"/>
                      <a:gd name="connsiteX12" fmla="*/ 6258 w 13081"/>
                      <a:gd name="connsiteY12" fmla="*/ 20163 h 20371"/>
                      <a:gd name="connsiteX13" fmla="*/ 5401 w 13081"/>
                      <a:gd name="connsiteY13" fmla="*/ 20347 h 203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3081" h="20371">
                        <a:moveTo>
                          <a:pt x="5413" y="20371"/>
                        </a:moveTo>
                        <a:cubicBezTo>
                          <a:pt x="5389" y="20249"/>
                          <a:pt x="2816" y="8085"/>
                          <a:pt x="1077" y="5500"/>
                        </a:cubicBezTo>
                        <a:cubicBezTo>
                          <a:pt x="158" y="4128"/>
                          <a:pt x="-173" y="2989"/>
                          <a:pt x="84" y="2033"/>
                        </a:cubicBezTo>
                        <a:cubicBezTo>
                          <a:pt x="305" y="1237"/>
                          <a:pt x="905" y="612"/>
                          <a:pt x="1934" y="122"/>
                        </a:cubicBezTo>
                        <a:lnTo>
                          <a:pt x="2179" y="0"/>
                        </a:lnTo>
                        <a:lnTo>
                          <a:pt x="10448" y="6529"/>
                        </a:lnTo>
                        <a:lnTo>
                          <a:pt x="13081" y="12862"/>
                        </a:lnTo>
                        <a:lnTo>
                          <a:pt x="12273" y="13193"/>
                        </a:lnTo>
                        <a:lnTo>
                          <a:pt x="9737" y="7068"/>
                        </a:lnTo>
                        <a:lnTo>
                          <a:pt x="2081" y="1017"/>
                        </a:lnTo>
                        <a:cubicBezTo>
                          <a:pt x="1444" y="1360"/>
                          <a:pt x="1064" y="1776"/>
                          <a:pt x="930" y="2242"/>
                        </a:cubicBezTo>
                        <a:cubicBezTo>
                          <a:pt x="746" y="2928"/>
                          <a:pt x="1040" y="3846"/>
                          <a:pt x="1799" y="4986"/>
                        </a:cubicBezTo>
                        <a:cubicBezTo>
                          <a:pt x="3625" y="7705"/>
                          <a:pt x="6148" y="19649"/>
                          <a:pt x="6258" y="20163"/>
                        </a:cubicBezTo>
                        <a:lnTo>
                          <a:pt x="5401" y="20347"/>
                        </a:lnTo>
                        <a:close/>
                      </a:path>
                    </a:pathLst>
                  </a:custGeom>
                  <a:solidFill>
                    <a:srgbClr val="FFD040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772" name="Forme libre : forme 2771">
                  <a:extLst>
                    <a:ext uri="{FF2B5EF4-FFF2-40B4-BE49-F238E27FC236}">
                      <a16:creationId xmlns:a16="http://schemas.microsoft.com/office/drawing/2014/main" id="{E8E63881-DD8F-46BC-768C-79E2D758016D}"/>
                    </a:ext>
                  </a:extLst>
                </p:cNvPr>
                <p:cNvSpPr/>
                <p:nvPr/>
              </p:nvSpPr>
              <p:spPr>
                <a:xfrm>
                  <a:off x="1452804" y="715233"/>
                  <a:ext cx="81761" cy="115992"/>
                </a:xfrm>
                <a:custGeom>
                  <a:avLst/>
                  <a:gdLst>
                    <a:gd name="connsiteX0" fmla="*/ 15876 w 81761"/>
                    <a:gd name="connsiteY0" fmla="*/ 0 h 115992"/>
                    <a:gd name="connsiteX1" fmla="*/ 27733 w 81761"/>
                    <a:gd name="connsiteY1" fmla="*/ 10474 h 115992"/>
                    <a:gd name="connsiteX2" fmla="*/ 41380 w 81761"/>
                    <a:gd name="connsiteY2" fmla="*/ 24377 h 115992"/>
                    <a:gd name="connsiteX3" fmla="*/ 49857 w 81761"/>
                    <a:gd name="connsiteY3" fmla="*/ 33283 h 115992"/>
                    <a:gd name="connsiteX4" fmla="*/ 81400 w 81761"/>
                    <a:gd name="connsiteY4" fmla="*/ 60538 h 115992"/>
                    <a:gd name="connsiteX5" fmla="*/ 67864 w 81761"/>
                    <a:gd name="connsiteY5" fmla="*/ 83188 h 115992"/>
                    <a:gd name="connsiteX6" fmla="*/ 59252 w 81761"/>
                    <a:gd name="connsiteY6" fmla="*/ 96307 h 115992"/>
                    <a:gd name="connsiteX7" fmla="*/ 48803 w 81761"/>
                    <a:gd name="connsiteY7" fmla="*/ 113825 h 115992"/>
                    <a:gd name="connsiteX8" fmla="*/ 4532 w 81761"/>
                    <a:gd name="connsiteY8" fmla="*/ 86140 h 115992"/>
                    <a:gd name="connsiteX9" fmla="*/ 0 w 81761"/>
                    <a:gd name="connsiteY9" fmla="*/ 17395 h 115992"/>
                    <a:gd name="connsiteX10" fmla="*/ 15864 w 81761"/>
                    <a:gd name="connsiteY10" fmla="*/ 12 h 1159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1761" h="115992">
                      <a:moveTo>
                        <a:pt x="15876" y="0"/>
                      </a:moveTo>
                      <a:cubicBezTo>
                        <a:pt x="15876" y="0"/>
                        <a:pt x="25896" y="4875"/>
                        <a:pt x="27733" y="10474"/>
                      </a:cubicBezTo>
                      <a:cubicBezTo>
                        <a:pt x="29216" y="14969"/>
                        <a:pt x="40289" y="15545"/>
                        <a:pt x="41380" y="24377"/>
                      </a:cubicBezTo>
                      <a:cubicBezTo>
                        <a:pt x="41943" y="28934"/>
                        <a:pt x="45324" y="32584"/>
                        <a:pt x="49857" y="33283"/>
                      </a:cubicBezTo>
                      <a:cubicBezTo>
                        <a:pt x="61175" y="35022"/>
                        <a:pt x="78607" y="40890"/>
                        <a:pt x="81400" y="60538"/>
                      </a:cubicBezTo>
                      <a:cubicBezTo>
                        <a:pt x="83531" y="75532"/>
                        <a:pt x="75887" y="81216"/>
                        <a:pt x="67864" y="83188"/>
                      </a:cubicBezTo>
                      <a:cubicBezTo>
                        <a:pt x="61971" y="84633"/>
                        <a:pt x="58052" y="90366"/>
                        <a:pt x="59252" y="96307"/>
                      </a:cubicBezTo>
                      <a:cubicBezTo>
                        <a:pt x="60391" y="102016"/>
                        <a:pt x="58689" y="108606"/>
                        <a:pt x="48803" y="113825"/>
                      </a:cubicBezTo>
                      <a:cubicBezTo>
                        <a:pt x="26655" y="125511"/>
                        <a:pt x="4532" y="86140"/>
                        <a:pt x="4532" y="86140"/>
                      </a:cubicBezTo>
                      <a:lnTo>
                        <a:pt x="0" y="17395"/>
                      </a:lnTo>
                      <a:lnTo>
                        <a:pt x="15864" y="12"/>
                      </a:lnTo>
                      <a:close/>
                    </a:path>
                  </a:pathLst>
                </a:custGeom>
                <a:solidFill>
                  <a:srgbClr val="352213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3" name="Forme libre : forme 2772">
                  <a:extLst>
                    <a:ext uri="{FF2B5EF4-FFF2-40B4-BE49-F238E27FC236}">
                      <a16:creationId xmlns:a16="http://schemas.microsoft.com/office/drawing/2014/main" id="{65988A97-9D3B-006B-884B-94E537549C37}"/>
                    </a:ext>
                  </a:extLst>
                </p:cNvPr>
                <p:cNvSpPr/>
                <p:nvPr/>
              </p:nvSpPr>
              <p:spPr>
                <a:xfrm>
                  <a:off x="1359731" y="678974"/>
                  <a:ext cx="81754" cy="129932"/>
                </a:xfrm>
                <a:custGeom>
                  <a:avLst/>
                  <a:gdLst>
                    <a:gd name="connsiteX0" fmla="*/ 4692 w 81754"/>
                    <a:gd name="connsiteY0" fmla="*/ 0 h 129932"/>
                    <a:gd name="connsiteX1" fmla="*/ 81755 w 81754"/>
                    <a:gd name="connsiteY1" fmla="*/ 101967 h 129932"/>
                    <a:gd name="connsiteX2" fmla="*/ 57157 w 81754"/>
                    <a:gd name="connsiteY2" fmla="*/ 129933 h 129932"/>
                    <a:gd name="connsiteX3" fmla="*/ 0 w 81754"/>
                    <a:gd name="connsiteY3" fmla="*/ 9151 h 129932"/>
                    <a:gd name="connsiteX4" fmla="*/ 4704 w 81754"/>
                    <a:gd name="connsiteY4" fmla="*/ 0 h 1299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754" h="129932">
                      <a:moveTo>
                        <a:pt x="4692" y="0"/>
                      </a:moveTo>
                      <a:cubicBezTo>
                        <a:pt x="4692" y="0"/>
                        <a:pt x="33185" y="77688"/>
                        <a:pt x="81755" y="101967"/>
                      </a:cubicBezTo>
                      <a:cubicBezTo>
                        <a:pt x="81755" y="101967"/>
                        <a:pt x="65597" y="128341"/>
                        <a:pt x="57157" y="129933"/>
                      </a:cubicBezTo>
                      <a:cubicBezTo>
                        <a:pt x="57157" y="129933"/>
                        <a:pt x="5280" y="63539"/>
                        <a:pt x="0" y="9151"/>
                      </a:cubicBezTo>
                      <a:lnTo>
                        <a:pt x="4704" y="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4" name="Forme libre : forme 2773">
                  <a:extLst>
                    <a:ext uri="{FF2B5EF4-FFF2-40B4-BE49-F238E27FC236}">
                      <a16:creationId xmlns:a16="http://schemas.microsoft.com/office/drawing/2014/main" id="{46C1A048-B625-0E4A-B32A-9F34B6992BA1}"/>
                    </a:ext>
                  </a:extLst>
                </p:cNvPr>
                <p:cNvSpPr/>
                <p:nvPr/>
              </p:nvSpPr>
              <p:spPr>
                <a:xfrm>
                  <a:off x="1559690" y="1141806"/>
                  <a:ext cx="25188" cy="21110"/>
                </a:xfrm>
                <a:custGeom>
                  <a:avLst/>
                  <a:gdLst>
                    <a:gd name="connsiteX0" fmla="*/ 30 w 25188"/>
                    <a:gd name="connsiteY0" fmla="*/ 4508 h 21110"/>
                    <a:gd name="connsiteX1" fmla="*/ 1464 w 25188"/>
                    <a:gd name="connsiteY1" fmla="*/ 16292 h 21110"/>
                    <a:gd name="connsiteX2" fmla="*/ 5727 w 25188"/>
                    <a:gd name="connsiteY2" fmla="*/ 20555 h 21110"/>
                    <a:gd name="connsiteX3" fmla="*/ 21492 w 25188"/>
                    <a:gd name="connsiteY3" fmla="*/ 20800 h 21110"/>
                    <a:gd name="connsiteX4" fmla="*/ 24995 w 25188"/>
                    <a:gd name="connsiteY4" fmla="*/ 15398 h 21110"/>
                    <a:gd name="connsiteX5" fmla="*/ 17094 w 25188"/>
                    <a:gd name="connsiteY5" fmla="*/ 0 h 21110"/>
                    <a:gd name="connsiteX6" fmla="*/ 4024 w 25188"/>
                    <a:gd name="connsiteY6" fmla="*/ 0 h 21110"/>
                    <a:gd name="connsiteX7" fmla="*/ 30 w 25188"/>
                    <a:gd name="connsiteY7" fmla="*/ 4508 h 21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188" h="21110">
                      <a:moveTo>
                        <a:pt x="30" y="4508"/>
                      </a:moveTo>
                      <a:lnTo>
                        <a:pt x="1464" y="16292"/>
                      </a:lnTo>
                      <a:cubicBezTo>
                        <a:pt x="1733" y="18522"/>
                        <a:pt x="3497" y="20298"/>
                        <a:pt x="5727" y="20555"/>
                      </a:cubicBezTo>
                      <a:cubicBezTo>
                        <a:pt x="9499" y="20984"/>
                        <a:pt x="15563" y="21425"/>
                        <a:pt x="21492" y="20800"/>
                      </a:cubicBezTo>
                      <a:cubicBezTo>
                        <a:pt x="24089" y="20531"/>
                        <a:pt x="25779" y="17885"/>
                        <a:pt x="24995" y="15398"/>
                      </a:cubicBezTo>
                      <a:cubicBezTo>
                        <a:pt x="23550" y="10853"/>
                        <a:pt x="20904" y="4018"/>
                        <a:pt x="17094" y="0"/>
                      </a:cubicBezTo>
                      <a:lnTo>
                        <a:pt x="4024" y="0"/>
                      </a:lnTo>
                      <a:cubicBezTo>
                        <a:pt x="1611" y="0"/>
                        <a:pt x="-264" y="2119"/>
                        <a:pt x="30" y="4508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5" name="Forme libre : forme 2774">
                  <a:extLst>
                    <a:ext uri="{FF2B5EF4-FFF2-40B4-BE49-F238E27FC236}">
                      <a16:creationId xmlns:a16="http://schemas.microsoft.com/office/drawing/2014/main" id="{3A079D52-F184-1B6A-95DF-5A2EDF043E8E}"/>
                    </a:ext>
                  </a:extLst>
                </p:cNvPr>
                <p:cNvSpPr/>
                <p:nvPr/>
              </p:nvSpPr>
              <p:spPr>
                <a:xfrm>
                  <a:off x="1447525" y="1008272"/>
                  <a:ext cx="35039" cy="151933"/>
                </a:xfrm>
                <a:custGeom>
                  <a:avLst/>
                  <a:gdLst>
                    <a:gd name="connsiteX0" fmla="*/ 9824 w 35039"/>
                    <a:gd name="connsiteY0" fmla="*/ 12 h 151933"/>
                    <a:gd name="connsiteX1" fmla="*/ 7619 w 35039"/>
                    <a:gd name="connsiteY1" fmla="*/ 12985 h 151933"/>
                    <a:gd name="connsiteX2" fmla="*/ 16317 w 35039"/>
                    <a:gd name="connsiteY2" fmla="*/ 117744 h 151933"/>
                    <a:gd name="connsiteX3" fmla="*/ 12850 w 35039"/>
                    <a:gd name="connsiteY3" fmla="*/ 131072 h 151933"/>
                    <a:gd name="connsiteX4" fmla="*/ 0 w 35039"/>
                    <a:gd name="connsiteY4" fmla="*/ 151934 h 151933"/>
                    <a:gd name="connsiteX5" fmla="*/ 32645 w 35039"/>
                    <a:gd name="connsiteY5" fmla="*/ 132665 h 151933"/>
                    <a:gd name="connsiteX6" fmla="*/ 33295 w 35039"/>
                    <a:gd name="connsiteY6" fmla="*/ 128684 h 151933"/>
                    <a:gd name="connsiteX7" fmla="*/ 27954 w 35039"/>
                    <a:gd name="connsiteY7" fmla="*/ 121334 h 151933"/>
                    <a:gd name="connsiteX8" fmla="*/ 34948 w 35039"/>
                    <a:gd name="connsiteY8" fmla="*/ 37509 h 151933"/>
                    <a:gd name="connsiteX9" fmla="*/ 32021 w 35039"/>
                    <a:gd name="connsiteY9" fmla="*/ 23287 h 151933"/>
                    <a:gd name="connsiteX10" fmla="*/ 25271 w 35039"/>
                    <a:gd name="connsiteY10" fmla="*/ 10596 h 151933"/>
                    <a:gd name="connsiteX11" fmla="*/ 9824 w 35039"/>
                    <a:gd name="connsiteY11" fmla="*/ 0 h 151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5039" h="151933">
                      <a:moveTo>
                        <a:pt x="9824" y="12"/>
                      </a:moveTo>
                      <a:lnTo>
                        <a:pt x="7619" y="12985"/>
                      </a:lnTo>
                      <a:cubicBezTo>
                        <a:pt x="7619" y="12985"/>
                        <a:pt x="15006" y="87818"/>
                        <a:pt x="16317" y="117744"/>
                      </a:cubicBezTo>
                      <a:cubicBezTo>
                        <a:pt x="16525" y="122436"/>
                        <a:pt x="15312" y="127079"/>
                        <a:pt x="12850" y="131072"/>
                      </a:cubicBezTo>
                      <a:lnTo>
                        <a:pt x="0" y="151934"/>
                      </a:lnTo>
                      <a:lnTo>
                        <a:pt x="32645" y="132665"/>
                      </a:lnTo>
                      <a:lnTo>
                        <a:pt x="33295" y="128684"/>
                      </a:lnTo>
                      <a:lnTo>
                        <a:pt x="27954" y="121334"/>
                      </a:lnTo>
                      <a:lnTo>
                        <a:pt x="34948" y="37509"/>
                      </a:lnTo>
                      <a:cubicBezTo>
                        <a:pt x="35365" y="32584"/>
                        <a:pt x="34348" y="27648"/>
                        <a:pt x="32021" y="23287"/>
                      </a:cubicBezTo>
                      <a:lnTo>
                        <a:pt x="25271" y="10596"/>
                      </a:lnTo>
                      <a:lnTo>
                        <a:pt x="9824" y="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6" name="Forme libre : forme 2775">
                  <a:extLst>
                    <a:ext uri="{FF2B5EF4-FFF2-40B4-BE49-F238E27FC236}">
                      <a16:creationId xmlns:a16="http://schemas.microsoft.com/office/drawing/2014/main" id="{731EF5EB-1ACF-2826-5044-0E4CAA6B2231}"/>
                    </a:ext>
                  </a:extLst>
                </p:cNvPr>
                <p:cNvSpPr/>
                <p:nvPr/>
              </p:nvSpPr>
              <p:spPr>
                <a:xfrm>
                  <a:off x="1442601" y="1132263"/>
                  <a:ext cx="40775" cy="30979"/>
                </a:xfrm>
                <a:custGeom>
                  <a:avLst/>
                  <a:gdLst>
                    <a:gd name="connsiteX0" fmla="*/ 2780 w 40775"/>
                    <a:gd name="connsiteY0" fmla="*/ 30980 h 30979"/>
                    <a:gd name="connsiteX1" fmla="*/ 13192 w 40775"/>
                    <a:gd name="connsiteY1" fmla="*/ 30980 h 30979"/>
                    <a:gd name="connsiteX2" fmla="*/ 18166 w 40775"/>
                    <a:gd name="connsiteY2" fmla="*/ 28542 h 30979"/>
                    <a:gd name="connsiteX3" fmla="*/ 31359 w 40775"/>
                    <a:gd name="connsiteY3" fmla="*/ 15876 h 30979"/>
                    <a:gd name="connsiteX4" fmla="*/ 35132 w 40775"/>
                    <a:gd name="connsiteY4" fmla="*/ 30980 h 30979"/>
                    <a:gd name="connsiteX5" fmla="*/ 37557 w 40775"/>
                    <a:gd name="connsiteY5" fmla="*/ 30980 h 30979"/>
                    <a:gd name="connsiteX6" fmla="*/ 40632 w 40775"/>
                    <a:gd name="connsiteY6" fmla="*/ 11845 h 30979"/>
                    <a:gd name="connsiteX7" fmla="*/ 34691 w 40775"/>
                    <a:gd name="connsiteY7" fmla="*/ 0 h 30979"/>
                    <a:gd name="connsiteX8" fmla="*/ 34691 w 40775"/>
                    <a:gd name="connsiteY8" fmla="*/ 0 h 30979"/>
                    <a:gd name="connsiteX9" fmla="*/ 28333 w 40775"/>
                    <a:gd name="connsiteY9" fmla="*/ 10559 h 30979"/>
                    <a:gd name="connsiteX10" fmla="*/ 6479 w 40775"/>
                    <a:gd name="connsiteY10" fmla="*/ 25394 h 30979"/>
                    <a:gd name="connsiteX11" fmla="*/ 2241 w 40775"/>
                    <a:gd name="connsiteY11" fmla="*/ 25504 h 30979"/>
                    <a:gd name="connsiteX12" fmla="*/ 2756 w 40775"/>
                    <a:gd name="connsiteY12" fmla="*/ 30967 h 30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0775" h="30979">
                      <a:moveTo>
                        <a:pt x="2780" y="30980"/>
                      </a:moveTo>
                      <a:lnTo>
                        <a:pt x="13192" y="30980"/>
                      </a:lnTo>
                      <a:cubicBezTo>
                        <a:pt x="15140" y="30980"/>
                        <a:pt x="16978" y="30085"/>
                        <a:pt x="18166" y="28542"/>
                      </a:cubicBezTo>
                      <a:cubicBezTo>
                        <a:pt x="21412" y="24316"/>
                        <a:pt x="28137" y="16084"/>
                        <a:pt x="31359" y="15876"/>
                      </a:cubicBezTo>
                      <a:cubicBezTo>
                        <a:pt x="35695" y="15582"/>
                        <a:pt x="35132" y="30980"/>
                        <a:pt x="35132" y="30980"/>
                      </a:cubicBezTo>
                      <a:lnTo>
                        <a:pt x="37557" y="30980"/>
                      </a:lnTo>
                      <a:lnTo>
                        <a:pt x="40632" y="11845"/>
                      </a:lnTo>
                      <a:cubicBezTo>
                        <a:pt x="41403" y="7031"/>
                        <a:pt x="39015" y="2266"/>
                        <a:pt x="34691" y="0"/>
                      </a:cubicBezTo>
                      <a:lnTo>
                        <a:pt x="34691" y="0"/>
                      </a:lnTo>
                      <a:cubicBezTo>
                        <a:pt x="34691" y="0"/>
                        <a:pt x="33698" y="7325"/>
                        <a:pt x="28333" y="10559"/>
                      </a:cubicBezTo>
                      <a:cubicBezTo>
                        <a:pt x="22968" y="13793"/>
                        <a:pt x="6479" y="25394"/>
                        <a:pt x="6479" y="25394"/>
                      </a:cubicBezTo>
                      <a:cubicBezTo>
                        <a:pt x="6479" y="25394"/>
                        <a:pt x="4458" y="25100"/>
                        <a:pt x="2241" y="25504"/>
                      </a:cubicBezTo>
                      <a:cubicBezTo>
                        <a:pt x="-1042" y="26092"/>
                        <a:pt x="-589" y="30967"/>
                        <a:pt x="2756" y="30967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7" name="Forme libre : forme 2776">
                  <a:extLst>
                    <a:ext uri="{FF2B5EF4-FFF2-40B4-BE49-F238E27FC236}">
                      <a16:creationId xmlns:a16="http://schemas.microsoft.com/office/drawing/2014/main" id="{BE4272A3-E9CB-A682-F28F-08863D4E5C9B}"/>
                    </a:ext>
                  </a:extLst>
                </p:cNvPr>
                <p:cNvSpPr/>
                <p:nvPr/>
              </p:nvSpPr>
              <p:spPr>
                <a:xfrm>
                  <a:off x="1502060" y="1009050"/>
                  <a:ext cx="78245" cy="146634"/>
                </a:xfrm>
                <a:custGeom>
                  <a:avLst/>
                  <a:gdLst>
                    <a:gd name="connsiteX0" fmla="*/ 0 w 78245"/>
                    <a:gd name="connsiteY0" fmla="*/ 5408 h 146634"/>
                    <a:gd name="connsiteX1" fmla="*/ 50163 w 78245"/>
                    <a:gd name="connsiteY1" fmla="*/ 106247 h 146634"/>
                    <a:gd name="connsiteX2" fmla="*/ 59546 w 78245"/>
                    <a:gd name="connsiteY2" fmla="*/ 142102 h 146634"/>
                    <a:gd name="connsiteX3" fmla="*/ 70497 w 78245"/>
                    <a:gd name="connsiteY3" fmla="*/ 146635 h 146634"/>
                    <a:gd name="connsiteX4" fmla="*/ 77578 w 78245"/>
                    <a:gd name="connsiteY4" fmla="*/ 143401 h 146634"/>
                    <a:gd name="connsiteX5" fmla="*/ 77749 w 78245"/>
                    <a:gd name="connsiteY5" fmla="*/ 138918 h 146634"/>
                    <a:gd name="connsiteX6" fmla="*/ 64360 w 78245"/>
                    <a:gd name="connsiteY6" fmla="*/ 110314 h 146634"/>
                    <a:gd name="connsiteX7" fmla="*/ 49146 w 78245"/>
                    <a:gd name="connsiteY7" fmla="*/ 48000 h 146634"/>
                    <a:gd name="connsiteX8" fmla="*/ 22270 w 78245"/>
                    <a:gd name="connsiteY8" fmla="*/ 5395 h 146634"/>
                    <a:gd name="connsiteX9" fmla="*/ 0 w 78245"/>
                    <a:gd name="connsiteY9" fmla="*/ 5395 h 146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8245" h="146634">
                      <a:moveTo>
                        <a:pt x="0" y="5408"/>
                      </a:moveTo>
                      <a:cubicBezTo>
                        <a:pt x="0" y="5408"/>
                        <a:pt x="43278" y="87505"/>
                        <a:pt x="50163" y="106247"/>
                      </a:cubicBezTo>
                      <a:cubicBezTo>
                        <a:pt x="57047" y="124989"/>
                        <a:pt x="59448" y="140632"/>
                        <a:pt x="59546" y="142102"/>
                      </a:cubicBezTo>
                      <a:cubicBezTo>
                        <a:pt x="59693" y="144418"/>
                        <a:pt x="62572" y="146635"/>
                        <a:pt x="70497" y="146635"/>
                      </a:cubicBezTo>
                      <a:cubicBezTo>
                        <a:pt x="74589" y="146635"/>
                        <a:pt x="76598" y="144993"/>
                        <a:pt x="77578" y="143401"/>
                      </a:cubicBezTo>
                      <a:cubicBezTo>
                        <a:pt x="78411" y="142041"/>
                        <a:pt x="78460" y="140351"/>
                        <a:pt x="77749" y="138918"/>
                      </a:cubicBezTo>
                      <a:cubicBezTo>
                        <a:pt x="75250" y="133846"/>
                        <a:pt x="67300" y="117664"/>
                        <a:pt x="64360" y="110314"/>
                      </a:cubicBezTo>
                      <a:cubicBezTo>
                        <a:pt x="60845" y="101544"/>
                        <a:pt x="53286" y="61818"/>
                        <a:pt x="49146" y="48000"/>
                      </a:cubicBezTo>
                      <a:cubicBezTo>
                        <a:pt x="45006" y="34182"/>
                        <a:pt x="40314" y="19201"/>
                        <a:pt x="22270" y="5395"/>
                      </a:cubicBezTo>
                      <a:cubicBezTo>
                        <a:pt x="22270" y="5395"/>
                        <a:pt x="9886" y="-6744"/>
                        <a:pt x="0" y="5395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8" name="Forme libre : forme 2777">
                  <a:extLst>
                    <a:ext uri="{FF2B5EF4-FFF2-40B4-BE49-F238E27FC236}">
                      <a16:creationId xmlns:a16="http://schemas.microsoft.com/office/drawing/2014/main" id="{D863EEB7-4688-B2F1-1467-8CFA67CDFD5A}"/>
                    </a:ext>
                  </a:extLst>
                </p:cNvPr>
                <p:cNvSpPr/>
                <p:nvPr/>
              </p:nvSpPr>
              <p:spPr>
                <a:xfrm>
                  <a:off x="1413840" y="780941"/>
                  <a:ext cx="78004" cy="105671"/>
                </a:xfrm>
                <a:custGeom>
                  <a:avLst/>
                  <a:gdLst>
                    <a:gd name="connsiteX0" fmla="*/ 60892 w 78004"/>
                    <a:gd name="connsiteY0" fmla="*/ 98990 h 105671"/>
                    <a:gd name="connsiteX1" fmla="*/ 78004 w 78004"/>
                    <a:gd name="connsiteY1" fmla="*/ 24928 h 105671"/>
                    <a:gd name="connsiteX2" fmla="*/ 27646 w 78004"/>
                    <a:gd name="connsiteY2" fmla="*/ 0 h 105671"/>
                    <a:gd name="connsiteX3" fmla="*/ 304 w 78004"/>
                    <a:gd name="connsiteY3" fmla="*/ 40436 h 105671"/>
                    <a:gd name="connsiteX4" fmla="*/ 22109 w 78004"/>
                    <a:gd name="connsiteY4" fmla="*/ 102763 h 105671"/>
                    <a:gd name="connsiteX5" fmla="*/ 60892 w 78004"/>
                    <a:gd name="connsiteY5" fmla="*/ 98990 h 105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8004" h="105671">
                      <a:moveTo>
                        <a:pt x="60892" y="98990"/>
                      </a:moveTo>
                      <a:cubicBezTo>
                        <a:pt x="49732" y="51682"/>
                        <a:pt x="78004" y="24928"/>
                        <a:pt x="78004" y="24928"/>
                      </a:cubicBezTo>
                      <a:cubicBezTo>
                        <a:pt x="60157" y="7803"/>
                        <a:pt x="27646" y="0"/>
                        <a:pt x="27646" y="0"/>
                      </a:cubicBezTo>
                      <a:cubicBezTo>
                        <a:pt x="27646" y="0"/>
                        <a:pt x="-3383" y="22687"/>
                        <a:pt x="304" y="40436"/>
                      </a:cubicBezTo>
                      <a:cubicBezTo>
                        <a:pt x="2460" y="50836"/>
                        <a:pt x="22109" y="102763"/>
                        <a:pt x="22109" y="102763"/>
                      </a:cubicBezTo>
                      <a:cubicBezTo>
                        <a:pt x="22109" y="102763"/>
                        <a:pt x="40275" y="111362"/>
                        <a:pt x="60892" y="9899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9" name="Forme libre : forme 2778">
                  <a:extLst>
                    <a:ext uri="{FF2B5EF4-FFF2-40B4-BE49-F238E27FC236}">
                      <a16:creationId xmlns:a16="http://schemas.microsoft.com/office/drawing/2014/main" id="{68F658FF-0A0B-8FDB-C158-3AA33D1599AC}"/>
                    </a:ext>
                  </a:extLst>
                </p:cNvPr>
                <p:cNvSpPr/>
                <p:nvPr/>
              </p:nvSpPr>
              <p:spPr>
                <a:xfrm>
                  <a:off x="1433683" y="879931"/>
                  <a:ext cx="92019" cy="142899"/>
                </a:xfrm>
                <a:custGeom>
                  <a:avLst/>
                  <a:gdLst>
                    <a:gd name="connsiteX0" fmla="*/ 65793 w 92019"/>
                    <a:gd name="connsiteY0" fmla="*/ 23422 h 142899"/>
                    <a:gd name="connsiteX1" fmla="*/ 41036 w 92019"/>
                    <a:gd name="connsiteY1" fmla="*/ 0 h 142899"/>
                    <a:gd name="connsiteX2" fmla="*/ 2254 w 92019"/>
                    <a:gd name="connsiteY2" fmla="*/ 3773 h 142899"/>
                    <a:gd name="connsiteX3" fmla="*/ 992 w 92019"/>
                    <a:gd name="connsiteY3" fmla="*/ 33822 h 142899"/>
                    <a:gd name="connsiteX4" fmla="*/ 21449 w 92019"/>
                    <a:gd name="connsiteY4" fmla="*/ 141325 h 142899"/>
                    <a:gd name="connsiteX5" fmla="*/ 92020 w 92019"/>
                    <a:gd name="connsiteY5" fmla="*/ 135654 h 142899"/>
                    <a:gd name="connsiteX6" fmla="*/ 65793 w 92019"/>
                    <a:gd name="connsiteY6" fmla="*/ 23409 h 1428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2019" h="142899">
                      <a:moveTo>
                        <a:pt x="65793" y="23422"/>
                      </a:moveTo>
                      <a:cubicBezTo>
                        <a:pt x="61248" y="9739"/>
                        <a:pt x="41036" y="0"/>
                        <a:pt x="41036" y="0"/>
                      </a:cubicBezTo>
                      <a:cubicBezTo>
                        <a:pt x="20432" y="12372"/>
                        <a:pt x="2254" y="3773"/>
                        <a:pt x="2254" y="3773"/>
                      </a:cubicBezTo>
                      <a:cubicBezTo>
                        <a:pt x="2254" y="3773"/>
                        <a:pt x="-1825" y="19355"/>
                        <a:pt x="992" y="33822"/>
                      </a:cubicBezTo>
                      <a:cubicBezTo>
                        <a:pt x="3809" y="48301"/>
                        <a:pt x="21449" y="141325"/>
                        <a:pt x="21449" y="141325"/>
                      </a:cubicBezTo>
                      <a:cubicBezTo>
                        <a:pt x="49256" y="146960"/>
                        <a:pt x="92020" y="135654"/>
                        <a:pt x="92020" y="135654"/>
                      </a:cubicBezTo>
                      <a:cubicBezTo>
                        <a:pt x="74307" y="104209"/>
                        <a:pt x="70338" y="37105"/>
                        <a:pt x="65793" y="23409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0" name="Forme libre : forme 2779">
                  <a:extLst>
                    <a:ext uri="{FF2B5EF4-FFF2-40B4-BE49-F238E27FC236}">
                      <a16:creationId xmlns:a16="http://schemas.microsoft.com/office/drawing/2014/main" id="{547E95E7-494B-207E-3C51-C300E214A848}"/>
                    </a:ext>
                  </a:extLst>
                </p:cNvPr>
                <p:cNvSpPr/>
                <p:nvPr/>
              </p:nvSpPr>
              <p:spPr>
                <a:xfrm>
                  <a:off x="1444231" y="745798"/>
                  <a:ext cx="26758" cy="47492"/>
                </a:xfrm>
                <a:custGeom>
                  <a:avLst/>
                  <a:gdLst>
                    <a:gd name="connsiteX0" fmla="*/ 17540 w 26758"/>
                    <a:gd name="connsiteY0" fmla="*/ 3894 h 47492"/>
                    <a:gd name="connsiteX1" fmla="*/ 26617 w 26758"/>
                    <a:gd name="connsiteY1" fmla="*/ 44661 h 47492"/>
                    <a:gd name="connsiteX2" fmla="*/ 20578 w 26758"/>
                    <a:gd name="connsiteY2" fmla="*/ 46976 h 47492"/>
                    <a:gd name="connsiteX3" fmla="*/ 4408 w 26758"/>
                    <a:gd name="connsiteY3" fmla="*/ 38916 h 47492"/>
                    <a:gd name="connsiteX4" fmla="*/ 3942 w 26758"/>
                    <a:gd name="connsiteY4" fmla="*/ 37384 h 47492"/>
                    <a:gd name="connsiteX5" fmla="*/ 47 w 26758"/>
                    <a:gd name="connsiteY5" fmla="*/ 9112 h 47492"/>
                    <a:gd name="connsiteX6" fmla="*/ 3024 w 26758"/>
                    <a:gd name="connsiteY6" fmla="*/ 3771 h 47492"/>
                    <a:gd name="connsiteX7" fmla="*/ 10545 w 26758"/>
                    <a:gd name="connsiteY7" fmla="*/ 439 h 47492"/>
                    <a:gd name="connsiteX8" fmla="*/ 17540 w 26758"/>
                    <a:gd name="connsiteY8" fmla="*/ 3894 h 47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758" h="47492">
                      <a:moveTo>
                        <a:pt x="17540" y="3894"/>
                      </a:moveTo>
                      <a:lnTo>
                        <a:pt x="26617" y="44661"/>
                      </a:lnTo>
                      <a:cubicBezTo>
                        <a:pt x="27486" y="48250"/>
                        <a:pt x="24216" y="47662"/>
                        <a:pt x="20578" y="46976"/>
                      </a:cubicBezTo>
                      <a:cubicBezTo>
                        <a:pt x="14636" y="45849"/>
                        <a:pt x="6968" y="43546"/>
                        <a:pt x="4408" y="38916"/>
                      </a:cubicBezTo>
                      <a:cubicBezTo>
                        <a:pt x="4151" y="38450"/>
                        <a:pt x="4016" y="37911"/>
                        <a:pt x="3942" y="37384"/>
                      </a:cubicBezTo>
                      <a:lnTo>
                        <a:pt x="47" y="9112"/>
                      </a:lnTo>
                      <a:cubicBezTo>
                        <a:pt x="-259" y="6870"/>
                        <a:pt x="953" y="4690"/>
                        <a:pt x="3024" y="3771"/>
                      </a:cubicBezTo>
                      <a:lnTo>
                        <a:pt x="10545" y="439"/>
                      </a:lnTo>
                      <a:cubicBezTo>
                        <a:pt x="13448" y="-847"/>
                        <a:pt x="16792" y="807"/>
                        <a:pt x="17540" y="3894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781" name="Graphique 4">
                  <a:extLst>
                    <a:ext uri="{FF2B5EF4-FFF2-40B4-BE49-F238E27FC236}">
                      <a16:creationId xmlns:a16="http://schemas.microsoft.com/office/drawing/2014/main" id="{09B8833B-15AE-83D8-046A-10771A6BF54E}"/>
                    </a:ext>
                  </a:extLst>
                </p:cNvPr>
                <p:cNvGrpSpPr/>
                <p:nvPr/>
              </p:nvGrpSpPr>
              <p:grpSpPr>
                <a:xfrm>
                  <a:off x="1429582" y="696382"/>
                  <a:ext cx="52507" cy="58649"/>
                  <a:chOff x="1429582" y="696382"/>
                  <a:chExt cx="52507" cy="58649"/>
                </a:xfrm>
              </p:grpSpPr>
              <p:sp>
                <p:nvSpPr>
                  <p:cNvPr id="2783" name="Forme libre : forme 2782">
                    <a:extLst>
                      <a:ext uri="{FF2B5EF4-FFF2-40B4-BE49-F238E27FC236}">
                        <a16:creationId xmlns:a16="http://schemas.microsoft.com/office/drawing/2014/main" id="{A707CC16-9744-CEAA-F75A-DFA713756A3D}"/>
                      </a:ext>
                    </a:extLst>
                  </p:cNvPr>
                  <p:cNvSpPr/>
                  <p:nvPr/>
                </p:nvSpPr>
                <p:spPr>
                  <a:xfrm>
                    <a:off x="1429582" y="710231"/>
                    <a:ext cx="40678" cy="44800"/>
                  </a:xfrm>
                  <a:custGeom>
                    <a:avLst/>
                    <a:gdLst>
                      <a:gd name="connsiteX0" fmla="*/ 21532 w 40678"/>
                      <a:gd name="connsiteY0" fmla="*/ 641 h 44800"/>
                      <a:gd name="connsiteX1" fmla="*/ 3476 w 40678"/>
                      <a:gd name="connsiteY1" fmla="*/ 20719 h 44800"/>
                      <a:gd name="connsiteX2" fmla="*/ 8486 w 40678"/>
                      <a:gd name="connsiteY2" fmla="*/ 44410 h 44800"/>
                      <a:gd name="connsiteX3" fmla="*/ 36440 w 40678"/>
                      <a:gd name="connsiteY3" fmla="*/ 35210 h 44800"/>
                      <a:gd name="connsiteX4" fmla="*/ 21544 w 40678"/>
                      <a:gd name="connsiteY4" fmla="*/ 641 h 44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0678" h="44800">
                        <a:moveTo>
                          <a:pt x="21532" y="641"/>
                        </a:moveTo>
                        <a:cubicBezTo>
                          <a:pt x="21532" y="641"/>
                          <a:pt x="10777" y="5186"/>
                          <a:pt x="3476" y="20719"/>
                        </a:cubicBezTo>
                        <a:cubicBezTo>
                          <a:pt x="-3837" y="36251"/>
                          <a:pt x="1626" y="43430"/>
                          <a:pt x="8486" y="44410"/>
                        </a:cubicBezTo>
                        <a:cubicBezTo>
                          <a:pt x="15346" y="45390"/>
                          <a:pt x="25599" y="45243"/>
                          <a:pt x="36440" y="35210"/>
                        </a:cubicBezTo>
                        <a:cubicBezTo>
                          <a:pt x="47281" y="25178"/>
                          <a:pt x="35509" y="-4736"/>
                          <a:pt x="21544" y="641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84" name="Forme libre : forme 2783">
                    <a:extLst>
                      <a:ext uri="{FF2B5EF4-FFF2-40B4-BE49-F238E27FC236}">
                        <a16:creationId xmlns:a16="http://schemas.microsoft.com/office/drawing/2014/main" id="{9C90D05C-2E5C-C16C-C631-BF7FD9D9DF75}"/>
                      </a:ext>
                    </a:extLst>
                  </p:cNvPr>
                  <p:cNvSpPr/>
                  <p:nvPr/>
                </p:nvSpPr>
                <p:spPr>
                  <a:xfrm>
                    <a:off x="1439723" y="696382"/>
                    <a:ext cx="42366" cy="56091"/>
                  </a:xfrm>
                  <a:custGeom>
                    <a:avLst/>
                    <a:gdLst>
                      <a:gd name="connsiteX0" fmla="*/ 19010 w 42366"/>
                      <a:gd name="connsiteY0" fmla="*/ 40754 h 56091"/>
                      <a:gd name="connsiteX1" fmla="*/ 6968 w 42366"/>
                      <a:gd name="connsiteY1" fmla="*/ 17761 h 56091"/>
                      <a:gd name="connsiteX2" fmla="*/ 2228 w 42366"/>
                      <a:gd name="connsiteY2" fmla="*/ 21081 h 56091"/>
                      <a:gd name="connsiteX3" fmla="*/ 6968 w 42366"/>
                      <a:gd name="connsiteY3" fmla="*/ 2462 h 56091"/>
                      <a:gd name="connsiteX4" fmla="*/ 38462 w 42366"/>
                      <a:gd name="connsiteY4" fmla="*/ 17761 h 56091"/>
                      <a:gd name="connsiteX5" fmla="*/ 35915 w 42366"/>
                      <a:gd name="connsiteY5" fmla="*/ 52869 h 56091"/>
                      <a:gd name="connsiteX6" fmla="*/ 23787 w 42366"/>
                      <a:gd name="connsiteY6" fmla="*/ 51828 h 56091"/>
                      <a:gd name="connsiteX7" fmla="*/ 26556 w 42366"/>
                      <a:gd name="connsiteY7" fmla="*/ 40595 h 56091"/>
                      <a:gd name="connsiteX8" fmla="*/ 20259 w 42366"/>
                      <a:gd name="connsiteY8" fmla="*/ 41403 h 56091"/>
                      <a:gd name="connsiteX9" fmla="*/ 18998 w 42366"/>
                      <a:gd name="connsiteY9" fmla="*/ 40754 h 560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2366" h="56091">
                        <a:moveTo>
                          <a:pt x="19010" y="40754"/>
                        </a:moveTo>
                        <a:cubicBezTo>
                          <a:pt x="19010" y="40754"/>
                          <a:pt x="27119" y="18031"/>
                          <a:pt x="6968" y="17761"/>
                        </a:cubicBezTo>
                        <a:lnTo>
                          <a:pt x="2228" y="21081"/>
                        </a:lnTo>
                        <a:cubicBezTo>
                          <a:pt x="2228" y="21081"/>
                          <a:pt x="-5159" y="8476"/>
                          <a:pt x="6968" y="2462"/>
                        </a:cubicBezTo>
                        <a:cubicBezTo>
                          <a:pt x="19108" y="-3553"/>
                          <a:pt x="33305" y="1420"/>
                          <a:pt x="38462" y="17761"/>
                        </a:cubicBezTo>
                        <a:cubicBezTo>
                          <a:pt x="43632" y="34115"/>
                          <a:pt x="44502" y="45054"/>
                          <a:pt x="35915" y="52869"/>
                        </a:cubicBezTo>
                        <a:cubicBezTo>
                          <a:pt x="27328" y="60684"/>
                          <a:pt x="23787" y="51828"/>
                          <a:pt x="23787" y="51828"/>
                        </a:cubicBezTo>
                        <a:cubicBezTo>
                          <a:pt x="23787" y="51828"/>
                          <a:pt x="28467" y="44515"/>
                          <a:pt x="26556" y="40595"/>
                        </a:cubicBezTo>
                        <a:cubicBezTo>
                          <a:pt x="24657" y="36687"/>
                          <a:pt x="20259" y="41403"/>
                          <a:pt x="20259" y="41403"/>
                        </a:cubicBezTo>
                        <a:lnTo>
                          <a:pt x="18998" y="40754"/>
                        </a:lnTo>
                        <a:close/>
                      </a:path>
                    </a:pathLst>
                  </a:custGeom>
                  <a:solidFill>
                    <a:srgbClr val="352213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85" name="Forme libre : forme 2784">
                    <a:extLst>
                      <a:ext uri="{FF2B5EF4-FFF2-40B4-BE49-F238E27FC236}">
                        <a16:creationId xmlns:a16="http://schemas.microsoft.com/office/drawing/2014/main" id="{892B5ACD-FFE5-BE5F-D4B6-8A1DB9246A53}"/>
                      </a:ext>
                    </a:extLst>
                  </p:cNvPr>
                  <p:cNvSpPr/>
                  <p:nvPr/>
                </p:nvSpPr>
                <p:spPr>
                  <a:xfrm>
                    <a:off x="1460987" y="731529"/>
                    <a:ext cx="11178" cy="13899"/>
                  </a:xfrm>
                  <a:custGeom>
                    <a:avLst/>
                    <a:gdLst>
                      <a:gd name="connsiteX0" fmla="*/ 0 w 11178"/>
                      <a:gd name="connsiteY0" fmla="*/ 8142 h 13899"/>
                      <a:gd name="connsiteX1" fmla="*/ 9567 w 11178"/>
                      <a:gd name="connsiteY1" fmla="*/ 1099 h 13899"/>
                      <a:gd name="connsiteX2" fmla="*/ 1237 w 11178"/>
                      <a:gd name="connsiteY2" fmla="*/ 13900 h 13899"/>
                      <a:gd name="connsiteX3" fmla="*/ 0 w 11178"/>
                      <a:gd name="connsiteY3" fmla="*/ 8142 h 138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178" h="13899">
                        <a:moveTo>
                          <a:pt x="0" y="8142"/>
                        </a:moveTo>
                        <a:cubicBezTo>
                          <a:pt x="0" y="8142"/>
                          <a:pt x="4104" y="-3568"/>
                          <a:pt x="9567" y="1099"/>
                        </a:cubicBezTo>
                        <a:cubicBezTo>
                          <a:pt x="15043" y="5766"/>
                          <a:pt x="5120" y="11915"/>
                          <a:pt x="1237" y="13900"/>
                        </a:cubicBezTo>
                        <a:lnTo>
                          <a:pt x="0" y="8142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782" name="Forme libre : forme 2781">
                  <a:extLst>
                    <a:ext uri="{FF2B5EF4-FFF2-40B4-BE49-F238E27FC236}">
                      <a16:creationId xmlns:a16="http://schemas.microsoft.com/office/drawing/2014/main" id="{E1924BD7-B1CE-474C-B0DB-C1DFA3419EE2}"/>
                    </a:ext>
                  </a:extLst>
                </p:cNvPr>
                <p:cNvSpPr/>
                <p:nvPr/>
              </p:nvSpPr>
              <p:spPr>
                <a:xfrm>
                  <a:off x="1349507" y="780951"/>
                  <a:ext cx="148079" cy="78688"/>
                </a:xfrm>
                <a:custGeom>
                  <a:avLst/>
                  <a:gdLst>
                    <a:gd name="connsiteX0" fmla="*/ 147360 w 148079"/>
                    <a:gd name="connsiteY0" fmla="*/ 37523 h 78688"/>
                    <a:gd name="connsiteX1" fmla="*/ 2311 w 148079"/>
                    <a:gd name="connsiteY1" fmla="*/ 23472 h 78688"/>
                    <a:gd name="connsiteX2" fmla="*/ 1870 w 148079"/>
                    <a:gd name="connsiteY2" fmla="*/ 16257 h 78688"/>
                    <a:gd name="connsiteX3" fmla="*/ 44 w 148079"/>
                    <a:gd name="connsiteY3" fmla="*/ 2574 h 78688"/>
                    <a:gd name="connsiteX4" fmla="*/ 1955 w 148079"/>
                    <a:gd name="connsiteY4" fmla="*/ 14 h 78688"/>
                    <a:gd name="connsiteX5" fmla="*/ 1955 w 148079"/>
                    <a:gd name="connsiteY5" fmla="*/ 14 h 78688"/>
                    <a:gd name="connsiteX6" fmla="*/ 4552 w 148079"/>
                    <a:gd name="connsiteY6" fmla="*/ 1129 h 78688"/>
                    <a:gd name="connsiteX7" fmla="*/ 15883 w 148079"/>
                    <a:gd name="connsiteY7" fmla="*/ 15559 h 78688"/>
                    <a:gd name="connsiteX8" fmla="*/ 12674 w 148079"/>
                    <a:gd name="connsiteY8" fmla="*/ 22737 h 78688"/>
                    <a:gd name="connsiteX9" fmla="*/ 12674 w 148079"/>
                    <a:gd name="connsiteY9" fmla="*/ 22737 h 78688"/>
                    <a:gd name="connsiteX10" fmla="*/ 11571 w 148079"/>
                    <a:gd name="connsiteY10" fmla="*/ 27245 h 78688"/>
                    <a:gd name="connsiteX11" fmla="*/ 139091 w 148079"/>
                    <a:gd name="connsiteY11" fmla="*/ 22027 h 78688"/>
                    <a:gd name="connsiteX12" fmla="*/ 147384 w 148079"/>
                    <a:gd name="connsiteY12" fmla="*/ 37523 h 78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48079" h="78688">
                      <a:moveTo>
                        <a:pt x="147360" y="37523"/>
                      </a:moveTo>
                      <a:cubicBezTo>
                        <a:pt x="147360" y="37523"/>
                        <a:pt x="64331" y="138902"/>
                        <a:pt x="2311" y="23472"/>
                      </a:cubicBezTo>
                      <a:cubicBezTo>
                        <a:pt x="2311" y="23472"/>
                        <a:pt x="1122" y="20520"/>
                        <a:pt x="1870" y="16257"/>
                      </a:cubicBezTo>
                      <a:cubicBezTo>
                        <a:pt x="2249" y="14101"/>
                        <a:pt x="828" y="6482"/>
                        <a:pt x="44" y="2574"/>
                      </a:cubicBezTo>
                      <a:cubicBezTo>
                        <a:pt x="-213" y="1325"/>
                        <a:pt x="681" y="137"/>
                        <a:pt x="1955" y="14"/>
                      </a:cubicBezTo>
                      <a:lnTo>
                        <a:pt x="1955" y="14"/>
                      </a:lnTo>
                      <a:cubicBezTo>
                        <a:pt x="2948" y="-84"/>
                        <a:pt x="3927" y="333"/>
                        <a:pt x="4552" y="1129"/>
                      </a:cubicBezTo>
                      <a:lnTo>
                        <a:pt x="15883" y="15559"/>
                      </a:lnTo>
                      <a:cubicBezTo>
                        <a:pt x="16729" y="18413"/>
                        <a:pt x="15369" y="21463"/>
                        <a:pt x="12674" y="22737"/>
                      </a:cubicBezTo>
                      <a:lnTo>
                        <a:pt x="12674" y="22737"/>
                      </a:lnTo>
                      <a:cubicBezTo>
                        <a:pt x="10959" y="23558"/>
                        <a:pt x="10420" y="25739"/>
                        <a:pt x="11571" y="27245"/>
                      </a:cubicBezTo>
                      <a:cubicBezTo>
                        <a:pt x="58745" y="89082"/>
                        <a:pt x="137646" y="21231"/>
                        <a:pt x="139091" y="22027"/>
                      </a:cubicBezTo>
                      <a:cubicBezTo>
                        <a:pt x="144212" y="24857"/>
                        <a:pt x="150128" y="27980"/>
                        <a:pt x="147384" y="37523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81" name="Graphique 4">
                <a:extLst>
                  <a:ext uri="{FF2B5EF4-FFF2-40B4-BE49-F238E27FC236}">
                    <a16:creationId xmlns:a16="http://schemas.microsoft.com/office/drawing/2014/main" id="{FB999B7C-2870-1BCC-EF04-2EB4ED268A9E}"/>
                  </a:ext>
                </a:extLst>
              </p:cNvPr>
              <p:cNvGrpSpPr/>
              <p:nvPr/>
            </p:nvGrpSpPr>
            <p:grpSpPr>
              <a:xfrm>
                <a:off x="1608464" y="544526"/>
                <a:ext cx="190738" cy="186754"/>
                <a:chOff x="1608464" y="544526"/>
                <a:chExt cx="190738" cy="186754"/>
              </a:xfrm>
            </p:grpSpPr>
            <p:grpSp>
              <p:nvGrpSpPr>
                <p:cNvPr id="2745" name="Graphique 4">
                  <a:extLst>
                    <a:ext uri="{FF2B5EF4-FFF2-40B4-BE49-F238E27FC236}">
                      <a16:creationId xmlns:a16="http://schemas.microsoft.com/office/drawing/2014/main" id="{417A7446-75D0-3592-A6C9-A9018D1A662C}"/>
                    </a:ext>
                  </a:extLst>
                </p:cNvPr>
                <p:cNvGrpSpPr/>
                <p:nvPr/>
              </p:nvGrpSpPr>
              <p:grpSpPr>
                <a:xfrm>
                  <a:off x="1645958" y="578257"/>
                  <a:ext cx="153244" cy="153023"/>
                  <a:chOff x="1645958" y="578257"/>
                  <a:chExt cx="153244" cy="153023"/>
                </a:xfrm>
              </p:grpSpPr>
              <p:grpSp>
                <p:nvGrpSpPr>
                  <p:cNvPr id="2759" name="Graphique 4">
                    <a:extLst>
                      <a:ext uri="{FF2B5EF4-FFF2-40B4-BE49-F238E27FC236}">
                        <a16:creationId xmlns:a16="http://schemas.microsoft.com/office/drawing/2014/main" id="{DAAB0142-6F96-92D1-5F07-ACBFF26D6909}"/>
                      </a:ext>
                    </a:extLst>
                  </p:cNvPr>
                  <p:cNvGrpSpPr/>
                  <p:nvPr/>
                </p:nvGrpSpPr>
                <p:grpSpPr>
                  <a:xfrm>
                    <a:off x="1673614" y="578257"/>
                    <a:ext cx="125588" cy="92840"/>
                    <a:chOff x="1673614" y="578257"/>
                    <a:chExt cx="125588" cy="92840"/>
                  </a:xfrm>
                  <a:solidFill>
                    <a:srgbClr val="B1ABE5"/>
                  </a:solidFill>
                </p:grpSpPr>
                <p:sp>
                  <p:nvSpPr>
                    <p:cNvPr id="2768" name="Forme libre : forme 2767">
                      <a:extLst>
                        <a:ext uri="{FF2B5EF4-FFF2-40B4-BE49-F238E27FC236}">
                          <a16:creationId xmlns:a16="http://schemas.microsoft.com/office/drawing/2014/main" id="{36D4BA04-2E9E-EC4B-445F-D4B39A17E4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3614" y="593332"/>
                      <a:ext cx="4504" cy="3899"/>
                    </a:xfrm>
                    <a:custGeom>
                      <a:avLst/>
                      <a:gdLst>
                        <a:gd name="connsiteX0" fmla="*/ 874 w 4504"/>
                        <a:gd name="connsiteY0" fmla="*/ 3900 h 3899"/>
                        <a:gd name="connsiteX1" fmla="*/ 200 w 4504"/>
                        <a:gd name="connsiteY1" fmla="*/ 3581 h 3899"/>
                        <a:gd name="connsiteX2" fmla="*/ 323 w 4504"/>
                        <a:gd name="connsiteY2" fmla="*/ 2356 h 3899"/>
                        <a:gd name="connsiteX3" fmla="*/ 3103 w 4504"/>
                        <a:gd name="connsiteY3" fmla="*/ 176 h 3899"/>
                        <a:gd name="connsiteX4" fmla="*/ 4328 w 4504"/>
                        <a:gd name="connsiteY4" fmla="*/ 348 h 3899"/>
                        <a:gd name="connsiteX5" fmla="*/ 4157 w 4504"/>
                        <a:gd name="connsiteY5" fmla="*/ 1573 h 3899"/>
                        <a:gd name="connsiteX6" fmla="*/ 1437 w 4504"/>
                        <a:gd name="connsiteY6" fmla="*/ 3704 h 3899"/>
                        <a:gd name="connsiteX7" fmla="*/ 886 w 4504"/>
                        <a:gd name="connsiteY7" fmla="*/ 3900 h 38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504" h="3899">
                          <a:moveTo>
                            <a:pt x="874" y="3900"/>
                          </a:moveTo>
                          <a:cubicBezTo>
                            <a:pt x="616" y="3900"/>
                            <a:pt x="372" y="3790"/>
                            <a:pt x="200" y="3581"/>
                          </a:cubicBezTo>
                          <a:cubicBezTo>
                            <a:pt x="-106" y="3214"/>
                            <a:pt x="-57" y="2663"/>
                            <a:pt x="323" y="2356"/>
                          </a:cubicBezTo>
                          <a:cubicBezTo>
                            <a:pt x="1217" y="1621"/>
                            <a:pt x="2160" y="887"/>
                            <a:pt x="3103" y="176"/>
                          </a:cubicBezTo>
                          <a:cubicBezTo>
                            <a:pt x="3495" y="-118"/>
                            <a:pt x="4034" y="-32"/>
                            <a:pt x="4328" y="348"/>
                          </a:cubicBezTo>
                          <a:cubicBezTo>
                            <a:pt x="4622" y="727"/>
                            <a:pt x="4536" y="1278"/>
                            <a:pt x="4157" y="1573"/>
                          </a:cubicBezTo>
                          <a:cubicBezTo>
                            <a:pt x="3226" y="2271"/>
                            <a:pt x="2319" y="2981"/>
                            <a:pt x="1437" y="3704"/>
                          </a:cubicBezTo>
                          <a:cubicBezTo>
                            <a:pt x="1278" y="3839"/>
                            <a:pt x="1082" y="3900"/>
                            <a:pt x="886" y="3900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69" name="Forme libre : forme 2768">
                      <a:extLst>
                        <a:ext uri="{FF2B5EF4-FFF2-40B4-BE49-F238E27FC236}">
                          <a16:creationId xmlns:a16="http://schemas.microsoft.com/office/drawing/2014/main" id="{39F61929-F88E-32CF-D998-88B55069F7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6112" y="578257"/>
                      <a:ext cx="113090" cy="77847"/>
                    </a:xfrm>
                    <a:custGeom>
                      <a:avLst/>
                      <a:gdLst>
                        <a:gd name="connsiteX0" fmla="*/ 112209 w 113090"/>
                        <a:gd name="connsiteY0" fmla="*/ 77847 h 77847"/>
                        <a:gd name="connsiteX1" fmla="*/ 112209 w 113090"/>
                        <a:gd name="connsiteY1" fmla="*/ 77847 h 77847"/>
                        <a:gd name="connsiteX2" fmla="*/ 111339 w 113090"/>
                        <a:gd name="connsiteY2" fmla="*/ 76965 h 77847"/>
                        <a:gd name="connsiteX3" fmla="*/ 111339 w 113090"/>
                        <a:gd name="connsiteY3" fmla="*/ 76610 h 77847"/>
                        <a:gd name="connsiteX4" fmla="*/ 111045 w 113090"/>
                        <a:gd name="connsiteY4" fmla="*/ 69946 h 77847"/>
                        <a:gd name="connsiteX5" fmla="*/ 111841 w 113090"/>
                        <a:gd name="connsiteY5" fmla="*/ 69003 h 77847"/>
                        <a:gd name="connsiteX6" fmla="*/ 112784 w 113090"/>
                        <a:gd name="connsiteY6" fmla="*/ 69799 h 77847"/>
                        <a:gd name="connsiteX7" fmla="*/ 113091 w 113090"/>
                        <a:gd name="connsiteY7" fmla="*/ 76610 h 77847"/>
                        <a:gd name="connsiteX8" fmla="*/ 113091 w 113090"/>
                        <a:gd name="connsiteY8" fmla="*/ 76977 h 77847"/>
                        <a:gd name="connsiteX9" fmla="*/ 112221 w 113090"/>
                        <a:gd name="connsiteY9" fmla="*/ 77847 h 77847"/>
                        <a:gd name="connsiteX10" fmla="*/ 109991 w 113090"/>
                        <a:gd name="connsiteY10" fmla="*/ 59362 h 77847"/>
                        <a:gd name="connsiteX11" fmla="*/ 109146 w 113090"/>
                        <a:gd name="connsiteY11" fmla="*/ 58701 h 77847"/>
                        <a:gd name="connsiteX12" fmla="*/ 107186 w 113090"/>
                        <a:gd name="connsiteY12" fmla="*/ 52098 h 77847"/>
                        <a:gd name="connsiteX13" fmla="*/ 107137 w 113090"/>
                        <a:gd name="connsiteY13" fmla="*/ 51976 h 77847"/>
                        <a:gd name="connsiteX14" fmla="*/ 107676 w 113090"/>
                        <a:gd name="connsiteY14" fmla="*/ 50861 h 77847"/>
                        <a:gd name="connsiteX15" fmla="*/ 108791 w 113090"/>
                        <a:gd name="connsiteY15" fmla="*/ 51400 h 77847"/>
                        <a:gd name="connsiteX16" fmla="*/ 108840 w 113090"/>
                        <a:gd name="connsiteY16" fmla="*/ 51535 h 77847"/>
                        <a:gd name="connsiteX17" fmla="*/ 110849 w 113090"/>
                        <a:gd name="connsiteY17" fmla="*/ 58296 h 77847"/>
                        <a:gd name="connsiteX18" fmla="*/ 110212 w 113090"/>
                        <a:gd name="connsiteY18" fmla="*/ 59350 h 77847"/>
                        <a:gd name="connsiteX19" fmla="*/ 110004 w 113090"/>
                        <a:gd name="connsiteY19" fmla="*/ 59374 h 77847"/>
                        <a:gd name="connsiteX20" fmla="*/ 103364 w 113090"/>
                        <a:gd name="connsiteY20" fmla="*/ 41968 h 77847"/>
                        <a:gd name="connsiteX21" fmla="*/ 102592 w 113090"/>
                        <a:gd name="connsiteY21" fmla="*/ 41502 h 77847"/>
                        <a:gd name="connsiteX22" fmla="*/ 99016 w 113090"/>
                        <a:gd name="connsiteY22" fmla="*/ 35463 h 77847"/>
                        <a:gd name="connsiteX23" fmla="*/ 99261 w 113090"/>
                        <a:gd name="connsiteY23" fmla="*/ 34250 h 77847"/>
                        <a:gd name="connsiteX24" fmla="*/ 100473 w 113090"/>
                        <a:gd name="connsiteY24" fmla="*/ 34495 h 77847"/>
                        <a:gd name="connsiteX25" fmla="*/ 104136 w 113090"/>
                        <a:gd name="connsiteY25" fmla="*/ 40681 h 77847"/>
                        <a:gd name="connsiteX26" fmla="*/ 103769 w 113090"/>
                        <a:gd name="connsiteY26" fmla="*/ 41857 h 77847"/>
                        <a:gd name="connsiteX27" fmla="*/ 103364 w 113090"/>
                        <a:gd name="connsiteY27" fmla="*/ 41955 h 77847"/>
                        <a:gd name="connsiteX28" fmla="*/ 92695 w 113090"/>
                        <a:gd name="connsiteY28" fmla="*/ 26717 h 77847"/>
                        <a:gd name="connsiteX29" fmla="*/ 92045 w 113090"/>
                        <a:gd name="connsiteY29" fmla="*/ 26435 h 77847"/>
                        <a:gd name="connsiteX30" fmla="*/ 87097 w 113090"/>
                        <a:gd name="connsiteY30" fmla="*/ 21449 h 77847"/>
                        <a:gd name="connsiteX31" fmla="*/ 87048 w 113090"/>
                        <a:gd name="connsiteY31" fmla="*/ 20212 h 77847"/>
                        <a:gd name="connsiteX32" fmla="*/ 88285 w 113090"/>
                        <a:gd name="connsiteY32" fmla="*/ 20163 h 77847"/>
                        <a:gd name="connsiteX33" fmla="*/ 93344 w 113090"/>
                        <a:gd name="connsiteY33" fmla="*/ 25259 h 77847"/>
                        <a:gd name="connsiteX34" fmla="*/ 93283 w 113090"/>
                        <a:gd name="connsiteY34" fmla="*/ 26496 h 77847"/>
                        <a:gd name="connsiteX35" fmla="*/ 92695 w 113090"/>
                        <a:gd name="connsiteY35" fmla="*/ 26717 h 77847"/>
                        <a:gd name="connsiteX36" fmla="*/ 78607 w 113090"/>
                        <a:gd name="connsiteY36" fmla="*/ 14553 h 77847"/>
                        <a:gd name="connsiteX37" fmla="*/ 78117 w 113090"/>
                        <a:gd name="connsiteY37" fmla="*/ 14406 h 77847"/>
                        <a:gd name="connsiteX38" fmla="*/ 72103 w 113090"/>
                        <a:gd name="connsiteY38" fmla="*/ 10780 h 77847"/>
                        <a:gd name="connsiteX39" fmla="*/ 71748 w 113090"/>
                        <a:gd name="connsiteY39" fmla="*/ 9592 h 77847"/>
                        <a:gd name="connsiteX40" fmla="*/ 72936 w 113090"/>
                        <a:gd name="connsiteY40" fmla="*/ 9236 h 77847"/>
                        <a:gd name="connsiteX41" fmla="*/ 79085 w 113090"/>
                        <a:gd name="connsiteY41" fmla="*/ 12948 h 77847"/>
                        <a:gd name="connsiteX42" fmla="*/ 79330 w 113090"/>
                        <a:gd name="connsiteY42" fmla="*/ 14161 h 77847"/>
                        <a:gd name="connsiteX43" fmla="*/ 78607 w 113090"/>
                        <a:gd name="connsiteY43" fmla="*/ 14553 h 77847"/>
                        <a:gd name="connsiteX44" fmla="*/ 871 w 113090"/>
                        <a:gd name="connsiteY44" fmla="*/ 10633 h 77847"/>
                        <a:gd name="connsiteX45" fmla="*/ 99 w 113090"/>
                        <a:gd name="connsiteY45" fmla="*/ 10167 h 77847"/>
                        <a:gd name="connsiteX46" fmla="*/ 466 w 113090"/>
                        <a:gd name="connsiteY46" fmla="*/ 8991 h 77847"/>
                        <a:gd name="connsiteX47" fmla="*/ 6959 w 113090"/>
                        <a:gd name="connsiteY47" fmla="*/ 5917 h 77847"/>
                        <a:gd name="connsiteX48" fmla="*/ 8098 w 113090"/>
                        <a:gd name="connsiteY48" fmla="*/ 6382 h 77847"/>
                        <a:gd name="connsiteX49" fmla="*/ 7633 w 113090"/>
                        <a:gd name="connsiteY49" fmla="*/ 7521 h 77847"/>
                        <a:gd name="connsiteX50" fmla="*/ 1287 w 113090"/>
                        <a:gd name="connsiteY50" fmla="*/ 10523 h 77847"/>
                        <a:gd name="connsiteX51" fmla="*/ 883 w 113090"/>
                        <a:gd name="connsiteY51" fmla="*/ 10621 h 77847"/>
                        <a:gd name="connsiteX52" fmla="*/ 61985 w 113090"/>
                        <a:gd name="connsiteY52" fmla="*/ 6186 h 77847"/>
                        <a:gd name="connsiteX53" fmla="*/ 61691 w 113090"/>
                        <a:gd name="connsiteY53" fmla="*/ 6137 h 77847"/>
                        <a:gd name="connsiteX54" fmla="*/ 54978 w 113090"/>
                        <a:gd name="connsiteY54" fmla="*/ 4079 h 77847"/>
                        <a:gd name="connsiteX55" fmla="*/ 54353 w 113090"/>
                        <a:gd name="connsiteY55" fmla="*/ 3013 h 77847"/>
                        <a:gd name="connsiteX56" fmla="*/ 55419 w 113090"/>
                        <a:gd name="connsiteY56" fmla="*/ 2389 h 77847"/>
                        <a:gd name="connsiteX57" fmla="*/ 62291 w 113090"/>
                        <a:gd name="connsiteY57" fmla="*/ 4496 h 77847"/>
                        <a:gd name="connsiteX58" fmla="*/ 62818 w 113090"/>
                        <a:gd name="connsiteY58" fmla="*/ 5610 h 77847"/>
                        <a:gd name="connsiteX59" fmla="*/ 61997 w 113090"/>
                        <a:gd name="connsiteY59" fmla="*/ 6186 h 77847"/>
                        <a:gd name="connsiteX60" fmla="*/ 18241 w 113090"/>
                        <a:gd name="connsiteY60" fmla="*/ 3981 h 77847"/>
                        <a:gd name="connsiteX61" fmla="*/ 17396 w 113090"/>
                        <a:gd name="connsiteY61" fmla="*/ 3320 h 77847"/>
                        <a:gd name="connsiteX62" fmla="*/ 18033 w 113090"/>
                        <a:gd name="connsiteY62" fmla="*/ 2254 h 77847"/>
                        <a:gd name="connsiteX63" fmla="*/ 25076 w 113090"/>
                        <a:gd name="connsiteY63" fmla="*/ 845 h 77847"/>
                        <a:gd name="connsiteX64" fmla="*/ 26068 w 113090"/>
                        <a:gd name="connsiteY64" fmla="*/ 1580 h 77847"/>
                        <a:gd name="connsiteX65" fmla="*/ 25333 w 113090"/>
                        <a:gd name="connsiteY65" fmla="*/ 2572 h 77847"/>
                        <a:gd name="connsiteX66" fmla="*/ 18449 w 113090"/>
                        <a:gd name="connsiteY66" fmla="*/ 3957 h 77847"/>
                        <a:gd name="connsiteX67" fmla="*/ 18241 w 113090"/>
                        <a:gd name="connsiteY67" fmla="*/ 3981 h 77847"/>
                        <a:gd name="connsiteX68" fmla="*/ 43818 w 113090"/>
                        <a:gd name="connsiteY68" fmla="*/ 2107 h 77847"/>
                        <a:gd name="connsiteX69" fmla="*/ 43733 w 113090"/>
                        <a:gd name="connsiteY69" fmla="*/ 2107 h 77847"/>
                        <a:gd name="connsiteX70" fmla="*/ 36713 w 113090"/>
                        <a:gd name="connsiteY70" fmla="*/ 1752 h 77847"/>
                        <a:gd name="connsiteX71" fmla="*/ 35844 w 113090"/>
                        <a:gd name="connsiteY71" fmla="*/ 870 h 77847"/>
                        <a:gd name="connsiteX72" fmla="*/ 36713 w 113090"/>
                        <a:gd name="connsiteY72" fmla="*/ 0 h 77847"/>
                        <a:gd name="connsiteX73" fmla="*/ 36713 w 113090"/>
                        <a:gd name="connsiteY73" fmla="*/ 0 h 77847"/>
                        <a:gd name="connsiteX74" fmla="*/ 43892 w 113090"/>
                        <a:gd name="connsiteY74" fmla="*/ 367 h 77847"/>
                        <a:gd name="connsiteX75" fmla="*/ 44676 w 113090"/>
                        <a:gd name="connsiteY75" fmla="*/ 1323 h 77847"/>
                        <a:gd name="connsiteX76" fmla="*/ 43806 w 113090"/>
                        <a:gd name="connsiteY76" fmla="*/ 2107 h 778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</a:cxnLst>
                      <a:rect l="l" t="t" r="r" b="b"/>
                      <a:pathLst>
                        <a:path w="113090" h="77847">
                          <a:moveTo>
                            <a:pt x="112209" y="77847"/>
                          </a:moveTo>
                          <a:lnTo>
                            <a:pt x="112209" y="77847"/>
                          </a:lnTo>
                          <a:cubicBezTo>
                            <a:pt x="111731" y="77847"/>
                            <a:pt x="111339" y="77455"/>
                            <a:pt x="111339" y="76965"/>
                          </a:cubicBezTo>
                          <a:lnTo>
                            <a:pt x="111339" y="76610"/>
                          </a:lnTo>
                          <a:cubicBezTo>
                            <a:pt x="111339" y="74393"/>
                            <a:pt x="111241" y="72151"/>
                            <a:pt x="111045" y="69946"/>
                          </a:cubicBezTo>
                          <a:cubicBezTo>
                            <a:pt x="110996" y="69468"/>
                            <a:pt x="111351" y="69040"/>
                            <a:pt x="111841" y="69003"/>
                          </a:cubicBezTo>
                          <a:cubicBezTo>
                            <a:pt x="112331" y="68966"/>
                            <a:pt x="112748" y="69309"/>
                            <a:pt x="112784" y="69799"/>
                          </a:cubicBezTo>
                          <a:cubicBezTo>
                            <a:pt x="112993" y="72053"/>
                            <a:pt x="113091" y="74344"/>
                            <a:pt x="113091" y="76610"/>
                          </a:cubicBezTo>
                          <a:lnTo>
                            <a:pt x="113091" y="76977"/>
                          </a:lnTo>
                          <a:cubicBezTo>
                            <a:pt x="113091" y="77455"/>
                            <a:pt x="112698" y="77847"/>
                            <a:pt x="112221" y="77847"/>
                          </a:cubicBezTo>
                          <a:close/>
                          <a:moveTo>
                            <a:pt x="109991" y="59362"/>
                          </a:moveTo>
                          <a:cubicBezTo>
                            <a:pt x="109599" y="59362"/>
                            <a:pt x="109244" y="59093"/>
                            <a:pt x="109146" y="58701"/>
                          </a:cubicBezTo>
                          <a:cubicBezTo>
                            <a:pt x="108595" y="56484"/>
                            <a:pt x="107933" y="54266"/>
                            <a:pt x="107186" y="52098"/>
                          </a:cubicBezTo>
                          <a:lnTo>
                            <a:pt x="107137" y="51976"/>
                          </a:lnTo>
                          <a:cubicBezTo>
                            <a:pt x="106978" y="51522"/>
                            <a:pt x="107223" y="51020"/>
                            <a:pt x="107676" y="50861"/>
                          </a:cubicBezTo>
                          <a:cubicBezTo>
                            <a:pt x="108129" y="50702"/>
                            <a:pt x="108632" y="50947"/>
                            <a:pt x="108791" y="51400"/>
                          </a:cubicBezTo>
                          <a:lnTo>
                            <a:pt x="108840" y="51535"/>
                          </a:lnTo>
                          <a:cubicBezTo>
                            <a:pt x="109612" y="53752"/>
                            <a:pt x="110285" y="56018"/>
                            <a:pt x="110849" y="58296"/>
                          </a:cubicBezTo>
                          <a:cubicBezTo>
                            <a:pt x="110959" y="58762"/>
                            <a:pt x="110677" y="59240"/>
                            <a:pt x="110212" y="59350"/>
                          </a:cubicBezTo>
                          <a:cubicBezTo>
                            <a:pt x="110138" y="59362"/>
                            <a:pt x="110065" y="59374"/>
                            <a:pt x="110004" y="59374"/>
                          </a:cubicBezTo>
                          <a:close/>
                          <a:moveTo>
                            <a:pt x="103364" y="41968"/>
                          </a:moveTo>
                          <a:cubicBezTo>
                            <a:pt x="103046" y="41968"/>
                            <a:pt x="102752" y="41796"/>
                            <a:pt x="102592" y="41502"/>
                          </a:cubicBezTo>
                          <a:cubicBezTo>
                            <a:pt x="101502" y="39444"/>
                            <a:pt x="100302" y="37411"/>
                            <a:pt x="99016" y="35463"/>
                          </a:cubicBezTo>
                          <a:cubicBezTo>
                            <a:pt x="98746" y="35059"/>
                            <a:pt x="98869" y="34520"/>
                            <a:pt x="99261" y="34250"/>
                          </a:cubicBezTo>
                          <a:cubicBezTo>
                            <a:pt x="99665" y="33981"/>
                            <a:pt x="100204" y="34103"/>
                            <a:pt x="100473" y="34495"/>
                          </a:cubicBezTo>
                          <a:cubicBezTo>
                            <a:pt x="101784" y="36492"/>
                            <a:pt x="103009" y="38574"/>
                            <a:pt x="104136" y="40681"/>
                          </a:cubicBezTo>
                          <a:cubicBezTo>
                            <a:pt x="104356" y="41110"/>
                            <a:pt x="104197" y="41637"/>
                            <a:pt x="103769" y="41857"/>
                          </a:cubicBezTo>
                          <a:cubicBezTo>
                            <a:pt x="103634" y="41931"/>
                            <a:pt x="103499" y="41955"/>
                            <a:pt x="103364" y="41955"/>
                          </a:cubicBezTo>
                          <a:close/>
                          <a:moveTo>
                            <a:pt x="92695" y="26717"/>
                          </a:moveTo>
                          <a:cubicBezTo>
                            <a:pt x="92462" y="26717"/>
                            <a:pt x="92217" y="26619"/>
                            <a:pt x="92045" y="26435"/>
                          </a:cubicBezTo>
                          <a:cubicBezTo>
                            <a:pt x="90478" y="24708"/>
                            <a:pt x="88811" y="23029"/>
                            <a:pt x="87097" y="21449"/>
                          </a:cubicBezTo>
                          <a:cubicBezTo>
                            <a:pt x="86741" y="21119"/>
                            <a:pt x="86717" y="20567"/>
                            <a:pt x="87048" y="20212"/>
                          </a:cubicBezTo>
                          <a:cubicBezTo>
                            <a:pt x="87378" y="19857"/>
                            <a:pt x="87930" y="19832"/>
                            <a:pt x="88285" y="20163"/>
                          </a:cubicBezTo>
                          <a:cubicBezTo>
                            <a:pt x="90036" y="21768"/>
                            <a:pt x="91751" y="23495"/>
                            <a:pt x="93344" y="25259"/>
                          </a:cubicBezTo>
                          <a:cubicBezTo>
                            <a:pt x="93662" y="25614"/>
                            <a:pt x="93638" y="26165"/>
                            <a:pt x="93283" y="26496"/>
                          </a:cubicBezTo>
                          <a:cubicBezTo>
                            <a:pt x="93111" y="26643"/>
                            <a:pt x="92903" y="26717"/>
                            <a:pt x="92695" y="26717"/>
                          </a:cubicBezTo>
                          <a:close/>
                          <a:moveTo>
                            <a:pt x="78607" y="14553"/>
                          </a:moveTo>
                          <a:cubicBezTo>
                            <a:pt x="78436" y="14553"/>
                            <a:pt x="78277" y="14504"/>
                            <a:pt x="78117" y="14406"/>
                          </a:cubicBezTo>
                          <a:cubicBezTo>
                            <a:pt x="76182" y="13107"/>
                            <a:pt x="74161" y="11894"/>
                            <a:pt x="72103" y="10780"/>
                          </a:cubicBezTo>
                          <a:cubicBezTo>
                            <a:pt x="71674" y="10547"/>
                            <a:pt x="71515" y="10020"/>
                            <a:pt x="71748" y="9592"/>
                          </a:cubicBezTo>
                          <a:cubicBezTo>
                            <a:pt x="71980" y="9163"/>
                            <a:pt x="72507" y="9016"/>
                            <a:pt x="72936" y="9236"/>
                          </a:cubicBezTo>
                          <a:cubicBezTo>
                            <a:pt x="75043" y="10376"/>
                            <a:pt x="77113" y="11625"/>
                            <a:pt x="79085" y="12948"/>
                          </a:cubicBezTo>
                          <a:cubicBezTo>
                            <a:pt x="79489" y="13217"/>
                            <a:pt x="79600" y="13756"/>
                            <a:pt x="79330" y="14161"/>
                          </a:cubicBezTo>
                          <a:cubicBezTo>
                            <a:pt x="79159" y="14418"/>
                            <a:pt x="78889" y="14553"/>
                            <a:pt x="78607" y="14553"/>
                          </a:cubicBezTo>
                          <a:close/>
                          <a:moveTo>
                            <a:pt x="871" y="10633"/>
                          </a:moveTo>
                          <a:cubicBezTo>
                            <a:pt x="552" y="10633"/>
                            <a:pt x="258" y="10461"/>
                            <a:pt x="99" y="10167"/>
                          </a:cubicBezTo>
                          <a:cubicBezTo>
                            <a:pt x="-122" y="9739"/>
                            <a:pt x="38" y="9212"/>
                            <a:pt x="466" y="8991"/>
                          </a:cubicBezTo>
                          <a:cubicBezTo>
                            <a:pt x="2573" y="7877"/>
                            <a:pt x="4754" y="6835"/>
                            <a:pt x="6959" y="5917"/>
                          </a:cubicBezTo>
                          <a:cubicBezTo>
                            <a:pt x="7412" y="5733"/>
                            <a:pt x="7914" y="5941"/>
                            <a:pt x="8098" y="6382"/>
                          </a:cubicBezTo>
                          <a:cubicBezTo>
                            <a:pt x="8282" y="6823"/>
                            <a:pt x="8074" y="7338"/>
                            <a:pt x="7633" y="7521"/>
                          </a:cubicBezTo>
                          <a:cubicBezTo>
                            <a:pt x="5477" y="8416"/>
                            <a:pt x="3333" y="9432"/>
                            <a:pt x="1287" y="10523"/>
                          </a:cubicBezTo>
                          <a:cubicBezTo>
                            <a:pt x="1152" y="10596"/>
                            <a:pt x="1018" y="10621"/>
                            <a:pt x="883" y="10621"/>
                          </a:cubicBezTo>
                          <a:close/>
                          <a:moveTo>
                            <a:pt x="61985" y="6186"/>
                          </a:moveTo>
                          <a:cubicBezTo>
                            <a:pt x="61887" y="6186"/>
                            <a:pt x="61789" y="6174"/>
                            <a:pt x="61691" y="6137"/>
                          </a:cubicBezTo>
                          <a:cubicBezTo>
                            <a:pt x="59498" y="5353"/>
                            <a:pt x="57232" y="4655"/>
                            <a:pt x="54978" y="4079"/>
                          </a:cubicBezTo>
                          <a:cubicBezTo>
                            <a:pt x="54512" y="3957"/>
                            <a:pt x="54230" y="3479"/>
                            <a:pt x="54353" y="3013"/>
                          </a:cubicBezTo>
                          <a:cubicBezTo>
                            <a:pt x="54476" y="2548"/>
                            <a:pt x="54953" y="2266"/>
                            <a:pt x="55419" y="2389"/>
                          </a:cubicBezTo>
                          <a:cubicBezTo>
                            <a:pt x="57734" y="2977"/>
                            <a:pt x="60049" y="3687"/>
                            <a:pt x="62291" y="4496"/>
                          </a:cubicBezTo>
                          <a:cubicBezTo>
                            <a:pt x="62744" y="4655"/>
                            <a:pt x="62977" y="5157"/>
                            <a:pt x="62818" y="5610"/>
                          </a:cubicBezTo>
                          <a:cubicBezTo>
                            <a:pt x="62695" y="5966"/>
                            <a:pt x="62352" y="6186"/>
                            <a:pt x="61997" y="6186"/>
                          </a:cubicBezTo>
                          <a:close/>
                          <a:moveTo>
                            <a:pt x="18241" y="3981"/>
                          </a:moveTo>
                          <a:cubicBezTo>
                            <a:pt x="17849" y="3981"/>
                            <a:pt x="17494" y="3712"/>
                            <a:pt x="17396" y="3320"/>
                          </a:cubicBezTo>
                          <a:cubicBezTo>
                            <a:pt x="17273" y="2854"/>
                            <a:pt x="17567" y="2376"/>
                            <a:pt x="18033" y="2254"/>
                          </a:cubicBezTo>
                          <a:cubicBezTo>
                            <a:pt x="20348" y="1678"/>
                            <a:pt x="22724" y="1200"/>
                            <a:pt x="25076" y="845"/>
                          </a:cubicBezTo>
                          <a:cubicBezTo>
                            <a:pt x="25554" y="772"/>
                            <a:pt x="25995" y="1102"/>
                            <a:pt x="26068" y="1580"/>
                          </a:cubicBezTo>
                          <a:cubicBezTo>
                            <a:pt x="26142" y="2058"/>
                            <a:pt x="25811" y="2499"/>
                            <a:pt x="25333" y="2572"/>
                          </a:cubicBezTo>
                          <a:cubicBezTo>
                            <a:pt x="23030" y="2928"/>
                            <a:pt x="20715" y="3381"/>
                            <a:pt x="18449" y="3957"/>
                          </a:cubicBezTo>
                          <a:cubicBezTo>
                            <a:pt x="18375" y="3969"/>
                            <a:pt x="18302" y="3981"/>
                            <a:pt x="18241" y="3981"/>
                          </a:cubicBezTo>
                          <a:close/>
                          <a:moveTo>
                            <a:pt x="43818" y="2107"/>
                          </a:moveTo>
                          <a:cubicBezTo>
                            <a:pt x="43818" y="2107"/>
                            <a:pt x="43757" y="2107"/>
                            <a:pt x="43733" y="2107"/>
                          </a:cubicBezTo>
                          <a:cubicBezTo>
                            <a:pt x="41417" y="1874"/>
                            <a:pt x="39053" y="1764"/>
                            <a:pt x="36713" y="1752"/>
                          </a:cubicBezTo>
                          <a:cubicBezTo>
                            <a:pt x="36236" y="1752"/>
                            <a:pt x="35844" y="1360"/>
                            <a:pt x="35844" y="870"/>
                          </a:cubicBezTo>
                          <a:cubicBezTo>
                            <a:pt x="35844" y="392"/>
                            <a:pt x="36236" y="0"/>
                            <a:pt x="36713" y="0"/>
                          </a:cubicBezTo>
                          <a:lnTo>
                            <a:pt x="36713" y="0"/>
                          </a:lnTo>
                          <a:cubicBezTo>
                            <a:pt x="39102" y="0"/>
                            <a:pt x="41515" y="135"/>
                            <a:pt x="43892" y="367"/>
                          </a:cubicBezTo>
                          <a:cubicBezTo>
                            <a:pt x="44370" y="416"/>
                            <a:pt x="44725" y="845"/>
                            <a:pt x="44676" y="1323"/>
                          </a:cubicBezTo>
                          <a:cubicBezTo>
                            <a:pt x="44627" y="1776"/>
                            <a:pt x="44247" y="2107"/>
                            <a:pt x="43806" y="2107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70" name="Forme libre : forme 2769">
                      <a:extLst>
                        <a:ext uri="{FF2B5EF4-FFF2-40B4-BE49-F238E27FC236}">
                          <a16:creationId xmlns:a16="http://schemas.microsoft.com/office/drawing/2014/main" id="{59BE7B75-F749-6A2D-1D3F-9E6448F745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95864" y="665905"/>
                      <a:ext cx="2381" cy="5192"/>
                    </a:xfrm>
                    <a:custGeom>
                      <a:avLst/>
                      <a:gdLst>
                        <a:gd name="connsiteX0" fmla="*/ 876 w 2381"/>
                        <a:gd name="connsiteY0" fmla="*/ 5168 h 5192"/>
                        <a:gd name="connsiteX1" fmla="*/ 692 w 2381"/>
                        <a:gd name="connsiteY1" fmla="*/ 5155 h 5192"/>
                        <a:gd name="connsiteX2" fmla="*/ 19 w 2381"/>
                        <a:gd name="connsiteY2" fmla="*/ 4126 h 5192"/>
                        <a:gd name="connsiteX3" fmla="*/ 644 w 2381"/>
                        <a:gd name="connsiteY3" fmla="*/ 733 h 5192"/>
                        <a:gd name="connsiteX4" fmla="*/ 1648 w 2381"/>
                        <a:gd name="connsiteY4" fmla="*/ 11 h 5192"/>
                        <a:gd name="connsiteX5" fmla="*/ 2371 w 2381"/>
                        <a:gd name="connsiteY5" fmla="*/ 1015 h 5192"/>
                        <a:gd name="connsiteX6" fmla="*/ 1734 w 2381"/>
                        <a:gd name="connsiteY6" fmla="*/ 4494 h 5192"/>
                        <a:gd name="connsiteX7" fmla="*/ 876 w 2381"/>
                        <a:gd name="connsiteY7" fmla="*/ 5192 h 51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81" h="5192">
                          <a:moveTo>
                            <a:pt x="876" y="5168"/>
                          </a:moveTo>
                          <a:cubicBezTo>
                            <a:pt x="876" y="5168"/>
                            <a:pt x="754" y="5168"/>
                            <a:pt x="692" y="5155"/>
                          </a:cubicBezTo>
                          <a:cubicBezTo>
                            <a:pt x="215" y="5057"/>
                            <a:pt x="-79" y="4592"/>
                            <a:pt x="19" y="4126"/>
                          </a:cubicBezTo>
                          <a:cubicBezTo>
                            <a:pt x="252" y="2999"/>
                            <a:pt x="460" y="1860"/>
                            <a:pt x="644" y="733"/>
                          </a:cubicBezTo>
                          <a:cubicBezTo>
                            <a:pt x="717" y="256"/>
                            <a:pt x="1170" y="-63"/>
                            <a:pt x="1648" y="11"/>
                          </a:cubicBezTo>
                          <a:cubicBezTo>
                            <a:pt x="2126" y="84"/>
                            <a:pt x="2444" y="537"/>
                            <a:pt x="2371" y="1015"/>
                          </a:cubicBezTo>
                          <a:cubicBezTo>
                            <a:pt x="2187" y="2167"/>
                            <a:pt x="1967" y="3342"/>
                            <a:pt x="1734" y="4494"/>
                          </a:cubicBezTo>
                          <a:cubicBezTo>
                            <a:pt x="1648" y="4910"/>
                            <a:pt x="1280" y="5192"/>
                            <a:pt x="876" y="5192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760" name="Graphique 4">
                    <a:extLst>
                      <a:ext uri="{FF2B5EF4-FFF2-40B4-BE49-F238E27FC236}">
                        <a16:creationId xmlns:a16="http://schemas.microsoft.com/office/drawing/2014/main" id="{D04329D9-26FC-E5EE-6FDF-A9956D0EAA08}"/>
                      </a:ext>
                    </a:extLst>
                  </p:cNvPr>
                  <p:cNvGrpSpPr/>
                  <p:nvPr/>
                </p:nvGrpSpPr>
                <p:grpSpPr>
                  <a:xfrm>
                    <a:off x="1645958" y="635226"/>
                    <a:ext cx="120481" cy="96054"/>
                    <a:chOff x="1645958" y="635226"/>
                    <a:chExt cx="120481" cy="96054"/>
                  </a:xfrm>
                  <a:solidFill>
                    <a:srgbClr val="B1ABE5"/>
                  </a:solidFill>
                </p:grpSpPr>
                <p:sp>
                  <p:nvSpPr>
                    <p:cNvPr id="2765" name="Forme libre : forme 2764">
                      <a:extLst>
                        <a:ext uri="{FF2B5EF4-FFF2-40B4-BE49-F238E27FC236}">
                          <a16:creationId xmlns:a16="http://schemas.microsoft.com/office/drawing/2014/main" id="{8CB226DD-AB1A-E3F1-7DCE-9B8446EAD9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61768" y="716325"/>
                      <a:ext cx="4671" cy="3673"/>
                    </a:xfrm>
                    <a:custGeom>
                      <a:avLst/>
                      <a:gdLst>
                        <a:gd name="connsiteX0" fmla="*/ 882 w 4671"/>
                        <a:gd name="connsiteY0" fmla="*/ 3673 h 3673"/>
                        <a:gd name="connsiteX1" fmla="*/ 134 w 4671"/>
                        <a:gd name="connsiteY1" fmla="*/ 3257 h 3673"/>
                        <a:gd name="connsiteX2" fmla="*/ 416 w 4671"/>
                        <a:gd name="connsiteY2" fmla="*/ 2056 h 3673"/>
                        <a:gd name="connsiteX3" fmla="*/ 3307 w 4671"/>
                        <a:gd name="connsiteY3" fmla="*/ 157 h 3673"/>
                        <a:gd name="connsiteX4" fmla="*/ 4520 w 4671"/>
                        <a:gd name="connsiteY4" fmla="*/ 378 h 3673"/>
                        <a:gd name="connsiteX5" fmla="*/ 4299 w 4671"/>
                        <a:gd name="connsiteY5" fmla="*/ 1591 h 3673"/>
                        <a:gd name="connsiteX6" fmla="*/ 1347 w 4671"/>
                        <a:gd name="connsiteY6" fmla="*/ 3526 h 3673"/>
                        <a:gd name="connsiteX7" fmla="*/ 882 w 4671"/>
                        <a:gd name="connsiteY7" fmla="*/ 3661 h 36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671" h="3673">
                          <a:moveTo>
                            <a:pt x="882" y="3673"/>
                          </a:moveTo>
                          <a:cubicBezTo>
                            <a:pt x="588" y="3673"/>
                            <a:pt x="306" y="3526"/>
                            <a:pt x="134" y="3257"/>
                          </a:cubicBezTo>
                          <a:cubicBezTo>
                            <a:pt x="-123" y="2852"/>
                            <a:pt x="-1" y="2313"/>
                            <a:pt x="416" y="2056"/>
                          </a:cubicBezTo>
                          <a:cubicBezTo>
                            <a:pt x="1396" y="1444"/>
                            <a:pt x="2364" y="807"/>
                            <a:pt x="3307" y="157"/>
                          </a:cubicBezTo>
                          <a:cubicBezTo>
                            <a:pt x="3699" y="-124"/>
                            <a:pt x="4250" y="-14"/>
                            <a:pt x="4520" y="378"/>
                          </a:cubicBezTo>
                          <a:cubicBezTo>
                            <a:pt x="4789" y="770"/>
                            <a:pt x="4691" y="1321"/>
                            <a:pt x="4299" y="1591"/>
                          </a:cubicBezTo>
                          <a:cubicBezTo>
                            <a:pt x="3331" y="2252"/>
                            <a:pt x="2339" y="2901"/>
                            <a:pt x="1347" y="3526"/>
                          </a:cubicBezTo>
                          <a:cubicBezTo>
                            <a:pt x="1200" y="3612"/>
                            <a:pt x="1041" y="3661"/>
                            <a:pt x="882" y="3661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66" name="Forme libre : forme 2765">
                      <a:extLst>
                        <a:ext uri="{FF2B5EF4-FFF2-40B4-BE49-F238E27FC236}">
                          <a16:creationId xmlns:a16="http://schemas.microsoft.com/office/drawing/2014/main" id="{FF818AE4-96DB-ED5B-F42E-CE81E02F63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45958" y="649929"/>
                      <a:ext cx="107504" cy="81351"/>
                    </a:xfrm>
                    <a:custGeom>
                      <a:avLst/>
                      <a:gdLst>
                        <a:gd name="connsiteX0" fmla="*/ 82110 w 107504"/>
                        <a:gd name="connsiteY0" fmla="*/ 81339 h 81351"/>
                        <a:gd name="connsiteX1" fmla="*/ 81240 w 107504"/>
                        <a:gd name="connsiteY1" fmla="*/ 80531 h 81351"/>
                        <a:gd name="connsiteX2" fmla="*/ 82049 w 107504"/>
                        <a:gd name="connsiteY2" fmla="*/ 79600 h 81351"/>
                        <a:gd name="connsiteX3" fmla="*/ 88909 w 107504"/>
                        <a:gd name="connsiteY3" fmla="*/ 78779 h 81351"/>
                        <a:gd name="connsiteX4" fmla="*/ 89913 w 107504"/>
                        <a:gd name="connsiteY4" fmla="*/ 79502 h 81351"/>
                        <a:gd name="connsiteX5" fmla="*/ 89190 w 107504"/>
                        <a:gd name="connsiteY5" fmla="*/ 80506 h 81351"/>
                        <a:gd name="connsiteX6" fmla="*/ 82171 w 107504"/>
                        <a:gd name="connsiteY6" fmla="*/ 81352 h 81351"/>
                        <a:gd name="connsiteX7" fmla="*/ 82110 w 107504"/>
                        <a:gd name="connsiteY7" fmla="*/ 81352 h 81351"/>
                        <a:gd name="connsiteX8" fmla="*/ 70755 w 107504"/>
                        <a:gd name="connsiteY8" fmla="*/ 81315 h 81351"/>
                        <a:gd name="connsiteX9" fmla="*/ 70681 w 107504"/>
                        <a:gd name="connsiteY9" fmla="*/ 81315 h 81351"/>
                        <a:gd name="connsiteX10" fmla="*/ 63662 w 107504"/>
                        <a:gd name="connsiteY10" fmla="*/ 80433 h 81351"/>
                        <a:gd name="connsiteX11" fmla="*/ 62951 w 107504"/>
                        <a:gd name="connsiteY11" fmla="*/ 79428 h 81351"/>
                        <a:gd name="connsiteX12" fmla="*/ 63956 w 107504"/>
                        <a:gd name="connsiteY12" fmla="*/ 78718 h 81351"/>
                        <a:gd name="connsiteX13" fmla="*/ 70816 w 107504"/>
                        <a:gd name="connsiteY13" fmla="*/ 79575 h 81351"/>
                        <a:gd name="connsiteX14" fmla="*/ 71624 w 107504"/>
                        <a:gd name="connsiteY14" fmla="*/ 80519 h 81351"/>
                        <a:gd name="connsiteX15" fmla="*/ 70755 w 107504"/>
                        <a:gd name="connsiteY15" fmla="*/ 81327 h 81351"/>
                        <a:gd name="connsiteX16" fmla="*/ 100080 w 107504"/>
                        <a:gd name="connsiteY16" fmla="*/ 77799 h 81351"/>
                        <a:gd name="connsiteX17" fmla="*/ 99247 w 107504"/>
                        <a:gd name="connsiteY17" fmla="*/ 77199 h 81351"/>
                        <a:gd name="connsiteX18" fmla="*/ 99811 w 107504"/>
                        <a:gd name="connsiteY18" fmla="*/ 76097 h 81351"/>
                        <a:gd name="connsiteX19" fmla="*/ 101134 w 107504"/>
                        <a:gd name="connsiteY19" fmla="*/ 75655 h 81351"/>
                        <a:gd name="connsiteX20" fmla="*/ 106279 w 107504"/>
                        <a:gd name="connsiteY20" fmla="*/ 73659 h 81351"/>
                        <a:gd name="connsiteX21" fmla="*/ 107430 w 107504"/>
                        <a:gd name="connsiteY21" fmla="*/ 74112 h 81351"/>
                        <a:gd name="connsiteX22" fmla="*/ 106977 w 107504"/>
                        <a:gd name="connsiteY22" fmla="*/ 75264 h 81351"/>
                        <a:gd name="connsiteX23" fmla="*/ 101722 w 107504"/>
                        <a:gd name="connsiteY23" fmla="*/ 77297 h 81351"/>
                        <a:gd name="connsiteX24" fmla="*/ 100362 w 107504"/>
                        <a:gd name="connsiteY24" fmla="*/ 77750 h 81351"/>
                        <a:gd name="connsiteX25" fmla="*/ 100093 w 107504"/>
                        <a:gd name="connsiteY25" fmla="*/ 77787 h 81351"/>
                        <a:gd name="connsiteX26" fmla="*/ 52809 w 107504"/>
                        <a:gd name="connsiteY26" fmla="*/ 77689 h 81351"/>
                        <a:gd name="connsiteX27" fmla="*/ 52539 w 107504"/>
                        <a:gd name="connsiteY27" fmla="*/ 77640 h 81351"/>
                        <a:gd name="connsiteX28" fmla="*/ 45937 w 107504"/>
                        <a:gd name="connsiteY28" fmla="*/ 75104 h 81351"/>
                        <a:gd name="connsiteX29" fmla="*/ 45483 w 107504"/>
                        <a:gd name="connsiteY29" fmla="*/ 73953 h 81351"/>
                        <a:gd name="connsiteX30" fmla="*/ 46635 w 107504"/>
                        <a:gd name="connsiteY30" fmla="*/ 73500 h 81351"/>
                        <a:gd name="connsiteX31" fmla="*/ 53090 w 107504"/>
                        <a:gd name="connsiteY31" fmla="*/ 75974 h 81351"/>
                        <a:gd name="connsiteX32" fmla="*/ 53642 w 107504"/>
                        <a:gd name="connsiteY32" fmla="*/ 77077 h 81351"/>
                        <a:gd name="connsiteX33" fmla="*/ 52809 w 107504"/>
                        <a:gd name="connsiteY33" fmla="*/ 77677 h 81351"/>
                        <a:gd name="connsiteX34" fmla="*/ 36247 w 107504"/>
                        <a:gd name="connsiteY34" fmla="*/ 69861 h 81351"/>
                        <a:gd name="connsiteX35" fmla="*/ 35781 w 107504"/>
                        <a:gd name="connsiteY35" fmla="*/ 69727 h 81351"/>
                        <a:gd name="connsiteX36" fmla="*/ 29975 w 107504"/>
                        <a:gd name="connsiteY36" fmla="*/ 65684 h 81351"/>
                        <a:gd name="connsiteX37" fmla="*/ 29816 w 107504"/>
                        <a:gd name="connsiteY37" fmla="*/ 64459 h 81351"/>
                        <a:gd name="connsiteX38" fmla="*/ 31041 w 107504"/>
                        <a:gd name="connsiteY38" fmla="*/ 64300 h 81351"/>
                        <a:gd name="connsiteX39" fmla="*/ 36712 w 107504"/>
                        <a:gd name="connsiteY39" fmla="*/ 68244 h 81351"/>
                        <a:gd name="connsiteX40" fmla="*/ 36982 w 107504"/>
                        <a:gd name="connsiteY40" fmla="*/ 69445 h 81351"/>
                        <a:gd name="connsiteX41" fmla="*/ 36247 w 107504"/>
                        <a:gd name="connsiteY41" fmla="*/ 69849 h 81351"/>
                        <a:gd name="connsiteX42" fmla="*/ 22037 w 107504"/>
                        <a:gd name="connsiteY42" fmla="*/ 58310 h 81351"/>
                        <a:gd name="connsiteX43" fmla="*/ 21413 w 107504"/>
                        <a:gd name="connsiteY43" fmla="*/ 58040 h 81351"/>
                        <a:gd name="connsiteX44" fmla="*/ 16745 w 107504"/>
                        <a:gd name="connsiteY44" fmla="*/ 52724 h 81351"/>
                        <a:gd name="connsiteX45" fmla="*/ 16880 w 107504"/>
                        <a:gd name="connsiteY45" fmla="*/ 51499 h 81351"/>
                        <a:gd name="connsiteX46" fmla="*/ 18105 w 107504"/>
                        <a:gd name="connsiteY46" fmla="*/ 51634 h 81351"/>
                        <a:gd name="connsiteX47" fmla="*/ 22662 w 107504"/>
                        <a:gd name="connsiteY47" fmla="*/ 56828 h 81351"/>
                        <a:gd name="connsiteX48" fmla="*/ 22637 w 107504"/>
                        <a:gd name="connsiteY48" fmla="*/ 58065 h 81351"/>
                        <a:gd name="connsiteX49" fmla="*/ 22037 w 107504"/>
                        <a:gd name="connsiteY49" fmla="*/ 58310 h 81351"/>
                        <a:gd name="connsiteX50" fmla="*/ 11037 w 107504"/>
                        <a:gd name="connsiteY50" fmla="*/ 43671 h 81351"/>
                        <a:gd name="connsiteX51" fmla="*/ 10278 w 107504"/>
                        <a:gd name="connsiteY51" fmla="*/ 43230 h 81351"/>
                        <a:gd name="connsiteX52" fmla="*/ 7031 w 107504"/>
                        <a:gd name="connsiteY52" fmla="*/ 36946 h 81351"/>
                        <a:gd name="connsiteX53" fmla="*/ 7460 w 107504"/>
                        <a:gd name="connsiteY53" fmla="*/ 35783 h 81351"/>
                        <a:gd name="connsiteX54" fmla="*/ 8624 w 107504"/>
                        <a:gd name="connsiteY54" fmla="*/ 36211 h 81351"/>
                        <a:gd name="connsiteX55" fmla="*/ 11797 w 107504"/>
                        <a:gd name="connsiteY55" fmla="*/ 42349 h 81351"/>
                        <a:gd name="connsiteX56" fmla="*/ 11478 w 107504"/>
                        <a:gd name="connsiteY56" fmla="*/ 43537 h 81351"/>
                        <a:gd name="connsiteX57" fmla="*/ 11037 w 107504"/>
                        <a:gd name="connsiteY57" fmla="*/ 43659 h 81351"/>
                        <a:gd name="connsiteX58" fmla="*/ 3871 w 107504"/>
                        <a:gd name="connsiteY58" fmla="*/ 26816 h 81351"/>
                        <a:gd name="connsiteX59" fmla="*/ 3038 w 107504"/>
                        <a:gd name="connsiteY59" fmla="*/ 26191 h 81351"/>
                        <a:gd name="connsiteX60" fmla="*/ 1384 w 107504"/>
                        <a:gd name="connsiteY60" fmla="*/ 19319 h 81351"/>
                        <a:gd name="connsiteX61" fmla="*/ 2082 w 107504"/>
                        <a:gd name="connsiteY61" fmla="*/ 18290 h 81351"/>
                        <a:gd name="connsiteX62" fmla="*/ 3111 w 107504"/>
                        <a:gd name="connsiteY62" fmla="*/ 18988 h 81351"/>
                        <a:gd name="connsiteX63" fmla="*/ 4728 w 107504"/>
                        <a:gd name="connsiteY63" fmla="*/ 25713 h 81351"/>
                        <a:gd name="connsiteX64" fmla="*/ 4128 w 107504"/>
                        <a:gd name="connsiteY64" fmla="*/ 26791 h 81351"/>
                        <a:gd name="connsiteX65" fmla="*/ 3883 w 107504"/>
                        <a:gd name="connsiteY65" fmla="*/ 26828 h 81351"/>
                        <a:gd name="connsiteX66" fmla="*/ 931 w 107504"/>
                        <a:gd name="connsiteY66" fmla="*/ 8735 h 81351"/>
                        <a:gd name="connsiteX67" fmla="*/ 61 w 107504"/>
                        <a:gd name="connsiteY67" fmla="*/ 7890 h 81351"/>
                        <a:gd name="connsiteX68" fmla="*/ 0 w 107504"/>
                        <a:gd name="connsiteY68" fmla="*/ 4926 h 81351"/>
                        <a:gd name="connsiteX69" fmla="*/ 110 w 107504"/>
                        <a:gd name="connsiteY69" fmla="*/ 822 h 81351"/>
                        <a:gd name="connsiteX70" fmla="*/ 1029 w 107504"/>
                        <a:gd name="connsiteY70" fmla="*/ 1 h 81351"/>
                        <a:gd name="connsiteX71" fmla="*/ 1850 w 107504"/>
                        <a:gd name="connsiteY71" fmla="*/ 920 h 81351"/>
                        <a:gd name="connsiteX72" fmla="*/ 1739 w 107504"/>
                        <a:gd name="connsiteY72" fmla="*/ 4926 h 81351"/>
                        <a:gd name="connsiteX73" fmla="*/ 1801 w 107504"/>
                        <a:gd name="connsiteY73" fmla="*/ 7829 h 81351"/>
                        <a:gd name="connsiteX74" fmla="*/ 968 w 107504"/>
                        <a:gd name="connsiteY74" fmla="*/ 8735 h 81351"/>
                        <a:gd name="connsiteX75" fmla="*/ 931 w 107504"/>
                        <a:gd name="connsiteY75" fmla="*/ 8735 h 813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</a:cxnLst>
                      <a:rect l="l" t="t" r="r" b="b"/>
                      <a:pathLst>
                        <a:path w="107504" h="81351">
                          <a:moveTo>
                            <a:pt x="82110" y="81339"/>
                          </a:moveTo>
                          <a:cubicBezTo>
                            <a:pt x="81657" y="81339"/>
                            <a:pt x="81277" y="80984"/>
                            <a:pt x="81240" y="80531"/>
                          </a:cubicBezTo>
                          <a:cubicBezTo>
                            <a:pt x="81203" y="80053"/>
                            <a:pt x="81571" y="79624"/>
                            <a:pt x="82049" y="79600"/>
                          </a:cubicBezTo>
                          <a:cubicBezTo>
                            <a:pt x="84339" y="79428"/>
                            <a:pt x="86642" y="79159"/>
                            <a:pt x="88909" y="78779"/>
                          </a:cubicBezTo>
                          <a:cubicBezTo>
                            <a:pt x="89386" y="78693"/>
                            <a:pt x="89840" y="79024"/>
                            <a:pt x="89913" y="79502"/>
                          </a:cubicBezTo>
                          <a:cubicBezTo>
                            <a:pt x="89999" y="79980"/>
                            <a:pt x="89668" y="80433"/>
                            <a:pt x="89190" y="80506"/>
                          </a:cubicBezTo>
                          <a:cubicBezTo>
                            <a:pt x="86875" y="80898"/>
                            <a:pt x="84511" y="81180"/>
                            <a:pt x="82171" y="81352"/>
                          </a:cubicBezTo>
                          <a:cubicBezTo>
                            <a:pt x="82147" y="81352"/>
                            <a:pt x="82122" y="81352"/>
                            <a:pt x="82110" y="81352"/>
                          </a:cubicBezTo>
                          <a:close/>
                          <a:moveTo>
                            <a:pt x="70755" y="81315"/>
                          </a:moveTo>
                          <a:cubicBezTo>
                            <a:pt x="70755" y="81315"/>
                            <a:pt x="70705" y="81315"/>
                            <a:pt x="70681" y="81315"/>
                          </a:cubicBezTo>
                          <a:cubicBezTo>
                            <a:pt x="68341" y="81131"/>
                            <a:pt x="65977" y="80837"/>
                            <a:pt x="63662" y="80433"/>
                          </a:cubicBezTo>
                          <a:cubicBezTo>
                            <a:pt x="63184" y="80347"/>
                            <a:pt x="62866" y="79894"/>
                            <a:pt x="62951" y="79428"/>
                          </a:cubicBezTo>
                          <a:cubicBezTo>
                            <a:pt x="63037" y="78951"/>
                            <a:pt x="63478" y="78632"/>
                            <a:pt x="63956" y="78718"/>
                          </a:cubicBezTo>
                          <a:cubicBezTo>
                            <a:pt x="66222" y="79110"/>
                            <a:pt x="68525" y="79404"/>
                            <a:pt x="70816" y="79575"/>
                          </a:cubicBezTo>
                          <a:cubicBezTo>
                            <a:pt x="71293" y="79612"/>
                            <a:pt x="71661" y="80029"/>
                            <a:pt x="71624" y="80519"/>
                          </a:cubicBezTo>
                          <a:cubicBezTo>
                            <a:pt x="71587" y="80972"/>
                            <a:pt x="71208" y="81327"/>
                            <a:pt x="70755" y="81327"/>
                          </a:cubicBezTo>
                          <a:close/>
                          <a:moveTo>
                            <a:pt x="100080" y="77799"/>
                          </a:moveTo>
                          <a:cubicBezTo>
                            <a:pt x="99713" y="77799"/>
                            <a:pt x="99370" y="77567"/>
                            <a:pt x="99247" y="77199"/>
                          </a:cubicBezTo>
                          <a:cubicBezTo>
                            <a:pt x="99100" y="76746"/>
                            <a:pt x="99345" y="76244"/>
                            <a:pt x="99811" y="76097"/>
                          </a:cubicBezTo>
                          <a:cubicBezTo>
                            <a:pt x="100252" y="75950"/>
                            <a:pt x="100693" y="75803"/>
                            <a:pt x="101134" y="75655"/>
                          </a:cubicBezTo>
                          <a:cubicBezTo>
                            <a:pt x="102873" y="75055"/>
                            <a:pt x="104601" y="74382"/>
                            <a:pt x="106279" y="73659"/>
                          </a:cubicBezTo>
                          <a:cubicBezTo>
                            <a:pt x="106720" y="73475"/>
                            <a:pt x="107234" y="73671"/>
                            <a:pt x="107430" y="74112"/>
                          </a:cubicBezTo>
                          <a:cubicBezTo>
                            <a:pt x="107626" y="74553"/>
                            <a:pt x="107418" y="75068"/>
                            <a:pt x="106977" y="75264"/>
                          </a:cubicBezTo>
                          <a:cubicBezTo>
                            <a:pt x="105262" y="75999"/>
                            <a:pt x="103498" y="76685"/>
                            <a:pt x="101722" y="77297"/>
                          </a:cubicBezTo>
                          <a:cubicBezTo>
                            <a:pt x="101269" y="77456"/>
                            <a:pt x="100815" y="77603"/>
                            <a:pt x="100362" y="77750"/>
                          </a:cubicBezTo>
                          <a:cubicBezTo>
                            <a:pt x="100276" y="77775"/>
                            <a:pt x="100178" y="77787"/>
                            <a:pt x="100093" y="77787"/>
                          </a:cubicBezTo>
                          <a:close/>
                          <a:moveTo>
                            <a:pt x="52809" y="77689"/>
                          </a:moveTo>
                          <a:cubicBezTo>
                            <a:pt x="52723" y="77689"/>
                            <a:pt x="52625" y="77677"/>
                            <a:pt x="52539" y="77640"/>
                          </a:cubicBezTo>
                          <a:cubicBezTo>
                            <a:pt x="50310" y="76893"/>
                            <a:pt x="48080" y="76047"/>
                            <a:pt x="45937" y="75104"/>
                          </a:cubicBezTo>
                          <a:cubicBezTo>
                            <a:pt x="45496" y="74908"/>
                            <a:pt x="45287" y="74394"/>
                            <a:pt x="45483" y="73953"/>
                          </a:cubicBezTo>
                          <a:cubicBezTo>
                            <a:pt x="45679" y="73512"/>
                            <a:pt x="46194" y="73304"/>
                            <a:pt x="46635" y="73500"/>
                          </a:cubicBezTo>
                          <a:cubicBezTo>
                            <a:pt x="48729" y="74418"/>
                            <a:pt x="50910" y="75251"/>
                            <a:pt x="53090" y="75974"/>
                          </a:cubicBezTo>
                          <a:cubicBezTo>
                            <a:pt x="53544" y="76121"/>
                            <a:pt x="53801" y="76623"/>
                            <a:pt x="53642" y="77077"/>
                          </a:cubicBezTo>
                          <a:cubicBezTo>
                            <a:pt x="53519" y="77444"/>
                            <a:pt x="53176" y="77677"/>
                            <a:pt x="52809" y="77677"/>
                          </a:cubicBezTo>
                          <a:close/>
                          <a:moveTo>
                            <a:pt x="36247" y="69861"/>
                          </a:moveTo>
                          <a:cubicBezTo>
                            <a:pt x="36088" y="69861"/>
                            <a:pt x="35928" y="69812"/>
                            <a:pt x="35781" y="69727"/>
                          </a:cubicBezTo>
                          <a:cubicBezTo>
                            <a:pt x="33797" y="68477"/>
                            <a:pt x="31837" y="67117"/>
                            <a:pt x="29975" y="65684"/>
                          </a:cubicBezTo>
                          <a:cubicBezTo>
                            <a:pt x="29595" y="65390"/>
                            <a:pt x="29522" y="64839"/>
                            <a:pt x="29816" y="64459"/>
                          </a:cubicBezTo>
                          <a:cubicBezTo>
                            <a:pt x="30110" y="64080"/>
                            <a:pt x="30661" y="64006"/>
                            <a:pt x="31041" y="64300"/>
                          </a:cubicBezTo>
                          <a:cubicBezTo>
                            <a:pt x="32854" y="65697"/>
                            <a:pt x="34765" y="67019"/>
                            <a:pt x="36712" y="68244"/>
                          </a:cubicBezTo>
                          <a:cubicBezTo>
                            <a:pt x="37117" y="68502"/>
                            <a:pt x="37239" y="69041"/>
                            <a:pt x="36982" y="69445"/>
                          </a:cubicBezTo>
                          <a:cubicBezTo>
                            <a:pt x="36810" y="69714"/>
                            <a:pt x="36529" y="69849"/>
                            <a:pt x="36247" y="69849"/>
                          </a:cubicBezTo>
                          <a:close/>
                          <a:moveTo>
                            <a:pt x="22037" y="58310"/>
                          </a:moveTo>
                          <a:cubicBezTo>
                            <a:pt x="21804" y="58310"/>
                            <a:pt x="21584" y="58224"/>
                            <a:pt x="21413" y="58040"/>
                          </a:cubicBezTo>
                          <a:cubicBezTo>
                            <a:pt x="19783" y="56350"/>
                            <a:pt x="18215" y="54561"/>
                            <a:pt x="16745" y="52724"/>
                          </a:cubicBezTo>
                          <a:cubicBezTo>
                            <a:pt x="16439" y="52344"/>
                            <a:pt x="16500" y="51793"/>
                            <a:pt x="16880" y="51499"/>
                          </a:cubicBezTo>
                          <a:cubicBezTo>
                            <a:pt x="17260" y="51193"/>
                            <a:pt x="17811" y="51254"/>
                            <a:pt x="18105" y="51634"/>
                          </a:cubicBezTo>
                          <a:cubicBezTo>
                            <a:pt x="19538" y="53422"/>
                            <a:pt x="21069" y="55174"/>
                            <a:pt x="22662" y="56828"/>
                          </a:cubicBezTo>
                          <a:cubicBezTo>
                            <a:pt x="22993" y="57171"/>
                            <a:pt x="22981" y="57734"/>
                            <a:pt x="22637" y="58065"/>
                          </a:cubicBezTo>
                          <a:cubicBezTo>
                            <a:pt x="22466" y="58224"/>
                            <a:pt x="22245" y="58310"/>
                            <a:pt x="22037" y="58310"/>
                          </a:cubicBezTo>
                          <a:close/>
                          <a:moveTo>
                            <a:pt x="11037" y="43671"/>
                          </a:moveTo>
                          <a:cubicBezTo>
                            <a:pt x="10731" y="43671"/>
                            <a:pt x="10437" y="43512"/>
                            <a:pt x="10278" y="43230"/>
                          </a:cubicBezTo>
                          <a:cubicBezTo>
                            <a:pt x="9114" y="41197"/>
                            <a:pt x="8023" y="39090"/>
                            <a:pt x="7031" y="36946"/>
                          </a:cubicBezTo>
                          <a:cubicBezTo>
                            <a:pt x="6835" y="36505"/>
                            <a:pt x="7031" y="35991"/>
                            <a:pt x="7460" y="35783"/>
                          </a:cubicBezTo>
                          <a:cubicBezTo>
                            <a:pt x="7901" y="35587"/>
                            <a:pt x="8416" y="35783"/>
                            <a:pt x="8624" y="36211"/>
                          </a:cubicBezTo>
                          <a:cubicBezTo>
                            <a:pt x="9579" y="38306"/>
                            <a:pt x="10645" y="40364"/>
                            <a:pt x="11797" y="42349"/>
                          </a:cubicBezTo>
                          <a:cubicBezTo>
                            <a:pt x="12041" y="42765"/>
                            <a:pt x="11894" y="43304"/>
                            <a:pt x="11478" y="43537"/>
                          </a:cubicBezTo>
                          <a:cubicBezTo>
                            <a:pt x="11343" y="43610"/>
                            <a:pt x="11196" y="43659"/>
                            <a:pt x="11037" y="43659"/>
                          </a:cubicBezTo>
                          <a:close/>
                          <a:moveTo>
                            <a:pt x="3871" y="26816"/>
                          </a:moveTo>
                          <a:cubicBezTo>
                            <a:pt x="3491" y="26816"/>
                            <a:pt x="3148" y="26571"/>
                            <a:pt x="3038" y="26191"/>
                          </a:cubicBezTo>
                          <a:cubicBezTo>
                            <a:pt x="2376" y="23925"/>
                            <a:pt x="1825" y="21610"/>
                            <a:pt x="1384" y="19319"/>
                          </a:cubicBezTo>
                          <a:cubicBezTo>
                            <a:pt x="1298" y="18841"/>
                            <a:pt x="1605" y="18388"/>
                            <a:pt x="2082" y="18290"/>
                          </a:cubicBezTo>
                          <a:cubicBezTo>
                            <a:pt x="2560" y="18204"/>
                            <a:pt x="3013" y="18510"/>
                            <a:pt x="3111" y="18988"/>
                          </a:cubicBezTo>
                          <a:cubicBezTo>
                            <a:pt x="3540" y="21230"/>
                            <a:pt x="4091" y="23496"/>
                            <a:pt x="4728" y="25713"/>
                          </a:cubicBezTo>
                          <a:cubicBezTo>
                            <a:pt x="4863" y="26179"/>
                            <a:pt x="4594" y="26657"/>
                            <a:pt x="4128" y="26791"/>
                          </a:cubicBezTo>
                          <a:cubicBezTo>
                            <a:pt x="4042" y="26816"/>
                            <a:pt x="3969" y="26828"/>
                            <a:pt x="3883" y="26828"/>
                          </a:cubicBezTo>
                          <a:close/>
                          <a:moveTo>
                            <a:pt x="931" y="8735"/>
                          </a:moveTo>
                          <a:cubicBezTo>
                            <a:pt x="465" y="8735"/>
                            <a:pt x="73" y="8368"/>
                            <a:pt x="61" y="7890"/>
                          </a:cubicBezTo>
                          <a:cubicBezTo>
                            <a:pt x="25" y="6898"/>
                            <a:pt x="0" y="5906"/>
                            <a:pt x="0" y="4926"/>
                          </a:cubicBezTo>
                          <a:cubicBezTo>
                            <a:pt x="0" y="3566"/>
                            <a:pt x="37" y="2182"/>
                            <a:pt x="110" y="822"/>
                          </a:cubicBezTo>
                          <a:cubicBezTo>
                            <a:pt x="135" y="344"/>
                            <a:pt x="563" y="-23"/>
                            <a:pt x="1029" y="1"/>
                          </a:cubicBezTo>
                          <a:cubicBezTo>
                            <a:pt x="1507" y="26"/>
                            <a:pt x="1874" y="442"/>
                            <a:pt x="1850" y="920"/>
                          </a:cubicBezTo>
                          <a:cubicBezTo>
                            <a:pt x="1776" y="2243"/>
                            <a:pt x="1739" y="3603"/>
                            <a:pt x="1739" y="4926"/>
                          </a:cubicBezTo>
                          <a:cubicBezTo>
                            <a:pt x="1739" y="5893"/>
                            <a:pt x="1764" y="6861"/>
                            <a:pt x="1801" y="7829"/>
                          </a:cubicBezTo>
                          <a:cubicBezTo>
                            <a:pt x="1825" y="8306"/>
                            <a:pt x="1445" y="8723"/>
                            <a:pt x="968" y="8735"/>
                          </a:cubicBezTo>
                          <a:cubicBezTo>
                            <a:pt x="968" y="8735"/>
                            <a:pt x="943" y="8735"/>
                            <a:pt x="931" y="8735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67" name="Forme libre : forme 2766">
                      <a:extLst>
                        <a:ext uri="{FF2B5EF4-FFF2-40B4-BE49-F238E27FC236}">
                          <a16:creationId xmlns:a16="http://schemas.microsoft.com/office/drawing/2014/main" id="{B9DA0C47-FFFE-D2F3-2B87-376B3EE0FB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47556" y="635226"/>
                      <a:ext cx="2534" cy="5161"/>
                    </a:xfrm>
                    <a:custGeom>
                      <a:avLst/>
                      <a:gdLst>
                        <a:gd name="connsiteX0" fmla="*/ 876 w 2534"/>
                        <a:gd name="connsiteY0" fmla="*/ 5149 h 5161"/>
                        <a:gd name="connsiteX1" fmla="*/ 693 w 2534"/>
                        <a:gd name="connsiteY1" fmla="*/ 5125 h 5161"/>
                        <a:gd name="connsiteX2" fmla="*/ 19 w 2534"/>
                        <a:gd name="connsiteY2" fmla="*/ 4096 h 5161"/>
                        <a:gd name="connsiteX3" fmla="*/ 815 w 2534"/>
                        <a:gd name="connsiteY3" fmla="*/ 653 h 5161"/>
                        <a:gd name="connsiteX4" fmla="*/ 1881 w 2534"/>
                        <a:gd name="connsiteY4" fmla="*/ 29 h 5161"/>
                        <a:gd name="connsiteX5" fmla="*/ 2506 w 2534"/>
                        <a:gd name="connsiteY5" fmla="*/ 1094 h 5161"/>
                        <a:gd name="connsiteX6" fmla="*/ 1722 w 2534"/>
                        <a:gd name="connsiteY6" fmla="*/ 4463 h 5161"/>
                        <a:gd name="connsiteX7" fmla="*/ 864 w 2534"/>
                        <a:gd name="connsiteY7" fmla="*/ 5161 h 51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534" h="5161">
                          <a:moveTo>
                            <a:pt x="876" y="5149"/>
                          </a:moveTo>
                          <a:cubicBezTo>
                            <a:pt x="876" y="5149"/>
                            <a:pt x="754" y="5149"/>
                            <a:pt x="693" y="5125"/>
                          </a:cubicBezTo>
                          <a:cubicBezTo>
                            <a:pt x="215" y="5027"/>
                            <a:pt x="-79" y="4561"/>
                            <a:pt x="19" y="4096"/>
                          </a:cubicBezTo>
                          <a:cubicBezTo>
                            <a:pt x="252" y="2944"/>
                            <a:pt x="521" y="1793"/>
                            <a:pt x="815" y="653"/>
                          </a:cubicBezTo>
                          <a:cubicBezTo>
                            <a:pt x="938" y="188"/>
                            <a:pt x="1415" y="-94"/>
                            <a:pt x="1881" y="29"/>
                          </a:cubicBezTo>
                          <a:cubicBezTo>
                            <a:pt x="2346" y="151"/>
                            <a:pt x="2628" y="629"/>
                            <a:pt x="2506" y="1094"/>
                          </a:cubicBezTo>
                          <a:cubicBezTo>
                            <a:pt x="2224" y="2209"/>
                            <a:pt x="1954" y="3336"/>
                            <a:pt x="1722" y="4463"/>
                          </a:cubicBezTo>
                          <a:cubicBezTo>
                            <a:pt x="1636" y="4880"/>
                            <a:pt x="1268" y="5161"/>
                            <a:pt x="864" y="5161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761" name="Graphique 4">
                    <a:extLst>
                      <a:ext uri="{FF2B5EF4-FFF2-40B4-BE49-F238E27FC236}">
                        <a16:creationId xmlns:a16="http://schemas.microsoft.com/office/drawing/2014/main" id="{FCCFF157-BAE5-DEED-B59F-69A4E7C3C2C6}"/>
                      </a:ext>
                    </a:extLst>
                  </p:cNvPr>
                  <p:cNvGrpSpPr/>
                  <p:nvPr/>
                </p:nvGrpSpPr>
                <p:grpSpPr>
                  <a:xfrm>
                    <a:off x="1665530" y="597022"/>
                    <a:ext cx="115274" cy="115274"/>
                    <a:chOff x="1665530" y="597022"/>
                    <a:chExt cx="115274" cy="115274"/>
                  </a:xfrm>
                </p:grpSpPr>
                <p:sp>
                  <p:nvSpPr>
                    <p:cNvPr id="2762" name="Forme libre : forme 2761">
                      <a:extLst>
                        <a:ext uri="{FF2B5EF4-FFF2-40B4-BE49-F238E27FC236}">
                          <a16:creationId xmlns:a16="http://schemas.microsoft.com/office/drawing/2014/main" id="{C63CB52D-5C04-5027-67DB-7A773F12A7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65530" y="597022"/>
                      <a:ext cx="115274" cy="115274"/>
                    </a:xfrm>
                    <a:custGeom>
                      <a:avLst/>
                      <a:gdLst>
                        <a:gd name="connsiteX0" fmla="*/ 2967 w 115274"/>
                        <a:gd name="connsiteY0" fmla="*/ 36432 h 115274"/>
                        <a:gd name="connsiteX1" fmla="*/ 3114 w 115274"/>
                        <a:gd name="connsiteY1" fmla="*/ 37473 h 115274"/>
                        <a:gd name="connsiteX2" fmla="*/ 10697 w 115274"/>
                        <a:gd name="connsiteY2" fmla="*/ 45534 h 115274"/>
                        <a:gd name="connsiteX3" fmla="*/ 9276 w 115274"/>
                        <a:gd name="connsiteY3" fmla="*/ 61079 h 115274"/>
                        <a:gd name="connsiteX4" fmla="*/ 370 w 115274"/>
                        <a:gd name="connsiteY4" fmla="*/ 67620 h 115274"/>
                        <a:gd name="connsiteX5" fmla="*/ 40 w 115274"/>
                        <a:gd name="connsiteY5" fmla="*/ 68624 h 115274"/>
                        <a:gd name="connsiteX6" fmla="*/ 3984 w 115274"/>
                        <a:gd name="connsiteY6" fmla="*/ 81291 h 115274"/>
                        <a:gd name="connsiteX7" fmla="*/ 4829 w 115274"/>
                        <a:gd name="connsiteY7" fmla="*/ 81928 h 115274"/>
                        <a:gd name="connsiteX8" fmla="*/ 15879 w 115274"/>
                        <a:gd name="connsiteY8" fmla="*/ 82258 h 115274"/>
                        <a:gd name="connsiteX9" fmla="*/ 25874 w 115274"/>
                        <a:gd name="connsiteY9" fmla="*/ 94251 h 115274"/>
                        <a:gd name="connsiteX10" fmla="*/ 24208 w 115274"/>
                        <a:gd name="connsiteY10" fmla="*/ 105190 h 115274"/>
                        <a:gd name="connsiteX11" fmla="*/ 24686 w 115274"/>
                        <a:gd name="connsiteY11" fmla="*/ 106133 h 115274"/>
                        <a:gd name="connsiteX12" fmla="*/ 36434 w 115274"/>
                        <a:gd name="connsiteY12" fmla="*/ 112307 h 115274"/>
                        <a:gd name="connsiteX13" fmla="*/ 37475 w 115274"/>
                        <a:gd name="connsiteY13" fmla="*/ 112160 h 115274"/>
                        <a:gd name="connsiteX14" fmla="*/ 45535 w 115274"/>
                        <a:gd name="connsiteY14" fmla="*/ 104577 h 115274"/>
                        <a:gd name="connsiteX15" fmla="*/ 61080 w 115274"/>
                        <a:gd name="connsiteY15" fmla="*/ 105998 h 115274"/>
                        <a:gd name="connsiteX16" fmla="*/ 67621 w 115274"/>
                        <a:gd name="connsiteY16" fmla="*/ 114904 h 115274"/>
                        <a:gd name="connsiteX17" fmla="*/ 68626 w 115274"/>
                        <a:gd name="connsiteY17" fmla="*/ 115235 h 115274"/>
                        <a:gd name="connsiteX18" fmla="*/ 81292 w 115274"/>
                        <a:gd name="connsiteY18" fmla="*/ 111290 h 115274"/>
                        <a:gd name="connsiteX19" fmla="*/ 81929 w 115274"/>
                        <a:gd name="connsiteY19" fmla="*/ 110445 h 115274"/>
                        <a:gd name="connsiteX20" fmla="*/ 82260 w 115274"/>
                        <a:gd name="connsiteY20" fmla="*/ 99396 h 115274"/>
                        <a:gd name="connsiteX21" fmla="*/ 94252 w 115274"/>
                        <a:gd name="connsiteY21" fmla="*/ 89400 h 115274"/>
                        <a:gd name="connsiteX22" fmla="*/ 105191 w 115274"/>
                        <a:gd name="connsiteY22" fmla="*/ 91066 h 115274"/>
                        <a:gd name="connsiteX23" fmla="*/ 106135 w 115274"/>
                        <a:gd name="connsiteY23" fmla="*/ 90588 h 115274"/>
                        <a:gd name="connsiteX24" fmla="*/ 112308 w 115274"/>
                        <a:gd name="connsiteY24" fmla="*/ 78841 h 115274"/>
                        <a:gd name="connsiteX25" fmla="*/ 112161 w 115274"/>
                        <a:gd name="connsiteY25" fmla="*/ 77799 h 115274"/>
                        <a:gd name="connsiteX26" fmla="*/ 104579 w 115274"/>
                        <a:gd name="connsiteY26" fmla="*/ 69739 h 115274"/>
                        <a:gd name="connsiteX27" fmla="*/ 106000 w 115274"/>
                        <a:gd name="connsiteY27" fmla="*/ 54194 h 115274"/>
                        <a:gd name="connsiteX28" fmla="*/ 114905 w 115274"/>
                        <a:gd name="connsiteY28" fmla="*/ 47653 h 115274"/>
                        <a:gd name="connsiteX29" fmla="*/ 115236 w 115274"/>
                        <a:gd name="connsiteY29" fmla="*/ 46648 h 115274"/>
                        <a:gd name="connsiteX30" fmla="*/ 111292 w 115274"/>
                        <a:gd name="connsiteY30" fmla="*/ 33982 h 115274"/>
                        <a:gd name="connsiteX31" fmla="*/ 110447 w 115274"/>
                        <a:gd name="connsiteY31" fmla="*/ 33345 h 115274"/>
                        <a:gd name="connsiteX32" fmla="*/ 99397 w 115274"/>
                        <a:gd name="connsiteY32" fmla="*/ 33014 h 115274"/>
                        <a:gd name="connsiteX33" fmla="*/ 89402 w 115274"/>
                        <a:gd name="connsiteY33" fmla="*/ 21022 h 115274"/>
                        <a:gd name="connsiteX34" fmla="*/ 91067 w 115274"/>
                        <a:gd name="connsiteY34" fmla="*/ 10083 h 115274"/>
                        <a:gd name="connsiteX35" fmla="*/ 90590 w 115274"/>
                        <a:gd name="connsiteY35" fmla="*/ 9140 h 115274"/>
                        <a:gd name="connsiteX36" fmla="*/ 78842 w 115274"/>
                        <a:gd name="connsiteY36" fmla="*/ 2966 h 115274"/>
                        <a:gd name="connsiteX37" fmla="*/ 77801 w 115274"/>
                        <a:gd name="connsiteY37" fmla="*/ 3113 h 115274"/>
                        <a:gd name="connsiteX38" fmla="*/ 69741 w 115274"/>
                        <a:gd name="connsiteY38" fmla="*/ 10695 h 115274"/>
                        <a:gd name="connsiteX39" fmla="*/ 54196 w 115274"/>
                        <a:gd name="connsiteY39" fmla="*/ 9274 h 115274"/>
                        <a:gd name="connsiteX40" fmla="*/ 47654 w 115274"/>
                        <a:gd name="connsiteY40" fmla="*/ 369 h 115274"/>
                        <a:gd name="connsiteX41" fmla="*/ 46650 w 115274"/>
                        <a:gd name="connsiteY41" fmla="*/ 38 h 115274"/>
                        <a:gd name="connsiteX42" fmla="*/ 33984 w 115274"/>
                        <a:gd name="connsiteY42" fmla="*/ 3983 h 115274"/>
                        <a:gd name="connsiteX43" fmla="*/ 33347 w 115274"/>
                        <a:gd name="connsiteY43" fmla="*/ 4828 h 115274"/>
                        <a:gd name="connsiteX44" fmla="*/ 33016 w 115274"/>
                        <a:gd name="connsiteY44" fmla="*/ 15877 h 115274"/>
                        <a:gd name="connsiteX45" fmla="*/ 21024 w 115274"/>
                        <a:gd name="connsiteY45" fmla="*/ 25873 h 115274"/>
                        <a:gd name="connsiteX46" fmla="*/ 10084 w 115274"/>
                        <a:gd name="connsiteY46" fmla="*/ 24207 h 115274"/>
                        <a:gd name="connsiteX47" fmla="*/ 9141 w 115274"/>
                        <a:gd name="connsiteY47" fmla="*/ 24685 h 115274"/>
                        <a:gd name="connsiteX48" fmla="*/ 2967 w 115274"/>
                        <a:gd name="connsiteY48" fmla="*/ 36432 h 1152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115274" h="115274">
                          <a:moveTo>
                            <a:pt x="2967" y="36432"/>
                          </a:moveTo>
                          <a:cubicBezTo>
                            <a:pt x="2784" y="36775"/>
                            <a:pt x="2845" y="37192"/>
                            <a:pt x="3114" y="37473"/>
                          </a:cubicBezTo>
                          <a:lnTo>
                            <a:pt x="10697" y="45534"/>
                          </a:lnTo>
                          <a:cubicBezTo>
                            <a:pt x="9399" y="50532"/>
                            <a:pt x="8896" y="55774"/>
                            <a:pt x="9276" y="61079"/>
                          </a:cubicBezTo>
                          <a:lnTo>
                            <a:pt x="370" y="67620"/>
                          </a:lnTo>
                          <a:cubicBezTo>
                            <a:pt x="52" y="67853"/>
                            <a:pt x="-71" y="68257"/>
                            <a:pt x="40" y="68624"/>
                          </a:cubicBezTo>
                          <a:lnTo>
                            <a:pt x="3984" y="81291"/>
                          </a:lnTo>
                          <a:cubicBezTo>
                            <a:pt x="4094" y="81658"/>
                            <a:pt x="4437" y="81915"/>
                            <a:pt x="4829" y="81928"/>
                          </a:cubicBezTo>
                          <a:lnTo>
                            <a:pt x="15879" y="82258"/>
                          </a:lnTo>
                          <a:cubicBezTo>
                            <a:pt x="18574" y="86840"/>
                            <a:pt x="21967" y="90870"/>
                            <a:pt x="25874" y="94251"/>
                          </a:cubicBezTo>
                          <a:lnTo>
                            <a:pt x="24208" y="105190"/>
                          </a:lnTo>
                          <a:cubicBezTo>
                            <a:pt x="24147" y="105570"/>
                            <a:pt x="24343" y="105949"/>
                            <a:pt x="24686" y="106133"/>
                          </a:cubicBezTo>
                          <a:lnTo>
                            <a:pt x="36434" y="112307"/>
                          </a:lnTo>
                          <a:cubicBezTo>
                            <a:pt x="36777" y="112491"/>
                            <a:pt x="37193" y="112429"/>
                            <a:pt x="37475" y="112160"/>
                          </a:cubicBezTo>
                          <a:lnTo>
                            <a:pt x="45535" y="104577"/>
                          </a:lnTo>
                          <a:cubicBezTo>
                            <a:pt x="50533" y="105876"/>
                            <a:pt x="55776" y="106378"/>
                            <a:pt x="61080" y="105998"/>
                          </a:cubicBezTo>
                          <a:lnTo>
                            <a:pt x="67621" y="114904"/>
                          </a:lnTo>
                          <a:cubicBezTo>
                            <a:pt x="67854" y="115222"/>
                            <a:pt x="68258" y="115345"/>
                            <a:pt x="68626" y="115235"/>
                          </a:cubicBezTo>
                          <a:lnTo>
                            <a:pt x="81292" y="111290"/>
                          </a:lnTo>
                          <a:cubicBezTo>
                            <a:pt x="81660" y="111180"/>
                            <a:pt x="81917" y="110837"/>
                            <a:pt x="81929" y="110445"/>
                          </a:cubicBezTo>
                          <a:lnTo>
                            <a:pt x="82260" y="99396"/>
                          </a:lnTo>
                          <a:cubicBezTo>
                            <a:pt x="86841" y="96701"/>
                            <a:pt x="90871" y="93308"/>
                            <a:pt x="94252" y="89400"/>
                          </a:cubicBezTo>
                          <a:lnTo>
                            <a:pt x="105191" y="91066"/>
                          </a:lnTo>
                          <a:cubicBezTo>
                            <a:pt x="105571" y="91127"/>
                            <a:pt x="105951" y="90931"/>
                            <a:pt x="106135" y="90588"/>
                          </a:cubicBezTo>
                          <a:lnTo>
                            <a:pt x="112308" y="78841"/>
                          </a:lnTo>
                          <a:cubicBezTo>
                            <a:pt x="112492" y="78498"/>
                            <a:pt x="112431" y="78081"/>
                            <a:pt x="112161" y="77799"/>
                          </a:cubicBezTo>
                          <a:lnTo>
                            <a:pt x="104579" y="69739"/>
                          </a:lnTo>
                          <a:cubicBezTo>
                            <a:pt x="105877" y="64741"/>
                            <a:pt x="106380" y="59498"/>
                            <a:pt x="106000" y="54194"/>
                          </a:cubicBezTo>
                          <a:lnTo>
                            <a:pt x="114905" y="47653"/>
                          </a:lnTo>
                          <a:cubicBezTo>
                            <a:pt x="115212" y="47420"/>
                            <a:pt x="115347" y="47016"/>
                            <a:pt x="115236" y="46648"/>
                          </a:cubicBezTo>
                          <a:lnTo>
                            <a:pt x="111292" y="33982"/>
                          </a:lnTo>
                          <a:cubicBezTo>
                            <a:pt x="111182" y="33615"/>
                            <a:pt x="110839" y="33357"/>
                            <a:pt x="110447" y="33345"/>
                          </a:cubicBezTo>
                          <a:lnTo>
                            <a:pt x="99397" y="33014"/>
                          </a:lnTo>
                          <a:cubicBezTo>
                            <a:pt x="96702" y="28433"/>
                            <a:pt x="93309" y="24403"/>
                            <a:pt x="89402" y="21022"/>
                          </a:cubicBezTo>
                          <a:lnTo>
                            <a:pt x="91067" y="10083"/>
                          </a:lnTo>
                          <a:cubicBezTo>
                            <a:pt x="91129" y="9703"/>
                            <a:pt x="90933" y="9323"/>
                            <a:pt x="90590" y="9140"/>
                          </a:cubicBezTo>
                          <a:lnTo>
                            <a:pt x="78842" y="2966"/>
                          </a:lnTo>
                          <a:cubicBezTo>
                            <a:pt x="78499" y="2782"/>
                            <a:pt x="78083" y="2843"/>
                            <a:pt x="77801" y="3113"/>
                          </a:cubicBezTo>
                          <a:lnTo>
                            <a:pt x="69741" y="10695"/>
                          </a:lnTo>
                          <a:cubicBezTo>
                            <a:pt x="64743" y="9397"/>
                            <a:pt x="59500" y="8895"/>
                            <a:pt x="54196" y="9274"/>
                          </a:cubicBezTo>
                          <a:lnTo>
                            <a:pt x="47654" y="369"/>
                          </a:lnTo>
                          <a:cubicBezTo>
                            <a:pt x="47422" y="63"/>
                            <a:pt x="47017" y="-72"/>
                            <a:pt x="46650" y="38"/>
                          </a:cubicBezTo>
                          <a:lnTo>
                            <a:pt x="33984" y="3983"/>
                          </a:lnTo>
                          <a:cubicBezTo>
                            <a:pt x="33616" y="4093"/>
                            <a:pt x="33359" y="4436"/>
                            <a:pt x="33347" y="4828"/>
                          </a:cubicBezTo>
                          <a:lnTo>
                            <a:pt x="33016" y="15877"/>
                          </a:lnTo>
                          <a:cubicBezTo>
                            <a:pt x="28435" y="18572"/>
                            <a:pt x="24404" y="21965"/>
                            <a:pt x="21024" y="25873"/>
                          </a:cubicBezTo>
                          <a:lnTo>
                            <a:pt x="10084" y="24207"/>
                          </a:lnTo>
                          <a:cubicBezTo>
                            <a:pt x="9705" y="24146"/>
                            <a:pt x="9325" y="24342"/>
                            <a:pt x="9141" y="24685"/>
                          </a:cubicBezTo>
                          <a:lnTo>
                            <a:pt x="2967" y="36432"/>
                          </a:ln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63" name="Forme libre : forme 2762">
                      <a:extLst>
                        <a:ext uri="{FF2B5EF4-FFF2-40B4-BE49-F238E27FC236}">
                          <a16:creationId xmlns:a16="http://schemas.microsoft.com/office/drawing/2014/main" id="{DFBD98B7-08E0-9ADB-2515-C732298105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0070" y="641584"/>
                      <a:ext cx="26184" cy="26193"/>
                    </a:xfrm>
                    <a:custGeom>
                      <a:avLst/>
                      <a:gdLst>
                        <a:gd name="connsiteX0" fmla="*/ 13111 w 26184"/>
                        <a:gd name="connsiteY0" fmla="*/ 26181 h 26193"/>
                        <a:gd name="connsiteX1" fmla="*/ 10024 w 26184"/>
                        <a:gd name="connsiteY1" fmla="*/ 25814 h 26193"/>
                        <a:gd name="connsiteX2" fmla="*/ 1927 w 26184"/>
                        <a:gd name="connsiteY2" fmla="*/ 19921 h 26193"/>
                        <a:gd name="connsiteX3" fmla="*/ 371 w 26184"/>
                        <a:gd name="connsiteY3" fmla="*/ 10024 h 26193"/>
                        <a:gd name="connsiteX4" fmla="*/ 6263 w 26184"/>
                        <a:gd name="connsiteY4" fmla="*/ 1927 h 26193"/>
                        <a:gd name="connsiteX5" fmla="*/ 16161 w 26184"/>
                        <a:gd name="connsiteY5" fmla="*/ 371 h 26193"/>
                        <a:gd name="connsiteX6" fmla="*/ 24258 w 26184"/>
                        <a:gd name="connsiteY6" fmla="*/ 6263 h 26193"/>
                        <a:gd name="connsiteX7" fmla="*/ 25814 w 26184"/>
                        <a:gd name="connsiteY7" fmla="*/ 16161 h 26193"/>
                        <a:gd name="connsiteX8" fmla="*/ 19921 w 26184"/>
                        <a:gd name="connsiteY8" fmla="*/ 24258 h 26193"/>
                        <a:gd name="connsiteX9" fmla="*/ 13111 w 26184"/>
                        <a:gd name="connsiteY9" fmla="*/ 26193 h 26193"/>
                        <a:gd name="connsiteX10" fmla="*/ 13074 w 26184"/>
                        <a:gd name="connsiteY10" fmla="*/ 2613 h 26193"/>
                        <a:gd name="connsiteX11" fmla="*/ 7635 w 26184"/>
                        <a:gd name="connsiteY11" fmla="*/ 4156 h 26193"/>
                        <a:gd name="connsiteX12" fmla="*/ 2919 w 26184"/>
                        <a:gd name="connsiteY12" fmla="*/ 10636 h 26193"/>
                        <a:gd name="connsiteX13" fmla="*/ 4168 w 26184"/>
                        <a:gd name="connsiteY13" fmla="*/ 18549 h 26193"/>
                        <a:gd name="connsiteX14" fmla="*/ 10648 w 26184"/>
                        <a:gd name="connsiteY14" fmla="*/ 23266 h 26193"/>
                        <a:gd name="connsiteX15" fmla="*/ 18562 w 26184"/>
                        <a:gd name="connsiteY15" fmla="*/ 22016 h 26193"/>
                        <a:gd name="connsiteX16" fmla="*/ 23278 w 26184"/>
                        <a:gd name="connsiteY16" fmla="*/ 15536 h 26193"/>
                        <a:gd name="connsiteX17" fmla="*/ 22028 w 26184"/>
                        <a:gd name="connsiteY17" fmla="*/ 7623 h 26193"/>
                        <a:gd name="connsiteX18" fmla="*/ 15548 w 26184"/>
                        <a:gd name="connsiteY18" fmla="*/ 2907 h 26193"/>
                        <a:gd name="connsiteX19" fmla="*/ 13074 w 26184"/>
                        <a:gd name="connsiteY19" fmla="*/ 2613 h 261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26184" h="26193">
                          <a:moveTo>
                            <a:pt x="13111" y="26181"/>
                          </a:moveTo>
                          <a:cubicBezTo>
                            <a:pt x="12082" y="26181"/>
                            <a:pt x="11053" y="26059"/>
                            <a:pt x="10024" y="25814"/>
                          </a:cubicBezTo>
                          <a:cubicBezTo>
                            <a:pt x="6618" y="24993"/>
                            <a:pt x="3752" y="22898"/>
                            <a:pt x="1927" y="19921"/>
                          </a:cubicBezTo>
                          <a:cubicBezTo>
                            <a:pt x="101" y="16932"/>
                            <a:pt x="-450" y="13429"/>
                            <a:pt x="371" y="10024"/>
                          </a:cubicBezTo>
                          <a:cubicBezTo>
                            <a:pt x="1192" y="6618"/>
                            <a:pt x="3286" y="3752"/>
                            <a:pt x="6263" y="1927"/>
                          </a:cubicBezTo>
                          <a:cubicBezTo>
                            <a:pt x="9240" y="101"/>
                            <a:pt x="12755" y="-450"/>
                            <a:pt x="16161" y="371"/>
                          </a:cubicBezTo>
                          <a:cubicBezTo>
                            <a:pt x="19566" y="1192"/>
                            <a:pt x="22433" y="3286"/>
                            <a:pt x="24258" y="6263"/>
                          </a:cubicBezTo>
                          <a:cubicBezTo>
                            <a:pt x="26083" y="9252"/>
                            <a:pt x="26634" y="12755"/>
                            <a:pt x="25814" y="16161"/>
                          </a:cubicBezTo>
                          <a:cubicBezTo>
                            <a:pt x="24993" y="19566"/>
                            <a:pt x="22898" y="22433"/>
                            <a:pt x="19921" y="24258"/>
                          </a:cubicBezTo>
                          <a:cubicBezTo>
                            <a:pt x="17839" y="25532"/>
                            <a:pt x="15499" y="26193"/>
                            <a:pt x="13111" y="26193"/>
                          </a:cubicBezTo>
                          <a:close/>
                          <a:moveTo>
                            <a:pt x="13074" y="2613"/>
                          </a:moveTo>
                          <a:cubicBezTo>
                            <a:pt x="11163" y="2613"/>
                            <a:pt x="9301" y="3139"/>
                            <a:pt x="7635" y="4156"/>
                          </a:cubicBezTo>
                          <a:cubicBezTo>
                            <a:pt x="5246" y="5614"/>
                            <a:pt x="3580" y="7917"/>
                            <a:pt x="2919" y="10636"/>
                          </a:cubicBezTo>
                          <a:cubicBezTo>
                            <a:pt x="2270" y="13356"/>
                            <a:pt x="2711" y="16161"/>
                            <a:pt x="4168" y="18549"/>
                          </a:cubicBezTo>
                          <a:cubicBezTo>
                            <a:pt x="5626" y="20938"/>
                            <a:pt x="7929" y="22616"/>
                            <a:pt x="10648" y="23266"/>
                          </a:cubicBezTo>
                          <a:cubicBezTo>
                            <a:pt x="13368" y="23927"/>
                            <a:pt x="16173" y="23474"/>
                            <a:pt x="18562" y="22016"/>
                          </a:cubicBezTo>
                          <a:cubicBezTo>
                            <a:pt x="20950" y="20558"/>
                            <a:pt x="22616" y="18255"/>
                            <a:pt x="23278" y="15536"/>
                          </a:cubicBezTo>
                          <a:cubicBezTo>
                            <a:pt x="23927" y="12817"/>
                            <a:pt x="23486" y="10011"/>
                            <a:pt x="22028" y="7623"/>
                          </a:cubicBezTo>
                          <a:cubicBezTo>
                            <a:pt x="20571" y="5234"/>
                            <a:pt x="18268" y="3568"/>
                            <a:pt x="15548" y="2907"/>
                          </a:cubicBezTo>
                          <a:cubicBezTo>
                            <a:pt x="14728" y="2711"/>
                            <a:pt x="13895" y="2613"/>
                            <a:pt x="13074" y="2613"/>
                          </a:cubicBez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64" name="Forme libre : forme 2763">
                      <a:extLst>
                        <a:ext uri="{FF2B5EF4-FFF2-40B4-BE49-F238E27FC236}">
                          <a16:creationId xmlns:a16="http://schemas.microsoft.com/office/drawing/2014/main" id="{5AE0912F-B8FB-EC6F-DBBF-15755898A6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90204" y="621445"/>
                      <a:ext cx="66540" cy="66679"/>
                    </a:xfrm>
                    <a:custGeom>
                      <a:avLst/>
                      <a:gdLst>
                        <a:gd name="connsiteX0" fmla="*/ 33172 w 66540"/>
                        <a:gd name="connsiteY0" fmla="*/ 66679 h 66679"/>
                        <a:gd name="connsiteX1" fmla="*/ 17713 w 66540"/>
                        <a:gd name="connsiteY1" fmla="*/ 62845 h 66679"/>
                        <a:gd name="connsiteX2" fmla="*/ 1384 w 66540"/>
                        <a:gd name="connsiteY2" fmla="*/ 43246 h 66679"/>
                        <a:gd name="connsiteX3" fmla="*/ 1347 w 66540"/>
                        <a:gd name="connsiteY3" fmla="*/ 43135 h 66679"/>
                        <a:gd name="connsiteX4" fmla="*/ 61 w 66540"/>
                        <a:gd name="connsiteY4" fmla="*/ 36961 h 66679"/>
                        <a:gd name="connsiteX5" fmla="*/ 37 w 66540"/>
                        <a:gd name="connsiteY5" fmla="*/ 36704 h 66679"/>
                        <a:gd name="connsiteX6" fmla="*/ 0 w 66540"/>
                        <a:gd name="connsiteY6" fmla="*/ 36275 h 66679"/>
                        <a:gd name="connsiteX7" fmla="*/ 2609 w 66540"/>
                        <a:gd name="connsiteY7" fmla="*/ 36043 h 66679"/>
                        <a:gd name="connsiteX8" fmla="*/ 3883 w 66540"/>
                        <a:gd name="connsiteY8" fmla="*/ 42462 h 66679"/>
                        <a:gd name="connsiteX9" fmla="*/ 3883 w 66540"/>
                        <a:gd name="connsiteY9" fmla="*/ 42462 h 66679"/>
                        <a:gd name="connsiteX10" fmla="*/ 18926 w 66540"/>
                        <a:gd name="connsiteY10" fmla="*/ 60518 h 66679"/>
                        <a:gd name="connsiteX11" fmla="*/ 42323 w 66540"/>
                        <a:gd name="connsiteY11" fmla="*/ 62649 h 66679"/>
                        <a:gd name="connsiteX12" fmla="*/ 60379 w 66540"/>
                        <a:gd name="connsiteY12" fmla="*/ 47606 h 66679"/>
                        <a:gd name="connsiteX13" fmla="*/ 63919 w 66540"/>
                        <a:gd name="connsiteY13" fmla="*/ 33372 h 66679"/>
                        <a:gd name="connsiteX14" fmla="*/ 62523 w 66540"/>
                        <a:gd name="connsiteY14" fmla="*/ 24209 h 66679"/>
                        <a:gd name="connsiteX15" fmla="*/ 47480 w 66540"/>
                        <a:gd name="connsiteY15" fmla="*/ 6153 h 66679"/>
                        <a:gd name="connsiteX16" fmla="*/ 24083 w 66540"/>
                        <a:gd name="connsiteY16" fmla="*/ 4022 h 66679"/>
                        <a:gd name="connsiteX17" fmla="*/ 10326 w 66540"/>
                        <a:gd name="connsiteY17" fmla="*/ 12866 h 66679"/>
                        <a:gd name="connsiteX18" fmla="*/ 8367 w 66540"/>
                        <a:gd name="connsiteY18" fmla="*/ 11114 h 66679"/>
                        <a:gd name="connsiteX19" fmla="*/ 23299 w 66540"/>
                        <a:gd name="connsiteY19" fmla="*/ 1523 h 66679"/>
                        <a:gd name="connsiteX20" fmla="*/ 48705 w 66540"/>
                        <a:gd name="connsiteY20" fmla="*/ 3838 h 66679"/>
                        <a:gd name="connsiteX21" fmla="*/ 65022 w 66540"/>
                        <a:gd name="connsiteY21" fmla="*/ 23438 h 66679"/>
                        <a:gd name="connsiteX22" fmla="*/ 66541 w 66540"/>
                        <a:gd name="connsiteY22" fmla="*/ 33385 h 66679"/>
                        <a:gd name="connsiteX23" fmla="*/ 62706 w 66540"/>
                        <a:gd name="connsiteY23" fmla="*/ 48831 h 66679"/>
                        <a:gd name="connsiteX24" fmla="*/ 43107 w 66540"/>
                        <a:gd name="connsiteY24" fmla="*/ 65148 h 66679"/>
                        <a:gd name="connsiteX25" fmla="*/ 33160 w 66540"/>
                        <a:gd name="connsiteY25" fmla="*/ 66667 h 666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</a:cxnLst>
                      <a:rect l="l" t="t" r="r" b="b"/>
                      <a:pathLst>
                        <a:path w="66540" h="66679">
                          <a:moveTo>
                            <a:pt x="33172" y="66679"/>
                          </a:moveTo>
                          <a:cubicBezTo>
                            <a:pt x="27844" y="66679"/>
                            <a:pt x="22564" y="65393"/>
                            <a:pt x="17713" y="62845"/>
                          </a:cubicBezTo>
                          <a:cubicBezTo>
                            <a:pt x="9837" y="58705"/>
                            <a:pt x="4030" y="51747"/>
                            <a:pt x="1384" y="43246"/>
                          </a:cubicBezTo>
                          <a:cubicBezTo>
                            <a:pt x="1384" y="43209"/>
                            <a:pt x="1360" y="43172"/>
                            <a:pt x="1347" y="43135"/>
                          </a:cubicBezTo>
                          <a:cubicBezTo>
                            <a:pt x="723" y="41114"/>
                            <a:pt x="294" y="39044"/>
                            <a:pt x="61" y="36961"/>
                          </a:cubicBezTo>
                          <a:cubicBezTo>
                            <a:pt x="61" y="36876"/>
                            <a:pt x="49" y="36790"/>
                            <a:pt x="37" y="36704"/>
                          </a:cubicBezTo>
                          <a:cubicBezTo>
                            <a:pt x="25" y="36557"/>
                            <a:pt x="12" y="36422"/>
                            <a:pt x="0" y="36275"/>
                          </a:cubicBezTo>
                          <a:lnTo>
                            <a:pt x="2609" y="36043"/>
                          </a:lnTo>
                          <a:cubicBezTo>
                            <a:pt x="2805" y="38199"/>
                            <a:pt x="3234" y="40355"/>
                            <a:pt x="3883" y="42462"/>
                          </a:cubicBezTo>
                          <a:lnTo>
                            <a:pt x="3883" y="42462"/>
                          </a:lnTo>
                          <a:cubicBezTo>
                            <a:pt x="6321" y="50289"/>
                            <a:pt x="11662" y="56708"/>
                            <a:pt x="18926" y="60518"/>
                          </a:cubicBezTo>
                          <a:cubicBezTo>
                            <a:pt x="26190" y="64327"/>
                            <a:pt x="34495" y="65087"/>
                            <a:pt x="42323" y="62649"/>
                          </a:cubicBezTo>
                          <a:cubicBezTo>
                            <a:pt x="50150" y="60211"/>
                            <a:pt x="56569" y="54871"/>
                            <a:pt x="60379" y="47606"/>
                          </a:cubicBezTo>
                          <a:cubicBezTo>
                            <a:pt x="62731" y="43135"/>
                            <a:pt x="63919" y="38272"/>
                            <a:pt x="63919" y="33372"/>
                          </a:cubicBezTo>
                          <a:cubicBezTo>
                            <a:pt x="63919" y="30310"/>
                            <a:pt x="63454" y="27223"/>
                            <a:pt x="62523" y="24209"/>
                          </a:cubicBezTo>
                          <a:cubicBezTo>
                            <a:pt x="60085" y="16382"/>
                            <a:pt x="54744" y="9963"/>
                            <a:pt x="47480" y="6153"/>
                          </a:cubicBezTo>
                          <a:cubicBezTo>
                            <a:pt x="40216" y="2344"/>
                            <a:pt x="31910" y="1584"/>
                            <a:pt x="24083" y="4022"/>
                          </a:cubicBezTo>
                          <a:cubicBezTo>
                            <a:pt x="18767" y="5676"/>
                            <a:pt x="14014" y="8738"/>
                            <a:pt x="10326" y="12866"/>
                          </a:cubicBezTo>
                          <a:lnTo>
                            <a:pt x="8367" y="11114"/>
                          </a:lnTo>
                          <a:cubicBezTo>
                            <a:pt x="12372" y="6631"/>
                            <a:pt x="17529" y="3311"/>
                            <a:pt x="23299" y="1523"/>
                          </a:cubicBezTo>
                          <a:cubicBezTo>
                            <a:pt x="31800" y="-1123"/>
                            <a:pt x="40816" y="-302"/>
                            <a:pt x="48705" y="3838"/>
                          </a:cubicBezTo>
                          <a:cubicBezTo>
                            <a:pt x="56581" y="7978"/>
                            <a:pt x="62388" y="14936"/>
                            <a:pt x="65022" y="23438"/>
                          </a:cubicBezTo>
                          <a:cubicBezTo>
                            <a:pt x="66038" y="26708"/>
                            <a:pt x="66541" y="30053"/>
                            <a:pt x="66541" y="33385"/>
                          </a:cubicBezTo>
                          <a:cubicBezTo>
                            <a:pt x="66541" y="38713"/>
                            <a:pt x="65254" y="43993"/>
                            <a:pt x="62706" y="48831"/>
                          </a:cubicBezTo>
                          <a:cubicBezTo>
                            <a:pt x="58566" y="56708"/>
                            <a:pt x="51608" y="62502"/>
                            <a:pt x="43107" y="65148"/>
                          </a:cubicBezTo>
                          <a:cubicBezTo>
                            <a:pt x="39836" y="66165"/>
                            <a:pt x="36492" y="66667"/>
                            <a:pt x="33160" y="66667"/>
                          </a:cubicBez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2746" name="Graphique 4">
                  <a:extLst>
                    <a:ext uri="{FF2B5EF4-FFF2-40B4-BE49-F238E27FC236}">
                      <a16:creationId xmlns:a16="http://schemas.microsoft.com/office/drawing/2014/main" id="{E9754FD8-ABB2-1042-7CAB-4EED4A871A78}"/>
                    </a:ext>
                  </a:extLst>
                </p:cNvPr>
                <p:cNvGrpSpPr/>
                <p:nvPr/>
              </p:nvGrpSpPr>
              <p:grpSpPr>
                <a:xfrm>
                  <a:off x="1608464" y="544526"/>
                  <a:ext cx="78914" cy="79361"/>
                  <a:chOff x="1608464" y="544526"/>
                  <a:chExt cx="78914" cy="79361"/>
                </a:xfrm>
              </p:grpSpPr>
              <p:grpSp>
                <p:nvGrpSpPr>
                  <p:cNvPr id="2747" name="Graphique 4">
                    <a:extLst>
                      <a:ext uri="{FF2B5EF4-FFF2-40B4-BE49-F238E27FC236}">
                        <a16:creationId xmlns:a16="http://schemas.microsoft.com/office/drawing/2014/main" id="{C33971EB-AB15-AAC6-2F56-68D20E5AB03C}"/>
                      </a:ext>
                    </a:extLst>
                  </p:cNvPr>
                  <p:cNvGrpSpPr/>
                  <p:nvPr/>
                </p:nvGrpSpPr>
                <p:grpSpPr>
                  <a:xfrm>
                    <a:off x="1622275" y="544526"/>
                    <a:ext cx="65103" cy="48356"/>
                    <a:chOff x="1622275" y="544526"/>
                    <a:chExt cx="65103" cy="48356"/>
                  </a:xfrm>
                  <a:solidFill>
                    <a:srgbClr val="B1ABE5"/>
                  </a:solidFill>
                </p:grpSpPr>
                <p:sp>
                  <p:nvSpPr>
                    <p:cNvPr id="2756" name="Forme libre : forme 2755">
                      <a:extLst>
                        <a:ext uri="{FF2B5EF4-FFF2-40B4-BE49-F238E27FC236}">
                          <a16:creationId xmlns:a16="http://schemas.microsoft.com/office/drawing/2014/main" id="{B5AEA3C8-EDD6-9F05-A1BE-05ABC8A254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2275" y="551095"/>
                      <a:ext cx="4540" cy="3838"/>
                    </a:xfrm>
                    <a:custGeom>
                      <a:avLst/>
                      <a:gdLst>
                        <a:gd name="connsiteX0" fmla="*/ 874 w 4540"/>
                        <a:gd name="connsiteY0" fmla="*/ 3839 h 3838"/>
                        <a:gd name="connsiteX1" fmla="*/ 200 w 4540"/>
                        <a:gd name="connsiteY1" fmla="*/ 3520 h 3838"/>
                        <a:gd name="connsiteX2" fmla="*/ 322 w 4540"/>
                        <a:gd name="connsiteY2" fmla="*/ 2295 h 3838"/>
                        <a:gd name="connsiteX3" fmla="*/ 3177 w 4540"/>
                        <a:gd name="connsiteY3" fmla="*/ 151 h 3838"/>
                        <a:gd name="connsiteX4" fmla="*/ 4389 w 4540"/>
                        <a:gd name="connsiteY4" fmla="*/ 384 h 3838"/>
                        <a:gd name="connsiteX5" fmla="*/ 4157 w 4540"/>
                        <a:gd name="connsiteY5" fmla="*/ 1597 h 3838"/>
                        <a:gd name="connsiteX6" fmla="*/ 1425 w 4540"/>
                        <a:gd name="connsiteY6" fmla="*/ 3643 h 3838"/>
                        <a:gd name="connsiteX7" fmla="*/ 874 w 4540"/>
                        <a:gd name="connsiteY7" fmla="*/ 3839 h 38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540" h="3838">
                          <a:moveTo>
                            <a:pt x="874" y="3839"/>
                          </a:moveTo>
                          <a:cubicBezTo>
                            <a:pt x="616" y="3839"/>
                            <a:pt x="372" y="3728"/>
                            <a:pt x="200" y="3520"/>
                          </a:cubicBezTo>
                          <a:cubicBezTo>
                            <a:pt x="-106" y="3153"/>
                            <a:pt x="-57" y="2601"/>
                            <a:pt x="322" y="2295"/>
                          </a:cubicBezTo>
                          <a:cubicBezTo>
                            <a:pt x="1241" y="1536"/>
                            <a:pt x="2209" y="813"/>
                            <a:pt x="3177" y="151"/>
                          </a:cubicBezTo>
                          <a:cubicBezTo>
                            <a:pt x="3581" y="-118"/>
                            <a:pt x="4120" y="-20"/>
                            <a:pt x="4389" y="384"/>
                          </a:cubicBezTo>
                          <a:cubicBezTo>
                            <a:pt x="4659" y="788"/>
                            <a:pt x="4561" y="1327"/>
                            <a:pt x="4157" y="1597"/>
                          </a:cubicBezTo>
                          <a:cubicBezTo>
                            <a:pt x="3226" y="2234"/>
                            <a:pt x="2307" y="2920"/>
                            <a:pt x="1425" y="3643"/>
                          </a:cubicBezTo>
                          <a:cubicBezTo>
                            <a:pt x="1266" y="3777"/>
                            <a:pt x="1070" y="3839"/>
                            <a:pt x="874" y="3839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57" name="Forme libre : forme 2756">
                      <a:extLst>
                        <a:ext uri="{FF2B5EF4-FFF2-40B4-BE49-F238E27FC236}">
                          <a16:creationId xmlns:a16="http://schemas.microsoft.com/office/drawing/2014/main" id="{2B436E8D-EACB-FFD2-5B4C-414104E902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35780" y="544526"/>
                      <a:ext cx="51147" cy="33007"/>
                    </a:xfrm>
                    <a:custGeom>
                      <a:avLst/>
                      <a:gdLst>
                        <a:gd name="connsiteX0" fmla="*/ 50260 w 51147"/>
                        <a:gd name="connsiteY0" fmla="*/ 33008 h 33007"/>
                        <a:gd name="connsiteX1" fmla="*/ 49402 w 51147"/>
                        <a:gd name="connsiteY1" fmla="*/ 32297 h 33007"/>
                        <a:gd name="connsiteX2" fmla="*/ 48006 w 51147"/>
                        <a:gd name="connsiteY2" fmla="*/ 27128 h 33007"/>
                        <a:gd name="connsiteX3" fmla="*/ 47381 w 51147"/>
                        <a:gd name="connsiteY3" fmla="*/ 25437 h 33007"/>
                        <a:gd name="connsiteX4" fmla="*/ 47871 w 51147"/>
                        <a:gd name="connsiteY4" fmla="*/ 24298 h 33007"/>
                        <a:gd name="connsiteX5" fmla="*/ 49010 w 51147"/>
                        <a:gd name="connsiteY5" fmla="*/ 24788 h 33007"/>
                        <a:gd name="connsiteX6" fmla="*/ 49672 w 51147"/>
                        <a:gd name="connsiteY6" fmla="*/ 26552 h 33007"/>
                        <a:gd name="connsiteX7" fmla="*/ 51129 w 51147"/>
                        <a:gd name="connsiteY7" fmla="*/ 31954 h 33007"/>
                        <a:gd name="connsiteX8" fmla="*/ 50443 w 51147"/>
                        <a:gd name="connsiteY8" fmla="*/ 32983 h 33007"/>
                        <a:gd name="connsiteX9" fmla="*/ 50272 w 51147"/>
                        <a:gd name="connsiteY9" fmla="*/ 32995 h 33007"/>
                        <a:gd name="connsiteX10" fmla="*/ 42163 w 51147"/>
                        <a:gd name="connsiteY10" fmla="*/ 15785 h 33007"/>
                        <a:gd name="connsiteX11" fmla="*/ 41489 w 51147"/>
                        <a:gd name="connsiteY11" fmla="*/ 15466 h 33007"/>
                        <a:gd name="connsiteX12" fmla="*/ 36454 w 51147"/>
                        <a:gd name="connsiteY12" fmla="*/ 10395 h 33007"/>
                        <a:gd name="connsiteX13" fmla="*/ 36344 w 51147"/>
                        <a:gd name="connsiteY13" fmla="*/ 9170 h 33007"/>
                        <a:gd name="connsiteX14" fmla="*/ 37581 w 51147"/>
                        <a:gd name="connsiteY14" fmla="*/ 9059 h 33007"/>
                        <a:gd name="connsiteX15" fmla="*/ 42849 w 51147"/>
                        <a:gd name="connsiteY15" fmla="*/ 14364 h 33007"/>
                        <a:gd name="connsiteX16" fmla="*/ 42726 w 51147"/>
                        <a:gd name="connsiteY16" fmla="*/ 15589 h 33007"/>
                        <a:gd name="connsiteX17" fmla="*/ 42175 w 51147"/>
                        <a:gd name="connsiteY17" fmla="*/ 15785 h 33007"/>
                        <a:gd name="connsiteX18" fmla="*/ 26863 w 51147"/>
                        <a:gd name="connsiteY18" fmla="*/ 4478 h 33007"/>
                        <a:gd name="connsiteX19" fmla="*/ 26532 w 51147"/>
                        <a:gd name="connsiteY19" fmla="*/ 4417 h 33007"/>
                        <a:gd name="connsiteX20" fmla="*/ 19697 w 51147"/>
                        <a:gd name="connsiteY20" fmla="*/ 2322 h 33007"/>
                        <a:gd name="connsiteX21" fmla="*/ 19011 w 51147"/>
                        <a:gd name="connsiteY21" fmla="*/ 1293 h 33007"/>
                        <a:gd name="connsiteX22" fmla="*/ 20040 w 51147"/>
                        <a:gd name="connsiteY22" fmla="*/ 607 h 33007"/>
                        <a:gd name="connsiteX23" fmla="*/ 27193 w 51147"/>
                        <a:gd name="connsiteY23" fmla="*/ 2788 h 33007"/>
                        <a:gd name="connsiteX24" fmla="*/ 27671 w 51147"/>
                        <a:gd name="connsiteY24" fmla="*/ 3927 h 33007"/>
                        <a:gd name="connsiteX25" fmla="*/ 26863 w 51147"/>
                        <a:gd name="connsiteY25" fmla="*/ 4466 h 33007"/>
                        <a:gd name="connsiteX26" fmla="*/ 869 w 51147"/>
                        <a:gd name="connsiteY26" fmla="*/ 3204 h 33007"/>
                        <a:gd name="connsiteX27" fmla="*/ 36 w 51147"/>
                        <a:gd name="connsiteY27" fmla="*/ 2579 h 33007"/>
                        <a:gd name="connsiteX28" fmla="*/ 624 w 51147"/>
                        <a:gd name="connsiteY28" fmla="*/ 1489 h 33007"/>
                        <a:gd name="connsiteX29" fmla="*/ 7949 w 51147"/>
                        <a:gd name="connsiteY29" fmla="*/ 7 h 33007"/>
                        <a:gd name="connsiteX30" fmla="*/ 8905 w 51147"/>
                        <a:gd name="connsiteY30" fmla="*/ 779 h 33007"/>
                        <a:gd name="connsiteX31" fmla="*/ 8133 w 51147"/>
                        <a:gd name="connsiteY31" fmla="*/ 1734 h 33007"/>
                        <a:gd name="connsiteX32" fmla="*/ 1126 w 51147"/>
                        <a:gd name="connsiteY32" fmla="*/ 3155 h 33007"/>
                        <a:gd name="connsiteX33" fmla="*/ 869 w 51147"/>
                        <a:gd name="connsiteY33" fmla="*/ 3192 h 330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</a:cxnLst>
                      <a:rect l="l" t="t" r="r" b="b"/>
                      <a:pathLst>
                        <a:path w="51147" h="33007">
                          <a:moveTo>
                            <a:pt x="50260" y="33008"/>
                          </a:moveTo>
                          <a:cubicBezTo>
                            <a:pt x="49855" y="33008"/>
                            <a:pt x="49488" y="32714"/>
                            <a:pt x="49402" y="32297"/>
                          </a:cubicBezTo>
                          <a:cubicBezTo>
                            <a:pt x="49059" y="30558"/>
                            <a:pt x="48594" y="28818"/>
                            <a:pt x="48006" y="27128"/>
                          </a:cubicBezTo>
                          <a:cubicBezTo>
                            <a:pt x="47810" y="26564"/>
                            <a:pt x="47601" y="26001"/>
                            <a:pt x="47381" y="25437"/>
                          </a:cubicBezTo>
                          <a:cubicBezTo>
                            <a:pt x="47197" y="24984"/>
                            <a:pt x="47418" y="24482"/>
                            <a:pt x="47871" y="24298"/>
                          </a:cubicBezTo>
                          <a:cubicBezTo>
                            <a:pt x="48324" y="24114"/>
                            <a:pt x="48826" y="24335"/>
                            <a:pt x="49010" y="24788"/>
                          </a:cubicBezTo>
                          <a:cubicBezTo>
                            <a:pt x="49243" y="25364"/>
                            <a:pt x="49463" y="25952"/>
                            <a:pt x="49672" y="26552"/>
                          </a:cubicBezTo>
                          <a:cubicBezTo>
                            <a:pt x="50284" y="28316"/>
                            <a:pt x="50774" y="30141"/>
                            <a:pt x="51129" y="31954"/>
                          </a:cubicBezTo>
                          <a:cubicBezTo>
                            <a:pt x="51227" y="32432"/>
                            <a:pt x="50909" y="32885"/>
                            <a:pt x="50443" y="32983"/>
                          </a:cubicBezTo>
                          <a:cubicBezTo>
                            <a:pt x="50382" y="32983"/>
                            <a:pt x="50333" y="32995"/>
                            <a:pt x="50272" y="32995"/>
                          </a:cubicBezTo>
                          <a:close/>
                          <a:moveTo>
                            <a:pt x="42163" y="15785"/>
                          </a:moveTo>
                          <a:cubicBezTo>
                            <a:pt x="41905" y="15785"/>
                            <a:pt x="41660" y="15674"/>
                            <a:pt x="41489" y="15466"/>
                          </a:cubicBezTo>
                          <a:cubicBezTo>
                            <a:pt x="39982" y="13629"/>
                            <a:pt x="38292" y="11926"/>
                            <a:pt x="36454" y="10395"/>
                          </a:cubicBezTo>
                          <a:cubicBezTo>
                            <a:pt x="36087" y="10088"/>
                            <a:pt x="36038" y="9537"/>
                            <a:pt x="36344" y="9170"/>
                          </a:cubicBezTo>
                          <a:cubicBezTo>
                            <a:pt x="36650" y="8802"/>
                            <a:pt x="37201" y="8753"/>
                            <a:pt x="37581" y="9059"/>
                          </a:cubicBezTo>
                          <a:cubicBezTo>
                            <a:pt x="39492" y="10652"/>
                            <a:pt x="41268" y="12440"/>
                            <a:pt x="42849" y="14364"/>
                          </a:cubicBezTo>
                          <a:cubicBezTo>
                            <a:pt x="43155" y="14731"/>
                            <a:pt x="43106" y="15282"/>
                            <a:pt x="42726" y="15589"/>
                          </a:cubicBezTo>
                          <a:cubicBezTo>
                            <a:pt x="42567" y="15723"/>
                            <a:pt x="42371" y="15785"/>
                            <a:pt x="42175" y="15785"/>
                          </a:cubicBezTo>
                          <a:close/>
                          <a:moveTo>
                            <a:pt x="26863" y="4478"/>
                          </a:moveTo>
                          <a:cubicBezTo>
                            <a:pt x="26752" y="4478"/>
                            <a:pt x="26642" y="4454"/>
                            <a:pt x="26532" y="4417"/>
                          </a:cubicBezTo>
                          <a:cubicBezTo>
                            <a:pt x="24327" y="3510"/>
                            <a:pt x="22024" y="2812"/>
                            <a:pt x="19697" y="2322"/>
                          </a:cubicBezTo>
                          <a:cubicBezTo>
                            <a:pt x="19219" y="2224"/>
                            <a:pt x="18925" y="1759"/>
                            <a:pt x="19011" y="1293"/>
                          </a:cubicBezTo>
                          <a:cubicBezTo>
                            <a:pt x="19109" y="815"/>
                            <a:pt x="19574" y="509"/>
                            <a:pt x="20040" y="607"/>
                          </a:cubicBezTo>
                          <a:cubicBezTo>
                            <a:pt x="22477" y="1109"/>
                            <a:pt x="24878" y="1844"/>
                            <a:pt x="27193" y="2788"/>
                          </a:cubicBezTo>
                          <a:cubicBezTo>
                            <a:pt x="27634" y="2971"/>
                            <a:pt x="27855" y="3486"/>
                            <a:pt x="27671" y="3927"/>
                          </a:cubicBezTo>
                          <a:cubicBezTo>
                            <a:pt x="27536" y="4270"/>
                            <a:pt x="27206" y="4466"/>
                            <a:pt x="26863" y="4466"/>
                          </a:cubicBezTo>
                          <a:close/>
                          <a:moveTo>
                            <a:pt x="869" y="3204"/>
                          </a:moveTo>
                          <a:cubicBezTo>
                            <a:pt x="489" y="3204"/>
                            <a:pt x="146" y="2959"/>
                            <a:pt x="36" y="2579"/>
                          </a:cubicBezTo>
                          <a:cubicBezTo>
                            <a:pt x="-99" y="2114"/>
                            <a:pt x="158" y="1624"/>
                            <a:pt x="624" y="1489"/>
                          </a:cubicBezTo>
                          <a:cubicBezTo>
                            <a:pt x="3012" y="766"/>
                            <a:pt x="5487" y="264"/>
                            <a:pt x="7949" y="7"/>
                          </a:cubicBezTo>
                          <a:cubicBezTo>
                            <a:pt x="8427" y="-54"/>
                            <a:pt x="8855" y="301"/>
                            <a:pt x="8905" y="779"/>
                          </a:cubicBezTo>
                          <a:cubicBezTo>
                            <a:pt x="8954" y="1256"/>
                            <a:pt x="8611" y="1685"/>
                            <a:pt x="8133" y="1734"/>
                          </a:cubicBezTo>
                          <a:cubicBezTo>
                            <a:pt x="5769" y="1979"/>
                            <a:pt x="3417" y="2457"/>
                            <a:pt x="1126" y="3155"/>
                          </a:cubicBezTo>
                          <a:cubicBezTo>
                            <a:pt x="1040" y="3180"/>
                            <a:pt x="954" y="3192"/>
                            <a:pt x="869" y="3192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58" name="Forme libre : forme 2757">
                      <a:extLst>
                        <a:ext uri="{FF2B5EF4-FFF2-40B4-BE49-F238E27FC236}">
                          <a16:creationId xmlns:a16="http://schemas.microsoft.com/office/drawing/2014/main" id="{224AAE53-4FC9-A3BA-C590-301E29A5DD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5077" y="587682"/>
                      <a:ext cx="2301" cy="5200"/>
                    </a:xfrm>
                    <a:custGeom>
                      <a:avLst/>
                      <a:gdLst>
                        <a:gd name="connsiteX0" fmla="*/ 876 w 2301"/>
                        <a:gd name="connsiteY0" fmla="*/ 5189 h 5200"/>
                        <a:gd name="connsiteX1" fmla="*/ 693 w 2301"/>
                        <a:gd name="connsiteY1" fmla="*/ 5176 h 5200"/>
                        <a:gd name="connsiteX2" fmla="*/ 19 w 2301"/>
                        <a:gd name="connsiteY2" fmla="*/ 4147 h 5200"/>
                        <a:gd name="connsiteX3" fmla="*/ 558 w 2301"/>
                        <a:gd name="connsiteY3" fmla="*/ 779 h 5200"/>
                        <a:gd name="connsiteX4" fmla="*/ 1525 w 2301"/>
                        <a:gd name="connsiteY4" fmla="*/ 7 h 5200"/>
                        <a:gd name="connsiteX5" fmla="*/ 2297 w 2301"/>
                        <a:gd name="connsiteY5" fmla="*/ 975 h 5200"/>
                        <a:gd name="connsiteX6" fmla="*/ 1734 w 2301"/>
                        <a:gd name="connsiteY6" fmla="*/ 4503 h 5200"/>
                        <a:gd name="connsiteX7" fmla="*/ 876 w 2301"/>
                        <a:gd name="connsiteY7" fmla="*/ 5201 h 5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01" h="5200">
                          <a:moveTo>
                            <a:pt x="876" y="5189"/>
                          </a:moveTo>
                          <a:cubicBezTo>
                            <a:pt x="876" y="5189"/>
                            <a:pt x="754" y="5189"/>
                            <a:pt x="693" y="5176"/>
                          </a:cubicBezTo>
                          <a:cubicBezTo>
                            <a:pt x="215" y="5078"/>
                            <a:pt x="-79" y="4613"/>
                            <a:pt x="19" y="4147"/>
                          </a:cubicBezTo>
                          <a:cubicBezTo>
                            <a:pt x="252" y="3033"/>
                            <a:pt x="435" y="1893"/>
                            <a:pt x="558" y="779"/>
                          </a:cubicBezTo>
                          <a:cubicBezTo>
                            <a:pt x="619" y="301"/>
                            <a:pt x="1048" y="-54"/>
                            <a:pt x="1525" y="7"/>
                          </a:cubicBezTo>
                          <a:cubicBezTo>
                            <a:pt x="2003" y="68"/>
                            <a:pt x="2346" y="497"/>
                            <a:pt x="2297" y="975"/>
                          </a:cubicBezTo>
                          <a:cubicBezTo>
                            <a:pt x="2162" y="2151"/>
                            <a:pt x="1966" y="3339"/>
                            <a:pt x="1734" y="4503"/>
                          </a:cubicBezTo>
                          <a:cubicBezTo>
                            <a:pt x="1648" y="4919"/>
                            <a:pt x="1281" y="5201"/>
                            <a:pt x="876" y="5201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748" name="Graphique 4">
                    <a:extLst>
                      <a:ext uri="{FF2B5EF4-FFF2-40B4-BE49-F238E27FC236}">
                        <a16:creationId xmlns:a16="http://schemas.microsoft.com/office/drawing/2014/main" id="{8A7CE375-3FB9-C7E5-6E3F-C10E10F70F96}"/>
                      </a:ext>
                    </a:extLst>
                  </p:cNvPr>
                  <p:cNvGrpSpPr/>
                  <p:nvPr/>
                </p:nvGrpSpPr>
                <p:grpSpPr>
                  <a:xfrm>
                    <a:off x="1608464" y="573610"/>
                    <a:ext cx="62354" cy="50277"/>
                    <a:chOff x="1608464" y="573610"/>
                    <a:chExt cx="62354" cy="50277"/>
                  </a:xfrm>
                  <a:solidFill>
                    <a:srgbClr val="B1ABE5"/>
                  </a:solidFill>
                </p:grpSpPr>
                <p:sp>
                  <p:nvSpPr>
                    <p:cNvPr id="2753" name="Forme libre : forme 2752">
                      <a:extLst>
                        <a:ext uri="{FF2B5EF4-FFF2-40B4-BE49-F238E27FC236}">
                          <a16:creationId xmlns:a16="http://schemas.microsoft.com/office/drawing/2014/main" id="{866911A8-849F-A438-9803-472D280E4B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66109" y="615270"/>
                      <a:ext cx="4709" cy="3594"/>
                    </a:xfrm>
                    <a:custGeom>
                      <a:avLst/>
                      <a:gdLst>
                        <a:gd name="connsiteX0" fmla="*/ 870 w 4709"/>
                        <a:gd name="connsiteY0" fmla="*/ 3594 h 3594"/>
                        <a:gd name="connsiteX1" fmla="*/ 110 w 4709"/>
                        <a:gd name="connsiteY1" fmla="*/ 3153 h 3594"/>
                        <a:gd name="connsiteX2" fmla="*/ 441 w 4709"/>
                        <a:gd name="connsiteY2" fmla="*/ 1965 h 3594"/>
                        <a:gd name="connsiteX3" fmla="*/ 3344 w 4709"/>
                        <a:gd name="connsiteY3" fmla="*/ 152 h 3594"/>
                        <a:gd name="connsiteX4" fmla="*/ 4557 w 4709"/>
                        <a:gd name="connsiteY4" fmla="*/ 373 h 3594"/>
                        <a:gd name="connsiteX5" fmla="*/ 4337 w 4709"/>
                        <a:gd name="connsiteY5" fmla="*/ 1585 h 3594"/>
                        <a:gd name="connsiteX6" fmla="*/ 1299 w 4709"/>
                        <a:gd name="connsiteY6" fmla="*/ 3472 h 3594"/>
                        <a:gd name="connsiteX7" fmla="*/ 870 w 4709"/>
                        <a:gd name="connsiteY7" fmla="*/ 3582 h 35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709" h="3594">
                          <a:moveTo>
                            <a:pt x="870" y="3594"/>
                          </a:moveTo>
                          <a:cubicBezTo>
                            <a:pt x="564" y="3594"/>
                            <a:pt x="270" y="3435"/>
                            <a:pt x="110" y="3153"/>
                          </a:cubicBezTo>
                          <a:cubicBezTo>
                            <a:pt x="-122" y="2737"/>
                            <a:pt x="25" y="2198"/>
                            <a:pt x="441" y="1965"/>
                          </a:cubicBezTo>
                          <a:cubicBezTo>
                            <a:pt x="1433" y="1414"/>
                            <a:pt x="2401" y="801"/>
                            <a:pt x="3344" y="152"/>
                          </a:cubicBezTo>
                          <a:cubicBezTo>
                            <a:pt x="3736" y="-117"/>
                            <a:pt x="4288" y="-19"/>
                            <a:pt x="4557" y="373"/>
                          </a:cubicBezTo>
                          <a:cubicBezTo>
                            <a:pt x="4827" y="765"/>
                            <a:pt x="4729" y="1316"/>
                            <a:pt x="4337" y="1585"/>
                          </a:cubicBezTo>
                          <a:cubicBezTo>
                            <a:pt x="3357" y="2259"/>
                            <a:pt x="2340" y="2896"/>
                            <a:pt x="1299" y="3472"/>
                          </a:cubicBezTo>
                          <a:cubicBezTo>
                            <a:pt x="1164" y="3545"/>
                            <a:pt x="1017" y="3582"/>
                            <a:pt x="870" y="3582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54" name="Forme libre : forme 2753">
                      <a:extLst>
                        <a:ext uri="{FF2B5EF4-FFF2-40B4-BE49-F238E27FC236}">
                          <a16:creationId xmlns:a16="http://schemas.microsoft.com/office/drawing/2014/main" id="{19F986E5-1B73-5D63-69F4-24B4AF5855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08464" y="588696"/>
                      <a:ext cx="48476" cy="35191"/>
                    </a:xfrm>
                    <a:custGeom>
                      <a:avLst/>
                      <a:gdLst>
                        <a:gd name="connsiteX0" fmla="*/ 40471 w 48476"/>
                        <a:gd name="connsiteY0" fmla="*/ 35179 h 35191"/>
                        <a:gd name="connsiteX1" fmla="*/ 39601 w 48476"/>
                        <a:gd name="connsiteY1" fmla="*/ 34334 h 35191"/>
                        <a:gd name="connsiteX2" fmla="*/ 40446 w 48476"/>
                        <a:gd name="connsiteY2" fmla="*/ 33440 h 35191"/>
                        <a:gd name="connsiteX3" fmla="*/ 47417 w 48476"/>
                        <a:gd name="connsiteY3" fmla="*/ 32594 h 35191"/>
                        <a:gd name="connsiteX4" fmla="*/ 48458 w 48476"/>
                        <a:gd name="connsiteY4" fmla="*/ 33268 h 35191"/>
                        <a:gd name="connsiteX5" fmla="*/ 47784 w 48476"/>
                        <a:gd name="connsiteY5" fmla="*/ 34309 h 35191"/>
                        <a:gd name="connsiteX6" fmla="*/ 40483 w 48476"/>
                        <a:gd name="connsiteY6" fmla="*/ 35191 h 35191"/>
                        <a:gd name="connsiteX7" fmla="*/ 40459 w 48476"/>
                        <a:gd name="connsiteY7" fmla="*/ 35191 h 35191"/>
                        <a:gd name="connsiteX8" fmla="*/ 28907 w 48476"/>
                        <a:gd name="connsiteY8" fmla="*/ 33746 h 35191"/>
                        <a:gd name="connsiteX9" fmla="*/ 28675 w 48476"/>
                        <a:gd name="connsiteY9" fmla="*/ 33709 h 35191"/>
                        <a:gd name="connsiteX10" fmla="*/ 21815 w 48476"/>
                        <a:gd name="connsiteY10" fmla="*/ 31076 h 35191"/>
                        <a:gd name="connsiteX11" fmla="*/ 21423 w 48476"/>
                        <a:gd name="connsiteY11" fmla="*/ 29900 h 35191"/>
                        <a:gd name="connsiteX12" fmla="*/ 22599 w 48476"/>
                        <a:gd name="connsiteY12" fmla="*/ 29508 h 35191"/>
                        <a:gd name="connsiteX13" fmla="*/ 29165 w 48476"/>
                        <a:gd name="connsiteY13" fmla="*/ 32019 h 35191"/>
                        <a:gd name="connsiteX14" fmla="*/ 29765 w 48476"/>
                        <a:gd name="connsiteY14" fmla="*/ 33097 h 35191"/>
                        <a:gd name="connsiteX15" fmla="*/ 28920 w 48476"/>
                        <a:gd name="connsiteY15" fmla="*/ 33734 h 35191"/>
                        <a:gd name="connsiteX16" fmla="*/ 12627 w 48476"/>
                        <a:gd name="connsiteY16" fmla="*/ 24510 h 35191"/>
                        <a:gd name="connsiteX17" fmla="*/ 12027 w 48476"/>
                        <a:gd name="connsiteY17" fmla="*/ 24265 h 35191"/>
                        <a:gd name="connsiteX18" fmla="*/ 7189 w 48476"/>
                        <a:gd name="connsiteY18" fmla="*/ 18740 h 35191"/>
                        <a:gd name="connsiteX19" fmla="*/ 7384 w 48476"/>
                        <a:gd name="connsiteY19" fmla="*/ 17515 h 35191"/>
                        <a:gd name="connsiteX20" fmla="*/ 8609 w 48476"/>
                        <a:gd name="connsiteY20" fmla="*/ 17711 h 35191"/>
                        <a:gd name="connsiteX21" fmla="*/ 13240 w 48476"/>
                        <a:gd name="connsiteY21" fmla="*/ 22991 h 35191"/>
                        <a:gd name="connsiteX22" fmla="*/ 13277 w 48476"/>
                        <a:gd name="connsiteY22" fmla="*/ 24228 h 35191"/>
                        <a:gd name="connsiteX23" fmla="*/ 12640 w 48476"/>
                        <a:gd name="connsiteY23" fmla="*/ 24497 h 35191"/>
                        <a:gd name="connsiteX24" fmla="*/ 2558 w 48476"/>
                        <a:gd name="connsiteY24" fmla="*/ 8744 h 35191"/>
                        <a:gd name="connsiteX25" fmla="*/ 1725 w 48476"/>
                        <a:gd name="connsiteY25" fmla="*/ 8156 h 35191"/>
                        <a:gd name="connsiteX26" fmla="*/ 10 w 48476"/>
                        <a:gd name="connsiteY26" fmla="*/ 1002 h 35191"/>
                        <a:gd name="connsiteX27" fmla="*/ 745 w 48476"/>
                        <a:gd name="connsiteY27" fmla="*/ 10 h 35191"/>
                        <a:gd name="connsiteX28" fmla="*/ 1737 w 48476"/>
                        <a:gd name="connsiteY28" fmla="*/ 757 h 35191"/>
                        <a:gd name="connsiteX29" fmla="*/ 3367 w 48476"/>
                        <a:gd name="connsiteY29" fmla="*/ 7593 h 35191"/>
                        <a:gd name="connsiteX30" fmla="*/ 2815 w 48476"/>
                        <a:gd name="connsiteY30" fmla="*/ 8695 h 35191"/>
                        <a:gd name="connsiteX31" fmla="*/ 2534 w 48476"/>
                        <a:gd name="connsiteY31" fmla="*/ 8744 h 351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</a:cxnLst>
                      <a:rect l="l" t="t" r="r" b="b"/>
                      <a:pathLst>
                        <a:path w="48476" h="35191">
                          <a:moveTo>
                            <a:pt x="40471" y="35179"/>
                          </a:moveTo>
                          <a:cubicBezTo>
                            <a:pt x="40006" y="35179"/>
                            <a:pt x="39614" y="34799"/>
                            <a:pt x="39601" y="34334"/>
                          </a:cubicBezTo>
                          <a:cubicBezTo>
                            <a:pt x="39589" y="33856"/>
                            <a:pt x="39969" y="33452"/>
                            <a:pt x="40446" y="33440"/>
                          </a:cubicBezTo>
                          <a:cubicBezTo>
                            <a:pt x="42786" y="33378"/>
                            <a:pt x="45126" y="33085"/>
                            <a:pt x="47417" y="32594"/>
                          </a:cubicBezTo>
                          <a:cubicBezTo>
                            <a:pt x="47894" y="32497"/>
                            <a:pt x="48348" y="32790"/>
                            <a:pt x="48458" y="33268"/>
                          </a:cubicBezTo>
                          <a:cubicBezTo>
                            <a:pt x="48556" y="33746"/>
                            <a:pt x="48262" y="34211"/>
                            <a:pt x="47784" y="34309"/>
                          </a:cubicBezTo>
                          <a:cubicBezTo>
                            <a:pt x="45383" y="34836"/>
                            <a:pt x="42933" y="35130"/>
                            <a:pt x="40483" y="35191"/>
                          </a:cubicBezTo>
                          <a:lnTo>
                            <a:pt x="40459" y="35191"/>
                          </a:lnTo>
                          <a:close/>
                          <a:moveTo>
                            <a:pt x="28907" y="33746"/>
                          </a:moveTo>
                          <a:cubicBezTo>
                            <a:pt x="28834" y="33746"/>
                            <a:pt x="28748" y="33746"/>
                            <a:pt x="28675" y="33709"/>
                          </a:cubicBezTo>
                          <a:cubicBezTo>
                            <a:pt x="26323" y="33048"/>
                            <a:pt x="24007" y="32166"/>
                            <a:pt x="21815" y="31076"/>
                          </a:cubicBezTo>
                          <a:cubicBezTo>
                            <a:pt x="21386" y="30867"/>
                            <a:pt x="21202" y="30341"/>
                            <a:pt x="21423" y="29900"/>
                          </a:cubicBezTo>
                          <a:cubicBezTo>
                            <a:pt x="21631" y="29471"/>
                            <a:pt x="22158" y="29287"/>
                            <a:pt x="22599" y="29508"/>
                          </a:cubicBezTo>
                          <a:cubicBezTo>
                            <a:pt x="24706" y="30549"/>
                            <a:pt x="26911" y="31394"/>
                            <a:pt x="29165" y="32019"/>
                          </a:cubicBezTo>
                          <a:cubicBezTo>
                            <a:pt x="29630" y="32154"/>
                            <a:pt x="29899" y="32631"/>
                            <a:pt x="29765" y="33097"/>
                          </a:cubicBezTo>
                          <a:cubicBezTo>
                            <a:pt x="29655" y="33476"/>
                            <a:pt x="29312" y="33734"/>
                            <a:pt x="28920" y="33734"/>
                          </a:cubicBezTo>
                          <a:close/>
                          <a:moveTo>
                            <a:pt x="12627" y="24510"/>
                          </a:moveTo>
                          <a:cubicBezTo>
                            <a:pt x="12407" y="24510"/>
                            <a:pt x="12199" y="24436"/>
                            <a:pt x="12027" y="24265"/>
                          </a:cubicBezTo>
                          <a:cubicBezTo>
                            <a:pt x="10251" y="22574"/>
                            <a:pt x="8622" y="20725"/>
                            <a:pt x="7189" y="18740"/>
                          </a:cubicBezTo>
                          <a:cubicBezTo>
                            <a:pt x="6907" y="18348"/>
                            <a:pt x="6993" y="17797"/>
                            <a:pt x="7384" y="17515"/>
                          </a:cubicBezTo>
                          <a:cubicBezTo>
                            <a:pt x="7777" y="17233"/>
                            <a:pt x="8328" y="17319"/>
                            <a:pt x="8609" y="17711"/>
                          </a:cubicBezTo>
                          <a:cubicBezTo>
                            <a:pt x="9981" y="19610"/>
                            <a:pt x="11537" y="21386"/>
                            <a:pt x="13240" y="22991"/>
                          </a:cubicBezTo>
                          <a:cubicBezTo>
                            <a:pt x="13595" y="23321"/>
                            <a:pt x="13607" y="23873"/>
                            <a:pt x="13277" y="24228"/>
                          </a:cubicBezTo>
                          <a:cubicBezTo>
                            <a:pt x="13105" y="24412"/>
                            <a:pt x="12872" y="24497"/>
                            <a:pt x="12640" y="24497"/>
                          </a:cubicBezTo>
                          <a:close/>
                          <a:moveTo>
                            <a:pt x="2558" y="8744"/>
                          </a:moveTo>
                          <a:cubicBezTo>
                            <a:pt x="2191" y="8744"/>
                            <a:pt x="1848" y="8512"/>
                            <a:pt x="1725" y="8156"/>
                          </a:cubicBezTo>
                          <a:cubicBezTo>
                            <a:pt x="941" y="5829"/>
                            <a:pt x="365" y="3428"/>
                            <a:pt x="10" y="1002"/>
                          </a:cubicBezTo>
                          <a:cubicBezTo>
                            <a:pt x="-63" y="525"/>
                            <a:pt x="267" y="84"/>
                            <a:pt x="745" y="10"/>
                          </a:cubicBezTo>
                          <a:cubicBezTo>
                            <a:pt x="1223" y="-63"/>
                            <a:pt x="1664" y="267"/>
                            <a:pt x="1737" y="757"/>
                          </a:cubicBezTo>
                          <a:cubicBezTo>
                            <a:pt x="2068" y="3073"/>
                            <a:pt x="2619" y="5363"/>
                            <a:pt x="3367" y="7593"/>
                          </a:cubicBezTo>
                          <a:cubicBezTo>
                            <a:pt x="3526" y="8046"/>
                            <a:pt x="3281" y="8548"/>
                            <a:pt x="2815" y="8695"/>
                          </a:cubicBezTo>
                          <a:cubicBezTo>
                            <a:pt x="2717" y="8732"/>
                            <a:pt x="2632" y="8744"/>
                            <a:pt x="2534" y="8744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55" name="Forme libre : forme 2754">
                      <a:extLst>
                        <a:ext uri="{FF2B5EF4-FFF2-40B4-BE49-F238E27FC236}">
                          <a16:creationId xmlns:a16="http://schemas.microsoft.com/office/drawing/2014/main" id="{A8C5BD14-1F1C-3E7C-F380-C91ACF2AF3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08586" y="573610"/>
                      <a:ext cx="2464" cy="5173"/>
                    </a:xfrm>
                    <a:custGeom>
                      <a:avLst/>
                      <a:gdLst>
                        <a:gd name="connsiteX0" fmla="*/ 880 w 2464"/>
                        <a:gd name="connsiteY0" fmla="*/ 5149 h 5173"/>
                        <a:gd name="connsiteX1" fmla="*/ 733 w 2464"/>
                        <a:gd name="connsiteY1" fmla="*/ 5149 h 5173"/>
                        <a:gd name="connsiteX2" fmla="*/ 11 w 2464"/>
                        <a:gd name="connsiteY2" fmla="*/ 4145 h 5173"/>
                        <a:gd name="connsiteX3" fmla="*/ 746 w 2464"/>
                        <a:gd name="connsiteY3" fmla="*/ 653 h 5173"/>
                        <a:gd name="connsiteX4" fmla="*/ 1811 w 2464"/>
                        <a:gd name="connsiteY4" fmla="*/ 29 h 5173"/>
                        <a:gd name="connsiteX5" fmla="*/ 2436 w 2464"/>
                        <a:gd name="connsiteY5" fmla="*/ 1094 h 5173"/>
                        <a:gd name="connsiteX6" fmla="*/ 1738 w 2464"/>
                        <a:gd name="connsiteY6" fmla="*/ 4439 h 5173"/>
                        <a:gd name="connsiteX7" fmla="*/ 880 w 2464"/>
                        <a:gd name="connsiteY7" fmla="*/ 5174 h 51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464" h="5173">
                          <a:moveTo>
                            <a:pt x="880" y="5149"/>
                          </a:moveTo>
                          <a:cubicBezTo>
                            <a:pt x="880" y="5149"/>
                            <a:pt x="782" y="5149"/>
                            <a:pt x="733" y="5149"/>
                          </a:cubicBezTo>
                          <a:cubicBezTo>
                            <a:pt x="255" y="5076"/>
                            <a:pt x="-63" y="4622"/>
                            <a:pt x="11" y="4145"/>
                          </a:cubicBezTo>
                          <a:cubicBezTo>
                            <a:pt x="206" y="2969"/>
                            <a:pt x="452" y="1793"/>
                            <a:pt x="746" y="653"/>
                          </a:cubicBezTo>
                          <a:cubicBezTo>
                            <a:pt x="868" y="188"/>
                            <a:pt x="1346" y="-94"/>
                            <a:pt x="1811" y="29"/>
                          </a:cubicBezTo>
                          <a:cubicBezTo>
                            <a:pt x="2277" y="151"/>
                            <a:pt x="2558" y="629"/>
                            <a:pt x="2436" y="1094"/>
                          </a:cubicBezTo>
                          <a:cubicBezTo>
                            <a:pt x="2154" y="2197"/>
                            <a:pt x="1921" y="3312"/>
                            <a:pt x="1738" y="4439"/>
                          </a:cubicBezTo>
                          <a:cubicBezTo>
                            <a:pt x="1664" y="4867"/>
                            <a:pt x="1297" y="5174"/>
                            <a:pt x="880" y="5174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749" name="Graphique 4">
                    <a:extLst>
                      <a:ext uri="{FF2B5EF4-FFF2-40B4-BE49-F238E27FC236}">
                        <a16:creationId xmlns:a16="http://schemas.microsoft.com/office/drawing/2014/main" id="{16D6C2D0-A061-7CA1-E3C9-DE6E72EC7366}"/>
                      </a:ext>
                    </a:extLst>
                  </p:cNvPr>
                  <p:cNvGrpSpPr/>
                  <p:nvPr/>
                </p:nvGrpSpPr>
                <p:grpSpPr>
                  <a:xfrm>
                    <a:off x="1618534" y="554409"/>
                    <a:ext cx="59233" cy="59233"/>
                    <a:chOff x="1618534" y="554409"/>
                    <a:chExt cx="59233" cy="59233"/>
                  </a:xfrm>
                </p:grpSpPr>
                <p:sp>
                  <p:nvSpPr>
                    <p:cNvPr id="2750" name="Forme libre : forme 2749">
                      <a:extLst>
                        <a:ext uri="{FF2B5EF4-FFF2-40B4-BE49-F238E27FC236}">
                          <a16:creationId xmlns:a16="http://schemas.microsoft.com/office/drawing/2014/main" id="{E25C4861-FD4D-D343-1925-0F105890B7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8534" y="554409"/>
                      <a:ext cx="59233" cy="59233"/>
                    </a:xfrm>
                    <a:custGeom>
                      <a:avLst/>
                      <a:gdLst>
                        <a:gd name="connsiteX0" fmla="*/ 1540 w 59233"/>
                        <a:gd name="connsiteY0" fmla="*/ 18702 h 59233"/>
                        <a:gd name="connsiteX1" fmla="*/ 1614 w 59233"/>
                        <a:gd name="connsiteY1" fmla="*/ 19241 h 59233"/>
                        <a:gd name="connsiteX2" fmla="*/ 5509 w 59233"/>
                        <a:gd name="connsiteY2" fmla="*/ 23382 h 59233"/>
                        <a:gd name="connsiteX3" fmla="*/ 4774 w 59233"/>
                        <a:gd name="connsiteY3" fmla="*/ 31369 h 59233"/>
                        <a:gd name="connsiteX4" fmla="*/ 193 w 59233"/>
                        <a:gd name="connsiteY4" fmla="*/ 34737 h 59233"/>
                        <a:gd name="connsiteX5" fmla="*/ 22 w 59233"/>
                        <a:gd name="connsiteY5" fmla="*/ 35252 h 59233"/>
                        <a:gd name="connsiteX6" fmla="*/ 2043 w 59233"/>
                        <a:gd name="connsiteY6" fmla="*/ 41756 h 59233"/>
                        <a:gd name="connsiteX7" fmla="*/ 2471 w 59233"/>
                        <a:gd name="connsiteY7" fmla="*/ 42087 h 59233"/>
                        <a:gd name="connsiteX8" fmla="*/ 8143 w 59233"/>
                        <a:gd name="connsiteY8" fmla="*/ 42259 h 59233"/>
                        <a:gd name="connsiteX9" fmla="*/ 13276 w 59233"/>
                        <a:gd name="connsiteY9" fmla="*/ 48420 h 59233"/>
                        <a:gd name="connsiteX10" fmla="*/ 12418 w 59233"/>
                        <a:gd name="connsiteY10" fmla="*/ 54043 h 59233"/>
                        <a:gd name="connsiteX11" fmla="*/ 12663 w 59233"/>
                        <a:gd name="connsiteY11" fmla="*/ 54521 h 59233"/>
                        <a:gd name="connsiteX12" fmla="*/ 18702 w 59233"/>
                        <a:gd name="connsiteY12" fmla="*/ 57693 h 59233"/>
                        <a:gd name="connsiteX13" fmla="*/ 19241 w 59233"/>
                        <a:gd name="connsiteY13" fmla="*/ 57620 h 59233"/>
                        <a:gd name="connsiteX14" fmla="*/ 23382 w 59233"/>
                        <a:gd name="connsiteY14" fmla="*/ 53724 h 59233"/>
                        <a:gd name="connsiteX15" fmla="*/ 31369 w 59233"/>
                        <a:gd name="connsiteY15" fmla="*/ 54459 h 59233"/>
                        <a:gd name="connsiteX16" fmla="*/ 34737 w 59233"/>
                        <a:gd name="connsiteY16" fmla="*/ 59041 h 59233"/>
                        <a:gd name="connsiteX17" fmla="*/ 35252 w 59233"/>
                        <a:gd name="connsiteY17" fmla="*/ 59212 h 59233"/>
                        <a:gd name="connsiteX18" fmla="*/ 41756 w 59233"/>
                        <a:gd name="connsiteY18" fmla="*/ 57191 h 59233"/>
                        <a:gd name="connsiteX19" fmla="*/ 42087 w 59233"/>
                        <a:gd name="connsiteY19" fmla="*/ 56762 h 59233"/>
                        <a:gd name="connsiteX20" fmla="*/ 42259 w 59233"/>
                        <a:gd name="connsiteY20" fmla="*/ 51091 h 59233"/>
                        <a:gd name="connsiteX21" fmla="*/ 48420 w 59233"/>
                        <a:gd name="connsiteY21" fmla="*/ 45958 h 59233"/>
                        <a:gd name="connsiteX22" fmla="*/ 54043 w 59233"/>
                        <a:gd name="connsiteY22" fmla="*/ 46816 h 59233"/>
                        <a:gd name="connsiteX23" fmla="*/ 54521 w 59233"/>
                        <a:gd name="connsiteY23" fmla="*/ 46570 h 59233"/>
                        <a:gd name="connsiteX24" fmla="*/ 57693 w 59233"/>
                        <a:gd name="connsiteY24" fmla="*/ 40531 h 59233"/>
                        <a:gd name="connsiteX25" fmla="*/ 57620 w 59233"/>
                        <a:gd name="connsiteY25" fmla="*/ 39992 h 59233"/>
                        <a:gd name="connsiteX26" fmla="*/ 53724 w 59233"/>
                        <a:gd name="connsiteY26" fmla="*/ 35852 h 59233"/>
                        <a:gd name="connsiteX27" fmla="*/ 54459 w 59233"/>
                        <a:gd name="connsiteY27" fmla="*/ 27865 h 59233"/>
                        <a:gd name="connsiteX28" fmla="*/ 59041 w 59233"/>
                        <a:gd name="connsiteY28" fmla="*/ 24496 h 59233"/>
                        <a:gd name="connsiteX29" fmla="*/ 59212 w 59233"/>
                        <a:gd name="connsiteY29" fmla="*/ 23982 h 59233"/>
                        <a:gd name="connsiteX30" fmla="*/ 57191 w 59233"/>
                        <a:gd name="connsiteY30" fmla="*/ 17477 h 59233"/>
                        <a:gd name="connsiteX31" fmla="*/ 56762 w 59233"/>
                        <a:gd name="connsiteY31" fmla="*/ 17147 h 59233"/>
                        <a:gd name="connsiteX32" fmla="*/ 51091 w 59233"/>
                        <a:gd name="connsiteY32" fmla="*/ 16975 h 59233"/>
                        <a:gd name="connsiteX33" fmla="*/ 45958 w 59233"/>
                        <a:gd name="connsiteY33" fmla="*/ 10814 h 59233"/>
                        <a:gd name="connsiteX34" fmla="*/ 46815 w 59233"/>
                        <a:gd name="connsiteY34" fmla="*/ 5191 h 59233"/>
                        <a:gd name="connsiteX35" fmla="*/ 46571 w 59233"/>
                        <a:gd name="connsiteY35" fmla="*/ 4713 h 59233"/>
                        <a:gd name="connsiteX36" fmla="*/ 40531 w 59233"/>
                        <a:gd name="connsiteY36" fmla="*/ 1540 h 59233"/>
                        <a:gd name="connsiteX37" fmla="*/ 39992 w 59233"/>
                        <a:gd name="connsiteY37" fmla="*/ 1614 h 59233"/>
                        <a:gd name="connsiteX38" fmla="*/ 35852 w 59233"/>
                        <a:gd name="connsiteY38" fmla="*/ 5509 h 59233"/>
                        <a:gd name="connsiteX39" fmla="*/ 27865 w 59233"/>
                        <a:gd name="connsiteY39" fmla="*/ 4774 h 59233"/>
                        <a:gd name="connsiteX40" fmla="*/ 24496 w 59233"/>
                        <a:gd name="connsiteY40" fmla="*/ 193 h 59233"/>
                        <a:gd name="connsiteX41" fmla="*/ 23982 w 59233"/>
                        <a:gd name="connsiteY41" fmla="*/ 21 h 59233"/>
                        <a:gd name="connsiteX42" fmla="*/ 17477 w 59233"/>
                        <a:gd name="connsiteY42" fmla="*/ 2043 h 59233"/>
                        <a:gd name="connsiteX43" fmla="*/ 17147 w 59233"/>
                        <a:gd name="connsiteY43" fmla="*/ 2471 h 59233"/>
                        <a:gd name="connsiteX44" fmla="*/ 16975 w 59233"/>
                        <a:gd name="connsiteY44" fmla="*/ 8143 h 59233"/>
                        <a:gd name="connsiteX45" fmla="*/ 10813 w 59233"/>
                        <a:gd name="connsiteY45" fmla="*/ 13276 h 59233"/>
                        <a:gd name="connsiteX46" fmla="*/ 5191 w 59233"/>
                        <a:gd name="connsiteY46" fmla="*/ 12418 h 59233"/>
                        <a:gd name="connsiteX47" fmla="*/ 4713 w 59233"/>
                        <a:gd name="connsiteY47" fmla="*/ 12663 h 59233"/>
                        <a:gd name="connsiteX48" fmla="*/ 1540 w 59233"/>
                        <a:gd name="connsiteY48" fmla="*/ 18702 h 592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59233" h="59233">
                          <a:moveTo>
                            <a:pt x="1540" y="18702"/>
                          </a:moveTo>
                          <a:cubicBezTo>
                            <a:pt x="1442" y="18874"/>
                            <a:pt x="1479" y="19094"/>
                            <a:pt x="1614" y="19241"/>
                          </a:cubicBezTo>
                          <a:lnTo>
                            <a:pt x="5509" y="23382"/>
                          </a:lnTo>
                          <a:cubicBezTo>
                            <a:pt x="4848" y="25954"/>
                            <a:pt x="4578" y="28649"/>
                            <a:pt x="4774" y="31369"/>
                          </a:cubicBezTo>
                          <a:lnTo>
                            <a:pt x="193" y="34737"/>
                          </a:lnTo>
                          <a:cubicBezTo>
                            <a:pt x="34" y="34860"/>
                            <a:pt x="-40" y="35068"/>
                            <a:pt x="22" y="35252"/>
                          </a:cubicBezTo>
                          <a:lnTo>
                            <a:pt x="2043" y="41756"/>
                          </a:lnTo>
                          <a:cubicBezTo>
                            <a:pt x="2104" y="41952"/>
                            <a:pt x="2275" y="42075"/>
                            <a:pt x="2471" y="42087"/>
                          </a:cubicBezTo>
                          <a:lnTo>
                            <a:pt x="8143" y="42259"/>
                          </a:lnTo>
                          <a:cubicBezTo>
                            <a:pt x="9527" y="44611"/>
                            <a:pt x="11267" y="46681"/>
                            <a:pt x="13276" y="48420"/>
                          </a:cubicBezTo>
                          <a:lnTo>
                            <a:pt x="12418" y="54043"/>
                          </a:lnTo>
                          <a:cubicBezTo>
                            <a:pt x="12394" y="54239"/>
                            <a:pt x="12492" y="54435"/>
                            <a:pt x="12663" y="54521"/>
                          </a:cubicBezTo>
                          <a:lnTo>
                            <a:pt x="18702" y="57693"/>
                          </a:lnTo>
                          <a:cubicBezTo>
                            <a:pt x="18874" y="57791"/>
                            <a:pt x="19094" y="57755"/>
                            <a:pt x="19241" y="57620"/>
                          </a:cubicBezTo>
                          <a:lnTo>
                            <a:pt x="23382" y="53724"/>
                          </a:lnTo>
                          <a:cubicBezTo>
                            <a:pt x="25954" y="54386"/>
                            <a:pt x="28649" y="54655"/>
                            <a:pt x="31369" y="54459"/>
                          </a:cubicBezTo>
                          <a:lnTo>
                            <a:pt x="34737" y="59041"/>
                          </a:lnTo>
                          <a:cubicBezTo>
                            <a:pt x="34860" y="59200"/>
                            <a:pt x="35056" y="59273"/>
                            <a:pt x="35252" y="59212"/>
                          </a:cubicBezTo>
                          <a:lnTo>
                            <a:pt x="41756" y="57191"/>
                          </a:lnTo>
                          <a:cubicBezTo>
                            <a:pt x="41952" y="57130"/>
                            <a:pt x="42075" y="56958"/>
                            <a:pt x="42087" y="56762"/>
                          </a:cubicBezTo>
                          <a:lnTo>
                            <a:pt x="42259" y="51091"/>
                          </a:lnTo>
                          <a:cubicBezTo>
                            <a:pt x="44610" y="49706"/>
                            <a:pt x="46681" y="47967"/>
                            <a:pt x="48420" y="45958"/>
                          </a:cubicBezTo>
                          <a:lnTo>
                            <a:pt x="54043" y="46816"/>
                          </a:lnTo>
                          <a:cubicBezTo>
                            <a:pt x="54239" y="46840"/>
                            <a:pt x="54435" y="46742"/>
                            <a:pt x="54521" y="46570"/>
                          </a:cubicBezTo>
                          <a:lnTo>
                            <a:pt x="57693" y="40531"/>
                          </a:lnTo>
                          <a:cubicBezTo>
                            <a:pt x="57791" y="40360"/>
                            <a:pt x="57755" y="40139"/>
                            <a:pt x="57620" y="39992"/>
                          </a:cubicBezTo>
                          <a:lnTo>
                            <a:pt x="53724" y="35852"/>
                          </a:lnTo>
                          <a:cubicBezTo>
                            <a:pt x="54386" y="33280"/>
                            <a:pt x="54655" y="30585"/>
                            <a:pt x="54459" y="27865"/>
                          </a:cubicBezTo>
                          <a:lnTo>
                            <a:pt x="59041" y="24496"/>
                          </a:lnTo>
                          <a:cubicBezTo>
                            <a:pt x="59200" y="24374"/>
                            <a:pt x="59274" y="24166"/>
                            <a:pt x="59212" y="23982"/>
                          </a:cubicBezTo>
                          <a:lnTo>
                            <a:pt x="57191" y="17477"/>
                          </a:lnTo>
                          <a:cubicBezTo>
                            <a:pt x="57130" y="17281"/>
                            <a:pt x="56958" y="17159"/>
                            <a:pt x="56762" y="17147"/>
                          </a:cubicBezTo>
                          <a:lnTo>
                            <a:pt x="51091" y="16975"/>
                          </a:lnTo>
                          <a:cubicBezTo>
                            <a:pt x="49706" y="14623"/>
                            <a:pt x="47967" y="12553"/>
                            <a:pt x="45958" y="10814"/>
                          </a:cubicBezTo>
                          <a:lnTo>
                            <a:pt x="46815" y="5191"/>
                          </a:lnTo>
                          <a:cubicBezTo>
                            <a:pt x="46840" y="4995"/>
                            <a:pt x="46742" y="4799"/>
                            <a:pt x="46571" y="4713"/>
                          </a:cubicBezTo>
                          <a:lnTo>
                            <a:pt x="40531" y="1540"/>
                          </a:lnTo>
                          <a:cubicBezTo>
                            <a:pt x="40360" y="1442"/>
                            <a:pt x="40139" y="1479"/>
                            <a:pt x="39992" y="1614"/>
                          </a:cubicBezTo>
                          <a:lnTo>
                            <a:pt x="35852" y="5509"/>
                          </a:lnTo>
                          <a:cubicBezTo>
                            <a:pt x="33279" y="4848"/>
                            <a:pt x="30585" y="4578"/>
                            <a:pt x="27865" y="4774"/>
                          </a:cubicBezTo>
                          <a:lnTo>
                            <a:pt x="24496" y="193"/>
                          </a:lnTo>
                          <a:cubicBezTo>
                            <a:pt x="24374" y="34"/>
                            <a:pt x="24166" y="-40"/>
                            <a:pt x="23982" y="21"/>
                          </a:cubicBezTo>
                          <a:lnTo>
                            <a:pt x="17477" y="2043"/>
                          </a:lnTo>
                          <a:cubicBezTo>
                            <a:pt x="17281" y="2104"/>
                            <a:pt x="17159" y="2275"/>
                            <a:pt x="17147" y="2471"/>
                          </a:cubicBezTo>
                          <a:lnTo>
                            <a:pt x="16975" y="8143"/>
                          </a:lnTo>
                          <a:cubicBezTo>
                            <a:pt x="14623" y="9527"/>
                            <a:pt x="12553" y="11267"/>
                            <a:pt x="10813" y="13276"/>
                          </a:cubicBezTo>
                          <a:lnTo>
                            <a:pt x="5191" y="12418"/>
                          </a:lnTo>
                          <a:cubicBezTo>
                            <a:pt x="4995" y="12394"/>
                            <a:pt x="4799" y="12492"/>
                            <a:pt x="4713" y="12663"/>
                          </a:cubicBezTo>
                          <a:lnTo>
                            <a:pt x="1540" y="18702"/>
                          </a:ln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51" name="Forme libre : forme 2750">
                      <a:extLst>
                        <a:ext uri="{FF2B5EF4-FFF2-40B4-BE49-F238E27FC236}">
                          <a16:creationId xmlns:a16="http://schemas.microsoft.com/office/drawing/2014/main" id="{014A8123-86E4-001D-0458-1CCAAFA69A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40781" y="576656"/>
                      <a:ext cx="14723" cy="14719"/>
                    </a:xfrm>
                    <a:custGeom>
                      <a:avLst/>
                      <a:gdLst>
                        <a:gd name="connsiteX0" fmla="*/ 7382 w 14723"/>
                        <a:gd name="connsiteY0" fmla="*/ 14720 h 14719"/>
                        <a:gd name="connsiteX1" fmla="*/ 1086 w 14723"/>
                        <a:gd name="connsiteY1" fmla="*/ 11204 h 14719"/>
                        <a:gd name="connsiteX2" fmla="*/ 204 w 14723"/>
                        <a:gd name="connsiteY2" fmla="*/ 5643 h 14719"/>
                        <a:gd name="connsiteX3" fmla="*/ 3524 w 14723"/>
                        <a:gd name="connsiteY3" fmla="*/ 1086 h 14719"/>
                        <a:gd name="connsiteX4" fmla="*/ 9085 w 14723"/>
                        <a:gd name="connsiteY4" fmla="*/ 204 h 14719"/>
                        <a:gd name="connsiteX5" fmla="*/ 13642 w 14723"/>
                        <a:gd name="connsiteY5" fmla="*/ 3524 h 14719"/>
                        <a:gd name="connsiteX6" fmla="*/ 11204 w 14723"/>
                        <a:gd name="connsiteY6" fmla="*/ 13642 h 14719"/>
                        <a:gd name="connsiteX7" fmla="*/ 7370 w 14723"/>
                        <a:gd name="connsiteY7" fmla="*/ 14720 h 14719"/>
                        <a:gd name="connsiteX8" fmla="*/ 7358 w 14723"/>
                        <a:gd name="connsiteY8" fmla="*/ 2617 h 14719"/>
                        <a:gd name="connsiteX9" fmla="*/ 4896 w 14723"/>
                        <a:gd name="connsiteY9" fmla="*/ 3315 h 14719"/>
                        <a:gd name="connsiteX10" fmla="*/ 2764 w 14723"/>
                        <a:gd name="connsiteY10" fmla="*/ 6243 h 14719"/>
                        <a:gd name="connsiteX11" fmla="*/ 3328 w 14723"/>
                        <a:gd name="connsiteY11" fmla="*/ 9832 h 14719"/>
                        <a:gd name="connsiteX12" fmla="*/ 3328 w 14723"/>
                        <a:gd name="connsiteY12" fmla="*/ 9832 h 14719"/>
                        <a:gd name="connsiteX13" fmla="*/ 9844 w 14723"/>
                        <a:gd name="connsiteY13" fmla="*/ 11400 h 14719"/>
                        <a:gd name="connsiteX14" fmla="*/ 11412 w 14723"/>
                        <a:gd name="connsiteY14" fmla="*/ 4883 h 14719"/>
                        <a:gd name="connsiteX15" fmla="*/ 8472 w 14723"/>
                        <a:gd name="connsiteY15" fmla="*/ 2752 h 14719"/>
                        <a:gd name="connsiteX16" fmla="*/ 7358 w 14723"/>
                        <a:gd name="connsiteY16" fmla="*/ 2617 h 147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4723" h="14719">
                          <a:moveTo>
                            <a:pt x="7382" y="14720"/>
                          </a:moveTo>
                          <a:cubicBezTo>
                            <a:pt x="4896" y="14720"/>
                            <a:pt x="2470" y="13470"/>
                            <a:pt x="1086" y="11204"/>
                          </a:cubicBezTo>
                          <a:cubicBezTo>
                            <a:pt x="57" y="9526"/>
                            <a:pt x="-249" y="7554"/>
                            <a:pt x="204" y="5643"/>
                          </a:cubicBezTo>
                          <a:cubicBezTo>
                            <a:pt x="669" y="3732"/>
                            <a:pt x="1845" y="2115"/>
                            <a:pt x="3524" y="1086"/>
                          </a:cubicBezTo>
                          <a:cubicBezTo>
                            <a:pt x="5202" y="57"/>
                            <a:pt x="7174" y="-249"/>
                            <a:pt x="9085" y="204"/>
                          </a:cubicBezTo>
                          <a:cubicBezTo>
                            <a:pt x="10996" y="669"/>
                            <a:pt x="12613" y="1845"/>
                            <a:pt x="13642" y="3524"/>
                          </a:cubicBezTo>
                          <a:cubicBezTo>
                            <a:pt x="15761" y="6990"/>
                            <a:pt x="14671" y="11523"/>
                            <a:pt x="11204" y="13642"/>
                          </a:cubicBezTo>
                          <a:cubicBezTo>
                            <a:pt x="10004" y="14377"/>
                            <a:pt x="8681" y="14720"/>
                            <a:pt x="7370" y="14720"/>
                          </a:cubicBezTo>
                          <a:close/>
                          <a:moveTo>
                            <a:pt x="7358" y="2617"/>
                          </a:moveTo>
                          <a:cubicBezTo>
                            <a:pt x="6500" y="2617"/>
                            <a:pt x="5643" y="2850"/>
                            <a:pt x="4896" y="3315"/>
                          </a:cubicBezTo>
                          <a:cubicBezTo>
                            <a:pt x="3818" y="3977"/>
                            <a:pt x="3058" y="5018"/>
                            <a:pt x="2764" y="6243"/>
                          </a:cubicBezTo>
                          <a:cubicBezTo>
                            <a:pt x="2470" y="7480"/>
                            <a:pt x="2666" y="8742"/>
                            <a:pt x="3328" y="9832"/>
                          </a:cubicBezTo>
                          <a:lnTo>
                            <a:pt x="3328" y="9832"/>
                          </a:lnTo>
                          <a:cubicBezTo>
                            <a:pt x="4687" y="12062"/>
                            <a:pt x="7615" y="12772"/>
                            <a:pt x="9844" y="11400"/>
                          </a:cubicBezTo>
                          <a:cubicBezTo>
                            <a:pt x="12074" y="10040"/>
                            <a:pt x="12784" y="7113"/>
                            <a:pt x="11412" y="4883"/>
                          </a:cubicBezTo>
                          <a:cubicBezTo>
                            <a:pt x="10751" y="3805"/>
                            <a:pt x="9710" y="3046"/>
                            <a:pt x="8472" y="2752"/>
                          </a:cubicBezTo>
                          <a:cubicBezTo>
                            <a:pt x="8105" y="2666"/>
                            <a:pt x="7725" y="2617"/>
                            <a:pt x="7358" y="2617"/>
                          </a:cubicBez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52" name="Forme libre : forme 2751">
                      <a:extLst>
                        <a:ext uri="{FF2B5EF4-FFF2-40B4-BE49-F238E27FC236}">
                          <a16:creationId xmlns:a16="http://schemas.microsoft.com/office/drawing/2014/main" id="{339F3E84-629A-066B-3E02-83D70F36DB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30597" y="566328"/>
                      <a:ext cx="35438" cy="35521"/>
                    </a:xfrm>
                    <a:custGeom>
                      <a:avLst/>
                      <a:gdLst>
                        <a:gd name="connsiteX0" fmla="*/ 17664 w 35438"/>
                        <a:gd name="connsiteY0" fmla="*/ 35510 h 35521"/>
                        <a:gd name="connsiteX1" fmla="*/ 9432 w 35438"/>
                        <a:gd name="connsiteY1" fmla="*/ 33464 h 35521"/>
                        <a:gd name="connsiteX2" fmla="*/ 735 w 35438"/>
                        <a:gd name="connsiteY2" fmla="*/ 23015 h 35521"/>
                        <a:gd name="connsiteX3" fmla="*/ 735 w 35438"/>
                        <a:gd name="connsiteY3" fmla="*/ 23015 h 35521"/>
                        <a:gd name="connsiteX4" fmla="*/ 0 w 35438"/>
                        <a:gd name="connsiteY4" fmla="*/ 19303 h 35521"/>
                        <a:gd name="connsiteX5" fmla="*/ 2609 w 35438"/>
                        <a:gd name="connsiteY5" fmla="*/ 19071 h 35521"/>
                        <a:gd name="connsiteX6" fmla="*/ 3234 w 35438"/>
                        <a:gd name="connsiteY6" fmla="*/ 22231 h 35521"/>
                        <a:gd name="connsiteX7" fmla="*/ 3234 w 35438"/>
                        <a:gd name="connsiteY7" fmla="*/ 22231 h 35521"/>
                        <a:gd name="connsiteX8" fmla="*/ 10645 w 35438"/>
                        <a:gd name="connsiteY8" fmla="*/ 31137 h 35521"/>
                        <a:gd name="connsiteX9" fmla="*/ 22184 w 35438"/>
                        <a:gd name="connsiteY9" fmla="*/ 32190 h 35521"/>
                        <a:gd name="connsiteX10" fmla="*/ 32817 w 35438"/>
                        <a:gd name="connsiteY10" fmla="*/ 17735 h 35521"/>
                        <a:gd name="connsiteX11" fmla="*/ 32131 w 35438"/>
                        <a:gd name="connsiteY11" fmla="*/ 13252 h 35521"/>
                        <a:gd name="connsiteX12" fmla="*/ 13181 w 35438"/>
                        <a:gd name="connsiteY12" fmla="*/ 3305 h 35521"/>
                        <a:gd name="connsiteX13" fmla="*/ 6394 w 35438"/>
                        <a:gd name="connsiteY13" fmla="*/ 7666 h 35521"/>
                        <a:gd name="connsiteX14" fmla="*/ 4434 w 35438"/>
                        <a:gd name="connsiteY14" fmla="*/ 5914 h 35521"/>
                        <a:gd name="connsiteX15" fmla="*/ 12397 w 35438"/>
                        <a:gd name="connsiteY15" fmla="*/ 806 h 35521"/>
                        <a:gd name="connsiteX16" fmla="*/ 34630 w 35438"/>
                        <a:gd name="connsiteY16" fmla="*/ 12480 h 35521"/>
                        <a:gd name="connsiteX17" fmla="*/ 35439 w 35438"/>
                        <a:gd name="connsiteY17" fmla="*/ 17748 h 35521"/>
                        <a:gd name="connsiteX18" fmla="*/ 22956 w 35438"/>
                        <a:gd name="connsiteY18" fmla="*/ 34713 h 35521"/>
                        <a:gd name="connsiteX19" fmla="*/ 17652 w 35438"/>
                        <a:gd name="connsiteY19" fmla="*/ 35522 h 355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35438" h="35521">
                          <a:moveTo>
                            <a:pt x="17664" y="35510"/>
                          </a:moveTo>
                          <a:cubicBezTo>
                            <a:pt x="14822" y="35510"/>
                            <a:pt x="12017" y="34824"/>
                            <a:pt x="9432" y="33464"/>
                          </a:cubicBezTo>
                          <a:cubicBezTo>
                            <a:pt x="5231" y="31259"/>
                            <a:pt x="2144" y="27547"/>
                            <a:pt x="735" y="23015"/>
                          </a:cubicBezTo>
                          <a:lnTo>
                            <a:pt x="735" y="23015"/>
                          </a:lnTo>
                          <a:cubicBezTo>
                            <a:pt x="355" y="21802"/>
                            <a:pt x="110" y="20553"/>
                            <a:pt x="0" y="19303"/>
                          </a:cubicBezTo>
                          <a:lnTo>
                            <a:pt x="2609" y="19071"/>
                          </a:lnTo>
                          <a:cubicBezTo>
                            <a:pt x="2707" y="20136"/>
                            <a:pt x="2915" y="21202"/>
                            <a:pt x="3234" y="22231"/>
                          </a:cubicBezTo>
                          <a:lnTo>
                            <a:pt x="3234" y="22231"/>
                          </a:lnTo>
                          <a:cubicBezTo>
                            <a:pt x="4434" y="26090"/>
                            <a:pt x="7068" y="29250"/>
                            <a:pt x="10645" y="31137"/>
                          </a:cubicBezTo>
                          <a:cubicBezTo>
                            <a:pt x="14222" y="33011"/>
                            <a:pt x="18313" y="33391"/>
                            <a:pt x="22184" y="32190"/>
                          </a:cubicBezTo>
                          <a:cubicBezTo>
                            <a:pt x="28664" y="30181"/>
                            <a:pt x="32817" y="24179"/>
                            <a:pt x="32817" y="17735"/>
                          </a:cubicBezTo>
                          <a:cubicBezTo>
                            <a:pt x="32817" y="16253"/>
                            <a:pt x="32597" y="14734"/>
                            <a:pt x="32131" y="13252"/>
                          </a:cubicBezTo>
                          <a:cubicBezTo>
                            <a:pt x="29657" y="5290"/>
                            <a:pt x="21155" y="818"/>
                            <a:pt x="13181" y="3305"/>
                          </a:cubicBezTo>
                          <a:cubicBezTo>
                            <a:pt x="10559" y="4126"/>
                            <a:pt x="8220" y="5633"/>
                            <a:pt x="6394" y="7666"/>
                          </a:cubicBezTo>
                          <a:lnTo>
                            <a:pt x="4434" y="5914"/>
                          </a:lnTo>
                          <a:cubicBezTo>
                            <a:pt x="6566" y="3526"/>
                            <a:pt x="9322" y="1762"/>
                            <a:pt x="12397" y="806"/>
                          </a:cubicBezTo>
                          <a:cubicBezTo>
                            <a:pt x="21743" y="-2109"/>
                            <a:pt x="31715" y="3134"/>
                            <a:pt x="34630" y="12480"/>
                          </a:cubicBezTo>
                          <a:cubicBezTo>
                            <a:pt x="35169" y="14232"/>
                            <a:pt x="35439" y="16008"/>
                            <a:pt x="35439" y="17748"/>
                          </a:cubicBezTo>
                          <a:cubicBezTo>
                            <a:pt x="35439" y="25318"/>
                            <a:pt x="30551" y="32349"/>
                            <a:pt x="22956" y="34713"/>
                          </a:cubicBezTo>
                          <a:cubicBezTo>
                            <a:pt x="21216" y="35252"/>
                            <a:pt x="19428" y="35522"/>
                            <a:pt x="17652" y="35522"/>
                          </a:cubicBez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2682" name="Graphique 4">
                <a:extLst>
                  <a:ext uri="{FF2B5EF4-FFF2-40B4-BE49-F238E27FC236}">
                    <a16:creationId xmlns:a16="http://schemas.microsoft.com/office/drawing/2014/main" id="{D5265BDD-0113-5749-C86E-2A6256E63772}"/>
                  </a:ext>
                </a:extLst>
              </p:cNvPr>
              <p:cNvGrpSpPr/>
              <p:nvPr/>
            </p:nvGrpSpPr>
            <p:grpSpPr>
              <a:xfrm>
                <a:off x="698587" y="30130"/>
                <a:ext cx="398313" cy="316704"/>
                <a:chOff x="698587" y="30130"/>
                <a:chExt cx="398313" cy="316704"/>
              </a:xfrm>
            </p:grpSpPr>
            <p:sp>
              <p:nvSpPr>
                <p:cNvPr id="2683" name="Forme libre : forme 2682">
                  <a:extLst>
                    <a:ext uri="{FF2B5EF4-FFF2-40B4-BE49-F238E27FC236}">
                      <a16:creationId xmlns:a16="http://schemas.microsoft.com/office/drawing/2014/main" id="{7B6D6732-444F-A32B-33F2-8183EDEDC7C3}"/>
                    </a:ext>
                  </a:extLst>
                </p:cNvPr>
                <p:cNvSpPr/>
                <p:nvPr/>
              </p:nvSpPr>
              <p:spPr>
                <a:xfrm>
                  <a:off x="702826" y="37049"/>
                  <a:ext cx="394074" cy="309785"/>
                </a:xfrm>
                <a:custGeom>
                  <a:avLst/>
                  <a:gdLst>
                    <a:gd name="connsiteX0" fmla="*/ 382559 w 394074"/>
                    <a:gd name="connsiteY0" fmla="*/ 309785 h 309785"/>
                    <a:gd name="connsiteX1" fmla="*/ 18105 w 394074"/>
                    <a:gd name="connsiteY1" fmla="*/ 309785 h 309785"/>
                    <a:gd name="connsiteX2" fmla="*/ 5059 w 394074"/>
                    <a:gd name="connsiteY2" fmla="*/ 297891 h 309785"/>
                    <a:gd name="connsiteX3" fmla="*/ 0 w 394074"/>
                    <a:gd name="connsiteY3" fmla="*/ 14934 h 309785"/>
                    <a:gd name="connsiteX4" fmla="*/ 11294 w 394074"/>
                    <a:gd name="connsiteY4" fmla="*/ 4326 h 309785"/>
                    <a:gd name="connsiteX5" fmla="*/ 372515 w 394074"/>
                    <a:gd name="connsiteY5" fmla="*/ 2 h 309785"/>
                    <a:gd name="connsiteX6" fmla="*/ 394074 w 394074"/>
                    <a:gd name="connsiteY6" fmla="*/ 19712 h 309785"/>
                    <a:gd name="connsiteX7" fmla="*/ 394074 w 394074"/>
                    <a:gd name="connsiteY7" fmla="*/ 299116 h 309785"/>
                    <a:gd name="connsiteX8" fmla="*/ 382559 w 394074"/>
                    <a:gd name="connsiteY8" fmla="*/ 309785 h 3097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4074" h="309785">
                      <a:moveTo>
                        <a:pt x="382559" y="309785"/>
                      </a:moveTo>
                      <a:lnTo>
                        <a:pt x="18105" y="309785"/>
                      </a:lnTo>
                      <a:cubicBezTo>
                        <a:pt x="10976" y="309785"/>
                        <a:pt x="5169" y="304494"/>
                        <a:pt x="5059" y="297891"/>
                      </a:cubicBezTo>
                      <a:lnTo>
                        <a:pt x="0" y="14934"/>
                      </a:lnTo>
                      <a:cubicBezTo>
                        <a:pt x="0" y="9128"/>
                        <a:pt x="5035" y="4399"/>
                        <a:pt x="11294" y="4326"/>
                      </a:cubicBezTo>
                      <a:lnTo>
                        <a:pt x="372515" y="2"/>
                      </a:lnTo>
                      <a:cubicBezTo>
                        <a:pt x="384372" y="-145"/>
                        <a:pt x="394074" y="8724"/>
                        <a:pt x="394074" y="19712"/>
                      </a:cubicBezTo>
                      <a:lnTo>
                        <a:pt x="394074" y="299116"/>
                      </a:lnTo>
                      <a:cubicBezTo>
                        <a:pt x="394074" y="305008"/>
                        <a:pt x="388917" y="309785"/>
                        <a:pt x="382559" y="309785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4" name="Forme libre : forme 2683">
                  <a:extLst>
                    <a:ext uri="{FF2B5EF4-FFF2-40B4-BE49-F238E27FC236}">
                      <a16:creationId xmlns:a16="http://schemas.microsoft.com/office/drawing/2014/main" id="{25BDC1EA-BC8A-AE71-6672-EEF42DCCC361}"/>
                    </a:ext>
                  </a:extLst>
                </p:cNvPr>
                <p:cNvSpPr/>
                <p:nvPr/>
              </p:nvSpPr>
              <p:spPr>
                <a:xfrm>
                  <a:off x="698587" y="36118"/>
                  <a:ext cx="398276" cy="296874"/>
                </a:xfrm>
                <a:custGeom>
                  <a:avLst/>
                  <a:gdLst>
                    <a:gd name="connsiteX0" fmla="*/ 392568 w 398276"/>
                    <a:gd name="connsiteY0" fmla="*/ 293959 h 296874"/>
                    <a:gd name="connsiteX1" fmla="*/ 6076 w 398276"/>
                    <a:gd name="connsiteY1" fmla="*/ 296874 h 296874"/>
                    <a:gd name="connsiteX2" fmla="*/ 1 w 398276"/>
                    <a:gd name="connsiteY2" fmla="*/ 290762 h 296874"/>
                    <a:gd name="connsiteX3" fmla="*/ 4214 w 398276"/>
                    <a:gd name="connsiteY3" fmla="*/ 16539 h 296874"/>
                    <a:gd name="connsiteX4" fmla="*/ 14982 w 398276"/>
                    <a:gd name="connsiteY4" fmla="*/ 5600 h 296874"/>
                    <a:gd name="connsiteX5" fmla="*/ 382707 w 398276"/>
                    <a:gd name="connsiteY5" fmla="*/ 2 h 296874"/>
                    <a:gd name="connsiteX6" fmla="*/ 398276 w 398276"/>
                    <a:gd name="connsiteY6" fmla="*/ 15339 h 296874"/>
                    <a:gd name="connsiteX7" fmla="*/ 398276 w 398276"/>
                    <a:gd name="connsiteY7" fmla="*/ 288214 h 296874"/>
                    <a:gd name="connsiteX8" fmla="*/ 392544 w 398276"/>
                    <a:gd name="connsiteY8" fmla="*/ 293947 h 296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8276" h="296874">
                      <a:moveTo>
                        <a:pt x="392568" y="293959"/>
                      </a:moveTo>
                      <a:lnTo>
                        <a:pt x="6076" y="296874"/>
                      </a:lnTo>
                      <a:cubicBezTo>
                        <a:pt x="2696" y="296899"/>
                        <a:pt x="-48" y="294143"/>
                        <a:pt x="1" y="290762"/>
                      </a:cubicBezTo>
                      <a:lnTo>
                        <a:pt x="4214" y="16539"/>
                      </a:lnTo>
                      <a:cubicBezTo>
                        <a:pt x="4214" y="10561"/>
                        <a:pt x="9016" y="5698"/>
                        <a:pt x="14982" y="5600"/>
                      </a:cubicBezTo>
                      <a:lnTo>
                        <a:pt x="382707" y="2"/>
                      </a:lnTo>
                      <a:cubicBezTo>
                        <a:pt x="391270" y="-133"/>
                        <a:pt x="398276" y="6776"/>
                        <a:pt x="398276" y="15339"/>
                      </a:cubicBezTo>
                      <a:lnTo>
                        <a:pt x="398276" y="288214"/>
                      </a:lnTo>
                      <a:cubicBezTo>
                        <a:pt x="398276" y="291387"/>
                        <a:pt x="395704" y="293947"/>
                        <a:pt x="392544" y="293947"/>
                      </a:cubicBezTo>
                      <a:close/>
                    </a:path>
                  </a:pathLst>
                </a:custGeom>
                <a:solidFill>
                  <a:srgbClr val="B1ABE5"/>
                </a:solidFill>
                <a:ln w="122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685" name="Graphique 4">
                  <a:extLst>
                    <a:ext uri="{FF2B5EF4-FFF2-40B4-BE49-F238E27FC236}">
                      <a16:creationId xmlns:a16="http://schemas.microsoft.com/office/drawing/2014/main" id="{65B96B49-79A7-85EA-CD10-2756E6D12984}"/>
                    </a:ext>
                  </a:extLst>
                </p:cNvPr>
                <p:cNvGrpSpPr/>
                <p:nvPr/>
              </p:nvGrpSpPr>
              <p:grpSpPr>
                <a:xfrm>
                  <a:off x="725513" y="48749"/>
                  <a:ext cx="331550" cy="23066"/>
                  <a:chOff x="725513" y="48749"/>
                  <a:chExt cx="331550" cy="23066"/>
                </a:xfrm>
                <a:solidFill>
                  <a:srgbClr val="8078D5"/>
                </a:solidFill>
              </p:grpSpPr>
              <p:sp>
                <p:nvSpPr>
                  <p:cNvPr id="2733" name="Forme libre : forme 2732">
                    <a:extLst>
                      <a:ext uri="{FF2B5EF4-FFF2-40B4-BE49-F238E27FC236}">
                        <a16:creationId xmlns:a16="http://schemas.microsoft.com/office/drawing/2014/main" id="{5D36AF23-91EB-08A3-B066-D2E22F651E0B}"/>
                      </a:ext>
                    </a:extLst>
                  </p:cNvPr>
                  <p:cNvSpPr/>
                  <p:nvPr/>
                </p:nvSpPr>
                <p:spPr>
                  <a:xfrm>
                    <a:off x="725513" y="48749"/>
                    <a:ext cx="13572" cy="23066"/>
                  </a:xfrm>
                  <a:custGeom>
                    <a:avLst/>
                    <a:gdLst>
                      <a:gd name="connsiteX0" fmla="*/ 9347 w 13572"/>
                      <a:gd name="connsiteY0" fmla="*/ 0 h 23066"/>
                      <a:gd name="connsiteX1" fmla="*/ 13573 w 13572"/>
                      <a:gd name="connsiteY1" fmla="*/ 4226 h 23066"/>
                      <a:gd name="connsiteX2" fmla="*/ 13573 w 13572"/>
                      <a:gd name="connsiteY2" fmla="*/ 18840 h 23066"/>
                      <a:gd name="connsiteX3" fmla="*/ 9347 w 13572"/>
                      <a:gd name="connsiteY3" fmla="*/ 23066 h 23066"/>
                      <a:gd name="connsiteX4" fmla="*/ 4226 w 13572"/>
                      <a:gd name="connsiteY4" fmla="*/ 23066 h 23066"/>
                      <a:gd name="connsiteX5" fmla="*/ 0 w 13572"/>
                      <a:gd name="connsiteY5" fmla="*/ 18840 h 23066"/>
                      <a:gd name="connsiteX6" fmla="*/ 0 w 13572"/>
                      <a:gd name="connsiteY6" fmla="*/ 4226 h 23066"/>
                      <a:gd name="connsiteX7" fmla="*/ 4226 w 13572"/>
                      <a:gd name="connsiteY7" fmla="*/ 0 h 23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572" h="23066">
                        <a:moveTo>
                          <a:pt x="9347" y="0"/>
                        </a:moveTo>
                        <a:cubicBezTo>
                          <a:pt x="11681" y="0"/>
                          <a:pt x="13573" y="1892"/>
                          <a:pt x="13573" y="4226"/>
                        </a:cubicBezTo>
                        <a:lnTo>
                          <a:pt x="13573" y="18840"/>
                        </a:lnTo>
                        <a:cubicBezTo>
                          <a:pt x="13573" y="21174"/>
                          <a:pt x="11681" y="23066"/>
                          <a:pt x="9347" y="23066"/>
                        </a:cubicBezTo>
                        <a:lnTo>
                          <a:pt x="4226" y="23066"/>
                        </a:lnTo>
                        <a:cubicBezTo>
                          <a:pt x="1892" y="23066"/>
                          <a:pt x="0" y="21174"/>
                          <a:pt x="0" y="18840"/>
                        </a:cubicBezTo>
                        <a:lnTo>
                          <a:pt x="0" y="4226"/>
                        </a:lnTo>
                        <a:cubicBezTo>
                          <a:pt x="0" y="1892"/>
                          <a:pt x="1892" y="0"/>
                          <a:pt x="4226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34" name="Forme libre : forme 2733">
                    <a:extLst>
                      <a:ext uri="{FF2B5EF4-FFF2-40B4-BE49-F238E27FC236}">
                        <a16:creationId xmlns:a16="http://schemas.microsoft.com/office/drawing/2014/main" id="{C7786841-CEC2-5AF6-EC99-EE9A8F06D3E7}"/>
                      </a:ext>
                    </a:extLst>
                  </p:cNvPr>
                  <p:cNvSpPr/>
                  <p:nvPr/>
                </p:nvSpPr>
                <p:spPr>
                  <a:xfrm>
                    <a:off x="756039" y="48749"/>
                    <a:ext cx="13572" cy="23066"/>
                  </a:xfrm>
                  <a:custGeom>
                    <a:avLst/>
                    <a:gdLst>
                      <a:gd name="connsiteX0" fmla="*/ 7558 w 13572"/>
                      <a:gd name="connsiteY0" fmla="*/ 0 h 23066"/>
                      <a:gd name="connsiteX1" fmla="*/ 13573 w 13572"/>
                      <a:gd name="connsiteY1" fmla="*/ 6015 h 23066"/>
                      <a:gd name="connsiteX2" fmla="*/ 13573 w 13572"/>
                      <a:gd name="connsiteY2" fmla="*/ 17052 h 23066"/>
                      <a:gd name="connsiteX3" fmla="*/ 7558 w 13572"/>
                      <a:gd name="connsiteY3" fmla="*/ 23066 h 23066"/>
                      <a:gd name="connsiteX4" fmla="*/ 6015 w 13572"/>
                      <a:gd name="connsiteY4" fmla="*/ 23066 h 23066"/>
                      <a:gd name="connsiteX5" fmla="*/ 0 w 13572"/>
                      <a:gd name="connsiteY5" fmla="*/ 17052 h 23066"/>
                      <a:gd name="connsiteX6" fmla="*/ 0 w 13572"/>
                      <a:gd name="connsiteY6" fmla="*/ 6015 h 23066"/>
                      <a:gd name="connsiteX7" fmla="*/ 6015 w 13572"/>
                      <a:gd name="connsiteY7" fmla="*/ 0 h 23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572" h="23066">
                        <a:moveTo>
                          <a:pt x="7558" y="0"/>
                        </a:moveTo>
                        <a:cubicBezTo>
                          <a:pt x="10880" y="0"/>
                          <a:pt x="13573" y="2693"/>
                          <a:pt x="13573" y="6015"/>
                        </a:cubicBezTo>
                        <a:lnTo>
                          <a:pt x="13573" y="17052"/>
                        </a:lnTo>
                        <a:cubicBezTo>
                          <a:pt x="13573" y="20373"/>
                          <a:pt x="10880" y="23066"/>
                          <a:pt x="7558" y="23066"/>
                        </a:cubicBezTo>
                        <a:lnTo>
                          <a:pt x="6015" y="23066"/>
                        </a:lnTo>
                        <a:cubicBezTo>
                          <a:pt x="2693" y="23066"/>
                          <a:pt x="0" y="20373"/>
                          <a:pt x="0" y="17052"/>
                        </a:cubicBezTo>
                        <a:lnTo>
                          <a:pt x="0" y="6015"/>
                        </a:lnTo>
                        <a:cubicBezTo>
                          <a:pt x="0" y="2693"/>
                          <a:pt x="2693" y="0"/>
                          <a:pt x="6015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35" name="Forme libre : forme 2734">
                    <a:extLst>
                      <a:ext uri="{FF2B5EF4-FFF2-40B4-BE49-F238E27FC236}">
                        <a16:creationId xmlns:a16="http://schemas.microsoft.com/office/drawing/2014/main" id="{9F605BF1-03F2-C79A-E353-D38376724DC6}"/>
                      </a:ext>
                    </a:extLst>
                  </p:cNvPr>
                  <p:cNvSpPr/>
                  <p:nvPr/>
                </p:nvSpPr>
                <p:spPr>
                  <a:xfrm>
                    <a:off x="783001" y="48749"/>
                    <a:ext cx="13572" cy="23066"/>
                  </a:xfrm>
                  <a:custGeom>
                    <a:avLst/>
                    <a:gdLst>
                      <a:gd name="connsiteX0" fmla="*/ 6958 w 13572"/>
                      <a:gd name="connsiteY0" fmla="*/ 0 h 23066"/>
                      <a:gd name="connsiteX1" fmla="*/ 13573 w 13572"/>
                      <a:gd name="connsiteY1" fmla="*/ 6615 h 23066"/>
                      <a:gd name="connsiteX2" fmla="*/ 13573 w 13572"/>
                      <a:gd name="connsiteY2" fmla="*/ 16451 h 23066"/>
                      <a:gd name="connsiteX3" fmla="*/ 6958 w 13572"/>
                      <a:gd name="connsiteY3" fmla="*/ 23066 h 23066"/>
                      <a:gd name="connsiteX4" fmla="*/ 6615 w 13572"/>
                      <a:gd name="connsiteY4" fmla="*/ 23066 h 23066"/>
                      <a:gd name="connsiteX5" fmla="*/ 0 w 13572"/>
                      <a:gd name="connsiteY5" fmla="*/ 16451 h 23066"/>
                      <a:gd name="connsiteX6" fmla="*/ 0 w 13572"/>
                      <a:gd name="connsiteY6" fmla="*/ 6615 h 23066"/>
                      <a:gd name="connsiteX7" fmla="*/ 6615 w 13572"/>
                      <a:gd name="connsiteY7" fmla="*/ 0 h 23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572" h="23066">
                        <a:moveTo>
                          <a:pt x="6958" y="0"/>
                        </a:moveTo>
                        <a:cubicBezTo>
                          <a:pt x="10611" y="0"/>
                          <a:pt x="13573" y="2962"/>
                          <a:pt x="13573" y="6615"/>
                        </a:cubicBezTo>
                        <a:lnTo>
                          <a:pt x="13573" y="16451"/>
                        </a:lnTo>
                        <a:cubicBezTo>
                          <a:pt x="13573" y="20105"/>
                          <a:pt x="10611" y="23066"/>
                          <a:pt x="6958" y="23066"/>
                        </a:cubicBezTo>
                        <a:lnTo>
                          <a:pt x="6615" y="23066"/>
                        </a:lnTo>
                        <a:cubicBezTo>
                          <a:pt x="2962" y="23066"/>
                          <a:pt x="0" y="20105"/>
                          <a:pt x="0" y="16451"/>
                        </a:cubicBezTo>
                        <a:lnTo>
                          <a:pt x="0" y="6615"/>
                        </a:lnTo>
                        <a:cubicBezTo>
                          <a:pt x="0" y="2962"/>
                          <a:pt x="2962" y="0"/>
                          <a:pt x="6615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36" name="Forme libre : forme 2735">
                    <a:extLst>
                      <a:ext uri="{FF2B5EF4-FFF2-40B4-BE49-F238E27FC236}">
                        <a16:creationId xmlns:a16="http://schemas.microsoft.com/office/drawing/2014/main" id="{D466BD6E-CDB6-7477-A012-F087064A6CD2}"/>
                      </a:ext>
                    </a:extLst>
                  </p:cNvPr>
                  <p:cNvSpPr/>
                  <p:nvPr/>
                </p:nvSpPr>
                <p:spPr>
                  <a:xfrm>
                    <a:off x="813527" y="48749"/>
                    <a:ext cx="13572" cy="23066"/>
                  </a:xfrm>
                  <a:custGeom>
                    <a:avLst/>
                    <a:gdLst>
                      <a:gd name="connsiteX0" fmla="*/ 6958 w 13572"/>
                      <a:gd name="connsiteY0" fmla="*/ 0 h 23066"/>
                      <a:gd name="connsiteX1" fmla="*/ 13573 w 13572"/>
                      <a:gd name="connsiteY1" fmla="*/ 6615 h 23066"/>
                      <a:gd name="connsiteX2" fmla="*/ 13573 w 13572"/>
                      <a:gd name="connsiteY2" fmla="*/ 16451 h 23066"/>
                      <a:gd name="connsiteX3" fmla="*/ 6958 w 13572"/>
                      <a:gd name="connsiteY3" fmla="*/ 23066 h 23066"/>
                      <a:gd name="connsiteX4" fmla="*/ 6615 w 13572"/>
                      <a:gd name="connsiteY4" fmla="*/ 23066 h 23066"/>
                      <a:gd name="connsiteX5" fmla="*/ 0 w 13572"/>
                      <a:gd name="connsiteY5" fmla="*/ 16451 h 23066"/>
                      <a:gd name="connsiteX6" fmla="*/ 0 w 13572"/>
                      <a:gd name="connsiteY6" fmla="*/ 6615 h 23066"/>
                      <a:gd name="connsiteX7" fmla="*/ 6615 w 13572"/>
                      <a:gd name="connsiteY7" fmla="*/ 0 h 23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572" h="23066">
                        <a:moveTo>
                          <a:pt x="6958" y="0"/>
                        </a:moveTo>
                        <a:cubicBezTo>
                          <a:pt x="10611" y="0"/>
                          <a:pt x="13573" y="2962"/>
                          <a:pt x="13573" y="6615"/>
                        </a:cubicBezTo>
                        <a:lnTo>
                          <a:pt x="13573" y="16451"/>
                        </a:lnTo>
                        <a:cubicBezTo>
                          <a:pt x="13573" y="20105"/>
                          <a:pt x="10611" y="23066"/>
                          <a:pt x="6958" y="23066"/>
                        </a:cubicBezTo>
                        <a:lnTo>
                          <a:pt x="6615" y="23066"/>
                        </a:lnTo>
                        <a:cubicBezTo>
                          <a:pt x="2961" y="23066"/>
                          <a:pt x="0" y="20105"/>
                          <a:pt x="0" y="16451"/>
                        </a:cubicBezTo>
                        <a:lnTo>
                          <a:pt x="0" y="6615"/>
                        </a:lnTo>
                        <a:cubicBezTo>
                          <a:pt x="0" y="2962"/>
                          <a:pt x="2961" y="0"/>
                          <a:pt x="6615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37" name="Forme libre : forme 2736">
                    <a:extLst>
                      <a:ext uri="{FF2B5EF4-FFF2-40B4-BE49-F238E27FC236}">
                        <a16:creationId xmlns:a16="http://schemas.microsoft.com/office/drawing/2014/main" id="{5FA89EA6-D624-6FB0-59D9-2AB8250AC26E}"/>
                      </a:ext>
                    </a:extLst>
                  </p:cNvPr>
                  <p:cNvSpPr/>
                  <p:nvPr/>
                </p:nvSpPr>
                <p:spPr>
                  <a:xfrm>
                    <a:off x="840489" y="48749"/>
                    <a:ext cx="13572" cy="23066"/>
                  </a:xfrm>
                  <a:custGeom>
                    <a:avLst/>
                    <a:gdLst>
                      <a:gd name="connsiteX0" fmla="*/ 6958 w 13572"/>
                      <a:gd name="connsiteY0" fmla="*/ 0 h 23066"/>
                      <a:gd name="connsiteX1" fmla="*/ 13573 w 13572"/>
                      <a:gd name="connsiteY1" fmla="*/ 6615 h 23066"/>
                      <a:gd name="connsiteX2" fmla="*/ 13573 w 13572"/>
                      <a:gd name="connsiteY2" fmla="*/ 16451 h 23066"/>
                      <a:gd name="connsiteX3" fmla="*/ 6958 w 13572"/>
                      <a:gd name="connsiteY3" fmla="*/ 23066 h 23066"/>
                      <a:gd name="connsiteX4" fmla="*/ 6615 w 13572"/>
                      <a:gd name="connsiteY4" fmla="*/ 23066 h 23066"/>
                      <a:gd name="connsiteX5" fmla="*/ 0 w 13572"/>
                      <a:gd name="connsiteY5" fmla="*/ 16451 h 23066"/>
                      <a:gd name="connsiteX6" fmla="*/ 0 w 13572"/>
                      <a:gd name="connsiteY6" fmla="*/ 6615 h 23066"/>
                      <a:gd name="connsiteX7" fmla="*/ 6615 w 13572"/>
                      <a:gd name="connsiteY7" fmla="*/ 0 h 23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572" h="23066">
                        <a:moveTo>
                          <a:pt x="6958" y="0"/>
                        </a:moveTo>
                        <a:cubicBezTo>
                          <a:pt x="10611" y="0"/>
                          <a:pt x="13573" y="2962"/>
                          <a:pt x="13573" y="6615"/>
                        </a:cubicBezTo>
                        <a:lnTo>
                          <a:pt x="13573" y="16451"/>
                        </a:lnTo>
                        <a:cubicBezTo>
                          <a:pt x="13573" y="20105"/>
                          <a:pt x="10611" y="23066"/>
                          <a:pt x="6958" y="23066"/>
                        </a:cubicBezTo>
                        <a:lnTo>
                          <a:pt x="6615" y="23066"/>
                        </a:lnTo>
                        <a:cubicBezTo>
                          <a:pt x="2961" y="23066"/>
                          <a:pt x="0" y="20105"/>
                          <a:pt x="0" y="16451"/>
                        </a:cubicBezTo>
                        <a:lnTo>
                          <a:pt x="0" y="6615"/>
                        </a:lnTo>
                        <a:cubicBezTo>
                          <a:pt x="0" y="2962"/>
                          <a:pt x="2961" y="0"/>
                          <a:pt x="6615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38" name="Forme libre : forme 2737">
                    <a:extLst>
                      <a:ext uri="{FF2B5EF4-FFF2-40B4-BE49-F238E27FC236}">
                        <a16:creationId xmlns:a16="http://schemas.microsoft.com/office/drawing/2014/main" id="{A9522690-9162-04B0-53E3-6018CCFA650A}"/>
                      </a:ext>
                    </a:extLst>
                  </p:cNvPr>
                  <p:cNvSpPr/>
                  <p:nvPr/>
                </p:nvSpPr>
                <p:spPr>
                  <a:xfrm>
                    <a:off x="871015" y="48749"/>
                    <a:ext cx="13572" cy="23066"/>
                  </a:xfrm>
                  <a:custGeom>
                    <a:avLst/>
                    <a:gdLst>
                      <a:gd name="connsiteX0" fmla="*/ 6958 w 13572"/>
                      <a:gd name="connsiteY0" fmla="*/ 0 h 23066"/>
                      <a:gd name="connsiteX1" fmla="*/ 13573 w 13572"/>
                      <a:gd name="connsiteY1" fmla="*/ 6615 h 23066"/>
                      <a:gd name="connsiteX2" fmla="*/ 13573 w 13572"/>
                      <a:gd name="connsiteY2" fmla="*/ 16451 h 23066"/>
                      <a:gd name="connsiteX3" fmla="*/ 6958 w 13572"/>
                      <a:gd name="connsiteY3" fmla="*/ 23066 h 23066"/>
                      <a:gd name="connsiteX4" fmla="*/ 6615 w 13572"/>
                      <a:gd name="connsiteY4" fmla="*/ 23066 h 23066"/>
                      <a:gd name="connsiteX5" fmla="*/ 0 w 13572"/>
                      <a:gd name="connsiteY5" fmla="*/ 16451 h 23066"/>
                      <a:gd name="connsiteX6" fmla="*/ 0 w 13572"/>
                      <a:gd name="connsiteY6" fmla="*/ 6615 h 23066"/>
                      <a:gd name="connsiteX7" fmla="*/ 6615 w 13572"/>
                      <a:gd name="connsiteY7" fmla="*/ 0 h 23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572" h="23066">
                        <a:moveTo>
                          <a:pt x="6958" y="0"/>
                        </a:moveTo>
                        <a:cubicBezTo>
                          <a:pt x="10611" y="0"/>
                          <a:pt x="13573" y="2962"/>
                          <a:pt x="13573" y="6615"/>
                        </a:cubicBezTo>
                        <a:lnTo>
                          <a:pt x="13573" y="16451"/>
                        </a:lnTo>
                        <a:cubicBezTo>
                          <a:pt x="13573" y="20105"/>
                          <a:pt x="10611" y="23066"/>
                          <a:pt x="6958" y="23066"/>
                        </a:cubicBezTo>
                        <a:lnTo>
                          <a:pt x="6615" y="23066"/>
                        </a:lnTo>
                        <a:cubicBezTo>
                          <a:pt x="2961" y="23066"/>
                          <a:pt x="0" y="20105"/>
                          <a:pt x="0" y="16451"/>
                        </a:cubicBezTo>
                        <a:lnTo>
                          <a:pt x="0" y="6615"/>
                        </a:lnTo>
                        <a:cubicBezTo>
                          <a:pt x="0" y="2962"/>
                          <a:pt x="2961" y="0"/>
                          <a:pt x="6615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39" name="Forme libre : forme 2738">
                    <a:extLst>
                      <a:ext uri="{FF2B5EF4-FFF2-40B4-BE49-F238E27FC236}">
                        <a16:creationId xmlns:a16="http://schemas.microsoft.com/office/drawing/2014/main" id="{4B8F9382-1D47-AA32-FBBF-E72A1E712935}"/>
                      </a:ext>
                    </a:extLst>
                  </p:cNvPr>
                  <p:cNvSpPr/>
                  <p:nvPr/>
                </p:nvSpPr>
                <p:spPr>
                  <a:xfrm>
                    <a:off x="897989" y="48749"/>
                    <a:ext cx="13572" cy="23066"/>
                  </a:xfrm>
                  <a:custGeom>
                    <a:avLst/>
                    <a:gdLst>
                      <a:gd name="connsiteX0" fmla="*/ 6958 w 13572"/>
                      <a:gd name="connsiteY0" fmla="*/ 0 h 23066"/>
                      <a:gd name="connsiteX1" fmla="*/ 13573 w 13572"/>
                      <a:gd name="connsiteY1" fmla="*/ 6615 h 23066"/>
                      <a:gd name="connsiteX2" fmla="*/ 13573 w 13572"/>
                      <a:gd name="connsiteY2" fmla="*/ 16451 h 23066"/>
                      <a:gd name="connsiteX3" fmla="*/ 6958 w 13572"/>
                      <a:gd name="connsiteY3" fmla="*/ 23066 h 23066"/>
                      <a:gd name="connsiteX4" fmla="*/ 6615 w 13572"/>
                      <a:gd name="connsiteY4" fmla="*/ 23066 h 23066"/>
                      <a:gd name="connsiteX5" fmla="*/ 0 w 13572"/>
                      <a:gd name="connsiteY5" fmla="*/ 16451 h 23066"/>
                      <a:gd name="connsiteX6" fmla="*/ 0 w 13572"/>
                      <a:gd name="connsiteY6" fmla="*/ 6615 h 23066"/>
                      <a:gd name="connsiteX7" fmla="*/ 6615 w 13572"/>
                      <a:gd name="connsiteY7" fmla="*/ 0 h 23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572" h="23066">
                        <a:moveTo>
                          <a:pt x="6958" y="0"/>
                        </a:moveTo>
                        <a:cubicBezTo>
                          <a:pt x="10611" y="0"/>
                          <a:pt x="13573" y="2962"/>
                          <a:pt x="13573" y="6615"/>
                        </a:cubicBezTo>
                        <a:lnTo>
                          <a:pt x="13573" y="16451"/>
                        </a:lnTo>
                        <a:cubicBezTo>
                          <a:pt x="13573" y="20105"/>
                          <a:pt x="10611" y="23066"/>
                          <a:pt x="6958" y="23066"/>
                        </a:cubicBezTo>
                        <a:lnTo>
                          <a:pt x="6615" y="23066"/>
                        </a:lnTo>
                        <a:cubicBezTo>
                          <a:pt x="2961" y="23066"/>
                          <a:pt x="0" y="20105"/>
                          <a:pt x="0" y="16451"/>
                        </a:cubicBezTo>
                        <a:lnTo>
                          <a:pt x="0" y="6615"/>
                        </a:lnTo>
                        <a:cubicBezTo>
                          <a:pt x="0" y="2962"/>
                          <a:pt x="2961" y="0"/>
                          <a:pt x="6615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40" name="Forme libre : forme 2739">
                    <a:extLst>
                      <a:ext uri="{FF2B5EF4-FFF2-40B4-BE49-F238E27FC236}">
                        <a16:creationId xmlns:a16="http://schemas.microsoft.com/office/drawing/2014/main" id="{D4043923-146E-C9B6-0153-28190E35061E}"/>
                      </a:ext>
                    </a:extLst>
                  </p:cNvPr>
                  <p:cNvSpPr/>
                  <p:nvPr/>
                </p:nvSpPr>
                <p:spPr>
                  <a:xfrm>
                    <a:off x="928515" y="48749"/>
                    <a:ext cx="13572" cy="23066"/>
                  </a:xfrm>
                  <a:custGeom>
                    <a:avLst/>
                    <a:gdLst>
                      <a:gd name="connsiteX0" fmla="*/ 6958 w 13572"/>
                      <a:gd name="connsiteY0" fmla="*/ 0 h 23066"/>
                      <a:gd name="connsiteX1" fmla="*/ 13573 w 13572"/>
                      <a:gd name="connsiteY1" fmla="*/ 6615 h 23066"/>
                      <a:gd name="connsiteX2" fmla="*/ 13573 w 13572"/>
                      <a:gd name="connsiteY2" fmla="*/ 16451 h 23066"/>
                      <a:gd name="connsiteX3" fmla="*/ 6958 w 13572"/>
                      <a:gd name="connsiteY3" fmla="*/ 23066 h 23066"/>
                      <a:gd name="connsiteX4" fmla="*/ 6615 w 13572"/>
                      <a:gd name="connsiteY4" fmla="*/ 23066 h 23066"/>
                      <a:gd name="connsiteX5" fmla="*/ 0 w 13572"/>
                      <a:gd name="connsiteY5" fmla="*/ 16451 h 23066"/>
                      <a:gd name="connsiteX6" fmla="*/ 0 w 13572"/>
                      <a:gd name="connsiteY6" fmla="*/ 6615 h 23066"/>
                      <a:gd name="connsiteX7" fmla="*/ 6615 w 13572"/>
                      <a:gd name="connsiteY7" fmla="*/ 0 h 23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572" h="23066">
                        <a:moveTo>
                          <a:pt x="6958" y="0"/>
                        </a:moveTo>
                        <a:cubicBezTo>
                          <a:pt x="10611" y="0"/>
                          <a:pt x="13573" y="2962"/>
                          <a:pt x="13573" y="6615"/>
                        </a:cubicBezTo>
                        <a:lnTo>
                          <a:pt x="13573" y="16451"/>
                        </a:lnTo>
                        <a:cubicBezTo>
                          <a:pt x="13573" y="20105"/>
                          <a:pt x="10611" y="23066"/>
                          <a:pt x="6958" y="23066"/>
                        </a:cubicBezTo>
                        <a:lnTo>
                          <a:pt x="6615" y="23066"/>
                        </a:lnTo>
                        <a:cubicBezTo>
                          <a:pt x="2961" y="23066"/>
                          <a:pt x="0" y="20105"/>
                          <a:pt x="0" y="16451"/>
                        </a:cubicBezTo>
                        <a:lnTo>
                          <a:pt x="0" y="6615"/>
                        </a:lnTo>
                        <a:cubicBezTo>
                          <a:pt x="0" y="2962"/>
                          <a:pt x="2961" y="0"/>
                          <a:pt x="6615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41" name="Forme libre : forme 2740">
                    <a:extLst>
                      <a:ext uri="{FF2B5EF4-FFF2-40B4-BE49-F238E27FC236}">
                        <a16:creationId xmlns:a16="http://schemas.microsoft.com/office/drawing/2014/main" id="{C610BE13-15D1-3801-FAB7-A14D84CBD18B}"/>
                      </a:ext>
                    </a:extLst>
                  </p:cNvPr>
                  <p:cNvSpPr/>
                  <p:nvPr/>
                </p:nvSpPr>
                <p:spPr>
                  <a:xfrm>
                    <a:off x="955477" y="48749"/>
                    <a:ext cx="13572" cy="23066"/>
                  </a:xfrm>
                  <a:custGeom>
                    <a:avLst/>
                    <a:gdLst>
                      <a:gd name="connsiteX0" fmla="*/ 6958 w 13572"/>
                      <a:gd name="connsiteY0" fmla="*/ 0 h 23066"/>
                      <a:gd name="connsiteX1" fmla="*/ 13573 w 13572"/>
                      <a:gd name="connsiteY1" fmla="*/ 6615 h 23066"/>
                      <a:gd name="connsiteX2" fmla="*/ 13573 w 13572"/>
                      <a:gd name="connsiteY2" fmla="*/ 16451 h 23066"/>
                      <a:gd name="connsiteX3" fmla="*/ 6958 w 13572"/>
                      <a:gd name="connsiteY3" fmla="*/ 23066 h 23066"/>
                      <a:gd name="connsiteX4" fmla="*/ 6615 w 13572"/>
                      <a:gd name="connsiteY4" fmla="*/ 23066 h 23066"/>
                      <a:gd name="connsiteX5" fmla="*/ 0 w 13572"/>
                      <a:gd name="connsiteY5" fmla="*/ 16451 h 23066"/>
                      <a:gd name="connsiteX6" fmla="*/ 0 w 13572"/>
                      <a:gd name="connsiteY6" fmla="*/ 6615 h 23066"/>
                      <a:gd name="connsiteX7" fmla="*/ 6615 w 13572"/>
                      <a:gd name="connsiteY7" fmla="*/ 0 h 23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572" h="23066">
                        <a:moveTo>
                          <a:pt x="6958" y="0"/>
                        </a:moveTo>
                        <a:cubicBezTo>
                          <a:pt x="10611" y="0"/>
                          <a:pt x="13573" y="2962"/>
                          <a:pt x="13573" y="6615"/>
                        </a:cubicBezTo>
                        <a:lnTo>
                          <a:pt x="13573" y="16451"/>
                        </a:lnTo>
                        <a:cubicBezTo>
                          <a:pt x="13573" y="20105"/>
                          <a:pt x="10611" y="23066"/>
                          <a:pt x="6958" y="23066"/>
                        </a:cubicBezTo>
                        <a:lnTo>
                          <a:pt x="6615" y="23066"/>
                        </a:lnTo>
                        <a:cubicBezTo>
                          <a:pt x="2961" y="23066"/>
                          <a:pt x="0" y="20105"/>
                          <a:pt x="0" y="16451"/>
                        </a:cubicBezTo>
                        <a:lnTo>
                          <a:pt x="0" y="6615"/>
                        </a:lnTo>
                        <a:cubicBezTo>
                          <a:pt x="0" y="2962"/>
                          <a:pt x="2961" y="0"/>
                          <a:pt x="6615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42" name="Forme libre : forme 2741">
                    <a:extLst>
                      <a:ext uri="{FF2B5EF4-FFF2-40B4-BE49-F238E27FC236}">
                        <a16:creationId xmlns:a16="http://schemas.microsoft.com/office/drawing/2014/main" id="{1FCD2A8E-789F-F93A-A055-E8CF0F7103AB}"/>
                      </a:ext>
                    </a:extLst>
                  </p:cNvPr>
                  <p:cNvSpPr/>
                  <p:nvPr/>
                </p:nvSpPr>
                <p:spPr>
                  <a:xfrm>
                    <a:off x="986003" y="48749"/>
                    <a:ext cx="13572" cy="23066"/>
                  </a:xfrm>
                  <a:custGeom>
                    <a:avLst/>
                    <a:gdLst>
                      <a:gd name="connsiteX0" fmla="*/ 7423 w 13572"/>
                      <a:gd name="connsiteY0" fmla="*/ 0 h 23066"/>
                      <a:gd name="connsiteX1" fmla="*/ 13573 w 13572"/>
                      <a:gd name="connsiteY1" fmla="*/ 6149 h 23066"/>
                      <a:gd name="connsiteX2" fmla="*/ 13573 w 13572"/>
                      <a:gd name="connsiteY2" fmla="*/ 16917 h 23066"/>
                      <a:gd name="connsiteX3" fmla="*/ 7423 w 13572"/>
                      <a:gd name="connsiteY3" fmla="*/ 23066 h 23066"/>
                      <a:gd name="connsiteX4" fmla="*/ 6149 w 13572"/>
                      <a:gd name="connsiteY4" fmla="*/ 23066 h 23066"/>
                      <a:gd name="connsiteX5" fmla="*/ 0 w 13572"/>
                      <a:gd name="connsiteY5" fmla="*/ 16917 h 23066"/>
                      <a:gd name="connsiteX6" fmla="*/ 0 w 13572"/>
                      <a:gd name="connsiteY6" fmla="*/ 6149 h 23066"/>
                      <a:gd name="connsiteX7" fmla="*/ 6149 w 13572"/>
                      <a:gd name="connsiteY7" fmla="*/ 0 h 23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572" h="23066">
                        <a:moveTo>
                          <a:pt x="7423" y="0"/>
                        </a:moveTo>
                        <a:cubicBezTo>
                          <a:pt x="10819" y="0"/>
                          <a:pt x="13573" y="2753"/>
                          <a:pt x="13573" y="6149"/>
                        </a:cubicBezTo>
                        <a:lnTo>
                          <a:pt x="13573" y="16917"/>
                        </a:lnTo>
                        <a:cubicBezTo>
                          <a:pt x="13573" y="20313"/>
                          <a:pt x="10819" y="23066"/>
                          <a:pt x="7423" y="23066"/>
                        </a:cubicBezTo>
                        <a:lnTo>
                          <a:pt x="6149" y="23066"/>
                        </a:lnTo>
                        <a:cubicBezTo>
                          <a:pt x="2753" y="23066"/>
                          <a:pt x="0" y="20313"/>
                          <a:pt x="0" y="16917"/>
                        </a:cubicBezTo>
                        <a:lnTo>
                          <a:pt x="0" y="6149"/>
                        </a:lnTo>
                        <a:cubicBezTo>
                          <a:pt x="0" y="2753"/>
                          <a:pt x="2753" y="0"/>
                          <a:pt x="6149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43" name="Forme libre : forme 2742">
                    <a:extLst>
                      <a:ext uri="{FF2B5EF4-FFF2-40B4-BE49-F238E27FC236}">
                        <a16:creationId xmlns:a16="http://schemas.microsoft.com/office/drawing/2014/main" id="{CD7D07DD-8BF5-B0F9-339D-1582E04E2E2A}"/>
                      </a:ext>
                    </a:extLst>
                  </p:cNvPr>
                  <p:cNvSpPr/>
                  <p:nvPr/>
                </p:nvSpPr>
                <p:spPr>
                  <a:xfrm>
                    <a:off x="1012965" y="48749"/>
                    <a:ext cx="13572" cy="23066"/>
                  </a:xfrm>
                  <a:custGeom>
                    <a:avLst/>
                    <a:gdLst>
                      <a:gd name="connsiteX0" fmla="*/ 9163 w 13572"/>
                      <a:gd name="connsiteY0" fmla="*/ 0 h 23066"/>
                      <a:gd name="connsiteX1" fmla="*/ 13573 w 13572"/>
                      <a:gd name="connsiteY1" fmla="*/ 4410 h 23066"/>
                      <a:gd name="connsiteX2" fmla="*/ 13573 w 13572"/>
                      <a:gd name="connsiteY2" fmla="*/ 18656 h 23066"/>
                      <a:gd name="connsiteX3" fmla="*/ 9163 w 13572"/>
                      <a:gd name="connsiteY3" fmla="*/ 23066 h 23066"/>
                      <a:gd name="connsiteX4" fmla="*/ 4410 w 13572"/>
                      <a:gd name="connsiteY4" fmla="*/ 23066 h 23066"/>
                      <a:gd name="connsiteX5" fmla="*/ 0 w 13572"/>
                      <a:gd name="connsiteY5" fmla="*/ 18656 h 23066"/>
                      <a:gd name="connsiteX6" fmla="*/ 0 w 13572"/>
                      <a:gd name="connsiteY6" fmla="*/ 4410 h 23066"/>
                      <a:gd name="connsiteX7" fmla="*/ 4410 w 13572"/>
                      <a:gd name="connsiteY7" fmla="*/ 0 h 23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572" h="23066">
                        <a:moveTo>
                          <a:pt x="9163" y="0"/>
                        </a:moveTo>
                        <a:cubicBezTo>
                          <a:pt x="11598" y="0"/>
                          <a:pt x="13573" y="1974"/>
                          <a:pt x="13573" y="4410"/>
                        </a:cubicBezTo>
                        <a:lnTo>
                          <a:pt x="13573" y="18656"/>
                        </a:lnTo>
                        <a:cubicBezTo>
                          <a:pt x="13573" y="21092"/>
                          <a:pt x="11598" y="23066"/>
                          <a:pt x="9163" y="23066"/>
                        </a:cubicBezTo>
                        <a:lnTo>
                          <a:pt x="4410" y="23066"/>
                        </a:lnTo>
                        <a:cubicBezTo>
                          <a:pt x="1974" y="23066"/>
                          <a:pt x="0" y="21092"/>
                          <a:pt x="0" y="18656"/>
                        </a:cubicBezTo>
                        <a:lnTo>
                          <a:pt x="0" y="4410"/>
                        </a:lnTo>
                        <a:cubicBezTo>
                          <a:pt x="0" y="1974"/>
                          <a:pt x="1974" y="0"/>
                          <a:pt x="4410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744" name="Forme libre : forme 2743">
                    <a:extLst>
                      <a:ext uri="{FF2B5EF4-FFF2-40B4-BE49-F238E27FC236}">
                        <a16:creationId xmlns:a16="http://schemas.microsoft.com/office/drawing/2014/main" id="{360787A6-2C9C-3494-09D5-5C17E13C9652}"/>
                      </a:ext>
                    </a:extLst>
                  </p:cNvPr>
                  <p:cNvSpPr/>
                  <p:nvPr/>
                </p:nvSpPr>
                <p:spPr>
                  <a:xfrm>
                    <a:off x="1043491" y="48749"/>
                    <a:ext cx="13572" cy="23066"/>
                  </a:xfrm>
                  <a:custGeom>
                    <a:avLst/>
                    <a:gdLst>
                      <a:gd name="connsiteX0" fmla="*/ 6958 w 13572"/>
                      <a:gd name="connsiteY0" fmla="*/ 0 h 23066"/>
                      <a:gd name="connsiteX1" fmla="*/ 13573 w 13572"/>
                      <a:gd name="connsiteY1" fmla="*/ 6615 h 23066"/>
                      <a:gd name="connsiteX2" fmla="*/ 13573 w 13572"/>
                      <a:gd name="connsiteY2" fmla="*/ 16451 h 23066"/>
                      <a:gd name="connsiteX3" fmla="*/ 6958 w 13572"/>
                      <a:gd name="connsiteY3" fmla="*/ 23066 h 23066"/>
                      <a:gd name="connsiteX4" fmla="*/ 6615 w 13572"/>
                      <a:gd name="connsiteY4" fmla="*/ 23066 h 23066"/>
                      <a:gd name="connsiteX5" fmla="*/ 0 w 13572"/>
                      <a:gd name="connsiteY5" fmla="*/ 16451 h 23066"/>
                      <a:gd name="connsiteX6" fmla="*/ 0 w 13572"/>
                      <a:gd name="connsiteY6" fmla="*/ 6615 h 23066"/>
                      <a:gd name="connsiteX7" fmla="*/ 6615 w 13572"/>
                      <a:gd name="connsiteY7" fmla="*/ 0 h 23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572" h="23066">
                        <a:moveTo>
                          <a:pt x="6958" y="0"/>
                        </a:moveTo>
                        <a:cubicBezTo>
                          <a:pt x="10611" y="0"/>
                          <a:pt x="13573" y="2962"/>
                          <a:pt x="13573" y="6615"/>
                        </a:cubicBezTo>
                        <a:lnTo>
                          <a:pt x="13573" y="16451"/>
                        </a:lnTo>
                        <a:cubicBezTo>
                          <a:pt x="13573" y="20105"/>
                          <a:pt x="10611" y="23066"/>
                          <a:pt x="6958" y="23066"/>
                        </a:cubicBezTo>
                        <a:lnTo>
                          <a:pt x="6615" y="23066"/>
                        </a:lnTo>
                        <a:cubicBezTo>
                          <a:pt x="2962" y="23066"/>
                          <a:pt x="0" y="20105"/>
                          <a:pt x="0" y="16451"/>
                        </a:cubicBezTo>
                        <a:lnTo>
                          <a:pt x="0" y="6615"/>
                        </a:lnTo>
                        <a:cubicBezTo>
                          <a:pt x="0" y="2962"/>
                          <a:pt x="2962" y="0"/>
                          <a:pt x="6615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686" name="Graphique 4">
                  <a:extLst>
                    <a:ext uri="{FF2B5EF4-FFF2-40B4-BE49-F238E27FC236}">
                      <a16:creationId xmlns:a16="http://schemas.microsoft.com/office/drawing/2014/main" id="{798A9FFB-B9E2-5E6E-5769-65A4E991FE58}"/>
                    </a:ext>
                  </a:extLst>
                </p:cNvPr>
                <p:cNvGrpSpPr/>
                <p:nvPr/>
              </p:nvGrpSpPr>
              <p:grpSpPr>
                <a:xfrm>
                  <a:off x="730376" y="83747"/>
                  <a:ext cx="339060" cy="238293"/>
                  <a:chOff x="730376" y="83747"/>
                  <a:chExt cx="339060" cy="238293"/>
                </a:xfrm>
              </p:grpSpPr>
              <p:grpSp>
                <p:nvGrpSpPr>
                  <p:cNvPr id="2700" name="Graphique 4">
                    <a:extLst>
                      <a:ext uri="{FF2B5EF4-FFF2-40B4-BE49-F238E27FC236}">
                        <a16:creationId xmlns:a16="http://schemas.microsoft.com/office/drawing/2014/main" id="{C45A5499-7DB3-50B6-B36E-03FA21F1DE2E}"/>
                      </a:ext>
                    </a:extLst>
                  </p:cNvPr>
                  <p:cNvGrpSpPr/>
                  <p:nvPr/>
                </p:nvGrpSpPr>
                <p:grpSpPr>
                  <a:xfrm>
                    <a:off x="878206" y="83747"/>
                    <a:ext cx="188841" cy="40950"/>
                    <a:chOff x="878206" y="83747"/>
                    <a:chExt cx="188841" cy="40950"/>
                  </a:xfrm>
                </p:grpSpPr>
                <p:sp>
                  <p:nvSpPr>
                    <p:cNvPr id="2729" name="Forme libre : forme 2728">
                      <a:extLst>
                        <a:ext uri="{FF2B5EF4-FFF2-40B4-BE49-F238E27FC236}">
                          <a16:creationId xmlns:a16="http://schemas.microsoft.com/office/drawing/2014/main" id="{29A2B4E0-CAFE-E513-B414-4A27DD4F3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206" y="83747"/>
                      <a:ext cx="40950" cy="40950"/>
                    </a:xfrm>
                    <a:custGeom>
                      <a:avLst/>
                      <a:gdLst>
                        <a:gd name="connsiteX0" fmla="*/ 28064 w 40950"/>
                        <a:gd name="connsiteY0" fmla="*/ 0 h 40950"/>
                        <a:gd name="connsiteX1" fmla="*/ 40951 w 40950"/>
                        <a:gd name="connsiteY1" fmla="*/ 12887 h 40950"/>
                        <a:gd name="connsiteX2" fmla="*/ 40951 w 40950"/>
                        <a:gd name="connsiteY2" fmla="*/ 28064 h 40950"/>
                        <a:gd name="connsiteX3" fmla="*/ 28064 w 40950"/>
                        <a:gd name="connsiteY3" fmla="*/ 40951 h 40950"/>
                        <a:gd name="connsiteX4" fmla="*/ 12887 w 40950"/>
                        <a:gd name="connsiteY4" fmla="*/ 40951 h 40950"/>
                        <a:gd name="connsiteX5" fmla="*/ 0 w 40950"/>
                        <a:gd name="connsiteY5" fmla="*/ 28064 h 40950"/>
                        <a:gd name="connsiteX6" fmla="*/ 0 w 40950"/>
                        <a:gd name="connsiteY6" fmla="*/ 12887 h 40950"/>
                        <a:gd name="connsiteX7" fmla="*/ 12887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8064" y="0"/>
                          </a:moveTo>
                          <a:cubicBezTo>
                            <a:pt x="35181" y="0"/>
                            <a:pt x="40951" y="5770"/>
                            <a:pt x="40951" y="12887"/>
                          </a:cubicBezTo>
                          <a:lnTo>
                            <a:pt x="40951" y="28064"/>
                          </a:lnTo>
                          <a:cubicBezTo>
                            <a:pt x="40951" y="35181"/>
                            <a:pt x="35181" y="40951"/>
                            <a:pt x="28064" y="40951"/>
                          </a:cubicBezTo>
                          <a:lnTo>
                            <a:pt x="12887" y="40951"/>
                          </a:lnTo>
                          <a:cubicBezTo>
                            <a:pt x="5770" y="40951"/>
                            <a:pt x="0" y="35181"/>
                            <a:pt x="0" y="28064"/>
                          </a:cubicBezTo>
                          <a:lnTo>
                            <a:pt x="0" y="12887"/>
                          </a:lnTo>
                          <a:cubicBezTo>
                            <a:pt x="0" y="5770"/>
                            <a:pt x="5770" y="0"/>
                            <a:pt x="12887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30" name="Forme libre : forme 2729">
                      <a:extLst>
                        <a:ext uri="{FF2B5EF4-FFF2-40B4-BE49-F238E27FC236}">
                          <a16:creationId xmlns:a16="http://schemas.microsoft.com/office/drawing/2014/main" id="{366693A2-9BEC-49D0-67BD-7944658BE4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7976" y="83747"/>
                      <a:ext cx="40950" cy="40950"/>
                    </a:xfrm>
                    <a:custGeom>
                      <a:avLst/>
                      <a:gdLst>
                        <a:gd name="connsiteX0" fmla="*/ 29706 w 40950"/>
                        <a:gd name="connsiteY0" fmla="*/ 0 h 40950"/>
                        <a:gd name="connsiteX1" fmla="*/ 40951 w 40950"/>
                        <a:gd name="connsiteY1" fmla="*/ 11245 h 40950"/>
                        <a:gd name="connsiteX2" fmla="*/ 40951 w 40950"/>
                        <a:gd name="connsiteY2" fmla="*/ 29706 h 40950"/>
                        <a:gd name="connsiteX3" fmla="*/ 29706 w 40950"/>
                        <a:gd name="connsiteY3" fmla="*/ 40951 h 40950"/>
                        <a:gd name="connsiteX4" fmla="*/ 11245 w 40950"/>
                        <a:gd name="connsiteY4" fmla="*/ 40951 h 40950"/>
                        <a:gd name="connsiteX5" fmla="*/ 0 w 40950"/>
                        <a:gd name="connsiteY5" fmla="*/ 29706 h 40950"/>
                        <a:gd name="connsiteX6" fmla="*/ 0 w 40950"/>
                        <a:gd name="connsiteY6" fmla="*/ 11245 h 40950"/>
                        <a:gd name="connsiteX7" fmla="*/ 11245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9706" y="0"/>
                          </a:moveTo>
                          <a:cubicBezTo>
                            <a:pt x="35916" y="0"/>
                            <a:pt x="40951" y="5035"/>
                            <a:pt x="40951" y="11245"/>
                          </a:cubicBezTo>
                          <a:lnTo>
                            <a:pt x="40951" y="29706"/>
                          </a:lnTo>
                          <a:cubicBezTo>
                            <a:pt x="40951" y="35916"/>
                            <a:pt x="35916" y="40951"/>
                            <a:pt x="29706" y="40951"/>
                          </a:cubicBezTo>
                          <a:lnTo>
                            <a:pt x="11245" y="40951"/>
                          </a:lnTo>
                          <a:cubicBezTo>
                            <a:pt x="5035" y="40951"/>
                            <a:pt x="0" y="35916"/>
                            <a:pt x="0" y="29706"/>
                          </a:cubicBezTo>
                          <a:lnTo>
                            <a:pt x="0" y="11245"/>
                          </a:lnTo>
                          <a:cubicBezTo>
                            <a:pt x="0" y="5035"/>
                            <a:pt x="5035" y="0"/>
                            <a:pt x="11245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31" name="Forme libre : forme 2730">
                      <a:extLst>
                        <a:ext uri="{FF2B5EF4-FFF2-40B4-BE49-F238E27FC236}">
                          <a16:creationId xmlns:a16="http://schemas.microsoft.com/office/drawing/2014/main" id="{7B49E0E4-75F4-26F2-5A4A-A95BF978AE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7233" y="83747"/>
                      <a:ext cx="40950" cy="40950"/>
                    </a:xfrm>
                    <a:custGeom>
                      <a:avLst/>
                      <a:gdLst>
                        <a:gd name="connsiteX0" fmla="*/ 28811 w 40950"/>
                        <a:gd name="connsiteY0" fmla="*/ 0 h 40950"/>
                        <a:gd name="connsiteX1" fmla="*/ 40951 w 40950"/>
                        <a:gd name="connsiteY1" fmla="*/ 12139 h 40950"/>
                        <a:gd name="connsiteX2" fmla="*/ 40951 w 40950"/>
                        <a:gd name="connsiteY2" fmla="*/ 28811 h 40950"/>
                        <a:gd name="connsiteX3" fmla="*/ 28811 w 40950"/>
                        <a:gd name="connsiteY3" fmla="*/ 40951 h 40950"/>
                        <a:gd name="connsiteX4" fmla="*/ 12140 w 40950"/>
                        <a:gd name="connsiteY4" fmla="*/ 40951 h 40950"/>
                        <a:gd name="connsiteX5" fmla="*/ 0 w 40950"/>
                        <a:gd name="connsiteY5" fmla="*/ 28811 h 40950"/>
                        <a:gd name="connsiteX6" fmla="*/ 0 w 40950"/>
                        <a:gd name="connsiteY6" fmla="*/ 12139 h 40950"/>
                        <a:gd name="connsiteX7" fmla="*/ 12140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8811" y="0"/>
                          </a:moveTo>
                          <a:cubicBezTo>
                            <a:pt x="35516" y="0"/>
                            <a:pt x="40951" y="5435"/>
                            <a:pt x="40951" y="12139"/>
                          </a:cubicBezTo>
                          <a:lnTo>
                            <a:pt x="40951" y="28811"/>
                          </a:lnTo>
                          <a:cubicBezTo>
                            <a:pt x="40951" y="35516"/>
                            <a:pt x="35516" y="40951"/>
                            <a:pt x="28811" y="40951"/>
                          </a:cubicBezTo>
                          <a:lnTo>
                            <a:pt x="12140" y="40951"/>
                          </a:lnTo>
                          <a:cubicBezTo>
                            <a:pt x="5435" y="40951"/>
                            <a:pt x="0" y="35516"/>
                            <a:pt x="0" y="28811"/>
                          </a:cubicBezTo>
                          <a:lnTo>
                            <a:pt x="0" y="12139"/>
                          </a:lnTo>
                          <a:cubicBezTo>
                            <a:pt x="0" y="5435"/>
                            <a:pt x="5435" y="0"/>
                            <a:pt x="12140" y="0"/>
                          </a:cubicBezTo>
                          <a:close/>
                        </a:path>
                      </a:pathLst>
                    </a:custGeom>
                    <a:solidFill>
                      <a:srgbClr val="FFD040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32" name="Forme libre : forme 2731">
                      <a:extLst>
                        <a:ext uri="{FF2B5EF4-FFF2-40B4-BE49-F238E27FC236}">
                          <a16:creationId xmlns:a16="http://schemas.microsoft.com/office/drawing/2014/main" id="{52E6E8DC-3CBB-67F8-98FA-E0705759F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6097" y="83747"/>
                      <a:ext cx="40950" cy="40950"/>
                    </a:xfrm>
                    <a:custGeom>
                      <a:avLst/>
                      <a:gdLst>
                        <a:gd name="connsiteX0" fmla="*/ 29644 w 40950"/>
                        <a:gd name="connsiteY0" fmla="*/ 0 h 40950"/>
                        <a:gd name="connsiteX1" fmla="*/ 40951 w 40950"/>
                        <a:gd name="connsiteY1" fmla="*/ 11307 h 40950"/>
                        <a:gd name="connsiteX2" fmla="*/ 40951 w 40950"/>
                        <a:gd name="connsiteY2" fmla="*/ 29644 h 40950"/>
                        <a:gd name="connsiteX3" fmla="*/ 29644 w 40950"/>
                        <a:gd name="connsiteY3" fmla="*/ 40951 h 40950"/>
                        <a:gd name="connsiteX4" fmla="*/ 11307 w 40950"/>
                        <a:gd name="connsiteY4" fmla="*/ 40951 h 40950"/>
                        <a:gd name="connsiteX5" fmla="*/ 0 w 40950"/>
                        <a:gd name="connsiteY5" fmla="*/ 29644 h 40950"/>
                        <a:gd name="connsiteX6" fmla="*/ 0 w 40950"/>
                        <a:gd name="connsiteY6" fmla="*/ 11307 h 40950"/>
                        <a:gd name="connsiteX7" fmla="*/ 11307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9644" y="0"/>
                          </a:moveTo>
                          <a:cubicBezTo>
                            <a:pt x="35889" y="0"/>
                            <a:pt x="40951" y="5062"/>
                            <a:pt x="40951" y="11307"/>
                          </a:cubicBezTo>
                          <a:lnTo>
                            <a:pt x="40951" y="29644"/>
                          </a:lnTo>
                          <a:cubicBezTo>
                            <a:pt x="40951" y="35889"/>
                            <a:pt x="35889" y="40951"/>
                            <a:pt x="29644" y="40951"/>
                          </a:cubicBezTo>
                          <a:lnTo>
                            <a:pt x="11307" y="40951"/>
                          </a:lnTo>
                          <a:cubicBezTo>
                            <a:pt x="5062" y="40951"/>
                            <a:pt x="0" y="35889"/>
                            <a:pt x="0" y="29644"/>
                          </a:cubicBezTo>
                          <a:lnTo>
                            <a:pt x="0" y="11307"/>
                          </a:lnTo>
                          <a:cubicBezTo>
                            <a:pt x="0" y="5062"/>
                            <a:pt x="5062" y="0"/>
                            <a:pt x="11307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701" name="Graphique 4">
                    <a:extLst>
                      <a:ext uri="{FF2B5EF4-FFF2-40B4-BE49-F238E27FC236}">
                        <a16:creationId xmlns:a16="http://schemas.microsoft.com/office/drawing/2014/main" id="{3BF92051-CE83-4767-32E1-2B9E9A11E2E5}"/>
                      </a:ext>
                    </a:extLst>
                  </p:cNvPr>
                  <p:cNvGrpSpPr/>
                  <p:nvPr/>
                </p:nvGrpSpPr>
                <p:grpSpPr>
                  <a:xfrm>
                    <a:off x="730376" y="135233"/>
                    <a:ext cx="336622" cy="40950"/>
                    <a:chOff x="730376" y="135233"/>
                    <a:chExt cx="336622" cy="40950"/>
                  </a:xfrm>
                </p:grpSpPr>
                <p:sp>
                  <p:nvSpPr>
                    <p:cNvPr id="2722" name="Forme libre : forme 2721">
                      <a:extLst>
                        <a:ext uri="{FF2B5EF4-FFF2-40B4-BE49-F238E27FC236}">
                          <a16:creationId xmlns:a16="http://schemas.microsoft.com/office/drawing/2014/main" id="{573DAE2E-4F79-F087-E76C-C107F10AC2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376" y="135233"/>
                      <a:ext cx="40950" cy="40950"/>
                    </a:xfrm>
                    <a:custGeom>
                      <a:avLst/>
                      <a:gdLst>
                        <a:gd name="connsiteX0" fmla="*/ 26802 w 40950"/>
                        <a:gd name="connsiteY0" fmla="*/ 0 h 40950"/>
                        <a:gd name="connsiteX1" fmla="*/ 40951 w 40950"/>
                        <a:gd name="connsiteY1" fmla="*/ 14148 h 40950"/>
                        <a:gd name="connsiteX2" fmla="*/ 40951 w 40950"/>
                        <a:gd name="connsiteY2" fmla="*/ 26802 h 40950"/>
                        <a:gd name="connsiteX3" fmla="*/ 26802 w 40950"/>
                        <a:gd name="connsiteY3" fmla="*/ 40951 h 40950"/>
                        <a:gd name="connsiteX4" fmla="*/ 14148 w 40950"/>
                        <a:gd name="connsiteY4" fmla="*/ 40951 h 40950"/>
                        <a:gd name="connsiteX5" fmla="*/ 0 w 40950"/>
                        <a:gd name="connsiteY5" fmla="*/ 26802 h 40950"/>
                        <a:gd name="connsiteX6" fmla="*/ 0 w 40950"/>
                        <a:gd name="connsiteY6" fmla="*/ 14148 h 40950"/>
                        <a:gd name="connsiteX7" fmla="*/ 14148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6802" y="0"/>
                          </a:moveTo>
                          <a:cubicBezTo>
                            <a:pt x="34616" y="0"/>
                            <a:pt x="40951" y="6334"/>
                            <a:pt x="40951" y="14148"/>
                          </a:cubicBezTo>
                          <a:lnTo>
                            <a:pt x="40951" y="26802"/>
                          </a:lnTo>
                          <a:cubicBezTo>
                            <a:pt x="40951" y="34616"/>
                            <a:pt x="34616" y="40951"/>
                            <a:pt x="26802" y="40951"/>
                          </a:cubicBezTo>
                          <a:lnTo>
                            <a:pt x="14148" y="40951"/>
                          </a:lnTo>
                          <a:cubicBezTo>
                            <a:pt x="6334" y="40951"/>
                            <a:pt x="0" y="34616"/>
                            <a:pt x="0" y="26802"/>
                          </a:cubicBezTo>
                          <a:lnTo>
                            <a:pt x="0" y="14148"/>
                          </a:lnTo>
                          <a:cubicBezTo>
                            <a:pt x="0" y="6334"/>
                            <a:pt x="6334" y="0"/>
                            <a:pt x="14148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23" name="Forme libre : forme 2722">
                      <a:extLst>
                        <a:ext uri="{FF2B5EF4-FFF2-40B4-BE49-F238E27FC236}">
                          <a16:creationId xmlns:a16="http://schemas.microsoft.com/office/drawing/2014/main" id="{E3169D16-CF90-70BB-653B-D9EBB4730C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9632" y="135233"/>
                      <a:ext cx="40950" cy="40950"/>
                    </a:xfrm>
                    <a:custGeom>
                      <a:avLst/>
                      <a:gdLst>
                        <a:gd name="connsiteX0" fmla="*/ 27954 w 40950"/>
                        <a:gd name="connsiteY0" fmla="*/ 0 h 40950"/>
                        <a:gd name="connsiteX1" fmla="*/ 40951 w 40950"/>
                        <a:gd name="connsiteY1" fmla="*/ 12997 h 40950"/>
                        <a:gd name="connsiteX2" fmla="*/ 40951 w 40950"/>
                        <a:gd name="connsiteY2" fmla="*/ 27954 h 40950"/>
                        <a:gd name="connsiteX3" fmla="*/ 27954 w 40950"/>
                        <a:gd name="connsiteY3" fmla="*/ 40951 h 40950"/>
                        <a:gd name="connsiteX4" fmla="*/ 12997 w 40950"/>
                        <a:gd name="connsiteY4" fmla="*/ 40951 h 40950"/>
                        <a:gd name="connsiteX5" fmla="*/ 0 w 40950"/>
                        <a:gd name="connsiteY5" fmla="*/ 27954 h 40950"/>
                        <a:gd name="connsiteX6" fmla="*/ 0 w 40950"/>
                        <a:gd name="connsiteY6" fmla="*/ 12997 h 40950"/>
                        <a:gd name="connsiteX7" fmla="*/ 12997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7954" y="0"/>
                          </a:moveTo>
                          <a:cubicBezTo>
                            <a:pt x="35132" y="0"/>
                            <a:pt x="40951" y="5819"/>
                            <a:pt x="40951" y="12997"/>
                          </a:cubicBezTo>
                          <a:lnTo>
                            <a:pt x="40951" y="27954"/>
                          </a:lnTo>
                          <a:cubicBezTo>
                            <a:pt x="40951" y="35132"/>
                            <a:pt x="35132" y="40951"/>
                            <a:pt x="27954" y="40951"/>
                          </a:cubicBezTo>
                          <a:lnTo>
                            <a:pt x="12997" y="40951"/>
                          </a:lnTo>
                          <a:cubicBezTo>
                            <a:pt x="5819" y="40951"/>
                            <a:pt x="0" y="35132"/>
                            <a:pt x="0" y="27954"/>
                          </a:cubicBezTo>
                          <a:lnTo>
                            <a:pt x="0" y="12997"/>
                          </a:lnTo>
                          <a:cubicBezTo>
                            <a:pt x="0" y="5819"/>
                            <a:pt x="5819" y="0"/>
                            <a:pt x="12997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24" name="Forme libre : forme 2723">
                      <a:extLst>
                        <a:ext uri="{FF2B5EF4-FFF2-40B4-BE49-F238E27FC236}">
                          <a16:creationId xmlns:a16="http://schemas.microsoft.com/office/drawing/2014/main" id="{4CA4F9B7-616D-3F0D-E4EA-E9779262E2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8496" y="135233"/>
                      <a:ext cx="40950" cy="40950"/>
                    </a:xfrm>
                    <a:custGeom>
                      <a:avLst/>
                      <a:gdLst>
                        <a:gd name="connsiteX0" fmla="*/ 29595 w 40950"/>
                        <a:gd name="connsiteY0" fmla="*/ 0 h 40950"/>
                        <a:gd name="connsiteX1" fmla="*/ 40951 w 40950"/>
                        <a:gd name="connsiteY1" fmla="*/ 11356 h 40950"/>
                        <a:gd name="connsiteX2" fmla="*/ 40951 w 40950"/>
                        <a:gd name="connsiteY2" fmla="*/ 29595 h 40950"/>
                        <a:gd name="connsiteX3" fmla="*/ 29595 w 40950"/>
                        <a:gd name="connsiteY3" fmla="*/ 40951 h 40950"/>
                        <a:gd name="connsiteX4" fmla="*/ 11355 w 40950"/>
                        <a:gd name="connsiteY4" fmla="*/ 40951 h 40950"/>
                        <a:gd name="connsiteX5" fmla="*/ 0 w 40950"/>
                        <a:gd name="connsiteY5" fmla="*/ 29595 h 40950"/>
                        <a:gd name="connsiteX6" fmla="*/ 0 w 40950"/>
                        <a:gd name="connsiteY6" fmla="*/ 11356 h 40950"/>
                        <a:gd name="connsiteX7" fmla="*/ 11355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9595" y="0"/>
                          </a:moveTo>
                          <a:cubicBezTo>
                            <a:pt x="35867" y="0"/>
                            <a:pt x="40951" y="5084"/>
                            <a:pt x="40951" y="11356"/>
                          </a:cubicBezTo>
                          <a:lnTo>
                            <a:pt x="40951" y="29595"/>
                          </a:lnTo>
                          <a:cubicBezTo>
                            <a:pt x="40951" y="35867"/>
                            <a:pt x="35867" y="40951"/>
                            <a:pt x="29595" y="40951"/>
                          </a:cubicBezTo>
                          <a:lnTo>
                            <a:pt x="11355" y="40951"/>
                          </a:lnTo>
                          <a:cubicBezTo>
                            <a:pt x="5084" y="40951"/>
                            <a:pt x="0" y="35867"/>
                            <a:pt x="0" y="29595"/>
                          </a:cubicBezTo>
                          <a:lnTo>
                            <a:pt x="0" y="11356"/>
                          </a:lnTo>
                          <a:cubicBezTo>
                            <a:pt x="0" y="5084"/>
                            <a:pt x="5084" y="0"/>
                            <a:pt x="11355" y="0"/>
                          </a:cubicBezTo>
                          <a:close/>
                        </a:path>
                      </a:pathLst>
                    </a:custGeom>
                    <a:solidFill>
                      <a:srgbClr val="FFD040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25" name="Forme libre : forme 2724">
                      <a:extLst>
                        <a:ext uri="{FF2B5EF4-FFF2-40B4-BE49-F238E27FC236}">
                          <a16:creationId xmlns:a16="http://schemas.microsoft.com/office/drawing/2014/main" id="{A139DFFE-F998-ED17-8EAF-A93C496011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157" y="135233"/>
                      <a:ext cx="40950" cy="40950"/>
                    </a:xfrm>
                    <a:custGeom>
                      <a:avLst/>
                      <a:gdLst>
                        <a:gd name="connsiteX0" fmla="*/ 30661 w 40950"/>
                        <a:gd name="connsiteY0" fmla="*/ 0 h 40950"/>
                        <a:gd name="connsiteX1" fmla="*/ 40951 w 40950"/>
                        <a:gd name="connsiteY1" fmla="*/ 10290 h 40950"/>
                        <a:gd name="connsiteX2" fmla="*/ 40951 w 40950"/>
                        <a:gd name="connsiteY2" fmla="*/ 30661 h 40950"/>
                        <a:gd name="connsiteX3" fmla="*/ 30661 w 40950"/>
                        <a:gd name="connsiteY3" fmla="*/ 40951 h 40950"/>
                        <a:gd name="connsiteX4" fmla="*/ 10290 w 40950"/>
                        <a:gd name="connsiteY4" fmla="*/ 40951 h 40950"/>
                        <a:gd name="connsiteX5" fmla="*/ 0 w 40950"/>
                        <a:gd name="connsiteY5" fmla="*/ 30661 h 40950"/>
                        <a:gd name="connsiteX6" fmla="*/ 0 w 40950"/>
                        <a:gd name="connsiteY6" fmla="*/ 10290 h 40950"/>
                        <a:gd name="connsiteX7" fmla="*/ 10290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30661" y="0"/>
                          </a:moveTo>
                          <a:cubicBezTo>
                            <a:pt x="36344" y="0"/>
                            <a:pt x="40951" y="4607"/>
                            <a:pt x="40951" y="10290"/>
                          </a:cubicBezTo>
                          <a:lnTo>
                            <a:pt x="40951" y="30661"/>
                          </a:lnTo>
                          <a:cubicBezTo>
                            <a:pt x="40951" y="36344"/>
                            <a:pt x="36344" y="40951"/>
                            <a:pt x="30661" y="40951"/>
                          </a:cubicBezTo>
                          <a:lnTo>
                            <a:pt x="10290" y="40951"/>
                          </a:lnTo>
                          <a:cubicBezTo>
                            <a:pt x="4607" y="40951"/>
                            <a:pt x="0" y="36344"/>
                            <a:pt x="0" y="30661"/>
                          </a:cubicBezTo>
                          <a:lnTo>
                            <a:pt x="0" y="10290"/>
                          </a:lnTo>
                          <a:cubicBezTo>
                            <a:pt x="0" y="4607"/>
                            <a:pt x="4607" y="0"/>
                            <a:pt x="10290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26" name="Forme libre : forme 2725">
                      <a:extLst>
                        <a:ext uri="{FF2B5EF4-FFF2-40B4-BE49-F238E27FC236}">
                          <a16:creationId xmlns:a16="http://schemas.microsoft.com/office/drawing/2014/main" id="{F2D44B9F-52D7-4761-1C1F-EC4396376A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7927" y="135233"/>
                      <a:ext cx="40950" cy="40950"/>
                    </a:xfrm>
                    <a:custGeom>
                      <a:avLst/>
                      <a:gdLst>
                        <a:gd name="connsiteX0" fmla="*/ 27403 w 40950"/>
                        <a:gd name="connsiteY0" fmla="*/ 0 h 40950"/>
                        <a:gd name="connsiteX1" fmla="*/ 40951 w 40950"/>
                        <a:gd name="connsiteY1" fmla="*/ 13548 h 40950"/>
                        <a:gd name="connsiteX2" fmla="*/ 40951 w 40950"/>
                        <a:gd name="connsiteY2" fmla="*/ 27403 h 40950"/>
                        <a:gd name="connsiteX3" fmla="*/ 27403 w 40950"/>
                        <a:gd name="connsiteY3" fmla="*/ 40951 h 40950"/>
                        <a:gd name="connsiteX4" fmla="*/ 13548 w 40950"/>
                        <a:gd name="connsiteY4" fmla="*/ 40951 h 40950"/>
                        <a:gd name="connsiteX5" fmla="*/ 0 w 40950"/>
                        <a:gd name="connsiteY5" fmla="*/ 27403 h 40950"/>
                        <a:gd name="connsiteX6" fmla="*/ 0 w 40950"/>
                        <a:gd name="connsiteY6" fmla="*/ 13548 h 40950"/>
                        <a:gd name="connsiteX7" fmla="*/ 13548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7403" y="0"/>
                          </a:moveTo>
                          <a:cubicBezTo>
                            <a:pt x="34885" y="0"/>
                            <a:pt x="40951" y="6066"/>
                            <a:pt x="40951" y="13548"/>
                          </a:cubicBezTo>
                          <a:lnTo>
                            <a:pt x="40951" y="27403"/>
                          </a:lnTo>
                          <a:cubicBezTo>
                            <a:pt x="40951" y="34885"/>
                            <a:pt x="34885" y="40951"/>
                            <a:pt x="27403" y="40951"/>
                          </a:cubicBezTo>
                          <a:lnTo>
                            <a:pt x="13548" y="40951"/>
                          </a:lnTo>
                          <a:cubicBezTo>
                            <a:pt x="6066" y="40951"/>
                            <a:pt x="0" y="34885"/>
                            <a:pt x="0" y="27403"/>
                          </a:cubicBezTo>
                          <a:lnTo>
                            <a:pt x="0" y="13548"/>
                          </a:lnTo>
                          <a:cubicBezTo>
                            <a:pt x="0" y="6066"/>
                            <a:pt x="6066" y="0"/>
                            <a:pt x="13548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27" name="Forme libre : forme 2726">
                      <a:extLst>
                        <a:ext uri="{FF2B5EF4-FFF2-40B4-BE49-F238E27FC236}">
                          <a16:creationId xmlns:a16="http://schemas.microsoft.com/office/drawing/2014/main" id="{CA275DED-143B-F72D-B1FE-2A9632380C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7184" y="135233"/>
                      <a:ext cx="40950" cy="40950"/>
                    </a:xfrm>
                    <a:custGeom>
                      <a:avLst/>
                      <a:gdLst>
                        <a:gd name="connsiteX0" fmla="*/ 28554 w 40950"/>
                        <a:gd name="connsiteY0" fmla="*/ 0 h 40950"/>
                        <a:gd name="connsiteX1" fmla="*/ 40951 w 40950"/>
                        <a:gd name="connsiteY1" fmla="*/ 12397 h 40950"/>
                        <a:gd name="connsiteX2" fmla="*/ 40951 w 40950"/>
                        <a:gd name="connsiteY2" fmla="*/ 28554 h 40950"/>
                        <a:gd name="connsiteX3" fmla="*/ 28554 w 40950"/>
                        <a:gd name="connsiteY3" fmla="*/ 40951 h 40950"/>
                        <a:gd name="connsiteX4" fmla="*/ 12397 w 40950"/>
                        <a:gd name="connsiteY4" fmla="*/ 40951 h 40950"/>
                        <a:gd name="connsiteX5" fmla="*/ 0 w 40950"/>
                        <a:gd name="connsiteY5" fmla="*/ 28554 h 40950"/>
                        <a:gd name="connsiteX6" fmla="*/ 0 w 40950"/>
                        <a:gd name="connsiteY6" fmla="*/ 12397 h 40950"/>
                        <a:gd name="connsiteX7" fmla="*/ 12397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8554" y="0"/>
                          </a:moveTo>
                          <a:cubicBezTo>
                            <a:pt x="35401" y="0"/>
                            <a:pt x="40951" y="5550"/>
                            <a:pt x="40951" y="12397"/>
                          </a:cubicBezTo>
                          <a:lnTo>
                            <a:pt x="40951" y="28554"/>
                          </a:lnTo>
                          <a:cubicBezTo>
                            <a:pt x="40951" y="35401"/>
                            <a:pt x="35401" y="40951"/>
                            <a:pt x="28554" y="40951"/>
                          </a:cubicBezTo>
                          <a:lnTo>
                            <a:pt x="12397" y="40951"/>
                          </a:lnTo>
                          <a:cubicBezTo>
                            <a:pt x="5550" y="40951"/>
                            <a:pt x="0" y="35401"/>
                            <a:pt x="0" y="28554"/>
                          </a:cubicBezTo>
                          <a:lnTo>
                            <a:pt x="0" y="12397"/>
                          </a:lnTo>
                          <a:cubicBezTo>
                            <a:pt x="0" y="5550"/>
                            <a:pt x="5550" y="0"/>
                            <a:pt x="12397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28" name="Forme libre : forme 2727">
                      <a:extLst>
                        <a:ext uri="{FF2B5EF4-FFF2-40B4-BE49-F238E27FC236}">
                          <a16:creationId xmlns:a16="http://schemas.microsoft.com/office/drawing/2014/main" id="{F86C833B-6D05-E5A3-6856-508E0AFBCD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6048" y="135233"/>
                      <a:ext cx="40950" cy="40950"/>
                    </a:xfrm>
                    <a:custGeom>
                      <a:avLst/>
                      <a:gdLst>
                        <a:gd name="connsiteX0" fmla="*/ 28566 w 40950"/>
                        <a:gd name="connsiteY0" fmla="*/ 0 h 40950"/>
                        <a:gd name="connsiteX1" fmla="*/ 40951 w 40950"/>
                        <a:gd name="connsiteY1" fmla="*/ 12384 h 40950"/>
                        <a:gd name="connsiteX2" fmla="*/ 40951 w 40950"/>
                        <a:gd name="connsiteY2" fmla="*/ 28566 h 40950"/>
                        <a:gd name="connsiteX3" fmla="*/ 28566 w 40950"/>
                        <a:gd name="connsiteY3" fmla="*/ 40951 h 40950"/>
                        <a:gd name="connsiteX4" fmla="*/ 12384 w 40950"/>
                        <a:gd name="connsiteY4" fmla="*/ 40951 h 40950"/>
                        <a:gd name="connsiteX5" fmla="*/ 0 w 40950"/>
                        <a:gd name="connsiteY5" fmla="*/ 28566 h 40950"/>
                        <a:gd name="connsiteX6" fmla="*/ 0 w 40950"/>
                        <a:gd name="connsiteY6" fmla="*/ 12384 h 40950"/>
                        <a:gd name="connsiteX7" fmla="*/ 12384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8566" y="0"/>
                          </a:moveTo>
                          <a:cubicBezTo>
                            <a:pt x="35406" y="0"/>
                            <a:pt x="40951" y="5545"/>
                            <a:pt x="40951" y="12384"/>
                          </a:cubicBezTo>
                          <a:lnTo>
                            <a:pt x="40951" y="28566"/>
                          </a:lnTo>
                          <a:cubicBezTo>
                            <a:pt x="40951" y="35406"/>
                            <a:pt x="35406" y="40951"/>
                            <a:pt x="28566" y="40951"/>
                          </a:cubicBezTo>
                          <a:lnTo>
                            <a:pt x="12384" y="40951"/>
                          </a:lnTo>
                          <a:cubicBezTo>
                            <a:pt x="5545" y="40951"/>
                            <a:pt x="0" y="35406"/>
                            <a:pt x="0" y="28566"/>
                          </a:cubicBezTo>
                          <a:lnTo>
                            <a:pt x="0" y="12384"/>
                          </a:lnTo>
                          <a:cubicBezTo>
                            <a:pt x="0" y="5545"/>
                            <a:pt x="5545" y="0"/>
                            <a:pt x="12384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702" name="Graphique 4">
                    <a:extLst>
                      <a:ext uri="{FF2B5EF4-FFF2-40B4-BE49-F238E27FC236}">
                        <a16:creationId xmlns:a16="http://schemas.microsoft.com/office/drawing/2014/main" id="{B4473E40-CFDF-60BE-BBE6-2D419A69B0E2}"/>
                      </a:ext>
                    </a:extLst>
                  </p:cNvPr>
                  <p:cNvGrpSpPr/>
                  <p:nvPr/>
                </p:nvGrpSpPr>
                <p:grpSpPr>
                  <a:xfrm>
                    <a:off x="731588" y="184293"/>
                    <a:ext cx="336622" cy="40950"/>
                    <a:chOff x="731588" y="184293"/>
                    <a:chExt cx="336622" cy="40950"/>
                  </a:xfrm>
                </p:grpSpPr>
                <p:sp>
                  <p:nvSpPr>
                    <p:cNvPr id="2715" name="Forme libre : forme 2714">
                      <a:extLst>
                        <a:ext uri="{FF2B5EF4-FFF2-40B4-BE49-F238E27FC236}">
                          <a16:creationId xmlns:a16="http://schemas.microsoft.com/office/drawing/2014/main" id="{0ED432A3-5595-C78F-27E6-2DF7B91562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88" y="184293"/>
                      <a:ext cx="40950" cy="40950"/>
                    </a:xfrm>
                    <a:custGeom>
                      <a:avLst/>
                      <a:gdLst>
                        <a:gd name="connsiteX0" fmla="*/ 28542 w 40950"/>
                        <a:gd name="connsiteY0" fmla="*/ 0 h 40950"/>
                        <a:gd name="connsiteX1" fmla="*/ 40951 w 40950"/>
                        <a:gd name="connsiteY1" fmla="*/ 12409 h 40950"/>
                        <a:gd name="connsiteX2" fmla="*/ 40951 w 40950"/>
                        <a:gd name="connsiteY2" fmla="*/ 28542 h 40950"/>
                        <a:gd name="connsiteX3" fmla="*/ 28542 w 40950"/>
                        <a:gd name="connsiteY3" fmla="*/ 40951 h 40950"/>
                        <a:gd name="connsiteX4" fmla="*/ 12409 w 40950"/>
                        <a:gd name="connsiteY4" fmla="*/ 40951 h 40950"/>
                        <a:gd name="connsiteX5" fmla="*/ 0 w 40950"/>
                        <a:gd name="connsiteY5" fmla="*/ 28542 h 40950"/>
                        <a:gd name="connsiteX6" fmla="*/ 0 w 40950"/>
                        <a:gd name="connsiteY6" fmla="*/ 12409 h 40950"/>
                        <a:gd name="connsiteX7" fmla="*/ 12409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8542" y="0"/>
                          </a:moveTo>
                          <a:cubicBezTo>
                            <a:pt x="35395" y="0"/>
                            <a:pt x="40951" y="5556"/>
                            <a:pt x="40951" y="12409"/>
                          </a:cubicBezTo>
                          <a:lnTo>
                            <a:pt x="40951" y="28542"/>
                          </a:lnTo>
                          <a:cubicBezTo>
                            <a:pt x="40951" y="35395"/>
                            <a:pt x="35395" y="40951"/>
                            <a:pt x="28542" y="40951"/>
                          </a:cubicBezTo>
                          <a:lnTo>
                            <a:pt x="12409" y="40951"/>
                          </a:lnTo>
                          <a:cubicBezTo>
                            <a:pt x="5556" y="40951"/>
                            <a:pt x="0" y="35395"/>
                            <a:pt x="0" y="28542"/>
                          </a:cubicBezTo>
                          <a:lnTo>
                            <a:pt x="0" y="12409"/>
                          </a:lnTo>
                          <a:cubicBezTo>
                            <a:pt x="0" y="5556"/>
                            <a:pt x="5556" y="0"/>
                            <a:pt x="12409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16" name="Forme libre : forme 2715">
                      <a:extLst>
                        <a:ext uri="{FF2B5EF4-FFF2-40B4-BE49-F238E27FC236}">
                          <a16:creationId xmlns:a16="http://schemas.microsoft.com/office/drawing/2014/main" id="{AE9D44C5-203C-7D0C-3400-264CD510A5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0857" y="184293"/>
                      <a:ext cx="40950" cy="40950"/>
                    </a:xfrm>
                    <a:custGeom>
                      <a:avLst/>
                      <a:gdLst>
                        <a:gd name="connsiteX0" fmla="*/ 27243 w 40950"/>
                        <a:gd name="connsiteY0" fmla="*/ 0 h 40950"/>
                        <a:gd name="connsiteX1" fmla="*/ 40951 w 40950"/>
                        <a:gd name="connsiteY1" fmla="*/ 13707 h 40950"/>
                        <a:gd name="connsiteX2" fmla="*/ 40951 w 40950"/>
                        <a:gd name="connsiteY2" fmla="*/ 27243 h 40950"/>
                        <a:gd name="connsiteX3" fmla="*/ 27243 w 40950"/>
                        <a:gd name="connsiteY3" fmla="*/ 40951 h 40950"/>
                        <a:gd name="connsiteX4" fmla="*/ 13707 w 40950"/>
                        <a:gd name="connsiteY4" fmla="*/ 40951 h 40950"/>
                        <a:gd name="connsiteX5" fmla="*/ 0 w 40950"/>
                        <a:gd name="connsiteY5" fmla="*/ 27243 h 40950"/>
                        <a:gd name="connsiteX6" fmla="*/ 0 w 40950"/>
                        <a:gd name="connsiteY6" fmla="*/ 13707 h 40950"/>
                        <a:gd name="connsiteX7" fmla="*/ 13707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7243" y="0"/>
                          </a:moveTo>
                          <a:cubicBezTo>
                            <a:pt x="34814" y="0"/>
                            <a:pt x="40951" y="6137"/>
                            <a:pt x="40951" y="13707"/>
                          </a:cubicBezTo>
                          <a:lnTo>
                            <a:pt x="40951" y="27243"/>
                          </a:lnTo>
                          <a:cubicBezTo>
                            <a:pt x="40951" y="34814"/>
                            <a:pt x="34814" y="40951"/>
                            <a:pt x="27243" y="40951"/>
                          </a:cubicBezTo>
                          <a:lnTo>
                            <a:pt x="13707" y="40951"/>
                          </a:lnTo>
                          <a:cubicBezTo>
                            <a:pt x="6137" y="40951"/>
                            <a:pt x="0" y="34814"/>
                            <a:pt x="0" y="27243"/>
                          </a:cubicBezTo>
                          <a:lnTo>
                            <a:pt x="0" y="13707"/>
                          </a:lnTo>
                          <a:cubicBezTo>
                            <a:pt x="0" y="6137"/>
                            <a:pt x="6137" y="0"/>
                            <a:pt x="13707" y="0"/>
                          </a:cubicBezTo>
                          <a:close/>
                        </a:path>
                      </a:pathLst>
                    </a:custGeom>
                    <a:solidFill>
                      <a:srgbClr val="4438B7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17" name="Forme libre : forme 2716">
                      <a:extLst>
                        <a:ext uri="{FF2B5EF4-FFF2-40B4-BE49-F238E27FC236}">
                          <a16:creationId xmlns:a16="http://schemas.microsoft.com/office/drawing/2014/main" id="{7E44A67E-E378-536B-6940-C5242BFB6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9709" y="184293"/>
                      <a:ext cx="40950" cy="40950"/>
                    </a:xfrm>
                    <a:custGeom>
                      <a:avLst/>
                      <a:gdLst>
                        <a:gd name="connsiteX0" fmla="*/ 30526 w 40950"/>
                        <a:gd name="connsiteY0" fmla="*/ 0 h 40950"/>
                        <a:gd name="connsiteX1" fmla="*/ 40951 w 40950"/>
                        <a:gd name="connsiteY1" fmla="*/ 10425 h 40950"/>
                        <a:gd name="connsiteX2" fmla="*/ 40951 w 40950"/>
                        <a:gd name="connsiteY2" fmla="*/ 30526 h 40950"/>
                        <a:gd name="connsiteX3" fmla="*/ 30526 w 40950"/>
                        <a:gd name="connsiteY3" fmla="*/ 40951 h 40950"/>
                        <a:gd name="connsiteX4" fmla="*/ 10425 w 40950"/>
                        <a:gd name="connsiteY4" fmla="*/ 40951 h 40950"/>
                        <a:gd name="connsiteX5" fmla="*/ 0 w 40950"/>
                        <a:gd name="connsiteY5" fmla="*/ 30526 h 40950"/>
                        <a:gd name="connsiteX6" fmla="*/ 0 w 40950"/>
                        <a:gd name="connsiteY6" fmla="*/ 10425 h 40950"/>
                        <a:gd name="connsiteX7" fmla="*/ 10425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30526" y="0"/>
                          </a:moveTo>
                          <a:cubicBezTo>
                            <a:pt x="36284" y="0"/>
                            <a:pt x="40951" y="4667"/>
                            <a:pt x="40951" y="10425"/>
                          </a:cubicBezTo>
                          <a:lnTo>
                            <a:pt x="40951" y="30526"/>
                          </a:lnTo>
                          <a:cubicBezTo>
                            <a:pt x="40951" y="36284"/>
                            <a:pt x="36284" y="40951"/>
                            <a:pt x="30526" y="40951"/>
                          </a:cubicBezTo>
                          <a:lnTo>
                            <a:pt x="10425" y="40951"/>
                          </a:lnTo>
                          <a:cubicBezTo>
                            <a:pt x="4667" y="40951"/>
                            <a:pt x="0" y="36284"/>
                            <a:pt x="0" y="30526"/>
                          </a:cubicBezTo>
                          <a:lnTo>
                            <a:pt x="0" y="10425"/>
                          </a:lnTo>
                          <a:cubicBezTo>
                            <a:pt x="0" y="4667"/>
                            <a:pt x="4667" y="0"/>
                            <a:pt x="10425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18" name="Forme libre : forme 2717">
                      <a:extLst>
                        <a:ext uri="{FF2B5EF4-FFF2-40B4-BE49-F238E27FC236}">
                          <a16:creationId xmlns:a16="http://schemas.microsoft.com/office/drawing/2014/main" id="{9115344E-D669-F7D1-9EAF-461E3BF311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369" y="184293"/>
                      <a:ext cx="40950" cy="40950"/>
                    </a:xfrm>
                    <a:custGeom>
                      <a:avLst/>
                      <a:gdLst>
                        <a:gd name="connsiteX0" fmla="*/ 28726 w 40950"/>
                        <a:gd name="connsiteY0" fmla="*/ 0 h 40950"/>
                        <a:gd name="connsiteX1" fmla="*/ 40951 w 40950"/>
                        <a:gd name="connsiteY1" fmla="*/ 12225 h 40950"/>
                        <a:gd name="connsiteX2" fmla="*/ 40951 w 40950"/>
                        <a:gd name="connsiteY2" fmla="*/ 28726 h 40950"/>
                        <a:gd name="connsiteX3" fmla="*/ 28726 w 40950"/>
                        <a:gd name="connsiteY3" fmla="*/ 40951 h 40950"/>
                        <a:gd name="connsiteX4" fmla="*/ 12225 w 40950"/>
                        <a:gd name="connsiteY4" fmla="*/ 40951 h 40950"/>
                        <a:gd name="connsiteX5" fmla="*/ 0 w 40950"/>
                        <a:gd name="connsiteY5" fmla="*/ 28726 h 40950"/>
                        <a:gd name="connsiteX6" fmla="*/ 0 w 40950"/>
                        <a:gd name="connsiteY6" fmla="*/ 12225 h 40950"/>
                        <a:gd name="connsiteX7" fmla="*/ 12225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8726" y="0"/>
                          </a:moveTo>
                          <a:cubicBezTo>
                            <a:pt x="35477" y="0"/>
                            <a:pt x="40951" y="5473"/>
                            <a:pt x="40951" y="12225"/>
                          </a:cubicBezTo>
                          <a:lnTo>
                            <a:pt x="40951" y="28726"/>
                          </a:lnTo>
                          <a:cubicBezTo>
                            <a:pt x="40951" y="35477"/>
                            <a:pt x="35477" y="40951"/>
                            <a:pt x="28726" y="40951"/>
                          </a:cubicBezTo>
                          <a:lnTo>
                            <a:pt x="12225" y="40951"/>
                          </a:lnTo>
                          <a:cubicBezTo>
                            <a:pt x="5473" y="40951"/>
                            <a:pt x="0" y="35477"/>
                            <a:pt x="0" y="28726"/>
                          </a:cubicBezTo>
                          <a:lnTo>
                            <a:pt x="0" y="12225"/>
                          </a:lnTo>
                          <a:cubicBezTo>
                            <a:pt x="0" y="5473"/>
                            <a:pt x="5473" y="0"/>
                            <a:pt x="12225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19" name="Forme libre : forme 2718">
                      <a:extLst>
                        <a:ext uri="{FF2B5EF4-FFF2-40B4-BE49-F238E27FC236}">
                          <a16:creationId xmlns:a16="http://schemas.microsoft.com/office/drawing/2014/main" id="{89B202E9-7304-4EDE-1CA8-F110C70747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9140" y="184293"/>
                      <a:ext cx="40950" cy="40950"/>
                    </a:xfrm>
                    <a:custGeom>
                      <a:avLst/>
                      <a:gdLst>
                        <a:gd name="connsiteX0" fmla="*/ 27917 w 40950"/>
                        <a:gd name="connsiteY0" fmla="*/ 0 h 40950"/>
                        <a:gd name="connsiteX1" fmla="*/ 40951 w 40950"/>
                        <a:gd name="connsiteY1" fmla="*/ 13034 h 40950"/>
                        <a:gd name="connsiteX2" fmla="*/ 40951 w 40950"/>
                        <a:gd name="connsiteY2" fmla="*/ 27917 h 40950"/>
                        <a:gd name="connsiteX3" fmla="*/ 27917 w 40950"/>
                        <a:gd name="connsiteY3" fmla="*/ 40951 h 40950"/>
                        <a:gd name="connsiteX4" fmla="*/ 13034 w 40950"/>
                        <a:gd name="connsiteY4" fmla="*/ 40951 h 40950"/>
                        <a:gd name="connsiteX5" fmla="*/ 0 w 40950"/>
                        <a:gd name="connsiteY5" fmla="*/ 27917 h 40950"/>
                        <a:gd name="connsiteX6" fmla="*/ 0 w 40950"/>
                        <a:gd name="connsiteY6" fmla="*/ 13034 h 40950"/>
                        <a:gd name="connsiteX7" fmla="*/ 13034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7917" y="0"/>
                          </a:moveTo>
                          <a:cubicBezTo>
                            <a:pt x="35115" y="0"/>
                            <a:pt x="40951" y="5835"/>
                            <a:pt x="40951" y="13034"/>
                          </a:cubicBezTo>
                          <a:lnTo>
                            <a:pt x="40951" y="27917"/>
                          </a:lnTo>
                          <a:cubicBezTo>
                            <a:pt x="40951" y="35115"/>
                            <a:pt x="35116" y="40951"/>
                            <a:pt x="27917" y="40951"/>
                          </a:cubicBezTo>
                          <a:lnTo>
                            <a:pt x="13034" y="40951"/>
                          </a:lnTo>
                          <a:cubicBezTo>
                            <a:pt x="5835" y="40951"/>
                            <a:pt x="0" y="35115"/>
                            <a:pt x="0" y="27917"/>
                          </a:cubicBezTo>
                          <a:lnTo>
                            <a:pt x="0" y="13034"/>
                          </a:lnTo>
                          <a:cubicBezTo>
                            <a:pt x="0" y="5835"/>
                            <a:pt x="5835" y="0"/>
                            <a:pt x="13034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20" name="Forme libre : forme 2719">
                      <a:extLst>
                        <a:ext uri="{FF2B5EF4-FFF2-40B4-BE49-F238E27FC236}">
                          <a16:creationId xmlns:a16="http://schemas.microsoft.com/office/drawing/2014/main" id="{4A6DCEA9-138A-2997-E6A9-086FB7D302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8409" y="184293"/>
                      <a:ext cx="40950" cy="40950"/>
                    </a:xfrm>
                    <a:custGeom>
                      <a:avLst/>
                      <a:gdLst>
                        <a:gd name="connsiteX0" fmla="*/ 29889 w 40950"/>
                        <a:gd name="connsiteY0" fmla="*/ 0 h 40950"/>
                        <a:gd name="connsiteX1" fmla="*/ 40951 w 40950"/>
                        <a:gd name="connsiteY1" fmla="*/ 11062 h 40950"/>
                        <a:gd name="connsiteX2" fmla="*/ 40951 w 40950"/>
                        <a:gd name="connsiteY2" fmla="*/ 29889 h 40950"/>
                        <a:gd name="connsiteX3" fmla="*/ 29889 w 40950"/>
                        <a:gd name="connsiteY3" fmla="*/ 40951 h 40950"/>
                        <a:gd name="connsiteX4" fmla="*/ 11062 w 40950"/>
                        <a:gd name="connsiteY4" fmla="*/ 40951 h 40950"/>
                        <a:gd name="connsiteX5" fmla="*/ 0 w 40950"/>
                        <a:gd name="connsiteY5" fmla="*/ 29889 h 40950"/>
                        <a:gd name="connsiteX6" fmla="*/ 0 w 40950"/>
                        <a:gd name="connsiteY6" fmla="*/ 11062 h 40950"/>
                        <a:gd name="connsiteX7" fmla="*/ 11062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9889" y="0"/>
                          </a:moveTo>
                          <a:cubicBezTo>
                            <a:pt x="35998" y="0"/>
                            <a:pt x="40951" y="4952"/>
                            <a:pt x="40951" y="11062"/>
                          </a:cubicBezTo>
                          <a:lnTo>
                            <a:pt x="40951" y="29889"/>
                          </a:lnTo>
                          <a:cubicBezTo>
                            <a:pt x="40951" y="35998"/>
                            <a:pt x="35999" y="40951"/>
                            <a:pt x="29889" y="40951"/>
                          </a:cubicBezTo>
                          <a:lnTo>
                            <a:pt x="11062" y="40951"/>
                          </a:lnTo>
                          <a:cubicBezTo>
                            <a:pt x="4952" y="40951"/>
                            <a:pt x="0" y="35998"/>
                            <a:pt x="0" y="29889"/>
                          </a:cubicBezTo>
                          <a:lnTo>
                            <a:pt x="0" y="11062"/>
                          </a:lnTo>
                          <a:cubicBezTo>
                            <a:pt x="0" y="4952"/>
                            <a:pt x="4952" y="0"/>
                            <a:pt x="11062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21" name="Forme libre : forme 2720">
                      <a:extLst>
                        <a:ext uri="{FF2B5EF4-FFF2-40B4-BE49-F238E27FC236}">
                          <a16:creationId xmlns:a16="http://schemas.microsoft.com/office/drawing/2014/main" id="{F38F9DFF-02E3-4685-F481-6951268F1E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7260" y="184293"/>
                      <a:ext cx="40950" cy="40950"/>
                    </a:xfrm>
                    <a:custGeom>
                      <a:avLst/>
                      <a:gdLst>
                        <a:gd name="connsiteX0" fmla="*/ 29081 w 40950"/>
                        <a:gd name="connsiteY0" fmla="*/ 0 h 40950"/>
                        <a:gd name="connsiteX1" fmla="*/ 40951 w 40950"/>
                        <a:gd name="connsiteY1" fmla="*/ 11870 h 40950"/>
                        <a:gd name="connsiteX2" fmla="*/ 40951 w 40950"/>
                        <a:gd name="connsiteY2" fmla="*/ 29081 h 40950"/>
                        <a:gd name="connsiteX3" fmla="*/ 29081 w 40950"/>
                        <a:gd name="connsiteY3" fmla="*/ 40951 h 40950"/>
                        <a:gd name="connsiteX4" fmla="*/ 11870 w 40950"/>
                        <a:gd name="connsiteY4" fmla="*/ 40951 h 40950"/>
                        <a:gd name="connsiteX5" fmla="*/ 0 w 40950"/>
                        <a:gd name="connsiteY5" fmla="*/ 29081 h 40950"/>
                        <a:gd name="connsiteX6" fmla="*/ 0 w 40950"/>
                        <a:gd name="connsiteY6" fmla="*/ 11870 h 40950"/>
                        <a:gd name="connsiteX7" fmla="*/ 11870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9081" y="0"/>
                          </a:moveTo>
                          <a:cubicBezTo>
                            <a:pt x="35637" y="0"/>
                            <a:pt x="40951" y="5314"/>
                            <a:pt x="40951" y="11870"/>
                          </a:cubicBezTo>
                          <a:lnTo>
                            <a:pt x="40951" y="29081"/>
                          </a:lnTo>
                          <a:cubicBezTo>
                            <a:pt x="40951" y="35637"/>
                            <a:pt x="35637" y="40951"/>
                            <a:pt x="29081" y="40951"/>
                          </a:cubicBezTo>
                          <a:lnTo>
                            <a:pt x="11870" y="40951"/>
                          </a:lnTo>
                          <a:cubicBezTo>
                            <a:pt x="5314" y="40951"/>
                            <a:pt x="0" y="35637"/>
                            <a:pt x="0" y="29081"/>
                          </a:cubicBezTo>
                          <a:lnTo>
                            <a:pt x="0" y="11870"/>
                          </a:lnTo>
                          <a:cubicBezTo>
                            <a:pt x="0" y="5314"/>
                            <a:pt x="5314" y="0"/>
                            <a:pt x="11870" y="0"/>
                          </a:cubicBezTo>
                          <a:close/>
                        </a:path>
                      </a:pathLst>
                    </a:custGeom>
                    <a:solidFill>
                      <a:srgbClr val="4438B7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703" name="Graphique 4">
                    <a:extLst>
                      <a:ext uri="{FF2B5EF4-FFF2-40B4-BE49-F238E27FC236}">
                        <a16:creationId xmlns:a16="http://schemas.microsoft.com/office/drawing/2014/main" id="{92322288-EA92-A724-1AA4-CE7BA9DD34F9}"/>
                      </a:ext>
                    </a:extLst>
                  </p:cNvPr>
                  <p:cNvGrpSpPr/>
                  <p:nvPr/>
                </p:nvGrpSpPr>
                <p:grpSpPr>
                  <a:xfrm>
                    <a:off x="732801" y="232741"/>
                    <a:ext cx="336635" cy="40963"/>
                    <a:chOff x="732801" y="232741"/>
                    <a:chExt cx="336635" cy="40963"/>
                  </a:xfrm>
                  <a:solidFill>
                    <a:srgbClr val="FFFFFF"/>
                  </a:solidFill>
                </p:grpSpPr>
                <p:sp>
                  <p:nvSpPr>
                    <p:cNvPr id="2708" name="Forme libre : forme 2707">
                      <a:extLst>
                        <a:ext uri="{FF2B5EF4-FFF2-40B4-BE49-F238E27FC236}">
                          <a16:creationId xmlns:a16="http://schemas.microsoft.com/office/drawing/2014/main" id="{61EDE721-192E-00DB-E9F0-8296C27A24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2801" y="232741"/>
                      <a:ext cx="40950" cy="40950"/>
                    </a:xfrm>
                    <a:custGeom>
                      <a:avLst/>
                      <a:gdLst>
                        <a:gd name="connsiteX0" fmla="*/ 27550 w 40950"/>
                        <a:gd name="connsiteY0" fmla="*/ 0 h 40950"/>
                        <a:gd name="connsiteX1" fmla="*/ 40951 w 40950"/>
                        <a:gd name="connsiteY1" fmla="*/ 13401 h 40950"/>
                        <a:gd name="connsiteX2" fmla="*/ 40951 w 40950"/>
                        <a:gd name="connsiteY2" fmla="*/ 27550 h 40950"/>
                        <a:gd name="connsiteX3" fmla="*/ 27550 w 40950"/>
                        <a:gd name="connsiteY3" fmla="*/ 40951 h 40950"/>
                        <a:gd name="connsiteX4" fmla="*/ 13401 w 40950"/>
                        <a:gd name="connsiteY4" fmla="*/ 40951 h 40950"/>
                        <a:gd name="connsiteX5" fmla="*/ 0 w 40950"/>
                        <a:gd name="connsiteY5" fmla="*/ 27550 h 40950"/>
                        <a:gd name="connsiteX6" fmla="*/ 0 w 40950"/>
                        <a:gd name="connsiteY6" fmla="*/ 13401 h 40950"/>
                        <a:gd name="connsiteX7" fmla="*/ 13401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7550" y="0"/>
                          </a:moveTo>
                          <a:cubicBezTo>
                            <a:pt x="34951" y="0"/>
                            <a:pt x="40951" y="6000"/>
                            <a:pt x="40951" y="13401"/>
                          </a:cubicBezTo>
                          <a:lnTo>
                            <a:pt x="40951" y="27550"/>
                          </a:lnTo>
                          <a:cubicBezTo>
                            <a:pt x="40951" y="34951"/>
                            <a:pt x="34951" y="40951"/>
                            <a:pt x="27550" y="40951"/>
                          </a:cubicBezTo>
                          <a:lnTo>
                            <a:pt x="13401" y="40951"/>
                          </a:lnTo>
                          <a:cubicBezTo>
                            <a:pt x="6000" y="40951"/>
                            <a:pt x="0" y="34951"/>
                            <a:pt x="0" y="27550"/>
                          </a:cubicBezTo>
                          <a:lnTo>
                            <a:pt x="0" y="13401"/>
                          </a:lnTo>
                          <a:cubicBezTo>
                            <a:pt x="0" y="6000"/>
                            <a:pt x="6000" y="0"/>
                            <a:pt x="13401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09" name="Forme libre : forme 2708">
                      <a:extLst>
                        <a:ext uri="{FF2B5EF4-FFF2-40B4-BE49-F238E27FC236}">
                          <a16:creationId xmlns:a16="http://schemas.microsoft.com/office/drawing/2014/main" id="{86E9E0E3-B325-196C-DAF5-DF64207C6B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2070" y="232741"/>
                      <a:ext cx="40950" cy="40950"/>
                    </a:xfrm>
                    <a:custGeom>
                      <a:avLst/>
                      <a:gdLst>
                        <a:gd name="connsiteX0" fmla="*/ 28701 w 40950"/>
                        <a:gd name="connsiteY0" fmla="*/ 0 h 40950"/>
                        <a:gd name="connsiteX1" fmla="*/ 40951 w 40950"/>
                        <a:gd name="connsiteY1" fmla="*/ 12250 h 40950"/>
                        <a:gd name="connsiteX2" fmla="*/ 40951 w 40950"/>
                        <a:gd name="connsiteY2" fmla="*/ 28701 h 40950"/>
                        <a:gd name="connsiteX3" fmla="*/ 28701 w 40950"/>
                        <a:gd name="connsiteY3" fmla="*/ 40951 h 40950"/>
                        <a:gd name="connsiteX4" fmla="*/ 12250 w 40950"/>
                        <a:gd name="connsiteY4" fmla="*/ 40951 h 40950"/>
                        <a:gd name="connsiteX5" fmla="*/ 0 w 40950"/>
                        <a:gd name="connsiteY5" fmla="*/ 28701 h 40950"/>
                        <a:gd name="connsiteX6" fmla="*/ 0 w 40950"/>
                        <a:gd name="connsiteY6" fmla="*/ 12250 h 40950"/>
                        <a:gd name="connsiteX7" fmla="*/ 12250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8701" y="0"/>
                          </a:moveTo>
                          <a:cubicBezTo>
                            <a:pt x="35466" y="0"/>
                            <a:pt x="40951" y="5484"/>
                            <a:pt x="40951" y="12250"/>
                          </a:cubicBezTo>
                          <a:lnTo>
                            <a:pt x="40951" y="28701"/>
                          </a:lnTo>
                          <a:cubicBezTo>
                            <a:pt x="40951" y="35466"/>
                            <a:pt x="35466" y="40951"/>
                            <a:pt x="28701" y="40951"/>
                          </a:cubicBezTo>
                          <a:lnTo>
                            <a:pt x="12250" y="40951"/>
                          </a:lnTo>
                          <a:cubicBezTo>
                            <a:pt x="5484" y="40951"/>
                            <a:pt x="0" y="35466"/>
                            <a:pt x="0" y="28701"/>
                          </a:cubicBezTo>
                          <a:lnTo>
                            <a:pt x="0" y="12250"/>
                          </a:lnTo>
                          <a:cubicBezTo>
                            <a:pt x="0" y="5484"/>
                            <a:pt x="5484" y="0"/>
                            <a:pt x="12250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10" name="Forme libre : forme 2709">
                      <a:extLst>
                        <a:ext uri="{FF2B5EF4-FFF2-40B4-BE49-F238E27FC236}">
                          <a16:creationId xmlns:a16="http://schemas.microsoft.com/office/drawing/2014/main" id="{01F6DC56-BB79-1CAC-0C57-D115DAC3EF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922" y="232741"/>
                      <a:ext cx="40950" cy="40950"/>
                    </a:xfrm>
                    <a:custGeom>
                      <a:avLst/>
                      <a:gdLst>
                        <a:gd name="connsiteX0" fmla="*/ 29951 w 40950"/>
                        <a:gd name="connsiteY0" fmla="*/ 0 h 40950"/>
                        <a:gd name="connsiteX1" fmla="*/ 40951 w 40950"/>
                        <a:gd name="connsiteY1" fmla="*/ 11000 h 40950"/>
                        <a:gd name="connsiteX2" fmla="*/ 40951 w 40950"/>
                        <a:gd name="connsiteY2" fmla="*/ 29951 h 40950"/>
                        <a:gd name="connsiteX3" fmla="*/ 29951 w 40950"/>
                        <a:gd name="connsiteY3" fmla="*/ 40951 h 40950"/>
                        <a:gd name="connsiteX4" fmla="*/ 11000 w 40950"/>
                        <a:gd name="connsiteY4" fmla="*/ 40951 h 40950"/>
                        <a:gd name="connsiteX5" fmla="*/ 0 w 40950"/>
                        <a:gd name="connsiteY5" fmla="*/ 29951 h 40950"/>
                        <a:gd name="connsiteX6" fmla="*/ 0 w 40950"/>
                        <a:gd name="connsiteY6" fmla="*/ 11000 h 40950"/>
                        <a:gd name="connsiteX7" fmla="*/ 11000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9951" y="0"/>
                          </a:moveTo>
                          <a:cubicBezTo>
                            <a:pt x="36026" y="0"/>
                            <a:pt x="40951" y="4925"/>
                            <a:pt x="40951" y="11000"/>
                          </a:cubicBezTo>
                          <a:lnTo>
                            <a:pt x="40951" y="29951"/>
                          </a:lnTo>
                          <a:cubicBezTo>
                            <a:pt x="40951" y="36026"/>
                            <a:pt x="36026" y="40951"/>
                            <a:pt x="29951" y="40951"/>
                          </a:cubicBezTo>
                          <a:lnTo>
                            <a:pt x="11000" y="40951"/>
                          </a:lnTo>
                          <a:cubicBezTo>
                            <a:pt x="4925" y="40951"/>
                            <a:pt x="0" y="36026"/>
                            <a:pt x="0" y="29951"/>
                          </a:cubicBezTo>
                          <a:lnTo>
                            <a:pt x="0" y="11000"/>
                          </a:lnTo>
                          <a:cubicBezTo>
                            <a:pt x="0" y="4925"/>
                            <a:pt x="4925" y="0"/>
                            <a:pt x="11000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11" name="Forme libre : forme 2710">
                      <a:extLst>
                        <a:ext uri="{FF2B5EF4-FFF2-40B4-BE49-F238E27FC236}">
                          <a16:creationId xmlns:a16="http://schemas.microsoft.com/office/drawing/2014/main" id="{1598E850-D515-D28E-0AE3-D875BD4222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0594" y="232741"/>
                      <a:ext cx="40950" cy="40950"/>
                    </a:xfrm>
                    <a:custGeom>
                      <a:avLst/>
                      <a:gdLst>
                        <a:gd name="connsiteX0" fmla="*/ 27733 w 40950"/>
                        <a:gd name="connsiteY0" fmla="*/ 0 h 40950"/>
                        <a:gd name="connsiteX1" fmla="*/ 40951 w 40950"/>
                        <a:gd name="connsiteY1" fmla="*/ 13217 h 40950"/>
                        <a:gd name="connsiteX2" fmla="*/ 40951 w 40950"/>
                        <a:gd name="connsiteY2" fmla="*/ 27733 h 40950"/>
                        <a:gd name="connsiteX3" fmla="*/ 27733 w 40950"/>
                        <a:gd name="connsiteY3" fmla="*/ 40951 h 40950"/>
                        <a:gd name="connsiteX4" fmla="*/ 13218 w 40950"/>
                        <a:gd name="connsiteY4" fmla="*/ 40951 h 40950"/>
                        <a:gd name="connsiteX5" fmla="*/ 0 w 40950"/>
                        <a:gd name="connsiteY5" fmla="*/ 27733 h 40950"/>
                        <a:gd name="connsiteX6" fmla="*/ 0 w 40950"/>
                        <a:gd name="connsiteY6" fmla="*/ 13217 h 40950"/>
                        <a:gd name="connsiteX7" fmla="*/ 13218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7733" y="0"/>
                          </a:moveTo>
                          <a:cubicBezTo>
                            <a:pt x="35033" y="0"/>
                            <a:pt x="40951" y="5918"/>
                            <a:pt x="40951" y="13217"/>
                          </a:cubicBezTo>
                          <a:lnTo>
                            <a:pt x="40951" y="27733"/>
                          </a:lnTo>
                          <a:cubicBezTo>
                            <a:pt x="40951" y="35033"/>
                            <a:pt x="35033" y="40951"/>
                            <a:pt x="27733" y="40951"/>
                          </a:cubicBezTo>
                          <a:lnTo>
                            <a:pt x="13218" y="40951"/>
                          </a:lnTo>
                          <a:cubicBezTo>
                            <a:pt x="5918" y="40951"/>
                            <a:pt x="0" y="35033"/>
                            <a:pt x="0" y="27733"/>
                          </a:cubicBezTo>
                          <a:lnTo>
                            <a:pt x="0" y="13217"/>
                          </a:lnTo>
                          <a:cubicBezTo>
                            <a:pt x="0" y="5918"/>
                            <a:pt x="5918" y="0"/>
                            <a:pt x="13218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12" name="Forme libre : forme 2711">
                      <a:extLst>
                        <a:ext uri="{FF2B5EF4-FFF2-40B4-BE49-F238E27FC236}">
                          <a16:creationId xmlns:a16="http://schemas.microsoft.com/office/drawing/2014/main" id="{B3930A39-F805-6014-2B42-24FFBAE5A0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0365" y="232741"/>
                      <a:ext cx="40950" cy="40950"/>
                    </a:xfrm>
                    <a:custGeom>
                      <a:avLst/>
                      <a:gdLst>
                        <a:gd name="connsiteX0" fmla="*/ 27341 w 40950"/>
                        <a:gd name="connsiteY0" fmla="*/ 0 h 40950"/>
                        <a:gd name="connsiteX1" fmla="*/ 40951 w 40950"/>
                        <a:gd name="connsiteY1" fmla="*/ 13609 h 40950"/>
                        <a:gd name="connsiteX2" fmla="*/ 40951 w 40950"/>
                        <a:gd name="connsiteY2" fmla="*/ 27341 h 40950"/>
                        <a:gd name="connsiteX3" fmla="*/ 27341 w 40950"/>
                        <a:gd name="connsiteY3" fmla="*/ 40951 h 40950"/>
                        <a:gd name="connsiteX4" fmla="*/ 13609 w 40950"/>
                        <a:gd name="connsiteY4" fmla="*/ 40951 h 40950"/>
                        <a:gd name="connsiteX5" fmla="*/ 0 w 40950"/>
                        <a:gd name="connsiteY5" fmla="*/ 27341 h 40950"/>
                        <a:gd name="connsiteX6" fmla="*/ 0 w 40950"/>
                        <a:gd name="connsiteY6" fmla="*/ 13609 h 40950"/>
                        <a:gd name="connsiteX7" fmla="*/ 13609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7341" y="0"/>
                          </a:moveTo>
                          <a:cubicBezTo>
                            <a:pt x="34858" y="0"/>
                            <a:pt x="40951" y="6093"/>
                            <a:pt x="40951" y="13609"/>
                          </a:cubicBezTo>
                          <a:lnTo>
                            <a:pt x="40951" y="27341"/>
                          </a:lnTo>
                          <a:cubicBezTo>
                            <a:pt x="40951" y="34858"/>
                            <a:pt x="34858" y="40951"/>
                            <a:pt x="27341" y="40951"/>
                          </a:cubicBezTo>
                          <a:lnTo>
                            <a:pt x="13609" y="40951"/>
                          </a:lnTo>
                          <a:cubicBezTo>
                            <a:pt x="6093" y="40951"/>
                            <a:pt x="0" y="34858"/>
                            <a:pt x="0" y="27341"/>
                          </a:cubicBezTo>
                          <a:lnTo>
                            <a:pt x="0" y="13609"/>
                          </a:lnTo>
                          <a:cubicBezTo>
                            <a:pt x="0" y="6093"/>
                            <a:pt x="6093" y="0"/>
                            <a:pt x="13609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13" name="Forme libre : forme 2712">
                      <a:extLst>
                        <a:ext uri="{FF2B5EF4-FFF2-40B4-BE49-F238E27FC236}">
                          <a16:creationId xmlns:a16="http://schemas.microsoft.com/office/drawing/2014/main" id="{2D857780-D135-7771-D685-F56FF9D98B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9621" y="232741"/>
                      <a:ext cx="40950" cy="40950"/>
                    </a:xfrm>
                    <a:custGeom>
                      <a:avLst/>
                      <a:gdLst>
                        <a:gd name="connsiteX0" fmla="*/ 26864 w 40950"/>
                        <a:gd name="connsiteY0" fmla="*/ 0 h 40950"/>
                        <a:gd name="connsiteX1" fmla="*/ 40951 w 40950"/>
                        <a:gd name="connsiteY1" fmla="*/ 14087 h 40950"/>
                        <a:gd name="connsiteX2" fmla="*/ 40951 w 40950"/>
                        <a:gd name="connsiteY2" fmla="*/ 26864 h 40950"/>
                        <a:gd name="connsiteX3" fmla="*/ 26864 w 40950"/>
                        <a:gd name="connsiteY3" fmla="*/ 40951 h 40950"/>
                        <a:gd name="connsiteX4" fmla="*/ 14087 w 40950"/>
                        <a:gd name="connsiteY4" fmla="*/ 40951 h 40950"/>
                        <a:gd name="connsiteX5" fmla="*/ 0 w 40950"/>
                        <a:gd name="connsiteY5" fmla="*/ 26864 h 40950"/>
                        <a:gd name="connsiteX6" fmla="*/ 0 w 40950"/>
                        <a:gd name="connsiteY6" fmla="*/ 14087 h 40950"/>
                        <a:gd name="connsiteX7" fmla="*/ 14087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6864" y="0"/>
                          </a:moveTo>
                          <a:cubicBezTo>
                            <a:pt x="34644" y="0"/>
                            <a:pt x="40951" y="6307"/>
                            <a:pt x="40951" y="14087"/>
                          </a:cubicBezTo>
                          <a:lnTo>
                            <a:pt x="40951" y="26864"/>
                          </a:lnTo>
                          <a:cubicBezTo>
                            <a:pt x="40951" y="34644"/>
                            <a:pt x="34644" y="40951"/>
                            <a:pt x="26864" y="40951"/>
                          </a:cubicBezTo>
                          <a:lnTo>
                            <a:pt x="14087" y="40951"/>
                          </a:lnTo>
                          <a:cubicBezTo>
                            <a:pt x="6307" y="40951"/>
                            <a:pt x="0" y="34644"/>
                            <a:pt x="0" y="26864"/>
                          </a:cubicBezTo>
                          <a:lnTo>
                            <a:pt x="0" y="14087"/>
                          </a:lnTo>
                          <a:cubicBezTo>
                            <a:pt x="0" y="6307"/>
                            <a:pt x="6307" y="0"/>
                            <a:pt x="14087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14" name="Forme libre : forme 2713">
                      <a:extLst>
                        <a:ext uri="{FF2B5EF4-FFF2-40B4-BE49-F238E27FC236}">
                          <a16:creationId xmlns:a16="http://schemas.microsoft.com/office/drawing/2014/main" id="{309259AE-8377-B716-EC46-99B3F31F1B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473" y="232741"/>
                      <a:ext cx="40963" cy="40963"/>
                    </a:xfrm>
                    <a:custGeom>
                      <a:avLst/>
                      <a:gdLst>
                        <a:gd name="connsiteX0" fmla="*/ 13671 w 40963"/>
                        <a:gd name="connsiteY0" fmla="*/ 0 h 40963"/>
                        <a:gd name="connsiteX1" fmla="*/ 27292 w 40963"/>
                        <a:gd name="connsiteY1" fmla="*/ 0 h 40963"/>
                        <a:gd name="connsiteX2" fmla="*/ 40963 w 40963"/>
                        <a:gd name="connsiteY2" fmla="*/ 13671 h 40963"/>
                        <a:gd name="connsiteX3" fmla="*/ 40963 w 40963"/>
                        <a:gd name="connsiteY3" fmla="*/ 27292 h 40963"/>
                        <a:gd name="connsiteX4" fmla="*/ 27292 w 40963"/>
                        <a:gd name="connsiteY4" fmla="*/ 40963 h 40963"/>
                        <a:gd name="connsiteX5" fmla="*/ 13671 w 40963"/>
                        <a:gd name="connsiteY5" fmla="*/ 40963 h 40963"/>
                        <a:gd name="connsiteX6" fmla="*/ 0 w 40963"/>
                        <a:gd name="connsiteY6" fmla="*/ 27292 h 40963"/>
                        <a:gd name="connsiteX7" fmla="*/ 0 w 40963"/>
                        <a:gd name="connsiteY7" fmla="*/ 13671 h 40963"/>
                        <a:gd name="connsiteX8" fmla="*/ 13671 w 40963"/>
                        <a:gd name="connsiteY8" fmla="*/ 0 h 409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0963" h="40963">
                          <a:moveTo>
                            <a:pt x="13671" y="0"/>
                          </a:moveTo>
                          <a:lnTo>
                            <a:pt x="27292" y="0"/>
                          </a:lnTo>
                          <a:cubicBezTo>
                            <a:pt x="34838" y="0"/>
                            <a:pt x="40963" y="6125"/>
                            <a:pt x="40963" y="13671"/>
                          </a:cubicBezTo>
                          <a:lnTo>
                            <a:pt x="40963" y="27292"/>
                          </a:lnTo>
                          <a:cubicBezTo>
                            <a:pt x="40963" y="34838"/>
                            <a:pt x="34838" y="40963"/>
                            <a:pt x="27292" y="40963"/>
                          </a:cubicBezTo>
                          <a:lnTo>
                            <a:pt x="13671" y="40963"/>
                          </a:lnTo>
                          <a:cubicBezTo>
                            <a:pt x="6125" y="40963"/>
                            <a:pt x="0" y="34838"/>
                            <a:pt x="0" y="27292"/>
                          </a:cubicBezTo>
                          <a:lnTo>
                            <a:pt x="0" y="13671"/>
                          </a:lnTo>
                          <a:cubicBezTo>
                            <a:pt x="0" y="6125"/>
                            <a:pt x="6125" y="0"/>
                            <a:pt x="13671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704" name="Graphique 4">
                    <a:extLst>
                      <a:ext uri="{FF2B5EF4-FFF2-40B4-BE49-F238E27FC236}">
                        <a16:creationId xmlns:a16="http://schemas.microsoft.com/office/drawing/2014/main" id="{8FDF40B9-BB1B-6E3B-D2FE-E84515666526}"/>
                      </a:ext>
                    </a:extLst>
                  </p:cNvPr>
                  <p:cNvGrpSpPr/>
                  <p:nvPr/>
                </p:nvGrpSpPr>
                <p:grpSpPr>
                  <a:xfrm>
                    <a:off x="732801" y="281090"/>
                    <a:ext cx="139071" cy="40950"/>
                    <a:chOff x="732801" y="281090"/>
                    <a:chExt cx="139071" cy="40950"/>
                  </a:xfrm>
                  <a:solidFill>
                    <a:srgbClr val="FFFFFF"/>
                  </a:solidFill>
                </p:grpSpPr>
                <p:sp>
                  <p:nvSpPr>
                    <p:cNvPr id="2705" name="Forme libre : forme 2704">
                      <a:extLst>
                        <a:ext uri="{FF2B5EF4-FFF2-40B4-BE49-F238E27FC236}">
                          <a16:creationId xmlns:a16="http://schemas.microsoft.com/office/drawing/2014/main" id="{31A2BEFA-FF8E-2439-2A78-286878120D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2801" y="281090"/>
                      <a:ext cx="40950" cy="40950"/>
                    </a:xfrm>
                    <a:custGeom>
                      <a:avLst/>
                      <a:gdLst>
                        <a:gd name="connsiteX0" fmla="*/ 27464 w 40950"/>
                        <a:gd name="connsiteY0" fmla="*/ 0 h 40950"/>
                        <a:gd name="connsiteX1" fmla="*/ 40951 w 40950"/>
                        <a:gd name="connsiteY1" fmla="*/ 13487 h 40950"/>
                        <a:gd name="connsiteX2" fmla="*/ 40951 w 40950"/>
                        <a:gd name="connsiteY2" fmla="*/ 27464 h 40950"/>
                        <a:gd name="connsiteX3" fmla="*/ 27464 w 40950"/>
                        <a:gd name="connsiteY3" fmla="*/ 40951 h 40950"/>
                        <a:gd name="connsiteX4" fmla="*/ 13487 w 40950"/>
                        <a:gd name="connsiteY4" fmla="*/ 40951 h 40950"/>
                        <a:gd name="connsiteX5" fmla="*/ 0 w 40950"/>
                        <a:gd name="connsiteY5" fmla="*/ 27464 h 40950"/>
                        <a:gd name="connsiteX6" fmla="*/ 0 w 40950"/>
                        <a:gd name="connsiteY6" fmla="*/ 13487 h 40950"/>
                        <a:gd name="connsiteX7" fmla="*/ 13487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7464" y="0"/>
                          </a:moveTo>
                          <a:cubicBezTo>
                            <a:pt x="34913" y="0"/>
                            <a:pt x="40951" y="6038"/>
                            <a:pt x="40951" y="13487"/>
                          </a:cubicBezTo>
                          <a:lnTo>
                            <a:pt x="40951" y="27464"/>
                          </a:lnTo>
                          <a:cubicBezTo>
                            <a:pt x="40951" y="34913"/>
                            <a:pt x="34913" y="40951"/>
                            <a:pt x="27464" y="40951"/>
                          </a:cubicBezTo>
                          <a:lnTo>
                            <a:pt x="13487" y="40951"/>
                          </a:lnTo>
                          <a:cubicBezTo>
                            <a:pt x="6038" y="40951"/>
                            <a:pt x="0" y="34913"/>
                            <a:pt x="0" y="27464"/>
                          </a:cubicBezTo>
                          <a:lnTo>
                            <a:pt x="0" y="13487"/>
                          </a:lnTo>
                          <a:cubicBezTo>
                            <a:pt x="0" y="6038"/>
                            <a:pt x="6038" y="0"/>
                            <a:pt x="13487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06" name="Forme libre : forme 2705">
                      <a:extLst>
                        <a:ext uri="{FF2B5EF4-FFF2-40B4-BE49-F238E27FC236}">
                          <a16:creationId xmlns:a16="http://schemas.microsoft.com/office/drawing/2014/main" id="{D8FD6826-9BB9-1FB2-F09E-4CD0107988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2070" y="281090"/>
                      <a:ext cx="40950" cy="40950"/>
                    </a:xfrm>
                    <a:custGeom>
                      <a:avLst/>
                      <a:gdLst>
                        <a:gd name="connsiteX0" fmla="*/ 28615 w 40950"/>
                        <a:gd name="connsiteY0" fmla="*/ 0 h 40950"/>
                        <a:gd name="connsiteX1" fmla="*/ 40951 w 40950"/>
                        <a:gd name="connsiteY1" fmla="*/ 12335 h 40950"/>
                        <a:gd name="connsiteX2" fmla="*/ 40951 w 40950"/>
                        <a:gd name="connsiteY2" fmla="*/ 28615 h 40950"/>
                        <a:gd name="connsiteX3" fmla="*/ 28615 w 40950"/>
                        <a:gd name="connsiteY3" fmla="*/ 40951 h 40950"/>
                        <a:gd name="connsiteX4" fmla="*/ 12335 w 40950"/>
                        <a:gd name="connsiteY4" fmla="*/ 40951 h 40950"/>
                        <a:gd name="connsiteX5" fmla="*/ 0 w 40950"/>
                        <a:gd name="connsiteY5" fmla="*/ 28615 h 40950"/>
                        <a:gd name="connsiteX6" fmla="*/ 0 w 40950"/>
                        <a:gd name="connsiteY6" fmla="*/ 12335 h 40950"/>
                        <a:gd name="connsiteX7" fmla="*/ 12335 w 40950"/>
                        <a:gd name="connsiteY7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28615" y="0"/>
                          </a:moveTo>
                          <a:cubicBezTo>
                            <a:pt x="35428" y="0"/>
                            <a:pt x="40951" y="5523"/>
                            <a:pt x="40951" y="12335"/>
                          </a:cubicBezTo>
                          <a:lnTo>
                            <a:pt x="40951" y="28615"/>
                          </a:lnTo>
                          <a:cubicBezTo>
                            <a:pt x="40951" y="35428"/>
                            <a:pt x="35428" y="40951"/>
                            <a:pt x="28615" y="40951"/>
                          </a:cubicBezTo>
                          <a:lnTo>
                            <a:pt x="12335" y="40951"/>
                          </a:lnTo>
                          <a:cubicBezTo>
                            <a:pt x="5523" y="40951"/>
                            <a:pt x="0" y="35428"/>
                            <a:pt x="0" y="28615"/>
                          </a:cubicBezTo>
                          <a:lnTo>
                            <a:pt x="0" y="12335"/>
                          </a:lnTo>
                          <a:cubicBezTo>
                            <a:pt x="0" y="5523"/>
                            <a:pt x="5523" y="0"/>
                            <a:pt x="12335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07" name="Forme libre : forme 2706">
                      <a:extLst>
                        <a:ext uri="{FF2B5EF4-FFF2-40B4-BE49-F238E27FC236}">
                          <a16:creationId xmlns:a16="http://schemas.microsoft.com/office/drawing/2014/main" id="{E3F2DE24-FE03-8222-BF61-AFECA6EB87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922" y="281090"/>
                      <a:ext cx="40950" cy="40950"/>
                    </a:xfrm>
                    <a:custGeom>
                      <a:avLst/>
                      <a:gdLst>
                        <a:gd name="connsiteX0" fmla="*/ 11503 w 40950"/>
                        <a:gd name="connsiteY0" fmla="*/ 0 h 40950"/>
                        <a:gd name="connsiteX1" fmla="*/ 29448 w 40950"/>
                        <a:gd name="connsiteY1" fmla="*/ 0 h 40950"/>
                        <a:gd name="connsiteX2" fmla="*/ 40951 w 40950"/>
                        <a:gd name="connsiteY2" fmla="*/ 11503 h 40950"/>
                        <a:gd name="connsiteX3" fmla="*/ 40951 w 40950"/>
                        <a:gd name="connsiteY3" fmla="*/ 29448 h 40950"/>
                        <a:gd name="connsiteX4" fmla="*/ 29448 w 40950"/>
                        <a:gd name="connsiteY4" fmla="*/ 40951 h 40950"/>
                        <a:gd name="connsiteX5" fmla="*/ 11503 w 40950"/>
                        <a:gd name="connsiteY5" fmla="*/ 40951 h 40950"/>
                        <a:gd name="connsiteX6" fmla="*/ 0 w 40950"/>
                        <a:gd name="connsiteY6" fmla="*/ 29448 h 40950"/>
                        <a:gd name="connsiteX7" fmla="*/ 0 w 40950"/>
                        <a:gd name="connsiteY7" fmla="*/ 11503 h 40950"/>
                        <a:gd name="connsiteX8" fmla="*/ 11503 w 40950"/>
                        <a:gd name="connsiteY8" fmla="*/ 0 h 40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0950" h="40950">
                          <a:moveTo>
                            <a:pt x="11503" y="0"/>
                          </a:moveTo>
                          <a:lnTo>
                            <a:pt x="29448" y="0"/>
                          </a:lnTo>
                          <a:cubicBezTo>
                            <a:pt x="35794" y="0"/>
                            <a:pt x="40951" y="5157"/>
                            <a:pt x="40951" y="11503"/>
                          </a:cubicBezTo>
                          <a:lnTo>
                            <a:pt x="40951" y="29448"/>
                          </a:lnTo>
                          <a:cubicBezTo>
                            <a:pt x="40951" y="35794"/>
                            <a:pt x="35794" y="40951"/>
                            <a:pt x="29448" y="40951"/>
                          </a:cubicBezTo>
                          <a:lnTo>
                            <a:pt x="11503" y="40951"/>
                          </a:lnTo>
                          <a:cubicBezTo>
                            <a:pt x="5157" y="40951"/>
                            <a:pt x="0" y="35794"/>
                            <a:pt x="0" y="29448"/>
                          </a:cubicBezTo>
                          <a:lnTo>
                            <a:pt x="0" y="11503"/>
                          </a:lnTo>
                          <a:cubicBezTo>
                            <a:pt x="0" y="5157"/>
                            <a:pt x="5157" y="0"/>
                            <a:pt x="11503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24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2687" name="Graphique 4">
                  <a:extLst>
                    <a:ext uri="{FF2B5EF4-FFF2-40B4-BE49-F238E27FC236}">
                      <a16:creationId xmlns:a16="http://schemas.microsoft.com/office/drawing/2014/main" id="{5AE5497F-B7E3-E50F-8753-FFD7E6611D78}"/>
                    </a:ext>
                  </a:extLst>
                </p:cNvPr>
                <p:cNvGrpSpPr/>
                <p:nvPr/>
              </p:nvGrpSpPr>
              <p:grpSpPr>
                <a:xfrm>
                  <a:off x="727583" y="30130"/>
                  <a:ext cx="349043" cy="24155"/>
                  <a:chOff x="727583" y="30130"/>
                  <a:chExt cx="349043" cy="24155"/>
                </a:xfrm>
                <a:solidFill>
                  <a:srgbClr val="4438B7"/>
                </a:solidFill>
              </p:grpSpPr>
              <p:sp>
                <p:nvSpPr>
                  <p:cNvPr id="2688" name="Forme libre : forme 2687">
                    <a:extLst>
                      <a:ext uri="{FF2B5EF4-FFF2-40B4-BE49-F238E27FC236}">
                        <a16:creationId xmlns:a16="http://schemas.microsoft.com/office/drawing/2014/main" id="{14E633BC-C996-72D3-6380-464E3AC26C69}"/>
                      </a:ext>
                    </a:extLst>
                  </p:cNvPr>
                  <p:cNvSpPr/>
                  <p:nvPr/>
                </p:nvSpPr>
                <p:spPr>
                  <a:xfrm>
                    <a:off x="727583" y="30387"/>
                    <a:ext cx="34005" cy="23495"/>
                  </a:xfrm>
                  <a:custGeom>
                    <a:avLst/>
                    <a:gdLst>
                      <a:gd name="connsiteX0" fmla="*/ 24708 w 34005"/>
                      <a:gd name="connsiteY0" fmla="*/ 0 h 23495"/>
                      <a:gd name="connsiteX1" fmla="*/ 7289 w 34005"/>
                      <a:gd name="connsiteY1" fmla="*/ 0 h 23495"/>
                      <a:gd name="connsiteX2" fmla="*/ 0 w 34005"/>
                      <a:gd name="connsiteY2" fmla="*/ 7289 h 23495"/>
                      <a:gd name="connsiteX3" fmla="*/ 0 w 34005"/>
                      <a:gd name="connsiteY3" fmla="*/ 23495 h 23495"/>
                      <a:gd name="connsiteX4" fmla="*/ 5267 w 34005"/>
                      <a:gd name="connsiteY4" fmla="*/ 23495 h 23495"/>
                      <a:gd name="connsiteX5" fmla="*/ 5267 w 34005"/>
                      <a:gd name="connsiteY5" fmla="*/ 12960 h 23495"/>
                      <a:gd name="connsiteX6" fmla="*/ 12556 w 34005"/>
                      <a:gd name="connsiteY6" fmla="*/ 5672 h 23495"/>
                      <a:gd name="connsiteX7" fmla="*/ 29975 w 34005"/>
                      <a:gd name="connsiteY7" fmla="*/ 5672 h 23495"/>
                      <a:gd name="connsiteX8" fmla="*/ 34005 w 34005"/>
                      <a:gd name="connsiteY8" fmla="*/ 5733 h 23495"/>
                      <a:gd name="connsiteX9" fmla="*/ 24708 w 34005"/>
                      <a:gd name="connsiteY9" fmla="*/ 0 h 23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4005" h="23495">
                        <a:moveTo>
                          <a:pt x="24708" y="0"/>
                        </a:moveTo>
                        <a:lnTo>
                          <a:pt x="7289" y="0"/>
                        </a:lnTo>
                        <a:cubicBezTo>
                          <a:pt x="3283" y="0"/>
                          <a:pt x="0" y="3283"/>
                          <a:pt x="0" y="7289"/>
                        </a:cubicBezTo>
                        <a:lnTo>
                          <a:pt x="0" y="23495"/>
                        </a:lnTo>
                        <a:lnTo>
                          <a:pt x="5267" y="23495"/>
                        </a:lnTo>
                        <a:lnTo>
                          <a:pt x="5267" y="12960"/>
                        </a:lnTo>
                        <a:cubicBezTo>
                          <a:pt x="5267" y="8955"/>
                          <a:pt x="8550" y="5672"/>
                          <a:pt x="12556" y="5672"/>
                        </a:cubicBezTo>
                        <a:lnTo>
                          <a:pt x="29975" y="5672"/>
                        </a:lnTo>
                        <a:cubicBezTo>
                          <a:pt x="30624" y="5672"/>
                          <a:pt x="33405" y="5561"/>
                          <a:pt x="34005" y="5733"/>
                        </a:cubicBezTo>
                        <a:cubicBezTo>
                          <a:pt x="33368" y="2364"/>
                          <a:pt x="28248" y="0"/>
                          <a:pt x="24708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89" name="Forme libre : forme 2688">
                    <a:extLst>
                      <a:ext uri="{FF2B5EF4-FFF2-40B4-BE49-F238E27FC236}">
                        <a16:creationId xmlns:a16="http://schemas.microsoft.com/office/drawing/2014/main" id="{C8197804-7BFC-7C76-694B-B35F02C82766}"/>
                      </a:ext>
                    </a:extLst>
                  </p:cNvPr>
                  <p:cNvSpPr/>
                  <p:nvPr/>
                </p:nvSpPr>
                <p:spPr>
                  <a:xfrm>
                    <a:off x="761429" y="30387"/>
                    <a:ext cx="31873" cy="23495"/>
                  </a:xfrm>
                  <a:custGeom>
                    <a:avLst/>
                    <a:gdLst>
                      <a:gd name="connsiteX0" fmla="*/ 24708 w 31873"/>
                      <a:gd name="connsiteY0" fmla="*/ 0 h 23495"/>
                      <a:gd name="connsiteX1" fmla="*/ 7289 w 31873"/>
                      <a:gd name="connsiteY1" fmla="*/ 0 h 23495"/>
                      <a:gd name="connsiteX2" fmla="*/ 0 w 31873"/>
                      <a:gd name="connsiteY2" fmla="*/ 7289 h 23495"/>
                      <a:gd name="connsiteX3" fmla="*/ 0 w 31873"/>
                      <a:gd name="connsiteY3" fmla="*/ 23495 h 23495"/>
                      <a:gd name="connsiteX4" fmla="*/ 5267 w 31873"/>
                      <a:gd name="connsiteY4" fmla="*/ 23495 h 23495"/>
                      <a:gd name="connsiteX5" fmla="*/ 5267 w 31873"/>
                      <a:gd name="connsiteY5" fmla="*/ 12960 h 23495"/>
                      <a:gd name="connsiteX6" fmla="*/ 12556 w 31873"/>
                      <a:gd name="connsiteY6" fmla="*/ 5672 h 23495"/>
                      <a:gd name="connsiteX7" fmla="*/ 29975 w 31873"/>
                      <a:gd name="connsiteY7" fmla="*/ 5672 h 23495"/>
                      <a:gd name="connsiteX8" fmla="*/ 31874 w 31873"/>
                      <a:gd name="connsiteY8" fmla="*/ 5929 h 23495"/>
                      <a:gd name="connsiteX9" fmla="*/ 24720 w 31873"/>
                      <a:gd name="connsiteY9" fmla="*/ 0 h 23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1873" h="23495">
                        <a:moveTo>
                          <a:pt x="24708" y="0"/>
                        </a:moveTo>
                        <a:lnTo>
                          <a:pt x="7289" y="0"/>
                        </a:lnTo>
                        <a:cubicBezTo>
                          <a:pt x="3283" y="0"/>
                          <a:pt x="0" y="3283"/>
                          <a:pt x="0" y="7289"/>
                        </a:cubicBezTo>
                        <a:lnTo>
                          <a:pt x="0" y="23495"/>
                        </a:lnTo>
                        <a:lnTo>
                          <a:pt x="5267" y="23495"/>
                        </a:lnTo>
                        <a:lnTo>
                          <a:pt x="5267" y="12960"/>
                        </a:lnTo>
                        <a:cubicBezTo>
                          <a:pt x="5267" y="8955"/>
                          <a:pt x="8550" y="5672"/>
                          <a:pt x="12556" y="5672"/>
                        </a:cubicBezTo>
                        <a:lnTo>
                          <a:pt x="29975" y="5672"/>
                        </a:lnTo>
                        <a:cubicBezTo>
                          <a:pt x="30624" y="5672"/>
                          <a:pt x="31261" y="5770"/>
                          <a:pt x="31874" y="5929"/>
                        </a:cubicBezTo>
                        <a:cubicBezTo>
                          <a:pt x="31237" y="2560"/>
                          <a:pt x="28260" y="0"/>
                          <a:pt x="24720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90" name="Forme libre : forme 2689">
                    <a:extLst>
                      <a:ext uri="{FF2B5EF4-FFF2-40B4-BE49-F238E27FC236}">
                        <a16:creationId xmlns:a16="http://schemas.microsoft.com/office/drawing/2014/main" id="{5008AE5C-2A6A-D37B-16D7-E43BFCB97291}"/>
                      </a:ext>
                    </a:extLst>
                  </p:cNvPr>
                  <p:cNvSpPr/>
                  <p:nvPr/>
                </p:nvSpPr>
                <p:spPr>
                  <a:xfrm>
                    <a:off x="789554" y="30387"/>
                    <a:ext cx="31873" cy="23495"/>
                  </a:xfrm>
                  <a:custGeom>
                    <a:avLst/>
                    <a:gdLst>
                      <a:gd name="connsiteX0" fmla="*/ 24708 w 31873"/>
                      <a:gd name="connsiteY0" fmla="*/ 0 h 23495"/>
                      <a:gd name="connsiteX1" fmla="*/ 7289 w 31873"/>
                      <a:gd name="connsiteY1" fmla="*/ 0 h 23495"/>
                      <a:gd name="connsiteX2" fmla="*/ 0 w 31873"/>
                      <a:gd name="connsiteY2" fmla="*/ 7289 h 23495"/>
                      <a:gd name="connsiteX3" fmla="*/ 0 w 31873"/>
                      <a:gd name="connsiteY3" fmla="*/ 23495 h 23495"/>
                      <a:gd name="connsiteX4" fmla="*/ 5267 w 31873"/>
                      <a:gd name="connsiteY4" fmla="*/ 23495 h 23495"/>
                      <a:gd name="connsiteX5" fmla="*/ 5267 w 31873"/>
                      <a:gd name="connsiteY5" fmla="*/ 12960 h 23495"/>
                      <a:gd name="connsiteX6" fmla="*/ 12556 w 31873"/>
                      <a:gd name="connsiteY6" fmla="*/ 5672 h 23495"/>
                      <a:gd name="connsiteX7" fmla="*/ 29975 w 31873"/>
                      <a:gd name="connsiteY7" fmla="*/ 5672 h 23495"/>
                      <a:gd name="connsiteX8" fmla="*/ 31874 w 31873"/>
                      <a:gd name="connsiteY8" fmla="*/ 5929 h 23495"/>
                      <a:gd name="connsiteX9" fmla="*/ 24720 w 31873"/>
                      <a:gd name="connsiteY9" fmla="*/ 0 h 23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1873" h="23495">
                        <a:moveTo>
                          <a:pt x="24708" y="0"/>
                        </a:moveTo>
                        <a:lnTo>
                          <a:pt x="7289" y="0"/>
                        </a:lnTo>
                        <a:cubicBezTo>
                          <a:pt x="3283" y="0"/>
                          <a:pt x="0" y="3283"/>
                          <a:pt x="0" y="7289"/>
                        </a:cubicBezTo>
                        <a:lnTo>
                          <a:pt x="0" y="23495"/>
                        </a:lnTo>
                        <a:lnTo>
                          <a:pt x="5267" y="23495"/>
                        </a:lnTo>
                        <a:lnTo>
                          <a:pt x="5267" y="12960"/>
                        </a:lnTo>
                        <a:cubicBezTo>
                          <a:pt x="5267" y="8955"/>
                          <a:pt x="8550" y="5672"/>
                          <a:pt x="12556" y="5672"/>
                        </a:cubicBezTo>
                        <a:lnTo>
                          <a:pt x="29975" y="5672"/>
                        </a:lnTo>
                        <a:cubicBezTo>
                          <a:pt x="30624" y="5672"/>
                          <a:pt x="31261" y="5770"/>
                          <a:pt x="31874" y="5929"/>
                        </a:cubicBezTo>
                        <a:cubicBezTo>
                          <a:pt x="31237" y="2560"/>
                          <a:pt x="28260" y="0"/>
                          <a:pt x="24720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91" name="Forme libre : forme 2690">
                    <a:extLst>
                      <a:ext uri="{FF2B5EF4-FFF2-40B4-BE49-F238E27FC236}">
                        <a16:creationId xmlns:a16="http://schemas.microsoft.com/office/drawing/2014/main" id="{40DBC0D6-DD89-D569-967D-ADC67749BA0A}"/>
                      </a:ext>
                    </a:extLst>
                  </p:cNvPr>
                  <p:cNvSpPr/>
                  <p:nvPr/>
                </p:nvSpPr>
                <p:spPr>
                  <a:xfrm>
                    <a:off x="818537" y="30387"/>
                    <a:ext cx="31873" cy="23495"/>
                  </a:xfrm>
                  <a:custGeom>
                    <a:avLst/>
                    <a:gdLst>
                      <a:gd name="connsiteX0" fmla="*/ 24708 w 31873"/>
                      <a:gd name="connsiteY0" fmla="*/ 0 h 23495"/>
                      <a:gd name="connsiteX1" fmla="*/ 7289 w 31873"/>
                      <a:gd name="connsiteY1" fmla="*/ 0 h 23495"/>
                      <a:gd name="connsiteX2" fmla="*/ 0 w 31873"/>
                      <a:gd name="connsiteY2" fmla="*/ 7289 h 23495"/>
                      <a:gd name="connsiteX3" fmla="*/ 0 w 31873"/>
                      <a:gd name="connsiteY3" fmla="*/ 23495 h 23495"/>
                      <a:gd name="connsiteX4" fmla="*/ 5267 w 31873"/>
                      <a:gd name="connsiteY4" fmla="*/ 23495 h 23495"/>
                      <a:gd name="connsiteX5" fmla="*/ 5267 w 31873"/>
                      <a:gd name="connsiteY5" fmla="*/ 12960 h 23495"/>
                      <a:gd name="connsiteX6" fmla="*/ 12556 w 31873"/>
                      <a:gd name="connsiteY6" fmla="*/ 5672 h 23495"/>
                      <a:gd name="connsiteX7" fmla="*/ 29975 w 31873"/>
                      <a:gd name="connsiteY7" fmla="*/ 5672 h 23495"/>
                      <a:gd name="connsiteX8" fmla="*/ 31874 w 31873"/>
                      <a:gd name="connsiteY8" fmla="*/ 5929 h 23495"/>
                      <a:gd name="connsiteX9" fmla="*/ 24720 w 31873"/>
                      <a:gd name="connsiteY9" fmla="*/ 0 h 23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1873" h="23495">
                        <a:moveTo>
                          <a:pt x="24708" y="0"/>
                        </a:moveTo>
                        <a:lnTo>
                          <a:pt x="7289" y="0"/>
                        </a:lnTo>
                        <a:cubicBezTo>
                          <a:pt x="3283" y="0"/>
                          <a:pt x="0" y="3283"/>
                          <a:pt x="0" y="7289"/>
                        </a:cubicBezTo>
                        <a:lnTo>
                          <a:pt x="0" y="23495"/>
                        </a:lnTo>
                        <a:lnTo>
                          <a:pt x="5267" y="23495"/>
                        </a:lnTo>
                        <a:lnTo>
                          <a:pt x="5267" y="12960"/>
                        </a:lnTo>
                        <a:cubicBezTo>
                          <a:pt x="5267" y="8955"/>
                          <a:pt x="8550" y="5672"/>
                          <a:pt x="12556" y="5672"/>
                        </a:cubicBezTo>
                        <a:lnTo>
                          <a:pt x="29975" y="5672"/>
                        </a:lnTo>
                        <a:cubicBezTo>
                          <a:pt x="30624" y="5672"/>
                          <a:pt x="31261" y="5770"/>
                          <a:pt x="31874" y="5929"/>
                        </a:cubicBezTo>
                        <a:cubicBezTo>
                          <a:pt x="31237" y="2560"/>
                          <a:pt x="28260" y="0"/>
                          <a:pt x="24720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92" name="Forme libre : forme 2691">
                    <a:extLst>
                      <a:ext uri="{FF2B5EF4-FFF2-40B4-BE49-F238E27FC236}">
                        <a16:creationId xmlns:a16="http://schemas.microsoft.com/office/drawing/2014/main" id="{8F1F9614-43EB-2F17-68AD-2937B98F949B}"/>
                      </a:ext>
                    </a:extLst>
                  </p:cNvPr>
                  <p:cNvSpPr/>
                  <p:nvPr/>
                </p:nvSpPr>
                <p:spPr>
                  <a:xfrm>
                    <a:off x="845315" y="30387"/>
                    <a:ext cx="31873" cy="23495"/>
                  </a:xfrm>
                  <a:custGeom>
                    <a:avLst/>
                    <a:gdLst>
                      <a:gd name="connsiteX0" fmla="*/ 24708 w 31873"/>
                      <a:gd name="connsiteY0" fmla="*/ 0 h 23495"/>
                      <a:gd name="connsiteX1" fmla="*/ 7289 w 31873"/>
                      <a:gd name="connsiteY1" fmla="*/ 0 h 23495"/>
                      <a:gd name="connsiteX2" fmla="*/ 0 w 31873"/>
                      <a:gd name="connsiteY2" fmla="*/ 7289 h 23495"/>
                      <a:gd name="connsiteX3" fmla="*/ 0 w 31873"/>
                      <a:gd name="connsiteY3" fmla="*/ 23495 h 23495"/>
                      <a:gd name="connsiteX4" fmla="*/ 5267 w 31873"/>
                      <a:gd name="connsiteY4" fmla="*/ 23495 h 23495"/>
                      <a:gd name="connsiteX5" fmla="*/ 5267 w 31873"/>
                      <a:gd name="connsiteY5" fmla="*/ 12960 h 23495"/>
                      <a:gd name="connsiteX6" fmla="*/ 12556 w 31873"/>
                      <a:gd name="connsiteY6" fmla="*/ 5672 h 23495"/>
                      <a:gd name="connsiteX7" fmla="*/ 29975 w 31873"/>
                      <a:gd name="connsiteY7" fmla="*/ 5672 h 23495"/>
                      <a:gd name="connsiteX8" fmla="*/ 31874 w 31873"/>
                      <a:gd name="connsiteY8" fmla="*/ 5929 h 23495"/>
                      <a:gd name="connsiteX9" fmla="*/ 24720 w 31873"/>
                      <a:gd name="connsiteY9" fmla="*/ 0 h 23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1873" h="23495">
                        <a:moveTo>
                          <a:pt x="24708" y="0"/>
                        </a:moveTo>
                        <a:lnTo>
                          <a:pt x="7289" y="0"/>
                        </a:lnTo>
                        <a:cubicBezTo>
                          <a:pt x="3283" y="0"/>
                          <a:pt x="0" y="3283"/>
                          <a:pt x="0" y="7289"/>
                        </a:cubicBezTo>
                        <a:lnTo>
                          <a:pt x="0" y="23495"/>
                        </a:lnTo>
                        <a:lnTo>
                          <a:pt x="5267" y="23495"/>
                        </a:lnTo>
                        <a:lnTo>
                          <a:pt x="5267" y="12960"/>
                        </a:lnTo>
                        <a:cubicBezTo>
                          <a:pt x="5267" y="8955"/>
                          <a:pt x="8550" y="5672"/>
                          <a:pt x="12556" y="5672"/>
                        </a:cubicBezTo>
                        <a:lnTo>
                          <a:pt x="29975" y="5672"/>
                        </a:lnTo>
                        <a:cubicBezTo>
                          <a:pt x="30624" y="5672"/>
                          <a:pt x="31261" y="5770"/>
                          <a:pt x="31874" y="5929"/>
                        </a:cubicBezTo>
                        <a:cubicBezTo>
                          <a:pt x="31237" y="2560"/>
                          <a:pt x="28260" y="0"/>
                          <a:pt x="24720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93" name="Forme libre : forme 2692">
                    <a:extLst>
                      <a:ext uri="{FF2B5EF4-FFF2-40B4-BE49-F238E27FC236}">
                        <a16:creationId xmlns:a16="http://schemas.microsoft.com/office/drawing/2014/main" id="{89CF7801-D9E6-E031-183B-C4CED8698501}"/>
                      </a:ext>
                    </a:extLst>
                  </p:cNvPr>
                  <p:cNvSpPr/>
                  <p:nvPr/>
                </p:nvSpPr>
                <p:spPr>
                  <a:xfrm>
                    <a:off x="874298" y="30387"/>
                    <a:ext cx="31873" cy="23495"/>
                  </a:xfrm>
                  <a:custGeom>
                    <a:avLst/>
                    <a:gdLst>
                      <a:gd name="connsiteX0" fmla="*/ 24708 w 31873"/>
                      <a:gd name="connsiteY0" fmla="*/ 0 h 23495"/>
                      <a:gd name="connsiteX1" fmla="*/ 7289 w 31873"/>
                      <a:gd name="connsiteY1" fmla="*/ 0 h 23495"/>
                      <a:gd name="connsiteX2" fmla="*/ 0 w 31873"/>
                      <a:gd name="connsiteY2" fmla="*/ 7289 h 23495"/>
                      <a:gd name="connsiteX3" fmla="*/ 0 w 31873"/>
                      <a:gd name="connsiteY3" fmla="*/ 23495 h 23495"/>
                      <a:gd name="connsiteX4" fmla="*/ 5267 w 31873"/>
                      <a:gd name="connsiteY4" fmla="*/ 23495 h 23495"/>
                      <a:gd name="connsiteX5" fmla="*/ 5267 w 31873"/>
                      <a:gd name="connsiteY5" fmla="*/ 12960 h 23495"/>
                      <a:gd name="connsiteX6" fmla="*/ 12556 w 31873"/>
                      <a:gd name="connsiteY6" fmla="*/ 5672 h 23495"/>
                      <a:gd name="connsiteX7" fmla="*/ 29975 w 31873"/>
                      <a:gd name="connsiteY7" fmla="*/ 5672 h 23495"/>
                      <a:gd name="connsiteX8" fmla="*/ 31874 w 31873"/>
                      <a:gd name="connsiteY8" fmla="*/ 5929 h 23495"/>
                      <a:gd name="connsiteX9" fmla="*/ 24720 w 31873"/>
                      <a:gd name="connsiteY9" fmla="*/ 0 h 23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1873" h="23495">
                        <a:moveTo>
                          <a:pt x="24708" y="0"/>
                        </a:moveTo>
                        <a:lnTo>
                          <a:pt x="7289" y="0"/>
                        </a:lnTo>
                        <a:cubicBezTo>
                          <a:pt x="3283" y="0"/>
                          <a:pt x="0" y="3283"/>
                          <a:pt x="0" y="7289"/>
                        </a:cubicBezTo>
                        <a:lnTo>
                          <a:pt x="0" y="23495"/>
                        </a:lnTo>
                        <a:lnTo>
                          <a:pt x="5267" y="23495"/>
                        </a:lnTo>
                        <a:lnTo>
                          <a:pt x="5267" y="12960"/>
                        </a:lnTo>
                        <a:cubicBezTo>
                          <a:pt x="5267" y="8955"/>
                          <a:pt x="8550" y="5672"/>
                          <a:pt x="12556" y="5672"/>
                        </a:cubicBezTo>
                        <a:lnTo>
                          <a:pt x="29975" y="5672"/>
                        </a:lnTo>
                        <a:cubicBezTo>
                          <a:pt x="30624" y="5672"/>
                          <a:pt x="31261" y="5770"/>
                          <a:pt x="31874" y="5929"/>
                        </a:cubicBezTo>
                        <a:cubicBezTo>
                          <a:pt x="31237" y="2560"/>
                          <a:pt x="28260" y="0"/>
                          <a:pt x="24720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94" name="Forme libre : forme 2693">
                    <a:extLst>
                      <a:ext uri="{FF2B5EF4-FFF2-40B4-BE49-F238E27FC236}">
                        <a16:creationId xmlns:a16="http://schemas.microsoft.com/office/drawing/2014/main" id="{98A45EFD-B181-DE96-6943-814278559116}"/>
                      </a:ext>
                    </a:extLst>
                  </p:cNvPr>
                  <p:cNvSpPr/>
                  <p:nvPr/>
                </p:nvSpPr>
                <p:spPr>
                  <a:xfrm>
                    <a:off x="902423" y="30387"/>
                    <a:ext cx="31873" cy="23495"/>
                  </a:xfrm>
                  <a:custGeom>
                    <a:avLst/>
                    <a:gdLst>
                      <a:gd name="connsiteX0" fmla="*/ 24708 w 31873"/>
                      <a:gd name="connsiteY0" fmla="*/ 0 h 23495"/>
                      <a:gd name="connsiteX1" fmla="*/ 7289 w 31873"/>
                      <a:gd name="connsiteY1" fmla="*/ 0 h 23495"/>
                      <a:gd name="connsiteX2" fmla="*/ 0 w 31873"/>
                      <a:gd name="connsiteY2" fmla="*/ 7289 h 23495"/>
                      <a:gd name="connsiteX3" fmla="*/ 0 w 31873"/>
                      <a:gd name="connsiteY3" fmla="*/ 23495 h 23495"/>
                      <a:gd name="connsiteX4" fmla="*/ 5267 w 31873"/>
                      <a:gd name="connsiteY4" fmla="*/ 23495 h 23495"/>
                      <a:gd name="connsiteX5" fmla="*/ 5267 w 31873"/>
                      <a:gd name="connsiteY5" fmla="*/ 12960 h 23495"/>
                      <a:gd name="connsiteX6" fmla="*/ 12556 w 31873"/>
                      <a:gd name="connsiteY6" fmla="*/ 5672 h 23495"/>
                      <a:gd name="connsiteX7" fmla="*/ 29975 w 31873"/>
                      <a:gd name="connsiteY7" fmla="*/ 5672 h 23495"/>
                      <a:gd name="connsiteX8" fmla="*/ 31874 w 31873"/>
                      <a:gd name="connsiteY8" fmla="*/ 5929 h 23495"/>
                      <a:gd name="connsiteX9" fmla="*/ 24720 w 31873"/>
                      <a:gd name="connsiteY9" fmla="*/ 0 h 23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1873" h="23495">
                        <a:moveTo>
                          <a:pt x="24708" y="0"/>
                        </a:moveTo>
                        <a:lnTo>
                          <a:pt x="7289" y="0"/>
                        </a:lnTo>
                        <a:cubicBezTo>
                          <a:pt x="3283" y="0"/>
                          <a:pt x="0" y="3283"/>
                          <a:pt x="0" y="7289"/>
                        </a:cubicBezTo>
                        <a:lnTo>
                          <a:pt x="0" y="23495"/>
                        </a:lnTo>
                        <a:lnTo>
                          <a:pt x="5267" y="23495"/>
                        </a:lnTo>
                        <a:lnTo>
                          <a:pt x="5267" y="12960"/>
                        </a:lnTo>
                        <a:cubicBezTo>
                          <a:pt x="5267" y="8955"/>
                          <a:pt x="8550" y="5672"/>
                          <a:pt x="12556" y="5672"/>
                        </a:cubicBezTo>
                        <a:lnTo>
                          <a:pt x="29975" y="5672"/>
                        </a:lnTo>
                        <a:cubicBezTo>
                          <a:pt x="30624" y="5672"/>
                          <a:pt x="31261" y="5770"/>
                          <a:pt x="31874" y="5929"/>
                        </a:cubicBezTo>
                        <a:cubicBezTo>
                          <a:pt x="31237" y="2560"/>
                          <a:pt x="28260" y="0"/>
                          <a:pt x="24720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95" name="Forme libre : forme 2694">
                    <a:extLst>
                      <a:ext uri="{FF2B5EF4-FFF2-40B4-BE49-F238E27FC236}">
                        <a16:creationId xmlns:a16="http://schemas.microsoft.com/office/drawing/2014/main" id="{8D9A049B-4A1D-BC3B-5A4D-2C955BC54EB6}"/>
                      </a:ext>
                    </a:extLst>
                  </p:cNvPr>
                  <p:cNvSpPr/>
                  <p:nvPr/>
                </p:nvSpPr>
                <p:spPr>
                  <a:xfrm>
                    <a:off x="933832" y="30387"/>
                    <a:ext cx="31873" cy="23495"/>
                  </a:xfrm>
                  <a:custGeom>
                    <a:avLst/>
                    <a:gdLst>
                      <a:gd name="connsiteX0" fmla="*/ 24708 w 31873"/>
                      <a:gd name="connsiteY0" fmla="*/ 0 h 23495"/>
                      <a:gd name="connsiteX1" fmla="*/ 7289 w 31873"/>
                      <a:gd name="connsiteY1" fmla="*/ 0 h 23495"/>
                      <a:gd name="connsiteX2" fmla="*/ 0 w 31873"/>
                      <a:gd name="connsiteY2" fmla="*/ 7289 h 23495"/>
                      <a:gd name="connsiteX3" fmla="*/ 0 w 31873"/>
                      <a:gd name="connsiteY3" fmla="*/ 23495 h 23495"/>
                      <a:gd name="connsiteX4" fmla="*/ 5267 w 31873"/>
                      <a:gd name="connsiteY4" fmla="*/ 23495 h 23495"/>
                      <a:gd name="connsiteX5" fmla="*/ 5267 w 31873"/>
                      <a:gd name="connsiteY5" fmla="*/ 12960 h 23495"/>
                      <a:gd name="connsiteX6" fmla="*/ 12556 w 31873"/>
                      <a:gd name="connsiteY6" fmla="*/ 5672 h 23495"/>
                      <a:gd name="connsiteX7" fmla="*/ 29975 w 31873"/>
                      <a:gd name="connsiteY7" fmla="*/ 5672 h 23495"/>
                      <a:gd name="connsiteX8" fmla="*/ 31874 w 31873"/>
                      <a:gd name="connsiteY8" fmla="*/ 5929 h 23495"/>
                      <a:gd name="connsiteX9" fmla="*/ 24720 w 31873"/>
                      <a:gd name="connsiteY9" fmla="*/ 0 h 23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1873" h="23495">
                        <a:moveTo>
                          <a:pt x="24708" y="0"/>
                        </a:moveTo>
                        <a:lnTo>
                          <a:pt x="7289" y="0"/>
                        </a:lnTo>
                        <a:cubicBezTo>
                          <a:pt x="3283" y="0"/>
                          <a:pt x="0" y="3283"/>
                          <a:pt x="0" y="7289"/>
                        </a:cubicBezTo>
                        <a:lnTo>
                          <a:pt x="0" y="23495"/>
                        </a:lnTo>
                        <a:lnTo>
                          <a:pt x="5267" y="23495"/>
                        </a:lnTo>
                        <a:lnTo>
                          <a:pt x="5267" y="12960"/>
                        </a:lnTo>
                        <a:cubicBezTo>
                          <a:pt x="5267" y="8955"/>
                          <a:pt x="8550" y="5672"/>
                          <a:pt x="12556" y="5672"/>
                        </a:cubicBezTo>
                        <a:lnTo>
                          <a:pt x="29975" y="5672"/>
                        </a:lnTo>
                        <a:cubicBezTo>
                          <a:pt x="30624" y="5672"/>
                          <a:pt x="31261" y="5770"/>
                          <a:pt x="31874" y="5929"/>
                        </a:cubicBezTo>
                        <a:cubicBezTo>
                          <a:pt x="31237" y="2560"/>
                          <a:pt x="28260" y="0"/>
                          <a:pt x="24720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96" name="Forme libre : forme 2695">
                    <a:extLst>
                      <a:ext uri="{FF2B5EF4-FFF2-40B4-BE49-F238E27FC236}">
                        <a16:creationId xmlns:a16="http://schemas.microsoft.com/office/drawing/2014/main" id="{24CDE494-BB81-0B3A-4A2F-06F2B2C1928F}"/>
                      </a:ext>
                    </a:extLst>
                  </p:cNvPr>
                  <p:cNvSpPr/>
                  <p:nvPr/>
                </p:nvSpPr>
                <p:spPr>
                  <a:xfrm>
                    <a:off x="960916" y="30130"/>
                    <a:ext cx="31873" cy="23494"/>
                  </a:xfrm>
                  <a:custGeom>
                    <a:avLst/>
                    <a:gdLst>
                      <a:gd name="connsiteX0" fmla="*/ 24708 w 31873"/>
                      <a:gd name="connsiteY0" fmla="*/ 0 h 23494"/>
                      <a:gd name="connsiteX1" fmla="*/ 7289 w 31873"/>
                      <a:gd name="connsiteY1" fmla="*/ 0 h 23494"/>
                      <a:gd name="connsiteX2" fmla="*/ 0 w 31873"/>
                      <a:gd name="connsiteY2" fmla="*/ 7289 h 23494"/>
                      <a:gd name="connsiteX3" fmla="*/ 0 w 31873"/>
                      <a:gd name="connsiteY3" fmla="*/ 23495 h 23494"/>
                      <a:gd name="connsiteX4" fmla="*/ 5267 w 31873"/>
                      <a:gd name="connsiteY4" fmla="*/ 23495 h 23494"/>
                      <a:gd name="connsiteX5" fmla="*/ 5267 w 31873"/>
                      <a:gd name="connsiteY5" fmla="*/ 12960 h 23494"/>
                      <a:gd name="connsiteX6" fmla="*/ 12556 w 31873"/>
                      <a:gd name="connsiteY6" fmla="*/ 5672 h 23494"/>
                      <a:gd name="connsiteX7" fmla="*/ 29975 w 31873"/>
                      <a:gd name="connsiteY7" fmla="*/ 5672 h 23494"/>
                      <a:gd name="connsiteX8" fmla="*/ 31874 w 31873"/>
                      <a:gd name="connsiteY8" fmla="*/ 5929 h 23494"/>
                      <a:gd name="connsiteX9" fmla="*/ 24720 w 31873"/>
                      <a:gd name="connsiteY9" fmla="*/ 0 h 234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1873" h="23494">
                        <a:moveTo>
                          <a:pt x="24708" y="0"/>
                        </a:moveTo>
                        <a:lnTo>
                          <a:pt x="7289" y="0"/>
                        </a:lnTo>
                        <a:cubicBezTo>
                          <a:pt x="3283" y="0"/>
                          <a:pt x="0" y="3283"/>
                          <a:pt x="0" y="7289"/>
                        </a:cubicBezTo>
                        <a:lnTo>
                          <a:pt x="0" y="23495"/>
                        </a:lnTo>
                        <a:lnTo>
                          <a:pt x="5267" y="23495"/>
                        </a:lnTo>
                        <a:lnTo>
                          <a:pt x="5267" y="12960"/>
                        </a:lnTo>
                        <a:cubicBezTo>
                          <a:pt x="5267" y="8955"/>
                          <a:pt x="8550" y="5672"/>
                          <a:pt x="12556" y="5672"/>
                        </a:cubicBezTo>
                        <a:lnTo>
                          <a:pt x="29975" y="5672"/>
                        </a:lnTo>
                        <a:cubicBezTo>
                          <a:pt x="30624" y="5672"/>
                          <a:pt x="31261" y="5770"/>
                          <a:pt x="31874" y="5929"/>
                        </a:cubicBezTo>
                        <a:cubicBezTo>
                          <a:pt x="31237" y="2560"/>
                          <a:pt x="28260" y="0"/>
                          <a:pt x="24720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97" name="Forme libre : forme 2696">
                    <a:extLst>
                      <a:ext uri="{FF2B5EF4-FFF2-40B4-BE49-F238E27FC236}">
                        <a16:creationId xmlns:a16="http://schemas.microsoft.com/office/drawing/2014/main" id="{12A7C05A-4465-9D05-CE5F-9185918C5BFE}"/>
                      </a:ext>
                    </a:extLst>
                  </p:cNvPr>
                  <p:cNvSpPr/>
                  <p:nvPr/>
                </p:nvSpPr>
                <p:spPr>
                  <a:xfrm>
                    <a:off x="989041" y="30130"/>
                    <a:ext cx="31873" cy="23494"/>
                  </a:xfrm>
                  <a:custGeom>
                    <a:avLst/>
                    <a:gdLst>
                      <a:gd name="connsiteX0" fmla="*/ 24708 w 31873"/>
                      <a:gd name="connsiteY0" fmla="*/ 0 h 23494"/>
                      <a:gd name="connsiteX1" fmla="*/ 7289 w 31873"/>
                      <a:gd name="connsiteY1" fmla="*/ 0 h 23494"/>
                      <a:gd name="connsiteX2" fmla="*/ 0 w 31873"/>
                      <a:gd name="connsiteY2" fmla="*/ 7289 h 23494"/>
                      <a:gd name="connsiteX3" fmla="*/ 0 w 31873"/>
                      <a:gd name="connsiteY3" fmla="*/ 23495 h 23494"/>
                      <a:gd name="connsiteX4" fmla="*/ 5267 w 31873"/>
                      <a:gd name="connsiteY4" fmla="*/ 23495 h 23494"/>
                      <a:gd name="connsiteX5" fmla="*/ 5267 w 31873"/>
                      <a:gd name="connsiteY5" fmla="*/ 12960 h 23494"/>
                      <a:gd name="connsiteX6" fmla="*/ 12556 w 31873"/>
                      <a:gd name="connsiteY6" fmla="*/ 5672 h 23494"/>
                      <a:gd name="connsiteX7" fmla="*/ 29975 w 31873"/>
                      <a:gd name="connsiteY7" fmla="*/ 5672 h 23494"/>
                      <a:gd name="connsiteX8" fmla="*/ 31874 w 31873"/>
                      <a:gd name="connsiteY8" fmla="*/ 5929 h 23494"/>
                      <a:gd name="connsiteX9" fmla="*/ 24720 w 31873"/>
                      <a:gd name="connsiteY9" fmla="*/ 0 h 234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1873" h="23494">
                        <a:moveTo>
                          <a:pt x="24708" y="0"/>
                        </a:moveTo>
                        <a:lnTo>
                          <a:pt x="7289" y="0"/>
                        </a:lnTo>
                        <a:cubicBezTo>
                          <a:pt x="3283" y="0"/>
                          <a:pt x="0" y="3283"/>
                          <a:pt x="0" y="7289"/>
                        </a:cubicBezTo>
                        <a:lnTo>
                          <a:pt x="0" y="23495"/>
                        </a:lnTo>
                        <a:lnTo>
                          <a:pt x="5267" y="23495"/>
                        </a:lnTo>
                        <a:lnTo>
                          <a:pt x="5267" y="12960"/>
                        </a:lnTo>
                        <a:cubicBezTo>
                          <a:pt x="5267" y="8955"/>
                          <a:pt x="8550" y="5672"/>
                          <a:pt x="12556" y="5672"/>
                        </a:cubicBezTo>
                        <a:lnTo>
                          <a:pt x="29975" y="5672"/>
                        </a:lnTo>
                        <a:cubicBezTo>
                          <a:pt x="30624" y="5672"/>
                          <a:pt x="31261" y="5770"/>
                          <a:pt x="31874" y="5929"/>
                        </a:cubicBezTo>
                        <a:cubicBezTo>
                          <a:pt x="31237" y="2560"/>
                          <a:pt x="28260" y="0"/>
                          <a:pt x="24720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98" name="Forme libre : forme 2697">
                    <a:extLst>
                      <a:ext uri="{FF2B5EF4-FFF2-40B4-BE49-F238E27FC236}">
                        <a16:creationId xmlns:a16="http://schemas.microsoft.com/office/drawing/2014/main" id="{967DAB95-0561-6798-CB06-27743AB5BCEE}"/>
                      </a:ext>
                    </a:extLst>
                  </p:cNvPr>
                  <p:cNvSpPr/>
                  <p:nvPr/>
                </p:nvSpPr>
                <p:spPr>
                  <a:xfrm>
                    <a:off x="1044753" y="30791"/>
                    <a:ext cx="31873" cy="23494"/>
                  </a:xfrm>
                  <a:custGeom>
                    <a:avLst/>
                    <a:gdLst>
                      <a:gd name="connsiteX0" fmla="*/ 24708 w 31873"/>
                      <a:gd name="connsiteY0" fmla="*/ 0 h 23494"/>
                      <a:gd name="connsiteX1" fmla="*/ 7289 w 31873"/>
                      <a:gd name="connsiteY1" fmla="*/ 0 h 23494"/>
                      <a:gd name="connsiteX2" fmla="*/ 0 w 31873"/>
                      <a:gd name="connsiteY2" fmla="*/ 7289 h 23494"/>
                      <a:gd name="connsiteX3" fmla="*/ 0 w 31873"/>
                      <a:gd name="connsiteY3" fmla="*/ 23495 h 23494"/>
                      <a:gd name="connsiteX4" fmla="*/ 5267 w 31873"/>
                      <a:gd name="connsiteY4" fmla="*/ 23495 h 23494"/>
                      <a:gd name="connsiteX5" fmla="*/ 5267 w 31873"/>
                      <a:gd name="connsiteY5" fmla="*/ 12960 h 23494"/>
                      <a:gd name="connsiteX6" fmla="*/ 12556 w 31873"/>
                      <a:gd name="connsiteY6" fmla="*/ 5672 h 23494"/>
                      <a:gd name="connsiteX7" fmla="*/ 29975 w 31873"/>
                      <a:gd name="connsiteY7" fmla="*/ 5672 h 23494"/>
                      <a:gd name="connsiteX8" fmla="*/ 31874 w 31873"/>
                      <a:gd name="connsiteY8" fmla="*/ 5929 h 23494"/>
                      <a:gd name="connsiteX9" fmla="*/ 24720 w 31873"/>
                      <a:gd name="connsiteY9" fmla="*/ 0 h 234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1873" h="23494">
                        <a:moveTo>
                          <a:pt x="24708" y="0"/>
                        </a:moveTo>
                        <a:lnTo>
                          <a:pt x="7289" y="0"/>
                        </a:lnTo>
                        <a:cubicBezTo>
                          <a:pt x="3283" y="0"/>
                          <a:pt x="0" y="3283"/>
                          <a:pt x="0" y="7289"/>
                        </a:cubicBezTo>
                        <a:lnTo>
                          <a:pt x="0" y="23495"/>
                        </a:lnTo>
                        <a:lnTo>
                          <a:pt x="5267" y="23495"/>
                        </a:lnTo>
                        <a:lnTo>
                          <a:pt x="5267" y="12960"/>
                        </a:lnTo>
                        <a:cubicBezTo>
                          <a:pt x="5267" y="8955"/>
                          <a:pt x="8550" y="5672"/>
                          <a:pt x="12556" y="5672"/>
                        </a:cubicBezTo>
                        <a:lnTo>
                          <a:pt x="29975" y="5672"/>
                        </a:lnTo>
                        <a:cubicBezTo>
                          <a:pt x="30624" y="5672"/>
                          <a:pt x="31261" y="5770"/>
                          <a:pt x="31874" y="5929"/>
                        </a:cubicBezTo>
                        <a:cubicBezTo>
                          <a:pt x="31237" y="2560"/>
                          <a:pt x="28260" y="0"/>
                          <a:pt x="24720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99" name="Forme libre : forme 2698">
                    <a:extLst>
                      <a:ext uri="{FF2B5EF4-FFF2-40B4-BE49-F238E27FC236}">
                        <a16:creationId xmlns:a16="http://schemas.microsoft.com/office/drawing/2014/main" id="{E7C13CAE-4BE9-6005-5580-8B425BAF9039}"/>
                      </a:ext>
                    </a:extLst>
                  </p:cNvPr>
                  <p:cNvSpPr/>
                  <p:nvPr/>
                </p:nvSpPr>
                <p:spPr>
                  <a:xfrm>
                    <a:off x="1020450" y="30130"/>
                    <a:ext cx="31873" cy="23494"/>
                  </a:xfrm>
                  <a:custGeom>
                    <a:avLst/>
                    <a:gdLst>
                      <a:gd name="connsiteX0" fmla="*/ 24708 w 31873"/>
                      <a:gd name="connsiteY0" fmla="*/ 0 h 23494"/>
                      <a:gd name="connsiteX1" fmla="*/ 7289 w 31873"/>
                      <a:gd name="connsiteY1" fmla="*/ 0 h 23494"/>
                      <a:gd name="connsiteX2" fmla="*/ 0 w 31873"/>
                      <a:gd name="connsiteY2" fmla="*/ 7289 h 23494"/>
                      <a:gd name="connsiteX3" fmla="*/ 0 w 31873"/>
                      <a:gd name="connsiteY3" fmla="*/ 23495 h 23494"/>
                      <a:gd name="connsiteX4" fmla="*/ 5267 w 31873"/>
                      <a:gd name="connsiteY4" fmla="*/ 23495 h 23494"/>
                      <a:gd name="connsiteX5" fmla="*/ 5267 w 31873"/>
                      <a:gd name="connsiteY5" fmla="*/ 12960 h 23494"/>
                      <a:gd name="connsiteX6" fmla="*/ 12556 w 31873"/>
                      <a:gd name="connsiteY6" fmla="*/ 5672 h 23494"/>
                      <a:gd name="connsiteX7" fmla="*/ 29975 w 31873"/>
                      <a:gd name="connsiteY7" fmla="*/ 5672 h 23494"/>
                      <a:gd name="connsiteX8" fmla="*/ 31874 w 31873"/>
                      <a:gd name="connsiteY8" fmla="*/ 5929 h 23494"/>
                      <a:gd name="connsiteX9" fmla="*/ 24720 w 31873"/>
                      <a:gd name="connsiteY9" fmla="*/ 0 h 234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1873" h="23494">
                        <a:moveTo>
                          <a:pt x="24708" y="0"/>
                        </a:moveTo>
                        <a:lnTo>
                          <a:pt x="7289" y="0"/>
                        </a:lnTo>
                        <a:cubicBezTo>
                          <a:pt x="3283" y="0"/>
                          <a:pt x="0" y="3283"/>
                          <a:pt x="0" y="7289"/>
                        </a:cubicBezTo>
                        <a:lnTo>
                          <a:pt x="0" y="23495"/>
                        </a:lnTo>
                        <a:lnTo>
                          <a:pt x="5267" y="23495"/>
                        </a:lnTo>
                        <a:lnTo>
                          <a:pt x="5267" y="12960"/>
                        </a:lnTo>
                        <a:cubicBezTo>
                          <a:pt x="5267" y="8955"/>
                          <a:pt x="8550" y="5672"/>
                          <a:pt x="12556" y="5672"/>
                        </a:cubicBezTo>
                        <a:lnTo>
                          <a:pt x="29975" y="5672"/>
                        </a:lnTo>
                        <a:cubicBezTo>
                          <a:pt x="30624" y="5672"/>
                          <a:pt x="31261" y="5770"/>
                          <a:pt x="31874" y="5929"/>
                        </a:cubicBezTo>
                        <a:cubicBezTo>
                          <a:pt x="31237" y="2560"/>
                          <a:pt x="28260" y="0"/>
                          <a:pt x="24720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22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18" name="Graphique 6">
              <a:extLst>
                <a:ext uri="{FF2B5EF4-FFF2-40B4-BE49-F238E27FC236}">
                  <a16:creationId xmlns:a16="http://schemas.microsoft.com/office/drawing/2014/main" id="{F497812E-15A0-F7EC-CA87-00437E143E36}"/>
                </a:ext>
              </a:extLst>
            </p:cNvPr>
            <p:cNvGrpSpPr/>
            <p:nvPr/>
          </p:nvGrpSpPr>
          <p:grpSpPr>
            <a:xfrm>
              <a:off x="6423514" y="4212796"/>
              <a:ext cx="844443" cy="920132"/>
              <a:chOff x="0" y="0"/>
              <a:chExt cx="1189312" cy="1177541"/>
            </a:xfrm>
          </p:grpSpPr>
          <p:grpSp>
            <p:nvGrpSpPr>
              <p:cNvPr id="2584" name="Graphique 6">
                <a:extLst>
                  <a:ext uri="{FF2B5EF4-FFF2-40B4-BE49-F238E27FC236}">
                    <a16:creationId xmlns:a16="http://schemas.microsoft.com/office/drawing/2014/main" id="{D9B882D0-5193-999A-A50F-9ECAE9539E42}"/>
                  </a:ext>
                </a:extLst>
              </p:cNvPr>
              <p:cNvGrpSpPr/>
              <p:nvPr/>
            </p:nvGrpSpPr>
            <p:grpSpPr>
              <a:xfrm>
                <a:off x="0" y="133962"/>
                <a:ext cx="1189312" cy="921287"/>
                <a:chOff x="0" y="133962"/>
                <a:chExt cx="1189312" cy="921287"/>
              </a:xfrm>
            </p:grpSpPr>
            <p:grpSp>
              <p:nvGrpSpPr>
                <p:cNvPr id="2666" name="Graphique 6">
                  <a:extLst>
                    <a:ext uri="{FF2B5EF4-FFF2-40B4-BE49-F238E27FC236}">
                      <a16:creationId xmlns:a16="http://schemas.microsoft.com/office/drawing/2014/main" id="{6FD6334D-CF6A-55F8-CB65-4BC98E9C44CC}"/>
                    </a:ext>
                  </a:extLst>
                </p:cNvPr>
                <p:cNvGrpSpPr/>
                <p:nvPr/>
              </p:nvGrpSpPr>
              <p:grpSpPr>
                <a:xfrm>
                  <a:off x="488721" y="133962"/>
                  <a:ext cx="700591" cy="921287"/>
                  <a:chOff x="488721" y="133962"/>
                  <a:chExt cx="700591" cy="921287"/>
                </a:xfrm>
              </p:grpSpPr>
              <p:sp>
                <p:nvSpPr>
                  <p:cNvPr id="2670" name="Forme libre : forme 2669">
                    <a:extLst>
                      <a:ext uri="{FF2B5EF4-FFF2-40B4-BE49-F238E27FC236}">
                        <a16:creationId xmlns:a16="http://schemas.microsoft.com/office/drawing/2014/main" id="{BB3A1F08-F4EC-DA1D-C88E-3CB2D1B34D11}"/>
                      </a:ext>
                    </a:extLst>
                  </p:cNvPr>
                  <p:cNvSpPr/>
                  <p:nvPr/>
                </p:nvSpPr>
                <p:spPr>
                  <a:xfrm>
                    <a:off x="491572" y="136815"/>
                    <a:ext cx="694893" cy="915532"/>
                  </a:xfrm>
                  <a:custGeom>
                    <a:avLst/>
                    <a:gdLst>
                      <a:gd name="connsiteX0" fmla="*/ 381684 w 694893"/>
                      <a:gd name="connsiteY0" fmla="*/ 133987 h 915532"/>
                      <a:gd name="connsiteX1" fmla="*/ 378540 w 694893"/>
                      <a:gd name="connsiteY1" fmla="*/ 40273 h 915532"/>
                      <a:gd name="connsiteX2" fmla="*/ 536717 w 694893"/>
                      <a:gd name="connsiteY2" fmla="*/ 57216 h 915532"/>
                      <a:gd name="connsiteX3" fmla="*/ 528506 w 694893"/>
                      <a:gd name="connsiteY3" fmla="*/ 133928 h 915532"/>
                      <a:gd name="connsiteX4" fmla="*/ 550843 w 694893"/>
                      <a:gd name="connsiteY4" fmla="*/ 172805 h 915532"/>
                      <a:gd name="connsiteX5" fmla="*/ 694894 w 694893"/>
                      <a:gd name="connsiteY5" fmla="*/ 172805 h 915532"/>
                      <a:gd name="connsiteX6" fmla="*/ 694894 w 694893"/>
                      <a:gd name="connsiteY6" fmla="*/ 365002 h 915532"/>
                      <a:gd name="connsiteX7" fmla="*/ 661143 w 694893"/>
                      <a:gd name="connsiteY7" fmla="*/ 382391 h 915532"/>
                      <a:gd name="connsiteX8" fmla="*/ 514007 w 694893"/>
                      <a:gd name="connsiteY8" fmla="*/ 430031 h 915532"/>
                      <a:gd name="connsiteX9" fmla="*/ 593208 w 694893"/>
                      <a:gd name="connsiteY9" fmla="*/ 559955 h 915532"/>
                      <a:gd name="connsiteX10" fmla="*/ 662618 w 694893"/>
                      <a:gd name="connsiteY10" fmla="*/ 539123 h 915532"/>
                      <a:gd name="connsiteX11" fmla="*/ 694879 w 694893"/>
                      <a:gd name="connsiteY11" fmla="*/ 557496 h 915532"/>
                      <a:gd name="connsiteX12" fmla="*/ 694879 w 694893"/>
                      <a:gd name="connsiteY12" fmla="*/ 736639 h 915532"/>
                      <a:gd name="connsiteX13" fmla="*/ 545807 w 694893"/>
                      <a:gd name="connsiteY13" fmla="*/ 736639 h 915532"/>
                      <a:gd name="connsiteX14" fmla="*/ 527180 w 694893"/>
                      <a:gd name="connsiteY14" fmla="*/ 771031 h 915532"/>
                      <a:gd name="connsiteX15" fmla="*/ 548012 w 694893"/>
                      <a:gd name="connsiteY15" fmla="*/ 848041 h 915532"/>
                      <a:gd name="connsiteX16" fmla="*/ 378540 w 694893"/>
                      <a:gd name="connsiteY16" fmla="*/ 893237 h 915532"/>
                      <a:gd name="connsiteX17" fmla="*/ 372177 w 694893"/>
                      <a:gd name="connsiteY17" fmla="*/ 768364 h 915532"/>
                      <a:gd name="connsiteX18" fmla="*/ 351345 w 694893"/>
                      <a:gd name="connsiteY18" fmla="*/ 736639 h 915532"/>
                      <a:gd name="connsiteX19" fmla="*/ 206237 w 694893"/>
                      <a:gd name="connsiteY19" fmla="*/ 736639 h 915532"/>
                      <a:gd name="connsiteX20" fmla="*/ 206237 w 694893"/>
                      <a:gd name="connsiteY20" fmla="*/ 540613 h 915532"/>
                      <a:gd name="connsiteX21" fmla="*/ 178431 w 694893"/>
                      <a:gd name="connsiteY21" fmla="*/ 524833 h 915532"/>
                      <a:gd name="connsiteX22" fmla="*/ 76313 w 694893"/>
                      <a:gd name="connsiteY22" fmla="*/ 559955 h 915532"/>
                      <a:gd name="connsiteX23" fmla="*/ 48 w 694893"/>
                      <a:gd name="connsiteY23" fmla="*/ 432847 h 915532"/>
                      <a:gd name="connsiteX24" fmla="*/ 167762 w 694893"/>
                      <a:gd name="connsiteY24" fmla="*/ 351427 h 915532"/>
                      <a:gd name="connsiteX25" fmla="*/ 205313 w 694893"/>
                      <a:gd name="connsiteY25" fmla="*/ 356582 h 915532"/>
                      <a:gd name="connsiteX26" fmla="*/ 205313 w 694893"/>
                      <a:gd name="connsiteY26" fmla="*/ 172775 h 915532"/>
                      <a:gd name="connsiteX27" fmla="*/ 359303 w 694893"/>
                      <a:gd name="connsiteY27" fmla="*/ 172775 h 915532"/>
                      <a:gd name="connsiteX28" fmla="*/ 381684 w 694893"/>
                      <a:gd name="connsiteY28" fmla="*/ 133958 h 915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694893" h="915532">
                        <a:moveTo>
                          <a:pt x="381684" y="133987"/>
                        </a:moveTo>
                        <a:cubicBezTo>
                          <a:pt x="365770" y="106018"/>
                          <a:pt x="353506" y="68422"/>
                          <a:pt x="378540" y="40273"/>
                        </a:cubicBezTo>
                        <a:cubicBezTo>
                          <a:pt x="423736" y="-10570"/>
                          <a:pt x="514112" y="-21865"/>
                          <a:pt x="536717" y="57216"/>
                        </a:cubicBezTo>
                        <a:cubicBezTo>
                          <a:pt x="546060" y="89924"/>
                          <a:pt x="539459" y="115361"/>
                          <a:pt x="528506" y="133928"/>
                        </a:cubicBezTo>
                        <a:cubicBezTo>
                          <a:pt x="518359" y="151124"/>
                          <a:pt x="530876" y="172805"/>
                          <a:pt x="550843" y="172805"/>
                        </a:cubicBezTo>
                        <a:lnTo>
                          <a:pt x="694894" y="172805"/>
                        </a:lnTo>
                        <a:lnTo>
                          <a:pt x="694894" y="365002"/>
                        </a:lnTo>
                        <a:cubicBezTo>
                          <a:pt x="694894" y="382362"/>
                          <a:pt x="675403" y="392286"/>
                          <a:pt x="661143" y="382391"/>
                        </a:cubicBezTo>
                        <a:cubicBezTo>
                          <a:pt x="564508" y="315321"/>
                          <a:pt x="514127" y="394432"/>
                          <a:pt x="514007" y="430031"/>
                        </a:cubicBezTo>
                        <a:cubicBezTo>
                          <a:pt x="513888" y="469579"/>
                          <a:pt x="531069" y="562786"/>
                          <a:pt x="593208" y="559955"/>
                        </a:cubicBezTo>
                        <a:cubicBezTo>
                          <a:pt x="621609" y="558659"/>
                          <a:pt x="645288" y="549122"/>
                          <a:pt x="662618" y="539123"/>
                        </a:cubicBezTo>
                        <a:cubicBezTo>
                          <a:pt x="676983" y="530853"/>
                          <a:pt x="694879" y="540926"/>
                          <a:pt x="694879" y="557496"/>
                        </a:cubicBezTo>
                        <a:lnTo>
                          <a:pt x="694879" y="736639"/>
                        </a:lnTo>
                        <a:lnTo>
                          <a:pt x="545807" y="736639"/>
                        </a:lnTo>
                        <a:cubicBezTo>
                          <a:pt x="528104" y="736639"/>
                          <a:pt x="517554" y="756190"/>
                          <a:pt x="527180" y="771031"/>
                        </a:cubicBezTo>
                        <a:cubicBezTo>
                          <a:pt x="538237" y="788093"/>
                          <a:pt x="547505" y="812829"/>
                          <a:pt x="548012" y="848041"/>
                        </a:cubicBezTo>
                        <a:cubicBezTo>
                          <a:pt x="549294" y="937672"/>
                          <a:pt x="412440" y="921475"/>
                          <a:pt x="378540" y="893237"/>
                        </a:cubicBezTo>
                        <a:cubicBezTo>
                          <a:pt x="354325" y="873060"/>
                          <a:pt x="353327" y="808374"/>
                          <a:pt x="372177" y="768364"/>
                        </a:cubicBezTo>
                        <a:cubicBezTo>
                          <a:pt x="379136" y="753582"/>
                          <a:pt x="367692" y="736639"/>
                          <a:pt x="351345" y="736639"/>
                        </a:cubicBezTo>
                        <a:lnTo>
                          <a:pt x="206237" y="736639"/>
                        </a:lnTo>
                        <a:lnTo>
                          <a:pt x="206237" y="540613"/>
                        </a:lnTo>
                        <a:cubicBezTo>
                          <a:pt x="206237" y="526323"/>
                          <a:pt x="190710" y="517531"/>
                          <a:pt x="178431" y="524833"/>
                        </a:cubicBezTo>
                        <a:cubicBezTo>
                          <a:pt x="153456" y="539674"/>
                          <a:pt x="114892" y="558286"/>
                          <a:pt x="76313" y="559955"/>
                        </a:cubicBezTo>
                        <a:cubicBezTo>
                          <a:pt x="11343" y="562786"/>
                          <a:pt x="2879" y="489338"/>
                          <a:pt x="48" y="432847"/>
                        </a:cubicBezTo>
                        <a:cubicBezTo>
                          <a:pt x="-2441" y="382958"/>
                          <a:pt x="92674" y="302193"/>
                          <a:pt x="167762" y="351427"/>
                        </a:cubicBezTo>
                        <a:cubicBezTo>
                          <a:pt x="180070" y="359488"/>
                          <a:pt x="205313" y="371305"/>
                          <a:pt x="205313" y="356582"/>
                        </a:cubicBezTo>
                        <a:lnTo>
                          <a:pt x="205313" y="172775"/>
                        </a:lnTo>
                        <a:lnTo>
                          <a:pt x="359303" y="172775"/>
                        </a:lnTo>
                        <a:cubicBezTo>
                          <a:pt x="379240" y="172775"/>
                          <a:pt x="391549" y="151288"/>
                          <a:pt x="381684" y="133958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71" name="Forme libre : forme 2670">
                    <a:extLst>
                      <a:ext uri="{FF2B5EF4-FFF2-40B4-BE49-F238E27FC236}">
                        <a16:creationId xmlns:a16="http://schemas.microsoft.com/office/drawing/2014/main" id="{1243CF0C-E498-0D00-FA60-C3AD71124B2D}"/>
                      </a:ext>
                    </a:extLst>
                  </p:cNvPr>
                  <p:cNvSpPr/>
                  <p:nvPr/>
                </p:nvSpPr>
                <p:spPr>
                  <a:xfrm>
                    <a:off x="488721" y="133962"/>
                    <a:ext cx="700591" cy="921287"/>
                  </a:xfrm>
                  <a:custGeom>
                    <a:avLst/>
                    <a:gdLst>
                      <a:gd name="connsiteX0" fmla="*/ 464362 w 700591"/>
                      <a:gd name="connsiteY0" fmla="*/ 921288 h 921287"/>
                      <a:gd name="connsiteX1" fmla="*/ 440892 w 700591"/>
                      <a:gd name="connsiteY1" fmla="*/ 919768 h 921287"/>
                      <a:gd name="connsiteX2" fmla="*/ 379559 w 700591"/>
                      <a:gd name="connsiteY2" fmla="*/ 898295 h 921287"/>
                      <a:gd name="connsiteX3" fmla="*/ 372451 w 700591"/>
                      <a:gd name="connsiteY3" fmla="*/ 770010 h 921287"/>
                      <a:gd name="connsiteX4" fmla="*/ 371199 w 700591"/>
                      <a:gd name="connsiteY4" fmla="*/ 751741 h 921287"/>
                      <a:gd name="connsiteX5" fmla="*/ 354197 w 700591"/>
                      <a:gd name="connsiteY5" fmla="*/ 742353 h 921287"/>
                      <a:gd name="connsiteX6" fmla="*/ 209088 w 700591"/>
                      <a:gd name="connsiteY6" fmla="*/ 742353 h 921287"/>
                      <a:gd name="connsiteX7" fmla="*/ 206227 w 700591"/>
                      <a:gd name="connsiteY7" fmla="*/ 739492 h 921287"/>
                      <a:gd name="connsiteX8" fmla="*/ 206227 w 700591"/>
                      <a:gd name="connsiteY8" fmla="*/ 543466 h 921287"/>
                      <a:gd name="connsiteX9" fmla="*/ 198404 w 700591"/>
                      <a:gd name="connsiteY9" fmla="*/ 529980 h 921287"/>
                      <a:gd name="connsiteX10" fmla="*/ 182743 w 700591"/>
                      <a:gd name="connsiteY10" fmla="*/ 530144 h 921287"/>
                      <a:gd name="connsiteX11" fmla="*/ 79298 w 700591"/>
                      <a:gd name="connsiteY11" fmla="*/ 565669 h 921287"/>
                      <a:gd name="connsiteX12" fmla="*/ 15103 w 700591"/>
                      <a:gd name="connsiteY12" fmla="*/ 522619 h 921287"/>
                      <a:gd name="connsiteX13" fmla="*/ 53 w 700591"/>
                      <a:gd name="connsiteY13" fmla="*/ 435849 h 921287"/>
                      <a:gd name="connsiteX14" fmla="*/ 60239 w 700591"/>
                      <a:gd name="connsiteY14" fmla="*/ 352968 h 921287"/>
                      <a:gd name="connsiteX15" fmla="*/ 172178 w 700591"/>
                      <a:gd name="connsiteY15" fmla="*/ 351895 h 921287"/>
                      <a:gd name="connsiteX16" fmla="*/ 203768 w 700591"/>
                      <a:gd name="connsiteY16" fmla="*/ 362997 h 921287"/>
                      <a:gd name="connsiteX17" fmla="*/ 205303 w 700591"/>
                      <a:gd name="connsiteY17" fmla="*/ 359450 h 921287"/>
                      <a:gd name="connsiteX18" fmla="*/ 205303 w 700591"/>
                      <a:gd name="connsiteY18" fmla="*/ 175643 h 921287"/>
                      <a:gd name="connsiteX19" fmla="*/ 208164 w 700591"/>
                      <a:gd name="connsiteY19" fmla="*/ 172782 h 921287"/>
                      <a:gd name="connsiteX20" fmla="*/ 362154 w 700591"/>
                      <a:gd name="connsiteY20" fmla="*/ 172782 h 921287"/>
                      <a:gd name="connsiteX21" fmla="*/ 381987 w 700591"/>
                      <a:gd name="connsiteY21" fmla="*/ 161397 h 921287"/>
                      <a:gd name="connsiteX22" fmla="*/ 382047 w 700591"/>
                      <a:gd name="connsiteY22" fmla="*/ 138226 h 921287"/>
                      <a:gd name="connsiteX23" fmla="*/ 379246 w 700591"/>
                      <a:gd name="connsiteY23" fmla="*/ 41189 h 921287"/>
                      <a:gd name="connsiteX24" fmla="*/ 485968 w 700591"/>
                      <a:gd name="connsiteY24" fmla="*/ 2043 h 921287"/>
                      <a:gd name="connsiteX25" fmla="*/ 542295 w 700591"/>
                      <a:gd name="connsiteY25" fmla="*/ 59249 h 921287"/>
                      <a:gd name="connsiteX26" fmla="*/ 533802 w 700591"/>
                      <a:gd name="connsiteY26" fmla="*/ 138196 h 921287"/>
                      <a:gd name="connsiteX27" fmla="*/ 533653 w 700591"/>
                      <a:gd name="connsiteY27" fmla="*/ 161144 h 921287"/>
                      <a:gd name="connsiteX28" fmla="*/ 553680 w 700591"/>
                      <a:gd name="connsiteY28" fmla="*/ 172767 h 921287"/>
                      <a:gd name="connsiteX29" fmla="*/ 697730 w 700591"/>
                      <a:gd name="connsiteY29" fmla="*/ 172767 h 921287"/>
                      <a:gd name="connsiteX30" fmla="*/ 700591 w 700591"/>
                      <a:gd name="connsiteY30" fmla="*/ 175628 h 921287"/>
                      <a:gd name="connsiteX31" fmla="*/ 700591 w 700591"/>
                      <a:gd name="connsiteY31" fmla="*/ 367825 h 921287"/>
                      <a:gd name="connsiteX32" fmla="*/ 687687 w 700591"/>
                      <a:gd name="connsiteY32" fmla="*/ 389193 h 921287"/>
                      <a:gd name="connsiteX33" fmla="*/ 662355 w 700591"/>
                      <a:gd name="connsiteY33" fmla="*/ 387569 h 921287"/>
                      <a:gd name="connsiteX34" fmla="*/ 561250 w 700591"/>
                      <a:gd name="connsiteY34" fmla="*/ 369762 h 921287"/>
                      <a:gd name="connsiteX35" fmla="*/ 519705 w 700591"/>
                      <a:gd name="connsiteY35" fmla="*/ 432869 h 921287"/>
                      <a:gd name="connsiteX36" fmla="*/ 556913 w 700591"/>
                      <a:gd name="connsiteY36" fmla="*/ 544897 h 921287"/>
                      <a:gd name="connsiteX37" fmla="*/ 595925 w 700591"/>
                      <a:gd name="connsiteY37" fmla="*/ 559932 h 921287"/>
                      <a:gd name="connsiteX38" fmla="*/ 664039 w 700591"/>
                      <a:gd name="connsiteY38" fmla="*/ 539487 h 921287"/>
                      <a:gd name="connsiteX39" fmla="*/ 688566 w 700591"/>
                      <a:gd name="connsiteY39" fmla="*/ 539443 h 921287"/>
                      <a:gd name="connsiteX40" fmla="*/ 700591 w 700591"/>
                      <a:gd name="connsiteY40" fmla="*/ 560334 h 921287"/>
                      <a:gd name="connsiteX41" fmla="*/ 700591 w 700591"/>
                      <a:gd name="connsiteY41" fmla="*/ 739477 h 921287"/>
                      <a:gd name="connsiteX42" fmla="*/ 697730 w 700591"/>
                      <a:gd name="connsiteY42" fmla="*/ 742338 h 921287"/>
                      <a:gd name="connsiteX43" fmla="*/ 548658 w 700591"/>
                      <a:gd name="connsiteY43" fmla="*/ 742338 h 921287"/>
                      <a:gd name="connsiteX44" fmla="*/ 531626 w 700591"/>
                      <a:gd name="connsiteY44" fmla="*/ 752441 h 921287"/>
                      <a:gd name="connsiteX45" fmla="*/ 532431 w 700591"/>
                      <a:gd name="connsiteY45" fmla="*/ 772335 h 921287"/>
                      <a:gd name="connsiteX46" fmla="*/ 553725 w 700591"/>
                      <a:gd name="connsiteY46" fmla="*/ 850864 h 921287"/>
                      <a:gd name="connsiteX47" fmla="*/ 517246 w 700591"/>
                      <a:gd name="connsiteY47" fmla="*/ 910857 h 921287"/>
                      <a:gd name="connsiteX48" fmla="*/ 464391 w 700591"/>
                      <a:gd name="connsiteY48" fmla="*/ 921273 h 921287"/>
                      <a:gd name="connsiteX49" fmla="*/ 211949 w 700591"/>
                      <a:gd name="connsiteY49" fmla="*/ 736646 h 921287"/>
                      <a:gd name="connsiteX50" fmla="*/ 354197 w 700591"/>
                      <a:gd name="connsiteY50" fmla="*/ 736646 h 921287"/>
                      <a:gd name="connsiteX51" fmla="*/ 376012 w 700591"/>
                      <a:gd name="connsiteY51" fmla="*/ 748686 h 921287"/>
                      <a:gd name="connsiteX52" fmla="*/ 377607 w 700591"/>
                      <a:gd name="connsiteY52" fmla="*/ 772454 h 921287"/>
                      <a:gd name="connsiteX53" fmla="*/ 383209 w 700591"/>
                      <a:gd name="connsiteY53" fmla="*/ 893914 h 921287"/>
                      <a:gd name="connsiteX54" fmla="*/ 514758 w 700591"/>
                      <a:gd name="connsiteY54" fmla="*/ 905701 h 921287"/>
                      <a:gd name="connsiteX55" fmla="*/ 547988 w 700591"/>
                      <a:gd name="connsiteY55" fmla="*/ 850954 h 921287"/>
                      <a:gd name="connsiteX56" fmla="*/ 527618 w 700591"/>
                      <a:gd name="connsiteY56" fmla="*/ 775464 h 921287"/>
                      <a:gd name="connsiteX57" fmla="*/ 526589 w 700591"/>
                      <a:gd name="connsiteY57" fmla="*/ 749744 h 921287"/>
                      <a:gd name="connsiteX58" fmla="*/ 548643 w 700591"/>
                      <a:gd name="connsiteY58" fmla="*/ 736661 h 921287"/>
                      <a:gd name="connsiteX59" fmla="*/ 694854 w 700591"/>
                      <a:gd name="connsiteY59" fmla="*/ 736661 h 921287"/>
                      <a:gd name="connsiteX60" fmla="*/ 694854 w 700591"/>
                      <a:gd name="connsiteY60" fmla="*/ 560379 h 921287"/>
                      <a:gd name="connsiteX61" fmla="*/ 685690 w 700591"/>
                      <a:gd name="connsiteY61" fmla="*/ 544435 h 921287"/>
                      <a:gd name="connsiteX62" fmla="*/ 666870 w 700591"/>
                      <a:gd name="connsiteY62" fmla="*/ 544479 h 921287"/>
                      <a:gd name="connsiteX63" fmla="*/ 596163 w 700591"/>
                      <a:gd name="connsiteY63" fmla="*/ 565684 h 921287"/>
                      <a:gd name="connsiteX64" fmla="*/ 552950 w 700591"/>
                      <a:gd name="connsiteY64" fmla="*/ 549069 h 921287"/>
                      <a:gd name="connsiteX65" fmla="*/ 513983 w 700591"/>
                      <a:gd name="connsiteY65" fmla="*/ 432899 h 921287"/>
                      <a:gd name="connsiteX66" fmla="*/ 558597 w 700591"/>
                      <a:gd name="connsiteY66" fmla="*/ 364740 h 921287"/>
                      <a:gd name="connsiteX67" fmla="*/ 665603 w 700591"/>
                      <a:gd name="connsiteY67" fmla="*/ 382920 h 921287"/>
                      <a:gd name="connsiteX68" fmla="*/ 685035 w 700591"/>
                      <a:gd name="connsiteY68" fmla="*/ 384171 h 921287"/>
                      <a:gd name="connsiteX69" fmla="*/ 694884 w 700591"/>
                      <a:gd name="connsiteY69" fmla="*/ 367869 h 921287"/>
                      <a:gd name="connsiteX70" fmla="*/ 694884 w 700591"/>
                      <a:gd name="connsiteY70" fmla="*/ 178534 h 921287"/>
                      <a:gd name="connsiteX71" fmla="*/ 553695 w 700591"/>
                      <a:gd name="connsiteY71" fmla="*/ 178534 h 921287"/>
                      <a:gd name="connsiteX72" fmla="*/ 528705 w 700591"/>
                      <a:gd name="connsiteY72" fmla="*/ 164035 h 921287"/>
                      <a:gd name="connsiteX73" fmla="*/ 528899 w 700591"/>
                      <a:gd name="connsiteY73" fmla="*/ 135350 h 921287"/>
                      <a:gd name="connsiteX74" fmla="*/ 536827 w 700591"/>
                      <a:gd name="connsiteY74" fmla="*/ 60874 h 921287"/>
                      <a:gd name="connsiteX75" fmla="*/ 484717 w 700591"/>
                      <a:gd name="connsiteY75" fmla="*/ 7676 h 921287"/>
                      <a:gd name="connsiteX76" fmla="*/ 383537 w 700591"/>
                      <a:gd name="connsiteY76" fmla="*/ 45048 h 921287"/>
                      <a:gd name="connsiteX77" fmla="*/ 387039 w 700591"/>
                      <a:gd name="connsiteY77" fmla="*/ 135454 h 921287"/>
                      <a:gd name="connsiteX78" fmla="*/ 387039 w 700591"/>
                      <a:gd name="connsiteY78" fmla="*/ 135454 h 921287"/>
                      <a:gd name="connsiteX79" fmla="*/ 386950 w 700591"/>
                      <a:gd name="connsiteY79" fmla="*/ 164318 h 921287"/>
                      <a:gd name="connsiteX80" fmla="*/ 362169 w 700591"/>
                      <a:gd name="connsiteY80" fmla="*/ 178549 h 921287"/>
                      <a:gd name="connsiteX81" fmla="*/ 211040 w 700591"/>
                      <a:gd name="connsiteY81" fmla="*/ 178549 h 921287"/>
                      <a:gd name="connsiteX82" fmla="*/ 211040 w 700591"/>
                      <a:gd name="connsiteY82" fmla="*/ 359495 h 921287"/>
                      <a:gd name="connsiteX83" fmla="*/ 206510 w 700591"/>
                      <a:gd name="connsiteY83" fmla="*/ 368078 h 921287"/>
                      <a:gd name="connsiteX84" fmla="*/ 169063 w 700591"/>
                      <a:gd name="connsiteY84" fmla="*/ 356723 h 921287"/>
                      <a:gd name="connsiteX85" fmla="*/ 63085 w 700591"/>
                      <a:gd name="connsiteY85" fmla="*/ 357975 h 921287"/>
                      <a:gd name="connsiteX86" fmla="*/ 5775 w 700591"/>
                      <a:gd name="connsiteY86" fmla="*/ 435611 h 921287"/>
                      <a:gd name="connsiteX87" fmla="*/ 20378 w 700591"/>
                      <a:gd name="connsiteY87" fmla="*/ 520429 h 921287"/>
                      <a:gd name="connsiteX88" fmla="*/ 79060 w 700591"/>
                      <a:gd name="connsiteY88" fmla="*/ 559991 h 921287"/>
                      <a:gd name="connsiteX89" fmla="*/ 179837 w 700591"/>
                      <a:gd name="connsiteY89" fmla="*/ 525272 h 921287"/>
                      <a:gd name="connsiteX90" fmla="*/ 201250 w 700591"/>
                      <a:gd name="connsiteY90" fmla="*/ 525048 h 921287"/>
                      <a:gd name="connsiteX91" fmla="*/ 211964 w 700591"/>
                      <a:gd name="connsiteY91" fmla="*/ 543496 h 921287"/>
                      <a:gd name="connsiteX92" fmla="*/ 211964 w 700591"/>
                      <a:gd name="connsiteY92" fmla="*/ 736661 h 9212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</a:cxnLst>
                    <a:rect l="l" t="t" r="r" b="b"/>
                    <a:pathLst>
                      <a:path w="700591" h="921287">
                        <a:moveTo>
                          <a:pt x="464362" y="921288"/>
                        </a:moveTo>
                        <a:cubicBezTo>
                          <a:pt x="456777" y="921288"/>
                          <a:pt x="448924" y="920781"/>
                          <a:pt x="440892" y="919768"/>
                        </a:cubicBezTo>
                        <a:cubicBezTo>
                          <a:pt x="415038" y="916504"/>
                          <a:pt x="391524" y="908279"/>
                          <a:pt x="379559" y="898295"/>
                        </a:cubicBezTo>
                        <a:cubicBezTo>
                          <a:pt x="353437" y="876524"/>
                          <a:pt x="353809" y="809558"/>
                          <a:pt x="372451" y="770010"/>
                        </a:cubicBezTo>
                        <a:cubicBezTo>
                          <a:pt x="375252" y="764064"/>
                          <a:pt x="374790" y="757403"/>
                          <a:pt x="371199" y="751741"/>
                        </a:cubicBezTo>
                        <a:cubicBezTo>
                          <a:pt x="367474" y="745855"/>
                          <a:pt x="361111" y="742353"/>
                          <a:pt x="354197" y="742353"/>
                        </a:cubicBezTo>
                        <a:lnTo>
                          <a:pt x="209088" y="742353"/>
                        </a:lnTo>
                        <a:cubicBezTo>
                          <a:pt x="207509" y="742353"/>
                          <a:pt x="206227" y="741072"/>
                          <a:pt x="206227" y="739492"/>
                        </a:cubicBezTo>
                        <a:lnTo>
                          <a:pt x="206227" y="543466"/>
                        </a:lnTo>
                        <a:cubicBezTo>
                          <a:pt x="206227" y="537803"/>
                          <a:pt x="203306" y="532767"/>
                          <a:pt x="198404" y="529980"/>
                        </a:cubicBezTo>
                        <a:cubicBezTo>
                          <a:pt x="193486" y="527179"/>
                          <a:pt x="187630" y="527238"/>
                          <a:pt x="182743" y="530144"/>
                        </a:cubicBezTo>
                        <a:cubicBezTo>
                          <a:pt x="157053" y="545418"/>
                          <a:pt x="118235" y="563970"/>
                          <a:pt x="79298" y="565669"/>
                        </a:cubicBezTo>
                        <a:cubicBezTo>
                          <a:pt x="49346" y="566995"/>
                          <a:pt x="27725" y="552496"/>
                          <a:pt x="15103" y="522619"/>
                        </a:cubicBezTo>
                        <a:cubicBezTo>
                          <a:pt x="4404" y="497287"/>
                          <a:pt x="1484" y="464534"/>
                          <a:pt x="53" y="435849"/>
                        </a:cubicBezTo>
                        <a:cubicBezTo>
                          <a:pt x="-1318" y="408580"/>
                          <a:pt x="23999" y="373726"/>
                          <a:pt x="60239" y="352968"/>
                        </a:cubicBezTo>
                        <a:cubicBezTo>
                          <a:pt x="98774" y="330899"/>
                          <a:pt x="139574" y="330512"/>
                          <a:pt x="172178" y="351895"/>
                        </a:cubicBezTo>
                        <a:cubicBezTo>
                          <a:pt x="183503" y="359331"/>
                          <a:pt x="198806" y="365679"/>
                          <a:pt x="203768" y="362997"/>
                        </a:cubicBezTo>
                        <a:cubicBezTo>
                          <a:pt x="204186" y="362773"/>
                          <a:pt x="205303" y="362177"/>
                          <a:pt x="205303" y="359450"/>
                        </a:cubicBezTo>
                        <a:lnTo>
                          <a:pt x="205303" y="175643"/>
                        </a:lnTo>
                        <a:cubicBezTo>
                          <a:pt x="205303" y="174064"/>
                          <a:pt x="206585" y="172782"/>
                          <a:pt x="208164" y="172782"/>
                        </a:cubicBezTo>
                        <a:lnTo>
                          <a:pt x="362154" y="172782"/>
                        </a:lnTo>
                        <a:cubicBezTo>
                          <a:pt x="370424" y="172782"/>
                          <a:pt x="377845" y="168520"/>
                          <a:pt x="381987" y="161397"/>
                        </a:cubicBezTo>
                        <a:cubicBezTo>
                          <a:pt x="386175" y="154185"/>
                          <a:pt x="386204" y="145528"/>
                          <a:pt x="382047" y="138226"/>
                        </a:cubicBezTo>
                        <a:cubicBezTo>
                          <a:pt x="359308" y="98276"/>
                          <a:pt x="358324" y="64718"/>
                          <a:pt x="379246" y="41189"/>
                        </a:cubicBezTo>
                        <a:cubicBezTo>
                          <a:pt x="406873" y="10120"/>
                          <a:pt x="450772" y="-5974"/>
                          <a:pt x="485968" y="2043"/>
                        </a:cubicBezTo>
                        <a:cubicBezTo>
                          <a:pt x="513551" y="8332"/>
                          <a:pt x="533548" y="28642"/>
                          <a:pt x="542295" y="59249"/>
                        </a:cubicBezTo>
                        <a:cubicBezTo>
                          <a:pt x="550536" y="88098"/>
                          <a:pt x="547675" y="114667"/>
                          <a:pt x="533802" y="138196"/>
                        </a:cubicBezTo>
                        <a:cubicBezTo>
                          <a:pt x="529585" y="145349"/>
                          <a:pt x="529525" y="153917"/>
                          <a:pt x="533653" y="161144"/>
                        </a:cubicBezTo>
                        <a:cubicBezTo>
                          <a:pt x="537810" y="168416"/>
                          <a:pt x="545290" y="172767"/>
                          <a:pt x="553680" y="172767"/>
                        </a:cubicBezTo>
                        <a:lnTo>
                          <a:pt x="697730" y="172767"/>
                        </a:lnTo>
                        <a:cubicBezTo>
                          <a:pt x="699310" y="172767"/>
                          <a:pt x="700591" y="174049"/>
                          <a:pt x="700591" y="175628"/>
                        </a:cubicBezTo>
                        <a:lnTo>
                          <a:pt x="700591" y="367825"/>
                        </a:lnTo>
                        <a:cubicBezTo>
                          <a:pt x="700591" y="376974"/>
                          <a:pt x="695763" y="384961"/>
                          <a:pt x="687687" y="389193"/>
                        </a:cubicBezTo>
                        <a:cubicBezTo>
                          <a:pt x="679596" y="393425"/>
                          <a:pt x="669895" y="392799"/>
                          <a:pt x="662355" y="387569"/>
                        </a:cubicBezTo>
                        <a:cubicBezTo>
                          <a:pt x="614402" y="354280"/>
                          <a:pt x="580904" y="359525"/>
                          <a:pt x="561250" y="369762"/>
                        </a:cubicBezTo>
                        <a:cubicBezTo>
                          <a:pt x="532997" y="384484"/>
                          <a:pt x="519765" y="416135"/>
                          <a:pt x="519705" y="432869"/>
                        </a:cubicBezTo>
                        <a:cubicBezTo>
                          <a:pt x="519616" y="463476"/>
                          <a:pt x="529450" y="518566"/>
                          <a:pt x="556913" y="544897"/>
                        </a:cubicBezTo>
                        <a:cubicBezTo>
                          <a:pt x="568030" y="555551"/>
                          <a:pt x="581113" y="560588"/>
                          <a:pt x="595925" y="559932"/>
                        </a:cubicBezTo>
                        <a:cubicBezTo>
                          <a:pt x="619424" y="558859"/>
                          <a:pt x="642342" y="551990"/>
                          <a:pt x="664039" y="539487"/>
                        </a:cubicBezTo>
                        <a:cubicBezTo>
                          <a:pt x="671757" y="535047"/>
                          <a:pt x="680922" y="535032"/>
                          <a:pt x="688566" y="539443"/>
                        </a:cubicBezTo>
                        <a:cubicBezTo>
                          <a:pt x="696091" y="543794"/>
                          <a:pt x="700591" y="551602"/>
                          <a:pt x="700591" y="560334"/>
                        </a:cubicBezTo>
                        <a:lnTo>
                          <a:pt x="700591" y="739477"/>
                        </a:lnTo>
                        <a:cubicBezTo>
                          <a:pt x="700591" y="741057"/>
                          <a:pt x="699310" y="742338"/>
                          <a:pt x="697730" y="742338"/>
                        </a:cubicBezTo>
                        <a:lnTo>
                          <a:pt x="548658" y="742338"/>
                        </a:lnTo>
                        <a:cubicBezTo>
                          <a:pt x="541431" y="742338"/>
                          <a:pt x="535068" y="746108"/>
                          <a:pt x="531626" y="752441"/>
                        </a:cubicBezTo>
                        <a:cubicBezTo>
                          <a:pt x="528169" y="758789"/>
                          <a:pt x="528467" y="766225"/>
                          <a:pt x="532431" y="772335"/>
                        </a:cubicBezTo>
                        <a:cubicBezTo>
                          <a:pt x="546110" y="793435"/>
                          <a:pt x="553278" y="819855"/>
                          <a:pt x="553725" y="850864"/>
                        </a:cubicBezTo>
                        <a:cubicBezTo>
                          <a:pt x="554127" y="878536"/>
                          <a:pt x="541506" y="899278"/>
                          <a:pt x="517246" y="910857"/>
                        </a:cubicBezTo>
                        <a:cubicBezTo>
                          <a:pt x="502837" y="917726"/>
                          <a:pt x="484583" y="921273"/>
                          <a:pt x="464391" y="921273"/>
                        </a:cubicBezTo>
                        <a:close/>
                        <a:moveTo>
                          <a:pt x="211949" y="736646"/>
                        </a:moveTo>
                        <a:lnTo>
                          <a:pt x="354197" y="736646"/>
                        </a:lnTo>
                        <a:cubicBezTo>
                          <a:pt x="363078" y="736646"/>
                          <a:pt x="371229" y="741146"/>
                          <a:pt x="376012" y="748686"/>
                        </a:cubicBezTo>
                        <a:cubicBezTo>
                          <a:pt x="380602" y="755928"/>
                          <a:pt x="381198" y="764809"/>
                          <a:pt x="377607" y="772454"/>
                        </a:cubicBezTo>
                        <a:cubicBezTo>
                          <a:pt x="358399" y="813209"/>
                          <a:pt x="361275" y="875645"/>
                          <a:pt x="383209" y="893914"/>
                        </a:cubicBezTo>
                        <a:cubicBezTo>
                          <a:pt x="405680" y="912645"/>
                          <a:pt x="473556" y="925371"/>
                          <a:pt x="514758" y="905701"/>
                        </a:cubicBezTo>
                        <a:cubicBezTo>
                          <a:pt x="537169" y="895002"/>
                          <a:pt x="548360" y="876584"/>
                          <a:pt x="547988" y="850954"/>
                        </a:cubicBezTo>
                        <a:cubicBezTo>
                          <a:pt x="547555" y="821047"/>
                          <a:pt x="540701" y="795640"/>
                          <a:pt x="527618" y="775464"/>
                        </a:cubicBezTo>
                        <a:cubicBezTo>
                          <a:pt x="522506" y="767581"/>
                          <a:pt x="522119" y="757955"/>
                          <a:pt x="526589" y="749744"/>
                        </a:cubicBezTo>
                        <a:cubicBezTo>
                          <a:pt x="531045" y="741549"/>
                          <a:pt x="539285" y="736661"/>
                          <a:pt x="548643" y="736661"/>
                        </a:cubicBezTo>
                        <a:lnTo>
                          <a:pt x="694854" y="736661"/>
                        </a:lnTo>
                        <a:lnTo>
                          <a:pt x="694854" y="560379"/>
                        </a:lnTo>
                        <a:cubicBezTo>
                          <a:pt x="694854" y="553718"/>
                          <a:pt x="691427" y="547758"/>
                          <a:pt x="685690" y="544435"/>
                        </a:cubicBezTo>
                        <a:cubicBezTo>
                          <a:pt x="679834" y="541052"/>
                          <a:pt x="672801" y="541067"/>
                          <a:pt x="666870" y="544479"/>
                        </a:cubicBezTo>
                        <a:cubicBezTo>
                          <a:pt x="644369" y="557443"/>
                          <a:pt x="620572" y="564581"/>
                          <a:pt x="596163" y="565684"/>
                        </a:cubicBezTo>
                        <a:cubicBezTo>
                          <a:pt x="579787" y="566444"/>
                          <a:pt x="565228" y="560841"/>
                          <a:pt x="552950" y="549069"/>
                        </a:cubicBezTo>
                        <a:cubicBezTo>
                          <a:pt x="524175" y="521501"/>
                          <a:pt x="513879" y="464489"/>
                          <a:pt x="513983" y="432899"/>
                        </a:cubicBezTo>
                        <a:cubicBezTo>
                          <a:pt x="514042" y="414227"/>
                          <a:pt x="527916" y="380729"/>
                          <a:pt x="558597" y="364740"/>
                        </a:cubicBezTo>
                        <a:cubicBezTo>
                          <a:pt x="579653" y="353758"/>
                          <a:pt x="615297" y="348006"/>
                          <a:pt x="665603" y="382920"/>
                        </a:cubicBezTo>
                        <a:cubicBezTo>
                          <a:pt x="671474" y="387003"/>
                          <a:pt x="678731" y="387465"/>
                          <a:pt x="685035" y="384171"/>
                        </a:cubicBezTo>
                        <a:cubicBezTo>
                          <a:pt x="691204" y="380953"/>
                          <a:pt x="694884" y="374858"/>
                          <a:pt x="694884" y="367869"/>
                        </a:cubicBezTo>
                        <a:lnTo>
                          <a:pt x="694884" y="178534"/>
                        </a:lnTo>
                        <a:lnTo>
                          <a:pt x="553695" y="178534"/>
                        </a:lnTo>
                        <a:cubicBezTo>
                          <a:pt x="543234" y="178534"/>
                          <a:pt x="533891" y="173110"/>
                          <a:pt x="528705" y="164035"/>
                        </a:cubicBezTo>
                        <a:cubicBezTo>
                          <a:pt x="523550" y="155005"/>
                          <a:pt x="523624" y="144291"/>
                          <a:pt x="528899" y="135350"/>
                        </a:cubicBezTo>
                        <a:cubicBezTo>
                          <a:pt x="541953" y="113222"/>
                          <a:pt x="544620" y="88158"/>
                          <a:pt x="536827" y="60874"/>
                        </a:cubicBezTo>
                        <a:cubicBezTo>
                          <a:pt x="526381" y="24336"/>
                          <a:pt x="502732" y="11774"/>
                          <a:pt x="484717" y="7676"/>
                        </a:cubicBezTo>
                        <a:cubicBezTo>
                          <a:pt x="451442" y="76"/>
                          <a:pt x="409838" y="15455"/>
                          <a:pt x="383537" y="45048"/>
                        </a:cubicBezTo>
                        <a:cubicBezTo>
                          <a:pt x="370201" y="60054"/>
                          <a:pt x="359978" y="87919"/>
                          <a:pt x="387039" y="135454"/>
                        </a:cubicBezTo>
                        <a:lnTo>
                          <a:pt x="387039" y="135454"/>
                        </a:lnTo>
                        <a:cubicBezTo>
                          <a:pt x="392210" y="144544"/>
                          <a:pt x="392180" y="155333"/>
                          <a:pt x="386950" y="164318"/>
                        </a:cubicBezTo>
                        <a:cubicBezTo>
                          <a:pt x="381764" y="173229"/>
                          <a:pt x="372510" y="178549"/>
                          <a:pt x="362169" y="178549"/>
                        </a:cubicBezTo>
                        <a:lnTo>
                          <a:pt x="211040" y="178549"/>
                        </a:lnTo>
                        <a:lnTo>
                          <a:pt x="211040" y="359495"/>
                        </a:lnTo>
                        <a:cubicBezTo>
                          <a:pt x="211040" y="364561"/>
                          <a:pt x="208581" y="366960"/>
                          <a:pt x="206510" y="368078"/>
                        </a:cubicBezTo>
                        <a:cubicBezTo>
                          <a:pt x="195602" y="373979"/>
                          <a:pt x="170136" y="357439"/>
                          <a:pt x="169063" y="356723"/>
                        </a:cubicBezTo>
                        <a:cubicBezTo>
                          <a:pt x="138307" y="336547"/>
                          <a:pt x="99683" y="337009"/>
                          <a:pt x="63085" y="357975"/>
                        </a:cubicBezTo>
                        <a:cubicBezTo>
                          <a:pt x="29170" y="377406"/>
                          <a:pt x="4523" y="410770"/>
                          <a:pt x="5775" y="435611"/>
                        </a:cubicBezTo>
                        <a:cubicBezTo>
                          <a:pt x="7191" y="463804"/>
                          <a:pt x="10022" y="495916"/>
                          <a:pt x="20378" y="520429"/>
                        </a:cubicBezTo>
                        <a:cubicBezTo>
                          <a:pt x="32136" y="548249"/>
                          <a:pt x="51313" y="561198"/>
                          <a:pt x="79060" y="559991"/>
                        </a:cubicBezTo>
                        <a:cubicBezTo>
                          <a:pt x="116819" y="558352"/>
                          <a:pt x="154713" y="540203"/>
                          <a:pt x="179837" y="525272"/>
                        </a:cubicBezTo>
                        <a:cubicBezTo>
                          <a:pt x="186513" y="521308"/>
                          <a:pt x="194515" y="521218"/>
                          <a:pt x="201250" y="525048"/>
                        </a:cubicBezTo>
                        <a:cubicBezTo>
                          <a:pt x="207956" y="528863"/>
                          <a:pt x="211964" y="535762"/>
                          <a:pt x="211964" y="543496"/>
                        </a:cubicBezTo>
                        <a:lnTo>
                          <a:pt x="211964" y="736661"/>
                        </a:lnTo>
                        <a:close/>
                      </a:path>
                    </a:pathLst>
                  </a:custGeom>
                  <a:solidFill>
                    <a:srgbClr val="FCFCFC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667" name="Graphique 6">
                  <a:extLst>
                    <a:ext uri="{FF2B5EF4-FFF2-40B4-BE49-F238E27FC236}">
                      <a16:creationId xmlns:a16="http://schemas.microsoft.com/office/drawing/2014/main" id="{90CE78A0-C52D-B456-012E-6E9407CB3CAF}"/>
                    </a:ext>
                  </a:extLst>
                </p:cNvPr>
                <p:cNvGrpSpPr/>
                <p:nvPr/>
              </p:nvGrpSpPr>
              <p:grpSpPr>
                <a:xfrm>
                  <a:off x="0" y="144695"/>
                  <a:ext cx="709177" cy="731247"/>
                  <a:chOff x="0" y="144695"/>
                  <a:chExt cx="709177" cy="731247"/>
                </a:xfrm>
              </p:grpSpPr>
              <p:sp>
                <p:nvSpPr>
                  <p:cNvPr id="2668" name="Forme libre : forme 2667">
                    <a:extLst>
                      <a:ext uri="{FF2B5EF4-FFF2-40B4-BE49-F238E27FC236}">
                        <a16:creationId xmlns:a16="http://schemas.microsoft.com/office/drawing/2014/main" id="{D0236677-C894-C5F6-AEB4-16B6C3F53F67}"/>
                      </a:ext>
                    </a:extLst>
                  </p:cNvPr>
                  <p:cNvSpPr/>
                  <p:nvPr/>
                </p:nvSpPr>
                <p:spPr>
                  <a:xfrm>
                    <a:off x="2831" y="147588"/>
                    <a:ext cx="703442" cy="725493"/>
                  </a:xfrm>
                  <a:custGeom>
                    <a:avLst/>
                    <a:gdLst>
                      <a:gd name="connsiteX0" fmla="*/ 145583 w 703442"/>
                      <a:gd name="connsiteY0" fmla="*/ 520303 h 725493"/>
                      <a:gd name="connsiteX1" fmla="*/ 81061 w 703442"/>
                      <a:gd name="connsiteY1" fmla="*/ 545263 h 725493"/>
                      <a:gd name="connsiteX2" fmla="*/ 117 w 703442"/>
                      <a:gd name="connsiteY2" fmla="*/ 436409 h 725493"/>
                      <a:gd name="connsiteX3" fmla="*/ 86634 w 703442"/>
                      <a:gd name="connsiteY3" fmla="*/ 338731 h 725493"/>
                      <a:gd name="connsiteX4" fmla="*/ 145241 w 703442"/>
                      <a:gd name="connsiteY4" fmla="*/ 366418 h 725493"/>
                      <a:gd name="connsiteX5" fmla="*/ 178739 w 703442"/>
                      <a:gd name="connsiteY5" fmla="*/ 349326 h 725493"/>
                      <a:gd name="connsiteX6" fmla="*/ 178739 w 703442"/>
                      <a:gd name="connsiteY6" fmla="*/ 158858 h 725493"/>
                      <a:gd name="connsiteX7" fmla="*/ 371427 w 703442"/>
                      <a:gd name="connsiteY7" fmla="*/ 158858 h 725493"/>
                      <a:gd name="connsiteX8" fmla="*/ 391424 w 703442"/>
                      <a:gd name="connsiteY8" fmla="*/ 127685 h 725493"/>
                      <a:gd name="connsiteX9" fmla="*/ 383005 w 703442"/>
                      <a:gd name="connsiteY9" fmla="*/ 23346 h 725493"/>
                      <a:gd name="connsiteX10" fmla="*/ 535982 w 703442"/>
                      <a:gd name="connsiteY10" fmla="*/ 40095 h 725493"/>
                      <a:gd name="connsiteX11" fmla="*/ 519590 w 703442"/>
                      <a:gd name="connsiteY11" fmla="*/ 126403 h 725493"/>
                      <a:gd name="connsiteX12" fmla="*/ 538977 w 703442"/>
                      <a:gd name="connsiteY12" fmla="*/ 158784 h 725493"/>
                      <a:gd name="connsiteX13" fmla="*/ 703442 w 703442"/>
                      <a:gd name="connsiteY13" fmla="*/ 158784 h 725493"/>
                      <a:gd name="connsiteX14" fmla="*/ 703442 w 703442"/>
                      <a:gd name="connsiteY14" fmla="*/ 335170 h 725493"/>
                      <a:gd name="connsiteX15" fmla="*/ 666815 w 703442"/>
                      <a:gd name="connsiteY15" fmla="*/ 354795 h 725493"/>
                      <a:gd name="connsiteX16" fmla="*/ 510858 w 703442"/>
                      <a:gd name="connsiteY16" fmla="*/ 416874 h 725493"/>
                      <a:gd name="connsiteX17" fmla="*/ 594588 w 703442"/>
                      <a:gd name="connsiteY17" fmla="*/ 539675 h 725493"/>
                      <a:gd name="connsiteX18" fmla="*/ 667798 w 703442"/>
                      <a:gd name="connsiteY18" fmla="*/ 510483 h 725493"/>
                      <a:gd name="connsiteX19" fmla="*/ 703442 w 703442"/>
                      <a:gd name="connsiteY19" fmla="*/ 530660 h 725493"/>
                      <a:gd name="connsiteX20" fmla="*/ 703442 w 703442"/>
                      <a:gd name="connsiteY20" fmla="*/ 725494 h 725493"/>
                      <a:gd name="connsiteX21" fmla="*/ 514017 w 703442"/>
                      <a:gd name="connsiteY21" fmla="*/ 725494 h 725493"/>
                      <a:gd name="connsiteX22" fmla="*/ 487240 w 703442"/>
                      <a:gd name="connsiteY22" fmla="*/ 683353 h 725493"/>
                      <a:gd name="connsiteX23" fmla="*/ 541555 w 703442"/>
                      <a:gd name="connsiteY23" fmla="*/ 609443 h 725493"/>
                      <a:gd name="connsiteX24" fmla="*/ 382990 w 703442"/>
                      <a:gd name="connsiteY24" fmla="*/ 562057 h 725493"/>
                      <a:gd name="connsiteX25" fmla="*/ 385673 w 703442"/>
                      <a:gd name="connsiteY25" fmla="*/ 683577 h 725493"/>
                      <a:gd name="connsiteX26" fmla="*/ 358835 w 703442"/>
                      <a:gd name="connsiteY26" fmla="*/ 725479 h 725493"/>
                      <a:gd name="connsiteX27" fmla="*/ 178739 w 703442"/>
                      <a:gd name="connsiteY27" fmla="*/ 725479 h 725493"/>
                      <a:gd name="connsiteX28" fmla="*/ 178739 w 703442"/>
                      <a:gd name="connsiteY28" fmla="*/ 537633 h 725493"/>
                      <a:gd name="connsiteX29" fmla="*/ 145568 w 703442"/>
                      <a:gd name="connsiteY29" fmla="*/ 520288 h 725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703442" h="725493">
                        <a:moveTo>
                          <a:pt x="145583" y="520303"/>
                        </a:moveTo>
                        <a:cubicBezTo>
                          <a:pt x="128641" y="531673"/>
                          <a:pt x="106274" y="542730"/>
                          <a:pt x="81061" y="545263"/>
                        </a:cubicBezTo>
                        <a:cubicBezTo>
                          <a:pt x="25241" y="550851"/>
                          <a:pt x="2919" y="489443"/>
                          <a:pt x="117" y="436409"/>
                        </a:cubicBezTo>
                        <a:cubicBezTo>
                          <a:pt x="-2669" y="383376"/>
                          <a:pt x="44776" y="333143"/>
                          <a:pt x="86634" y="338731"/>
                        </a:cubicBezTo>
                        <a:cubicBezTo>
                          <a:pt x="106348" y="341354"/>
                          <a:pt x="127925" y="353901"/>
                          <a:pt x="145241" y="366418"/>
                        </a:cubicBezTo>
                        <a:cubicBezTo>
                          <a:pt x="159218" y="376536"/>
                          <a:pt x="178739" y="366582"/>
                          <a:pt x="178739" y="349326"/>
                        </a:cubicBezTo>
                        <a:lnTo>
                          <a:pt x="178739" y="158858"/>
                        </a:lnTo>
                        <a:lnTo>
                          <a:pt x="371427" y="158858"/>
                        </a:lnTo>
                        <a:cubicBezTo>
                          <a:pt x="387490" y="158858"/>
                          <a:pt x="398130" y="142273"/>
                          <a:pt x="391424" y="127685"/>
                        </a:cubicBezTo>
                        <a:cubicBezTo>
                          <a:pt x="376300" y="94827"/>
                          <a:pt x="359327" y="44893"/>
                          <a:pt x="383005" y="23346"/>
                        </a:cubicBezTo>
                        <a:cubicBezTo>
                          <a:pt x="419811" y="-10152"/>
                          <a:pt x="519247" y="-10152"/>
                          <a:pt x="535982" y="40095"/>
                        </a:cubicBezTo>
                        <a:cubicBezTo>
                          <a:pt x="545355" y="68229"/>
                          <a:pt x="532614" y="102069"/>
                          <a:pt x="519590" y="126403"/>
                        </a:cubicBezTo>
                        <a:cubicBezTo>
                          <a:pt x="511737" y="141081"/>
                          <a:pt x="522332" y="158784"/>
                          <a:pt x="538977" y="158784"/>
                        </a:cubicBezTo>
                        <a:lnTo>
                          <a:pt x="703442" y="158784"/>
                        </a:lnTo>
                        <a:lnTo>
                          <a:pt x="703442" y="335170"/>
                        </a:lnTo>
                        <a:cubicBezTo>
                          <a:pt x="703442" y="353990"/>
                          <a:pt x="682163" y="365673"/>
                          <a:pt x="666815" y="354795"/>
                        </a:cubicBezTo>
                        <a:cubicBezTo>
                          <a:pt x="595676" y="304309"/>
                          <a:pt x="517981" y="357567"/>
                          <a:pt x="510858" y="416874"/>
                        </a:cubicBezTo>
                        <a:cubicBezTo>
                          <a:pt x="502484" y="486641"/>
                          <a:pt x="547143" y="545263"/>
                          <a:pt x="594588" y="539675"/>
                        </a:cubicBezTo>
                        <a:cubicBezTo>
                          <a:pt x="618684" y="536844"/>
                          <a:pt x="646370" y="523209"/>
                          <a:pt x="667798" y="510483"/>
                        </a:cubicBezTo>
                        <a:cubicBezTo>
                          <a:pt x="683534" y="501140"/>
                          <a:pt x="703442" y="512361"/>
                          <a:pt x="703442" y="530660"/>
                        </a:cubicBezTo>
                        <a:lnTo>
                          <a:pt x="703442" y="725494"/>
                        </a:lnTo>
                        <a:lnTo>
                          <a:pt x="514017" y="725494"/>
                        </a:lnTo>
                        <a:cubicBezTo>
                          <a:pt x="492336" y="725494"/>
                          <a:pt x="477852" y="702889"/>
                          <a:pt x="487240" y="683353"/>
                        </a:cubicBezTo>
                        <a:cubicBezTo>
                          <a:pt x="498430" y="660077"/>
                          <a:pt x="544311" y="631497"/>
                          <a:pt x="541555" y="609443"/>
                        </a:cubicBezTo>
                        <a:cubicBezTo>
                          <a:pt x="535967" y="564784"/>
                          <a:pt x="436545" y="553742"/>
                          <a:pt x="382990" y="562057"/>
                        </a:cubicBezTo>
                        <a:cubicBezTo>
                          <a:pt x="342116" y="568405"/>
                          <a:pt x="362441" y="632346"/>
                          <a:pt x="385673" y="683577"/>
                        </a:cubicBezTo>
                        <a:cubicBezTo>
                          <a:pt x="394583" y="703216"/>
                          <a:pt x="380397" y="725479"/>
                          <a:pt x="358835" y="725479"/>
                        </a:cubicBezTo>
                        <a:lnTo>
                          <a:pt x="178739" y="725479"/>
                        </a:lnTo>
                        <a:lnTo>
                          <a:pt x="178739" y="537633"/>
                        </a:lnTo>
                        <a:cubicBezTo>
                          <a:pt x="178739" y="520586"/>
                          <a:pt x="159740" y="510781"/>
                          <a:pt x="145568" y="520288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69" name="Forme libre : forme 2668">
                    <a:extLst>
                      <a:ext uri="{FF2B5EF4-FFF2-40B4-BE49-F238E27FC236}">
                        <a16:creationId xmlns:a16="http://schemas.microsoft.com/office/drawing/2014/main" id="{9E4116AC-ECE7-2431-481E-D7BD9F0DF0B8}"/>
                      </a:ext>
                    </a:extLst>
                  </p:cNvPr>
                  <p:cNvSpPr/>
                  <p:nvPr/>
                </p:nvSpPr>
                <p:spPr>
                  <a:xfrm>
                    <a:off x="0" y="144695"/>
                    <a:ext cx="709177" cy="731247"/>
                  </a:xfrm>
                  <a:custGeom>
                    <a:avLst/>
                    <a:gdLst>
                      <a:gd name="connsiteX0" fmla="*/ 706287 w 709177"/>
                      <a:gd name="connsiteY0" fmla="*/ 731248 h 731247"/>
                      <a:gd name="connsiteX1" fmla="*/ 516862 w 709177"/>
                      <a:gd name="connsiteY1" fmla="*/ 731248 h 731247"/>
                      <a:gd name="connsiteX2" fmla="*/ 489295 w 709177"/>
                      <a:gd name="connsiteY2" fmla="*/ 716004 h 731247"/>
                      <a:gd name="connsiteX3" fmla="*/ 487507 w 709177"/>
                      <a:gd name="connsiteY3" fmla="*/ 685009 h 731247"/>
                      <a:gd name="connsiteX4" fmla="*/ 513658 w 709177"/>
                      <a:gd name="connsiteY4" fmla="*/ 653672 h 731247"/>
                      <a:gd name="connsiteX5" fmla="*/ 541569 w 709177"/>
                      <a:gd name="connsiteY5" fmla="*/ 612708 h 731247"/>
                      <a:gd name="connsiteX6" fmla="*/ 526623 w 709177"/>
                      <a:gd name="connsiteY6" fmla="*/ 589715 h 731247"/>
                      <a:gd name="connsiteX7" fmla="*/ 386282 w 709177"/>
                      <a:gd name="connsiteY7" fmla="*/ 567796 h 731247"/>
                      <a:gd name="connsiteX8" fmla="*/ 369131 w 709177"/>
                      <a:gd name="connsiteY8" fmla="*/ 579031 h 731247"/>
                      <a:gd name="connsiteX9" fmla="*/ 391125 w 709177"/>
                      <a:gd name="connsiteY9" fmla="*/ 685307 h 731247"/>
                      <a:gd name="connsiteX10" fmla="*/ 388875 w 709177"/>
                      <a:gd name="connsiteY10" fmla="*/ 716451 h 731247"/>
                      <a:gd name="connsiteX11" fmla="*/ 361695 w 709177"/>
                      <a:gd name="connsiteY11" fmla="*/ 731248 h 731247"/>
                      <a:gd name="connsiteX12" fmla="*/ 181599 w 709177"/>
                      <a:gd name="connsiteY12" fmla="*/ 731248 h 731247"/>
                      <a:gd name="connsiteX13" fmla="*/ 178738 w 709177"/>
                      <a:gd name="connsiteY13" fmla="*/ 728387 h 731247"/>
                      <a:gd name="connsiteX14" fmla="*/ 178738 w 709177"/>
                      <a:gd name="connsiteY14" fmla="*/ 540541 h 731247"/>
                      <a:gd name="connsiteX15" fmla="*/ 169171 w 709177"/>
                      <a:gd name="connsiteY15" fmla="*/ 524537 h 731247"/>
                      <a:gd name="connsiteX16" fmla="*/ 150023 w 709177"/>
                      <a:gd name="connsiteY16" fmla="*/ 525565 h 731247"/>
                      <a:gd name="connsiteX17" fmla="*/ 84189 w 709177"/>
                      <a:gd name="connsiteY17" fmla="*/ 550987 h 731247"/>
                      <a:gd name="connsiteX18" fmla="*/ 37369 w 709177"/>
                      <a:gd name="connsiteY18" fmla="*/ 536786 h 731247"/>
                      <a:gd name="connsiteX19" fmla="*/ 116 w 709177"/>
                      <a:gd name="connsiteY19" fmla="*/ 439451 h 731247"/>
                      <a:gd name="connsiteX20" fmla="*/ 33882 w 709177"/>
                      <a:gd name="connsiteY20" fmla="*/ 359983 h 731247"/>
                      <a:gd name="connsiteX21" fmla="*/ 89866 w 709177"/>
                      <a:gd name="connsiteY21" fmla="*/ 338778 h 731247"/>
                      <a:gd name="connsiteX22" fmla="*/ 149770 w 709177"/>
                      <a:gd name="connsiteY22" fmla="*/ 366986 h 731247"/>
                      <a:gd name="connsiteX23" fmla="*/ 168798 w 709177"/>
                      <a:gd name="connsiteY23" fmla="*/ 368476 h 731247"/>
                      <a:gd name="connsiteX24" fmla="*/ 178738 w 709177"/>
                      <a:gd name="connsiteY24" fmla="*/ 352219 h 731247"/>
                      <a:gd name="connsiteX25" fmla="*/ 178738 w 709177"/>
                      <a:gd name="connsiteY25" fmla="*/ 161751 h 731247"/>
                      <a:gd name="connsiteX26" fmla="*/ 181599 w 709177"/>
                      <a:gd name="connsiteY26" fmla="*/ 158890 h 731247"/>
                      <a:gd name="connsiteX27" fmla="*/ 374287 w 709177"/>
                      <a:gd name="connsiteY27" fmla="*/ 158890 h 731247"/>
                      <a:gd name="connsiteX28" fmla="*/ 390425 w 709177"/>
                      <a:gd name="connsiteY28" fmla="*/ 150083 h 731247"/>
                      <a:gd name="connsiteX29" fmla="*/ 391692 w 709177"/>
                      <a:gd name="connsiteY29" fmla="*/ 131770 h 731247"/>
                      <a:gd name="connsiteX30" fmla="*/ 383943 w 709177"/>
                      <a:gd name="connsiteY30" fmla="*/ 24123 h 731247"/>
                      <a:gd name="connsiteX31" fmla="*/ 494048 w 709177"/>
                      <a:gd name="connsiteY31" fmla="*/ 4140 h 731247"/>
                      <a:gd name="connsiteX32" fmla="*/ 541569 w 709177"/>
                      <a:gd name="connsiteY32" fmla="*/ 42064 h 731247"/>
                      <a:gd name="connsiteX33" fmla="*/ 524983 w 709177"/>
                      <a:gd name="connsiteY33" fmla="*/ 130622 h 731247"/>
                      <a:gd name="connsiteX34" fmla="*/ 525431 w 709177"/>
                      <a:gd name="connsiteY34" fmla="*/ 149502 h 731247"/>
                      <a:gd name="connsiteX35" fmla="*/ 541852 w 709177"/>
                      <a:gd name="connsiteY35" fmla="*/ 158801 h 731247"/>
                      <a:gd name="connsiteX36" fmla="*/ 706317 w 709177"/>
                      <a:gd name="connsiteY36" fmla="*/ 158801 h 731247"/>
                      <a:gd name="connsiteX37" fmla="*/ 709178 w 709177"/>
                      <a:gd name="connsiteY37" fmla="*/ 161662 h 731247"/>
                      <a:gd name="connsiteX38" fmla="*/ 709178 w 709177"/>
                      <a:gd name="connsiteY38" fmla="*/ 338048 h 731247"/>
                      <a:gd name="connsiteX39" fmla="*/ 694664 w 709177"/>
                      <a:gd name="connsiteY39" fmla="*/ 361756 h 731247"/>
                      <a:gd name="connsiteX40" fmla="*/ 668036 w 709177"/>
                      <a:gd name="connsiteY40" fmla="*/ 359997 h 731247"/>
                      <a:gd name="connsiteX41" fmla="*/ 572608 w 709177"/>
                      <a:gd name="connsiteY41" fmla="*/ 348389 h 731247"/>
                      <a:gd name="connsiteX42" fmla="*/ 516564 w 709177"/>
                      <a:gd name="connsiteY42" fmla="*/ 420094 h 731247"/>
                      <a:gd name="connsiteX43" fmla="*/ 547127 w 709177"/>
                      <a:gd name="connsiteY43" fmla="*/ 519843 h 731247"/>
                      <a:gd name="connsiteX44" fmla="*/ 597135 w 709177"/>
                      <a:gd name="connsiteY44" fmla="*/ 539722 h 731247"/>
                      <a:gd name="connsiteX45" fmla="*/ 669213 w 709177"/>
                      <a:gd name="connsiteY45" fmla="*/ 510903 h 731247"/>
                      <a:gd name="connsiteX46" fmla="*/ 695871 w 709177"/>
                      <a:gd name="connsiteY46" fmla="*/ 510634 h 731247"/>
                      <a:gd name="connsiteX47" fmla="*/ 709178 w 709177"/>
                      <a:gd name="connsiteY47" fmla="*/ 533552 h 731247"/>
                      <a:gd name="connsiteX48" fmla="*/ 709178 w 709177"/>
                      <a:gd name="connsiteY48" fmla="*/ 728387 h 731247"/>
                      <a:gd name="connsiteX49" fmla="*/ 706317 w 709177"/>
                      <a:gd name="connsiteY49" fmla="*/ 731248 h 731247"/>
                      <a:gd name="connsiteX50" fmla="*/ 422493 w 709177"/>
                      <a:gd name="connsiteY50" fmla="*/ 559600 h 731247"/>
                      <a:gd name="connsiteX51" fmla="*/ 530080 w 709177"/>
                      <a:gd name="connsiteY51" fmla="*/ 585141 h 731247"/>
                      <a:gd name="connsiteX52" fmla="*/ 547246 w 709177"/>
                      <a:gd name="connsiteY52" fmla="*/ 611993 h 731247"/>
                      <a:gd name="connsiteX53" fmla="*/ 517712 w 709177"/>
                      <a:gd name="connsiteY53" fmla="*/ 657710 h 731247"/>
                      <a:gd name="connsiteX54" fmla="*/ 492678 w 709177"/>
                      <a:gd name="connsiteY54" fmla="*/ 687498 h 731247"/>
                      <a:gd name="connsiteX55" fmla="*/ 494153 w 709177"/>
                      <a:gd name="connsiteY55" fmla="*/ 712979 h 731247"/>
                      <a:gd name="connsiteX56" fmla="*/ 516877 w 709177"/>
                      <a:gd name="connsiteY56" fmla="*/ 725540 h 731247"/>
                      <a:gd name="connsiteX57" fmla="*/ 703441 w 709177"/>
                      <a:gd name="connsiteY57" fmla="*/ 725540 h 731247"/>
                      <a:gd name="connsiteX58" fmla="*/ 703441 w 709177"/>
                      <a:gd name="connsiteY58" fmla="*/ 533567 h 731247"/>
                      <a:gd name="connsiteX59" fmla="*/ 693025 w 709177"/>
                      <a:gd name="connsiteY59" fmla="*/ 515626 h 731247"/>
                      <a:gd name="connsiteX60" fmla="*/ 672119 w 709177"/>
                      <a:gd name="connsiteY60" fmla="*/ 515850 h 731247"/>
                      <a:gd name="connsiteX61" fmla="*/ 597791 w 709177"/>
                      <a:gd name="connsiteY61" fmla="*/ 545429 h 731247"/>
                      <a:gd name="connsiteX62" fmla="*/ 543074 w 709177"/>
                      <a:gd name="connsiteY62" fmla="*/ 523911 h 731247"/>
                      <a:gd name="connsiteX63" fmla="*/ 510887 w 709177"/>
                      <a:gd name="connsiteY63" fmla="*/ 419453 h 731247"/>
                      <a:gd name="connsiteX64" fmla="*/ 570283 w 709177"/>
                      <a:gd name="connsiteY64" fmla="*/ 343204 h 731247"/>
                      <a:gd name="connsiteX65" fmla="*/ 671329 w 709177"/>
                      <a:gd name="connsiteY65" fmla="*/ 355378 h 731247"/>
                      <a:gd name="connsiteX66" fmla="*/ 692027 w 709177"/>
                      <a:gd name="connsiteY66" fmla="*/ 356719 h 731247"/>
                      <a:gd name="connsiteX67" fmla="*/ 703441 w 709177"/>
                      <a:gd name="connsiteY67" fmla="*/ 338093 h 731247"/>
                      <a:gd name="connsiteX68" fmla="*/ 703441 w 709177"/>
                      <a:gd name="connsiteY68" fmla="*/ 164552 h 731247"/>
                      <a:gd name="connsiteX69" fmla="*/ 541837 w 709177"/>
                      <a:gd name="connsiteY69" fmla="*/ 164552 h 731247"/>
                      <a:gd name="connsiteX70" fmla="*/ 520513 w 709177"/>
                      <a:gd name="connsiteY70" fmla="*/ 152482 h 731247"/>
                      <a:gd name="connsiteX71" fmla="*/ 519932 w 709177"/>
                      <a:gd name="connsiteY71" fmla="*/ 127970 h 731247"/>
                      <a:gd name="connsiteX72" fmla="*/ 536130 w 709177"/>
                      <a:gd name="connsiteY72" fmla="*/ 43912 h 731247"/>
                      <a:gd name="connsiteX73" fmla="*/ 492588 w 709177"/>
                      <a:gd name="connsiteY73" fmla="*/ 9698 h 731247"/>
                      <a:gd name="connsiteX74" fmla="*/ 387773 w 709177"/>
                      <a:gd name="connsiteY74" fmla="*/ 28370 h 731247"/>
                      <a:gd name="connsiteX75" fmla="*/ 396862 w 709177"/>
                      <a:gd name="connsiteY75" fmla="*/ 129400 h 731247"/>
                      <a:gd name="connsiteX76" fmla="*/ 395223 w 709177"/>
                      <a:gd name="connsiteY76" fmla="*/ 153183 h 731247"/>
                      <a:gd name="connsiteX77" fmla="*/ 374272 w 709177"/>
                      <a:gd name="connsiteY77" fmla="*/ 164627 h 731247"/>
                      <a:gd name="connsiteX78" fmla="*/ 184445 w 709177"/>
                      <a:gd name="connsiteY78" fmla="*/ 164627 h 731247"/>
                      <a:gd name="connsiteX79" fmla="*/ 184445 w 709177"/>
                      <a:gd name="connsiteY79" fmla="*/ 352234 h 731247"/>
                      <a:gd name="connsiteX80" fmla="*/ 171391 w 709177"/>
                      <a:gd name="connsiteY80" fmla="*/ 373587 h 731247"/>
                      <a:gd name="connsiteX81" fmla="*/ 146417 w 709177"/>
                      <a:gd name="connsiteY81" fmla="*/ 371635 h 731247"/>
                      <a:gd name="connsiteX82" fmla="*/ 89107 w 709177"/>
                      <a:gd name="connsiteY82" fmla="*/ 344470 h 731247"/>
                      <a:gd name="connsiteX83" fmla="*/ 37757 w 709177"/>
                      <a:gd name="connsiteY83" fmla="*/ 364200 h 731247"/>
                      <a:gd name="connsiteX84" fmla="*/ 5823 w 709177"/>
                      <a:gd name="connsiteY84" fmla="*/ 439168 h 731247"/>
                      <a:gd name="connsiteX85" fmla="*/ 41095 w 709177"/>
                      <a:gd name="connsiteY85" fmla="*/ 532480 h 731247"/>
                      <a:gd name="connsiteX86" fmla="*/ 83623 w 709177"/>
                      <a:gd name="connsiteY86" fmla="*/ 545324 h 731247"/>
                      <a:gd name="connsiteX87" fmla="*/ 146834 w 709177"/>
                      <a:gd name="connsiteY87" fmla="*/ 520842 h 731247"/>
                      <a:gd name="connsiteX88" fmla="*/ 146834 w 709177"/>
                      <a:gd name="connsiteY88" fmla="*/ 520842 h 731247"/>
                      <a:gd name="connsiteX89" fmla="*/ 171853 w 709177"/>
                      <a:gd name="connsiteY89" fmla="*/ 519516 h 731247"/>
                      <a:gd name="connsiteX90" fmla="*/ 184445 w 709177"/>
                      <a:gd name="connsiteY90" fmla="*/ 540571 h 731247"/>
                      <a:gd name="connsiteX91" fmla="*/ 184445 w 709177"/>
                      <a:gd name="connsiteY91" fmla="*/ 725555 h 731247"/>
                      <a:gd name="connsiteX92" fmla="*/ 361695 w 709177"/>
                      <a:gd name="connsiteY92" fmla="*/ 725555 h 731247"/>
                      <a:gd name="connsiteX93" fmla="*/ 384077 w 709177"/>
                      <a:gd name="connsiteY93" fmla="*/ 713366 h 731247"/>
                      <a:gd name="connsiteX94" fmla="*/ 385925 w 709177"/>
                      <a:gd name="connsiteY94" fmla="*/ 687676 h 731247"/>
                      <a:gd name="connsiteX95" fmla="*/ 364109 w 709177"/>
                      <a:gd name="connsiteY95" fmla="*/ 576319 h 731247"/>
                      <a:gd name="connsiteX96" fmla="*/ 385403 w 709177"/>
                      <a:gd name="connsiteY96" fmla="*/ 562148 h 731247"/>
                      <a:gd name="connsiteX97" fmla="*/ 422493 w 709177"/>
                      <a:gd name="connsiteY97" fmla="*/ 559615 h 7312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</a:cxnLst>
                    <a:rect l="l" t="t" r="r" b="b"/>
                    <a:pathLst>
                      <a:path w="709177" h="731247">
                        <a:moveTo>
                          <a:pt x="706287" y="731248"/>
                        </a:moveTo>
                        <a:lnTo>
                          <a:pt x="516862" y="731248"/>
                        </a:lnTo>
                        <a:cubicBezTo>
                          <a:pt x="505612" y="731248"/>
                          <a:pt x="495300" y="725555"/>
                          <a:pt x="489295" y="716004"/>
                        </a:cubicBezTo>
                        <a:cubicBezTo>
                          <a:pt x="483364" y="706571"/>
                          <a:pt x="482694" y="694993"/>
                          <a:pt x="487507" y="685009"/>
                        </a:cubicBezTo>
                        <a:cubicBezTo>
                          <a:pt x="492320" y="675010"/>
                          <a:pt x="503168" y="664162"/>
                          <a:pt x="513658" y="653672"/>
                        </a:cubicBezTo>
                        <a:cubicBezTo>
                          <a:pt x="528098" y="639232"/>
                          <a:pt x="543014" y="624301"/>
                          <a:pt x="541569" y="612708"/>
                        </a:cubicBezTo>
                        <a:cubicBezTo>
                          <a:pt x="540496" y="604110"/>
                          <a:pt x="535474" y="596376"/>
                          <a:pt x="526623" y="589715"/>
                        </a:cubicBezTo>
                        <a:cubicBezTo>
                          <a:pt x="506476" y="574516"/>
                          <a:pt x="446498" y="558438"/>
                          <a:pt x="386282" y="567796"/>
                        </a:cubicBezTo>
                        <a:cubicBezTo>
                          <a:pt x="378146" y="569062"/>
                          <a:pt x="372544" y="572728"/>
                          <a:pt x="369131" y="579031"/>
                        </a:cubicBezTo>
                        <a:cubicBezTo>
                          <a:pt x="359818" y="596272"/>
                          <a:pt x="367417" y="633018"/>
                          <a:pt x="391125" y="685307"/>
                        </a:cubicBezTo>
                        <a:cubicBezTo>
                          <a:pt x="395730" y="695470"/>
                          <a:pt x="394895" y="707108"/>
                          <a:pt x="388875" y="716451"/>
                        </a:cubicBezTo>
                        <a:cubicBezTo>
                          <a:pt x="382900" y="725719"/>
                          <a:pt x="372737" y="731248"/>
                          <a:pt x="361695" y="731248"/>
                        </a:cubicBezTo>
                        <a:lnTo>
                          <a:pt x="181599" y="731248"/>
                        </a:lnTo>
                        <a:cubicBezTo>
                          <a:pt x="180019" y="731248"/>
                          <a:pt x="178738" y="729966"/>
                          <a:pt x="178738" y="728387"/>
                        </a:cubicBezTo>
                        <a:lnTo>
                          <a:pt x="178738" y="540541"/>
                        </a:lnTo>
                        <a:cubicBezTo>
                          <a:pt x="178738" y="533716"/>
                          <a:pt x="175161" y="527726"/>
                          <a:pt x="169171" y="524537"/>
                        </a:cubicBezTo>
                        <a:cubicBezTo>
                          <a:pt x="163032" y="521259"/>
                          <a:pt x="155864" y="521646"/>
                          <a:pt x="150023" y="525565"/>
                        </a:cubicBezTo>
                        <a:cubicBezTo>
                          <a:pt x="128133" y="540258"/>
                          <a:pt x="105990" y="548811"/>
                          <a:pt x="84189" y="550987"/>
                        </a:cubicBezTo>
                        <a:cubicBezTo>
                          <a:pt x="66188" y="552790"/>
                          <a:pt x="50438" y="548007"/>
                          <a:pt x="37369" y="536786"/>
                        </a:cubicBezTo>
                        <a:cubicBezTo>
                          <a:pt x="27251" y="528099"/>
                          <a:pt x="3365" y="501232"/>
                          <a:pt x="116" y="439451"/>
                        </a:cubicBezTo>
                        <a:cubicBezTo>
                          <a:pt x="-1374" y="411034"/>
                          <a:pt x="11560" y="380591"/>
                          <a:pt x="33882" y="359983"/>
                        </a:cubicBezTo>
                        <a:cubicBezTo>
                          <a:pt x="51123" y="344068"/>
                          <a:pt x="71538" y="336349"/>
                          <a:pt x="89866" y="338778"/>
                        </a:cubicBezTo>
                        <a:cubicBezTo>
                          <a:pt x="106884" y="341043"/>
                          <a:pt x="127030" y="350535"/>
                          <a:pt x="149770" y="366986"/>
                        </a:cubicBezTo>
                        <a:cubicBezTo>
                          <a:pt x="155447" y="371099"/>
                          <a:pt x="162570" y="371650"/>
                          <a:pt x="168798" y="368476"/>
                        </a:cubicBezTo>
                        <a:cubicBezTo>
                          <a:pt x="175027" y="365302"/>
                          <a:pt x="178738" y="359223"/>
                          <a:pt x="178738" y="352219"/>
                        </a:cubicBezTo>
                        <a:lnTo>
                          <a:pt x="178738" y="161751"/>
                        </a:lnTo>
                        <a:cubicBezTo>
                          <a:pt x="178738" y="160171"/>
                          <a:pt x="180019" y="158890"/>
                          <a:pt x="181599" y="158890"/>
                        </a:cubicBezTo>
                        <a:lnTo>
                          <a:pt x="374287" y="158890"/>
                        </a:lnTo>
                        <a:cubicBezTo>
                          <a:pt x="380858" y="158890"/>
                          <a:pt x="386893" y="155597"/>
                          <a:pt x="390425" y="150083"/>
                        </a:cubicBezTo>
                        <a:cubicBezTo>
                          <a:pt x="393957" y="144570"/>
                          <a:pt x="394433" y="137730"/>
                          <a:pt x="391692" y="131770"/>
                        </a:cubicBezTo>
                        <a:cubicBezTo>
                          <a:pt x="374719" y="94889"/>
                          <a:pt x="359609" y="46266"/>
                          <a:pt x="383943" y="24123"/>
                        </a:cubicBezTo>
                        <a:cubicBezTo>
                          <a:pt x="407278" y="2889"/>
                          <a:pt x="455633" y="-5888"/>
                          <a:pt x="494048" y="4140"/>
                        </a:cubicBezTo>
                        <a:cubicBezTo>
                          <a:pt x="518680" y="10578"/>
                          <a:pt x="535563" y="24048"/>
                          <a:pt x="541569" y="42064"/>
                        </a:cubicBezTo>
                        <a:cubicBezTo>
                          <a:pt x="551344" y="71390"/>
                          <a:pt x="537948" y="106423"/>
                          <a:pt x="524983" y="130622"/>
                        </a:cubicBezTo>
                        <a:cubicBezTo>
                          <a:pt x="521765" y="136627"/>
                          <a:pt x="521944" y="143676"/>
                          <a:pt x="525431" y="149502"/>
                        </a:cubicBezTo>
                        <a:cubicBezTo>
                          <a:pt x="528917" y="155329"/>
                          <a:pt x="535057" y="158801"/>
                          <a:pt x="541852" y="158801"/>
                        </a:cubicBezTo>
                        <a:lnTo>
                          <a:pt x="706317" y="158801"/>
                        </a:lnTo>
                        <a:cubicBezTo>
                          <a:pt x="707897" y="158801"/>
                          <a:pt x="709178" y="160082"/>
                          <a:pt x="709178" y="161662"/>
                        </a:cubicBezTo>
                        <a:lnTo>
                          <a:pt x="709178" y="338048"/>
                        </a:lnTo>
                        <a:cubicBezTo>
                          <a:pt x="709178" y="348047"/>
                          <a:pt x="703620" y="357122"/>
                          <a:pt x="694664" y="361756"/>
                        </a:cubicBezTo>
                        <a:cubicBezTo>
                          <a:pt x="685902" y="366271"/>
                          <a:pt x="675948" y="365630"/>
                          <a:pt x="668036" y="359997"/>
                        </a:cubicBezTo>
                        <a:cubicBezTo>
                          <a:pt x="637890" y="338599"/>
                          <a:pt x="604005" y="334472"/>
                          <a:pt x="572608" y="348389"/>
                        </a:cubicBezTo>
                        <a:cubicBezTo>
                          <a:pt x="542180" y="361875"/>
                          <a:pt x="520170" y="390023"/>
                          <a:pt x="516564" y="420094"/>
                        </a:cubicBezTo>
                        <a:cubicBezTo>
                          <a:pt x="512004" y="458152"/>
                          <a:pt x="523702" y="496374"/>
                          <a:pt x="547127" y="519843"/>
                        </a:cubicBezTo>
                        <a:cubicBezTo>
                          <a:pt x="561954" y="534715"/>
                          <a:pt x="579701" y="541778"/>
                          <a:pt x="597135" y="539722"/>
                        </a:cubicBezTo>
                        <a:cubicBezTo>
                          <a:pt x="621454" y="536861"/>
                          <a:pt x="649752" y="522466"/>
                          <a:pt x="669213" y="510903"/>
                        </a:cubicBezTo>
                        <a:cubicBezTo>
                          <a:pt x="677528" y="505970"/>
                          <a:pt x="687482" y="505866"/>
                          <a:pt x="695871" y="510634"/>
                        </a:cubicBezTo>
                        <a:cubicBezTo>
                          <a:pt x="704201" y="515373"/>
                          <a:pt x="709178" y="523941"/>
                          <a:pt x="709178" y="533552"/>
                        </a:cubicBezTo>
                        <a:lnTo>
                          <a:pt x="709178" y="728387"/>
                        </a:lnTo>
                        <a:cubicBezTo>
                          <a:pt x="709178" y="729966"/>
                          <a:pt x="707897" y="731248"/>
                          <a:pt x="706317" y="731248"/>
                        </a:cubicBezTo>
                        <a:close/>
                        <a:moveTo>
                          <a:pt x="422493" y="559600"/>
                        </a:moveTo>
                        <a:cubicBezTo>
                          <a:pt x="459969" y="559600"/>
                          <a:pt x="505195" y="566380"/>
                          <a:pt x="530080" y="585141"/>
                        </a:cubicBezTo>
                        <a:cubicBezTo>
                          <a:pt x="540198" y="592770"/>
                          <a:pt x="545979" y="601815"/>
                          <a:pt x="547246" y="611993"/>
                        </a:cubicBezTo>
                        <a:cubicBezTo>
                          <a:pt x="549049" y="626372"/>
                          <a:pt x="533105" y="642302"/>
                          <a:pt x="517712" y="657710"/>
                        </a:cubicBezTo>
                        <a:cubicBezTo>
                          <a:pt x="507564" y="667858"/>
                          <a:pt x="497058" y="678363"/>
                          <a:pt x="492678" y="687498"/>
                        </a:cubicBezTo>
                        <a:cubicBezTo>
                          <a:pt x="488729" y="695693"/>
                          <a:pt x="489280" y="705230"/>
                          <a:pt x="494153" y="712979"/>
                        </a:cubicBezTo>
                        <a:cubicBezTo>
                          <a:pt x="499100" y="720847"/>
                          <a:pt x="507594" y="725540"/>
                          <a:pt x="516877" y="725540"/>
                        </a:cubicBezTo>
                        <a:lnTo>
                          <a:pt x="703441" y="725540"/>
                        </a:lnTo>
                        <a:lnTo>
                          <a:pt x="703441" y="533567"/>
                        </a:lnTo>
                        <a:cubicBezTo>
                          <a:pt x="703441" y="526042"/>
                          <a:pt x="699552" y="519337"/>
                          <a:pt x="693025" y="515626"/>
                        </a:cubicBezTo>
                        <a:cubicBezTo>
                          <a:pt x="686454" y="511886"/>
                          <a:pt x="678645" y="511975"/>
                          <a:pt x="672119" y="515850"/>
                        </a:cubicBezTo>
                        <a:cubicBezTo>
                          <a:pt x="652181" y="527696"/>
                          <a:pt x="623093" y="542449"/>
                          <a:pt x="597791" y="545429"/>
                        </a:cubicBezTo>
                        <a:cubicBezTo>
                          <a:pt x="578613" y="547694"/>
                          <a:pt x="559167" y="540049"/>
                          <a:pt x="543074" y="523911"/>
                        </a:cubicBezTo>
                        <a:cubicBezTo>
                          <a:pt x="518457" y="499235"/>
                          <a:pt x="506118" y="459210"/>
                          <a:pt x="510887" y="419453"/>
                        </a:cubicBezTo>
                        <a:cubicBezTo>
                          <a:pt x="514731" y="387416"/>
                          <a:pt x="538052" y="357494"/>
                          <a:pt x="570283" y="343204"/>
                        </a:cubicBezTo>
                        <a:cubicBezTo>
                          <a:pt x="603588" y="328451"/>
                          <a:pt x="639470" y="332773"/>
                          <a:pt x="671329" y="355378"/>
                        </a:cubicBezTo>
                        <a:cubicBezTo>
                          <a:pt x="677468" y="359744"/>
                          <a:pt x="685202" y="360236"/>
                          <a:pt x="692027" y="356719"/>
                        </a:cubicBezTo>
                        <a:cubicBezTo>
                          <a:pt x="699075" y="353083"/>
                          <a:pt x="703441" y="345946"/>
                          <a:pt x="703441" y="338093"/>
                        </a:cubicBezTo>
                        <a:lnTo>
                          <a:pt x="703441" y="164552"/>
                        </a:lnTo>
                        <a:lnTo>
                          <a:pt x="541837" y="164552"/>
                        </a:lnTo>
                        <a:cubicBezTo>
                          <a:pt x="533015" y="164552"/>
                          <a:pt x="525028" y="160037"/>
                          <a:pt x="520513" y="152482"/>
                        </a:cubicBezTo>
                        <a:cubicBezTo>
                          <a:pt x="515983" y="144913"/>
                          <a:pt x="515760" y="135748"/>
                          <a:pt x="519932" y="127970"/>
                        </a:cubicBezTo>
                        <a:cubicBezTo>
                          <a:pt x="532360" y="104754"/>
                          <a:pt x="545264" y="71315"/>
                          <a:pt x="536130" y="43912"/>
                        </a:cubicBezTo>
                        <a:cubicBezTo>
                          <a:pt x="530750" y="27774"/>
                          <a:pt x="515283" y="15629"/>
                          <a:pt x="492588" y="9698"/>
                        </a:cubicBezTo>
                        <a:cubicBezTo>
                          <a:pt x="455856" y="117"/>
                          <a:pt x="409826" y="8313"/>
                          <a:pt x="387773" y="28370"/>
                        </a:cubicBezTo>
                        <a:cubicBezTo>
                          <a:pt x="377923" y="37325"/>
                          <a:pt x="366017" y="62360"/>
                          <a:pt x="396862" y="129400"/>
                        </a:cubicBezTo>
                        <a:cubicBezTo>
                          <a:pt x="400424" y="137134"/>
                          <a:pt x="399813" y="146030"/>
                          <a:pt x="395223" y="153183"/>
                        </a:cubicBezTo>
                        <a:cubicBezTo>
                          <a:pt x="390634" y="160350"/>
                          <a:pt x="382796" y="164627"/>
                          <a:pt x="374272" y="164627"/>
                        </a:cubicBezTo>
                        <a:lnTo>
                          <a:pt x="184445" y="164627"/>
                        </a:lnTo>
                        <a:lnTo>
                          <a:pt x="184445" y="352234"/>
                        </a:lnTo>
                        <a:cubicBezTo>
                          <a:pt x="184445" y="361294"/>
                          <a:pt x="179438" y="369475"/>
                          <a:pt x="171391" y="373587"/>
                        </a:cubicBezTo>
                        <a:cubicBezTo>
                          <a:pt x="163330" y="377700"/>
                          <a:pt x="153763" y="376955"/>
                          <a:pt x="146417" y="371635"/>
                        </a:cubicBezTo>
                        <a:cubicBezTo>
                          <a:pt x="124765" y="355974"/>
                          <a:pt x="104947" y="346571"/>
                          <a:pt x="89107" y="344470"/>
                        </a:cubicBezTo>
                        <a:cubicBezTo>
                          <a:pt x="72462" y="342250"/>
                          <a:pt x="53746" y="349447"/>
                          <a:pt x="37757" y="364200"/>
                        </a:cubicBezTo>
                        <a:cubicBezTo>
                          <a:pt x="16657" y="383676"/>
                          <a:pt x="4408" y="412405"/>
                          <a:pt x="5823" y="439168"/>
                        </a:cubicBezTo>
                        <a:cubicBezTo>
                          <a:pt x="7999" y="480504"/>
                          <a:pt x="21187" y="515388"/>
                          <a:pt x="41095" y="532480"/>
                        </a:cubicBezTo>
                        <a:cubicBezTo>
                          <a:pt x="52941" y="542642"/>
                          <a:pt x="67246" y="546979"/>
                          <a:pt x="83623" y="545324"/>
                        </a:cubicBezTo>
                        <a:cubicBezTo>
                          <a:pt x="104470" y="543238"/>
                          <a:pt x="125734" y="534998"/>
                          <a:pt x="146834" y="520842"/>
                        </a:cubicBezTo>
                        <a:lnTo>
                          <a:pt x="146834" y="520842"/>
                        </a:lnTo>
                        <a:cubicBezTo>
                          <a:pt x="154359" y="515805"/>
                          <a:pt x="163941" y="515284"/>
                          <a:pt x="171853" y="519516"/>
                        </a:cubicBezTo>
                        <a:cubicBezTo>
                          <a:pt x="179736" y="523718"/>
                          <a:pt x="184445" y="531586"/>
                          <a:pt x="184445" y="540571"/>
                        </a:cubicBezTo>
                        <a:lnTo>
                          <a:pt x="184445" y="725555"/>
                        </a:lnTo>
                        <a:lnTo>
                          <a:pt x="361695" y="725555"/>
                        </a:lnTo>
                        <a:cubicBezTo>
                          <a:pt x="370800" y="725555"/>
                          <a:pt x="379160" y="720996"/>
                          <a:pt x="384077" y="713366"/>
                        </a:cubicBezTo>
                        <a:cubicBezTo>
                          <a:pt x="389039" y="705662"/>
                          <a:pt x="389740" y="696066"/>
                          <a:pt x="385925" y="687676"/>
                        </a:cubicBezTo>
                        <a:cubicBezTo>
                          <a:pt x="361099" y="632929"/>
                          <a:pt x="353768" y="595467"/>
                          <a:pt x="364109" y="576319"/>
                        </a:cubicBezTo>
                        <a:cubicBezTo>
                          <a:pt x="368356" y="568451"/>
                          <a:pt x="375524" y="563683"/>
                          <a:pt x="385403" y="562148"/>
                        </a:cubicBezTo>
                        <a:cubicBezTo>
                          <a:pt x="395730" y="560539"/>
                          <a:pt x="408575" y="559615"/>
                          <a:pt x="422493" y="559615"/>
                        </a:cubicBezTo>
                        <a:close/>
                      </a:path>
                    </a:pathLst>
                  </a:custGeom>
                  <a:solidFill>
                    <a:srgbClr val="FCFCFC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585" name="Graphique 6">
                <a:extLst>
                  <a:ext uri="{FF2B5EF4-FFF2-40B4-BE49-F238E27FC236}">
                    <a16:creationId xmlns:a16="http://schemas.microsoft.com/office/drawing/2014/main" id="{A6301F4F-CE0F-A7BF-71D2-B55DE1D714B8}"/>
                  </a:ext>
                </a:extLst>
              </p:cNvPr>
              <p:cNvGrpSpPr/>
              <p:nvPr/>
            </p:nvGrpSpPr>
            <p:grpSpPr>
              <a:xfrm>
                <a:off x="786446" y="0"/>
                <a:ext cx="390349" cy="351771"/>
                <a:chOff x="786446" y="0"/>
                <a:chExt cx="390349" cy="351771"/>
              </a:xfrm>
            </p:grpSpPr>
            <p:grpSp>
              <p:nvGrpSpPr>
                <p:cNvPr id="2643" name="Graphique 6">
                  <a:extLst>
                    <a:ext uri="{FF2B5EF4-FFF2-40B4-BE49-F238E27FC236}">
                      <a16:creationId xmlns:a16="http://schemas.microsoft.com/office/drawing/2014/main" id="{7FED4368-C350-6055-1BAA-BB3DE52568AA}"/>
                    </a:ext>
                  </a:extLst>
                </p:cNvPr>
                <p:cNvGrpSpPr/>
                <p:nvPr/>
              </p:nvGrpSpPr>
              <p:grpSpPr>
                <a:xfrm>
                  <a:off x="891576" y="0"/>
                  <a:ext cx="285219" cy="285258"/>
                  <a:chOff x="891576" y="0"/>
                  <a:chExt cx="285219" cy="285258"/>
                </a:xfrm>
              </p:grpSpPr>
              <p:grpSp>
                <p:nvGrpSpPr>
                  <p:cNvPr id="2655" name="Graphique 6">
                    <a:extLst>
                      <a:ext uri="{FF2B5EF4-FFF2-40B4-BE49-F238E27FC236}">
                        <a16:creationId xmlns:a16="http://schemas.microsoft.com/office/drawing/2014/main" id="{914ECE9C-CC3E-56A6-B31B-6B5E146A7D02}"/>
                      </a:ext>
                    </a:extLst>
                  </p:cNvPr>
                  <p:cNvGrpSpPr/>
                  <p:nvPr/>
                </p:nvGrpSpPr>
                <p:grpSpPr>
                  <a:xfrm>
                    <a:off x="891576" y="0"/>
                    <a:ext cx="203121" cy="186028"/>
                    <a:chOff x="891576" y="0"/>
                    <a:chExt cx="203121" cy="186028"/>
                  </a:xfrm>
                  <a:solidFill>
                    <a:srgbClr val="B1ABE5"/>
                  </a:solidFill>
                </p:grpSpPr>
                <p:sp>
                  <p:nvSpPr>
                    <p:cNvPr id="2664" name="Forme libre : forme 2663">
                      <a:extLst>
                        <a:ext uri="{FF2B5EF4-FFF2-40B4-BE49-F238E27FC236}">
                          <a16:creationId xmlns:a16="http://schemas.microsoft.com/office/drawing/2014/main" id="{39F2C195-E7CD-4284-9DC3-E66136CC4D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576" y="0"/>
                      <a:ext cx="179422" cy="186028"/>
                    </a:xfrm>
                    <a:custGeom>
                      <a:avLst/>
                      <a:gdLst>
                        <a:gd name="connsiteX0" fmla="*/ 10022 w 179422"/>
                        <a:gd name="connsiteY0" fmla="*/ 185969 h 186028"/>
                        <a:gd name="connsiteX1" fmla="*/ 5954 w 179422"/>
                        <a:gd name="connsiteY1" fmla="*/ 183481 h 186028"/>
                        <a:gd name="connsiteX2" fmla="*/ 2989 w 179422"/>
                        <a:gd name="connsiteY2" fmla="*/ 171679 h 186028"/>
                        <a:gd name="connsiteX3" fmla="*/ 5760 w 179422"/>
                        <a:gd name="connsiteY3" fmla="*/ 167462 h 186028"/>
                        <a:gd name="connsiteX4" fmla="*/ 5835 w 179422"/>
                        <a:gd name="connsiteY4" fmla="*/ 167462 h 186028"/>
                        <a:gd name="connsiteX5" fmla="*/ 9992 w 179422"/>
                        <a:gd name="connsiteY5" fmla="*/ 170248 h 186028"/>
                        <a:gd name="connsiteX6" fmla="*/ 12809 w 179422"/>
                        <a:gd name="connsiteY6" fmla="*/ 181469 h 186028"/>
                        <a:gd name="connsiteX7" fmla="*/ 10410 w 179422"/>
                        <a:gd name="connsiteY7" fmla="*/ 185909 h 186028"/>
                        <a:gd name="connsiteX8" fmla="*/ 10037 w 179422"/>
                        <a:gd name="connsiteY8" fmla="*/ 185999 h 186028"/>
                        <a:gd name="connsiteX9" fmla="*/ 4539 w 179422"/>
                        <a:gd name="connsiteY9" fmla="*/ 155347 h 186028"/>
                        <a:gd name="connsiteX10" fmla="*/ 4121 w 179422"/>
                        <a:gd name="connsiteY10" fmla="*/ 155407 h 186028"/>
                        <a:gd name="connsiteX11" fmla="*/ 321 w 179422"/>
                        <a:gd name="connsiteY11" fmla="*/ 152084 h 186028"/>
                        <a:gd name="connsiteX12" fmla="*/ 23 w 179422"/>
                        <a:gd name="connsiteY12" fmla="*/ 139924 h 186028"/>
                        <a:gd name="connsiteX13" fmla="*/ 3659 w 179422"/>
                        <a:gd name="connsiteY13" fmla="*/ 136422 h 186028"/>
                        <a:gd name="connsiteX14" fmla="*/ 7161 w 179422"/>
                        <a:gd name="connsiteY14" fmla="*/ 140058 h 186028"/>
                        <a:gd name="connsiteX15" fmla="*/ 7444 w 179422"/>
                        <a:gd name="connsiteY15" fmla="*/ 151622 h 186028"/>
                        <a:gd name="connsiteX16" fmla="*/ 4539 w 179422"/>
                        <a:gd name="connsiteY16" fmla="*/ 155377 h 186028"/>
                        <a:gd name="connsiteX17" fmla="*/ 5924 w 179422"/>
                        <a:gd name="connsiteY17" fmla="*/ 124278 h 186028"/>
                        <a:gd name="connsiteX18" fmla="*/ 4702 w 179422"/>
                        <a:gd name="connsiteY18" fmla="*/ 124293 h 186028"/>
                        <a:gd name="connsiteX19" fmla="*/ 1737 w 179422"/>
                        <a:gd name="connsiteY19" fmla="*/ 120210 h 186028"/>
                        <a:gd name="connsiteX20" fmla="*/ 4166 w 179422"/>
                        <a:gd name="connsiteY20" fmla="*/ 108274 h 186028"/>
                        <a:gd name="connsiteX21" fmla="*/ 8487 w 179422"/>
                        <a:gd name="connsiteY21" fmla="*/ 105666 h 186028"/>
                        <a:gd name="connsiteX22" fmla="*/ 11095 w 179422"/>
                        <a:gd name="connsiteY22" fmla="*/ 109988 h 186028"/>
                        <a:gd name="connsiteX23" fmla="*/ 8800 w 179422"/>
                        <a:gd name="connsiteY23" fmla="*/ 121312 h 186028"/>
                        <a:gd name="connsiteX24" fmla="*/ 5924 w 179422"/>
                        <a:gd name="connsiteY24" fmla="*/ 124263 h 186028"/>
                        <a:gd name="connsiteX25" fmla="*/ 14224 w 179422"/>
                        <a:gd name="connsiteY25" fmla="*/ 94296 h 186028"/>
                        <a:gd name="connsiteX26" fmla="*/ 12242 w 179422"/>
                        <a:gd name="connsiteY26" fmla="*/ 94103 h 186028"/>
                        <a:gd name="connsiteX27" fmla="*/ 10261 w 179422"/>
                        <a:gd name="connsiteY27" fmla="*/ 89454 h 186028"/>
                        <a:gd name="connsiteX28" fmla="*/ 15282 w 179422"/>
                        <a:gd name="connsiteY28" fmla="*/ 78367 h 186028"/>
                        <a:gd name="connsiteX29" fmla="*/ 20081 w 179422"/>
                        <a:gd name="connsiteY29" fmla="*/ 76787 h 186028"/>
                        <a:gd name="connsiteX30" fmla="*/ 21660 w 179422"/>
                        <a:gd name="connsiteY30" fmla="*/ 81586 h 186028"/>
                        <a:gd name="connsiteX31" fmla="*/ 16877 w 179422"/>
                        <a:gd name="connsiteY31" fmla="*/ 92121 h 186028"/>
                        <a:gd name="connsiteX32" fmla="*/ 14224 w 179422"/>
                        <a:gd name="connsiteY32" fmla="*/ 94296 h 186028"/>
                        <a:gd name="connsiteX33" fmla="*/ 29006 w 179422"/>
                        <a:gd name="connsiteY33" fmla="*/ 66923 h 186028"/>
                        <a:gd name="connsiteX34" fmla="*/ 26309 w 179422"/>
                        <a:gd name="connsiteY34" fmla="*/ 66342 h 186028"/>
                        <a:gd name="connsiteX35" fmla="*/ 25415 w 179422"/>
                        <a:gd name="connsiteY35" fmla="*/ 61380 h 186028"/>
                        <a:gd name="connsiteX36" fmla="*/ 32776 w 179422"/>
                        <a:gd name="connsiteY36" fmla="*/ 51679 h 186028"/>
                        <a:gd name="connsiteX37" fmla="*/ 37798 w 179422"/>
                        <a:gd name="connsiteY37" fmla="*/ 51202 h 186028"/>
                        <a:gd name="connsiteX38" fmla="*/ 38275 w 179422"/>
                        <a:gd name="connsiteY38" fmla="*/ 56224 h 186028"/>
                        <a:gd name="connsiteX39" fmla="*/ 31286 w 179422"/>
                        <a:gd name="connsiteY39" fmla="*/ 65433 h 186028"/>
                        <a:gd name="connsiteX40" fmla="*/ 29006 w 179422"/>
                        <a:gd name="connsiteY40" fmla="*/ 66908 h 186028"/>
                        <a:gd name="connsiteX41" fmla="*/ 49466 w 179422"/>
                        <a:gd name="connsiteY41" fmla="*/ 43498 h 186028"/>
                        <a:gd name="connsiteX42" fmla="*/ 46173 w 179422"/>
                        <a:gd name="connsiteY42" fmla="*/ 42395 h 186028"/>
                        <a:gd name="connsiteX43" fmla="*/ 46396 w 179422"/>
                        <a:gd name="connsiteY43" fmla="*/ 37344 h 186028"/>
                        <a:gd name="connsiteX44" fmla="*/ 55709 w 179422"/>
                        <a:gd name="connsiteY44" fmla="*/ 29521 h 186028"/>
                        <a:gd name="connsiteX45" fmla="*/ 60716 w 179422"/>
                        <a:gd name="connsiteY45" fmla="*/ 30176 h 186028"/>
                        <a:gd name="connsiteX46" fmla="*/ 60061 w 179422"/>
                        <a:gd name="connsiteY46" fmla="*/ 35183 h 186028"/>
                        <a:gd name="connsiteX47" fmla="*/ 51209 w 179422"/>
                        <a:gd name="connsiteY47" fmla="*/ 42619 h 186028"/>
                        <a:gd name="connsiteX48" fmla="*/ 49451 w 179422"/>
                        <a:gd name="connsiteY48" fmla="*/ 43498 h 186028"/>
                        <a:gd name="connsiteX49" fmla="*/ 176514 w 179422"/>
                        <a:gd name="connsiteY49" fmla="*/ 11103 h 186028"/>
                        <a:gd name="connsiteX50" fmla="*/ 175009 w 179422"/>
                        <a:gd name="connsiteY50" fmla="*/ 11058 h 186028"/>
                        <a:gd name="connsiteX51" fmla="*/ 163669 w 179422"/>
                        <a:gd name="connsiteY51" fmla="*/ 8778 h 186028"/>
                        <a:gd name="connsiteX52" fmla="*/ 160689 w 179422"/>
                        <a:gd name="connsiteY52" fmla="*/ 4695 h 186028"/>
                        <a:gd name="connsiteX53" fmla="*/ 164772 w 179422"/>
                        <a:gd name="connsiteY53" fmla="*/ 1715 h 186028"/>
                        <a:gd name="connsiteX54" fmla="*/ 176708 w 179422"/>
                        <a:gd name="connsiteY54" fmla="*/ 4114 h 186028"/>
                        <a:gd name="connsiteX55" fmla="*/ 179315 w 179422"/>
                        <a:gd name="connsiteY55" fmla="*/ 8435 h 186028"/>
                        <a:gd name="connsiteX56" fmla="*/ 176499 w 179422"/>
                        <a:gd name="connsiteY56" fmla="*/ 11088 h 186028"/>
                        <a:gd name="connsiteX57" fmla="*/ 74604 w 179422"/>
                        <a:gd name="connsiteY57" fmla="*/ 25214 h 186028"/>
                        <a:gd name="connsiteX58" fmla="*/ 70849 w 179422"/>
                        <a:gd name="connsiteY58" fmla="*/ 23471 h 186028"/>
                        <a:gd name="connsiteX59" fmla="*/ 72190 w 179422"/>
                        <a:gd name="connsiteY59" fmla="*/ 18598 h 186028"/>
                        <a:gd name="connsiteX60" fmla="*/ 83023 w 179422"/>
                        <a:gd name="connsiteY60" fmla="*/ 13040 h 186028"/>
                        <a:gd name="connsiteX61" fmla="*/ 87762 w 179422"/>
                        <a:gd name="connsiteY61" fmla="*/ 14798 h 186028"/>
                        <a:gd name="connsiteX62" fmla="*/ 86004 w 179422"/>
                        <a:gd name="connsiteY62" fmla="*/ 19537 h 186028"/>
                        <a:gd name="connsiteX63" fmla="*/ 75722 w 179422"/>
                        <a:gd name="connsiteY63" fmla="*/ 24812 h 186028"/>
                        <a:gd name="connsiteX64" fmla="*/ 74619 w 179422"/>
                        <a:gd name="connsiteY64" fmla="*/ 25214 h 186028"/>
                        <a:gd name="connsiteX65" fmla="*/ 145668 w 179422"/>
                        <a:gd name="connsiteY65" fmla="*/ 7109 h 186028"/>
                        <a:gd name="connsiteX66" fmla="*/ 144953 w 179422"/>
                        <a:gd name="connsiteY66" fmla="*/ 7169 h 186028"/>
                        <a:gd name="connsiteX67" fmla="*/ 133390 w 179422"/>
                        <a:gd name="connsiteY67" fmla="*/ 7482 h 186028"/>
                        <a:gd name="connsiteX68" fmla="*/ 129575 w 179422"/>
                        <a:gd name="connsiteY68" fmla="*/ 4159 h 186028"/>
                        <a:gd name="connsiteX69" fmla="*/ 132898 w 179422"/>
                        <a:gd name="connsiteY69" fmla="*/ 344 h 186028"/>
                        <a:gd name="connsiteX70" fmla="*/ 145072 w 179422"/>
                        <a:gd name="connsiteY70" fmla="*/ 16 h 186028"/>
                        <a:gd name="connsiteX71" fmla="*/ 148589 w 179422"/>
                        <a:gd name="connsiteY71" fmla="*/ 3637 h 186028"/>
                        <a:gd name="connsiteX72" fmla="*/ 145683 w 179422"/>
                        <a:gd name="connsiteY72" fmla="*/ 7094 h 186028"/>
                        <a:gd name="connsiteX73" fmla="*/ 103185 w 179422"/>
                        <a:gd name="connsiteY73" fmla="*/ 12980 h 186028"/>
                        <a:gd name="connsiteX74" fmla="*/ 99117 w 179422"/>
                        <a:gd name="connsiteY74" fmla="*/ 10492 h 186028"/>
                        <a:gd name="connsiteX75" fmla="*/ 101516 w 179422"/>
                        <a:gd name="connsiteY75" fmla="*/ 6051 h 186028"/>
                        <a:gd name="connsiteX76" fmla="*/ 113318 w 179422"/>
                        <a:gd name="connsiteY76" fmla="*/ 3056 h 186028"/>
                        <a:gd name="connsiteX77" fmla="*/ 113392 w 179422"/>
                        <a:gd name="connsiteY77" fmla="*/ 3041 h 186028"/>
                        <a:gd name="connsiteX78" fmla="*/ 117535 w 179422"/>
                        <a:gd name="connsiteY78" fmla="*/ 5828 h 186028"/>
                        <a:gd name="connsiteX79" fmla="*/ 114763 w 179422"/>
                        <a:gd name="connsiteY79" fmla="*/ 10060 h 186028"/>
                        <a:gd name="connsiteX80" fmla="*/ 103557 w 179422"/>
                        <a:gd name="connsiteY80" fmla="*/ 12906 h 186028"/>
                        <a:gd name="connsiteX81" fmla="*/ 103185 w 179422"/>
                        <a:gd name="connsiteY81" fmla="*/ 12995 h 1860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</a:cxnLst>
                      <a:rect l="l" t="t" r="r" b="b"/>
                      <a:pathLst>
                        <a:path w="179422" h="186028">
                          <a:moveTo>
                            <a:pt x="10022" y="185969"/>
                          </a:moveTo>
                          <a:cubicBezTo>
                            <a:pt x="8249" y="186297"/>
                            <a:pt x="6476" y="185239"/>
                            <a:pt x="5954" y="183481"/>
                          </a:cubicBezTo>
                          <a:cubicBezTo>
                            <a:pt x="4807" y="179621"/>
                            <a:pt x="3808" y="175642"/>
                            <a:pt x="2989" y="171679"/>
                          </a:cubicBezTo>
                          <a:cubicBezTo>
                            <a:pt x="2586" y="169742"/>
                            <a:pt x="3838" y="167864"/>
                            <a:pt x="5760" y="167462"/>
                          </a:cubicBezTo>
                          <a:cubicBezTo>
                            <a:pt x="5790" y="167462"/>
                            <a:pt x="5805" y="167462"/>
                            <a:pt x="5835" y="167462"/>
                          </a:cubicBezTo>
                          <a:cubicBezTo>
                            <a:pt x="7742" y="167104"/>
                            <a:pt x="9590" y="168341"/>
                            <a:pt x="9992" y="170248"/>
                          </a:cubicBezTo>
                          <a:cubicBezTo>
                            <a:pt x="10767" y="174018"/>
                            <a:pt x="11721" y="177788"/>
                            <a:pt x="12809" y="181469"/>
                          </a:cubicBezTo>
                          <a:cubicBezTo>
                            <a:pt x="13375" y="183361"/>
                            <a:pt x="12302" y="185343"/>
                            <a:pt x="10410" y="185909"/>
                          </a:cubicBezTo>
                          <a:cubicBezTo>
                            <a:pt x="10290" y="185939"/>
                            <a:pt x="10171" y="185969"/>
                            <a:pt x="10037" y="185999"/>
                          </a:cubicBezTo>
                          <a:close/>
                          <a:moveTo>
                            <a:pt x="4539" y="155347"/>
                          </a:moveTo>
                          <a:cubicBezTo>
                            <a:pt x="4404" y="155377"/>
                            <a:pt x="4255" y="155392"/>
                            <a:pt x="4121" y="155407"/>
                          </a:cubicBezTo>
                          <a:cubicBezTo>
                            <a:pt x="2154" y="155541"/>
                            <a:pt x="456" y="154051"/>
                            <a:pt x="321" y="152084"/>
                          </a:cubicBezTo>
                          <a:cubicBezTo>
                            <a:pt x="53" y="148045"/>
                            <a:pt x="-51" y="143947"/>
                            <a:pt x="23" y="139924"/>
                          </a:cubicBezTo>
                          <a:cubicBezTo>
                            <a:pt x="53" y="137957"/>
                            <a:pt x="1678" y="136393"/>
                            <a:pt x="3659" y="136422"/>
                          </a:cubicBezTo>
                          <a:cubicBezTo>
                            <a:pt x="5626" y="136452"/>
                            <a:pt x="7206" y="138091"/>
                            <a:pt x="7161" y="140058"/>
                          </a:cubicBezTo>
                          <a:cubicBezTo>
                            <a:pt x="7087" y="143888"/>
                            <a:pt x="7191" y="147777"/>
                            <a:pt x="7444" y="151622"/>
                          </a:cubicBezTo>
                          <a:cubicBezTo>
                            <a:pt x="7563" y="153440"/>
                            <a:pt x="6297" y="155049"/>
                            <a:pt x="4539" y="155377"/>
                          </a:cubicBezTo>
                          <a:close/>
                          <a:moveTo>
                            <a:pt x="5924" y="124278"/>
                          </a:moveTo>
                          <a:cubicBezTo>
                            <a:pt x="5537" y="124352"/>
                            <a:pt x="5120" y="124352"/>
                            <a:pt x="4702" y="124293"/>
                          </a:cubicBezTo>
                          <a:cubicBezTo>
                            <a:pt x="2750" y="123980"/>
                            <a:pt x="1424" y="122147"/>
                            <a:pt x="1737" y="120210"/>
                          </a:cubicBezTo>
                          <a:cubicBezTo>
                            <a:pt x="2363" y="116216"/>
                            <a:pt x="3182" y="112208"/>
                            <a:pt x="4166" y="108274"/>
                          </a:cubicBezTo>
                          <a:cubicBezTo>
                            <a:pt x="4643" y="106367"/>
                            <a:pt x="6580" y="105189"/>
                            <a:pt x="8487" y="105666"/>
                          </a:cubicBezTo>
                          <a:cubicBezTo>
                            <a:pt x="10395" y="106143"/>
                            <a:pt x="11572" y="108080"/>
                            <a:pt x="11095" y="109988"/>
                          </a:cubicBezTo>
                          <a:cubicBezTo>
                            <a:pt x="10171" y="113713"/>
                            <a:pt x="9396" y="117528"/>
                            <a:pt x="8800" y="121312"/>
                          </a:cubicBezTo>
                          <a:cubicBezTo>
                            <a:pt x="8562" y="122847"/>
                            <a:pt x="7370" y="123995"/>
                            <a:pt x="5924" y="124263"/>
                          </a:cubicBezTo>
                          <a:close/>
                          <a:moveTo>
                            <a:pt x="14224" y="94296"/>
                          </a:moveTo>
                          <a:cubicBezTo>
                            <a:pt x="13584" y="94416"/>
                            <a:pt x="12898" y="94356"/>
                            <a:pt x="12242" y="94103"/>
                          </a:cubicBezTo>
                          <a:cubicBezTo>
                            <a:pt x="10410" y="93373"/>
                            <a:pt x="9530" y="91286"/>
                            <a:pt x="10261" y="89454"/>
                          </a:cubicBezTo>
                          <a:cubicBezTo>
                            <a:pt x="11766" y="85698"/>
                            <a:pt x="13464" y="81973"/>
                            <a:pt x="15282" y="78367"/>
                          </a:cubicBezTo>
                          <a:cubicBezTo>
                            <a:pt x="16176" y="76609"/>
                            <a:pt x="18322" y="75908"/>
                            <a:pt x="20081" y="76787"/>
                          </a:cubicBezTo>
                          <a:cubicBezTo>
                            <a:pt x="21839" y="77682"/>
                            <a:pt x="22539" y="79827"/>
                            <a:pt x="21660" y="81586"/>
                          </a:cubicBezTo>
                          <a:cubicBezTo>
                            <a:pt x="19932" y="85013"/>
                            <a:pt x="18322" y="88559"/>
                            <a:pt x="16877" y="92121"/>
                          </a:cubicBezTo>
                          <a:cubicBezTo>
                            <a:pt x="16400" y="93298"/>
                            <a:pt x="15372" y="94073"/>
                            <a:pt x="14224" y="94296"/>
                          </a:cubicBezTo>
                          <a:close/>
                          <a:moveTo>
                            <a:pt x="29006" y="66923"/>
                          </a:moveTo>
                          <a:cubicBezTo>
                            <a:pt x="28097" y="67087"/>
                            <a:pt x="27129" y="66923"/>
                            <a:pt x="26309" y="66342"/>
                          </a:cubicBezTo>
                          <a:cubicBezTo>
                            <a:pt x="24685" y="65224"/>
                            <a:pt x="24283" y="62989"/>
                            <a:pt x="25415" y="61380"/>
                          </a:cubicBezTo>
                          <a:cubicBezTo>
                            <a:pt x="27710" y="58071"/>
                            <a:pt x="30184" y="54808"/>
                            <a:pt x="32776" y="51679"/>
                          </a:cubicBezTo>
                          <a:cubicBezTo>
                            <a:pt x="34028" y="50159"/>
                            <a:pt x="36278" y="49950"/>
                            <a:pt x="37798" y="51202"/>
                          </a:cubicBezTo>
                          <a:cubicBezTo>
                            <a:pt x="39318" y="52454"/>
                            <a:pt x="39527" y="54704"/>
                            <a:pt x="38275" y="56224"/>
                          </a:cubicBezTo>
                          <a:cubicBezTo>
                            <a:pt x="35816" y="59189"/>
                            <a:pt x="33462" y="62289"/>
                            <a:pt x="31286" y="65433"/>
                          </a:cubicBezTo>
                          <a:cubicBezTo>
                            <a:pt x="30735" y="66237"/>
                            <a:pt x="29901" y="66744"/>
                            <a:pt x="29006" y="66908"/>
                          </a:cubicBezTo>
                          <a:close/>
                          <a:moveTo>
                            <a:pt x="49466" y="43498"/>
                          </a:moveTo>
                          <a:cubicBezTo>
                            <a:pt x="48289" y="43722"/>
                            <a:pt x="47037" y="43349"/>
                            <a:pt x="46173" y="42395"/>
                          </a:cubicBezTo>
                          <a:cubicBezTo>
                            <a:pt x="44846" y="40935"/>
                            <a:pt x="44936" y="38685"/>
                            <a:pt x="46396" y="37344"/>
                          </a:cubicBezTo>
                          <a:cubicBezTo>
                            <a:pt x="49376" y="34617"/>
                            <a:pt x="52521" y="31979"/>
                            <a:pt x="55709" y="29521"/>
                          </a:cubicBezTo>
                          <a:cubicBezTo>
                            <a:pt x="57274" y="28314"/>
                            <a:pt x="59509" y="28612"/>
                            <a:pt x="60716" y="30176"/>
                          </a:cubicBezTo>
                          <a:cubicBezTo>
                            <a:pt x="61923" y="31741"/>
                            <a:pt x="61625" y="33976"/>
                            <a:pt x="60061" y="35183"/>
                          </a:cubicBezTo>
                          <a:cubicBezTo>
                            <a:pt x="57021" y="37523"/>
                            <a:pt x="54040" y="40026"/>
                            <a:pt x="51209" y="42619"/>
                          </a:cubicBezTo>
                          <a:cubicBezTo>
                            <a:pt x="50703" y="43081"/>
                            <a:pt x="50092" y="43379"/>
                            <a:pt x="49451" y="43498"/>
                          </a:cubicBezTo>
                          <a:close/>
                          <a:moveTo>
                            <a:pt x="176514" y="11103"/>
                          </a:moveTo>
                          <a:cubicBezTo>
                            <a:pt x="176022" y="11192"/>
                            <a:pt x="175516" y="11177"/>
                            <a:pt x="175009" y="11058"/>
                          </a:cubicBezTo>
                          <a:cubicBezTo>
                            <a:pt x="171284" y="10134"/>
                            <a:pt x="167469" y="9374"/>
                            <a:pt x="163669" y="8778"/>
                          </a:cubicBezTo>
                          <a:cubicBezTo>
                            <a:pt x="161717" y="8465"/>
                            <a:pt x="160391" y="6647"/>
                            <a:pt x="160689" y="4695"/>
                          </a:cubicBezTo>
                          <a:cubicBezTo>
                            <a:pt x="160987" y="2743"/>
                            <a:pt x="162820" y="1417"/>
                            <a:pt x="164772" y="1715"/>
                          </a:cubicBezTo>
                          <a:cubicBezTo>
                            <a:pt x="168765" y="2341"/>
                            <a:pt x="172789" y="3145"/>
                            <a:pt x="176708" y="4114"/>
                          </a:cubicBezTo>
                          <a:cubicBezTo>
                            <a:pt x="178630" y="4591"/>
                            <a:pt x="179792" y="6528"/>
                            <a:pt x="179315" y="8435"/>
                          </a:cubicBezTo>
                          <a:cubicBezTo>
                            <a:pt x="178973" y="9836"/>
                            <a:pt x="177840" y="10849"/>
                            <a:pt x="176499" y="11088"/>
                          </a:cubicBezTo>
                          <a:close/>
                          <a:moveTo>
                            <a:pt x="74604" y="25214"/>
                          </a:moveTo>
                          <a:cubicBezTo>
                            <a:pt x="73144" y="25482"/>
                            <a:pt x="71624" y="24827"/>
                            <a:pt x="70849" y="23471"/>
                          </a:cubicBezTo>
                          <a:cubicBezTo>
                            <a:pt x="69881" y="21757"/>
                            <a:pt x="70477" y="19582"/>
                            <a:pt x="72190" y="18598"/>
                          </a:cubicBezTo>
                          <a:cubicBezTo>
                            <a:pt x="75707" y="16601"/>
                            <a:pt x="79343" y="14739"/>
                            <a:pt x="83023" y="13040"/>
                          </a:cubicBezTo>
                          <a:cubicBezTo>
                            <a:pt x="84812" y="12220"/>
                            <a:pt x="86943" y="12995"/>
                            <a:pt x="87762" y="14798"/>
                          </a:cubicBezTo>
                          <a:cubicBezTo>
                            <a:pt x="88582" y="16586"/>
                            <a:pt x="87807" y="18717"/>
                            <a:pt x="86004" y="19537"/>
                          </a:cubicBezTo>
                          <a:cubicBezTo>
                            <a:pt x="82517" y="21146"/>
                            <a:pt x="79060" y="22919"/>
                            <a:pt x="75722" y="24812"/>
                          </a:cubicBezTo>
                          <a:cubicBezTo>
                            <a:pt x="75364" y="25006"/>
                            <a:pt x="74992" y="25155"/>
                            <a:pt x="74619" y="25214"/>
                          </a:cubicBezTo>
                          <a:close/>
                          <a:moveTo>
                            <a:pt x="145668" y="7109"/>
                          </a:moveTo>
                          <a:cubicBezTo>
                            <a:pt x="145430" y="7154"/>
                            <a:pt x="145192" y="7169"/>
                            <a:pt x="144953" y="7169"/>
                          </a:cubicBezTo>
                          <a:cubicBezTo>
                            <a:pt x="141109" y="7109"/>
                            <a:pt x="137219" y="7213"/>
                            <a:pt x="133390" y="7482"/>
                          </a:cubicBezTo>
                          <a:cubicBezTo>
                            <a:pt x="131423" y="7616"/>
                            <a:pt x="129724" y="6126"/>
                            <a:pt x="129575" y="4159"/>
                          </a:cubicBezTo>
                          <a:cubicBezTo>
                            <a:pt x="129441" y="2192"/>
                            <a:pt x="130916" y="478"/>
                            <a:pt x="132898" y="344"/>
                          </a:cubicBezTo>
                          <a:cubicBezTo>
                            <a:pt x="136936" y="61"/>
                            <a:pt x="141034" y="-43"/>
                            <a:pt x="145072" y="16"/>
                          </a:cubicBezTo>
                          <a:cubicBezTo>
                            <a:pt x="147039" y="46"/>
                            <a:pt x="148619" y="1670"/>
                            <a:pt x="148589" y="3637"/>
                          </a:cubicBezTo>
                          <a:cubicBezTo>
                            <a:pt x="148559" y="5366"/>
                            <a:pt x="147308" y="6781"/>
                            <a:pt x="145683" y="7094"/>
                          </a:cubicBezTo>
                          <a:close/>
                          <a:moveTo>
                            <a:pt x="103185" y="12980"/>
                          </a:moveTo>
                          <a:cubicBezTo>
                            <a:pt x="101412" y="13308"/>
                            <a:pt x="99638" y="12265"/>
                            <a:pt x="99117" y="10492"/>
                          </a:cubicBezTo>
                          <a:cubicBezTo>
                            <a:pt x="98551" y="8599"/>
                            <a:pt x="99624" y="6617"/>
                            <a:pt x="101516" y="6051"/>
                          </a:cubicBezTo>
                          <a:cubicBezTo>
                            <a:pt x="105390" y="4889"/>
                            <a:pt x="109354" y="3890"/>
                            <a:pt x="113318" y="3056"/>
                          </a:cubicBezTo>
                          <a:cubicBezTo>
                            <a:pt x="113348" y="3056"/>
                            <a:pt x="113362" y="3056"/>
                            <a:pt x="113392" y="3041"/>
                          </a:cubicBezTo>
                          <a:cubicBezTo>
                            <a:pt x="115300" y="2683"/>
                            <a:pt x="117147" y="3920"/>
                            <a:pt x="117535" y="5828"/>
                          </a:cubicBezTo>
                          <a:cubicBezTo>
                            <a:pt x="117937" y="7765"/>
                            <a:pt x="116700" y="9657"/>
                            <a:pt x="114763" y="10060"/>
                          </a:cubicBezTo>
                          <a:cubicBezTo>
                            <a:pt x="110993" y="10849"/>
                            <a:pt x="107223" y="11803"/>
                            <a:pt x="103557" y="12906"/>
                          </a:cubicBezTo>
                          <a:cubicBezTo>
                            <a:pt x="103438" y="12936"/>
                            <a:pt x="103304" y="12965"/>
                            <a:pt x="103185" y="12995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65" name="Forme libre : forme 2664">
                      <a:extLst>
                        <a:ext uri="{FF2B5EF4-FFF2-40B4-BE49-F238E27FC236}">
                          <a16:creationId xmlns:a16="http://schemas.microsoft.com/office/drawing/2014/main" id="{ECD4EC39-2434-5AE7-D889-CC56F933C6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2303" y="9961"/>
                      <a:ext cx="12394" cy="9386"/>
                    </a:xfrm>
                    <a:custGeom>
                      <a:avLst/>
                      <a:gdLst>
                        <a:gd name="connsiteX0" fmla="*/ 9481 w 12394"/>
                        <a:gd name="connsiteY0" fmla="*/ 9323 h 9386"/>
                        <a:gd name="connsiteX1" fmla="*/ 7365 w 12394"/>
                        <a:gd name="connsiteY1" fmla="*/ 9070 h 9386"/>
                        <a:gd name="connsiteX2" fmla="*/ 2239 w 12394"/>
                        <a:gd name="connsiteY2" fmla="*/ 6894 h 9386"/>
                        <a:gd name="connsiteX3" fmla="*/ 257 w 12394"/>
                        <a:gd name="connsiteY3" fmla="*/ 2245 h 9386"/>
                        <a:gd name="connsiteX4" fmla="*/ 4906 w 12394"/>
                        <a:gd name="connsiteY4" fmla="*/ 263 h 9386"/>
                        <a:gd name="connsiteX5" fmla="*/ 10285 w 12394"/>
                        <a:gd name="connsiteY5" fmla="*/ 2558 h 9386"/>
                        <a:gd name="connsiteX6" fmla="*/ 12073 w 12394"/>
                        <a:gd name="connsiteY6" fmla="*/ 7281 h 9386"/>
                        <a:gd name="connsiteX7" fmla="*/ 9466 w 12394"/>
                        <a:gd name="connsiteY7" fmla="*/ 9323 h 93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2394" h="9386">
                          <a:moveTo>
                            <a:pt x="9481" y="9323"/>
                          </a:moveTo>
                          <a:cubicBezTo>
                            <a:pt x="8795" y="9457"/>
                            <a:pt x="8050" y="9382"/>
                            <a:pt x="7365" y="9070"/>
                          </a:cubicBezTo>
                          <a:cubicBezTo>
                            <a:pt x="5681" y="8310"/>
                            <a:pt x="3967" y="7579"/>
                            <a:pt x="2239" y="6894"/>
                          </a:cubicBezTo>
                          <a:cubicBezTo>
                            <a:pt x="406" y="6164"/>
                            <a:pt x="-473" y="4078"/>
                            <a:pt x="257" y="2245"/>
                          </a:cubicBezTo>
                          <a:cubicBezTo>
                            <a:pt x="987" y="412"/>
                            <a:pt x="3073" y="-482"/>
                            <a:pt x="4906" y="263"/>
                          </a:cubicBezTo>
                          <a:cubicBezTo>
                            <a:pt x="6709" y="993"/>
                            <a:pt x="8527" y="1753"/>
                            <a:pt x="10285" y="2558"/>
                          </a:cubicBezTo>
                          <a:cubicBezTo>
                            <a:pt x="12088" y="3362"/>
                            <a:pt x="12893" y="5478"/>
                            <a:pt x="12073" y="7281"/>
                          </a:cubicBezTo>
                          <a:cubicBezTo>
                            <a:pt x="11582" y="8384"/>
                            <a:pt x="10583" y="9114"/>
                            <a:pt x="9466" y="9323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656" name="Graphique 6">
                    <a:extLst>
                      <a:ext uri="{FF2B5EF4-FFF2-40B4-BE49-F238E27FC236}">
                        <a16:creationId xmlns:a16="http://schemas.microsoft.com/office/drawing/2014/main" id="{B2BD617F-A2EB-505C-C24E-2CFAE70A74C0}"/>
                      </a:ext>
                    </a:extLst>
                  </p:cNvPr>
                  <p:cNvGrpSpPr/>
                  <p:nvPr/>
                </p:nvGrpSpPr>
                <p:grpSpPr>
                  <a:xfrm>
                    <a:off x="967863" y="86747"/>
                    <a:ext cx="208932" cy="198511"/>
                    <a:chOff x="967863" y="86747"/>
                    <a:chExt cx="208932" cy="198511"/>
                  </a:xfrm>
                  <a:solidFill>
                    <a:srgbClr val="B1ABE5"/>
                  </a:solidFill>
                </p:grpSpPr>
                <p:sp>
                  <p:nvSpPr>
                    <p:cNvPr id="2661" name="Forme libre : forme 2660">
                      <a:extLst>
                        <a:ext uri="{FF2B5EF4-FFF2-40B4-BE49-F238E27FC236}">
                          <a16:creationId xmlns:a16="http://schemas.microsoft.com/office/drawing/2014/main" id="{AD4073F3-30D2-14DE-ACBC-D002A091B1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9483" y="86747"/>
                      <a:ext cx="9180" cy="12482"/>
                    </a:xfrm>
                    <a:custGeom>
                      <a:avLst/>
                      <a:gdLst>
                        <a:gd name="connsiteX0" fmla="*/ 6255 w 9180"/>
                        <a:gd name="connsiteY0" fmla="*/ 12423 h 12482"/>
                        <a:gd name="connsiteX1" fmla="*/ 2247 w 9180"/>
                        <a:gd name="connsiteY1" fmla="*/ 10113 h 12482"/>
                        <a:gd name="connsiteX2" fmla="*/ 265 w 9180"/>
                        <a:gd name="connsiteY2" fmla="*/ 4912 h 12482"/>
                        <a:gd name="connsiteX3" fmla="*/ 2232 w 9180"/>
                        <a:gd name="connsiteY3" fmla="*/ 263 h 12482"/>
                        <a:gd name="connsiteX4" fmla="*/ 6881 w 9180"/>
                        <a:gd name="connsiteY4" fmla="*/ 2230 h 12482"/>
                        <a:gd name="connsiteX5" fmla="*/ 8967 w 9180"/>
                        <a:gd name="connsiteY5" fmla="*/ 7699 h 12482"/>
                        <a:gd name="connsiteX6" fmla="*/ 6807 w 9180"/>
                        <a:gd name="connsiteY6" fmla="*/ 12259 h 12482"/>
                        <a:gd name="connsiteX7" fmla="*/ 6255 w 9180"/>
                        <a:gd name="connsiteY7" fmla="*/ 12408 h 124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9180" h="12482">
                          <a:moveTo>
                            <a:pt x="6255" y="12423"/>
                          </a:moveTo>
                          <a:cubicBezTo>
                            <a:pt x="4557" y="12735"/>
                            <a:pt x="2843" y="11797"/>
                            <a:pt x="2247" y="10113"/>
                          </a:cubicBezTo>
                          <a:cubicBezTo>
                            <a:pt x="1621" y="8384"/>
                            <a:pt x="965" y="6626"/>
                            <a:pt x="265" y="4912"/>
                          </a:cubicBezTo>
                          <a:cubicBezTo>
                            <a:pt x="-480" y="3079"/>
                            <a:pt x="399" y="1008"/>
                            <a:pt x="2232" y="263"/>
                          </a:cubicBezTo>
                          <a:cubicBezTo>
                            <a:pt x="4065" y="-482"/>
                            <a:pt x="6136" y="412"/>
                            <a:pt x="6881" y="2230"/>
                          </a:cubicBezTo>
                          <a:cubicBezTo>
                            <a:pt x="7611" y="4033"/>
                            <a:pt x="8312" y="5881"/>
                            <a:pt x="8967" y="7699"/>
                          </a:cubicBezTo>
                          <a:cubicBezTo>
                            <a:pt x="9638" y="9561"/>
                            <a:pt x="8669" y="11603"/>
                            <a:pt x="6807" y="12259"/>
                          </a:cubicBezTo>
                          <a:cubicBezTo>
                            <a:pt x="6628" y="12318"/>
                            <a:pt x="6434" y="12378"/>
                            <a:pt x="6255" y="12408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62" name="Forme libre : forme 2661">
                      <a:extLst>
                        <a:ext uri="{FF2B5EF4-FFF2-40B4-BE49-F238E27FC236}">
                          <a16:creationId xmlns:a16="http://schemas.microsoft.com/office/drawing/2014/main" id="{1901D0F5-769C-E045-E742-72C2363920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0855" y="110331"/>
                      <a:ext cx="185940" cy="174927"/>
                    </a:xfrm>
                    <a:custGeom>
                      <a:avLst/>
                      <a:gdLst>
                        <a:gd name="connsiteX0" fmla="*/ 69681 w 185940"/>
                        <a:gd name="connsiteY0" fmla="*/ 172467 h 174927"/>
                        <a:gd name="connsiteX1" fmla="*/ 64808 w 185940"/>
                        <a:gd name="connsiteY1" fmla="*/ 173287 h 174927"/>
                        <a:gd name="connsiteX2" fmla="*/ 60740 w 185940"/>
                        <a:gd name="connsiteY2" fmla="*/ 170291 h 174927"/>
                        <a:gd name="connsiteX3" fmla="*/ 63735 w 185940"/>
                        <a:gd name="connsiteY3" fmla="*/ 166223 h 174927"/>
                        <a:gd name="connsiteX4" fmla="*/ 74911 w 185940"/>
                        <a:gd name="connsiteY4" fmla="*/ 164048 h 174927"/>
                        <a:gd name="connsiteX5" fmla="*/ 79217 w 185940"/>
                        <a:gd name="connsiteY5" fmla="*/ 166700 h 174927"/>
                        <a:gd name="connsiteX6" fmla="*/ 76565 w 185940"/>
                        <a:gd name="connsiteY6" fmla="*/ 171007 h 174927"/>
                        <a:gd name="connsiteX7" fmla="*/ 69695 w 185940"/>
                        <a:gd name="connsiteY7" fmla="*/ 172467 h 174927"/>
                        <a:gd name="connsiteX8" fmla="*/ 46017 w 185940"/>
                        <a:gd name="connsiteY8" fmla="*/ 174851 h 174927"/>
                        <a:gd name="connsiteX9" fmla="*/ 45406 w 185940"/>
                        <a:gd name="connsiteY9" fmla="*/ 174911 h 174927"/>
                        <a:gd name="connsiteX10" fmla="*/ 33426 w 185940"/>
                        <a:gd name="connsiteY10" fmla="*/ 174598 h 174927"/>
                        <a:gd name="connsiteX11" fmla="*/ 30103 w 185940"/>
                        <a:gd name="connsiteY11" fmla="*/ 170798 h 174927"/>
                        <a:gd name="connsiteX12" fmla="*/ 33903 w 185940"/>
                        <a:gd name="connsiteY12" fmla="*/ 167475 h 174927"/>
                        <a:gd name="connsiteX13" fmla="*/ 45287 w 185940"/>
                        <a:gd name="connsiteY13" fmla="*/ 167773 h 174927"/>
                        <a:gd name="connsiteX14" fmla="*/ 48908 w 185940"/>
                        <a:gd name="connsiteY14" fmla="*/ 171290 h 174927"/>
                        <a:gd name="connsiteX15" fmla="*/ 46002 w 185940"/>
                        <a:gd name="connsiteY15" fmla="*/ 174851 h 174927"/>
                        <a:gd name="connsiteX16" fmla="*/ 94491 w 185940"/>
                        <a:gd name="connsiteY16" fmla="*/ 165389 h 174927"/>
                        <a:gd name="connsiteX17" fmla="*/ 90513 w 185940"/>
                        <a:gd name="connsiteY17" fmla="*/ 163169 h 174927"/>
                        <a:gd name="connsiteX18" fmla="*/ 92539 w 185940"/>
                        <a:gd name="connsiteY18" fmla="*/ 158549 h 174927"/>
                        <a:gd name="connsiteX19" fmla="*/ 102955 w 185940"/>
                        <a:gd name="connsiteY19" fmla="*/ 153975 h 174927"/>
                        <a:gd name="connsiteX20" fmla="*/ 107738 w 185940"/>
                        <a:gd name="connsiteY20" fmla="*/ 155614 h 174927"/>
                        <a:gd name="connsiteX21" fmla="*/ 106099 w 185940"/>
                        <a:gd name="connsiteY21" fmla="*/ 160397 h 174927"/>
                        <a:gd name="connsiteX22" fmla="*/ 95132 w 185940"/>
                        <a:gd name="connsiteY22" fmla="*/ 165210 h 174927"/>
                        <a:gd name="connsiteX23" fmla="*/ 94491 w 185940"/>
                        <a:gd name="connsiteY23" fmla="*/ 165389 h 174927"/>
                        <a:gd name="connsiteX24" fmla="*/ 15544 w 185940"/>
                        <a:gd name="connsiteY24" fmla="*/ 171946 h 174927"/>
                        <a:gd name="connsiteX25" fmla="*/ 14158 w 185940"/>
                        <a:gd name="connsiteY25" fmla="*/ 171931 h 174927"/>
                        <a:gd name="connsiteX26" fmla="*/ 2550 w 185940"/>
                        <a:gd name="connsiteY26" fmla="*/ 168980 h 174927"/>
                        <a:gd name="connsiteX27" fmla="*/ 151 w 185940"/>
                        <a:gd name="connsiteY27" fmla="*/ 164540 h 174927"/>
                        <a:gd name="connsiteX28" fmla="*/ 4592 w 185940"/>
                        <a:gd name="connsiteY28" fmla="*/ 162140 h 174927"/>
                        <a:gd name="connsiteX29" fmla="*/ 15619 w 185940"/>
                        <a:gd name="connsiteY29" fmla="*/ 164942 h 174927"/>
                        <a:gd name="connsiteX30" fmla="*/ 18390 w 185940"/>
                        <a:gd name="connsiteY30" fmla="*/ 169174 h 174927"/>
                        <a:gd name="connsiteX31" fmla="*/ 15544 w 185940"/>
                        <a:gd name="connsiteY31" fmla="*/ 171960 h 174927"/>
                        <a:gd name="connsiteX32" fmla="*/ 121597 w 185940"/>
                        <a:gd name="connsiteY32" fmla="*/ 151203 h 174927"/>
                        <a:gd name="connsiteX33" fmla="*/ 117976 w 185940"/>
                        <a:gd name="connsiteY33" fmla="*/ 149683 h 174927"/>
                        <a:gd name="connsiteX34" fmla="*/ 118944 w 185940"/>
                        <a:gd name="connsiteY34" fmla="*/ 144721 h 174927"/>
                        <a:gd name="connsiteX35" fmla="*/ 128108 w 185940"/>
                        <a:gd name="connsiteY35" fmla="*/ 137971 h 174927"/>
                        <a:gd name="connsiteX36" fmla="*/ 133130 w 185940"/>
                        <a:gd name="connsiteY36" fmla="*/ 138522 h 174927"/>
                        <a:gd name="connsiteX37" fmla="*/ 132579 w 185940"/>
                        <a:gd name="connsiteY37" fmla="*/ 143544 h 174927"/>
                        <a:gd name="connsiteX38" fmla="*/ 122938 w 185940"/>
                        <a:gd name="connsiteY38" fmla="*/ 150652 h 174927"/>
                        <a:gd name="connsiteX39" fmla="*/ 121597 w 185940"/>
                        <a:gd name="connsiteY39" fmla="*/ 151203 h 174927"/>
                        <a:gd name="connsiteX40" fmla="*/ 144932 w 185940"/>
                        <a:gd name="connsiteY40" fmla="*/ 131414 h 174927"/>
                        <a:gd name="connsiteX41" fmla="*/ 141818 w 185940"/>
                        <a:gd name="connsiteY41" fmla="*/ 130505 h 174927"/>
                        <a:gd name="connsiteX42" fmla="*/ 141683 w 185940"/>
                        <a:gd name="connsiteY42" fmla="*/ 125454 h 174927"/>
                        <a:gd name="connsiteX43" fmla="*/ 149149 w 185940"/>
                        <a:gd name="connsiteY43" fmla="*/ 116870 h 174927"/>
                        <a:gd name="connsiteX44" fmla="*/ 154171 w 185940"/>
                        <a:gd name="connsiteY44" fmla="*/ 116304 h 174927"/>
                        <a:gd name="connsiteX45" fmla="*/ 154737 w 185940"/>
                        <a:gd name="connsiteY45" fmla="*/ 121326 h 174927"/>
                        <a:gd name="connsiteX46" fmla="*/ 146869 w 185940"/>
                        <a:gd name="connsiteY46" fmla="*/ 130356 h 174927"/>
                        <a:gd name="connsiteX47" fmla="*/ 144932 w 185940"/>
                        <a:gd name="connsiteY47" fmla="*/ 131414 h 174927"/>
                        <a:gd name="connsiteX48" fmla="*/ 163410 w 185940"/>
                        <a:gd name="connsiteY48" fmla="*/ 107021 h 174927"/>
                        <a:gd name="connsiteX49" fmla="*/ 160921 w 185940"/>
                        <a:gd name="connsiteY49" fmla="*/ 106574 h 174927"/>
                        <a:gd name="connsiteX50" fmla="*/ 159684 w 185940"/>
                        <a:gd name="connsiteY50" fmla="*/ 101671 h 174927"/>
                        <a:gd name="connsiteX51" fmla="*/ 165108 w 185940"/>
                        <a:gd name="connsiteY51" fmla="*/ 91657 h 174927"/>
                        <a:gd name="connsiteX52" fmla="*/ 169877 w 185940"/>
                        <a:gd name="connsiteY52" fmla="*/ 90018 h 174927"/>
                        <a:gd name="connsiteX53" fmla="*/ 171516 w 185940"/>
                        <a:gd name="connsiteY53" fmla="*/ 94802 h 174927"/>
                        <a:gd name="connsiteX54" fmla="*/ 165809 w 185940"/>
                        <a:gd name="connsiteY54" fmla="*/ 105337 h 174927"/>
                        <a:gd name="connsiteX55" fmla="*/ 163395 w 185940"/>
                        <a:gd name="connsiteY55" fmla="*/ 107021 h 174927"/>
                        <a:gd name="connsiteX56" fmla="*/ 176120 w 185940"/>
                        <a:gd name="connsiteY56" fmla="*/ 79170 h 174927"/>
                        <a:gd name="connsiteX57" fmla="*/ 174347 w 185940"/>
                        <a:gd name="connsiteY57" fmla="*/ 79051 h 174927"/>
                        <a:gd name="connsiteX58" fmla="*/ 172067 w 185940"/>
                        <a:gd name="connsiteY58" fmla="*/ 74551 h 174927"/>
                        <a:gd name="connsiteX59" fmla="*/ 175167 w 185940"/>
                        <a:gd name="connsiteY59" fmla="*/ 63598 h 174927"/>
                        <a:gd name="connsiteX60" fmla="*/ 179458 w 185940"/>
                        <a:gd name="connsiteY60" fmla="*/ 60946 h 174927"/>
                        <a:gd name="connsiteX61" fmla="*/ 182111 w 185940"/>
                        <a:gd name="connsiteY61" fmla="*/ 65252 h 174927"/>
                        <a:gd name="connsiteX62" fmla="*/ 178847 w 185940"/>
                        <a:gd name="connsiteY62" fmla="*/ 76786 h 174927"/>
                        <a:gd name="connsiteX63" fmla="*/ 176105 w 185940"/>
                        <a:gd name="connsiteY63" fmla="*/ 79185 h 174927"/>
                        <a:gd name="connsiteX64" fmla="*/ 182409 w 185940"/>
                        <a:gd name="connsiteY64" fmla="*/ 49204 h 174927"/>
                        <a:gd name="connsiteX65" fmla="*/ 181410 w 185940"/>
                        <a:gd name="connsiteY65" fmla="*/ 49249 h 174927"/>
                        <a:gd name="connsiteX66" fmla="*/ 178192 w 185940"/>
                        <a:gd name="connsiteY66" fmla="*/ 45359 h 174927"/>
                        <a:gd name="connsiteX67" fmla="*/ 178803 w 185940"/>
                        <a:gd name="connsiteY67" fmla="*/ 34005 h 174927"/>
                        <a:gd name="connsiteX68" fmla="*/ 182409 w 185940"/>
                        <a:gd name="connsiteY68" fmla="*/ 30473 h 174927"/>
                        <a:gd name="connsiteX69" fmla="*/ 185940 w 185940"/>
                        <a:gd name="connsiteY69" fmla="*/ 34079 h 174927"/>
                        <a:gd name="connsiteX70" fmla="*/ 185299 w 185940"/>
                        <a:gd name="connsiteY70" fmla="*/ 46045 h 174927"/>
                        <a:gd name="connsiteX71" fmla="*/ 182409 w 185940"/>
                        <a:gd name="connsiteY71" fmla="*/ 49219 h 174927"/>
                        <a:gd name="connsiteX72" fmla="*/ 181962 w 185940"/>
                        <a:gd name="connsiteY72" fmla="*/ 18611 h 174927"/>
                        <a:gd name="connsiteX73" fmla="*/ 181738 w 185940"/>
                        <a:gd name="connsiteY73" fmla="*/ 18641 h 174927"/>
                        <a:gd name="connsiteX74" fmla="*/ 177759 w 185940"/>
                        <a:gd name="connsiteY74" fmla="*/ 15542 h 174927"/>
                        <a:gd name="connsiteX75" fmla="*/ 176478 w 185940"/>
                        <a:gd name="connsiteY75" fmla="*/ 7272 h 174927"/>
                        <a:gd name="connsiteX76" fmla="*/ 175897 w 185940"/>
                        <a:gd name="connsiteY76" fmla="*/ 4321 h 174927"/>
                        <a:gd name="connsiteX77" fmla="*/ 178653 w 185940"/>
                        <a:gd name="connsiteY77" fmla="*/ 89 h 174927"/>
                        <a:gd name="connsiteX78" fmla="*/ 182885 w 185940"/>
                        <a:gd name="connsiteY78" fmla="*/ 2846 h 174927"/>
                        <a:gd name="connsiteX79" fmla="*/ 183496 w 185940"/>
                        <a:gd name="connsiteY79" fmla="*/ 5945 h 174927"/>
                        <a:gd name="connsiteX80" fmla="*/ 184852 w 185940"/>
                        <a:gd name="connsiteY80" fmla="*/ 14648 h 174927"/>
                        <a:gd name="connsiteX81" fmla="*/ 181977 w 185940"/>
                        <a:gd name="connsiteY81" fmla="*/ 18597 h 1749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</a:cxnLst>
                      <a:rect l="l" t="t" r="r" b="b"/>
                      <a:pathLst>
                        <a:path w="185940" h="174927">
                          <a:moveTo>
                            <a:pt x="69681" y="172467"/>
                          </a:moveTo>
                          <a:cubicBezTo>
                            <a:pt x="68071" y="172765"/>
                            <a:pt x="66432" y="173048"/>
                            <a:pt x="64808" y="173287"/>
                          </a:cubicBezTo>
                          <a:cubicBezTo>
                            <a:pt x="62856" y="173585"/>
                            <a:pt x="61038" y="172244"/>
                            <a:pt x="60740" y="170291"/>
                          </a:cubicBezTo>
                          <a:cubicBezTo>
                            <a:pt x="60442" y="168339"/>
                            <a:pt x="61798" y="166507"/>
                            <a:pt x="63735" y="166223"/>
                          </a:cubicBezTo>
                          <a:cubicBezTo>
                            <a:pt x="67520" y="165642"/>
                            <a:pt x="71260" y="164927"/>
                            <a:pt x="74911" y="164048"/>
                          </a:cubicBezTo>
                          <a:cubicBezTo>
                            <a:pt x="76833" y="163601"/>
                            <a:pt x="78755" y="164778"/>
                            <a:pt x="79217" y="166700"/>
                          </a:cubicBezTo>
                          <a:cubicBezTo>
                            <a:pt x="79679" y="168623"/>
                            <a:pt x="78487" y="170545"/>
                            <a:pt x="76565" y="171007"/>
                          </a:cubicBezTo>
                          <a:cubicBezTo>
                            <a:pt x="74300" y="171543"/>
                            <a:pt x="71990" y="172035"/>
                            <a:pt x="69695" y="172467"/>
                          </a:cubicBezTo>
                          <a:close/>
                          <a:moveTo>
                            <a:pt x="46017" y="174851"/>
                          </a:moveTo>
                          <a:cubicBezTo>
                            <a:pt x="45824" y="174881"/>
                            <a:pt x="45615" y="174911"/>
                            <a:pt x="45406" y="174911"/>
                          </a:cubicBezTo>
                          <a:cubicBezTo>
                            <a:pt x="41428" y="174970"/>
                            <a:pt x="37389" y="174866"/>
                            <a:pt x="33426" y="174598"/>
                          </a:cubicBezTo>
                          <a:cubicBezTo>
                            <a:pt x="31459" y="174464"/>
                            <a:pt x="29969" y="172765"/>
                            <a:pt x="30103" y="170798"/>
                          </a:cubicBezTo>
                          <a:cubicBezTo>
                            <a:pt x="30237" y="168831"/>
                            <a:pt x="31951" y="167341"/>
                            <a:pt x="33903" y="167475"/>
                          </a:cubicBezTo>
                          <a:cubicBezTo>
                            <a:pt x="37673" y="167728"/>
                            <a:pt x="41502" y="167833"/>
                            <a:pt x="45287" y="167773"/>
                          </a:cubicBezTo>
                          <a:cubicBezTo>
                            <a:pt x="47254" y="167743"/>
                            <a:pt x="48878" y="169323"/>
                            <a:pt x="48908" y="171290"/>
                          </a:cubicBezTo>
                          <a:cubicBezTo>
                            <a:pt x="48938" y="173048"/>
                            <a:pt x="47671" y="174538"/>
                            <a:pt x="46002" y="174851"/>
                          </a:cubicBezTo>
                          <a:close/>
                          <a:moveTo>
                            <a:pt x="94491" y="165389"/>
                          </a:moveTo>
                          <a:cubicBezTo>
                            <a:pt x="92837" y="165702"/>
                            <a:pt x="91138" y="164793"/>
                            <a:pt x="90513" y="163169"/>
                          </a:cubicBezTo>
                          <a:cubicBezTo>
                            <a:pt x="89797" y="161336"/>
                            <a:pt x="90706" y="159265"/>
                            <a:pt x="92539" y="158549"/>
                          </a:cubicBezTo>
                          <a:cubicBezTo>
                            <a:pt x="96056" y="157178"/>
                            <a:pt x="99558" y="155644"/>
                            <a:pt x="102955" y="153975"/>
                          </a:cubicBezTo>
                          <a:cubicBezTo>
                            <a:pt x="104728" y="153110"/>
                            <a:pt x="106859" y="153840"/>
                            <a:pt x="107738" y="155614"/>
                          </a:cubicBezTo>
                          <a:cubicBezTo>
                            <a:pt x="108603" y="157387"/>
                            <a:pt x="107872" y="159518"/>
                            <a:pt x="106099" y="160397"/>
                          </a:cubicBezTo>
                          <a:cubicBezTo>
                            <a:pt x="102523" y="162155"/>
                            <a:pt x="98827" y="163765"/>
                            <a:pt x="95132" y="165210"/>
                          </a:cubicBezTo>
                          <a:cubicBezTo>
                            <a:pt x="94923" y="165300"/>
                            <a:pt x="94700" y="165359"/>
                            <a:pt x="94491" y="165389"/>
                          </a:cubicBezTo>
                          <a:close/>
                          <a:moveTo>
                            <a:pt x="15544" y="171946"/>
                          </a:moveTo>
                          <a:cubicBezTo>
                            <a:pt x="15097" y="172035"/>
                            <a:pt x="14635" y="172020"/>
                            <a:pt x="14158" y="171931"/>
                          </a:cubicBezTo>
                          <a:cubicBezTo>
                            <a:pt x="10269" y="171111"/>
                            <a:pt x="6350" y="170128"/>
                            <a:pt x="2550" y="168980"/>
                          </a:cubicBezTo>
                          <a:cubicBezTo>
                            <a:pt x="658" y="168414"/>
                            <a:pt x="-415" y="166432"/>
                            <a:pt x="151" y="164540"/>
                          </a:cubicBezTo>
                          <a:cubicBezTo>
                            <a:pt x="717" y="162647"/>
                            <a:pt x="2699" y="161574"/>
                            <a:pt x="4592" y="162140"/>
                          </a:cubicBezTo>
                          <a:cubicBezTo>
                            <a:pt x="8213" y="163228"/>
                            <a:pt x="11923" y="164167"/>
                            <a:pt x="15619" y="164942"/>
                          </a:cubicBezTo>
                          <a:cubicBezTo>
                            <a:pt x="17556" y="165344"/>
                            <a:pt x="18793" y="167237"/>
                            <a:pt x="18390" y="169174"/>
                          </a:cubicBezTo>
                          <a:cubicBezTo>
                            <a:pt x="18092" y="170634"/>
                            <a:pt x="16930" y="171692"/>
                            <a:pt x="15544" y="171960"/>
                          </a:cubicBezTo>
                          <a:close/>
                          <a:moveTo>
                            <a:pt x="121597" y="151203"/>
                          </a:moveTo>
                          <a:cubicBezTo>
                            <a:pt x="120241" y="151456"/>
                            <a:pt x="118795" y="150905"/>
                            <a:pt x="117976" y="149683"/>
                          </a:cubicBezTo>
                          <a:cubicBezTo>
                            <a:pt x="116873" y="148044"/>
                            <a:pt x="117305" y="145824"/>
                            <a:pt x="118944" y="144721"/>
                          </a:cubicBezTo>
                          <a:cubicBezTo>
                            <a:pt x="122073" y="142620"/>
                            <a:pt x="125158" y="140340"/>
                            <a:pt x="128108" y="137971"/>
                          </a:cubicBezTo>
                          <a:cubicBezTo>
                            <a:pt x="129643" y="136734"/>
                            <a:pt x="131893" y="136972"/>
                            <a:pt x="133130" y="138522"/>
                          </a:cubicBezTo>
                          <a:cubicBezTo>
                            <a:pt x="134367" y="140057"/>
                            <a:pt x="134114" y="142307"/>
                            <a:pt x="132579" y="143544"/>
                          </a:cubicBezTo>
                          <a:cubicBezTo>
                            <a:pt x="129479" y="146047"/>
                            <a:pt x="126231" y="148431"/>
                            <a:pt x="122938" y="150652"/>
                          </a:cubicBezTo>
                          <a:cubicBezTo>
                            <a:pt x="122520" y="150935"/>
                            <a:pt x="122058" y="151114"/>
                            <a:pt x="121597" y="151203"/>
                          </a:cubicBezTo>
                          <a:close/>
                          <a:moveTo>
                            <a:pt x="144932" y="131414"/>
                          </a:moveTo>
                          <a:cubicBezTo>
                            <a:pt x="143844" y="131623"/>
                            <a:pt x="142682" y="131310"/>
                            <a:pt x="141818" y="130505"/>
                          </a:cubicBezTo>
                          <a:cubicBezTo>
                            <a:pt x="140387" y="129149"/>
                            <a:pt x="140327" y="126884"/>
                            <a:pt x="141683" y="125454"/>
                          </a:cubicBezTo>
                          <a:cubicBezTo>
                            <a:pt x="144276" y="122712"/>
                            <a:pt x="146795" y="119821"/>
                            <a:pt x="149149" y="116870"/>
                          </a:cubicBezTo>
                          <a:cubicBezTo>
                            <a:pt x="150371" y="115336"/>
                            <a:pt x="152621" y="115082"/>
                            <a:pt x="154171" y="116304"/>
                          </a:cubicBezTo>
                          <a:cubicBezTo>
                            <a:pt x="155706" y="117541"/>
                            <a:pt x="155959" y="119776"/>
                            <a:pt x="154737" y="121326"/>
                          </a:cubicBezTo>
                          <a:cubicBezTo>
                            <a:pt x="152248" y="124425"/>
                            <a:pt x="149611" y="127465"/>
                            <a:pt x="146869" y="130356"/>
                          </a:cubicBezTo>
                          <a:cubicBezTo>
                            <a:pt x="146333" y="130922"/>
                            <a:pt x="145647" y="131280"/>
                            <a:pt x="144932" y="131414"/>
                          </a:cubicBezTo>
                          <a:close/>
                          <a:moveTo>
                            <a:pt x="163410" y="107021"/>
                          </a:moveTo>
                          <a:cubicBezTo>
                            <a:pt x="162590" y="107170"/>
                            <a:pt x="161696" y="107036"/>
                            <a:pt x="160921" y="106574"/>
                          </a:cubicBezTo>
                          <a:cubicBezTo>
                            <a:pt x="159222" y="105560"/>
                            <a:pt x="158671" y="103370"/>
                            <a:pt x="159684" y="101671"/>
                          </a:cubicBezTo>
                          <a:cubicBezTo>
                            <a:pt x="161621" y="98423"/>
                            <a:pt x="163454" y="95055"/>
                            <a:pt x="165108" y="91657"/>
                          </a:cubicBezTo>
                          <a:cubicBezTo>
                            <a:pt x="165973" y="89884"/>
                            <a:pt x="168103" y="89154"/>
                            <a:pt x="169877" y="90018"/>
                          </a:cubicBezTo>
                          <a:cubicBezTo>
                            <a:pt x="171650" y="90883"/>
                            <a:pt x="172380" y="93028"/>
                            <a:pt x="171516" y="94802"/>
                          </a:cubicBezTo>
                          <a:cubicBezTo>
                            <a:pt x="169772" y="98363"/>
                            <a:pt x="167850" y="101910"/>
                            <a:pt x="165809" y="105337"/>
                          </a:cubicBezTo>
                          <a:cubicBezTo>
                            <a:pt x="165257" y="106246"/>
                            <a:pt x="164363" y="106842"/>
                            <a:pt x="163395" y="107021"/>
                          </a:cubicBezTo>
                          <a:close/>
                          <a:moveTo>
                            <a:pt x="176120" y="79170"/>
                          </a:moveTo>
                          <a:cubicBezTo>
                            <a:pt x="175554" y="79275"/>
                            <a:pt x="174943" y="79245"/>
                            <a:pt x="174347" y="79051"/>
                          </a:cubicBezTo>
                          <a:cubicBezTo>
                            <a:pt x="172469" y="78440"/>
                            <a:pt x="171456" y="76414"/>
                            <a:pt x="172067" y="74551"/>
                          </a:cubicBezTo>
                          <a:cubicBezTo>
                            <a:pt x="173244" y="70960"/>
                            <a:pt x="174287" y="67279"/>
                            <a:pt x="175167" y="63598"/>
                          </a:cubicBezTo>
                          <a:cubicBezTo>
                            <a:pt x="175629" y="61676"/>
                            <a:pt x="177551" y="60499"/>
                            <a:pt x="179458" y="60946"/>
                          </a:cubicBezTo>
                          <a:cubicBezTo>
                            <a:pt x="181380" y="61408"/>
                            <a:pt x="182558" y="63330"/>
                            <a:pt x="182111" y="65252"/>
                          </a:cubicBezTo>
                          <a:cubicBezTo>
                            <a:pt x="181187" y="69127"/>
                            <a:pt x="180099" y="73001"/>
                            <a:pt x="178847" y="76786"/>
                          </a:cubicBezTo>
                          <a:cubicBezTo>
                            <a:pt x="178430" y="78068"/>
                            <a:pt x="177342" y="78947"/>
                            <a:pt x="176105" y="79185"/>
                          </a:cubicBezTo>
                          <a:close/>
                          <a:moveTo>
                            <a:pt x="182409" y="49204"/>
                          </a:moveTo>
                          <a:cubicBezTo>
                            <a:pt x="182081" y="49263"/>
                            <a:pt x="181753" y="49278"/>
                            <a:pt x="181410" y="49249"/>
                          </a:cubicBezTo>
                          <a:cubicBezTo>
                            <a:pt x="179443" y="49055"/>
                            <a:pt x="178013" y="47311"/>
                            <a:pt x="178192" y="45359"/>
                          </a:cubicBezTo>
                          <a:cubicBezTo>
                            <a:pt x="178549" y="41604"/>
                            <a:pt x="178758" y="37789"/>
                            <a:pt x="178803" y="34005"/>
                          </a:cubicBezTo>
                          <a:cubicBezTo>
                            <a:pt x="178817" y="32038"/>
                            <a:pt x="180442" y="30458"/>
                            <a:pt x="182409" y="30473"/>
                          </a:cubicBezTo>
                          <a:cubicBezTo>
                            <a:pt x="184376" y="30488"/>
                            <a:pt x="185955" y="32112"/>
                            <a:pt x="185940" y="34079"/>
                          </a:cubicBezTo>
                          <a:cubicBezTo>
                            <a:pt x="185896" y="38058"/>
                            <a:pt x="185687" y="42081"/>
                            <a:pt x="185299" y="46045"/>
                          </a:cubicBezTo>
                          <a:cubicBezTo>
                            <a:pt x="185150" y="47669"/>
                            <a:pt x="183929" y="48936"/>
                            <a:pt x="182409" y="49219"/>
                          </a:cubicBezTo>
                          <a:close/>
                          <a:moveTo>
                            <a:pt x="181962" y="18611"/>
                          </a:moveTo>
                          <a:cubicBezTo>
                            <a:pt x="181962" y="18611"/>
                            <a:pt x="181813" y="18641"/>
                            <a:pt x="181738" y="18641"/>
                          </a:cubicBezTo>
                          <a:cubicBezTo>
                            <a:pt x="179786" y="18880"/>
                            <a:pt x="177998" y="17494"/>
                            <a:pt x="177759" y="15542"/>
                          </a:cubicBezTo>
                          <a:cubicBezTo>
                            <a:pt x="177417" y="12785"/>
                            <a:pt x="176985" y="9999"/>
                            <a:pt x="176478" y="7272"/>
                          </a:cubicBezTo>
                          <a:cubicBezTo>
                            <a:pt x="176299" y="6288"/>
                            <a:pt x="176090" y="5305"/>
                            <a:pt x="175897" y="4321"/>
                          </a:cubicBezTo>
                          <a:cubicBezTo>
                            <a:pt x="175494" y="2384"/>
                            <a:pt x="176731" y="492"/>
                            <a:pt x="178653" y="89"/>
                          </a:cubicBezTo>
                          <a:cubicBezTo>
                            <a:pt x="180606" y="-358"/>
                            <a:pt x="182468" y="924"/>
                            <a:pt x="182885" y="2846"/>
                          </a:cubicBezTo>
                          <a:cubicBezTo>
                            <a:pt x="183109" y="3874"/>
                            <a:pt x="183303" y="4917"/>
                            <a:pt x="183496" y="5945"/>
                          </a:cubicBezTo>
                          <a:cubicBezTo>
                            <a:pt x="184033" y="8821"/>
                            <a:pt x="184495" y="11742"/>
                            <a:pt x="184852" y="14648"/>
                          </a:cubicBezTo>
                          <a:cubicBezTo>
                            <a:pt x="185091" y="16525"/>
                            <a:pt x="183809" y="18254"/>
                            <a:pt x="181977" y="18597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63" name="Forme libre : forme 2662">
                      <a:extLst>
                        <a:ext uri="{FF2B5EF4-FFF2-40B4-BE49-F238E27FC236}">
                          <a16:creationId xmlns:a16="http://schemas.microsoft.com/office/drawing/2014/main" id="{C0A4D2F2-3710-DCF2-FEC9-190615C9DE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863" y="263172"/>
                      <a:ext cx="12288" cy="9601"/>
                    </a:xfrm>
                    <a:custGeom>
                      <a:avLst/>
                      <a:gdLst>
                        <a:gd name="connsiteX0" fmla="*/ 9359 w 12288"/>
                        <a:gd name="connsiteY0" fmla="*/ 9538 h 9601"/>
                        <a:gd name="connsiteX1" fmla="*/ 7228 w 12288"/>
                        <a:gd name="connsiteY1" fmla="*/ 9285 h 9601"/>
                        <a:gd name="connsiteX2" fmla="*/ 1953 w 12288"/>
                        <a:gd name="connsiteY2" fmla="*/ 6752 h 9601"/>
                        <a:gd name="connsiteX3" fmla="*/ 389 w 12288"/>
                        <a:gd name="connsiteY3" fmla="*/ 1953 h 9601"/>
                        <a:gd name="connsiteX4" fmla="*/ 5187 w 12288"/>
                        <a:gd name="connsiteY4" fmla="*/ 389 h 9601"/>
                        <a:gd name="connsiteX5" fmla="*/ 10194 w 12288"/>
                        <a:gd name="connsiteY5" fmla="*/ 2803 h 9601"/>
                        <a:gd name="connsiteX6" fmla="*/ 11967 w 12288"/>
                        <a:gd name="connsiteY6" fmla="*/ 7526 h 9601"/>
                        <a:gd name="connsiteX7" fmla="*/ 9374 w 12288"/>
                        <a:gd name="connsiteY7" fmla="*/ 9553 h 96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2288" h="9601">
                          <a:moveTo>
                            <a:pt x="9359" y="9538"/>
                          </a:moveTo>
                          <a:cubicBezTo>
                            <a:pt x="8659" y="9672"/>
                            <a:pt x="7914" y="9598"/>
                            <a:pt x="7228" y="9285"/>
                          </a:cubicBezTo>
                          <a:cubicBezTo>
                            <a:pt x="5470" y="8480"/>
                            <a:pt x="3697" y="7631"/>
                            <a:pt x="1953" y="6752"/>
                          </a:cubicBezTo>
                          <a:cubicBezTo>
                            <a:pt x="195" y="5858"/>
                            <a:pt x="-505" y="3712"/>
                            <a:pt x="389" y="1953"/>
                          </a:cubicBezTo>
                          <a:cubicBezTo>
                            <a:pt x="1283" y="195"/>
                            <a:pt x="3429" y="-505"/>
                            <a:pt x="5187" y="389"/>
                          </a:cubicBezTo>
                          <a:cubicBezTo>
                            <a:pt x="6841" y="1223"/>
                            <a:pt x="8525" y="2043"/>
                            <a:pt x="10194" y="2803"/>
                          </a:cubicBezTo>
                          <a:cubicBezTo>
                            <a:pt x="11982" y="3622"/>
                            <a:pt x="12787" y="5738"/>
                            <a:pt x="11967" y="7526"/>
                          </a:cubicBezTo>
                          <a:cubicBezTo>
                            <a:pt x="11460" y="8629"/>
                            <a:pt x="10477" y="9344"/>
                            <a:pt x="9374" y="9553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657" name="Graphique 6">
                    <a:extLst>
                      <a:ext uri="{FF2B5EF4-FFF2-40B4-BE49-F238E27FC236}">
                        <a16:creationId xmlns:a16="http://schemas.microsoft.com/office/drawing/2014/main" id="{DE1CD639-2EEB-5A75-0323-73635C910427}"/>
                      </a:ext>
                    </a:extLst>
                  </p:cNvPr>
                  <p:cNvGrpSpPr/>
                  <p:nvPr/>
                </p:nvGrpSpPr>
                <p:grpSpPr>
                  <a:xfrm>
                    <a:off x="926463" y="33926"/>
                    <a:ext cx="215216" cy="215216"/>
                    <a:chOff x="926463" y="33926"/>
                    <a:chExt cx="215216" cy="215216"/>
                  </a:xfrm>
                </p:grpSpPr>
                <p:sp>
                  <p:nvSpPr>
                    <p:cNvPr id="2658" name="Forme libre : forme 2657">
                      <a:extLst>
                        <a:ext uri="{FF2B5EF4-FFF2-40B4-BE49-F238E27FC236}">
                          <a16:creationId xmlns:a16="http://schemas.microsoft.com/office/drawing/2014/main" id="{1E5D6744-76BA-BCCD-95D0-34A077216B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6463" y="33926"/>
                      <a:ext cx="215216" cy="215216"/>
                    </a:xfrm>
                    <a:custGeom>
                      <a:avLst/>
                      <a:gdLst>
                        <a:gd name="connsiteX0" fmla="*/ 47884 w 215216"/>
                        <a:gd name="connsiteY0" fmla="*/ 197180 h 215216"/>
                        <a:gd name="connsiteX1" fmla="*/ 49821 w 215216"/>
                        <a:gd name="connsiteY1" fmla="*/ 197343 h 215216"/>
                        <a:gd name="connsiteX2" fmla="*/ 67270 w 215216"/>
                        <a:gd name="connsiteY2" fmla="*/ 186942 h 215216"/>
                        <a:gd name="connsiteX3" fmla="*/ 94569 w 215216"/>
                        <a:gd name="connsiteY3" fmla="*/ 195660 h 215216"/>
                        <a:gd name="connsiteX4" fmla="*/ 102765 w 215216"/>
                        <a:gd name="connsiteY4" fmla="*/ 214227 h 215216"/>
                        <a:gd name="connsiteX5" fmla="*/ 104434 w 215216"/>
                        <a:gd name="connsiteY5" fmla="*/ 215210 h 215216"/>
                        <a:gd name="connsiteX6" fmla="*/ 128708 w 215216"/>
                        <a:gd name="connsiteY6" fmla="*/ 213169 h 215216"/>
                        <a:gd name="connsiteX7" fmla="*/ 130183 w 215216"/>
                        <a:gd name="connsiteY7" fmla="*/ 211917 h 215216"/>
                        <a:gd name="connsiteX8" fmla="*/ 135175 w 215216"/>
                        <a:gd name="connsiteY8" fmla="*/ 192247 h 215216"/>
                        <a:gd name="connsiteX9" fmla="*/ 160642 w 215216"/>
                        <a:gd name="connsiteY9" fmla="*/ 179089 h 215216"/>
                        <a:gd name="connsiteX10" fmla="*/ 179581 w 215216"/>
                        <a:gd name="connsiteY10" fmla="*/ 186421 h 215216"/>
                        <a:gd name="connsiteX11" fmla="*/ 181459 w 215216"/>
                        <a:gd name="connsiteY11" fmla="*/ 185944 h 215216"/>
                        <a:gd name="connsiteX12" fmla="*/ 197180 w 215216"/>
                        <a:gd name="connsiteY12" fmla="*/ 167332 h 215216"/>
                        <a:gd name="connsiteX13" fmla="*/ 197343 w 215216"/>
                        <a:gd name="connsiteY13" fmla="*/ 165395 h 215216"/>
                        <a:gd name="connsiteX14" fmla="*/ 186942 w 215216"/>
                        <a:gd name="connsiteY14" fmla="*/ 147946 h 215216"/>
                        <a:gd name="connsiteX15" fmla="*/ 195660 w 215216"/>
                        <a:gd name="connsiteY15" fmla="*/ 120647 h 215216"/>
                        <a:gd name="connsiteX16" fmla="*/ 214227 w 215216"/>
                        <a:gd name="connsiteY16" fmla="*/ 112451 h 215216"/>
                        <a:gd name="connsiteX17" fmla="*/ 215210 w 215216"/>
                        <a:gd name="connsiteY17" fmla="*/ 110782 h 215216"/>
                        <a:gd name="connsiteX18" fmla="*/ 213169 w 215216"/>
                        <a:gd name="connsiteY18" fmla="*/ 86508 h 215216"/>
                        <a:gd name="connsiteX19" fmla="*/ 211917 w 215216"/>
                        <a:gd name="connsiteY19" fmla="*/ 85033 h 215216"/>
                        <a:gd name="connsiteX20" fmla="*/ 192247 w 215216"/>
                        <a:gd name="connsiteY20" fmla="*/ 80041 h 215216"/>
                        <a:gd name="connsiteX21" fmla="*/ 179089 w 215216"/>
                        <a:gd name="connsiteY21" fmla="*/ 54574 h 215216"/>
                        <a:gd name="connsiteX22" fmla="*/ 186421 w 215216"/>
                        <a:gd name="connsiteY22" fmla="*/ 35635 h 215216"/>
                        <a:gd name="connsiteX23" fmla="*/ 185944 w 215216"/>
                        <a:gd name="connsiteY23" fmla="*/ 33757 h 215216"/>
                        <a:gd name="connsiteX24" fmla="*/ 167332 w 215216"/>
                        <a:gd name="connsiteY24" fmla="*/ 18037 h 215216"/>
                        <a:gd name="connsiteX25" fmla="*/ 165395 w 215216"/>
                        <a:gd name="connsiteY25" fmla="*/ 17873 h 215216"/>
                        <a:gd name="connsiteX26" fmla="*/ 147946 w 215216"/>
                        <a:gd name="connsiteY26" fmla="*/ 28274 h 215216"/>
                        <a:gd name="connsiteX27" fmla="*/ 120647 w 215216"/>
                        <a:gd name="connsiteY27" fmla="*/ 19556 h 215216"/>
                        <a:gd name="connsiteX28" fmla="*/ 112451 w 215216"/>
                        <a:gd name="connsiteY28" fmla="*/ 989 h 215216"/>
                        <a:gd name="connsiteX29" fmla="*/ 110782 w 215216"/>
                        <a:gd name="connsiteY29" fmla="*/ 6 h 215216"/>
                        <a:gd name="connsiteX30" fmla="*/ 86508 w 215216"/>
                        <a:gd name="connsiteY30" fmla="*/ 2047 h 215216"/>
                        <a:gd name="connsiteX31" fmla="*/ 85033 w 215216"/>
                        <a:gd name="connsiteY31" fmla="*/ 3299 h 215216"/>
                        <a:gd name="connsiteX32" fmla="*/ 80041 w 215216"/>
                        <a:gd name="connsiteY32" fmla="*/ 22969 h 215216"/>
                        <a:gd name="connsiteX33" fmla="*/ 54574 w 215216"/>
                        <a:gd name="connsiteY33" fmla="*/ 36127 h 215216"/>
                        <a:gd name="connsiteX34" fmla="*/ 35635 w 215216"/>
                        <a:gd name="connsiteY34" fmla="*/ 28795 h 215216"/>
                        <a:gd name="connsiteX35" fmla="*/ 33757 w 215216"/>
                        <a:gd name="connsiteY35" fmla="*/ 29272 h 215216"/>
                        <a:gd name="connsiteX36" fmla="*/ 18037 w 215216"/>
                        <a:gd name="connsiteY36" fmla="*/ 47884 h 215216"/>
                        <a:gd name="connsiteX37" fmla="*/ 17873 w 215216"/>
                        <a:gd name="connsiteY37" fmla="*/ 49821 h 215216"/>
                        <a:gd name="connsiteX38" fmla="*/ 28274 w 215216"/>
                        <a:gd name="connsiteY38" fmla="*/ 67270 h 215216"/>
                        <a:gd name="connsiteX39" fmla="*/ 19556 w 215216"/>
                        <a:gd name="connsiteY39" fmla="*/ 94569 h 215216"/>
                        <a:gd name="connsiteX40" fmla="*/ 989 w 215216"/>
                        <a:gd name="connsiteY40" fmla="*/ 102765 h 215216"/>
                        <a:gd name="connsiteX41" fmla="*/ 6 w 215216"/>
                        <a:gd name="connsiteY41" fmla="*/ 104434 h 215216"/>
                        <a:gd name="connsiteX42" fmla="*/ 2047 w 215216"/>
                        <a:gd name="connsiteY42" fmla="*/ 128708 h 215216"/>
                        <a:gd name="connsiteX43" fmla="*/ 3299 w 215216"/>
                        <a:gd name="connsiteY43" fmla="*/ 130183 h 215216"/>
                        <a:gd name="connsiteX44" fmla="*/ 22969 w 215216"/>
                        <a:gd name="connsiteY44" fmla="*/ 135175 h 215216"/>
                        <a:gd name="connsiteX45" fmla="*/ 36127 w 215216"/>
                        <a:gd name="connsiteY45" fmla="*/ 160642 h 215216"/>
                        <a:gd name="connsiteX46" fmla="*/ 28795 w 215216"/>
                        <a:gd name="connsiteY46" fmla="*/ 179581 h 215216"/>
                        <a:gd name="connsiteX47" fmla="*/ 29272 w 215216"/>
                        <a:gd name="connsiteY47" fmla="*/ 181459 h 215216"/>
                        <a:gd name="connsiteX48" fmla="*/ 47884 w 215216"/>
                        <a:gd name="connsiteY48" fmla="*/ 197180 h 2152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215216" h="215216">
                          <a:moveTo>
                            <a:pt x="47884" y="197180"/>
                          </a:moveTo>
                          <a:cubicBezTo>
                            <a:pt x="48420" y="197642"/>
                            <a:pt x="49210" y="197701"/>
                            <a:pt x="49821" y="197343"/>
                          </a:cubicBezTo>
                          <a:lnTo>
                            <a:pt x="67270" y="186942"/>
                          </a:lnTo>
                          <a:cubicBezTo>
                            <a:pt x="75719" y="191249"/>
                            <a:pt x="84913" y="194244"/>
                            <a:pt x="94569" y="195660"/>
                          </a:cubicBezTo>
                          <a:lnTo>
                            <a:pt x="102765" y="214227"/>
                          </a:lnTo>
                          <a:cubicBezTo>
                            <a:pt x="103048" y="214882"/>
                            <a:pt x="103719" y="215270"/>
                            <a:pt x="104434" y="215210"/>
                          </a:cubicBezTo>
                          <a:lnTo>
                            <a:pt x="128708" y="213169"/>
                          </a:lnTo>
                          <a:cubicBezTo>
                            <a:pt x="129423" y="213109"/>
                            <a:pt x="130005" y="212602"/>
                            <a:pt x="130183" y="211917"/>
                          </a:cubicBezTo>
                          <a:lnTo>
                            <a:pt x="135175" y="192247"/>
                          </a:lnTo>
                          <a:cubicBezTo>
                            <a:pt x="144459" y="189237"/>
                            <a:pt x="153027" y="184752"/>
                            <a:pt x="160642" y="179089"/>
                          </a:cubicBezTo>
                          <a:lnTo>
                            <a:pt x="179581" y="186421"/>
                          </a:lnTo>
                          <a:cubicBezTo>
                            <a:pt x="180252" y="186674"/>
                            <a:pt x="180997" y="186480"/>
                            <a:pt x="181459" y="185944"/>
                          </a:cubicBezTo>
                          <a:lnTo>
                            <a:pt x="197180" y="167332"/>
                          </a:lnTo>
                          <a:cubicBezTo>
                            <a:pt x="197642" y="166781"/>
                            <a:pt x="197701" y="166006"/>
                            <a:pt x="197343" y="165395"/>
                          </a:cubicBezTo>
                          <a:lnTo>
                            <a:pt x="186942" y="147946"/>
                          </a:lnTo>
                          <a:cubicBezTo>
                            <a:pt x="191249" y="139497"/>
                            <a:pt x="194244" y="130303"/>
                            <a:pt x="195660" y="120647"/>
                          </a:cubicBezTo>
                          <a:lnTo>
                            <a:pt x="214227" y="112451"/>
                          </a:lnTo>
                          <a:cubicBezTo>
                            <a:pt x="214882" y="112168"/>
                            <a:pt x="215270" y="111497"/>
                            <a:pt x="215210" y="110782"/>
                          </a:cubicBezTo>
                          <a:lnTo>
                            <a:pt x="213169" y="86508"/>
                          </a:lnTo>
                          <a:cubicBezTo>
                            <a:pt x="213109" y="85793"/>
                            <a:pt x="212602" y="85211"/>
                            <a:pt x="211917" y="85033"/>
                          </a:cubicBezTo>
                          <a:lnTo>
                            <a:pt x="192247" y="80041"/>
                          </a:lnTo>
                          <a:cubicBezTo>
                            <a:pt x="189237" y="70757"/>
                            <a:pt x="184752" y="62189"/>
                            <a:pt x="179089" y="54574"/>
                          </a:cubicBezTo>
                          <a:lnTo>
                            <a:pt x="186421" y="35635"/>
                          </a:lnTo>
                          <a:cubicBezTo>
                            <a:pt x="186674" y="34964"/>
                            <a:pt x="186480" y="34219"/>
                            <a:pt x="185944" y="33757"/>
                          </a:cubicBezTo>
                          <a:lnTo>
                            <a:pt x="167332" y="18037"/>
                          </a:lnTo>
                          <a:cubicBezTo>
                            <a:pt x="166796" y="17575"/>
                            <a:pt x="166006" y="17515"/>
                            <a:pt x="165395" y="17873"/>
                          </a:cubicBezTo>
                          <a:lnTo>
                            <a:pt x="147946" y="28274"/>
                          </a:lnTo>
                          <a:cubicBezTo>
                            <a:pt x="139497" y="23967"/>
                            <a:pt x="130303" y="20972"/>
                            <a:pt x="120647" y="19556"/>
                          </a:cubicBezTo>
                          <a:lnTo>
                            <a:pt x="112451" y="989"/>
                          </a:lnTo>
                          <a:cubicBezTo>
                            <a:pt x="112168" y="334"/>
                            <a:pt x="111497" y="-54"/>
                            <a:pt x="110782" y="6"/>
                          </a:cubicBezTo>
                          <a:lnTo>
                            <a:pt x="86508" y="2047"/>
                          </a:lnTo>
                          <a:cubicBezTo>
                            <a:pt x="85793" y="2107"/>
                            <a:pt x="85211" y="2614"/>
                            <a:pt x="85033" y="3299"/>
                          </a:cubicBezTo>
                          <a:lnTo>
                            <a:pt x="80041" y="22969"/>
                          </a:lnTo>
                          <a:cubicBezTo>
                            <a:pt x="70757" y="25979"/>
                            <a:pt x="62189" y="30464"/>
                            <a:pt x="54574" y="36127"/>
                          </a:cubicBezTo>
                          <a:lnTo>
                            <a:pt x="35635" y="28795"/>
                          </a:lnTo>
                          <a:cubicBezTo>
                            <a:pt x="34964" y="28542"/>
                            <a:pt x="34219" y="28736"/>
                            <a:pt x="33757" y="29272"/>
                          </a:cubicBezTo>
                          <a:lnTo>
                            <a:pt x="18037" y="47884"/>
                          </a:lnTo>
                          <a:cubicBezTo>
                            <a:pt x="17575" y="48420"/>
                            <a:pt x="17515" y="49210"/>
                            <a:pt x="17873" y="49821"/>
                          </a:cubicBezTo>
                          <a:lnTo>
                            <a:pt x="28274" y="67270"/>
                          </a:lnTo>
                          <a:cubicBezTo>
                            <a:pt x="23967" y="75719"/>
                            <a:pt x="20972" y="84913"/>
                            <a:pt x="19556" y="94569"/>
                          </a:cubicBezTo>
                          <a:lnTo>
                            <a:pt x="989" y="102765"/>
                          </a:lnTo>
                          <a:cubicBezTo>
                            <a:pt x="334" y="103048"/>
                            <a:pt x="-54" y="103719"/>
                            <a:pt x="6" y="104434"/>
                          </a:cubicBezTo>
                          <a:lnTo>
                            <a:pt x="2047" y="128708"/>
                          </a:lnTo>
                          <a:cubicBezTo>
                            <a:pt x="2107" y="129424"/>
                            <a:pt x="2614" y="130005"/>
                            <a:pt x="3299" y="130183"/>
                          </a:cubicBezTo>
                          <a:lnTo>
                            <a:pt x="22969" y="135175"/>
                          </a:lnTo>
                          <a:cubicBezTo>
                            <a:pt x="25979" y="144459"/>
                            <a:pt x="30464" y="153027"/>
                            <a:pt x="36127" y="160642"/>
                          </a:cubicBezTo>
                          <a:lnTo>
                            <a:pt x="28795" y="179581"/>
                          </a:lnTo>
                          <a:cubicBezTo>
                            <a:pt x="28542" y="180252"/>
                            <a:pt x="28736" y="180997"/>
                            <a:pt x="29272" y="181459"/>
                          </a:cubicBezTo>
                          <a:lnTo>
                            <a:pt x="47884" y="197180"/>
                          </a:ln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59" name="Forme libre : forme 2658">
                      <a:extLst>
                        <a:ext uri="{FF2B5EF4-FFF2-40B4-BE49-F238E27FC236}">
                          <a16:creationId xmlns:a16="http://schemas.microsoft.com/office/drawing/2014/main" id="{3DA99565-3C52-4702-8E21-71D448D742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9580" y="117048"/>
                      <a:ext cx="48981" cy="48979"/>
                    </a:xfrm>
                    <a:custGeom>
                      <a:avLst/>
                      <a:gdLst>
                        <a:gd name="connsiteX0" fmla="*/ 28976 w 48981"/>
                        <a:gd name="connsiteY0" fmla="*/ 48566 h 48979"/>
                        <a:gd name="connsiteX1" fmla="*/ 1334 w 48981"/>
                        <a:gd name="connsiteY1" fmla="*/ 32458 h 48979"/>
                        <a:gd name="connsiteX2" fmla="*/ 16534 w 48981"/>
                        <a:gd name="connsiteY2" fmla="*/ 1344 h 48979"/>
                        <a:gd name="connsiteX3" fmla="*/ 35235 w 48981"/>
                        <a:gd name="connsiteY3" fmla="*/ 2492 h 48979"/>
                        <a:gd name="connsiteX4" fmla="*/ 47647 w 48981"/>
                        <a:gd name="connsiteY4" fmla="*/ 16529 h 48979"/>
                        <a:gd name="connsiteX5" fmla="*/ 32448 w 48981"/>
                        <a:gd name="connsiteY5" fmla="*/ 47642 h 48979"/>
                        <a:gd name="connsiteX6" fmla="*/ 28976 w 48981"/>
                        <a:gd name="connsiteY6" fmla="*/ 48566 h 48979"/>
                        <a:gd name="connsiteX7" fmla="*/ 21078 w 48981"/>
                        <a:gd name="connsiteY7" fmla="*/ 6023 h 48979"/>
                        <a:gd name="connsiteX8" fmla="*/ 18381 w 48981"/>
                        <a:gd name="connsiteY8" fmla="*/ 6738 h 48979"/>
                        <a:gd name="connsiteX9" fmla="*/ 6729 w 48981"/>
                        <a:gd name="connsiteY9" fmla="*/ 30595 h 48979"/>
                        <a:gd name="connsiteX10" fmla="*/ 30585 w 48981"/>
                        <a:gd name="connsiteY10" fmla="*/ 42248 h 48979"/>
                        <a:gd name="connsiteX11" fmla="*/ 42238 w 48981"/>
                        <a:gd name="connsiteY11" fmla="*/ 18391 h 48979"/>
                        <a:gd name="connsiteX12" fmla="*/ 32716 w 48981"/>
                        <a:gd name="connsiteY12" fmla="*/ 7618 h 48979"/>
                        <a:gd name="connsiteX13" fmla="*/ 21064 w 48981"/>
                        <a:gd name="connsiteY13" fmla="*/ 6023 h 489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48981" h="48979">
                          <a:moveTo>
                            <a:pt x="28976" y="48566"/>
                          </a:moveTo>
                          <a:cubicBezTo>
                            <a:pt x="17249" y="50757"/>
                            <a:pt x="5328" y="44066"/>
                            <a:pt x="1334" y="32458"/>
                          </a:cubicBezTo>
                          <a:cubicBezTo>
                            <a:pt x="-3062" y="19688"/>
                            <a:pt x="3763" y="5725"/>
                            <a:pt x="16534" y="1344"/>
                          </a:cubicBezTo>
                          <a:cubicBezTo>
                            <a:pt x="22718" y="-787"/>
                            <a:pt x="29364" y="-369"/>
                            <a:pt x="35235" y="2492"/>
                          </a:cubicBezTo>
                          <a:cubicBezTo>
                            <a:pt x="41106" y="5368"/>
                            <a:pt x="45517" y="10345"/>
                            <a:pt x="47647" y="16529"/>
                          </a:cubicBezTo>
                          <a:cubicBezTo>
                            <a:pt x="52043" y="29299"/>
                            <a:pt x="45219" y="43261"/>
                            <a:pt x="32448" y="47642"/>
                          </a:cubicBezTo>
                          <a:cubicBezTo>
                            <a:pt x="31301" y="48045"/>
                            <a:pt x="30138" y="48343"/>
                            <a:pt x="28976" y="48566"/>
                          </a:cubicBezTo>
                          <a:close/>
                          <a:moveTo>
                            <a:pt x="21078" y="6023"/>
                          </a:moveTo>
                          <a:cubicBezTo>
                            <a:pt x="20170" y="6187"/>
                            <a:pt x="19275" y="6426"/>
                            <a:pt x="18381" y="6738"/>
                          </a:cubicBezTo>
                          <a:cubicBezTo>
                            <a:pt x="8591" y="10106"/>
                            <a:pt x="3361" y="20805"/>
                            <a:pt x="6729" y="30595"/>
                          </a:cubicBezTo>
                          <a:cubicBezTo>
                            <a:pt x="10096" y="40386"/>
                            <a:pt x="20795" y="45616"/>
                            <a:pt x="30585" y="42248"/>
                          </a:cubicBezTo>
                          <a:cubicBezTo>
                            <a:pt x="40376" y="38880"/>
                            <a:pt x="45606" y="28181"/>
                            <a:pt x="42238" y="18391"/>
                          </a:cubicBezTo>
                          <a:cubicBezTo>
                            <a:pt x="40614" y="13653"/>
                            <a:pt x="37231" y="9823"/>
                            <a:pt x="32716" y="7618"/>
                          </a:cubicBezTo>
                          <a:cubicBezTo>
                            <a:pt x="29051" y="5829"/>
                            <a:pt x="24998" y="5293"/>
                            <a:pt x="21064" y="6023"/>
                          </a:cubicBez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60" name="Forme libre : forme 2659">
                      <a:extLst>
                        <a:ext uri="{FF2B5EF4-FFF2-40B4-BE49-F238E27FC236}">
                          <a16:creationId xmlns:a16="http://schemas.microsoft.com/office/drawing/2014/main" id="{4E0C40D9-AF98-695C-37AD-145F4B7876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4147" y="80909"/>
                      <a:ext cx="120429" cy="120428"/>
                    </a:xfrm>
                    <a:custGeom>
                      <a:avLst/>
                      <a:gdLst>
                        <a:gd name="connsiteX0" fmla="*/ 71413 w 120429"/>
                        <a:gd name="connsiteY0" fmla="*/ 119380 h 120428"/>
                        <a:gd name="connsiteX1" fmla="*/ 65274 w 120429"/>
                        <a:gd name="connsiteY1" fmla="*/ 120215 h 120428"/>
                        <a:gd name="connsiteX2" fmla="*/ 65274 w 120429"/>
                        <a:gd name="connsiteY2" fmla="*/ 120215 h 120428"/>
                        <a:gd name="connsiteX3" fmla="*/ 63322 w 120429"/>
                        <a:gd name="connsiteY3" fmla="*/ 120349 h 120428"/>
                        <a:gd name="connsiteX4" fmla="*/ 53680 w 120429"/>
                        <a:gd name="connsiteY4" fmla="*/ 120081 h 120428"/>
                        <a:gd name="connsiteX5" fmla="*/ 53546 w 120429"/>
                        <a:gd name="connsiteY5" fmla="*/ 120081 h 120428"/>
                        <a:gd name="connsiteX6" fmla="*/ 53174 w 120429"/>
                        <a:gd name="connsiteY6" fmla="*/ 120036 h 120428"/>
                        <a:gd name="connsiteX7" fmla="*/ 52459 w 120429"/>
                        <a:gd name="connsiteY7" fmla="*/ 119947 h 120428"/>
                        <a:gd name="connsiteX8" fmla="*/ 51237 w 120429"/>
                        <a:gd name="connsiteY8" fmla="*/ 118799 h 120428"/>
                        <a:gd name="connsiteX9" fmla="*/ 51237 w 120429"/>
                        <a:gd name="connsiteY9" fmla="*/ 118352 h 120428"/>
                        <a:gd name="connsiteX10" fmla="*/ 52831 w 120429"/>
                        <a:gd name="connsiteY10" fmla="*/ 117116 h 120428"/>
                        <a:gd name="connsiteX11" fmla="*/ 65035 w 120429"/>
                        <a:gd name="connsiteY11" fmla="*/ 117384 h 120428"/>
                        <a:gd name="connsiteX12" fmla="*/ 111035 w 120429"/>
                        <a:gd name="connsiteY12" fmla="*/ 86806 h 120428"/>
                        <a:gd name="connsiteX13" fmla="*/ 117383 w 120429"/>
                        <a:gd name="connsiteY13" fmla="*/ 55424 h 120428"/>
                        <a:gd name="connsiteX14" fmla="*/ 116594 w 120429"/>
                        <a:gd name="connsiteY14" fmla="*/ 49568 h 120428"/>
                        <a:gd name="connsiteX15" fmla="*/ 97252 w 120429"/>
                        <a:gd name="connsiteY15" fmla="*/ 16413 h 120428"/>
                        <a:gd name="connsiteX16" fmla="*/ 55424 w 120429"/>
                        <a:gd name="connsiteY16" fmla="*/ 3076 h 120428"/>
                        <a:gd name="connsiteX17" fmla="*/ 3076 w 120429"/>
                        <a:gd name="connsiteY17" fmla="*/ 65036 h 120428"/>
                        <a:gd name="connsiteX18" fmla="*/ 3851 w 120429"/>
                        <a:gd name="connsiteY18" fmla="*/ 70817 h 120428"/>
                        <a:gd name="connsiteX19" fmla="*/ 13641 w 120429"/>
                        <a:gd name="connsiteY19" fmla="*/ 93706 h 120428"/>
                        <a:gd name="connsiteX20" fmla="*/ 13879 w 120429"/>
                        <a:gd name="connsiteY20" fmla="*/ 94272 h 120428"/>
                        <a:gd name="connsiteX21" fmla="*/ 13313 w 120429"/>
                        <a:gd name="connsiteY21" fmla="*/ 95687 h 120428"/>
                        <a:gd name="connsiteX22" fmla="*/ 11316 w 120429"/>
                        <a:gd name="connsiteY22" fmla="*/ 95360 h 120428"/>
                        <a:gd name="connsiteX23" fmla="*/ 1034 w 120429"/>
                        <a:gd name="connsiteY23" fmla="*/ 71324 h 120428"/>
                        <a:gd name="connsiteX24" fmla="*/ 215 w 120429"/>
                        <a:gd name="connsiteY24" fmla="*/ 65259 h 120428"/>
                        <a:gd name="connsiteX25" fmla="*/ 55171 w 120429"/>
                        <a:gd name="connsiteY25" fmla="*/ 215 h 120428"/>
                        <a:gd name="connsiteX26" fmla="*/ 99070 w 120429"/>
                        <a:gd name="connsiteY26" fmla="*/ 14222 h 120428"/>
                        <a:gd name="connsiteX27" fmla="*/ 119380 w 120429"/>
                        <a:gd name="connsiteY27" fmla="*/ 49032 h 120428"/>
                        <a:gd name="connsiteX28" fmla="*/ 120215 w 120429"/>
                        <a:gd name="connsiteY28" fmla="*/ 55171 h 120428"/>
                        <a:gd name="connsiteX29" fmla="*/ 106207 w 120429"/>
                        <a:gd name="connsiteY29" fmla="*/ 99070 h 120428"/>
                        <a:gd name="connsiteX30" fmla="*/ 71383 w 120429"/>
                        <a:gd name="connsiteY30" fmla="*/ 119380 h 1204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</a:cxnLst>
                      <a:rect l="l" t="t" r="r" b="b"/>
                      <a:pathLst>
                        <a:path w="120429" h="120428">
                          <a:moveTo>
                            <a:pt x="71413" y="119380"/>
                          </a:moveTo>
                          <a:cubicBezTo>
                            <a:pt x="69401" y="119753"/>
                            <a:pt x="67345" y="120036"/>
                            <a:pt x="65274" y="120215"/>
                          </a:cubicBezTo>
                          <a:lnTo>
                            <a:pt x="65274" y="120215"/>
                          </a:lnTo>
                          <a:cubicBezTo>
                            <a:pt x="64618" y="120275"/>
                            <a:pt x="63962" y="120319"/>
                            <a:pt x="63322" y="120349"/>
                          </a:cubicBezTo>
                          <a:cubicBezTo>
                            <a:pt x="60103" y="120513"/>
                            <a:pt x="56869" y="120424"/>
                            <a:pt x="53680" y="120081"/>
                          </a:cubicBezTo>
                          <a:cubicBezTo>
                            <a:pt x="53636" y="120081"/>
                            <a:pt x="53591" y="120081"/>
                            <a:pt x="53546" y="120081"/>
                          </a:cubicBezTo>
                          <a:cubicBezTo>
                            <a:pt x="53427" y="120081"/>
                            <a:pt x="53293" y="120051"/>
                            <a:pt x="53174" y="120036"/>
                          </a:cubicBezTo>
                          <a:cubicBezTo>
                            <a:pt x="52935" y="120006"/>
                            <a:pt x="52697" y="119977"/>
                            <a:pt x="52459" y="119947"/>
                          </a:cubicBezTo>
                          <a:cubicBezTo>
                            <a:pt x="51833" y="119872"/>
                            <a:pt x="51356" y="119380"/>
                            <a:pt x="51237" y="118799"/>
                          </a:cubicBezTo>
                          <a:cubicBezTo>
                            <a:pt x="51207" y="118650"/>
                            <a:pt x="51207" y="118501"/>
                            <a:pt x="51237" y="118352"/>
                          </a:cubicBezTo>
                          <a:cubicBezTo>
                            <a:pt x="51341" y="117577"/>
                            <a:pt x="52056" y="117026"/>
                            <a:pt x="52831" y="117116"/>
                          </a:cubicBezTo>
                          <a:cubicBezTo>
                            <a:pt x="56854" y="117637"/>
                            <a:pt x="60967" y="117726"/>
                            <a:pt x="65035" y="117384"/>
                          </a:cubicBezTo>
                          <a:cubicBezTo>
                            <a:pt x="85286" y="115685"/>
                            <a:pt x="102229" y="103600"/>
                            <a:pt x="111035" y="86806"/>
                          </a:cubicBezTo>
                          <a:cubicBezTo>
                            <a:pt x="115938" y="77478"/>
                            <a:pt x="118337" y="66675"/>
                            <a:pt x="117383" y="55424"/>
                          </a:cubicBezTo>
                          <a:cubicBezTo>
                            <a:pt x="117219" y="53442"/>
                            <a:pt x="116951" y="51490"/>
                            <a:pt x="116594" y="49568"/>
                          </a:cubicBezTo>
                          <a:cubicBezTo>
                            <a:pt x="114180" y="36634"/>
                            <a:pt x="107429" y="25026"/>
                            <a:pt x="97252" y="16413"/>
                          </a:cubicBezTo>
                          <a:cubicBezTo>
                            <a:pt x="85554" y="6518"/>
                            <a:pt x="70698" y="1780"/>
                            <a:pt x="55424" y="3076"/>
                          </a:cubicBezTo>
                          <a:cubicBezTo>
                            <a:pt x="23893" y="5729"/>
                            <a:pt x="423" y="33519"/>
                            <a:pt x="3076" y="65036"/>
                          </a:cubicBezTo>
                          <a:cubicBezTo>
                            <a:pt x="3240" y="66973"/>
                            <a:pt x="3493" y="68910"/>
                            <a:pt x="3851" y="70817"/>
                          </a:cubicBezTo>
                          <a:cubicBezTo>
                            <a:pt x="5400" y="79073"/>
                            <a:pt x="8723" y="86896"/>
                            <a:pt x="13641" y="93706"/>
                          </a:cubicBezTo>
                          <a:cubicBezTo>
                            <a:pt x="13775" y="93884"/>
                            <a:pt x="13849" y="94078"/>
                            <a:pt x="13879" y="94272"/>
                          </a:cubicBezTo>
                          <a:cubicBezTo>
                            <a:pt x="13983" y="94793"/>
                            <a:pt x="13775" y="95360"/>
                            <a:pt x="13313" y="95687"/>
                          </a:cubicBezTo>
                          <a:cubicBezTo>
                            <a:pt x="12672" y="96149"/>
                            <a:pt x="11778" y="96000"/>
                            <a:pt x="11316" y="95360"/>
                          </a:cubicBezTo>
                          <a:cubicBezTo>
                            <a:pt x="6160" y="88207"/>
                            <a:pt x="2659" y="79982"/>
                            <a:pt x="1034" y="71324"/>
                          </a:cubicBezTo>
                          <a:cubicBezTo>
                            <a:pt x="662" y="69327"/>
                            <a:pt x="379" y="67301"/>
                            <a:pt x="215" y="65259"/>
                          </a:cubicBezTo>
                          <a:cubicBezTo>
                            <a:pt x="-2572" y="32178"/>
                            <a:pt x="22090" y="2987"/>
                            <a:pt x="55171" y="215"/>
                          </a:cubicBezTo>
                          <a:cubicBezTo>
                            <a:pt x="71204" y="-1126"/>
                            <a:pt x="86791" y="3836"/>
                            <a:pt x="99070" y="14222"/>
                          </a:cubicBezTo>
                          <a:cubicBezTo>
                            <a:pt x="109769" y="23252"/>
                            <a:pt x="116847" y="35457"/>
                            <a:pt x="119380" y="49032"/>
                          </a:cubicBezTo>
                          <a:cubicBezTo>
                            <a:pt x="119753" y="51043"/>
                            <a:pt x="120036" y="53100"/>
                            <a:pt x="120215" y="55171"/>
                          </a:cubicBezTo>
                          <a:cubicBezTo>
                            <a:pt x="121556" y="71205"/>
                            <a:pt x="116594" y="86791"/>
                            <a:pt x="106207" y="99070"/>
                          </a:cubicBezTo>
                          <a:cubicBezTo>
                            <a:pt x="97162" y="109769"/>
                            <a:pt x="84973" y="116847"/>
                            <a:pt x="71383" y="119380"/>
                          </a:cubicBez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2644" name="Graphique 6">
                  <a:extLst>
                    <a:ext uri="{FF2B5EF4-FFF2-40B4-BE49-F238E27FC236}">
                      <a16:creationId xmlns:a16="http://schemas.microsoft.com/office/drawing/2014/main" id="{B286A97B-D265-10E7-BD7C-CF59C357CDC4}"/>
                    </a:ext>
                  </a:extLst>
                </p:cNvPr>
                <p:cNvGrpSpPr/>
                <p:nvPr/>
              </p:nvGrpSpPr>
              <p:grpSpPr>
                <a:xfrm>
                  <a:off x="786446" y="161278"/>
                  <a:ext cx="186902" cy="190493"/>
                  <a:chOff x="786446" y="161278"/>
                  <a:chExt cx="186902" cy="190493"/>
                </a:xfrm>
              </p:grpSpPr>
              <p:grpSp>
                <p:nvGrpSpPr>
                  <p:cNvPr id="2645" name="Graphique 6">
                    <a:extLst>
                      <a:ext uri="{FF2B5EF4-FFF2-40B4-BE49-F238E27FC236}">
                        <a16:creationId xmlns:a16="http://schemas.microsoft.com/office/drawing/2014/main" id="{81393AE7-47F7-288F-A89B-D87D702087E9}"/>
                      </a:ext>
                    </a:extLst>
                  </p:cNvPr>
                  <p:cNvGrpSpPr/>
                  <p:nvPr/>
                </p:nvGrpSpPr>
                <p:grpSpPr>
                  <a:xfrm>
                    <a:off x="786446" y="161278"/>
                    <a:ext cx="96659" cy="139604"/>
                    <a:chOff x="786446" y="161278"/>
                    <a:chExt cx="96659" cy="139604"/>
                  </a:xfrm>
                  <a:solidFill>
                    <a:srgbClr val="B1ABE5"/>
                  </a:solidFill>
                </p:grpSpPr>
                <p:sp>
                  <p:nvSpPr>
                    <p:cNvPr id="2653" name="Forme libre : forme 2652">
                      <a:extLst>
                        <a:ext uri="{FF2B5EF4-FFF2-40B4-BE49-F238E27FC236}">
                          <a16:creationId xmlns:a16="http://schemas.microsoft.com/office/drawing/2014/main" id="{AFF03B92-5F0A-32F7-E575-88022C2812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4169" y="291479"/>
                      <a:ext cx="6772" cy="9403"/>
                    </a:xfrm>
                    <a:custGeom>
                      <a:avLst/>
                      <a:gdLst>
                        <a:gd name="connsiteX0" fmla="*/ 4954 w 6772"/>
                        <a:gd name="connsiteY0" fmla="*/ 9365 h 9403"/>
                        <a:gd name="connsiteX1" fmla="*/ 2585 w 6772"/>
                        <a:gd name="connsiteY1" fmla="*/ 8202 h 9403"/>
                        <a:gd name="connsiteX2" fmla="*/ 185 w 6772"/>
                        <a:gd name="connsiteY2" fmla="*/ 3091 h 9403"/>
                        <a:gd name="connsiteX3" fmla="*/ 1333 w 6772"/>
                        <a:gd name="connsiteY3" fmla="*/ 185 h 9403"/>
                        <a:gd name="connsiteX4" fmla="*/ 4239 w 6772"/>
                        <a:gd name="connsiteY4" fmla="*/ 1333 h 9403"/>
                        <a:gd name="connsiteX5" fmla="*/ 6533 w 6772"/>
                        <a:gd name="connsiteY5" fmla="*/ 6206 h 9403"/>
                        <a:gd name="connsiteX6" fmla="*/ 5565 w 6772"/>
                        <a:gd name="connsiteY6" fmla="*/ 9171 h 9403"/>
                        <a:gd name="connsiteX7" fmla="*/ 4969 w 6772"/>
                        <a:gd name="connsiteY7" fmla="*/ 9365 h 94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6772" h="9403">
                          <a:moveTo>
                            <a:pt x="4954" y="9365"/>
                          </a:moveTo>
                          <a:cubicBezTo>
                            <a:pt x="4015" y="9543"/>
                            <a:pt x="3032" y="9096"/>
                            <a:pt x="2585" y="8202"/>
                          </a:cubicBezTo>
                          <a:cubicBezTo>
                            <a:pt x="1735" y="6533"/>
                            <a:pt x="931" y="4820"/>
                            <a:pt x="185" y="3091"/>
                          </a:cubicBezTo>
                          <a:cubicBezTo>
                            <a:pt x="-306" y="1974"/>
                            <a:pt x="215" y="677"/>
                            <a:pt x="1333" y="185"/>
                          </a:cubicBezTo>
                          <a:cubicBezTo>
                            <a:pt x="2450" y="-306"/>
                            <a:pt x="3747" y="215"/>
                            <a:pt x="4239" y="1333"/>
                          </a:cubicBezTo>
                          <a:cubicBezTo>
                            <a:pt x="4954" y="2972"/>
                            <a:pt x="5729" y="4611"/>
                            <a:pt x="6533" y="6206"/>
                          </a:cubicBezTo>
                          <a:cubicBezTo>
                            <a:pt x="7085" y="7293"/>
                            <a:pt x="6653" y="8620"/>
                            <a:pt x="5565" y="9171"/>
                          </a:cubicBezTo>
                          <a:cubicBezTo>
                            <a:pt x="5371" y="9275"/>
                            <a:pt x="5177" y="9335"/>
                            <a:pt x="4969" y="9365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54" name="Forme libre : forme 2653">
                      <a:extLst>
                        <a:ext uri="{FF2B5EF4-FFF2-40B4-BE49-F238E27FC236}">
                          <a16:creationId xmlns:a16="http://schemas.microsoft.com/office/drawing/2014/main" id="{F64479AD-480D-0BAC-9032-0765DAF9BA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6446" y="161278"/>
                      <a:ext cx="96659" cy="123853"/>
                    </a:xfrm>
                    <a:custGeom>
                      <a:avLst/>
                      <a:gdLst>
                        <a:gd name="connsiteX0" fmla="*/ 6418 w 96659"/>
                        <a:gd name="connsiteY0" fmla="*/ 123815 h 123853"/>
                        <a:gd name="connsiteX1" fmla="*/ 3899 w 96659"/>
                        <a:gd name="connsiteY1" fmla="*/ 122265 h 123853"/>
                        <a:gd name="connsiteX2" fmla="*/ 1634 w 96659"/>
                        <a:gd name="connsiteY2" fmla="*/ 112832 h 123853"/>
                        <a:gd name="connsiteX3" fmla="*/ 1277 w 96659"/>
                        <a:gd name="connsiteY3" fmla="*/ 110821 h 123853"/>
                        <a:gd name="connsiteX4" fmla="*/ 3095 w 96659"/>
                        <a:gd name="connsiteY4" fmla="*/ 108287 h 123853"/>
                        <a:gd name="connsiteX5" fmla="*/ 5628 w 96659"/>
                        <a:gd name="connsiteY5" fmla="*/ 110105 h 123853"/>
                        <a:gd name="connsiteX6" fmla="*/ 5970 w 96659"/>
                        <a:gd name="connsiteY6" fmla="*/ 112028 h 123853"/>
                        <a:gd name="connsiteX7" fmla="*/ 8131 w 96659"/>
                        <a:gd name="connsiteY7" fmla="*/ 121028 h 123853"/>
                        <a:gd name="connsiteX8" fmla="*/ 6641 w 96659"/>
                        <a:gd name="connsiteY8" fmla="*/ 123770 h 123853"/>
                        <a:gd name="connsiteX9" fmla="*/ 6418 w 96659"/>
                        <a:gd name="connsiteY9" fmla="*/ 123830 h 123853"/>
                        <a:gd name="connsiteX10" fmla="*/ 2692 w 96659"/>
                        <a:gd name="connsiteY10" fmla="*/ 101224 h 123853"/>
                        <a:gd name="connsiteX11" fmla="*/ 2379 w 96659"/>
                        <a:gd name="connsiteY11" fmla="*/ 101254 h 123853"/>
                        <a:gd name="connsiteX12" fmla="*/ 85 w 96659"/>
                        <a:gd name="connsiteY12" fmla="*/ 99138 h 123853"/>
                        <a:gd name="connsiteX13" fmla="*/ 308 w 96659"/>
                        <a:gd name="connsiteY13" fmla="*/ 87396 h 123853"/>
                        <a:gd name="connsiteX14" fmla="*/ 2677 w 96659"/>
                        <a:gd name="connsiteY14" fmla="*/ 85369 h 123853"/>
                        <a:gd name="connsiteX15" fmla="*/ 4704 w 96659"/>
                        <a:gd name="connsiteY15" fmla="*/ 87739 h 123853"/>
                        <a:gd name="connsiteX16" fmla="*/ 4480 w 96659"/>
                        <a:gd name="connsiteY16" fmla="*/ 98930 h 123853"/>
                        <a:gd name="connsiteX17" fmla="*/ 2692 w 96659"/>
                        <a:gd name="connsiteY17" fmla="*/ 101195 h 123853"/>
                        <a:gd name="connsiteX18" fmla="*/ 4555 w 96659"/>
                        <a:gd name="connsiteY18" fmla="*/ 78396 h 123853"/>
                        <a:gd name="connsiteX19" fmla="*/ 3706 w 96659"/>
                        <a:gd name="connsiteY19" fmla="*/ 78396 h 123853"/>
                        <a:gd name="connsiteX20" fmla="*/ 1992 w 96659"/>
                        <a:gd name="connsiteY20" fmla="*/ 75788 h 123853"/>
                        <a:gd name="connsiteX21" fmla="*/ 5106 w 96659"/>
                        <a:gd name="connsiteY21" fmla="*/ 64463 h 123853"/>
                        <a:gd name="connsiteX22" fmla="*/ 7908 w 96659"/>
                        <a:gd name="connsiteY22" fmla="*/ 63092 h 123853"/>
                        <a:gd name="connsiteX23" fmla="*/ 9279 w 96659"/>
                        <a:gd name="connsiteY23" fmla="*/ 65893 h 123853"/>
                        <a:gd name="connsiteX24" fmla="*/ 6313 w 96659"/>
                        <a:gd name="connsiteY24" fmla="*/ 76697 h 123853"/>
                        <a:gd name="connsiteX25" fmla="*/ 4555 w 96659"/>
                        <a:gd name="connsiteY25" fmla="*/ 78410 h 123853"/>
                        <a:gd name="connsiteX26" fmla="*/ 11961 w 96659"/>
                        <a:gd name="connsiteY26" fmla="*/ 56729 h 123853"/>
                        <a:gd name="connsiteX27" fmla="*/ 10590 w 96659"/>
                        <a:gd name="connsiteY27" fmla="*/ 56550 h 123853"/>
                        <a:gd name="connsiteX28" fmla="*/ 9577 w 96659"/>
                        <a:gd name="connsiteY28" fmla="*/ 53600 h 123853"/>
                        <a:gd name="connsiteX29" fmla="*/ 15358 w 96659"/>
                        <a:gd name="connsiteY29" fmla="*/ 43378 h 123853"/>
                        <a:gd name="connsiteX30" fmla="*/ 18413 w 96659"/>
                        <a:gd name="connsiteY30" fmla="*/ 42737 h 123853"/>
                        <a:gd name="connsiteX31" fmla="*/ 19054 w 96659"/>
                        <a:gd name="connsiteY31" fmla="*/ 45792 h 123853"/>
                        <a:gd name="connsiteX32" fmla="*/ 13540 w 96659"/>
                        <a:gd name="connsiteY32" fmla="*/ 55537 h 123853"/>
                        <a:gd name="connsiteX33" fmla="*/ 11961 w 96659"/>
                        <a:gd name="connsiteY33" fmla="*/ 56744 h 123853"/>
                        <a:gd name="connsiteX34" fmla="*/ 24433 w 96659"/>
                        <a:gd name="connsiteY34" fmla="*/ 37536 h 123853"/>
                        <a:gd name="connsiteX35" fmla="*/ 22600 w 96659"/>
                        <a:gd name="connsiteY35" fmla="*/ 37059 h 123853"/>
                        <a:gd name="connsiteX36" fmla="*/ 22332 w 96659"/>
                        <a:gd name="connsiteY36" fmla="*/ 33960 h 123853"/>
                        <a:gd name="connsiteX37" fmla="*/ 30424 w 96659"/>
                        <a:gd name="connsiteY37" fmla="*/ 25451 h 123853"/>
                        <a:gd name="connsiteX38" fmla="*/ 33538 w 96659"/>
                        <a:gd name="connsiteY38" fmla="*/ 25571 h 123853"/>
                        <a:gd name="connsiteX39" fmla="*/ 33419 w 96659"/>
                        <a:gd name="connsiteY39" fmla="*/ 28685 h 123853"/>
                        <a:gd name="connsiteX40" fmla="*/ 25700 w 96659"/>
                        <a:gd name="connsiteY40" fmla="*/ 36806 h 123853"/>
                        <a:gd name="connsiteX41" fmla="*/ 24418 w 96659"/>
                        <a:gd name="connsiteY41" fmla="*/ 37551 h 123853"/>
                        <a:gd name="connsiteX42" fmla="*/ 41197 w 96659"/>
                        <a:gd name="connsiteY42" fmla="*/ 21950 h 123853"/>
                        <a:gd name="connsiteX43" fmla="*/ 39007 w 96659"/>
                        <a:gd name="connsiteY43" fmla="*/ 21070 h 123853"/>
                        <a:gd name="connsiteX44" fmla="*/ 39498 w 96659"/>
                        <a:gd name="connsiteY44" fmla="*/ 17986 h 123853"/>
                        <a:gd name="connsiteX45" fmla="*/ 49408 w 96659"/>
                        <a:gd name="connsiteY45" fmla="*/ 11712 h 123853"/>
                        <a:gd name="connsiteX46" fmla="*/ 52403 w 96659"/>
                        <a:gd name="connsiteY46" fmla="*/ 12592 h 123853"/>
                        <a:gd name="connsiteX47" fmla="*/ 51524 w 96659"/>
                        <a:gd name="connsiteY47" fmla="*/ 15587 h 123853"/>
                        <a:gd name="connsiteX48" fmla="*/ 42076 w 96659"/>
                        <a:gd name="connsiteY48" fmla="*/ 21562 h 123853"/>
                        <a:gd name="connsiteX49" fmla="*/ 41197 w 96659"/>
                        <a:gd name="connsiteY49" fmla="*/ 21950 h 123853"/>
                        <a:gd name="connsiteX50" fmla="*/ 61254 w 96659"/>
                        <a:gd name="connsiteY50" fmla="*/ 10938 h 123853"/>
                        <a:gd name="connsiteX51" fmla="*/ 58795 w 96659"/>
                        <a:gd name="connsiteY51" fmla="*/ 9582 h 123853"/>
                        <a:gd name="connsiteX52" fmla="*/ 60032 w 96659"/>
                        <a:gd name="connsiteY52" fmla="*/ 6720 h 123853"/>
                        <a:gd name="connsiteX53" fmla="*/ 71193 w 96659"/>
                        <a:gd name="connsiteY53" fmla="*/ 3070 h 123853"/>
                        <a:gd name="connsiteX54" fmla="*/ 73890 w 96659"/>
                        <a:gd name="connsiteY54" fmla="*/ 4649 h 123853"/>
                        <a:gd name="connsiteX55" fmla="*/ 72311 w 96659"/>
                        <a:gd name="connsiteY55" fmla="*/ 7346 h 123853"/>
                        <a:gd name="connsiteX56" fmla="*/ 61671 w 96659"/>
                        <a:gd name="connsiteY56" fmla="*/ 10818 h 123853"/>
                        <a:gd name="connsiteX57" fmla="*/ 61254 w 96659"/>
                        <a:gd name="connsiteY57" fmla="*/ 10938 h 123853"/>
                        <a:gd name="connsiteX58" fmla="*/ 94857 w 96659"/>
                        <a:gd name="connsiteY58" fmla="*/ 4366 h 123853"/>
                        <a:gd name="connsiteX59" fmla="*/ 94469 w 96659"/>
                        <a:gd name="connsiteY59" fmla="*/ 4411 h 123853"/>
                        <a:gd name="connsiteX60" fmla="*/ 84753 w 96659"/>
                        <a:gd name="connsiteY60" fmla="*/ 5022 h 123853"/>
                        <a:gd name="connsiteX61" fmla="*/ 83308 w 96659"/>
                        <a:gd name="connsiteY61" fmla="*/ 5201 h 123853"/>
                        <a:gd name="connsiteX62" fmla="*/ 80835 w 96659"/>
                        <a:gd name="connsiteY62" fmla="*/ 3308 h 123853"/>
                        <a:gd name="connsiteX63" fmla="*/ 82727 w 96659"/>
                        <a:gd name="connsiteY63" fmla="*/ 834 h 123853"/>
                        <a:gd name="connsiteX64" fmla="*/ 84262 w 96659"/>
                        <a:gd name="connsiteY64" fmla="*/ 641 h 123853"/>
                        <a:gd name="connsiteX65" fmla="*/ 94439 w 96659"/>
                        <a:gd name="connsiteY65" fmla="*/ 0 h 123853"/>
                        <a:gd name="connsiteX66" fmla="*/ 96660 w 96659"/>
                        <a:gd name="connsiteY66" fmla="*/ 2190 h 123853"/>
                        <a:gd name="connsiteX67" fmla="*/ 94857 w 96659"/>
                        <a:gd name="connsiteY67" fmla="*/ 4381 h 12385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</a:cxnLst>
                      <a:rect l="l" t="t" r="r" b="b"/>
                      <a:pathLst>
                        <a:path w="96659" h="123853">
                          <a:moveTo>
                            <a:pt x="6418" y="123815"/>
                          </a:moveTo>
                          <a:cubicBezTo>
                            <a:pt x="5315" y="124023"/>
                            <a:pt x="4227" y="123368"/>
                            <a:pt x="3899" y="122265"/>
                          </a:cubicBezTo>
                          <a:cubicBezTo>
                            <a:pt x="2990" y="119165"/>
                            <a:pt x="2230" y="115991"/>
                            <a:pt x="1634" y="112832"/>
                          </a:cubicBezTo>
                          <a:cubicBezTo>
                            <a:pt x="1515" y="112162"/>
                            <a:pt x="1396" y="111491"/>
                            <a:pt x="1277" y="110821"/>
                          </a:cubicBezTo>
                          <a:cubicBezTo>
                            <a:pt x="1083" y="109614"/>
                            <a:pt x="1962" y="108511"/>
                            <a:pt x="3095" y="108287"/>
                          </a:cubicBezTo>
                          <a:cubicBezTo>
                            <a:pt x="4302" y="108094"/>
                            <a:pt x="5434" y="108898"/>
                            <a:pt x="5628" y="110105"/>
                          </a:cubicBezTo>
                          <a:cubicBezTo>
                            <a:pt x="5732" y="110746"/>
                            <a:pt x="5851" y="111387"/>
                            <a:pt x="5970" y="112028"/>
                          </a:cubicBezTo>
                          <a:cubicBezTo>
                            <a:pt x="6537" y="115053"/>
                            <a:pt x="7267" y="118078"/>
                            <a:pt x="8131" y="121028"/>
                          </a:cubicBezTo>
                          <a:cubicBezTo>
                            <a:pt x="8474" y="122190"/>
                            <a:pt x="7803" y="123427"/>
                            <a:pt x="6641" y="123770"/>
                          </a:cubicBezTo>
                          <a:cubicBezTo>
                            <a:pt x="6567" y="123785"/>
                            <a:pt x="6492" y="123815"/>
                            <a:pt x="6418" y="123830"/>
                          </a:cubicBezTo>
                          <a:close/>
                          <a:moveTo>
                            <a:pt x="2692" y="101224"/>
                          </a:moveTo>
                          <a:cubicBezTo>
                            <a:pt x="2588" y="101239"/>
                            <a:pt x="2484" y="101254"/>
                            <a:pt x="2379" y="101254"/>
                          </a:cubicBezTo>
                          <a:cubicBezTo>
                            <a:pt x="1157" y="101299"/>
                            <a:pt x="129" y="100360"/>
                            <a:pt x="85" y="99138"/>
                          </a:cubicBezTo>
                          <a:cubicBezTo>
                            <a:pt x="-79" y="95234"/>
                            <a:pt x="-5" y="91285"/>
                            <a:pt x="308" y="87396"/>
                          </a:cubicBezTo>
                          <a:cubicBezTo>
                            <a:pt x="412" y="86174"/>
                            <a:pt x="1470" y="85280"/>
                            <a:pt x="2677" y="85369"/>
                          </a:cubicBezTo>
                          <a:cubicBezTo>
                            <a:pt x="3899" y="85474"/>
                            <a:pt x="4793" y="86532"/>
                            <a:pt x="4704" y="87739"/>
                          </a:cubicBezTo>
                          <a:cubicBezTo>
                            <a:pt x="4406" y="91449"/>
                            <a:pt x="4331" y="95204"/>
                            <a:pt x="4480" y="98930"/>
                          </a:cubicBezTo>
                          <a:cubicBezTo>
                            <a:pt x="4525" y="100032"/>
                            <a:pt x="3750" y="100986"/>
                            <a:pt x="2692" y="101195"/>
                          </a:cubicBezTo>
                          <a:close/>
                          <a:moveTo>
                            <a:pt x="4555" y="78396"/>
                          </a:moveTo>
                          <a:cubicBezTo>
                            <a:pt x="4287" y="78440"/>
                            <a:pt x="3989" y="78440"/>
                            <a:pt x="3706" y="78396"/>
                          </a:cubicBezTo>
                          <a:cubicBezTo>
                            <a:pt x="2513" y="78142"/>
                            <a:pt x="1753" y="76980"/>
                            <a:pt x="1992" y="75788"/>
                          </a:cubicBezTo>
                          <a:cubicBezTo>
                            <a:pt x="2797" y="71973"/>
                            <a:pt x="3840" y="68158"/>
                            <a:pt x="5106" y="64463"/>
                          </a:cubicBezTo>
                          <a:cubicBezTo>
                            <a:pt x="5494" y="63315"/>
                            <a:pt x="6745" y="62690"/>
                            <a:pt x="7908" y="63092"/>
                          </a:cubicBezTo>
                          <a:cubicBezTo>
                            <a:pt x="9055" y="63479"/>
                            <a:pt x="9681" y="64746"/>
                            <a:pt x="9279" y="65893"/>
                          </a:cubicBezTo>
                          <a:cubicBezTo>
                            <a:pt x="8072" y="69425"/>
                            <a:pt x="7073" y="73046"/>
                            <a:pt x="6313" y="76697"/>
                          </a:cubicBezTo>
                          <a:cubicBezTo>
                            <a:pt x="6120" y="77591"/>
                            <a:pt x="5404" y="78261"/>
                            <a:pt x="4555" y="78410"/>
                          </a:cubicBezTo>
                          <a:close/>
                          <a:moveTo>
                            <a:pt x="11961" y="56729"/>
                          </a:moveTo>
                          <a:cubicBezTo>
                            <a:pt x="11514" y="56819"/>
                            <a:pt x="11037" y="56759"/>
                            <a:pt x="10590" y="56550"/>
                          </a:cubicBezTo>
                          <a:cubicBezTo>
                            <a:pt x="9502" y="56014"/>
                            <a:pt x="9040" y="54703"/>
                            <a:pt x="9577" y="53600"/>
                          </a:cubicBezTo>
                          <a:cubicBezTo>
                            <a:pt x="11290" y="50083"/>
                            <a:pt x="13227" y="46641"/>
                            <a:pt x="15358" y="43378"/>
                          </a:cubicBezTo>
                          <a:cubicBezTo>
                            <a:pt x="16029" y="42364"/>
                            <a:pt x="17385" y="42066"/>
                            <a:pt x="18413" y="42737"/>
                          </a:cubicBezTo>
                          <a:cubicBezTo>
                            <a:pt x="19441" y="43407"/>
                            <a:pt x="19724" y="44763"/>
                            <a:pt x="19054" y="45792"/>
                          </a:cubicBezTo>
                          <a:cubicBezTo>
                            <a:pt x="17027" y="48906"/>
                            <a:pt x="15165" y="52184"/>
                            <a:pt x="13540" y="55537"/>
                          </a:cubicBezTo>
                          <a:cubicBezTo>
                            <a:pt x="13227" y="56193"/>
                            <a:pt x="12631" y="56610"/>
                            <a:pt x="11961" y="56744"/>
                          </a:cubicBezTo>
                          <a:close/>
                          <a:moveTo>
                            <a:pt x="24433" y="37536"/>
                          </a:moveTo>
                          <a:cubicBezTo>
                            <a:pt x="23807" y="37656"/>
                            <a:pt x="23137" y="37492"/>
                            <a:pt x="22600" y="37059"/>
                          </a:cubicBezTo>
                          <a:cubicBezTo>
                            <a:pt x="21662" y="36270"/>
                            <a:pt x="21542" y="34884"/>
                            <a:pt x="22332" y="33960"/>
                          </a:cubicBezTo>
                          <a:cubicBezTo>
                            <a:pt x="24850" y="30980"/>
                            <a:pt x="27562" y="28104"/>
                            <a:pt x="30424" y="25451"/>
                          </a:cubicBezTo>
                          <a:cubicBezTo>
                            <a:pt x="31318" y="24617"/>
                            <a:pt x="32703" y="24676"/>
                            <a:pt x="33538" y="25571"/>
                          </a:cubicBezTo>
                          <a:cubicBezTo>
                            <a:pt x="34372" y="26465"/>
                            <a:pt x="34313" y="27865"/>
                            <a:pt x="33419" y="28685"/>
                          </a:cubicBezTo>
                          <a:cubicBezTo>
                            <a:pt x="30692" y="31218"/>
                            <a:pt x="28099" y="33945"/>
                            <a:pt x="25700" y="36806"/>
                          </a:cubicBezTo>
                          <a:cubicBezTo>
                            <a:pt x="25357" y="37208"/>
                            <a:pt x="24895" y="37462"/>
                            <a:pt x="24418" y="37551"/>
                          </a:cubicBezTo>
                          <a:close/>
                          <a:moveTo>
                            <a:pt x="41197" y="21950"/>
                          </a:moveTo>
                          <a:cubicBezTo>
                            <a:pt x="40392" y="22099"/>
                            <a:pt x="39513" y="21786"/>
                            <a:pt x="39007" y="21070"/>
                          </a:cubicBezTo>
                          <a:cubicBezTo>
                            <a:pt x="38291" y="20087"/>
                            <a:pt x="38515" y="18701"/>
                            <a:pt x="39498" y="17986"/>
                          </a:cubicBezTo>
                          <a:cubicBezTo>
                            <a:pt x="42657" y="15706"/>
                            <a:pt x="45995" y="13590"/>
                            <a:pt x="49408" y="11712"/>
                          </a:cubicBezTo>
                          <a:cubicBezTo>
                            <a:pt x="50481" y="11131"/>
                            <a:pt x="51822" y="11519"/>
                            <a:pt x="52403" y="12592"/>
                          </a:cubicBezTo>
                          <a:cubicBezTo>
                            <a:pt x="52984" y="13664"/>
                            <a:pt x="52597" y="15006"/>
                            <a:pt x="51524" y="15587"/>
                          </a:cubicBezTo>
                          <a:cubicBezTo>
                            <a:pt x="48260" y="17375"/>
                            <a:pt x="45086" y="19387"/>
                            <a:pt x="42076" y="21562"/>
                          </a:cubicBezTo>
                          <a:cubicBezTo>
                            <a:pt x="41808" y="21756"/>
                            <a:pt x="41495" y="21890"/>
                            <a:pt x="41197" y="21950"/>
                          </a:cubicBezTo>
                          <a:close/>
                          <a:moveTo>
                            <a:pt x="61254" y="10938"/>
                          </a:moveTo>
                          <a:cubicBezTo>
                            <a:pt x="60241" y="11131"/>
                            <a:pt x="59198" y="10580"/>
                            <a:pt x="58795" y="9582"/>
                          </a:cubicBezTo>
                          <a:cubicBezTo>
                            <a:pt x="58348" y="8449"/>
                            <a:pt x="58900" y="7168"/>
                            <a:pt x="60032" y="6720"/>
                          </a:cubicBezTo>
                          <a:cubicBezTo>
                            <a:pt x="63653" y="5290"/>
                            <a:pt x="67408" y="4053"/>
                            <a:pt x="71193" y="3070"/>
                          </a:cubicBezTo>
                          <a:cubicBezTo>
                            <a:pt x="72385" y="2787"/>
                            <a:pt x="73578" y="3472"/>
                            <a:pt x="73890" y="4649"/>
                          </a:cubicBezTo>
                          <a:cubicBezTo>
                            <a:pt x="74203" y="5826"/>
                            <a:pt x="73488" y="7033"/>
                            <a:pt x="72311" y="7346"/>
                          </a:cubicBezTo>
                          <a:cubicBezTo>
                            <a:pt x="68690" y="8285"/>
                            <a:pt x="65114" y="9462"/>
                            <a:pt x="61671" y="10818"/>
                          </a:cubicBezTo>
                          <a:cubicBezTo>
                            <a:pt x="61537" y="10878"/>
                            <a:pt x="61403" y="10908"/>
                            <a:pt x="61254" y="10938"/>
                          </a:cubicBezTo>
                          <a:close/>
                          <a:moveTo>
                            <a:pt x="94857" y="4366"/>
                          </a:moveTo>
                          <a:cubicBezTo>
                            <a:pt x="94737" y="4396"/>
                            <a:pt x="94603" y="4396"/>
                            <a:pt x="94469" y="4411"/>
                          </a:cubicBezTo>
                          <a:cubicBezTo>
                            <a:pt x="91250" y="4441"/>
                            <a:pt x="87987" y="4649"/>
                            <a:pt x="84753" y="5022"/>
                          </a:cubicBezTo>
                          <a:cubicBezTo>
                            <a:pt x="84262" y="5081"/>
                            <a:pt x="83785" y="5141"/>
                            <a:pt x="83308" y="5201"/>
                          </a:cubicBezTo>
                          <a:cubicBezTo>
                            <a:pt x="82101" y="5364"/>
                            <a:pt x="80998" y="4515"/>
                            <a:pt x="80835" y="3308"/>
                          </a:cubicBezTo>
                          <a:cubicBezTo>
                            <a:pt x="80671" y="2101"/>
                            <a:pt x="81520" y="954"/>
                            <a:pt x="82727" y="834"/>
                          </a:cubicBezTo>
                          <a:cubicBezTo>
                            <a:pt x="83234" y="775"/>
                            <a:pt x="83755" y="700"/>
                            <a:pt x="84262" y="641"/>
                          </a:cubicBezTo>
                          <a:cubicBezTo>
                            <a:pt x="87644" y="253"/>
                            <a:pt x="91072" y="30"/>
                            <a:pt x="94439" y="0"/>
                          </a:cubicBezTo>
                          <a:cubicBezTo>
                            <a:pt x="95661" y="0"/>
                            <a:pt x="96660" y="969"/>
                            <a:pt x="96660" y="2190"/>
                          </a:cubicBezTo>
                          <a:cubicBezTo>
                            <a:pt x="96660" y="3278"/>
                            <a:pt x="95900" y="4187"/>
                            <a:pt x="94857" y="4381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646" name="Graphique 6">
                    <a:extLst>
                      <a:ext uri="{FF2B5EF4-FFF2-40B4-BE49-F238E27FC236}">
                        <a16:creationId xmlns:a16="http://schemas.microsoft.com/office/drawing/2014/main" id="{0670229F-1B36-C8E5-0A44-23575AD3491D}"/>
                      </a:ext>
                    </a:extLst>
                  </p:cNvPr>
                  <p:cNvGrpSpPr/>
                  <p:nvPr/>
                </p:nvGrpSpPr>
                <p:grpSpPr>
                  <a:xfrm>
                    <a:off x="837492" y="280072"/>
                    <a:ext cx="135856" cy="71699"/>
                    <a:chOff x="837492" y="280072"/>
                    <a:chExt cx="135856" cy="71699"/>
                  </a:xfrm>
                  <a:solidFill>
                    <a:srgbClr val="B1ABE5"/>
                  </a:solidFill>
                </p:grpSpPr>
                <p:sp>
                  <p:nvSpPr>
                    <p:cNvPr id="2651" name="Forme libre : forme 2650">
                      <a:extLst>
                        <a:ext uri="{FF2B5EF4-FFF2-40B4-BE49-F238E27FC236}">
                          <a16:creationId xmlns:a16="http://schemas.microsoft.com/office/drawing/2014/main" id="{7A6BEB43-8919-6B5A-C37B-1F519DD702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184" y="280072"/>
                      <a:ext cx="120164" cy="71699"/>
                    </a:xfrm>
                    <a:custGeom>
                      <a:avLst/>
                      <a:gdLst>
                        <a:gd name="connsiteX0" fmla="*/ 47282 w 120164"/>
                        <a:gd name="connsiteY0" fmla="*/ 69826 h 71699"/>
                        <a:gd name="connsiteX1" fmla="*/ 44719 w 120164"/>
                        <a:gd name="connsiteY1" fmla="*/ 68098 h 71699"/>
                        <a:gd name="connsiteX2" fmla="*/ 46447 w 120164"/>
                        <a:gd name="connsiteY2" fmla="*/ 65505 h 71699"/>
                        <a:gd name="connsiteX3" fmla="*/ 57087 w 120164"/>
                        <a:gd name="connsiteY3" fmla="*/ 62689 h 71699"/>
                        <a:gd name="connsiteX4" fmla="*/ 59874 w 120164"/>
                        <a:gd name="connsiteY4" fmla="*/ 64089 h 71699"/>
                        <a:gd name="connsiteX5" fmla="*/ 58473 w 120164"/>
                        <a:gd name="connsiteY5" fmla="*/ 66876 h 71699"/>
                        <a:gd name="connsiteX6" fmla="*/ 47312 w 120164"/>
                        <a:gd name="connsiteY6" fmla="*/ 69826 h 71699"/>
                        <a:gd name="connsiteX7" fmla="*/ 47282 w 120164"/>
                        <a:gd name="connsiteY7" fmla="*/ 69826 h 71699"/>
                        <a:gd name="connsiteX8" fmla="*/ 36106 w 120164"/>
                        <a:gd name="connsiteY8" fmla="*/ 71376 h 71699"/>
                        <a:gd name="connsiteX9" fmla="*/ 35868 w 120164"/>
                        <a:gd name="connsiteY9" fmla="*/ 71406 h 71699"/>
                        <a:gd name="connsiteX10" fmla="*/ 24319 w 120164"/>
                        <a:gd name="connsiteY10" fmla="*/ 71615 h 71699"/>
                        <a:gd name="connsiteX11" fmla="*/ 22203 w 120164"/>
                        <a:gd name="connsiteY11" fmla="*/ 69320 h 71699"/>
                        <a:gd name="connsiteX12" fmla="*/ 24498 w 120164"/>
                        <a:gd name="connsiteY12" fmla="*/ 67204 h 71699"/>
                        <a:gd name="connsiteX13" fmla="*/ 35510 w 120164"/>
                        <a:gd name="connsiteY13" fmla="*/ 67010 h 71699"/>
                        <a:gd name="connsiteX14" fmla="*/ 37879 w 120164"/>
                        <a:gd name="connsiteY14" fmla="*/ 69037 h 71699"/>
                        <a:gd name="connsiteX15" fmla="*/ 36091 w 120164"/>
                        <a:gd name="connsiteY15" fmla="*/ 71376 h 71699"/>
                        <a:gd name="connsiteX16" fmla="*/ 68665 w 120164"/>
                        <a:gd name="connsiteY16" fmla="*/ 62763 h 71699"/>
                        <a:gd name="connsiteX17" fmla="*/ 66266 w 120164"/>
                        <a:gd name="connsiteY17" fmla="*/ 61541 h 71699"/>
                        <a:gd name="connsiteX18" fmla="*/ 67324 w 120164"/>
                        <a:gd name="connsiteY18" fmla="*/ 58606 h 71699"/>
                        <a:gd name="connsiteX19" fmla="*/ 76980 w 120164"/>
                        <a:gd name="connsiteY19" fmla="*/ 53301 h 71699"/>
                        <a:gd name="connsiteX20" fmla="*/ 80020 w 120164"/>
                        <a:gd name="connsiteY20" fmla="*/ 53986 h 71699"/>
                        <a:gd name="connsiteX21" fmla="*/ 79335 w 120164"/>
                        <a:gd name="connsiteY21" fmla="*/ 57026 h 71699"/>
                        <a:gd name="connsiteX22" fmla="*/ 69217 w 120164"/>
                        <a:gd name="connsiteY22" fmla="*/ 62584 h 71699"/>
                        <a:gd name="connsiteX23" fmla="*/ 68680 w 120164"/>
                        <a:gd name="connsiteY23" fmla="*/ 62763 h 71699"/>
                        <a:gd name="connsiteX24" fmla="*/ 13605 w 120164"/>
                        <a:gd name="connsiteY24" fmla="*/ 70408 h 71699"/>
                        <a:gd name="connsiteX25" fmla="*/ 12845 w 120164"/>
                        <a:gd name="connsiteY25" fmla="*/ 70408 h 71699"/>
                        <a:gd name="connsiteX26" fmla="*/ 1580 w 120164"/>
                        <a:gd name="connsiteY26" fmla="*/ 67815 h 71699"/>
                        <a:gd name="connsiteX27" fmla="*/ 90 w 120164"/>
                        <a:gd name="connsiteY27" fmla="*/ 65073 h 71699"/>
                        <a:gd name="connsiteX28" fmla="*/ 2831 w 120164"/>
                        <a:gd name="connsiteY28" fmla="*/ 63583 h 71699"/>
                        <a:gd name="connsiteX29" fmla="*/ 13560 w 120164"/>
                        <a:gd name="connsiteY29" fmla="*/ 66056 h 71699"/>
                        <a:gd name="connsiteX30" fmla="*/ 15378 w 120164"/>
                        <a:gd name="connsiteY30" fmla="*/ 68590 h 71699"/>
                        <a:gd name="connsiteX31" fmla="*/ 13605 w 120164"/>
                        <a:gd name="connsiteY31" fmla="*/ 70393 h 71699"/>
                        <a:gd name="connsiteX32" fmla="*/ 87709 w 120164"/>
                        <a:gd name="connsiteY32" fmla="*/ 50738 h 71699"/>
                        <a:gd name="connsiteX33" fmla="*/ 85593 w 120164"/>
                        <a:gd name="connsiteY33" fmla="*/ 49963 h 71699"/>
                        <a:gd name="connsiteX34" fmla="*/ 85906 w 120164"/>
                        <a:gd name="connsiteY34" fmla="*/ 46863 h 71699"/>
                        <a:gd name="connsiteX35" fmla="*/ 93997 w 120164"/>
                        <a:gd name="connsiteY35" fmla="*/ 39398 h 71699"/>
                        <a:gd name="connsiteX36" fmla="*/ 97112 w 120164"/>
                        <a:gd name="connsiteY36" fmla="*/ 39338 h 71699"/>
                        <a:gd name="connsiteX37" fmla="*/ 97171 w 120164"/>
                        <a:gd name="connsiteY37" fmla="*/ 42453 h 71699"/>
                        <a:gd name="connsiteX38" fmla="*/ 88693 w 120164"/>
                        <a:gd name="connsiteY38" fmla="*/ 50276 h 71699"/>
                        <a:gd name="connsiteX39" fmla="*/ 87709 w 120164"/>
                        <a:gd name="connsiteY39" fmla="*/ 50738 h 71699"/>
                        <a:gd name="connsiteX40" fmla="*/ 103311 w 120164"/>
                        <a:gd name="connsiteY40" fmla="*/ 34495 h 71699"/>
                        <a:gd name="connsiteX41" fmla="*/ 101582 w 120164"/>
                        <a:gd name="connsiteY41" fmla="*/ 34093 h 71699"/>
                        <a:gd name="connsiteX42" fmla="*/ 101150 w 120164"/>
                        <a:gd name="connsiteY42" fmla="*/ 31009 h 71699"/>
                        <a:gd name="connsiteX43" fmla="*/ 107230 w 120164"/>
                        <a:gd name="connsiteY43" fmla="*/ 21814 h 71699"/>
                        <a:gd name="connsiteX44" fmla="*/ 110240 w 120164"/>
                        <a:gd name="connsiteY44" fmla="*/ 21010 h 71699"/>
                        <a:gd name="connsiteX45" fmla="*/ 111044 w 120164"/>
                        <a:gd name="connsiteY45" fmla="*/ 24020 h 71699"/>
                        <a:gd name="connsiteX46" fmla="*/ 104682 w 120164"/>
                        <a:gd name="connsiteY46" fmla="*/ 33661 h 71699"/>
                        <a:gd name="connsiteX47" fmla="*/ 103326 w 120164"/>
                        <a:gd name="connsiteY47" fmla="*/ 34510 h 71699"/>
                        <a:gd name="connsiteX48" fmla="*/ 114576 w 120164"/>
                        <a:gd name="connsiteY48" fmla="*/ 14990 h 71699"/>
                        <a:gd name="connsiteX49" fmla="*/ 113309 w 120164"/>
                        <a:gd name="connsiteY49" fmla="*/ 14856 h 71699"/>
                        <a:gd name="connsiteX50" fmla="*/ 112147 w 120164"/>
                        <a:gd name="connsiteY50" fmla="*/ 11965 h 71699"/>
                        <a:gd name="connsiteX51" fmla="*/ 115843 w 120164"/>
                        <a:gd name="connsiteY51" fmla="*/ 1593 h 71699"/>
                        <a:gd name="connsiteX52" fmla="*/ 118570 w 120164"/>
                        <a:gd name="connsiteY52" fmla="*/ 88 h 71699"/>
                        <a:gd name="connsiteX53" fmla="*/ 120075 w 120164"/>
                        <a:gd name="connsiteY53" fmla="*/ 2815 h 71699"/>
                        <a:gd name="connsiteX54" fmla="*/ 116200 w 120164"/>
                        <a:gd name="connsiteY54" fmla="*/ 13693 h 71699"/>
                        <a:gd name="connsiteX55" fmla="*/ 114576 w 120164"/>
                        <a:gd name="connsiteY55" fmla="*/ 14990 h 716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</a:cxnLst>
                      <a:rect l="l" t="t" r="r" b="b"/>
                      <a:pathLst>
                        <a:path w="120164" h="71699">
                          <a:moveTo>
                            <a:pt x="47282" y="69826"/>
                          </a:moveTo>
                          <a:cubicBezTo>
                            <a:pt x="46105" y="70050"/>
                            <a:pt x="44957" y="69275"/>
                            <a:pt x="44719" y="68098"/>
                          </a:cubicBezTo>
                          <a:cubicBezTo>
                            <a:pt x="44480" y="66906"/>
                            <a:pt x="45255" y="65743"/>
                            <a:pt x="46447" y="65505"/>
                          </a:cubicBezTo>
                          <a:cubicBezTo>
                            <a:pt x="50039" y="64790"/>
                            <a:pt x="53630" y="63836"/>
                            <a:pt x="57087" y="62689"/>
                          </a:cubicBezTo>
                          <a:cubicBezTo>
                            <a:pt x="58234" y="62316"/>
                            <a:pt x="59486" y="62927"/>
                            <a:pt x="59874" y="64089"/>
                          </a:cubicBezTo>
                          <a:cubicBezTo>
                            <a:pt x="60261" y="65252"/>
                            <a:pt x="59620" y="66488"/>
                            <a:pt x="58473" y="66876"/>
                          </a:cubicBezTo>
                          <a:cubicBezTo>
                            <a:pt x="54837" y="68068"/>
                            <a:pt x="51082" y="69066"/>
                            <a:pt x="47312" y="69826"/>
                          </a:cubicBezTo>
                          <a:cubicBezTo>
                            <a:pt x="47312" y="69826"/>
                            <a:pt x="47297" y="69826"/>
                            <a:pt x="47282" y="69826"/>
                          </a:cubicBezTo>
                          <a:close/>
                          <a:moveTo>
                            <a:pt x="36106" y="71376"/>
                          </a:moveTo>
                          <a:cubicBezTo>
                            <a:pt x="36031" y="71376"/>
                            <a:pt x="35957" y="71406"/>
                            <a:pt x="35868" y="71406"/>
                          </a:cubicBezTo>
                          <a:cubicBezTo>
                            <a:pt x="32038" y="71704"/>
                            <a:pt x="28149" y="71778"/>
                            <a:pt x="24319" y="71615"/>
                          </a:cubicBezTo>
                          <a:cubicBezTo>
                            <a:pt x="23097" y="71555"/>
                            <a:pt x="22158" y="70542"/>
                            <a:pt x="22203" y="69320"/>
                          </a:cubicBezTo>
                          <a:cubicBezTo>
                            <a:pt x="22248" y="68098"/>
                            <a:pt x="23291" y="67159"/>
                            <a:pt x="24498" y="67204"/>
                          </a:cubicBezTo>
                          <a:cubicBezTo>
                            <a:pt x="28149" y="67353"/>
                            <a:pt x="31859" y="67293"/>
                            <a:pt x="35510" y="67010"/>
                          </a:cubicBezTo>
                          <a:cubicBezTo>
                            <a:pt x="36717" y="66921"/>
                            <a:pt x="37790" y="67830"/>
                            <a:pt x="37879" y="69037"/>
                          </a:cubicBezTo>
                          <a:cubicBezTo>
                            <a:pt x="37969" y="70169"/>
                            <a:pt x="37179" y="71167"/>
                            <a:pt x="36091" y="71376"/>
                          </a:cubicBezTo>
                          <a:close/>
                          <a:moveTo>
                            <a:pt x="68665" y="62763"/>
                          </a:moveTo>
                          <a:cubicBezTo>
                            <a:pt x="67697" y="62942"/>
                            <a:pt x="66698" y="62465"/>
                            <a:pt x="66266" y="61541"/>
                          </a:cubicBezTo>
                          <a:cubicBezTo>
                            <a:pt x="65745" y="60439"/>
                            <a:pt x="66221" y="59127"/>
                            <a:pt x="67324" y="58606"/>
                          </a:cubicBezTo>
                          <a:cubicBezTo>
                            <a:pt x="70647" y="57041"/>
                            <a:pt x="73881" y="55253"/>
                            <a:pt x="76980" y="53301"/>
                          </a:cubicBezTo>
                          <a:cubicBezTo>
                            <a:pt x="78008" y="52660"/>
                            <a:pt x="79379" y="52958"/>
                            <a:pt x="80020" y="53986"/>
                          </a:cubicBezTo>
                          <a:cubicBezTo>
                            <a:pt x="80676" y="55014"/>
                            <a:pt x="80363" y="56385"/>
                            <a:pt x="79335" y="57026"/>
                          </a:cubicBezTo>
                          <a:cubicBezTo>
                            <a:pt x="76101" y="59068"/>
                            <a:pt x="72689" y="60945"/>
                            <a:pt x="69217" y="62584"/>
                          </a:cubicBezTo>
                          <a:cubicBezTo>
                            <a:pt x="69038" y="62674"/>
                            <a:pt x="68859" y="62718"/>
                            <a:pt x="68680" y="62763"/>
                          </a:cubicBezTo>
                          <a:close/>
                          <a:moveTo>
                            <a:pt x="13605" y="70408"/>
                          </a:moveTo>
                          <a:cubicBezTo>
                            <a:pt x="13352" y="70452"/>
                            <a:pt x="13098" y="70452"/>
                            <a:pt x="12845" y="70408"/>
                          </a:cubicBezTo>
                          <a:cubicBezTo>
                            <a:pt x="9060" y="69782"/>
                            <a:pt x="5260" y="68902"/>
                            <a:pt x="1580" y="67815"/>
                          </a:cubicBezTo>
                          <a:cubicBezTo>
                            <a:pt x="417" y="67472"/>
                            <a:pt x="-253" y="66250"/>
                            <a:pt x="90" y="65073"/>
                          </a:cubicBezTo>
                          <a:cubicBezTo>
                            <a:pt x="432" y="63911"/>
                            <a:pt x="1669" y="63240"/>
                            <a:pt x="2831" y="63583"/>
                          </a:cubicBezTo>
                          <a:cubicBezTo>
                            <a:pt x="6348" y="64626"/>
                            <a:pt x="9954" y="65445"/>
                            <a:pt x="13560" y="66056"/>
                          </a:cubicBezTo>
                          <a:cubicBezTo>
                            <a:pt x="14767" y="66250"/>
                            <a:pt x="15572" y="67397"/>
                            <a:pt x="15378" y="68590"/>
                          </a:cubicBezTo>
                          <a:cubicBezTo>
                            <a:pt x="15214" y="69528"/>
                            <a:pt x="14499" y="70229"/>
                            <a:pt x="13605" y="70393"/>
                          </a:cubicBezTo>
                          <a:close/>
                          <a:moveTo>
                            <a:pt x="87709" y="50738"/>
                          </a:moveTo>
                          <a:cubicBezTo>
                            <a:pt x="86949" y="50887"/>
                            <a:pt x="86115" y="50619"/>
                            <a:pt x="85593" y="49963"/>
                          </a:cubicBezTo>
                          <a:cubicBezTo>
                            <a:pt x="84818" y="49024"/>
                            <a:pt x="84967" y="47623"/>
                            <a:pt x="85906" y="46863"/>
                          </a:cubicBezTo>
                          <a:cubicBezTo>
                            <a:pt x="88737" y="44554"/>
                            <a:pt x="91464" y="42035"/>
                            <a:pt x="93997" y="39398"/>
                          </a:cubicBezTo>
                          <a:cubicBezTo>
                            <a:pt x="94847" y="38519"/>
                            <a:pt x="96233" y="38489"/>
                            <a:pt x="97112" y="39338"/>
                          </a:cubicBezTo>
                          <a:cubicBezTo>
                            <a:pt x="97991" y="40188"/>
                            <a:pt x="98021" y="41574"/>
                            <a:pt x="97171" y="42453"/>
                          </a:cubicBezTo>
                          <a:cubicBezTo>
                            <a:pt x="94519" y="45224"/>
                            <a:pt x="91658" y="47862"/>
                            <a:pt x="88693" y="50276"/>
                          </a:cubicBezTo>
                          <a:cubicBezTo>
                            <a:pt x="88395" y="50514"/>
                            <a:pt x="88052" y="50663"/>
                            <a:pt x="87709" y="50738"/>
                          </a:cubicBezTo>
                          <a:close/>
                          <a:moveTo>
                            <a:pt x="103311" y="34495"/>
                          </a:moveTo>
                          <a:cubicBezTo>
                            <a:pt x="102730" y="34600"/>
                            <a:pt x="102089" y="34481"/>
                            <a:pt x="101582" y="34093"/>
                          </a:cubicBezTo>
                          <a:cubicBezTo>
                            <a:pt x="100614" y="33363"/>
                            <a:pt x="100405" y="31977"/>
                            <a:pt x="101150" y="31009"/>
                          </a:cubicBezTo>
                          <a:cubicBezTo>
                            <a:pt x="103355" y="28073"/>
                            <a:pt x="105397" y="24988"/>
                            <a:pt x="107230" y="21814"/>
                          </a:cubicBezTo>
                          <a:cubicBezTo>
                            <a:pt x="107841" y="20756"/>
                            <a:pt x="109197" y="20399"/>
                            <a:pt x="110240" y="21010"/>
                          </a:cubicBezTo>
                          <a:cubicBezTo>
                            <a:pt x="111298" y="21621"/>
                            <a:pt x="111655" y="22962"/>
                            <a:pt x="111044" y="24020"/>
                          </a:cubicBezTo>
                          <a:cubicBezTo>
                            <a:pt x="109122" y="27343"/>
                            <a:pt x="106991" y="30576"/>
                            <a:pt x="104682" y="33661"/>
                          </a:cubicBezTo>
                          <a:cubicBezTo>
                            <a:pt x="104339" y="34123"/>
                            <a:pt x="103847" y="34406"/>
                            <a:pt x="103326" y="34510"/>
                          </a:cubicBezTo>
                          <a:close/>
                          <a:moveTo>
                            <a:pt x="114576" y="14990"/>
                          </a:moveTo>
                          <a:cubicBezTo>
                            <a:pt x="114159" y="15064"/>
                            <a:pt x="113727" y="15034"/>
                            <a:pt x="113309" y="14856"/>
                          </a:cubicBezTo>
                          <a:cubicBezTo>
                            <a:pt x="112192" y="14379"/>
                            <a:pt x="111670" y="13082"/>
                            <a:pt x="112147" y="11965"/>
                          </a:cubicBezTo>
                          <a:cubicBezTo>
                            <a:pt x="113593" y="8597"/>
                            <a:pt x="114829" y="5095"/>
                            <a:pt x="115843" y="1593"/>
                          </a:cubicBezTo>
                          <a:cubicBezTo>
                            <a:pt x="116185" y="431"/>
                            <a:pt x="117407" y="-254"/>
                            <a:pt x="118570" y="88"/>
                          </a:cubicBezTo>
                          <a:cubicBezTo>
                            <a:pt x="119747" y="431"/>
                            <a:pt x="120417" y="1653"/>
                            <a:pt x="120075" y="2815"/>
                          </a:cubicBezTo>
                          <a:cubicBezTo>
                            <a:pt x="119017" y="6496"/>
                            <a:pt x="117705" y="10162"/>
                            <a:pt x="116200" y="13693"/>
                          </a:cubicBezTo>
                          <a:cubicBezTo>
                            <a:pt x="115902" y="14394"/>
                            <a:pt x="115276" y="14870"/>
                            <a:pt x="114576" y="14990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52" name="Forme libre : forme 2651">
                      <a:extLst>
                        <a:ext uri="{FF2B5EF4-FFF2-40B4-BE49-F238E27FC236}">
                          <a16:creationId xmlns:a16="http://schemas.microsoft.com/office/drawing/2014/main" id="{30A959C1-2D2C-CEA2-D2C2-A58F24ACBD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492" y="337335"/>
                      <a:ext cx="9404" cy="6756"/>
                    </a:xfrm>
                    <a:custGeom>
                      <a:avLst/>
                      <a:gdLst>
                        <a:gd name="connsiteX0" fmla="*/ 7586 w 9404"/>
                        <a:gd name="connsiteY0" fmla="*/ 6722 h 6756"/>
                        <a:gd name="connsiteX1" fmla="*/ 6304 w 9404"/>
                        <a:gd name="connsiteY1" fmla="*/ 6573 h 6756"/>
                        <a:gd name="connsiteX2" fmla="*/ 1208 w 9404"/>
                        <a:gd name="connsiteY2" fmla="*/ 4174 h 6756"/>
                        <a:gd name="connsiteX3" fmla="*/ 240 w 9404"/>
                        <a:gd name="connsiteY3" fmla="*/ 1208 h 6756"/>
                        <a:gd name="connsiteX4" fmla="*/ 3205 w 9404"/>
                        <a:gd name="connsiteY4" fmla="*/ 240 h 6756"/>
                        <a:gd name="connsiteX5" fmla="*/ 8078 w 9404"/>
                        <a:gd name="connsiteY5" fmla="*/ 2534 h 6756"/>
                        <a:gd name="connsiteX6" fmla="*/ 9225 w 9404"/>
                        <a:gd name="connsiteY6" fmla="*/ 5440 h 6756"/>
                        <a:gd name="connsiteX7" fmla="*/ 7601 w 9404"/>
                        <a:gd name="connsiteY7" fmla="*/ 6722 h 67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9404" h="6756">
                          <a:moveTo>
                            <a:pt x="7586" y="6722"/>
                          </a:moveTo>
                          <a:cubicBezTo>
                            <a:pt x="7169" y="6796"/>
                            <a:pt x="6722" y="6751"/>
                            <a:pt x="6304" y="6573"/>
                          </a:cubicBezTo>
                          <a:cubicBezTo>
                            <a:pt x="4576" y="5828"/>
                            <a:pt x="2862" y="5008"/>
                            <a:pt x="1208" y="4174"/>
                          </a:cubicBezTo>
                          <a:cubicBezTo>
                            <a:pt x="120" y="3622"/>
                            <a:pt x="-312" y="2296"/>
                            <a:pt x="240" y="1208"/>
                          </a:cubicBezTo>
                          <a:cubicBezTo>
                            <a:pt x="791" y="120"/>
                            <a:pt x="2117" y="-312"/>
                            <a:pt x="3205" y="240"/>
                          </a:cubicBezTo>
                          <a:cubicBezTo>
                            <a:pt x="4784" y="1044"/>
                            <a:pt x="6424" y="1804"/>
                            <a:pt x="8078" y="2534"/>
                          </a:cubicBezTo>
                          <a:cubicBezTo>
                            <a:pt x="9195" y="3026"/>
                            <a:pt x="9702" y="4323"/>
                            <a:pt x="9225" y="5440"/>
                          </a:cubicBezTo>
                          <a:cubicBezTo>
                            <a:pt x="8927" y="6141"/>
                            <a:pt x="8301" y="6602"/>
                            <a:pt x="7601" y="6722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647" name="Graphique 6">
                    <a:extLst>
                      <a:ext uri="{FF2B5EF4-FFF2-40B4-BE49-F238E27FC236}">
                        <a16:creationId xmlns:a16="http://schemas.microsoft.com/office/drawing/2014/main" id="{0EBCD2B6-ECB9-00D4-1540-4F5C6A7F55BA}"/>
                      </a:ext>
                    </a:extLst>
                  </p:cNvPr>
                  <p:cNvGrpSpPr/>
                  <p:nvPr/>
                </p:nvGrpSpPr>
                <p:grpSpPr>
                  <a:xfrm>
                    <a:off x="809578" y="183729"/>
                    <a:ext cx="144045" cy="144060"/>
                    <a:chOff x="809578" y="183729"/>
                    <a:chExt cx="144045" cy="144060"/>
                  </a:xfrm>
                </p:grpSpPr>
                <p:sp>
                  <p:nvSpPr>
                    <p:cNvPr id="2648" name="Forme libre : forme 2647">
                      <a:extLst>
                        <a:ext uri="{FF2B5EF4-FFF2-40B4-BE49-F238E27FC236}">
                          <a16:creationId xmlns:a16="http://schemas.microsoft.com/office/drawing/2014/main" id="{EC0789ED-0AA4-E86E-65C7-BAC60E9946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9578" y="183729"/>
                      <a:ext cx="144045" cy="144060"/>
                    </a:xfrm>
                    <a:custGeom>
                      <a:avLst/>
                      <a:gdLst>
                        <a:gd name="connsiteX0" fmla="*/ 32057 w 144045"/>
                        <a:gd name="connsiteY0" fmla="*/ 131985 h 144060"/>
                        <a:gd name="connsiteX1" fmla="*/ 33354 w 144045"/>
                        <a:gd name="connsiteY1" fmla="*/ 132090 h 144060"/>
                        <a:gd name="connsiteX2" fmla="*/ 45037 w 144045"/>
                        <a:gd name="connsiteY2" fmla="*/ 125131 h 144060"/>
                        <a:gd name="connsiteX3" fmla="*/ 63305 w 144045"/>
                        <a:gd name="connsiteY3" fmla="*/ 130972 h 144060"/>
                        <a:gd name="connsiteX4" fmla="*/ 68789 w 144045"/>
                        <a:gd name="connsiteY4" fmla="*/ 143400 h 144060"/>
                        <a:gd name="connsiteX5" fmla="*/ 69907 w 144045"/>
                        <a:gd name="connsiteY5" fmla="*/ 144055 h 144060"/>
                        <a:gd name="connsiteX6" fmla="*/ 86149 w 144045"/>
                        <a:gd name="connsiteY6" fmla="*/ 142684 h 144060"/>
                        <a:gd name="connsiteX7" fmla="*/ 87133 w 144045"/>
                        <a:gd name="connsiteY7" fmla="*/ 141850 h 144060"/>
                        <a:gd name="connsiteX8" fmla="*/ 90470 w 144045"/>
                        <a:gd name="connsiteY8" fmla="*/ 128677 h 144060"/>
                        <a:gd name="connsiteX9" fmla="*/ 107518 w 144045"/>
                        <a:gd name="connsiteY9" fmla="*/ 119871 h 144060"/>
                        <a:gd name="connsiteX10" fmla="*/ 120198 w 144045"/>
                        <a:gd name="connsiteY10" fmla="*/ 124773 h 144060"/>
                        <a:gd name="connsiteX11" fmla="*/ 121450 w 144045"/>
                        <a:gd name="connsiteY11" fmla="*/ 124445 h 144060"/>
                        <a:gd name="connsiteX12" fmla="*/ 131970 w 144045"/>
                        <a:gd name="connsiteY12" fmla="*/ 111988 h 144060"/>
                        <a:gd name="connsiteX13" fmla="*/ 132075 w 144045"/>
                        <a:gd name="connsiteY13" fmla="*/ 110691 h 144060"/>
                        <a:gd name="connsiteX14" fmla="*/ 125116 w 144045"/>
                        <a:gd name="connsiteY14" fmla="*/ 99009 h 144060"/>
                        <a:gd name="connsiteX15" fmla="*/ 130957 w 144045"/>
                        <a:gd name="connsiteY15" fmla="*/ 80740 h 144060"/>
                        <a:gd name="connsiteX16" fmla="*/ 143385 w 144045"/>
                        <a:gd name="connsiteY16" fmla="*/ 75256 h 144060"/>
                        <a:gd name="connsiteX17" fmla="*/ 144040 w 144045"/>
                        <a:gd name="connsiteY17" fmla="*/ 74139 h 144060"/>
                        <a:gd name="connsiteX18" fmla="*/ 142670 w 144045"/>
                        <a:gd name="connsiteY18" fmla="*/ 57896 h 144060"/>
                        <a:gd name="connsiteX19" fmla="*/ 141835 w 144045"/>
                        <a:gd name="connsiteY19" fmla="*/ 56913 h 144060"/>
                        <a:gd name="connsiteX20" fmla="*/ 128662 w 144045"/>
                        <a:gd name="connsiteY20" fmla="*/ 53575 h 144060"/>
                        <a:gd name="connsiteX21" fmla="*/ 119856 w 144045"/>
                        <a:gd name="connsiteY21" fmla="*/ 36528 h 144060"/>
                        <a:gd name="connsiteX22" fmla="*/ 124758 w 144045"/>
                        <a:gd name="connsiteY22" fmla="*/ 23847 h 144060"/>
                        <a:gd name="connsiteX23" fmla="*/ 124430 w 144045"/>
                        <a:gd name="connsiteY23" fmla="*/ 22595 h 144060"/>
                        <a:gd name="connsiteX24" fmla="*/ 111973 w 144045"/>
                        <a:gd name="connsiteY24" fmla="*/ 12075 h 144060"/>
                        <a:gd name="connsiteX25" fmla="*/ 110677 w 144045"/>
                        <a:gd name="connsiteY25" fmla="*/ 11971 h 144060"/>
                        <a:gd name="connsiteX26" fmla="*/ 98994 w 144045"/>
                        <a:gd name="connsiteY26" fmla="*/ 18929 h 144060"/>
                        <a:gd name="connsiteX27" fmla="*/ 80725 w 144045"/>
                        <a:gd name="connsiteY27" fmla="*/ 13088 h 144060"/>
                        <a:gd name="connsiteX28" fmla="*/ 75241 w 144045"/>
                        <a:gd name="connsiteY28" fmla="*/ 661 h 144060"/>
                        <a:gd name="connsiteX29" fmla="*/ 74124 w 144045"/>
                        <a:gd name="connsiteY29" fmla="*/ 5 h 144060"/>
                        <a:gd name="connsiteX30" fmla="*/ 57881 w 144045"/>
                        <a:gd name="connsiteY30" fmla="*/ 1376 h 144060"/>
                        <a:gd name="connsiteX31" fmla="*/ 56898 w 144045"/>
                        <a:gd name="connsiteY31" fmla="*/ 2210 h 144060"/>
                        <a:gd name="connsiteX32" fmla="*/ 53560 w 144045"/>
                        <a:gd name="connsiteY32" fmla="*/ 15383 h 144060"/>
                        <a:gd name="connsiteX33" fmla="*/ 36513 w 144045"/>
                        <a:gd name="connsiteY33" fmla="*/ 24190 h 144060"/>
                        <a:gd name="connsiteX34" fmla="*/ 23847 w 144045"/>
                        <a:gd name="connsiteY34" fmla="*/ 19287 h 144060"/>
                        <a:gd name="connsiteX35" fmla="*/ 22595 w 144045"/>
                        <a:gd name="connsiteY35" fmla="*/ 19615 h 144060"/>
                        <a:gd name="connsiteX36" fmla="*/ 12075 w 144045"/>
                        <a:gd name="connsiteY36" fmla="*/ 32072 h 144060"/>
                        <a:gd name="connsiteX37" fmla="*/ 11971 w 144045"/>
                        <a:gd name="connsiteY37" fmla="*/ 33369 h 144060"/>
                        <a:gd name="connsiteX38" fmla="*/ 18929 w 144045"/>
                        <a:gd name="connsiteY38" fmla="*/ 45051 h 144060"/>
                        <a:gd name="connsiteX39" fmla="*/ 13088 w 144045"/>
                        <a:gd name="connsiteY39" fmla="*/ 63320 h 144060"/>
                        <a:gd name="connsiteX40" fmla="*/ 660 w 144045"/>
                        <a:gd name="connsiteY40" fmla="*/ 68804 h 144060"/>
                        <a:gd name="connsiteX41" fmla="*/ 5 w 144045"/>
                        <a:gd name="connsiteY41" fmla="*/ 69922 h 144060"/>
                        <a:gd name="connsiteX42" fmla="*/ 1376 w 144045"/>
                        <a:gd name="connsiteY42" fmla="*/ 86164 h 144060"/>
                        <a:gd name="connsiteX43" fmla="*/ 2210 w 144045"/>
                        <a:gd name="connsiteY43" fmla="*/ 87147 h 144060"/>
                        <a:gd name="connsiteX44" fmla="*/ 15383 w 144045"/>
                        <a:gd name="connsiteY44" fmla="*/ 90485 h 144060"/>
                        <a:gd name="connsiteX45" fmla="*/ 24190 w 144045"/>
                        <a:gd name="connsiteY45" fmla="*/ 107532 h 144060"/>
                        <a:gd name="connsiteX46" fmla="*/ 19287 w 144045"/>
                        <a:gd name="connsiteY46" fmla="*/ 120213 h 144060"/>
                        <a:gd name="connsiteX47" fmla="*/ 19615 w 144045"/>
                        <a:gd name="connsiteY47" fmla="*/ 121465 h 144060"/>
                        <a:gd name="connsiteX48" fmla="*/ 32072 w 144045"/>
                        <a:gd name="connsiteY48" fmla="*/ 131985 h 1440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144045" h="144060">
                          <a:moveTo>
                            <a:pt x="32057" y="131985"/>
                          </a:moveTo>
                          <a:cubicBezTo>
                            <a:pt x="32415" y="132298"/>
                            <a:pt x="32937" y="132343"/>
                            <a:pt x="33354" y="132090"/>
                          </a:cubicBezTo>
                          <a:lnTo>
                            <a:pt x="45037" y="125131"/>
                          </a:lnTo>
                          <a:cubicBezTo>
                            <a:pt x="50684" y="128007"/>
                            <a:pt x="56853" y="130018"/>
                            <a:pt x="63305" y="130972"/>
                          </a:cubicBezTo>
                          <a:lnTo>
                            <a:pt x="68789" y="143400"/>
                          </a:lnTo>
                          <a:cubicBezTo>
                            <a:pt x="68983" y="143832"/>
                            <a:pt x="69430" y="144100"/>
                            <a:pt x="69907" y="144055"/>
                          </a:cubicBezTo>
                          <a:lnTo>
                            <a:pt x="86149" y="142684"/>
                          </a:lnTo>
                          <a:cubicBezTo>
                            <a:pt x="86626" y="142640"/>
                            <a:pt x="87028" y="142312"/>
                            <a:pt x="87133" y="141850"/>
                          </a:cubicBezTo>
                          <a:lnTo>
                            <a:pt x="90470" y="128677"/>
                          </a:lnTo>
                          <a:cubicBezTo>
                            <a:pt x="96684" y="126666"/>
                            <a:pt x="102421" y="123656"/>
                            <a:pt x="107518" y="119871"/>
                          </a:cubicBezTo>
                          <a:lnTo>
                            <a:pt x="120198" y="124773"/>
                          </a:lnTo>
                          <a:cubicBezTo>
                            <a:pt x="120646" y="124952"/>
                            <a:pt x="121152" y="124818"/>
                            <a:pt x="121450" y="124445"/>
                          </a:cubicBezTo>
                          <a:lnTo>
                            <a:pt x="131970" y="111988"/>
                          </a:lnTo>
                          <a:cubicBezTo>
                            <a:pt x="132283" y="111630"/>
                            <a:pt x="132328" y="111109"/>
                            <a:pt x="132075" y="110691"/>
                          </a:cubicBezTo>
                          <a:lnTo>
                            <a:pt x="125116" y="99009"/>
                          </a:lnTo>
                          <a:cubicBezTo>
                            <a:pt x="127992" y="93361"/>
                            <a:pt x="130003" y="87192"/>
                            <a:pt x="130957" y="80740"/>
                          </a:cubicBezTo>
                          <a:lnTo>
                            <a:pt x="143385" y="75256"/>
                          </a:lnTo>
                          <a:cubicBezTo>
                            <a:pt x="143817" y="75063"/>
                            <a:pt x="144085" y="74615"/>
                            <a:pt x="144040" y="74139"/>
                          </a:cubicBezTo>
                          <a:lnTo>
                            <a:pt x="142670" y="57896"/>
                          </a:lnTo>
                          <a:cubicBezTo>
                            <a:pt x="142625" y="57419"/>
                            <a:pt x="142297" y="57017"/>
                            <a:pt x="141835" y="56913"/>
                          </a:cubicBezTo>
                          <a:lnTo>
                            <a:pt x="128662" y="53575"/>
                          </a:lnTo>
                          <a:cubicBezTo>
                            <a:pt x="126651" y="47361"/>
                            <a:pt x="123641" y="41624"/>
                            <a:pt x="119856" y="36528"/>
                          </a:cubicBezTo>
                          <a:lnTo>
                            <a:pt x="124758" y="23847"/>
                          </a:lnTo>
                          <a:cubicBezTo>
                            <a:pt x="124937" y="23400"/>
                            <a:pt x="124803" y="22893"/>
                            <a:pt x="124430" y="22595"/>
                          </a:cubicBezTo>
                          <a:lnTo>
                            <a:pt x="111973" y="12075"/>
                          </a:lnTo>
                          <a:cubicBezTo>
                            <a:pt x="111615" y="11762"/>
                            <a:pt x="111094" y="11732"/>
                            <a:pt x="110677" y="11971"/>
                          </a:cubicBezTo>
                          <a:lnTo>
                            <a:pt x="98994" y="18929"/>
                          </a:lnTo>
                          <a:cubicBezTo>
                            <a:pt x="93346" y="16054"/>
                            <a:pt x="87177" y="14042"/>
                            <a:pt x="80725" y="13088"/>
                          </a:cubicBezTo>
                          <a:lnTo>
                            <a:pt x="75241" y="661"/>
                          </a:lnTo>
                          <a:cubicBezTo>
                            <a:pt x="75048" y="228"/>
                            <a:pt x="74601" y="-40"/>
                            <a:pt x="74124" y="5"/>
                          </a:cubicBezTo>
                          <a:lnTo>
                            <a:pt x="57881" y="1376"/>
                          </a:lnTo>
                          <a:cubicBezTo>
                            <a:pt x="57405" y="1420"/>
                            <a:pt x="57017" y="1748"/>
                            <a:pt x="56898" y="2210"/>
                          </a:cubicBezTo>
                          <a:lnTo>
                            <a:pt x="53560" y="15383"/>
                          </a:lnTo>
                          <a:cubicBezTo>
                            <a:pt x="47346" y="17395"/>
                            <a:pt x="41609" y="20405"/>
                            <a:pt x="36513" y="24190"/>
                          </a:cubicBezTo>
                          <a:lnTo>
                            <a:pt x="23847" y="19287"/>
                          </a:lnTo>
                          <a:cubicBezTo>
                            <a:pt x="23400" y="19108"/>
                            <a:pt x="22893" y="19242"/>
                            <a:pt x="22595" y="19615"/>
                          </a:cubicBezTo>
                          <a:lnTo>
                            <a:pt x="12075" y="32072"/>
                          </a:lnTo>
                          <a:cubicBezTo>
                            <a:pt x="11762" y="32430"/>
                            <a:pt x="11717" y="32952"/>
                            <a:pt x="11971" y="33369"/>
                          </a:cubicBezTo>
                          <a:lnTo>
                            <a:pt x="18929" y="45051"/>
                          </a:lnTo>
                          <a:cubicBezTo>
                            <a:pt x="16054" y="50699"/>
                            <a:pt x="14042" y="56868"/>
                            <a:pt x="13088" y="63320"/>
                          </a:cubicBezTo>
                          <a:lnTo>
                            <a:pt x="660" y="68804"/>
                          </a:lnTo>
                          <a:cubicBezTo>
                            <a:pt x="228" y="68998"/>
                            <a:pt x="-40" y="69445"/>
                            <a:pt x="5" y="69922"/>
                          </a:cubicBezTo>
                          <a:lnTo>
                            <a:pt x="1376" y="86164"/>
                          </a:lnTo>
                          <a:cubicBezTo>
                            <a:pt x="1420" y="86641"/>
                            <a:pt x="1748" y="87043"/>
                            <a:pt x="2210" y="87147"/>
                          </a:cubicBezTo>
                          <a:lnTo>
                            <a:pt x="15383" y="90485"/>
                          </a:lnTo>
                          <a:cubicBezTo>
                            <a:pt x="17395" y="96699"/>
                            <a:pt x="20405" y="102436"/>
                            <a:pt x="24190" y="107532"/>
                          </a:cubicBezTo>
                          <a:lnTo>
                            <a:pt x="19287" y="120213"/>
                          </a:lnTo>
                          <a:cubicBezTo>
                            <a:pt x="19108" y="120660"/>
                            <a:pt x="19242" y="121167"/>
                            <a:pt x="19615" y="121465"/>
                          </a:cubicBezTo>
                          <a:lnTo>
                            <a:pt x="32072" y="131985"/>
                          </a:ln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49" name="Forme libre : forme 2648">
                      <a:extLst>
                        <a:ext uri="{FF2B5EF4-FFF2-40B4-BE49-F238E27FC236}">
                          <a16:creationId xmlns:a16="http://schemas.microsoft.com/office/drawing/2014/main" id="{F30F67FE-CBF7-25BE-0DFD-16470E1907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4926" y="239098"/>
                      <a:ext cx="33385" cy="33375"/>
                    </a:xfrm>
                    <a:custGeom>
                      <a:avLst/>
                      <a:gdLst>
                        <a:gd name="connsiteX0" fmla="*/ 19715 w 33385"/>
                        <a:gd name="connsiteY0" fmla="*/ 33090 h 33375"/>
                        <a:gd name="connsiteX1" fmla="*/ 9358 w 33385"/>
                        <a:gd name="connsiteY1" fmla="*/ 31675 h 33375"/>
                        <a:gd name="connsiteX2" fmla="*/ 909 w 33385"/>
                        <a:gd name="connsiteY2" fmla="*/ 22108 h 33375"/>
                        <a:gd name="connsiteX3" fmla="*/ 11266 w 33385"/>
                        <a:gd name="connsiteY3" fmla="*/ 903 h 33375"/>
                        <a:gd name="connsiteX4" fmla="*/ 32470 w 33385"/>
                        <a:gd name="connsiteY4" fmla="*/ 11260 h 33375"/>
                        <a:gd name="connsiteX5" fmla="*/ 31680 w 33385"/>
                        <a:gd name="connsiteY5" fmla="*/ 24000 h 33375"/>
                        <a:gd name="connsiteX6" fmla="*/ 22114 w 33385"/>
                        <a:gd name="connsiteY6" fmla="*/ 32449 h 33375"/>
                        <a:gd name="connsiteX7" fmla="*/ 19730 w 33385"/>
                        <a:gd name="connsiteY7" fmla="*/ 33075 h 33375"/>
                        <a:gd name="connsiteX8" fmla="*/ 14440 w 33385"/>
                        <a:gd name="connsiteY8" fmla="*/ 4614 h 33375"/>
                        <a:gd name="connsiteX9" fmla="*/ 12696 w 33385"/>
                        <a:gd name="connsiteY9" fmla="*/ 5076 h 33375"/>
                        <a:gd name="connsiteX10" fmla="*/ 5082 w 33385"/>
                        <a:gd name="connsiteY10" fmla="*/ 20662 h 33375"/>
                        <a:gd name="connsiteX11" fmla="*/ 11295 w 33385"/>
                        <a:gd name="connsiteY11" fmla="*/ 27696 h 33375"/>
                        <a:gd name="connsiteX12" fmla="*/ 20668 w 33385"/>
                        <a:gd name="connsiteY12" fmla="*/ 28277 h 33375"/>
                        <a:gd name="connsiteX13" fmla="*/ 20668 w 33385"/>
                        <a:gd name="connsiteY13" fmla="*/ 28277 h 33375"/>
                        <a:gd name="connsiteX14" fmla="*/ 27702 w 33385"/>
                        <a:gd name="connsiteY14" fmla="*/ 22063 h 33375"/>
                        <a:gd name="connsiteX15" fmla="*/ 28283 w 33385"/>
                        <a:gd name="connsiteY15" fmla="*/ 12690 h 33375"/>
                        <a:gd name="connsiteX16" fmla="*/ 14425 w 33385"/>
                        <a:gd name="connsiteY16" fmla="*/ 4614 h 333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33385" h="33375">
                          <a:moveTo>
                            <a:pt x="19715" y="33090"/>
                          </a:moveTo>
                          <a:cubicBezTo>
                            <a:pt x="16213" y="33746"/>
                            <a:pt x="12622" y="33269"/>
                            <a:pt x="9358" y="31675"/>
                          </a:cubicBezTo>
                          <a:cubicBezTo>
                            <a:pt x="5350" y="29722"/>
                            <a:pt x="2355" y="26325"/>
                            <a:pt x="909" y="22108"/>
                          </a:cubicBezTo>
                          <a:cubicBezTo>
                            <a:pt x="-2086" y="13406"/>
                            <a:pt x="2563" y="3899"/>
                            <a:pt x="11266" y="903"/>
                          </a:cubicBezTo>
                          <a:cubicBezTo>
                            <a:pt x="19983" y="-2077"/>
                            <a:pt x="29475" y="2557"/>
                            <a:pt x="32470" y="11260"/>
                          </a:cubicBezTo>
                          <a:cubicBezTo>
                            <a:pt x="33916" y="15477"/>
                            <a:pt x="33647" y="20007"/>
                            <a:pt x="31680" y="24000"/>
                          </a:cubicBezTo>
                          <a:cubicBezTo>
                            <a:pt x="29728" y="28009"/>
                            <a:pt x="26331" y="31004"/>
                            <a:pt x="22114" y="32449"/>
                          </a:cubicBezTo>
                          <a:cubicBezTo>
                            <a:pt x="21324" y="32718"/>
                            <a:pt x="20519" y="32926"/>
                            <a:pt x="19730" y="33075"/>
                          </a:cubicBezTo>
                          <a:close/>
                          <a:moveTo>
                            <a:pt x="14440" y="4614"/>
                          </a:moveTo>
                          <a:cubicBezTo>
                            <a:pt x="13858" y="4718"/>
                            <a:pt x="13277" y="4882"/>
                            <a:pt x="12696" y="5076"/>
                          </a:cubicBezTo>
                          <a:cubicBezTo>
                            <a:pt x="6303" y="7281"/>
                            <a:pt x="2891" y="14270"/>
                            <a:pt x="5082" y="20662"/>
                          </a:cubicBezTo>
                          <a:cubicBezTo>
                            <a:pt x="6154" y="23762"/>
                            <a:pt x="8360" y="26265"/>
                            <a:pt x="11295" y="27696"/>
                          </a:cubicBezTo>
                          <a:cubicBezTo>
                            <a:pt x="14246" y="29141"/>
                            <a:pt x="17569" y="29335"/>
                            <a:pt x="20668" y="28277"/>
                          </a:cubicBezTo>
                          <a:lnTo>
                            <a:pt x="20668" y="28277"/>
                          </a:lnTo>
                          <a:cubicBezTo>
                            <a:pt x="23768" y="27204"/>
                            <a:pt x="26271" y="24999"/>
                            <a:pt x="27702" y="22063"/>
                          </a:cubicBezTo>
                          <a:cubicBezTo>
                            <a:pt x="29147" y="19113"/>
                            <a:pt x="29341" y="15790"/>
                            <a:pt x="28283" y="12690"/>
                          </a:cubicBezTo>
                          <a:cubicBezTo>
                            <a:pt x="26286" y="6864"/>
                            <a:pt x="20311" y="3511"/>
                            <a:pt x="14425" y="4614"/>
                          </a:cubicBez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50" name="Forme libre : forme 2649">
                      <a:extLst>
                        <a:ext uri="{FF2B5EF4-FFF2-40B4-BE49-F238E27FC236}">
                          <a16:creationId xmlns:a16="http://schemas.microsoft.com/office/drawing/2014/main" id="{242E7BBB-D098-398E-A587-B538006DAA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236" y="213940"/>
                      <a:ext cx="83087" cy="83103"/>
                    </a:xfrm>
                    <a:custGeom>
                      <a:avLst/>
                      <a:gdLst>
                        <a:gd name="connsiteX0" fmla="*/ 49233 w 83087"/>
                        <a:gd name="connsiteY0" fmla="*/ 82388 h 83103"/>
                        <a:gd name="connsiteX1" fmla="*/ 45045 w 83087"/>
                        <a:gd name="connsiteY1" fmla="*/ 82954 h 83103"/>
                        <a:gd name="connsiteX2" fmla="*/ 36581 w 83087"/>
                        <a:gd name="connsiteY2" fmla="*/ 82805 h 83103"/>
                        <a:gd name="connsiteX3" fmla="*/ 36209 w 83087"/>
                        <a:gd name="connsiteY3" fmla="*/ 82760 h 83103"/>
                        <a:gd name="connsiteX4" fmla="*/ 34316 w 83087"/>
                        <a:gd name="connsiteY4" fmla="*/ 80987 h 83103"/>
                        <a:gd name="connsiteX5" fmla="*/ 34302 w 83087"/>
                        <a:gd name="connsiteY5" fmla="*/ 80302 h 83103"/>
                        <a:gd name="connsiteX6" fmla="*/ 36775 w 83087"/>
                        <a:gd name="connsiteY6" fmla="*/ 78394 h 83103"/>
                        <a:gd name="connsiteX7" fmla="*/ 44673 w 83087"/>
                        <a:gd name="connsiteY7" fmla="*/ 78573 h 83103"/>
                        <a:gd name="connsiteX8" fmla="*/ 44673 w 83087"/>
                        <a:gd name="connsiteY8" fmla="*/ 78573 h 83103"/>
                        <a:gd name="connsiteX9" fmla="*/ 45105 w 83087"/>
                        <a:gd name="connsiteY9" fmla="*/ 78529 h 83103"/>
                        <a:gd name="connsiteX10" fmla="*/ 62242 w 83087"/>
                        <a:gd name="connsiteY10" fmla="*/ 72434 h 83103"/>
                        <a:gd name="connsiteX11" fmla="*/ 69707 w 83087"/>
                        <a:gd name="connsiteY11" fmla="*/ 65788 h 83103"/>
                        <a:gd name="connsiteX12" fmla="*/ 69767 w 83087"/>
                        <a:gd name="connsiteY12" fmla="*/ 65728 h 83103"/>
                        <a:gd name="connsiteX13" fmla="*/ 69931 w 83087"/>
                        <a:gd name="connsiteY13" fmla="*/ 65535 h 83103"/>
                        <a:gd name="connsiteX14" fmla="*/ 78573 w 83087"/>
                        <a:gd name="connsiteY14" fmla="*/ 38459 h 83103"/>
                        <a:gd name="connsiteX15" fmla="*/ 78067 w 83087"/>
                        <a:gd name="connsiteY15" fmla="*/ 34674 h 83103"/>
                        <a:gd name="connsiteX16" fmla="*/ 65535 w 83087"/>
                        <a:gd name="connsiteY16" fmla="*/ 13201 h 83103"/>
                        <a:gd name="connsiteX17" fmla="*/ 38459 w 83087"/>
                        <a:gd name="connsiteY17" fmla="*/ 4559 h 83103"/>
                        <a:gd name="connsiteX18" fmla="*/ 13201 w 83087"/>
                        <a:gd name="connsiteY18" fmla="*/ 17597 h 83103"/>
                        <a:gd name="connsiteX19" fmla="*/ 4559 w 83087"/>
                        <a:gd name="connsiteY19" fmla="*/ 44673 h 83103"/>
                        <a:gd name="connsiteX20" fmla="*/ 5065 w 83087"/>
                        <a:gd name="connsiteY20" fmla="*/ 48413 h 83103"/>
                        <a:gd name="connsiteX21" fmla="*/ 11398 w 83087"/>
                        <a:gd name="connsiteY21" fmla="*/ 63240 h 83103"/>
                        <a:gd name="connsiteX22" fmla="*/ 11771 w 83087"/>
                        <a:gd name="connsiteY22" fmla="*/ 64119 h 83103"/>
                        <a:gd name="connsiteX23" fmla="*/ 10892 w 83087"/>
                        <a:gd name="connsiteY23" fmla="*/ 66309 h 83103"/>
                        <a:gd name="connsiteX24" fmla="*/ 7807 w 83087"/>
                        <a:gd name="connsiteY24" fmla="*/ 65803 h 83103"/>
                        <a:gd name="connsiteX25" fmla="*/ 714 w 83087"/>
                        <a:gd name="connsiteY25" fmla="*/ 49218 h 83103"/>
                        <a:gd name="connsiteX26" fmla="*/ 148 w 83087"/>
                        <a:gd name="connsiteY26" fmla="*/ 45030 h 83103"/>
                        <a:gd name="connsiteX27" fmla="*/ 9819 w 83087"/>
                        <a:gd name="connsiteY27" fmla="*/ 14736 h 83103"/>
                        <a:gd name="connsiteX28" fmla="*/ 38072 w 83087"/>
                        <a:gd name="connsiteY28" fmla="*/ 148 h 83103"/>
                        <a:gd name="connsiteX29" fmla="*/ 68366 w 83087"/>
                        <a:gd name="connsiteY29" fmla="*/ 9819 h 83103"/>
                        <a:gd name="connsiteX30" fmla="*/ 82373 w 83087"/>
                        <a:gd name="connsiteY30" fmla="*/ 33840 h 83103"/>
                        <a:gd name="connsiteX31" fmla="*/ 82939 w 83087"/>
                        <a:gd name="connsiteY31" fmla="*/ 38072 h 83103"/>
                        <a:gd name="connsiteX32" fmla="*/ 49203 w 83087"/>
                        <a:gd name="connsiteY32" fmla="*/ 82388 h 831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</a:cxnLst>
                      <a:rect l="l" t="t" r="r" b="b"/>
                      <a:pathLst>
                        <a:path w="83087" h="83103">
                          <a:moveTo>
                            <a:pt x="49233" y="82388"/>
                          </a:moveTo>
                          <a:cubicBezTo>
                            <a:pt x="47862" y="82641"/>
                            <a:pt x="46461" y="82835"/>
                            <a:pt x="45045" y="82954"/>
                          </a:cubicBezTo>
                          <a:cubicBezTo>
                            <a:pt x="42229" y="83193"/>
                            <a:pt x="39383" y="83148"/>
                            <a:pt x="36581" y="82805"/>
                          </a:cubicBezTo>
                          <a:cubicBezTo>
                            <a:pt x="36462" y="82790"/>
                            <a:pt x="36328" y="82775"/>
                            <a:pt x="36209" y="82760"/>
                          </a:cubicBezTo>
                          <a:cubicBezTo>
                            <a:pt x="35240" y="82641"/>
                            <a:pt x="34495" y="81896"/>
                            <a:pt x="34316" y="80987"/>
                          </a:cubicBezTo>
                          <a:cubicBezTo>
                            <a:pt x="34272" y="80764"/>
                            <a:pt x="34272" y="80525"/>
                            <a:pt x="34302" y="80302"/>
                          </a:cubicBezTo>
                          <a:cubicBezTo>
                            <a:pt x="34451" y="79095"/>
                            <a:pt x="35568" y="78245"/>
                            <a:pt x="36775" y="78394"/>
                          </a:cubicBezTo>
                          <a:cubicBezTo>
                            <a:pt x="39383" y="78737"/>
                            <a:pt x="42050" y="78782"/>
                            <a:pt x="44673" y="78573"/>
                          </a:cubicBezTo>
                          <a:lnTo>
                            <a:pt x="44673" y="78573"/>
                          </a:lnTo>
                          <a:cubicBezTo>
                            <a:pt x="44822" y="78573"/>
                            <a:pt x="44956" y="78543"/>
                            <a:pt x="45105" y="78529"/>
                          </a:cubicBezTo>
                          <a:cubicBezTo>
                            <a:pt x="51334" y="77947"/>
                            <a:pt x="57175" y="75831"/>
                            <a:pt x="62242" y="72434"/>
                          </a:cubicBezTo>
                          <a:cubicBezTo>
                            <a:pt x="64983" y="70586"/>
                            <a:pt x="67502" y="68366"/>
                            <a:pt x="69707" y="65788"/>
                          </a:cubicBezTo>
                          <a:cubicBezTo>
                            <a:pt x="69722" y="65773"/>
                            <a:pt x="69737" y="65743"/>
                            <a:pt x="69767" y="65728"/>
                          </a:cubicBezTo>
                          <a:cubicBezTo>
                            <a:pt x="69826" y="65669"/>
                            <a:pt x="69871" y="65594"/>
                            <a:pt x="69931" y="65535"/>
                          </a:cubicBezTo>
                          <a:cubicBezTo>
                            <a:pt x="76338" y="57965"/>
                            <a:pt x="79393" y="48339"/>
                            <a:pt x="78573" y="38459"/>
                          </a:cubicBezTo>
                          <a:cubicBezTo>
                            <a:pt x="78469" y="37178"/>
                            <a:pt x="78290" y="35911"/>
                            <a:pt x="78067" y="34674"/>
                          </a:cubicBezTo>
                          <a:cubicBezTo>
                            <a:pt x="76502" y="26300"/>
                            <a:pt x="72136" y="18774"/>
                            <a:pt x="65535" y="13201"/>
                          </a:cubicBezTo>
                          <a:cubicBezTo>
                            <a:pt x="57965" y="6794"/>
                            <a:pt x="48339" y="3739"/>
                            <a:pt x="38459" y="4559"/>
                          </a:cubicBezTo>
                          <a:cubicBezTo>
                            <a:pt x="28580" y="5393"/>
                            <a:pt x="19609" y="10012"/>
                            <a:pt x="13201" y="17597"/>
                          </a:cubicBezTo>
                          <a:cubicBezTo>
                            <a:pt x="6794" y="25167"/>
                            <a:pt x="3739" y="34793"/>
                            <a:pt x="4559" y="44673"/>
                          </a:cubicBezTo>
                          <a:cubicBezTo>
                            <a:pt x="4663" y="45925"/>
                            <a:pt x="4827" y="47176"/>
                            <a:pt x="5065" y="48413"/>
                          </a:cubicBezTo>
                          <a:cubicBezTo>
                            <a:pt x="6064" y="53763"/>
                            <a:pt x="8224" y="58814"/>
                            <a:pt x="11398" y="63240"/>
                          </a:cubicBezTo>
                          <a:cubicBezTo>
                            <a:pt x="11592" y="63508"/>
                            <a:pt x="11726" y="63806"/>
                            <a:pt x="11771" y="64119"/>
                          </a:cubicBezTo>
                          <a:cubicBezTo>
                            <a:pt x="11920" y="64939"/>
                            <a:pt x="11607" y="65803"/>
                            <a:pt x="10892" y="66309"/>
                          </a:cubicBezTo>
                          <a:cubicBezTo>
                            <a:pt x="9908" y="67025"/>
                            <a:pt x="8522" y="66801"/>
                            <a:pt x="7807" y="65803"/>
                          </a:cubicBezTo>
                          <a:cubicBezTo>
                            <a:pt x="4246" y="60871"/>
                            <a:pt x="1832" y="55193"/>
                            <a:pt x="714" y="49218"/>
                          </a:cubicBezTo>
                          <a:cubicBezTo>
                            <a:pt x="461" y="47832"/>
                            <a:pt x="267" y="46446"/>
                            <a:pt x="148" y="45030"/>
                          </a:cubicBezTo>
                          <a:cubicBezTo>
                            <a:pt x="-776" y="33974"/>
                            <a:pt x="2651" y="23215"/>
                            <a:pt x="9819" y="14736"/>
                          </a:cubicBezTo>
                          <a:cubicBezTo>
                            <a:pt x="16986" y="6257"/>
                            <a:pt x="27000" y="1072"/>
                            <a:pt x="38072" y="148"/>
                          </a:cubicBezTo>
                          <a:cubicBezTo>
                            <a:pt x="49128" y="-776"/>
                            <a:pt x="59887" y="2651"/>
                            <a:pt x="68366" y="9819"/>
                          </a:cubicBezTo>
                          <a:cubicBezTo>
                            <a:pt x="75742" y="16048"/>
                            <a:pt x="80630" y="24467"/>
                            <a:pt x="82373" y="33840"/>
                          </a:cubicBezTo>
                          <a:cubicBezTo>
                            <a:pt x="82626" y="35225"/>
                            <a:pt x="82820" y="36641"/>
                            <a:pt x="82939" y="38072"/>
                          </a:cubicBezTo>
                          <a:cubicBezTo>
                            <a:pt x="84742" y="59485"/>
                            <a:pt x="69886" y="78514"/>
                            <a:pt x="49203" y="82388"/>
                          </a:cubicBez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2586" name="Graphique 6">
                <a:extLst>
                  <a:ext uri="{FF2B5EF4-FFF2-40B4-BE49-F238E27FC236}">
                    <a16:creationId xmlns:a16="http://schemas.microsoft.com/office/drawing/2014/main" id="{E1A904C8-1C73-80A6-2607-159DDC41C9C8}"/>
                  </a:ext>
                </a:extLst>
              </p:cNvPr>
              <p:cNvGrpSpPr/>
              <p:nvPr/>
            </p:nvGrpSpPr>
            <p:grpSpPr>
              <a:xfrm>
                <a:off x="208617" y="329944"/>
                <a:ext cx="833951" cy="847597"/>
                <a:chOff x="208617" y="329944"/>
                <a:chExt cx="833951" cy="847597"/>
              </a:xfrm>
            </p:grpSpPr>
            <p:grpSp>
              <p:nvGrpSpPr>
                <p:cNvPr id="2587" name="Graphique 6">
                  <a:extLst>
                    <a:ext uri="{FF2B5EF4-FFF2-40B4-BE49-F238E27FC236}">
                      <a16:creationId xmlns:a16="http://schemas.microsoft.com/office/drawing/2014/main" id="{9920B71C-7662-B883-E189-7D1C50ECBD19}"/>
                    </a:ext>
                  </a:extLst>
                </p:cNvPr>
                <p:cNvGrpSpPr/>
                <p:nvPr/>
              </p:nvGrpSpPr>
              <p:grpSpPr>
                <a:xfrm>
                  <a:off x="480846" y="333718"/>
                  <a:ext cx="561722" cy="843823"/>
                  <a:chOff x="480846" y="333718"/>
                  <a:chExt cx="561722" cy="843823"/>
                </a:xfrm>
              </p:grpSpPr>
              <p:grpSp>
                <p:nvGrpSpPr>
                  <p:cNvPr id="2609" name="Graphique 6">
                    <a:extLst>
                      <a:ext uri="{FF2B5EF4-FFF2-40B4-BE49-F238E27FC236}">
                        <a16:creationId xmlns:a16="http://schemas.microsoft.com/office/drawing/2014/main" id="{DB61D5D1-7C97-94BA-57D0-4650B4B6D9A1}"/>
                      </a:ext>
                    </a:extLst>
                  </p:cNvPr>
                  <p:cNvGrpSpPr/>
                  <p:nvPr/>
                </p:nvGrpSpPr>
                <p:grpSpPr>
                  <a:xfrm>
                    <a:off x="480846" y="464504"/>
                    <a:ext cx="235187" cy="143610"/>
                    <a:chOff x="480846" y="464504"/>
                    <a:chExt cx="235187" cy="143610"/>
                  </a:xfrm>
                </p:grpSpPr>
                <p:sp>
                  <p:nvSpPr>
                    <p:cNvPr id="2641" name="Forme libre : forme 2640">
                      <a:extLst>
                        <a:ext uri="{FF2B5EF4-FFF2-40B4-BE49-F238E27FC236}">
                          <a16:creationId xmlns:a16="http://schemas.microsoft.com/office/drawing/2014/main" id="{C09AB456-922E-752E-77D9-B20D9F9965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0846" y="566145"/>
                      <a:ext cx="128091" cy="41969"/>
                    </a:xfrm>
                    <a:custGeom>
                      <a:avLst/>
                      <a:gdLst>
                        <a:gd name="connsiteX0" fmla="*/ 43094 w 128091"/>
                        <a:gd name="connsiteY0" fmla="*/ 25109 h 41969"/>
                        <a:gd name="connsiteX1" fmla="*/ 28700 w 128091"/>
                        <a:gd name="connsiteY1" fmla="*/ 9239 h 41969"/>
                        <a:gd name="connsiteX2" fmla="*/ 12457 w 128091"/>
                        <a:gd name="connsiteY2" fmla="*/ 16794 h 41969"/>
                        <a:gd name="connsiteX3" fmla="*/ 0 w 128091"/>
                        <a:gd name="connsiteY3" fmla="*/ 33647 h 41969"/>
                        <a:gd name="connsiteX4" fmla="*/ 47267 w 128091"/>
                        <a:gd name="connsiteY4" fmla="*/ 39533 h 41969"/>
                        <a:gd name="connsiteX5" fmla="*/ 128091 w 128091"/>
                        <a:gd name="connsiteY5" fmla="*/ 38296 h 41969"/>
                        <a:gd name="connsiteX6" fmla="*/ 115380 w 128091"/>
                        <a:gd name="connsiteY6" fmla="*/ 0 h 41969"/>
                        <a:gd name="connsiteX7" fmla="*/ 43080 w 128091"/>
                        <a:gd name="connsiteY7" fmla="*/ 25124 h 419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28091" h="41969">
                          <a:moveTo>
                            <a:pt x="43094" y="25109"/>
                          </a:moveTo>
                          <a:cubicBezTo>
                            <a:pt x="43094" y="25109"/>
                            <a:pt x="36448" y="7629"/>
                            <a:pt x="28700" y="9239"/>
                          </a:cubicBezTo>
                          <a:cubicBezTo>
                            <a:pt x="20951" y="10833"/>
                            <a:pt x="12457" y="16794"/>
                            <a:pt x="12457" y="16794"/>
                          </a:cubicBezTo>
                          <a:lnTo>
                            <a:pt x="0" y="33647"/>
                          </a:lnTo>
                          <a:cubicBezTo>
                            <a:pt x="0" y="33647"/>
                            <a:pt x="34973" y="47416"/>
                            <a:pt x="47267" y="39533"/>
                          </a:cubicBezTo>
                          <a:cubicBezTo>
                            <a:pt x="47267" y="39533"/>
                            <a:pt x="82985" y="45702"/>
                            <a:pt x="128091" y="38296"/>
                          </a:cubicBezTo>
                          <a:cubicBezTo>
                            <a:pt x="121565" y="24513"/>
                            <a:pt x="117675" y="10714"/>
                            <a:pt x="115380" y="0"/>
                          </a:cubicBezTo>
                          <a:cubicBezTo>
                            <a:pt x="92537" y="12934"/>
                            <a:pt x="67935" y="22590"/>
                            <a:pt x="43080" y="25124"/>
                          </a:cubicBezTo>
                          <a:close/>
                        </a:path>
                      </a:pathLst>
                    </a:custGeom>
                    <a:solidFill>
                      <a:srgbClr val="C9764E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42" name="Forme libre : forme 2641">
                      <a:extLst>
                        <a:ext uri="{FF2B5EF4-FFF2-40B4-BE49-F238E27FC236}">
                          <a16:creationId xmlns:a16="http://schemas.microsoft.com/office/drawing/2014/main" id="{3CCF5A05-4604-9358-F675-9101840397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242" y="464504"/>
                      <a:ext cx="119791" cy="139937"/>
                    </a:xfrm>
                    <a:custGeom>
                      <a:avLst/>
                      <a:gdLst>
                        <a:gd name="connsiteX0" fmla="*/ 116900 w 119791"/>
                        <a:gd name="connsiteY0" fmla="*/ 0 h 139937"/>
                        <a:gd name="connsiteX1" fmla="*/ 0 w 119791"/>
                        <a:gd name="connsiteY1" fmla="*/ 101642 h 139937"/>
                        <a:gd name="connsiteX2" fmla="*/ 12711 w 119791"/>
                        <a:gd name="connsiteY2" fmla="*/ 139938 h 139937"/>
                        <a:gd name="connsiteX3" fmla="*/ 119791 w 119791"/>
                        <a:gd name="connsiteY3" fmla="*/ 91300 h 139937"/>
                        <a:gd name="connsiteX4" fmla="*/ 116915 w 119791"/>
                        <a:gd name="connsiteY4" fmla="*/ 15 h 1399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9791" h="139937">
                          <a:moveTo>
                            <a:pt x="116900" y="0"/>
                          </a:moveTo>
                          <a:cubicBezTo>
                            <a:pt x="116900" y="0"/>
                            <a:pt x="65759" y="64418"/>
                            <a:pt x="0" y="101642"/>
                          </a:cubicBezTo>
                          <a:cubicBezTo>
                            <a:pt x="2280" y="112356"/>
                            <a:pt x="6184" y="126154"/>
                            <a:pt x="12711" y="139938"/>
                          </a:cubicBezTo>
                          <a:cubicBezTo>
                            <a:pt x="46820" y="134335"/>
                            <a:pt x="86308" y="120983"/>
                            <a:pt x="119791" y="91300"/>
                          </a:cubicBezTo>
                          <a:lnTo>
                            <a:pt x="116915" y="15"/>
                          </a:lnTo>
                          <a:close/>
                        </a:path>
                      </a:pathLst>
                    </a:custGeom>
                    <a:solidFill>
                      <a:srgbClr val="968FDC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610" name="Forme libre : forme 2609">
                    <a:extLst>
                      <a:ext uri="{FF2B5EF4-FFF2-40B4-BE49-F238E27FC236}">
                        <a16:creationId xmlns:a16="http://schemas.microsoft.com/office/drawing/2014/main" id="{681A829A-938A-D9CE-D154-7760E2D26890}"/>
                      </a:ext>
                    </a:extLst>
                  </p:cNvPr>
                  <p:cNvSpPr/>
                  <p:nvPr/>
                </p:nvSpPr>
                <p:spPr>
                  <a:xfrm>
                    <a:off x="706749" y="454436"/>
                    <a:ext cx="198451" cy="299777"/>
                  </a:xfrm>
                  <a:custGeom>
                    <a:avLst/>
                    <a:gdLst>
                      <a:gd name="connsiteX0" fmla="*/ 70171 w 198451"/>
                      <a:gd name="connsiteY0" fmla="*/ 295547 h 299777"/>
                      <a:gd name="connsiteX1" fmla="*/ 16675 w 198451"/>
                      <a:gd name="connsiteY1" fmla="*/ 130500 h 299777"/>
                      <a:gd name="connsiteX2" fmla="*/ 1193 w 198451"/>
                      <a:gd name="connsiteY2" fmla="*/ 43626 h 299777"/>
                      <a:gd name="connsiteX3" fmla="*/ 6393 w 198451"/>
                      <a:gd name="connsiteY3" fmla="*/ 10068 h 299777"/>
                      <a:gd name="connsiteX4" fmla="*/ 143604 w 198451"/>
                      <a:gd name="connsiteY4" fmla="*/ 9144 h 299777"/>
                      <a:gd name="connsiteX5" fmla="*/ 175180 w 198451"/>
                      <a:gd name="connsiteY5" fmla="*/ 263047 h 299777"/>
                      <a:gd name="connsiteX6" fmla="*/ 70171 w 198451"/>
                      <a:gd name="connsiteY6" fmla="*/ 295547 h 2997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8451" h="299777">
                        <a:moveTo>
                          <a:pt x="70171" y="295547"/>
                        </a:moveTo>
                        <a:cubicBezTo>
                          <a:pt x="60172" y="248041"/>
                          <a:pt x="50173" y="220534"/>
                          <a:pt x="16675" y="130500"/>
                        </a:cubicBezTo>
                        <a:cubicBezTo>
                          <a:pt x="6140" y="102158"/>
                          <a:pt x="-3426" y="73488"/>
                          <a:pt x="1193" y="43626"/>
                        </a:cubicBezTo>
                        <a:lnTo>
                          <a:pt x="6393" y="10068"/>
                        </a:lnTo>
                        <a:cubicBezTo>
                          <a:pt x="6393" y="10068"/>
                          <a:pt x="71467" y="-11956"/>
                          <a:pt x="143604" y="9144"/>
                        </a:cubicBezTo>
                        <a:cubicBezTo>
                          <a:pt x="143604" y="9144"/>
                          <a:pt x="242027" y="51896"/>
                          <a:pt x="175180" y="263047"/>
                        </a:cubicBezTo>
                        <a:cubicBezTo>
                          <a:pt x="145050" y="296754"/>
                          <a:pt x="109778" y="306365"/>
                          <a:pt x="70171" y="295547"/>
                        </a:cubicBezTo>
                        <a:close/>
                      </a:path>
                    </a:pathLst>
                  </a:custGeom>
                  <a:solidFill>
                    <a:srgbClr val="968FDC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1" name="Forme libre : forme 2610">
                    <a:extLst>
                      <a:ext uri="{FF2B5EF4-FFF2-40B4-BE49-F238E27FC236}">
                        <a16:creationId xmlns:a16="http://schemas.microsoft.com/office/drawing/2014/main" id="{E2BE906D-F87E-C1C6-D542-0A85BB7AFAA4}"/>
                      </a:ext>
                    </a:extLst>
                  </p:cNvPr>
                  <p:cNvSpPr/>
                  <p:nvPr/>
                </p:nvSpPr>
                <p:spPr>
                  <a:xfrm>
                    <a:off x="724214" y="410904"/>
                    <a:ext cx="73447" cy="57762"/>
                  </a:xfrm>
                  <a:custGeom>
                    <a:avLst/>
                    <a:gdLst>
                      <a:gd name="connsiteX0" fmla="*/ 0 w 73447"/>
                      <a:gd name="connsiteY0" fmla="*/ 10774 h 57762"/>
                      <a:gd name="connsiteX1" fmla="*/ 16868 w 73447"/>
                      <a:gd name="connsiteY1" fmla="*/ 51320 h 57762"/>
                      <a:gd name="connsiteX2" fmla="*/ 22978 w 73447"/>
                      <a:gd name="connsiteY2" fmla="*/ 56178 h 57762"/>
                      <a:gd name="connsiteX3" fmla="*/ 71690 w 73447"/>
                      <a:gd name="connsiteY3" fmla="*/ 50292 h 57762"/>
                      <a:gd name="connsiteX4" fmla="*/ 72733 w 73447"/>
                      <a:gd name="connsiteY4" fmla="*/ 44763 h 57762"/>
                      <a:gd name="connsiteX5" fmla="*/ 41560 w 73447"/>
                      <a:gd name="connsiteY5" fmla="*/ 0 h 57762"/>
                      <a:gd name="connsiteX6" fmla="*/ 0 w 73447"/>
                      <a:gd name="connsiteY6" fmla="*/ 10774 h 577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3447" h="57762">
                        <a:moveTo>
                          <a:pt x="0" y="10774"/>
                        </a:moveTo>
                        <a:lnTo>
                          <a:pt x="16868" y="51320"/>
                        </a:lnTo>
                        <a:cubicBezTo>
                          <a:pt x="17941" y="53883"/>
                          <a:pt x="20236" y="55701"/>
                          <a:pt x="22978" y="56178"/>
                        </a:cubicBezTo>
                        <a:cubicBezTo>
                          <a:pt x="32708" y="57847"/>
                          <a:pt x="56237" y="60454"/>
                          <a:pt x="71690" y="50292"/>
                        </a:cubicBezTo>
                        <a:cubicBezTo>
                          <a:pt x="73538" y="49085"/>
                          <a:pt x="74000" y="46581"/>
                          <a:pt x="72733" y="44763"/>
                        </a:cubicBezTo>
                        <a:lnTo>
                          <a:pt x="41560" y="0"/>
                        </a:lnTo>
                        <a:lnTo>
                          <a:pt x="0" y="10774"/>
                        </a:lnTo>
                        <a:close/>
                      </a:path>
                    </a:pathLst>
                  </a:custGeom>
                  <a:solidFill>
                    <a:srgbClr val="C9764E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612" name="Graphique 6">
                    <a:extLst>
                      <a:ext uri="{FF2B5EF4-FFF2-40B4-BE49-F238E27FC236}">
                        <a16:creationId xmlns:a16="http://schemas.microsoft.com/office/drawing/2014/main" id="{2A2B9CCE-37A8-307C-1886-EB139E260DED}"/>
                      </a:ext>
                    </a:extLst>
                  </p:cNvPr>
                  <p:cNvGrpSpPr/>
                  <p:nvPr/>
                </p:nvGrpSpPr>
                <p:grpSpPr>
                  <a:xfrm>
                    <a:off x="702555" y="333718"/>
                    <a:ext cx="97268" cy="115055"/>
                    <a:chOff x="702555" y="333718"/>
                    <a:chExt cx="97268" cy="115055"/>
                  </a:xfrm>
                </p:grpSpPr>
                <p:sp>
                  <p:nvSpPr>
                    <p:cNvPr id="2638" name="Forme libre : forme 2637">
                      <a:extLst>
                        <a:ext uri="{FF2B5EF4-FFF2-40B4-BE49-F238E27FC236}">
                          <a16:creationId xmlns:a16="http://schemas.microsoft.com/office/drawing/2014/main" id="{5AF3F03E-4845-97D9-3F9B-B1BC7A3D61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1756" y="357457"/>
                      <a:ext cx="68843" cy="76185"/>
                    </a:xfrm>
                    <a:custGeom>
                      <a:avLst/>
                      <a:gdLst>
                        <a:gd name="connsiteX0" fmla="*/ 29907 w 68843"/>
                        <a:gd name="connsiteY0" fmla="*/ 2201 h 76185"/>
                        <a:gd name="connsiteX1" fmla="*/ 0 w 68843"/>
                        <a:gd name="connsiteY1" fmla="*/ 60212 h 76185"/>
                        <a:gd name="connsiteX2" fmla="*/ 33096 w 68843"/>
                        <a:gd name="connsiteY2" fmla="*/ 76186 h 76185"/>
                        <a:gd name="connsiteX3" fmla="*/ 68844 w 68843"/>
                        <a:gd name="connsiteY3" fmla="*/ 25954 h 76185"/>
                        <a:gd name="connsiteX4" fmla="*/ 29907 w 68843"/>
                        <a:gd name="connsiteY4" fmla="*/ 2201 h 761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8843" h="76185">
                          <a:moveTo>
                            <a:pt x="29907" y="2201"/>
                          </a:moveTo>
                          <a:cubicBezTo>
                            <a:pt x="29192" y="2872"/>
                            <a:pt x="0" y="60212"/>
                            <a:pt x="0" y="60212"/>
                          </a:cubicBezTo>
                          <a:lnTo>
                            <a:pt x="33096" y="76186"/>
                          </a:lnTo>
                          <a:lnTo>
                            <a:pt x="68844" y="25954"/>
                          </a:lnTo>
                          <a:cubicBezTo>
                            <a:pt x="68844" y="25954"/>
                            <a:pt x="41768" y="-8960"/>
                            <a:pt x="29907" y="2201"/>
                          </a:cubicBezTo>
                          <a:close/>
                        </a:path>
                      </a:pathLst>
                    </a:custGeom>
                    <a:solidFill>
                      <a:srgbClr val="C9764E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39" name="Forme libre : forme 2638">
                      <a:extLst>
                        <a:ext uri="{FF2B5EF4-FFF2-40B4-BE49-F238E27FC236}">
                          <a16:creationId xmlns:a16="http://schemas.microsoft.com/office/drawing/2014/main" id="{D7257009-E1B8-D7FC-C231-0FEB354330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555" y="333718"/>
                      <a:ext cx="97268" cy="115055"/>
                    </a:xfrm>
                    <a:custGeom>
                      <a:avLst/>
                      <a:gdLst>
                        <a:gd name="connsiteX0" fmla="*/ 63010 w 97268"/>
                        <a:gd name="connsiteY0" fmla="*/ 55713 h 115055"/>
                        <a:gd name="connsiteX1" fmla="*/ 46499 w 97268"/>
                        <a:gd name="connsiteY1" fmla="*/ 83236 h 115055"/>
                        <a:gd name="connsiteX2" fmla="*/ 45590 w 97268"/>
                        <a:gd name="connsiteY2" fmla="*/ 84368 h 115055"/>
                        <a:gd name="connsiteX3" fmla="*/ 31703 w 97268"/>
                        <a:gd name="connsiteY3" fmla="*/ 84279 h 115055"/>
                        <a:gd name="connsiteX4" fmla="*/ 18664 w 97268"/>
                        <a:gd name="connsiteY4" fmla="*/ 70182 h 115055"/>
                        <a:gd name="connsiteX5" fmla="*/ 11541 w 97268"/>
                        <a:gd name="connsiteY5" fmla="*/ 72522 h 115055"/>
                        <a:gd name="connsiteX6" fmla="*/ 246 w 97268"/>
                        <a:gd name="connsiteY6" fmla="*/ 99314 h 115055"/>
                        <a:gd name="connsiteX7" fmla="*/ 3301 w 97268"/>
                        <a:gd name="connsiteY7" fmla="*/ 105752 h 115055"/>
                        <a:gd name="connsiteX8" fmla="*/ 34996 w 97268"/>
                        <a:gd name="connsiteY8" fmla="*/ 115005 h 115055"/>
                        <a:gd name="connsiteX9" fmla="*/ 39988 w 97268"/>
                        <a:gd name="connsiteY9" fmla="*/ 112889 h 115055"/>
                        <a:gd name="connsiteX10" fmla="*/ 64157 w 97268"/>
                        <a:gd name="connsiteY10" fmla="*/ 81761 h 115055"/>
                        <a:gd name="connsiteX11" fmla="*/ 80772 w 97268"/>
                        <a:gd name="connsiteY11" fmla="*/ 80032 h 115055"/>
                        <a:gd name="connsiteX12" fmla="*/ 84989 w 97268"/>
                        <a:gd name="connsiteY12" fmla="*/ 79481 h 115055"/>
                        <a:gd name="connsiteX13" fmla="*/ 89370 w 97268"/>
                        <a:gd name="connsiteY13" fmla="*/ 61778 h 115055"/>
                        <a:gd name="connsiteX14" fmla="*/ 91010 w 97268"/>
                        <a:gd name="connsiteY14" fmla="*/ 54596 h 115055"/>
                        <a:gd name="connsiteX15" fmla="*/ 95480 w 97268"/>
                        <a:gd name="connsiteY15" fmla="*/ 38025 h 115055"/>
                        <a:gd name="connsiteX16" fmla="*/ 77643 w 97268"/>
                        <a:gd name="connsiteY16" fmla="*/ 29293 h 115055"/>
                        <a:gd name="connsiteX17" fmla="*/ 71891 w 97268"/>
                        <a:gd name="connsiteY17" fmla="*/ 26090 h 115055"/>
                        <a:gd name="connsiteX18" fmla="*/ 69164 w 97268"/>
                        <a:gd name="connsiteY18" fmla="*/ 23944 h 115055"/>
                        <a:gd name="connsiteX19" fmla="*/ 65022 w 97268"/>
                        <a:gd name="connsiteY19" fmla="*/ 17924 h 115055"/>
                        <a:gd name="connsiteX20" fmla="*/ 57467 w 97268"/>
                        <a:gd name="connsiteY20" fmla="*/ 2426 h 115055"/>
                        <a:gd name="connsiteX21" fmla="*/ 27500 w 97268"/>
                        <a:gd name="connsiteY21" fmla="*/ 18162 h 115055"/>
                        <a:gd name="connsiteX22" fmla="*/ 50329 w 97268"/>
                        <a:gd name="connsiteY22" fmla="*/ 37862 h 115055"/>
                        <a:gd name="connsiteX23" fmla="*/ 63383 w 97268"/>
                        <a:gd name="connsiteY23" fmla="*/ 51064 h 115055"/>
                        <a:gd name="connsiteX24" fmla="*/ 62980 w 97268"/>
                        <a:gd name="connsiteY24" fmla="*/ 55698 h 11505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97268" h="115055">
                          <a:moveTo>
                            <a:pt x="63010" y="55713"/>
                          </a:moveTo>
                          <a:lnTo>
                            <a:pt x="46499" y="83236"/>
                          </a:lnTo>
                          <a:cubicBezTo>
                            <a:pt x="46246" y="83653"/>
                            <a:pt x="45948" y="84026"/>
                            <a:pt x="45590" y="84368"/>
                          </a:cubicBezTo>
                          <a:cubicBezTo>
                            <a:pt x="43624" y="86201"/>
                            <a:pt x="36903" y="91521"/>
                            <a:pt x="31703" y="84279"/>
                          </a:cubicBezTo>
                          <a:cubicBezTo>
                            <a:pt x="27277" y="78110"/>
                            <a:pt x="23119" y="72492"/>
                            <a:pt x="18664" y="70182"/>
                          </a:cubicBezTo>
                          <a:cubicBezTo>
                            <a:pt x="16056" y="68826"/>
                            <a:pt x="12867" y="69914"/>
                            <a:pt x="11541" y="72522"/>
                          </a:cubicBezTo>
                          <a:cubicBezTo>
                            <a:pt x="8814" y="77916"/>
                            <a:pt x="3554" y="88898"/>
                            <a:pt x="246" y="99314"/>
                          </a:cubicBezTo>
                          <a:cubicBezTo>
                            <a:pt x="-589" y="101922"/>
                            <a:pt x="767" y="104724"/>
                            <a:pt x="3301" y="105752"/>
                          </a:cubicBezTo>
                          <a:cubicBezTo>
                            <a:pt x="10006" y="108464"/>
                            <a:pt x="23253" y="113381"/>
                            <a:pt x="34996" y="115005"/>
                          </a:cubicBezTo>
                          <a:cubicBezTo>
                            <a:pt x="36933" y="115274"/>
                            <a:pt x="38840" y="114454"/>
                            <a:pt x="39988" y="112889"/>
                          </a:cubicBezTo>
                          <a:cubicBezTo>
                            <a:pt x="45039" y="105960"/>
                            <a:pt x="59300" y="86604"/>
                            <a:pt x="64157" y="81761"/>
                          </a:cubicBezTo>
                          <a:cubicBezTo>
                            <a:pt x="68673" y="77261"/>
                            <a:pt x="77017" y="78959"/>
                            <a:pt x="80772" y="80032"/>
                          </a:cubicBezTo>
                          <a:cubicBezTo>
                            <a:pt x="82203" y="80449"/>
                            <a:pt x="83723" y="80241"/>
                            <a:pt x="84989" y="79481"/>
                          </a:cubicBezTo>
                          <a:cubicBezTo>
                            <a:pt x="88804" y="77186"/>
                            <a:pt x="95450" y="71464"/>
                            <a:pt x="89370" y="61778"/>
                          </a:cubicBezTo>
                          <a:cubicBezTo>
                            <a:pt x="87850" y="59364"/>
                            <a:pt x="88625" y="56160"/>
                            <a:pt x="91010" y="54596"/>
                          </a:cubicBezTo>
                          <a:cubicBezTo>
                            <a:pt x="95271" y="51794"/>
                            <a:pt x="99891" y="46534"/>
                            <a:pt x="95480" y="38025"/>
                          </a:cubicBezTo>
                          <a:cubicBezTo>
                            <a:pt x="91024" y="29413"/>
                            <a:pt x="83067" y="28638"/>
                            <a:pt x="77643" y="29293"/>
                          </a:cubicBezTo>
                          <a:cubicBezTo>
                            <a:pt x="75244" y="29591"/>
                            <a:pt x="72815" y="28325"/>
                            <a:pt x="71891" y="26090"/>
                          </a:cubicBezTo>
                          <a:cubicBezTo>
                            <a:pt x="71489" y="25091"/>
                            <a:pt x="70669" y="24257"/>
                            <a:pt x="69164" y="23944"/>
                          </a:cubicBezTo>
                          <a:cubicBezTo>
                            <a:pt x="66318" y="23363"/>
                            <a:pt x="64455" y="20770"/>
                            <a:pt x="65022" y="17924"/>
                          </a:cubicBezTo>
                          <a:cubicBezTo>
                            <a:pt x="65975" y="13051"/>
                            <a:pt x="65260" y="6718"/>
                            <a:pt x="57467" y="2426"/>
                          </a:cubicBezTo>
                          <a:cubicBezTo>
                            <a:pt x="43191" y="-5427"/>
                            <a:pt x="30674" y="7374"/>
                            <a:pt x="27500" y="18162"/>
                          </a:cubicBezTo>
                          <a:cubicBezTo>
                            <a:pt x="24326" y="28966"/>
                            <a:pt x="40286" y="36595"/>
                            <a:pt x="50329" y="37862"/>
                          </a:cubicBezTo>
                          <a:cubicBezTo>
                            <a:pt x="57705" y="38800"/>
                            <a:pt x="61758" y="46847"/>
                            <a:pt x="63383" y="51064"/>
                          </a:cubicBezTo>
                          <a:cubicBezTo>
                            <a:pt x="63979" y="52584"/>
                            <a:pt x="63830" y="54298"/>
                            <a:pt x="62980" y="55698"/>
                          </a:cubicBezTo>
                          <a:close/>
                        </a:path>
                      </a:pathLst>
                    </a:custGeom>
                    <a:solidFill>
                      <a:srgbClr val="352213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40" name="Forme libre : forme 2639">
                      <a:extLst>
                        <a:ext uri="{FF2B5EF4-FFF2-40B4-BE49-F238E27FC236}">
                          <a16:creationId xmlns:a16="http://schemas.microsoft.com/office/drawing/2014/main" id="{2E45CD96-328B-7F73-10FD-AC9ECCE5EA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9783" y="407650"/>
                      <a:ext cx="24845" cy="22497"/>
                    </a:xfrm>
                    <a:custGeom>
                      <a:avLst/>
                      <a:gdLst>
                        <a:gd name="connsiteX0" fmla="*/ 0 w 24845"/>
                        <a:gd name="connsiteY0" fmla="*/ 16054 h 22497"/>
                        <a:gd name="connsiteX1" fmla="*/ 15229 w 24845"/>
                        <a:gd name="connsiteY1" fmla="*/ 21 h 22497"/>
                        <a:gd name="connsiteX2" fmla="*/ 19685 w 24845"/>
                        <a:gd name="connsiteY2" fmla="*/ 17902 h 22497"/>
                        <a:gd name="connsiteX3" fmla="*/ 0 w 24845"/>
                        <a:gd name="connsiteY3" fmla="*/ 16054 h 224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4845" h="22497">
                          <a:moveTo>
                            <a:pt x="0" y="16054"/>
                          </a:moveTo>
                          <a:cubicBezTo>
                            <a:pt x="0" y="16054"/>
                            <a:pt x="7108" y="-665"/>
                            <a:pt x="15229" y="21"/>
                          </a:cubicBezTo>
                          <a:cubicBezTo>
                            <a:pt x="23350" y="706"/>
                            <a:pt x="29758" y="8797"/>
                            <a:pt x="19685" y="17902"/>
                          </a:cubicBezTo>
                          <a:cubicBezTo>
                            <a:pt x="7153" y="29227"/>
                            <a:pt x="0" y="16054"/>
                            <a:pt x="0" y="16054"/>
                          </a:cubicBezTo>
                          <a:close/>
                        </a:path>
                      </a:pathLst>
                    </a:custGeom>
                    <a:solidFill>
                      <a:srgbClr val="C9764E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613" name="Graphique 6">
                    <a:extLst>
                      <a:ext uri="{FF2B5EF4-FFF2-40B4-BE49-F238E27FC236}">
                        <a16:creationId xmlns:a16="http://schemas.microsoft.com/office/drawing/2014/main" id="{14DBDFA1-5927-476D-C744-2408CCECF857}"/>
                      </a:ext>
                    </a:extLst>
                  </p:cNvPr>
                  <p:cNvGrpSpPr/>
                  <p:nvPr/>
                </p:nvGrpSpPr>
                <p:grpSpPr>
                  <a:xfrm>
                    <a:off x="767918" y="1114288"/>
                    <a:ext cx="91762" cy="63245"/>
                    <a:chOff x="767918" y="1114288"/>
                    <a:chExt cx="91762" cy="63245"/>
                  </a:xfrm>
                </p:grpSpPr>
                <p:sp>
                  <p:nvSpPr>
                    <p:cNvPr id="2635" name="Forme libre : forme 2634">
                      <a:extLst>
                        <a:ext uri="{FF2B5EF4-FFF2-40B4-BE49-F238E27FC236}">
                          <a16:creationId xmlns:a16="http://schemas.microsoft.com/office/drawing/2014/main" id="{D5EFB85D-3FB9-0633-CE52-9C5CF5F1CC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918" y="1168648"/>
                      <a:ext cx="91762" cy="8885"/>
                    </a:xfrm>
                    <a:custGeom>
                      <a:avLst/>
                      <a:gdLst>
                        <a:gd name="connsiteX0" fmla="*/ 2594 w 91762"/>
                        <a:gd name="connsiteY0" fmla="*/ 0 h 8885"/>
                        <a:gd name="connsiteX1" fmla="*/ 67101 w 91762"/>
                        <a:gd name="connsiteY1" fmla="*/ 4515 h 8885"/>
                        <a:gd name="connsiteX2" fmla="*/ 91763 w 91762"/>
                        <a:gd name="connsiteY2" fmla="*/ 2101 h 8885"/>
                        <a:gd name="connsiteX3" fmla="*/ 91718 w 91762"/>
                        <a:gd name="connsiteY3" fmla="*/ 3472 h 8885"/>
                        <a:gd name="connsiteX4" fmla="*/ 87486 w 91762"/>
                        <a:gd name="connsiteY4" fmla="*/ 7674 h 8885"/>
                        <a:gd name="connsiteX5" fmla="*/ 3026 w 91762"/>
                        <a:gd name="connsiteY5" fmla="*/ 7764 h 8885"/>
                        <a:gd name="connsiteX6" fmla="*/ 448 w 91762"/>
                        <a:gd name="connsiteY6" fmla="*/ 3010 h 8885"/>
                        <a:gd name="connsiteX7" fmla="*/ 2594 w 91762"/>
                        <a:gd name="connsiteY7" fmla="*/ 15 h 88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91762" h="8885">
                          <a:moveTo>
                            <a:pt x="2594" y="0"/>
                          </a:moveTo>
                          <a:cubicBezTo>
                            <a:pt x="18315" y="1356"/>
                            <a:pt x="45584" y="3561"/>
                            <a:pt x="67101" y="4515"/>
                          </a:cubicBezTo>
                          <a:cubicBezTo>
                            <a:pt x="80021" y="5081"/>
                            <a:pt x="87471" y="3815"/>
                            <a:pt x="91763" y="2101"/>
                          </a:cubicBezTo>
                          <a:cubicBezTo>
                            <a:pt x="91763" y="2578"/>
                            <a:pt x="91748" y="3040"/>
                            <a:pt x="91718" y="3472"/>
                          </a:cubicBezTo>
                          <a:cubicBezTo>
                            <a:pt x="91614" y="5737"/>
                            <a:pt x="89781" y="7540"/>
                            <a:pt x="87486" y="7674"/>
                          </a:cubicBezTo>
                          <a:cubicBezTo>
                            <a:pt x="46850" y="9939"/>
                            <a:pt x="14530" y="8464"/>
                            <a:pt x="3026" y="7764"/>
                          </a:cubicBezTo>
                          <a:cubicBezTo>
                            <a:pt x="642" y="7615"/>
                            <a:pt x="-774" y="5037"/>
                            <a:pt x="448" y="3010"/>
                          </a:cubicBezTo>
                          <a:cubicBezTo>
                            <a:pt x="1059" y="1997"/>
                            <a:pt x="1789" y="998"/>
                            <a:pt x="2594" y="15"/>
                          </a:cubicBezTo>
                          <a:close/>
                        </a:path>
                      </a:pathLst>
                    </a:custGeom>
                    <a:solidFill>
                      <a:srgbClr val="4438B7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36" name="Forme libre : forme 2635">
                      <a:extLst>
                        <a:ext uri="{FF2B5EF4-FFF2-40B4-BE49-F238E27FC236}">
                          <a16:creationId xmlns:a16="http://schemas.microsoft.com/office/drawing/2014/main" id="{94234784-238B-2580-C919-A5773801A0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0497" y="1136909"/>
                      <a:ext cx="89174" cy="36391"/>
                    </a:xfrm>
                    <a:custGeom>
                      <a:avLst/>
                      <a:gdLst>
                        <a:gd name="connsiteX0" fmla="*/ 64508 w 89174"/>
                        <a:gd name="connsiteY0" fmla="*/ 36255 h 36391"/>
                        <a:gd name="connsiteX1" fmla="*/ 0 w 89174"/>
                        <a:gd name="connsiteY1" fmla="*/ 31740 h 36391"/>
                        <a:gd name="connsiteX2" fmla="*/ 64508 w 89174"/>
                        <a:gd name="connsiteY2" fmla="*/ 0 h 36391"/>
                        <a:gd name="connsiteX3" fmla="*/ 78366 w 89174"/>
                        <a:gd name="connsiteY3" fmla="*/ 0 h 36391"/>
                        <a:gd name="connsiteX4" fmla="*/ 89169 w 89174"/>
                        <a:gd name="connsiteY4" fmla="*/ 33841 h 36391"/>
                        <a:gd name="connsiteX5" fmla="*/ 64508 w 89174"/>
                        <a:gd name="connsiteY5" fmla="*/ 36255 h 363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9174" h="36391">
                          <a:moveTo>
                            <a:pt x="64508" y="36255"/>
                          </a:moveTo>
                          <a:cubicBezTo>
                            <a:pt x="43005" y="35301"/>
                            <a:pt x="15721" y="33096"/>
                            <a:pt x="0" y="31740"/>
                          </a:cubicBezTo>
                          <a:cubicBezTo>
                            <a:pt x="15453" y="12785"/>
                            <a:pt x="64508" y="0"/>
                            <a:pt x="64508" y="0"/>
                          </a:cubicBezTo>
                          <a:lnTo>
                            <a:pt x="78366" y="0"/>
                          </a:lnTo>
                          <a:cubicBezTo>
                            <a:pt x="87888" y="13739"/>
                            <a:pt x="89273" y="26807"/>
                            <a:pt x="89169" y="33841"/>
                          </a:cubicBezTo>
                          <a:cubicBezTo>
                            <a:pt x="84878" y="35554"/>
                            <a:pt x="77442" y="36821"/>
                            <a:pt x="64508" y="36255"/>
                          </a:cubicBez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37" name="Forme libre : forme 2636">
                      <a:extLst>
                        <a:ext uri="{FF2B5EF4-FFF2-40B4-BE49-F238E27FC236}">
                          <a16:creationId xmlns:a16="http://schemas.microsoft.com/office/drawing/2014/main" id="{627124CD-C2D4-BEC6-AA0C-0CAA1618E5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5334" y="1114288"/>
                      <a:ext cx="25853" cy="31422"/>
                    </a:xfrm>
                    <a:custGeom>
                      <a:avLst/>
                      <a:gdLst>
                        <a:gd name="connsiteX0" fmla="*/ 25854 w 25853"/>
                        <a:gd name="connsiteY0" fmla="*/ 0 h 31422"/>
                        <a:gd name="connsiteX1" fmla="*/ 24557 w 25853"/>
                        <a:gd name="connsiteY1" fmla="*/ 25660 h 31422"/>
                        <a:gd name="connsiteX2" fmla="*/ 19550 w 25853"/>
                        <a:gd name="connsiteY2" fmla="*/ 31173 h 31422"/>
                        <a:gd name="connsiteX3" fmla="*/ 9149 w 25853"/>
                        <a:gd name="connsiteY3" fmla="*/ 30309 h 31422"/>
                        <a:gd name="connsiteX4" fmla="*/ 4485 w 25853"/>
                        <a:gd name="connsiteY4" fmla="*/ 24975 h 31422"/>
                        <a:gd name="connsiteX5" fmla="*/ 0 w 25853"/>
                        <a:gd name="connsiteY5" fmla="*/ 0 h 31422"/>
                        <a:gd name="connsiteX6" fmla="*/ 25839 w 25853"/>
                        <a:gd name="connsiteY6" fmla="*/ 0 h 3142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5853" h="31422">
                          <a:moveTo>
                            <a:pt x="25854" y="0"/>
                          </a:moveTo>
                          <a:lnTo>
                            <a:pt x="24557" y="25660"/>
                          </a:lnTo>
                          <a:cubicBezTo>
                            <a:pt x="24423" y="28432"/>
                            <a:pt x="22337" y="30771"/>
                            <a:pt x="19550" y="31173"/>
                          </a:cubicBezTo>
                          <a:cubicBezTo>
                            <a:pt x="16779" y="31576"/>
                            <a:pt x="13068" y="31620"/>
                            <a:pt x="9149" y="30309"/>
                          </a:cubicBezTo>
                          <a:cubicBezTo>
                            <a:pt x="6735" y="29504"/>
                            <a:pt x="4932" y="27463"/>
                            <a:pt x="4485" y="24975"/>
                          </a:cubicBezTo>
                          <a:lnTo>
                            <a:pt x="0" y="0"/>
                          </a:lnTo>
                          <a:lnTo>
                            <a:pt x="25839" y="0"/>
                          </a:lnTo>
                          <a:close/>
                        </a:path>
                      </a:pathLst>
                    </a:custGeom>
                    <a:solidFill>
                      <a:srgbClr val="C9764E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614" name="Graphique 6">
                    <a:extLst>
                      <a:ext uri="{FF2B5EF4-FFF2-40B4-BE49-F238E27FC236}">
                        <a16:creationId xmlns:a16="http://schemas.microsoft.com/office/drawing/2014/main" id="{A09B364C-9A7D-3803-0723-12A28384C41E}"/>
                      </a:ext>
                    </a:extLst>
                  </p:cNvPr>
                  <p:cNvGrpSpPr/>
                  <p:nvPr/>
                </p:nvGrpSpPr>
                <p:grpSpPr>
                  <a:xfrm>
                    <a:off x="984613" y="1090327"/>
                    <a:ext cx="57955" cy="87214"/>
                    <a:chOff x="984613" y="1090327"/>
                    <a:chExt cx="57955" cy="87214"/>
                  </a:xfrm>
                </p:grpSpPr>
                <p:grpSp>
                  <p:nvGrpSpPr>
                    <p:cNvPr id="2631" name="Graphique 6">
                      <a:extLst>
                        <a:ext uri="{FF2B5EF4-FFF2-40B4-BE49-F238E27FC236}">
                          <a16:creationId xmlns:a16="http://schemas.microsoft.com/office/drawing/2014/main" id="{E4E33126-3EF1-B8BA-9063-64112E1A47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0724" y="1114110"/>
                      <a:ext cx="51844" cy="63431"/>
                      <a:chOff x="990724" y="1114110"/>
                      <a:chExt cx="51844" cy="63431"/>
                    </a:xfrm>
                  </p:grpSpPr>
                  <p:sp>
                    <p:nvSpPr>
                      <p:cNvPr id="2633" name="Forme libre : forme 2632">
                        <a:extLst>
                          <a:ext uri="{FF2B5EF4-FFF2-40B4-BE49-F238E27FC236}">
                            <a16:creationId xmlns:a16="http://schemas.microsoft.com/office/drawing/2014/main" id="{298EFAE8-4688-B92B-5879-172BD537EB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7397" y="1164699"/>
                        <a:ext cx="35171" cy="12842"/>
                      </a:xfrm>
                      <a:custGeom>
                        <a:avLst/>
                        <a:gdLst>
                          <a:gd name="connsiteX0" fmla="*/ 23723 w 35171"/>
                          <a:gd name="connsiteY0" fmla="*/ 8270 h 12842"/>
                          <a:gd name="connsiteX1" fmla="*/ 34914 w 35171"/>
                          <a:gd name="connsiteY1" fmla="*/ 0 h 12842"/>
                          <a:gd name="connsiteX2" fmla="*/ 34943 w 35171"/>
                          <a:gd name="connsiteY2" fmla="*/ 104 h 12842"/>
                          <a:gd name="connsiteX3" fmla="*/ 28968 w 35171"/>
                          <a:gd name="connsiteY3" fmla="*/ 10207 h 12842"/>
                          <a:gd name="connsiteX4" fmla="*/ 12443 w 35171"/>
                          <a:gd name="connsiteY4" fmla="*/ 12800 h 12842"/>
                          <a:gd name="connsiteX5" fmla="*/ 45 w 35171"/>
                          <a:gd name="connsiteY5" fmla="*/ 7078 h 12842"/>
                          <a:gd name="connsiteX6" fmla="*/ 0 w 35171"/>
                          <a:gd name="connsiteY6" fmla="*/ 7033 h 12842"/>
                          <a:gd name="connsiteX7" fmla="*/ 23708 w 35171"/>
                          <a:gd name="connsiteY7" fmla="*/ 8285 h 128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35171" h="12842">
                            <a:moveTo>
                              <a:pt x="23723" y="8270"/>
                            </a:moveTo>
                            <a:cubicBezTo>
                              <a:pt x="30533" y="7317"/>
                              <a:pt x="33617" y="3785"/>
                              <a:pt x="34914" y="0"/>
                            </a:cubicBezTo>
                            <a:cubicBezTo>
                              <a:pt x="34914" y="30"/>
                              <a:pt x="34929" y="75"/>
                              <a:pt x="34943" y="104"/>
                            </a:cubicBezTo>
                            <a:cubicBezTo>
                              <a:pt x="35942" y="4098"/>
                              <a:pt x="33617" y="8240"/>
                              <a:pt x="28968" y="10207"/>
                            </a:cubicBezTo>
                            <a:cubicBezTo>
                              <a:pt x="23350" y="12592"/>
                              <a:pt x="17211" y="12994"/>
                              <a:pt x="12443" y="12800"/>
                            </a:cubicBezTo>
                            <a:cubicBezTo>
                              <a:pt x="7331" y="12592"/>
                              <a:pt x="2638" y="10476"/>
                              <a:pt x="45" y="7078"/>
                            </a:cubicBezTo>
                            <a:lnTo>
                              <a:pt x="0" y="7033"/>
                            </a:lnTo>
                            <a:cubicBezTo>
                              <a:pt x="5141" y="9582"/>
                              <a:pt x="12338" y="9880"/>
                              <a:pt x="23708" y="8285"/>
                            </a:cubicBezTo>
                            <a:close/>
                          </a:path>
                        </a:pathLst>
                      </a:custGeom>
                      <a:solidFill>
                        <a:srgbClr val="4438B7"/>
                      </a:solidFill>
                      <a:ln w="148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634" name="Forme libre : forme 2633">
                        <a:extLst>
                          <a:ext uri="{FF2B5EF4-FFF2-40B4-BE49-F238E27FC236}">
                            <a16:creationId xmlns:a16="http://schemas.microsoft.com/office/drawing/2014/main" id="{2FC347D6-EF5E-4511-469C-1D3CEFBDB9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0724" y="1114110"/>
                        <a:ext cx="51601" cy="59816"/>
                      </a:xfrm>
                      <a:custGeom>
                        <a:avLst/>
                        <a:gdLst>
                          <a:gd name="connsiteX0" fmla="*/ 8269 w 51601"/>
                          <a:gd name="connsiteY0" fmla="*/ 15 h 59816"/>
                          <a:gd name="connsiteX1" fmla="*/ 19698 w 51601"/>
                          <a:gd name="connsiteY1" fmla="*/ 15 h 59816"/>
                          <a:gd name="connsiteX2" fmla="*/ 51602 w 51601"/>
                          <a:gd name="connsiteY2" fmla="*/ 50575 h 59816"/>
                          <a:gd name="connsiteX3" fmla="*/ 40411 w 51601"/>
                          <a:gd name="connsiteY3" fmla="*/ 58845 h 59816"/>
                          <a:gd name="connsiteX4" fmla="*/ 16703 w 51601"/>
                          <a:gd name="connsiteY4" fmla="*/ 57593 h 59816"/>
                          <a:gd name="connsiteX5" fmla="*/ 401 w 51601"/>
                          <a:gd name="connsiteY5" fmla="*/ 16525 h 59816"/>
                          <a:gd name="connsiteX6" fmla="*/ 8284 w 51601"/>
                          <a:gd name="connsiteY6" fmla="*/ 0 h 598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51601" h="59816">
                            <a:moveTo>
                              <a:pt x="8269" y="15"/>
                            </a:moveTo>
                            <a:lnTo>
                              <a:pt x="19698" y="15"/>
                            </a:lnTo>
                            <a:cubicBezTo>
                              <a:pt x="37103" y="-343"/>
                              <a:pt x="48025" y="36359"/>
                              <a:pt x="51602" y="50575"/>
                            </a:cubicBezTo>
                            <a:cubicBezTo>
                              <a:pt x="50305" y="54360"/>
                              <a:pt x="47221" y="57906"/>
                              <a:pt x="40411" y="58845"/>
                            </a:cubicBezTo>
                            <a:cubicBezTo>
                              <a:pt x="29041" y="60425"/>
                              <a:pt x="21829" y="60127"/>
                              <a:pt x="16703" y="57593"/>
                            </a:cubicBezTo>
                            <a:cubicBezTo>
                              <a:pt x="7300" y="45225"/>
                              <a:pt x="2636" y="27105"/>
                              <a:pt x="401" y="16525"/>
                            </a:cubicBezTo>
                            <a:cubicBezTo>
                              <a:pt x="-2147" y="4500"/>
                              <a:pt x="8284" y="0"/>
                              <a:pt x="8284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2989"/>
                      </a:solidFill>
                      <a:ln w="148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2632" name="Forme libre : forme 2631">
                      <a:extLst>
                        <a:ext uri="{FF2B5EF4-FFF2-40B4-BE49-F238E27FC236}">
                          <a16:creationId xmlns:a16="http://schemas.microsoft.com/office/drawing/2014/main" id="{80ACF843-6216-28D4-7E50-52BF07CAE1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4613" y="1090327"/>
                      <a:ext cx="30886" cy="36266"/>
                    </a:xfrm>
                    <a:custGeom>
                      <a:avLst/>
                      <a:gdLst>
                        <a:gd name="connsiteX0" fmla="*/ 24334 w 30886"/>
                        <a:gd name="connsiteY0" fmla="*/ 0 h 36266"/>
                        <a:gd name="connsiteX1" fmla="*/ 30682 w 30886"/>
                        <a:gd name="connsiteY1" fmla="*/ 25228 h 36266"/>
                        <a:gd name="connsiteX2" fmla="*/ 27120 w 30886"/>
                        <a:gd name="connsiteY2" fmla="*/ 32991 h 36266"/>
                        <a:gd name="connsiteX3" fmla="*/ 13977 w 30886"/>
                        <a:gd name="connsiteY3" fmla="*/ 36165 h 36266"/>
                        <a:gd name="connsiteX4" fmla="*/ 9313 w 30886"/>
                        <a:gd name="connsiteY4" fmla="*/ 32351 h 36266"/>
                        <a:gd name="connsiteX5" fmla="*/ 0 w 30886"/>
                        <a:gd name="connsiteY5" fmla="*/ 5812 h 36266"/>
                        <a:gd name="connsiteX6" fmla="*/ 24334 w 30886"/>
                        <a:gd name="connsiteY6" fmla="*/ 0 h 362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30886" h="36266">
                          <a:moveTo>
                            <a:pt x="24334" y="0"/>
                          </a:moveTo>
                          <a:lnTo>
                            <a:pt x="30682" y="25228"/>
                          </a:lnTo>
                          <a:cubicBezTo>
                            <a:pt x="31457" y="28327"/>
                            <a:pt x="29981" y="31516"/>
                            <a:pt x="27120" y="32991"/>
                          </a:cubicBezTo>
                          <a:cubicBezTo>
                            <a:pt x="23574" y="34809"/>
                            <a:pt x="18582" y="36732"/>
                            <a:pt x="13977" y="36165"/>
                          </a:cubicBezTo>
                          <a:cubicBezTo>
                            <a:pt x="11817" y="35912"/>
                            <a:pt x="10029" y="34377"/>
                            <a:pt x="9313" y="32351"/>
                          </a:cubicBezTo>
                          <a:lnTo>
                            <a:pt x="0" y="5812"/>
                          </a:lnTo>
                          <a:lnTo>
                            <a:pt x="24334" y="0"/>
                          </a:lnTo>
                          <a:close/>
                        </a:path>
                      </a:pathLst>
                    </a:custGeom>
                    <a:solidFill>
                      <a:srgbClr val="C9764E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615" name="Forme libre : forme 2614">
                    <a:extLst>
                      <a:ext uri="{FF2B5EF4-FFF2-40B4-BE49-F238E27FC236}">
                        <a16:creationId xmlns:a16="http://schemas.microsoft.com/office/drawing/2014/main" id="{4E02CEEE-4AFA-1EC4-F242-5F32ADB4ADA7}"/>
                      </a:ext>
                    </a:extLst>
                  </p:cNvPr>
                  <p:cNvSpPr/>
                  <p:nvPr/>
                </p:nvSpPr>
                <p:spPr>
                  <a:xfrm>
                    <a:off x="774431" y="718868"/>
                    <a:ext cx="242100" cy="405417"/>
                  </a:xfrm>
                  <a:custGeom>
                    <a:avLst/>
                    <a:gdLst>
                      <a:gd name="connsiteX0" fmla="*/ 242086 w 242100"/>
                      <a:gd name="connsiteY0" fmla="*/ 378746 h 405417"/>
                      <a:gd name="connsiteX1" fmla="*/ 208528 w 242100"/>
                      <a:gd name="connsiteY1" fmla="*/ 386673 h 405417"/>
                      <a:gd name="connsiteX2" fmla="*/ 77502 w 242100"/>
                      <a:gd name="connsiteY2" fmla="*/ 103623 h 405417"/>
                      <a:gd name="connsiteX3" fmla="*/ 80377 w 242100"/>
                      <a:gd name="connsiteY3" fmla="*/ 402424 h 405417"/>
                      <a:gd name="connsiteX4" fmla="*/ 45449 w 242100"/>
                      <a:gd name="connsiteY4" fmla="*/ 402424 h 405417"/>
                      <a:gd name="connsiteX5" fmla="*/ 0 w 242100"/>
                      <a:gd name="connsiteY5" fmla="*/ 23619 h 405417"/>
                      <a:gd name="connsiteX6" fmla="*/ 107319 w 242100"/>
                      <a:gd name="connsiteY6" fmla="*/ 0 h 405417"/>
                      <a:gd name="connsiteX7" fmla="*/ 242101 w 242100"/>
                      <a:gd name="connsiteY7" fmla="*/ 378746 h 4054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42100" h="405417">
                        <a:moveTo>
                          <a:pt x="242086" y="378746"/>
                        </a:moveTo>
                        <a:cubicBezTo>
                          <a:pt x="234188" y="385749"/>
                          <a:pt x="208528" y="386673"/>
                          <a:pt x="208528" y="386673"/>
                        </a:cubicBezTo>
                        <a:cubicBezTo>
                          <a:pt x="116051" y="164734"/>
                          <a:pt x="77502" y="103623"/>
                          <a:pt x="77502" y="103623"/>
                        </a:cubicBezTo>
                        <a:cubicBezTo>
                          <a:pt x="90853" y="187398"/>
                          <a:pt x="80377" y="402424"/>
                          <a:pt x="80377" y="402424"/>
                        </a:cubicBezTo>
                        <a:cubicBezTo>
                          <a:pt x="65119" y="409159"/>
                          <a:pt x="45449" y="402424"/>
                          <a:pt x="45449" y="402424"/>
                        </a:cubicBezTo>
                        <a:cubicBezTo>
                          <a:pt x="44212" y="265272"/>
                          <a:pt x="24900" y="117914"/>
                          <a:pt x="0" y="23619"/>
                        </a:cubicBezTo>
                        <a:cubicBezTo>
                          <a:pt x="62496" y="22218"/>
                          <a:pt x="96471" y="8583"/>
                          <a:pt x="107319" y="0"/>
                        </a:cubicBezTo>
                        <a:cubicBezTo>
                          <a:pt x="159414" y="83998"/>
                          <a:pt x="242101" y="378746"/>
                          <a:pt x="242101" y="378746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616" name="Graphique 6">
                    <a:extLst>
                      <a:ext uri="{FF2B5EF4-FFF2-40B4-BE49-F238E27FC236}">
                        <a16:creationId xmlns:a16="http://schemas.microsoft.com/office/drawing/2014/main" id="{340A7F7F-079F-5E7E-B65F-9B640F75A63B}"/>
                      </a:ext>
                    </a:extLst>
                  </p:cNvPr>
                  <p:cNvGrpSpPr/>
                  <p:nvPr/>
                </p:nvGrpSpPr>
                <p:grpSpPr>
                  <a:xfrm>
                    <a:off x="750929" y="683374"/>
                    <a:ext cx="232569" cy="212429"/>
                    <a:chOff x="750929" y="683374"/>
                    <a:chExt cx="232569" cy="212429"/>
                  </a:xfrm>
                </p:grpSpPr>
                <p:sp>
                  <p:nvSpPr>
                    <p:cNvPr id="2619" name="Forme libre : forme 2618">
                      <a:extLst>
                        <a:ext uri="{FF2B5EF4-FFF2-40B4-BE49-F238E27FC236}">
                          <a16:creationId xmlns:a16="http://schemas.microsoft.com/office/drawing/2014/main" id="{528946C8-68AB-63EA-902B-4929E7B0DC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651" y="776790"/>
                      <a:ext cx="224847" cy="119013"/>
                    </a:xfrm>
                    <a:custGeom>
                      <a:avLst/>
                      <a:gdLst>
                        <a:gd name="connsiteX0" fmla="*/ 15 w 224847"/>
                        <a:gd name="connsiteY0" fmla="*/ 27716 h 119013"/>
                        <a:gd name="connsiteX1" fmla="*/ 11519 w 224847"/>
                        <a:gd name="connsiteY1" fmla="*/ 99242 h 119013"/>
                        <a:gd name="connsiteX2" fmla="*/ 37670 w 224847"/>
                        <a:gd name="connsiteY2" fmla="*/ 118838 h 119013"/>
                        <a:gd name="connsiteX3" fmla="*/ 209795 w 224847"/>
                        <a:gd name="connsiteY3" fmla="*/ 97842 h 119013"/>
                        <a:gd name="connsiteX4" fmla="*/ 224771 w 224847"/>
                        <a:gd name="connsiteY4" fmla="*/ 81346 h 119013"/>
                        <a:gd name="connsiteX5" fmla="*/ 216650 w 224847"/>
                        <a:gd name="connsiteY5" fmla="*/ 0 h 119013"/>
                        <a:gd name="connsiteX6" fmla="*/ 0 w 224847"/>
                        <a:gd name="connsiteY6" fmla="*/ 27716 h 1190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24847" h="119013">
                          <a:moveTo>
                            <a:pt x="15" y="27716"/>
                          </a:moveTo>
                          <a:lnTo>
                            <a:pt x="11519" y="99242"/>
                          </a:lnTo>
                          <a:cubicBezTo>
                            <a:pt x="13530" y="111715"/>
                            <a:pt x="25079" y="120372"/>
                            <a:pt x="37670" y="118838"/>
                          </a:cubicBezTo>
                          <a:lnTo>
                            <a:pt x="209795" y="97842"/>
                          </a:lnTo>
                          <a:cubicBezTo>
                            <a:pt x="218214" y="96813"/>
                            <a:pt x="224607" y="89780"/>
                            <a:pt x="224771" y="81346"/>
                          </a:cubicBezTo>
                          <a:cubicBezTo>
                            <a:pt x="225143" y="62868"/>
                            <a:pt x="224413" y="29966"/>
                            <a:pt x="216650" y="0"/>
                          </a:cubicBezTo>
                          <a:lnTo>
                            <a:pt x="0" y="27716"/>
                          </a:lnTo>
                          <a:close/>
                        </a:path>
                      </a:pathLst>
                    </a:custGeom>
                    <a:solidFill>
                      <a:srgbClr val="FFD040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20" name="Forme libre : forme 2619">
                      <a:extLst>
                        <a:ext uri="{FF2B5EF4-FFF2-40B4-BE49-F238E27FC236}">
                          <a16:creationId xmlns:a16="http://schemas.microsoft.com/office/drawing/2014/main" id="{9FBD1E82-2CF0-1ABE-5017-C03A207976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3434" y="777013"/>
                      <a:ext cx="215010" cy="113860"/>
                    </a:xfrm>
                    <a:custGeom>
                      <a:avLst/>
                      <a:gdLst>
                        <a:gd name="connsiteX0" fmla="*/ 37715 w 215010"/>
                        <a:gd name="connsiteY0" fmla="*/ 113861 h 113860"/>
                        <a:gd name="connsiteX1" fmla="*/ 37223 w 215010"/>
                        <a:gd name="connsiteY1" fmla="*/ 113428 h 113860"/>
                        <a:gd name="connsiteX2" fmla="*/ 37655 w 215010"/>
                        <a:gd name="connsiteY2" fmla="*/ 112877 h 113860"/>
                        <a:gd name="connsiteX3" fmla="*/ 41560 w 215010"/>
                        <a:gd name="connsiteY3" fmla="*/ 112400 h 113860"/>
                        <a:gd name="connsiteX4" fmla="*/ 42111 w 215010"/>
                        <a:gd name="connsiteY4" fmla="*/ 112832 h 113860"/>
                        <a:gd name="connsiteX5" fmla="*/ 41679 w 215010"/>
                        <a:gd name="connsiteY5" fmla="*/ 113384 h 113860"/>
                        <a:gd name="connsiteX6" fmla="*/ 37775 w 215010"/>
                        <a:gd name="connsiteY6" fmla="*/ 113861 h 113860"/>
                        <a:gd name="connsiteX7" fmla="*/ 37715 w 215010"/>
                        <a:gd name="connsiteY7" fmla="*/ 113861 h 113860"/>
                        <a:gd name="connsiteX8" fmla="*/ 28610 w 215010"/>
                        <a:gd name="connsiteY8" fmla="*/ 113637 h 113860"/>
                        <a:gd name="connsiteX9" fmla="*/ 28506 w 215010"/>
                        <a:gd name="connsiteY9" fmla="*/ 113637 h 113860"/>
                        <a:gd name="connsiteX10" fmla="*/ 24691 w 215010"/>
                        <a:gd name="connsiteY10" fmla="*/ 112415 h 113860"/>
                        <a:gd name="connsiteX11" fmla="*/ 24423 w 215010"/>
                        <a:gd name="connsiteY11" fmla="*/ 111774 h 113860"/>
                        <a:gd name="connsiteX12" fmla="*/ 25064 w 215010"/>
                        <a:gd name="connsiteY12" fmla="*/ 111506 h 113860"/>
                        <a:gd name="connsiteX13" fmla="*/ 28715 w 215010"/>
                        <a:gd name="connsiteY13" fmla="*/ 112683 h 113860"/>
                        <a:gd name="connsiteX14" fmla="*/ 29087 w 215010"/>
                        <a:gd name="connsiteY14" fmla="*/ 113265 h 113860"/>
                        <a:gd name="connsiteX15" fmla="*/ 28610 w 215010"/>
                        <a:gd name="connsiteY15" fmla="*/ 113652 h 113860"/>
                        <a:gd name="connsiteX16" fmla="*/ 50709 w 215010"/>
                        <a:gd name="connsiteY16" fmla="*/ 112281 h 113860"/>
                        <a:gd name="connsiteX17" fmla="*/ 50217 w 215010"/>
                        <a:gd name="connsiteY17" fmla="*/ 111849 h 113860"/>
                        <a:gd name="connsiteX18" fmla="*/ 50649 w 215010"/>
                        <a:gd name="connsiteY18" fmla="*/ 111298 h 113860"/>
                        <a:gd name="connsiteX19" fmla="*/ 54554 w 215010"/>
                        <a:gd name="connsiteY19" fmla="*/ 110821 h 113860"/>
                        <a:gd name="connsiteX20" fmla="*/ 55105 w 215010"/>
                        <a:gd name="connsiteY20" fmla="*/ 111253 h 113860"/>
                        <a:gd name="connsiteX21" fmla="*/ 54673 w 215010"/>
                        <a:gd name="connsiteY21" fmla="*/ 111804 h 113860"/>
                        <a:gd name="connsiteX22" fmla="*/ 50769 w 215010"/>
                        <a:gd name="connsiteY22" fmla="*/ 112281 h 113860"/>
                        <a:gd name="connsiteX23" fmla="*/ 50709 w 215010"/>
                        <a:gd name="connsiteY23" fmla="*/ 112281 h 113860"/>
                        <a:gd name="connsiteX24" fmla="*/ 63703 w 215010"/>
                        <a:gd name="connsiteY24" fmla="*/ 110701 h 113860"/>
                        <a:gd name="connsiteX25" fmla="*/ 63211 w 215010"/>
                        <a:gd name="connsiteY25" fmla="*/ 110269 h 113860"/>
                        <a:gd name="connsiteX26" fmla="*/ 63643 w 215010"/>
                        <a:gd name="connsiteY26" fmla="*/ 109718 h 113860"/>
                        <a:gd name="connsiteX27" fmla="*/ 67547 w 215010"/>
                        <a:gd name="connsiteY27" fmla="*/ 109241 h 113860"/>
                        <a:gd name="connsiteX28" fmla="*/ 68099 w 215010"/>
                        <a:gd name="connsiteY28" fmla="*/ 109673 h 113860"/>
                        <a:gd name="connsiteX29" fmla="*/ 67667 w 215010"/>
                        <a:gd name="connsiteY29" fmla="*/ 110225 h 113860"/>
                        <a:gd name="connsiteX30" fmla="*/ 63762 w 215010"/>
                        <a:gd name="connsiteY30" fmla="*/ 110701 h 113860"/>
                        <a:gd name="connsiteX31" fmla="*/ 63703 w 215010"/>
                        <a:gd name="connsiteY31" fmla="*/ 110701 h 113860"/>
                        <a:gd name="connsiteX32" fmla="*/ 76697 w 215010"/>
                        <a:gd name="connsiteY32" fmla="*/ 109122 h 113860"/>
                        <a:gd name="connsiteX33" fmla="*/ 76205 w 215010"/>
                        <a:gd name="connsiteY33" fmla="*/ 108690 h 113860"/>
                        <a:gd name="connsiteX34" fmla="*/ 76637 w 215010"/>
                        <a:gd name="connsiteY34" fmla="*/ 108139 h 113860"/>
                        <a:gd name="connsiteX35" fmla="*/ 80541 w 215010"/>
                        <a:gd name="connsiteY35" fmla="*/ 107662 h 113860"/>
                        <a:gd name="connsiteX36" fmla="*/ 81093 w 215010"/>
                        <a:gd name="connsiteY36" fmla="*/ 108094 h 113860"/>
                        <a:gd name="connsiteX37" fmla="*/ 80660 w 215010"/>
                        <a:gd name="connsiteY37" fmla="*/ 108645 h 113860"/>
                        <a:gd name="connsiteX38" fmla="*/ 76756 w 215010"/>
                        <a:gd name="connsiteY38" fmla="*/ 109122 h 113860"/>
                        <a:gd name="connsiteX39" fmla="*/ 76697 w 215010"/>
                        <a:gd name="connsiteY39" fmla="*/ 109122 h 113860"/>
                        <a:gd name="connsiteX40" fmla="*/ 89691 w 215010"/>
                        <a:gd name="connsiteY40" fmla="*/ 107542 h 113860"/>
                        <a:gd name="connsiteX41" fmla="*/ 89199 w 215010"/>
                        <a:gd name="connsiteY41" fmla="*/ 107110 h 113860"/>
                        <a:gd name="connsiteX42" fmla="*/ 89631 w 215010"/>
                        <a:gd name="connsiteY42" fmla="*/ 106559 h 113860"/>
                        <a:gd name="connsiteX43" fmla="*/ 93535 w 215010"/>
                        <a:gd name="connsiteY43" fmla="*/ 106082 h 113860"/>
                        <a:gd name="connsiteX44" fmla="*/ 94087 w 215010"/>
                        <a:gd name="connsiteY44" fmla="*/ 106514 h 113860"/>
                        <a:gd name="connsiteX45" fmla="*/ 93654 w 215010"/>
                        <a:gd name="connsiteY45" fmla="*/ 107066 h 113860"/>
                        <a:gd name="connsiteX46" fmla="*/ 89750 w 215010"/>
                        <a:gd name="connsiteY46" fmla="*/ 107542 h 113860"/>
                        <a:gd name="connsiteX47" fmla="*/ 89691 w 215010"/>
                        <a:gd name="connsiteY47" fmla="*/ 107542 h 113860"/>
                        <a:gd name="connsiteX48" fmla="*/ 17405 w 215010"/>
                        <a:gd name="connsiteY48" fmla="*/ 107304 h 113860"/>
                        <a:gd name="connsiteX49" fmla="*/ 17047 w 215010"/>
                        <a:gd name="connsiteY49" fmla="*/ 107155 h 113860"/>
                        <a:gd name="connsiteX50" fmla="*/ 14544 w 215010"/>
                        <a:gd name="connsiteY50" fmla="*/ 104041 h 113860"/>
                        <a:gd name="connsiteX51" fmla="*/ 14678 w 215010"/>
                        <a:gd name="connsiteY51" fmla="*/ 103355 h 113860"/>
                        <a:gd name="connsiteX52" fmla="*/ 15363 w 215010"/>
                        <a:gd name="connsiteY52" fmla="*/ 103489 h 113860"/>
                        <a:gd name="connsiteX53" fmla="*/ 17762 w 215010"/>
                        <a:gd name="connsiteY53" fmla="*/ 106470 h 113860"/>
                        <a:gd name="connsiteX54" fmla="*/ 17762 w 215010"/>
                        <a:gd name="connsiteY54" fmla="*/ 107170 h 113860"/>
                        <a:gd name="connsiteX55" fmla="*/ 17420 w 215010"/>
                        <a:gd name="connsiteY55" fmla="*/ 107304 h 113860"/>
                        <a:gd name="connsiteX56" fmla="*/ 102685 w 215010"/>
                        <a:gd name="connsiteY56" fmla="*/ 105963 h 113860"/>
                        <a:gd name="connsiteX57" fmla="*/ 102193 w 215010"/>
                        <a:gd name="connsiteY57" fmla="*/ 105531 h 113860"/>
                        <a:gd name="connsiteX58" fmla="*/ 102625 w 215010"/>
                        <a:gd name="connsiteY58" fmla="*/ 104979 h 113860"/>
                        <a:gd name="connsiteX59" fmla="*/ 106529 w 215010"/>
                        <a:gd name="connsiteY59" fmla="*/ 104503 h 113860"/>
                        <a:gd name="connsiteX60" fmla="*/ 107080 w 215010"/>
                        <a:gd name="connsiteY60" fmla="*/ 104935 h 113860"/>
                        <a:gd name="connsiteX61" fmla="*/ 106648 w 215010"/>
                        <a:gd name="connsiteY61" fmla="*/ 105486 h 113860"/>
                        <a:gd name="connsiteX62" fmla="*/ 102744 w 215010"/>
                        <a:gd name="connsiteY62" fmla="*/ 105963 h 113860"/>
                        <a:gd name="connsiteX63" fmla="*/ 102685 w 215010"/>
                        <a:gd name="connsiteY63" fmla="*/ 105963 h 113860"/>
                        <a:gd name="connsiteX64" fmla="*/ 115678 w 215010"/>
                        <a:gd name="connsiteY64" fmla="*/ 104383 h 113860"/>
                        <a:gd name="connsiteX65" fmla="*/ 115187 w 215010"/>
                        <a:gd name="connsiteY65" fmla="*/ 103951 h 113860"/>
                        <a:gd name="connsiteX66" fmla="*/ 115619 w 215010"/>
                        <a:gd name="connsiteY66" fmla="*/ 103400 h 113860"/>
                        <a:gd name="connsiteX67" fmla="*/ 119523 w 215010"/>
                        <a:gd name="connsiteY67" fmla="*/ 102923 h 113860"/>
                        <a:gd name="connsiteX68" fmla="*/ 120074 w 215010"/>
                        <a:gd name="connsiteY68" fmla="*/ 103355 h 113860"/>
                        <a:gd name="connsiteX69" fmla="*/ 119642 w 215010"/>
                        <a:gd name="connsiteY69" fmla="*/ 103907 h 113860"/>
                        <a:gd name="connsiteX70" fmla="*/ 115738 w 215010"/>
                        <a:gd name="connsiteY70" fmla="*/ 104383 h 113860"/>
                        <a:gd name="connsiteX71" fmla="*/ 115678 w 215010"/>
                        <a:gd name="connsiteY71" fmla="*/ 104383 h 113860"/>
                        <a:gd name="connsiteX72" fmla="*/ 128672 w 215010"/>
                        <a:gd name="connsiteY72" fmla="*/ 102804 h 113860"/>
                        <a:gd name="connsiteX73" fmla="*/ 128181 w 215010"/>
                        <a:gd name="connsiteY73" fmla="*/ 102372 h 113860"/>
                        <a:gd name="connsiteX74" fmla="*/ 128613 w 215010"/>
                        <a:gd name="connsiteY74" fmla="*/ 101820 h 113860"/>
                        <a:gd name="connsiteX75" fmla="*/ 132517 w 215010"/>
                        <a:gd name="connsiteY75" fmla="*/ 101344 h 113860"/>
                        <a:gd name="connsiteX76" fmla="*/ 133068 w 215010"/>
                        <a:gd name="connsiteY76" fmla="*/ 101776 h 113860"/>
                        <a:gd name="connsiteX77" fmla="*/ 132636 w 215010"/>
                        <a:gd name="connsiteY77" fmla="*/ 102327 h 113860"/>
                        <a:gd name="connsiteX78" fmla="*/ 128732 w 215010"/>
                        <a:gd name="connsiteY78" fmla="*/ 102804 h 113860"/>
                        <a:gd name="connsiteX79" fmla="*/ 128672 w 215010"/>
                        <a:gd name="connsiteY79" fmla="*/ 102804 h 113860"/>
                        <a:gd name="connsiteX80" fmla="*/ 141666 w 215010"/>
                        <a:gd name="connsiteY80" fmla="*/ 101224 h 113860"/>
                        <a:gd name="connsiteX81" fmla="*/ 141175 w 215010"/>
                        <a:gd name="connsiteY81" fmla="*/ 100792 h 113860"/>
                        <a:gd name="connsiteX82" fmla="*/ 141607 w 215010"/>
                        <a:gd name="connsiteY82" fmla="*/ 100241 h 113860"/>
                        <a:gd name="connsiteX83" fmla="*/ 145511 w 215010"/>
                        <a:gd name="connsiteY83" fmla="*/ 99764 h 113860"/>
                        <a:gd name="connsiteX84" fmla="*/ 146062 w 215010"/>
                        <a:gd name="connsiteY84" fmla="*/ 100196 h 113860"/>
                        <a:gd name="connsiteX85" fmla="*/ 145630 w 215010"/>
                        <a:gd name="connsiteY85" fmla="*/ 100747 h 113860"/>
                        <a:gd name="connsiteX86" fmla="*/ 141726 w 215010"/>
                        <a:gd name="connsiteY86" fmla="*/ 101224 h 113860"/>
                        <a:gd name="connsiteX87" fmla="*/ 141666 w 215010"/>
                        <a:gd name="connsiteY87" fmla="*/ 101224 h 113860"/>
                        <a:gd name="connsiteX88" fmla="*/ 154660 w 215010"/>
                        <a:gd name="connsiteY88" fmla="*/ 99645 h 113860"/>
                        <a:gd name="connsiteX89" fmla="*/ 154168 w 215010"/>
                        <a:gd name="connsiteY89" fmla="*/ 99213 h 113860"/>
                        <a:gd name="connsiteX90" fmla="*/ 154601 w 215010"/>
                        <a:gd name="connsiteY90" fmla="*/ 98661 h 113860"/>
                        <a:gd name="connsiteX91" fmla="*/ 158505 w 215010"/>
                        <a:gd name="connsiteY91" fmla="*/ 98184 h 113860"/>
                        <a:gd name="connsiteX92" fmla="*/ 159056 w 215010"/>
                        <a:gd name="connsiteY92" fmla="*/ 98617 h 113860"/>
                        <a:gd name="connsiteX93" fmla="*/ 158624 w 215010"/>
                        <a:gd name="connsiteY93" fmla="*/ 99168 h 113860"/>
                        <a:gd name="connsiteX94" fmla="*/ 154720 w 215010"/>
                        <a:gd name="connsiteY94" fmla="*/ 99645 h 113860"/>
                        <a:gd name="connsiteX95" fmla="*/ 154660 w 215010"/>
                        <a:gd name="connsiteY95" fmla="*/ 99645 h 113860"/>
                        <a:gd name="connsiteX96" fmla="*/ 167654 w 215010"/>
                        <a:gd name="connsiteY96" fmla="*/ 98065 h 113860"/>
                        <a:gd name="connsiteX97" fmla="*/ 167162 w 215010"/>
                        <a:gd name="connsiteY97" fmla="*/ 97633 h 113860"/>
                        <a:gd name="connsiteX98" fmla="*/ 167594 w 215010"/>
                        <a:gd name="connsiteY98" fmla="*/ 97082 h 113860"/>
                        <a:gd name="connsiteX99" fmla="*/ 171499 w 215010"/>
                        <a:gd name="connsiteY99" fmla="*/ 96605 h 113860"/>
                        <a:gd name="connsiteX100" fmla="*/ 172050 w 215010"/>
                        <a:gd name="connsiteY100" fmla="*/ 97037 h 113860"/>
                        <a:gd name="connsiteX101" fmla="*/ 171618 w 215010"/>
                        <a:gd name="connsiteY101" fmla="*/ 97588 h 113860"/>
                        <a:gd name="connsiteX102" fmla="*/ 167714 w 215010"/>
                        <a:gd name="connsiteY102" fmla="*/ 98065 h 113860"/>
                        <a:gd name="connsiteX103" fmla="*/ 167654 w 215010"/>
                        <a:gd name="connsiteY103" fmla="*/ 98065 h 113860"/>
                        <a:gd name="connsiteX104" fmla="*/ 180648 w 215010"/>
                        <a:gd name="connsiteY104" fmla="*/ 96486 h 113860"/>
                        <a:gd name="connsiteX105" fmla="*/ 180156 w 215010"/>
                        <a:gd name="connsiteY105" fmla="*/ 96054 h 113860"/>
                        <a:gd name="connsiteX106" fmla="*/ 180588 w 215010"/>
                        <a:gd name="connsiteY106" fmla="*/ 95502 h 113860"/>
                        <a:gd name="connsiteX107" fmla="*/ 184493 w 215010"/>
                        <a:gd name="connsiteY107" fmla="*/ 95025 h 113860"/>
                        <a:gd name="connsiteX108" fmla="*/ 185044 w 215010"/>
                        <a:gd name="connsiteY108" fmla="*/ 95458 h 113860"/>
                        <a:gd name="connsiteX109" fmla="*/ 184612 w 215010"/>
                        <a:gd name="connsiteY109" fmla="*/ 96009 h 113860"/>
                        <a:gd name="connsiteX110" fmla="*/ 180708 w 215010"/>
                        <a:gd name="connsiteY110" fmla="*/ 96486 h 113860"/>
                        <a:gd name="connsiteX111" fmla="*/ 180648 w 215010"/>
                        <a:gd name="connsiteY111" fmla="*/ 96486 h 113860"/>
                        <a:gd name="connsiteX112" fmla="*/ 11563 w 215010"/>
                        <a:gd name="connsiteY112" fmla="*/ 95845 h 113860"/>
                        <a:gd name="connsiteX113" fmla="*/ 11087 w 215010"/>
                        <a:gd name="connsiteY113" fmla="*/ 95443 h 113860"/>
                        <a:gd name="connsiteX114" fmla="*/ 10461 w 215010"/>
                        <a:gd name="connsiteY114" fmla="*/ 91568 h 113860"/>
                        <a:gd name="connsiteX115" fmla="*/ 10863 w 215010"/>
                        <a:gd name="connsiteY115" fmla="*/ 91002 h 113860"/>
                        <a:gd name="connsiteX116" fmla="*/ 11429 w 215010"/>
                        <a:gd name="connsiteY116" fmla="*/ 91404 h 113860"/>
                        <a:gd name="connsiteX117" fmla="*/ 12055 w 215010"/>
                        <a:gd name="connsiteY117" fmla="*/ 95279 h 113860"/>
                        <a:gd name="connsiteX118" fmla="*/ 11653 w 215010"/>
                        <a:gd name="connsiteY118" fmla="*/ 95845 h 113860"/>
                        <a:gd name="connsiteX119" fmla="*/ 11563 w 215010"/>
                        <a:gd name="connsiteY119" fmla="*/ 95845 h 113860"/>
                        <a:gd name="connsiteX120" fmla="*/ 193627 w 215010"/>
                        <a:gd name="connsiteY120" fmla="*/ 94906 h 113860"/>
                        <a:gd name="connsiteX121" fmla="*/ 193135 w 215010"/>
                        <a:gd name="connsiteY121" fmla="*/ 94474 h 113860"/>
                        <a:gd name="connsiteX122" fmla="*/ 193567 w 215010"/>
                        <a:gd name="connsiteY122" fmla="*/ 93923 h 113860"/>
                        <a:gd name="connsiteX123" fmla="*/ 197472 w 215010"/>
                        <a:gd name="connsiteY123" fmla="*/ 93446 h 113860"/>
                        <a:gd name="connsiteX124" fmla="*/ 198023 w 215010"/>
                        <a:gd name="connsiteY124" fmla="*/ 93878 h 113860"/>
                        <a:gd name="connsiteX125" fmla="*/ 197591 w 215010"/>
                        <a:gd name="connsiteY125" fmla="*/ 94429 h 113860"/>
                        <a:gd name="connsiteX126" fmla="*/ 193687 w 215010"/>
                        <a:gd name="connsiteY126" fmla="*/ 94906 h 113860"/>
                        <a:gd name="connsiteX127" fmla="*/ 193627 w 215010"/>
                        <a:gd name="connsiteY127" fmla="*/ 94906 h 113860"/>
                        <a:gd name="connsiteX128" fmla="*/ 206293 w 215010"/>
                        <a:gd name="connsiteY128" fmla="*/ 92090 h 113860"/>
                        <a:gd name="connsiteX129" fmla="*/ 205861 w 215010"/>
                        <a:gd name="connsiteY129" fmla="*/ 91837 h 113860"/>
                        <a:gd name="connsiteX130" fmla="*/ 206040 w 215010"/>
                        <a:gd name="connsiteY130" fmla="*/ 91166 h 113860"/>
                        <a:gd name="connsiteX131" fmla="*/ 209080 w 215010"/>
                        <a:gd name="connsiteY131" fmla="*/ 88901 h 113860"/>
                        <a:gd name="connsiteX132" fmla="*/ 209780 w 215010"/>
                        <a:gd name="connsiteY132" fmla="*/ 88916 h 113860"/>
                        <a:gd name="connsiteX133" fmla="*/ 209765 w 215010"/>
                        <a:gd name="connsiteY133" fmla="*/ 89616 h 113860"/>
                        <a:gd name="connsiteX134" fmla="*/ 206532 w 215010"/>
                        <a:gd name="connsiteY134" fmla="*/ 92030 h 113860"/>
                        <a:gd name="connsiteX135" fmla="*/ 206293 w 215010"/>
                        <a:gd name="connsiteY135" fmla="*/ 92090 h 113860"/>
                        <a:gd name="connsiteX136" fmla="*/ 9477 w 215010"/>
                        <a:gd name="connsiteY136" fmla="*/ 82941 h 113860"/>
                        <a:gd name="connsiteX137" fmla="*/ 9000 w 215010"/>
                        <a:gd name="connsiteY137" fmla="*/ 82523 h 113860"/>
                        <a:gd name="connsiteX138" fmla="*/ 8375 w 215010"/>
                        <a:gd name="connsiteY138" fmla="*/ 78649 h 113860"/>
                        <a:gd name="connsiteX139" fmla="*/ 8777 w 215010"/>
                        <a:gd name="connsiteY139" fmla="*/ 78083 h 113860"/>
                        <a:gd name="connsiteX140" fmla="*/ 9343 w 215010"/>
                        <a:gd name="connsiteY140" fmla="*/ 78485 h 113860"/>
                        <a:gd name="connsiteX141" fmla="*/ 9969 w 215010"/>
                        <a:gd name="connsiteY141" fmla="*/ 82359 h 113860"/>
                        <a:gd name="connsiteX142" fmla="*/ 9567 w 215010"/>
                        <a:gd name="connsiteY142" fmla="*/ 82926 h 113860"/>
                        <a:gd name="connsiteX143" fmla="*/ 9492 w 215010"/>
                        <a:gd name="connsiteY143" fmla="*/ 82926 h 113860"/>
                        <a:gd name="connsiteX144" fmla="*/ 213982 w 215010"/>
                        <a:gd name="connsiteY144" fmla="*/ 81942 h 113860"/>
                        <a:gd name="connsiteX145" fmla="*/ 213863 w 215010"/>
                        <a:gd name="connsiteY145" fmla="*/ 81927 h 113860"/>
                        <a:gd name="connsiteX146" fmla="*/ 213505 w 215010"/>
                        <a:gd name="connsiteY146" fmla="*/ 81331 h 113860"/>
                        <a:gd name="connsiteX147" fmla="*/ 213952 w 215010"/>
                        <a:gd name="connsiteY147" fmla="*/ 77904 h 113860"/>
                        <a:gd name="connsiteX148" fmla="*/ 213952 w 215010"/>
                        <a:gd name="connsiteY148" fmla="*/ 77546 h 113860"/>
                        <a:gd name="connsiteX149" fmla="*/ 214444 w 215010"/>
                        <a:gd name="connsiteY149" fmla="*/ 77054 h 113860"/>
                        <a:gd name="connsiteX150" fmla="*/ 214444 w 215010"/>
                        <a:gd name="connsiteY150" fmla="*/ 77054 h 113860"/>
                        <a:gd name="connsiteX151" fmla="*/ 214936 w 215010"/>
                        <a:gd name="connsiteY151" fmla="*/ 77546 h 113860"/>
                        <a:gd name="connsiteX152" fmla="*/ 214936 w 215010"/>
                        <a:gd name="connsiteY152" fmla="*/ 77904 h 113860"/>
                        <a:gd name="connsiteX153" fmla="*/ 214444 w 215010"/>
                        <a:gd name="connsiteY153" fmla="*/ 81540 h 113860"/>
                        <a:gd name="connsiteX154" fmla="*/ 213967 w 215010"/>
                        <a:gd name="connsiteY154" fmla="*/ 81912 h 113860"/>
                        <a:gd name="connsiteX155" fmla="*/ 7406 w 215010"/>
                        <a:gd name="connsiteY155" fmla="*/ 70021 h 113860"/>
                        <a:gd name="connsiteX156" fmla="*/ 6929 w 215010"/>
                        <a:gd name="connsiteY156" fmla="*/ 69604 h 113860"/>
                        <a:gd name="connsiteX157" fmla="*/ 6303 w 215010"/>
                        <a:gd name="connsiteY157" fmla="*/ 65729 h 113860"/>
                        <a:gd name="connsiteX158" fmla="*/ 6706 w 215010"/>
                        <a:gd name="connsiteY158" fmla="*/ 65163 h 113860"/>
                        <a:gd name="connsiteX159" fmla="*/ 7272 w 215010"/>
                        <a:gd name="connsiteY159" fmla="*/ 65566 h 113860"/>
                        <a:gd name="connsiteX160" fmla="*/ 7898 w 215010"/>
                        <a:gd name="connsiteY160" fmla="*/ 69440 h 113860"/>
                        <a:gd name="connsiteX161" fmla="*/ 7495 w 215010"/>
                        <a:gd name="connsiteY161" fmla="*/ 70006 h 113860"/>
                        <a:gd name="connsiteX162" fmla="*/ 7421 w 215010"/>
                        <a:gd name="connsiteY162" fmla="*/ 70006 h 113860"/>
                        <a:gd name="connsiteX163" fmla="*/ 214519 w 215010"/>
                        <a:gd name="connsiteY163" fmla="*/ 68903 h 113860"/>
                        <a:gd name="connsiteX164" fmla="*/ 214027 w 215010"/>
                        <a:gd name="connsiteY164" fmla="*/ 68412 h 113860"/>
                        <a:gd name="connsiteX165" fmla="*/ 213982 w 215010"/>
                        <a:gd name="connsiteY165" fmla="*/ 64493 h 113860"/>
                        <a:gd name="connsiteX166" fmla="*/ 214459 w 215010"/>
                        <a:gd name="connsiteY166" fmla="*/ 63986 h 113860"/>
                        <a:gd name="connsiteX167" fmla="*/ 214966 w 215010"/>
                        <a:gd name="connsiteY167" fmla="*/ 64463 h 113860"/>
                        <a:gd name="connsiteX168" fmla="*/ 215010 w 215010"/>
                        <a:gd name="connsiteY168" fmla="*/ 68397 h 113860"/>
                        <a:gd name="connsiteX169" fmla="*/ 214519 w 215010"/>
                        <a:gd name="connsiteY169" fmla="*/ 68889 h 113860"/>
                        <a:gd name="connsiteX170" fmla="*/ 214519 w 215010"/>
                        <a:gd name="connsiteY170" fmla="*/ 68889 h 113860"/>
                        <a:gd name="connsiteX171" fmla="*/ 5335 w 215010"/>
                        <a:gd name="connsiteY171" fmla="*/ 57102 h 113860"/>
                        <a:gd name="connsiteX172" fmla="*/ 4858 w 215010"/>
                        <a:gd name="connsiteY172" fmla="*/ 56684 h 113860"/>
                        <a:gd name="connsiteX173" fmla="*/ 4232 w 215010"/>
                        <a:gd name="connsiteY173" fmla="*/ 52810 h 113860"/>
                        <a:gd name="connsiteX174" fmla="*/ 4634 w 215010"/>
                        <a:gd name="connsiteY174" fmla="*/ 52244 h 113860"/>
                        <a:gd name="connsiteX175" fmla="*/ 5201 w 215010"/>
                        <a:gd name="connsiteY175" fmla="*/ 52646 h 113860"/>
                        <a:gd name="connsiteX176" fmla="*/ 5826 w 215010"/>
                        <a:gd name="connsiteY176" fmla="*/ 56520 h 113860"/>
                        <a:gd name="connsiteX177" fmla="*/ 5424 w 215010"/>
                        <a:gd name="connsiteY177" fmla="*/ 57087 h 113860"/>
                        <a:gd name="connsiteX178" fmla="*/ 5350 w 215010"/>
                        <a:gd name="connsiteY178" fmla="*/ 57087 h 113860"/>
                        <a:gd name="connsiteX179" fmla="*/ 214206 w 215010"/>
                        <a:gd name="connsiteY179" fmla="*/ 55805 h 113860"/>
                        <a:gd name="connsiteX180" fmla="*/ 213714 w 215010"/>
                        <a:gd name="connsiteY180" fmla="*/ 55328 h 113860"/>
                        <a:gd name="connsiteX181" fmla="*/ 213520 w 215010"/>
                        <a:gd name="connsiteY181" fmla="*/ 51409 h 113860"/>
                        <a:gd name="connsiteX182" fmla="*/ 213982 w 215010"/>
                        <a:gd name="connsiteY182" fmla="*/ 50888 h 113860"/>
                        <a:gd name="connsiteX183" fmla="*/ 214504 w 215010"/>
                        <a:gd name="connsiteY183" fmla="*/ 51350 h 113860"/>
                        <a:gd name="connsiteX184" fmla="*/ 214697 w 215010"/>
                        <a:gd name="connsiteY184" fmla="*/ 55284 h 113860"/>
                        <a:gd name="connsiteX185" fmla="*/ 214235 w 215010"/>
                        <a:gd name="connsiteY185" fmla="*/ 55790 h 113860"/>
                        <a:gd name="connsiteX186" fmla="*/ 214221 w 215010"/>
                        <a:gd name="connsiteY186" fmla="*/ 55790 h 113860"/>
                        <a:gd name="connsiteX187" fmla="*/ 3248 w 215010"/>
                        <a:gd name="connsiteY187" fmla="*/ 44182 h 113860"/>
                        <a:gd name="connsiteX188" fmla="*/ 2772 w 215010"/>
                        <a:gd name="connsiteY188" fmla="*/ 43765 h 113860"/>
                        <a:gd name="connsiteX189" fmla="*/ 2146 w 215010"/>
                        <a:gd name="connsiteY189" fmla="*/ 39891 h 113860"/>
                        <a:gd name="connsiteX190" fmla="*/ 2548 w 215010"/>
                        <a:gd name="connsiteY190" fmla="*/ 39324 h 113860"/>
                        <a:gd name="connsiteX191" fmla="*/ 3114 w 215010"/>
                        <a:gd name="connsiteY191" fmla="*/ 39727 h 113860"/>
                        <a:gd name="connsiteX192" fmla="*/ 3740 w 215010"/>
                        <a:gd name="connsiteY192" fmla="*/ 43601 h 113860"/>
                        <a:gd name="connsiteX193" fmla="*/ 3338 w 215010"/>
                        <a:gd name="connsiteY193" fmla="*/ 44167 h 113860"/>
                        <a:gd name="connsiteX194" fmla="*/ 3263 w 215010"/>
                        <a:gd name="connsiteY194" fmla="*/ 44167 h 113860"/>
                        <a:gd name="connsiteX195" fmla="*/ 213401 w 215010"/>
                        <a:gd name="connsiteY195" fmla="*/ 42752 h 113860"/>
                        <a:gd name="connsiteX196" fmla="*/ 212909 w 215010"/>
                        <a:gd name="connsiteY196" fmla="*/ 42305 h 113860"/>
                        <a:gd name="connsiteX197" fmla="*/ 212567 w 215010"/>
                        <a:gd name="connsiteY197" fmla="*/ 38401 h 113860"/>
                        <a:gd name="connsiteX198" fmla="*/ 213014 w 215010"/>
                        <a:gd name="connsiteY198" fmla="*/ 37864 h 113860"/>
                        <a:gd name="connsiteX199" fmla="*/ 213550 w 215010"/>
                        <a:gd name="connsiteY199" fmla="*/ 38311 h 113860"/>
                        <a:gd name="connsiteX200" fmla="*/ 213893 w 215010"/>
                        <a:gd name="connsiteY200" fmla="*/ 42230 h 113860"/>
                        <a:gd name="connsiteX201" fmla="*/ 213446 w 215010"/>
                        <a:gd name="connsiteY201" fmla="*/ 42752 h 113860"/>
                        <a:gd name="connsiteX202" fmla="*/ 213401 w 215010"/>
                        <a:gd name="connsiteY202" fmla="*/ 42752 h 113860"/>
                        <a:gd name="connsiteX203" fmla="*/ 1177 w 215010"/>
                        <a:gd name="connsiteY203" fmla="*/ 31263 h 113860"/>
                        <a:gd name="connsiteX204" fmla="*/ 700 w 215010"/>
                        <a:gd name="connsiteY204" fmla="*/ 30846 h 113860"/>
                        <a:gd name="connsiteX205" fmla="*/ 0 w 215010"/>
                        <a:gd name="connsiteY205" fmla="*/ 26465 h 113860"/>
                        <a:gd name="connsiteX206" fmla="*/ 2027 w 215010"/>
                        <a:gd name="connsiteY206" fmla="*/ 26211 h 113860"/>
                        <a:gd name="connsiteX207" fmla="*/ 2578 w 215010"/>
                        <a:gd name="connsiteY207" fmla="*/ 26629 h 113860"/>
                        <a:gd name="connsiteX208" fmla="*/ 2161 w 215010"/>
                        <a:gd name="connsiteY208" fmla="*/ 27180 h 113860"/>
                        <a:gd name="connsiteX209" fmla="*/ 1147 w 215010"/>
                        <a:gd name="connsiteY209" fmla="*/ 27314 h 113860"/>
                        <a:gd name="connsiteX210" fmla="*/ 1684 w 215010"/>
                        <a:gd name="connsiteY210" fmla="*/ 30697 h 113860"/>
                        <a:gd name="connsiteX211" fmla="*/ 1281 w 215010"/>
                        <a:gd name="connsiteY211" fmla="*/ 31263 h 113860"/>
                        <a:gd name="connsiteX212" fmla="*/ 1207 w 215010"/>
                        <a:gd name="connsiteY212" fmla="*/ 31263 h 113860"/>
                        <a:gd name="connsiteX213" fmla="*/ 212075 w 215010"/>
                        <a:gd name="connsiteY213" fmla="*/ 29728 h 113860"/>
                        <a:gd name="connsiteX214" fmla="*/ 211583 w 215010"/>
                        <a:gd name="connsiteY214" fmla="*/ 29296 h 113860"/>
                        <a:gd name="connsiteX215" fmla="*/ 211076 w 215010"/>
                        <a:gd name="connsiteY215" fmla="*/ 25407 h 113860"/>
                        <a:gd name="connsiteX216" fmla="*/ 211494 w 215010"/>
                        <a:gd name="connsiteY216" fmla="*/ 24855 h 113860"/>
                        <a:gd name="connsiteX217" fmla="*/ 212045 w 215010"/>
                        <a:gd name="connsiteY217" fmla="*/ 25273 h 113860"/>
                        <a:gd name="connsiteX218" fmla="*/ 212567 w 215010"/>
                        <a:gd name="connsiteY218" fmla="*/ 29177 h 113860"/>
                        <a:gd name="connsiteX219" fmla="*/ 212134 w 215010"/>
                        <a:gd name="connsiteY219" fmla="*/ 29728 h 113860"/>
                        <a:gd name="connsiteX220" fmla="*/ 212075 w 215010"/>
                        <a:gd name="connsiteY220" fmla="*/ 29728 h 113860"/>
                        <a:gd name="connsiteX221" fmla="*/ 11161 w 215010"/>
                        <a:gd name="connsiteY221" fmla="*/ 26033 h 113860"/>
                        <a:gd name="connsiteX222" fmla="*/ 10669 w 215010"/>
                        <a:gd name="connsiteY222" fmla="*/ 25600 h 113860"/>
                        <a:gd name="connsiteX223" fmla="*/ 11087 w 215010"/>
                        <a:gd name="connsiteY223" fmla="*/ 25049 h 113860"/>
                        <a:gd name="connsiteX224" fmla="*/ 14976 w 215010"/>
                        <a:gd name="connsiteY224" fmla="*/ 24557 h 113860"/>
                        <a:gd name="connsiteX225" fmla="*/ 15527 w 215010"/>
                        <a:gd name="connsiteY225" fmla="*/ 24975 h 113860"/>
                        <a:gd name="connsiteX226" fmla="*/ 15110 w 215010"/>
                        <a:gd name="connsiteY226" fmla="*/ 25526 h 113860"/>
                        <a:gd name="connsiteX227" fmla="*/ 11221 w 215010"/>
                        <a:gd name="connsiteY227" fmla="*/ 26018 h 113860"/>
                        <a:gd name="connsiteX228" fmla="*/ 11161 w 215010"/>
                        <a:gd name="connsiteY228" fmla="*/ 26018 h 113860"/>
                        <a:gd name="connsiteX229" fmla="*/ 24140 w 215010"/>
                        <a:gd name="connsiteY229" fmla="*/ 24378 h 113860"/>
                        <a:gd name="connsiteX230" fmla="*/ 23648 w 215010"/>
                        <a:gd name="connsiteY230" fmla="*/ 23946 h 113860"/>
                        <a:gd name="connsiteX231" fmla="*/ 24065 w 215010"/>
                        <a:gd name="connsiteY231" fmla="*/ 23395 h 113860"/>
                        <a:gd name="connsiteX232" fmla="*/ 27955 w 215010"/>
                        <a:gd name="connsiteY232" fmla="*/ 22903 h 113860"/>
                        <a:gd name="connsiteX233" fmla="*/ 28506 w 215010"/>
                        <a:gd name="connsiteY233" fmla="*/ 23321 h 113860"/>
                        <a:gd name="connsiteX234" fmla="*/ 28089 w 215010"/>
                        <a:gd name="connsiteY234" fmla="*/ 23872 h 113860"/>
                        <a:gd name="connsiteX235" fmla="*/ 24200 w 215010"/>
                        <a:gd name="connsiteY235" fmla="*/ 24364 h 113860"/>
                        <a:gd name="connsiteX236" fmla="*/ 24140 w 215010"/>
                        <a:gd name="connsiteY236" fmla="*/ 24364 h 113860"/>
                        <a:gd name="connsiteX237" fmla="*/ 37119 w 215010"/>
                        <a:gd name="connsiteY237" fmla="*/ 22710 h 113860"/>
                        <a:gd name="connsiteX238" fmla="*/ 36627 w 215010"/>
                        <a:gd name="connsiteY238" fmla="*/ 22277 h 113860"/>
                        <a:gd name="connsiteX239" fmla="*/ 37045 w 215010"/>
                        <a:gd name="connsiteY239" fmla="*/ 21726 h 113860"/>
                        <a:gd name="connsiteX240" fmla="*/ 40934 w 215010"/>
                        <a:gd name="connsiteY240" fmla="*/ 21234 h 113860"/>
                        <a:gd name="connsiteX241" fmla="*/ 41485 w 215010"/>
                        <a:gd name="connsiteY241" fmla="*/ 21652 h 113860"/>
                        <a:gd name="connsiteX242" fmla="*/ 41068 w 215010"/>
                        <a:gd name="connsiteY242" fmla="*/ 22203 h 113860"/>
                        <a:gd name="connsiteX243" fmla="*/ 37179 w 215010"/>
                        <a:gd name="connsiteY243" fmla="*/ 22695 h 113860"/>
                        <a:gd name="connsiteX244" fmla="*/ 37119 w 215010"/>
                        <a:gd name="connsiteY244" fmla="*/ 22695 h 113860"/>
                        <a:gd name="connsiteX245" fmla="*/ 50098 w 215010"/>
                        <a:gd name="connsiteY245" fmla="*/ 21055 h 113860"/>
                        <a:gd name="connsiteX246" fmla="*/ 49606 w 215010"/>
                        <a:gd name="connsiteY246" fmla="*/ 20623 h 113860"/>
                        <a:gd name="connsiteX247" fmla="*/ 50023 w 215010"/>
                        <a:gd name="connsiteY247" fmla="*/ 20072 h 113860"/>
                        <a:gd name="connsiteX248" fmla="*/ 53913 w 215010"/>
                        <a:gd name="connsiteY248" fmla="*/ 19580 h 113860"/>
                        <a:gd name="connsiteX249" fmla="*/ 54464 w 215010"/>
                        <a:gd name="connsiteY249" fmla="*/ 19997 h 113860"/>
                        <a:gd name="connsiteX250" fmla="*/ 54047 w 215010"/>
                        <a:gd name="connsiteY250" fmla="*/ 20549 h 113860"/>
                        <a:gd name="connsiteX251" fmla="*/ 50158 w 215010"/>
                        <a:gd name="connsiteY251" fmla="*/ 21041 h 113860"/>
                        <a:gd name="connsiteX252" fmla="*/ 50098 w 215010"/>
                        <a:gd name="connsiteY252" fmla="*/ 21041 h 113860"/>
                        <a:gd name="connsiteX253" fmla="*/ 63077 w 215010"/>
                        <a:gd name="connsiteY253" fmla="*/ 19387 h 113860"/>
                        <a:gd name="connsiteX254" fmla="*/ 62585 w 215010"/>
                        <a:gd name="connsiteY254" fmla="*/ 18954 h 113860"/>
                        <a:gd name="connsiteX255" fmla="*/ 63003 w 215010"/>
                        <a:gd name="connsiteY255" fmla="*/ 18403 h 113860"/>
                        <a:gd name="connsiteX256" fmla="*/ 66892 w 215010"/>
                        <a:gd name="connsiteY256" fmla="*/ 17911 h 113860"/>
                        <a:gd name="connsiteX257" fmla="*/ 67443 w 215010"/>
                        <a:gd name="connsiteY257" fmla="*/ 18329 h 113860"/>
                        <a:gd name="connsiteX258" fmla="*/ 67026 w 215010"/>
                        <a:gd name="connsiteY258" fmla="*/ 18880 h 113860"/>
                        <a:gd name="connsiteX259" fmla="*/ 63137 w 215010"/>
                        <a:gd name="connsiteY259" fmla="*/ 19372 h 113860"/>
                        <a:gd name="connsiteX260" fmla="*/ 63077 w 215010"/>
                        <a:gd name="connsiteY260" fmla="*/ 19372 h 113860"/>
                        <a:gd name="connsiteX261" fmla="*/ 76056 w 215010"/>
                        <a:gd name="connsiteY261" fmla="*/ 17733 h 113860"/>
                        <a:gd name="connsiteX262" fmla="*/ 75564 w 215010"/>
                        <a:gd name="connsiteY262" fmla="*/ 17300 h 113860"/>
                        <a:gd name="connsiteX263" fmla="*/ 75982 w 215010"/>
                        <a:gd name="connsiteY263" fmla="*/ 16749 h 113860"/>
                        <a:gd name="connsiteX264" fmla="*/ 79871 w 215010"/>
                        <a:gd name="connsiteY264" fmla="*/ 16257 h 113860"/>
                        <a:gd name="connsiteX265" fmla="*/ 80422 w 215010"/>
                        <a:gd name="connsiteY265" fmla="*/ 16675 h 113860"/>
                        <a:gd name="connsiteX266" fmla="*/ 80005 w 215010"/>
                        <a:gd name="connsiteY266" fmla="*/ 17226 h 113860"/>
                        <a:gd name="connsiteX267" fmla="*/ 76116 w 215010"/>
                        <a:gd name="connsiteY267" fmla="*/ 17718 h 113860"/>
                        <a:gd name="connsiteX268" fmla="*/ 76056 w 215010"/>
                        <a:gd name="connsiteY268" fmla="*/ 17718 h 113860"/>
                        <a:gd name="connsiteX269" fmla="*/ 210123 w 215010"/>
                        <a:gd name="connsiteY269" fmla="*/ 16794 h 113860"/>
                        <a:gd name="connsiteX270" fmla="*/ 209646 w 215010"/>
                        <a:gd name="connsiteY270" fmla="*/ 16391 h 113860"/>
                        <a:gd name="connsiteX271" fmla="*/ 208931 w 215010"/>
                        <a:gd name="connsiteY271" fmla="*/ 12547 h 113860"/>
                        <a:gd name="connsiteX272" fmla="*/ 209318 w 215010"/>
                        <a:gd name="connsiteY272" fmla="*/ 11966 h 113860"/>
                        <a:gd name="connsiteX273" fmla="*/ 209899 w 215010"/>
                        <a:gd name="connsiteY273" fmla="*/ 12353 h 113860"/>
                        <a:gd name="connsiteX274" fmla="*/ 210614 w 215010"/>
                        <a:gd name="connsiteY274" fmla="*/ 16228 h 113860"/>
                        <a:gd name="connsiteX275" fmla="*/ 210212 w 215010"/>
                        <a:gd name="connsiteY275" fmla="*/ 16794 h 113860"/>
                        <a:gd name="connsiteX276" fmla="*/ 210123 w 215010"/>
                        <a:gd name="connsiteY276" fmla="*/ 16794 h 113860"/>
                        <a:gd name="connsiteX277" fmla="*/ 89035 w 215010"/>
                        <a:gd name="connsiteY277" fmla="*/ 16078 h 113860"/>
                        <a:gd name="connsiteX278" fmla="*/ 88543 w 215010"/>
                        <a:gd name="connsiteY278" fmla="*/ 15646 h 113860"/>
                        <a:gd name="connsiteX279" fmla="*/ 88960 w 215010"/>
                        <a:gd name="connsiteY279" fmla="*/ 15095 h 113860"/>
                        <a:gd name="connsiteX280" fmla="*/ 92850 w 215010"/>
                        <a:gd name="connsiteY280" fmla="*/ 14603 h 113860"/>
                        <a:gd name="connsiteX281" fmla="*/ 93401 w 215010"/>
                        <a:gd name="connsiteY281" fmla="*/ 15021 h 113860"/>
                        <a:gd name="connsiteX282" fmla="*/ 92984 w 215010"/>
                        <a:gd name="connsiteY282" fmla="*/ 15572 h 113860"/>
                        <a:gd name="connsiteX283" fmla="*/ 89095 w 215010"/>
                        <a:gd name="connsiteY283" fmla="*/ 16064 h 113860"/>
                        <a:gd name="connsiteX284" fmla="*/ 89035 w 215010"/>
                        <a:gd name="connsiteY284" fmla="*/ 16064 h 113860"/>
                        <a:gd name="connsiteX285" fmla="*/ 102014 w 215010"/>
                        <a:gd name="connsiteY285" fmla="*/ 14424 h 113860"/>
                        <a:gd name="connsiteX286" fmla="*/ 101522 w 215010"/>
                        <a:gd name="connsiteY286" fmla="*/ 13992 h 113860"/>
                        <a:gd name="connsiteX287" fmla="*/ 101940 w 215010"/>
                        <a:gd name="connsiteY287" fmla="*/ 13441 h 113860"/>
                        <a:gd name="connsiteX288" fmla="*/ 105829 w 215010"/>
                        <a:gd name="connsiteY288" fmla="*/ 12949 h 113860"/>
                        <a:gd name="connsiteX289" fmla="*/ 106380 w 215010"/>
                        <a:gd name="connsiteY289" fmla="*/ 13366 h 113860"/>
                        <a:gd name="connsiteX290" fmla="*/ 105963 w 215010"/>
                        <a:gd name="connsiteY290" fmla="*/ 13918 h 113860"/>
                        <a:gd name="connsiteX291" fmla="*/ 102074 w 215010"/>
                        <a:gd name="connsiteY291" fmla="*/ 14409 h 113860"/>
                        <a:gd name="connsiteX292" fmla="*/ 102014 w 215010"/>
                        <a:gd name="connsiteY292" fmla="*/ 14409 h 113860"/>
                        <a:gd name="connsiteX293" fmla="*/ 114993 w 215010"/>
                        <a:gd name="connsiteY293" fmla="*/ 12755 h 113860"/>
                        <a:gd name="connsiteX294" fmla="*/ 114501 w 215010"/>
                        <a:gd name="connsiteY294" fmla="*/ 12323 h 113860"/>
                        <a:gd name="connsiteX295" fmla="*/ 114919 w 215010"/>
                        <a:gd name="connsiteY295" fmla="*/ 11772 h 113860"/>
                        <a:gd name="connsiteX296" fmla="*/ 118808 w 215010"/>
                        <a:gd name="connsiteY296" fmla="*/ 11280 h 113860"/>
                        <a:gd name="connsiteX297" fmla="*/ 119359 w 215010"/>
                        <a:gd name="connsiteY297" fmla="*/ 11698 h 113860"/>
                        <a:gd name="connsiteX298" fmla="*/ 118942 w 215010"/>
                        <a:gd name="connsiteY298" fmla="*/ 12249 h 113860"/>
                        <a:gd name="connsiteX299" fmla="*/ 115053 w 215010"/>
                        <a:gd name="connsiteY299" fmla="*/ 12741 h 113860"/>
                        <a:gd name="connsiteX300" fmla="*/ 114993 w 215010"/>
                        <a:gd name="connsiteY300" fmla="*/ 12741 h 113860"/>
                        <a:gd name="connsiteX301" fmla="*/ 127972 w 215010"/>
                        <a:gd name="connsiteY301" fmla="*/ 11101 h 113860"/>
                        <a:gd name="connsiteX302" fmla="*/ 127480 w 215010"/>
                        <a:gd name="connsiteY302" fmla="*/ 10669 h 113860"/>
                        <a:gd name="connsiteX303" fmla="*/ 127898 w 215010"/>
                        <a:gd name="connsiteY303" fmla="*/ 10118 h 113860"/>
                        <a:gd name="connsiteX304" fmla="*/ 131787 w 215010"/>
                        <a:gd name="connsiteY304" fmla="*/ 9626 h 113860"/>
                        <a:gd name="connsiteX305" fmla="*/ 132338 w 215010"/>
                        <a:gd name="connsiteY305" fmla="*/ 10043 h 113860"/>
                        <a:gd name="connsiteX306" fmla="*/ 131921 w 215010"/>
                        <a:gd name="connsiteY306" fmla="*/ 10595 h 113860"/>
                        <a:gd name="connsiteX307" fmla="*/ 128032 w 215010"/>
                        <a:gd name="connsiteY307" fmla="*/ 11087 h 113860"/>
                        <a:gd name="connsiteX308" fmla="*/ 127972 w 215010"/>
                        <a:gd name="connsiteY308" fmla="*/ 11087 h 113860"/>
                        <a:gd name="connsiteX309" fmla="*/ 140951 w 215010"/>
                        <a:gd name="connsiteY309" fmla="*/ 9433 h 113860"/>
                        <a:gd name="connsiteX310" fmla="*/ 140459 w 215010"/>
                        <a:gd name="connsiteY310" fmla="*/ 9000 h 113860"/>
                        <a:gd name="connsiteX311" fmla="*/ 140877 w 215010"/>
                        <a:gd name="connsiteY311" fmla="*/ 8449 h 113860"/>
                        <a:gd name="connsiteX312" fmla="*/ 144766 w 215010"/>
                        <a:gd name="connsiteY312" fmla="*/ 7957 h 113860"/>
                        <a:gd name="connsiteX313" fmla="*/ 145317 w 215010"/>
                        <a:gd name="connsiteY313" fmla="*/ 8375 h 113860"/>
                        <a:gd name="connsiteX314" fmla="*/ 144900 w 215010"/>
                        <a:gd name="connsiteY314" fmla="*/ 8926 h 113860"/>
                        <a:gd name="connsiteX315" fmla="*/ 141011 w 215010"/>
                        <a:gd name="connsiteY315" fmla="*/ 9418 h 113860"/>
                        <a:gd name="connsiteX316" fmla="*/ 140951 w 215010"/>
                        <a:gd name="connsiteY316" fmla="*/ 9418 h 113860"/>
                        <a:gd name="connsiteX317" fmla="*/ 153930 w 215010"/>
                        <a:gd name="connsiteY317" fmla="*/ 7779 h 113860"/>
                        <a:gd name="connsiteX318" fmla="*/ 153438 w 215010"/>
                        <a:gd name="connsiteY318" fmla="*/ 7346 h 113860"/>
                        <a:gd name="connsiteX319" fmla="*/ 153856 w 215010"/>
                        <a:gd name="connsiteY319" fmla="*/ 6795 h 113860"/>
                        <a:gd name="connsiteX320" fmla="*/ 157745 w 215010"/>
                        <a:gd name="connsiteY320" fmla="*/ 6303 h 113860"/>
                        <a:gd name="connsiteX321" fmla="*/ 158296 w 215010"/>
                        <a:gd name="connsiteY321" fmla="*/ 6720 h 113860"/>
                        <a:gd name="connsiteX322" fmla="*/ 157879 w 215010"/>
                        <a:gd name="connsiteY322" fmla="*/ 7272 h 113860"/>
                        <a:gd name="connsiteX323" fmla="*/ 153990 w 215010"/>
                        <a:gd name="connsiteY323" fmla="*/ 7764 h 113860"/>
                        <a:gd name="connsiteX324" fmla="*/ 153930 w 215010"/>
                        <a:gd name="connsiteY324" fmla="*/ 7764 h 113860"/>
                        <a:gd name="connsiteX325" fmla="*/ 166909 w 215010"/>
                        <a:gd name="connsiteY325" fmla="*/ 6110 h 113860"/>
                        <a:gd name="connsiteX326" fmla="*/ 166417 w 215010"/>
                        <a:gd name="connsiteY326" fmla="*/ 5677 h 113860"/>
                        <a:gd name="connsiteX327" fmla="*/ 166835 w 215010"/>
                        <a:gd name="connsiteY327" fmla="*/ 5126 h 113860"/>
                        <a:gd name="connsiteX328" fmla="*/ 170724 w 215010"/>
                        <a:gd name="connsiteY328" fmla="*/ 4634 h 113860"/>
                        <a:gd name="connsiteX329" fmla="*/ 171275 w 215010"/>
                        <a:gd name="connsiteY329" fmla="*/ 5052 h 113860"/>
                        <a:gd name="connsiteX330" fmla="*/ 170858 w 215010"/>
                        <a:gd name="connsiteY330" fmla="*/ 5603 h 113860"/>
                        <a:gd name="connsiteX331" fmla="*/ 166969 w 215010"/>
                        <a:gd name="connsiteY331" fmla="*/ 6095 h 113860"/>
                        <a:gd name="connsiteX332" fmla="*/ 166909 w 215010"/>
                        <a:gd name="connsiteY332" fmla="*/ 6095 h 113860"/>
                        <a:gd name="connsiteX333" fmla="*/ 179888 w 215010"/>
                        <a:gd name="connsiteY333" fmla="*/ 4455 h 113860"/>
                        <a:gd name="connsiteX334" fmla="*/ 179396 w 215010"/>
                        <a:gd name="connsiteY334" fmla="*/ 4023 h 113860"/>
                        <a:gd name="connsiteX335" fmla="*/ 179814 w 215010"/>
                        <a:gd name="connsiteY335" fmla="*/ 3472 h 113860"/>
                        <a:gd name="connsiteX336" fmla="*/ 183703 w 215010"/>
                        <a:gd name="connsiteY336" fmla="*/ 2980 h 113860"/>
                        <a:gd name="connsiteX337" fmla="*/ 184254 w 215010"/>
                        <a:gd name="connsiteY337" fmla="*/ 3398 h 113860"/>
                        <a:gd name="connsiteX338" fmla="*/ 183837 w 215010"/>
                        <a:gd name="connsiteY338" fmla="*/ 3949 h 113860"/>
                        <a:gd name="connsiteX339" fmla="*/ 179948 w 215010"/>
                        <a:gd name="connsiteY339" fmla="*/ 4441 h 113860"/>
                        <a:gd name="connsiteX340" fmla="*/ 179888 w 215010"/>
                        <a:gd name="connsiteY340" fmla="*/ 4441 h 113860"/>
                        <a:gd name="connsiteX341" fmla="*/ 207455 w 215010"/>
                        <a:gd name="connsiteY341" fmla="*/ 3994 h 113860"/>
                        <a:gd name="connsiteX342" fmla="*/ 206979 w 215010"/>
                        <a:gd name="connsiteY342" fmla="*/ 3621 h 113860"/>
                        <a:gd name="connsiteX343" fmla="*/ 206353 w 215010"/>
                        <a:gd name="connsiteY343" fmla="*/ 1073 h 113860"/>
                        <a:gd name="connsiteX344" fmla="*/ 205921 w 215010"/>
                        <a:gd name="connsiteY344" fmla="*/ 1133 h 113860"/>
                        <a:gd name="connsiteX345" fmla="*/ 205369 w 215010"/>
                        <a:gd name="connsiteY345" fmla="*/ 715 h 113860"/>
                        <a:gd name="connsiteX346" fmla="*/ 205786 w 215010"/>
                        <a:gd name="connsiteY346" fmla="*/ 164 h 113860"/>
                        <a:gd name="connsiteX347" fmla="*/ 207083 w 215010"/>
                        <a:gd name="connsiteY347" fmla="*/ 0 h 113860"/>
                        <a:gd name="connsiteX348" fmla="*/ 207187 w 215010"/>
                        <a:gd name="connsiteY348" fmla="*/ 417 h 113860"/>
                        <a:gd name="connsiteX349" fmla="*/ 207932 w 215010"/>
                        <a:gd name="connsiteY349" fmla="*/ 3398 h 113860"/>
                        <a:gd name="connsiteX350" fmla="*/ 207575 w 215010"/>
                        <a:gd name="connsiteY350" fmla="*/ 3994 h 113860"/>
                        <a:gd name="connsiteX351" fmla="*/ 207455 w 215010"/>
                        <a:gd name="connsiteY351" fmla="*/ 3994 h 113860"/>
                        <a:gd name="connsiteX352" fmla="*/ 192867 w 215010"/>
                        <a:gd name="connsiteY352" fmla="*/ 2801 h 113860"/>
                        <a:gd name="connsiteX353" fmla="*/ 192375 w 215010"/>
                        <a:gd name="connsiteY353" fmla="*/ 2369 h 113860"/>
                        <a:gd name="connsiteX354" fmla="*/ 192792 w 215010"/>
                        <a:gd name="connsiteY354" fmla="*/ 1818 h 113860"/>
                        <a:gd name="connsiteX355" fmla="*/ 196682 w 215010"/>
                        <a:gd name="connsiteY355" fmla="*/ 1326 h 113860"/>
                        <a:gd name="connsiteX356" fmla="*/ 197233 w 215010"/>
                        <a:gd name="connsiteY356" fmla="*/ 1743 h 113860"/>
                        <a:gd name="connsiteX357" fmla="*/ 196816 w 215010"/>
                        <a:gd name="connsiteY357" fmla="*/ 2295 h 113860"/>
                        <a:gd name="connsiteX358" fmla="*/ 192927 w 215010"/>
                        <a:gd name="connsiteY358" fmla="*/ 2787 h 113860"/>
                        <a:gd name="connsiteX359" fmla="*/ 192867 w 215010"/>
                        <a:gd name="connsiteY359" fmla="*/ 2787 h 1138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  <a:cxn ang="0">
                          <a:pos x="connsiteX282" y="connsiteY282"/>
                        </a:cxn>
                        <a:cxn ang="0">
                          <a:pos x="connsiteX283" y="connsiteY283"/>
                        </a:cxn>
                        <a:cxn ang="0">
                          <a:pos x="connsiteX284" y="connsiteY284"/>
                        </a:cxn>
                        <a:cxn ang="0">
                          <a:pos x="connsiteX285" y="connsiteY285"/>
                        </a:cxn>
                        <a:cxn ang="0">
                          <a:pos x="connsiteX286" y="connsiteY286"/>
                        </a:cxn>
                        <a:cxn ang="0">
                          <a:pos x="connsiteX287" y="connsiteY287"/>
                        </a:cxn>
                        <a:cxn ang="0">
                          <a:pos x="connsiteX288" y="connsiteY288"/>
                        </a:cxn>
                        <a:cxn ang="0">
                          <a:pos x="connsiteX289" y="connsiteY289"/>
                        </a:cxn>
                        <a:cxn ang="0">
                          <a:pos x="connsiteX290" y="connsiteY290"/>
                        </a:cxn>
                        <a:cxn ang="0">
                          <a:pos x="connsiteX291" y="connsiteY291"/>
                        </a:cxn>
                        <a:cxn ang="0">
                          <a:pos x="connsiteX292" y="connsiteY292"/>
                        </a:cxn>
                        <a:cxn ang="0">
                          <a:pos x="connsiteX293" y="connsiteY293"/>
                        </a:cxn>
                        <a:cxn ang="0">
                          <a:pos x="connsiteX294" y="connsiteY294"/>
                        </a:cxn>
                        <a:cxn ang="0">
                          <a:pos x="connsiteX295" y="connsiteY295"/>
                        </a:cxn>
                        <a:cxn ang="0">
                          <a:pos x="connsiteX296" y="connsiteY296"/>
                        </a:cxn>
                        <a:cxn ang="0">
                          <a:pos x="connsiteX297" y="connsiteY297"/>
                        </a:cxn>
                        <a:cxn ang="0">
                          <a:pos x="connsiteX298" y="connsiteY298"/>
                        </a:cxn>
                        <a:cxn ang="0">
                          <a:pos x="connsiteX299" y="connsiteY299"/>
                        </a:cxn>
                        <a:cxn ang="0">
                          <a:pos x="connsiteX300" y="connsiteY300"/>
                        </a:cxn>
                        <a:cxn ang="0">
                          <a:pos x="connsiteX301" y="connsiteY301"/>
                        </a:cxn>
                        <a:cxn ang="0">
                          <a:pos x="connsiteX302" y="connsiteY302"/>
                        </a:cxn>
                        <a:cxn ang="0">
                          <a:pos x="connsiteX303" y="connsiteY303"/>
                        </a:cxn>
                        <a:cxn ang="0">
                          <a:pos x="connsiteX304" y="connsiteY304"/>
                        </a:cxn>
                        <a:cxn ang="0">
                          <a:pos x="connsiteX305" y="connsiteY305"/>
                        </a:cxn>
                        <a:cxn ang="0">
                          <a:pos x="connsiteX306" y="connsiteY306"/>
                        </a:cxn>
                        <a:cxn ang="0">
                          <a:pos x="connsiteX307" y="connsiteY307"/>
                        </a:cxn>
                        <a:cxn ang="0">
                          <a:pos x="connsiteX308" y="connsiteY308"/>
                        </a:cxn>
                        <a:cxn ang="0">
                          <a:pos x="connsiteX309" y="connsiteY309"/>
                        </a:cxn>
                        <a:cxn ang="0">
                          <a:pos x="connsiteX310" y="connsiteY310"/>
                        </a:cxn>
                        <a:cxn ang="0">
                          <a:pos x="connsiteX311" y="connsiteY311"/>
                        </a:cxn>
                        <a:cxn ang="0">
                          <a:pos x="connsiteX312" y="connsiteY312"/>
                        </a:cxn>
                        <a:cxn ang="0">
                          <a:pos x="connsiteX313" y="connsiteY313"/>
                        </a:cxn>
                        <a:cxn ang="0">
                          <a:pos x="connsiteX314" y="connsiteY314"/>
                        </a:cxn>
                        <a:cxn ang="0">
                          <a:pos x="connsiteX315" y="connsiteY315"/>
                        </a:cxn>
                        <a:cxn ang="0">
                          <a:pos x="connsiteX316" y="connsiteY316"/>
                        </a:cxn>
                        <a:cxn ang="0">
                          <a:pos x="connsiteX317" y="connsiteY317"/>
                        </a:cxn>
                        <a:cxn ang="0">
                          <a:pos x="connsiteX318" y="connsiteY318"/>
                        </a:cxn>
                        <a:cxn ang="0">
                          <a:pos x="connsiteX319" y="connsiteY319"/>
                        </a:cxn>
                        <a:cxn ang="0">
                          <a:pos x="connsiteX320" y="connsiteY320"/>
                        </a:cxn>
                        <a:cxn ang="0">
                          <a:pos x="connsiteX321" y="connsiteY321"/>
                        </a:cxn>
                        <a:cxn ang="0">
                          <a:pos x="connsiteX322" y="connsiteY322"/>
                        </a:cxn>
                        <a:cxn ang="0">
                          <a:pos x="connsiteX323" y="connsiteY323"/>
                        </a:cxn>
                        <a:cxn ang="0">
                          <a:pos x="connsiteX324" y="connsiteY324"/>
                        </a:cxn>
                        <a:cxn ang="0">
                          <a:pos x="connsiteX325" y="connsiteY325"/>
                        </a:cxn>
                        <a:cxn ang="0">
                          <a:pos x="connsiteX326" y="connsiteY326"/>
                        </a:cxn>
                        <a:cxn ang="0">
                          <a:pos x="connsiteX327" y="connsiteY327"/>
                        </a:cxn>
                        <a:cxn ang="0">
                          <a:pos x="connsiteX328" y="connsiteY328"/>
                        </a:cxn>
                        <a:cxn ang="0">
                          <a:pos x="connsiteX329" y="connsiteY329"/>
                        </a:cxn>
                        <a:cxn ang="0">
                          <a:pos x="connsiteX330" y="connsiteY330"/>
                        </a:cxn>
                        <a:cxn ang="0">
                          <a:pos x="connsiteX331" y="connsiteY331"/>
                        </a:cxn>
                        <a:cxn ang="0">
                          <a:pos x="connsiteX332" y="connsiteY332"/>
                        </a:cxn>
                        <a:cxn ang="0">
                          <a:pos x="connsiteX333" y="connsiteY333"/>
                        </a:cxn>
                        <a:cxn ang="0">
                          <a:pos x="connsiteX334" y="connsiteY334"/>
                        </a:cxn>
                        <a:cxn ang="0">
                          <a:pos x="connsiteX335" y="connsiteY335"/>
                        </a:cxn>
                        <a:cxn ang="0">
                          <a:pos x="connsiteX336" y="connsiteY336"/>
                        </a:cxn>
                        <a:cxn ang="0">
                          <a:pos x="connsiteX337" y="connsiteY337"/>
                        </a:cxn>
                        <a:cxn ang="0">
                          <a:pos x="connsiteX338" y="connsiteY338"/>
                        </a:cxn>
                        <a:cxn ang="0">
                          <a:pos x="connsiteX339" y="connsiteY339"/>
                        </a:cxn>
                        <a:cxn ang="0">
                          <a:pos x="connsiteX340" y="connsiteY340"/>
                        </a:cxn>
                        <a:cxn ang="0">
                          <a:pos x="connsiteX341" y="connsiteY341"/>
                        </a:cxn>
                        <a:cxn ang="0">
                          <a:pos x="connsiteX342" y="connsiteY342"/>
                        </a:cxn>
                        <a:cxn ang="0">
                          <a:pos x="connsiteX343" y="connsiteY343"/>
                        </a:cxn>
                        <a:cxn ang="0">
                          <a:pos x="connsiteX344" y="connsiteY344"/>
                        </a:cxn>
                        <a:cxn ang="0">
                          <a:pos x="connsiteX345" y="connsiteY345"/>
                        </a:cxn>
                        <a:cxn ang="0">
                          <a:pos x="connsiteX346" y="connsiteY346"/>
                        </a:cxn>
                        <a:cxn ang="0">
                          <a:pos x="connsiteX347" y="connsiteY347"/>
                        </a:cxn>
                        <a:cxn ang="0">
                          <a:pos x="connsiteX348" y="connsiteY348"/>
                        </a:cxn>
                        <a:cxn ang="0">
                          <a:pos x="connsiteX349" y="connsiteY349"/>
                        </a:cxn>
                        <a:cxn ang="0">
                          <a:pos x="connsiteX350" y="connsiteY350"/>
                        </a:cxn>
                        <a:cxn ang="0">
                          <a:pos x="connsiteX351" y="connsiteY351"/>
                        </a:cxn>
                        <a:cxn ang="0">
                          <a:pos x="connsiteX352" y="connsiteY352"/>
                        </a:cxn>
                        <a:cxn ang="0">
                          <a:pos x="connsiteX353" y="connsiteY353"/>
                        </a:cxn>
                        <a:cxn ang="0">
                          <a:pos x="connsiteX354" y="connsiteY354"/>
                        </a:cxn>
                        <a:cxn ang="0">
                          <a:pos x="connsiteX355" y="connsiteY355"/>
                        </a:cxn>
                        <a:cxn ang="0">
                          <a:pos x="connsiteX356" y="connsiteY356"/>
                        </a:cxn>
                        <a:cxn ang="0">
                          <a:pos x="connsiteX357" y="connsiteY357"/>
                        </a:cxn>
                        <a:cxn ang="0">
                          <a:pos x="connsiteX358" y="connsiteY358"/>
                        </a:cxn>
                        <a:cxn ang="0">
                          <a:pos x="connsiteX359" y="connsiteY359"/>
                        </a:cxn>
                      </a:cxnLst>
                      <a:rect l="l" t="t" r="r" b="b"/>
                      <a:pathLst>
                        <a:path w="215010" h="113860">
                          <a:moveTo>
                            <a:pt x="37715" y="113861"/>
                          </a:moveTo>
                          <a:cubicBezTo>
                            <a:pt x="37477" y="113861"/>
                            <a:pt x="37253" y="113682"/>
                            <a:pt x="37223" y="113428"/>
                          </a:cubicBezTo>
                          <a:cubicBezTo>
                            <a:pt x="37194" y="113160"/>
                            <a:pt x="37387" y="112907"/>
                            <a:pt x="37655" y="112877"/>
                          </a:cubicBezTo>
                          <a:lnTo>
                            <a:pt x="41560" y="112400"/>
                          </a:lnTo>
                          <a:cubicBezTo>
                            <a:pt x="41843" y="112356"/>
                            <a:pt x="42081" y="112564"/>
                            <a:pt x="42111" y="112832"/>
                          </a:cubicBezTo>
                          <a:cubicBezTo>
                            <a:pt x="42141" y="113101"/>
                            <a:pt x="41947" y="113354"/>
                            <a:pt x="41679" y="113384"/>
                          </a:cubicBezTo>
                          <a:lnTo>
                            <a:pt x="37775" y="113861"/>
                          </a:lnTo>
                          <a:cubicBezTo>
                            <a:pt x="37775" y="113861"/>
                            <a:pt x="37730" y="113861"/>
                            <a:pt x="37715" y="113861"/>
                          </a:cubicBezTo>
                          <a:close/>
                          <a:moveTo>
                            <a:pt x="28610" y="113637"/>
                          </a:moveTo>
                          <a:cubicBezTo>
                            <a:pt x="28610" y="113637"/>
                            <a:pt x="28536" y="113637"/>
                            <a:pt x="28506" y="113637"/>
                          </a:cubicBezTo>
                          <a:cubicBezTo>
                            <a:pt x="27210" y="113339"/>
                            <a:pt x="25928" y="112937"/>
                            <a:pt x="24691" y="112415"/>
                          </a:cubicBezTo>
                          <a:cubicBezTo>
                            <a:pt x="24438" y="112311"/>
                            <a:pt x="24319" y="112028"/>
                            <a:pt x="24423" y="111774"/>
                          </a:cubicBezTo>
                          <a:cubicBezTo>
                            <a:pt x="24527" y="111521"/>
                            <a:pt x="24825" y="111402"/>
                            <a:pt x="25064" y="111506"/>
                          </a:cubicBezTo>
                          <a:cubicBezTo>
                            <a:pt x="26241" y="111998"/>
                            <a:pt x="27463" y="112400"/>
                            <a:pt x="28715" y="112683"/>
                          </a:cubicBezTo>
                          <a:cubicBezTo>
                            <a:pt x="28983" y="112743"/>
                            <a:pt x="29147" y="113011"/>
                            <a:pt x="29087" y="113265"/>
                          </a:cubicBezTo>
                          <a:cubicBezTo>
                            <a:pt x="29043" y="113488"/>
                            <a:pt x="28834" y="113652"/>
                            <a:pt x="28610" y="113652"/>
                          </a:cubicBezTo>
                          <a:close/>
                          <a:moveTo>
                            <a:pt x="50709" y="112281"/>
                          </a:moveTo>
                          <a:cubicBezTo>
                            <a:pt x="50471" y="112281"/>
                            <a:pt x="50247" y="112102"/>
                            <a:pt x="50217" y="111849"/>
                          </a:cubicBezTo>
                          <a:cubicBezTo>
                            <a:pt x="50187" y="111581"/>
                            <a:pt x="50381" y="111327"/>
                            <a:pt x="50649" y="111298"/>
                          </a:cubicBezTo>
                          <a:lnTo>
                            <a:pt x="54554" y="110821"/>
                          </a:lnTo>
                          <a:cubicBezTo>
                            <a:pt x="54807" y="110791"/>
                            <a:pt x="55060" y="110985"/>
                            <a:pt x="55105" y="111253"/>
                          </a:cubicBezTo>
                          <a:cubicBezTo>
                            <a:pt x="55135" y="111521"/>
                            <a:pt x="54941" y="111759"/>
                            <a:pt x="54673" y="111804"/>
                          </a:cubicBezTo>
                          <a:lnTo>
                            <a:pt x="50769" y="112281"/>
                          </a:lnTo>
                          <a:cubicBezTo>
                            <a:pt x="50769" y="112281"/>
                            <a:pt x="50724" y="112281"/>
                            <a:pt x="50709" y="112281"/>
                          </a:cubicBezTo>
                          <a:close/>
                          <a:moveTo>
                            <a:pt x="63703" y="110701"/>
                          </a:moveTo>
                          <a:cubicBezTo>
                            <a:pt x="63464" y="110701"/>
                            <a:pt x="63241" y="110523"/>
                            <a:pt x="63211" y="110269"/>
                          </a:cubicBezTo>
                          <a:cubicBezTo>
                            <a:pt x="63181" y="110001"/>
                            <a:pt x="63375" y="109748"/>
                            <a:pt x="63643" y="109718"/>
                          </a:cubicBezTo>
                          <a:lnTo>
                            <a:pt x="67547" y="109241"/>
                          </a:lnTo>
                          <a:cubicBezTo>
                            <a:pt x="67831" y="109197"/>
                            <a:pt x="68069" y="109405"/>
                            <a:pt x="68099" y="109673"/>
                          </a:cubicBezTo>
                          <a:cubicBezTo>
                            <a:pt x="68129" y="109942"/>
                            <a:pt x="67935" y="110195"/>
                            <a:pt x="67667" y="110225"/>
                          </a:cubicBezTo>
                          <a:lnTo>
                            <a:pt x="63762" y="110701"/>
                          </a:lnTo>
                          <a:cubicBezTo>
                            <a:pt x="63762" y="110701"/>
                            <a:pt x="63718" y="110701"/>
                            <a:pt x="63703" y="110701"/>
                          </a:cubicBezTo>
                          <a:close/>
                          <a:moveTo>
                            <a:pt x="76697" y="109122"/>
                          </a:moveTo>
                          <a:cubicBezTo>
                            <a:pt x="76458" y="109122"/>
                            <a:pt x="76235" y="108943"/>
                            <a:pt x="76205" y="108690"/>
                          </a:cubicBezTo>
                          <a:cubicBezTo>
                            <a:pt x="76175" y="108422"/>
                            <a:pt x="76369" y="108183"/>
                            <a:pt x="76637" y="108139"/>
                          </a:cubicBezTo>
                          <a:lnTo>
                            <a:pt x="80541" y="107662"/>
                          </a:lnTo>
                          <a:cubicBezTo>
                            <a:pt x="80824" y="107617"/>
                            <a:pt x="81063" y="107826"/>
                            <a:pt x="81093" y="108094"/>
                          </a:cubicBezTo>
                          <a:cubicBezTo>
                            <a:pt x="81122" y="108362"/>
                            <a:pt x="80929" y="108615"/>
                            <a:pt x="80660" y="108645"/>
                          </a:cubicBezTo>
                          <a:lnTo>
                            <a:pt x="76756" y="109122"/>
                          </a:lnTo>
                          <a:cubicBezTo>
                            <a:pt x="76756" y="109122"/>
                            <a:pt x="76712" y="109122"/>
                            <a:pt x="76697" y="109122"/>
                          </a:cubicBezTo>
                          <a:close/>
                          <a:moveTo>
                            <a:pt x="89691" y="107542"/>
                          </a:moveTo>
                          <a:cubicBezTo>
                            <a:pt x="89452" y="107542"/>
                            <a:pt x="89229" y="107364"/>
                            <a:pt x="89199" y="107110"/>
                          </a:cubicBezTo>
                          <a:cubicBezTo>
                            <a:pt x="89169" y="106842"/>
                            <a:pt x="89363" y="106589"/>
                            <a:pt x="89631" y="106559"/>
                          </a:cubicBezTo>
                          <a:lnTo>
                            <a:pt x="93535" y="106082"/>
                          </a:lnTo>
                          <a:cubicBezTo>
                            <a:pt x="93818" y="106052"/>
                            <a:pt x="94057" y="106246"/>
                            <a:pt x="94087" y="106514"/>
                          </a:cubicBezTo>
                          <a:cubicBezTo>
                            <a:pt x="94116" y="106783"/>
                            <a:pt x="93923" y="107036"/>
                            <a:pt x="93654" y="107066"/>
                          </a:cubicBezTo>
                          <a:lnTo>
                            <a:pt x="89750" y="107542"/>
                          </a:lnTo>
                          <a:cubicBezTo>
                            <a:pt x="89750" y="107542"/>
                            <a:pt x="89706" y="107542"/>
                            <a:pt x="89691" y="107542"/>
                          </a:cubicBezTo>
                          <a:close/>
                          <a:moveTo>
                            <a:pt x="17405" y="107304"/>
                          </a:moveTo>
                          <a:cubicBezTo>
                            <a:pt x="17271" y="107304"/>
                            <a:pt x="17151" y="107259"/>
                            <a:pt x="17047" y="107155"/>
                          </a:cubicBezTo>
                          <a:cubicBezTo>
                            <a:pt x="16123" y="106186"/>
                            <a:pt x="15274" y="105143"/>
                            <a:pt x="14544" y="104041"/>
                          </a:cubicBezTo>
                          <a:cubicBezTo>
                            <a:pt x="14395" y="103817"/>
                            <a:pt x="14454" y="103504"/>
                            <a:pt x="14678" y="103355"/>
                          </a:cubicBezTo>
                          <a:cubicBezTo>
                            <a:pt x="14901" y="103206"/>
                            <a:pt x="15199" y="103266"/>
                            <a:pt x="15363" y="103489"/>
                          </a:cubicBezTo>
                          <a:cubicBezTo>
                            <a:pt x="16078" y="104547"/>
                            <a:pt x="16883" y="105561"/>
                            <a:pt x="17762" y="106470"/>
                          </a:cubicBezTo>
                          <a:cubicBezTo>
                            <a:pt x="17956" y="106663"/>
                            <a:pt x="17941" y="106976"/>
                            <a:pt x="17762" y="107170"/>
                          </a:cubicBezTo>
                          <a:cubicBezTo>
                            <a:pt x="17673" y="107259"/>
                            <a:pt x="17539" y="107304"/>
                            <a:pt x="17420" y="107304"/>
                          </a:cubicBezTo>
                          <a:close/>
                          <a:moveTo>
                            <a:pt x="102685" y="105963"/>
                          </a:moveTo>
                          <a:cubicBezTo>
                            <a:pt x="102446" y="105963"/>
                            <a:pt x="102223" y="105784"/>
                            <a:pt x="102193" y="105531"/>
                          </a:cubicBezTo>
                          <a:cubicBezTo>
                            <a:pt x="102163" y="105263"/>
                            <a:pt x="102357" y="105009"/>
                            <a:pt x="102625" y="104979"/>
                          </a:cubicBezTo>
                          <a:lnTo>
                            <a:pt x="106529" y="104503"/>
                          </a:lnTo>
                          <a:cubicBezTo>
                            <a:pt x="106812" y="104473"/>
                            <a:pt x="107051" y="104666"/>
                            <a:pt x="107080" y="104935"/>
                          </a:cubicBezTo>
                          <a:cubicBezTo>
                            <a:pt x="107110" y="105203"/>
                            <a:pt x="106917" y="105456"/>
                            <a:pt x="106648" y="105486"/>
                          </a:cubicBezTo>
                          <a:lnTo>
                            <a:pt x="102744" y="105963"/>
                          </a:lnTo>
                          <a:cubicBezTo>
                            <a:pt x="102744" y="105963"/>
                            <a:pt x="102700" y="105963"/>
                            <a:pt x="102685" y="105963"/>
                          </a:cubicBezTo>
                          <a:close/>
                          <a:moveTo>
                            <a:pt x="115678" y="104383"/>
                          </a:moveTo>
                          <a:cubicBezTo>
                            <a:pt x="115440" y="104383"/>
                            <a:pt x="115217" y="104205"/>
                            <a:pt x="115187" y="103951"/>
                          </a:cubicBezTo>
                          <a:cubicBezTo>
                            <a:pt x="115157" y="103683"/>
                            <a:pt x="115351" y="103430"/>
                            <a:pt x="115619" y="103400"/>
                          </a:cubicBezTo>
                          <a:lnTo>
                            <a:pt x="119523" y="102923"/>
                          </a:lnTo>
                          <a:cubicBezTo>
                            <a:pt x="119776" y="102878"/>
                            <a:pt x="120030" y="103087"/>
                            <a:pt x="120074" y="103355"/>
                          </a:cubicBezTo>
                          <a:cubicBezTo>
                            <a:pt x="120104" y="103623"/>
                            <a:pt x="119910" y="103862"/>
                            <a:pt x="119642" y="103907"/>
                          </a:cubicBezTo>
                          <a:lnTo>
                            <a:pt x="115738" y="104383"/>
                          </a:lnTo>
                          <a:cubicBezTo>
                            <a:pt x="115738" y="104383"/>
                            <a:pt x="115693" y="104383"/>
                            <a:pt x="115678" y="104383"/>
                          </a:cubicBezTo>
                          <a:close/>
                          <a:moveTo>
                            <a:pt x="128672" y="102804"/>
                          </a:moveTo>
                          <a:cubicBezTo>
                            <a:pt x="128434" y="102804"/>
                            <a:pt x="128210" y="102625"/>
                            <a:pt x="128181" y="102372"/>
                          </a:cubicBezTo>
                          <a:cubicBezTo>
                            <a:pt x="128151" y="102104"/>
                            <a:pt x="128345" y="101850"/>
                            <a:pt x="128613" y="101820"/>
                          </a:cubicBezTo>
                          <a:lnTo>
                            <a:pt x="132517" y="101344"/>
                          </a:lnTo>
                          <a:cubicBezTo>
                            <a:pt x="132800" y="101314"/>
                            <a:pt x="133038" y="101507"/>
                            <a:pt x="133068" y="101776"/>
                          </a:cubicBezTo>
                          <a:cubicBezTo>
                            <a:pt x="133098" y="102044"/>
                            <a:pt x="132904" y="102297"/>
                            <a:pt x="132636" y="102327"/>
                          </a:cubicBezTo>
                          <a:lnTo>
                            <a:pt x="128732" y="102804"/>
                          </a:lnTo>
                          <a:cubicBezTo>
                            <a:pt x="128732" y="102804"/>
                            <a:pt x="128687" y="102804"/>
                            <a:pt x="128672" y="102804"/>
                          </a:cubicBezTo>
                          <a:close/>
                          <a:moveTo>
                            <a:pt x="141666" y="101224"/>
                          </a:moveTo>
                          <a:cubicBezTo>
                            <a:pt x="141428" y="101224"/>
                            <a:pt x="141204" y="101045"/>
                            <a:pt x="141175" y="100792"/>
                          </a:cubicBezTo>
                          <a:cubicBezTo>
                            <a:pt x="141145" y="100524"/>
                            <a:pt x="141338" y="100286"/>
                            <a:pt x="141607" y="100241"/>
                          </a:cubicBezTo>
                          <a:lnTo>
                            <a:pt x="145511" y="99764"/>
                          </a:lnTo>
                          <a:cubicBezTo>
                            <a:pt x="145794" y="99734"/>
                            <a:pt x="146032" y="99928"/>
                            <a:pt x="146062" y="100196"/>
                          </a:cubicBezTo>
                          <a:cubicBezTo>
                            <a:pt x="146092" y="100464"/>
                            <a:pt x="145898" y="100718"/>
                            <a:pt x="145630" y="100747"/>
                          </a:cubicBezTo>
                          <a:lnTo>
                            <a:pt x="141726" y="101224"/>
                          </a:lnTo>
                          <a:cubicBezTo>
                            <a:pt x="141726" y="101224"/>
                            <a:pt x="141681" y="101224"/>
                            <a:pt x="141666" y="101224"/>
                          </a:cubicBezTo>
                          <a:close/>
                          <a:moveTo>
                            <a:pt x="154660" y="99645"/>
                          </a:moveTo>
                          <a:cubicBezTo>
                            <a:pt x="154422" y="99645"/>
                            <a:pt x="154198" y="99466"/>
                            <a:pt x="154168" y="99213"/>
                          </a:cubicBezTo>
                          <a:cubicBezTo>
                            <a:pt x="154139" y="98944"/>
                            <a:pt x="154332" y="98691"/>
                            <a:pt x="154601" y="98661"/>
                          </a:cubicBezTo>
                          <a:lnTo>
                            <a:pt x="158505" y="98184"/>
                          </a:lnTo>
                          <a:cubicBezTo>
                            <a:pt x="158788" y="98140"/>
                            <a:pt x="159026" y="98348"/>
                            <a:pt x="159056" y="98617"/>
                          </a:cubicBezTo>
                          <a:cubicBezTo>
                            <a:pt x="159086" y="98885"/>
                            <a:pt x="158892" y="99138"/>
                            <a:pt x="158624" y="99168"/>
                          </a:cubicBezTo>
                          <a:lnTo>
                            <a:pt x="154720" y="99645"/>
                          </a:lnTo>
                          <a:cubicBezTo>
                            <a:pt x="154720" y="99645"/>
                            <a:pt x="154675" y="99645"/>
                            <a:pt x="154660" y="99645"/>
                          </a:cubicBezTo>
                          <a:close/>
                          <a:moveTo>
                            <a:pt x="167654" y="98065"/>
                          </a:moveTo>
                          <a:cubicBezTo>
                            <a:pt x="167416" y="98065"/>
                            <a:pt x="167192" y="97886"/>
                            <a:pt x="167162" y="97633"/>
                          </a:cubicBezTo>
                          <a:cubicBezTo>
                            <a:pt x="167133" y="97365"/>
                            <a:pt x="167326" y="97112"/>
                            <a:pt x="167594" y="97082"/>
                          </a:cubicBezTo>
                          <a:lnTo>
                            <a:pt x="171499" y="96605"/>
                          </a:lnTo>
                          <a:cubicBezTo>
                            <a:pt x="171782" y="96575"/>
                            <a:pt x="172020" y="96769"/>
                            <a:pt x="172050" y="97037"/>
                          </a:cubicBezTo>
                          <a:cubicBezTo>
                            <a:pt x="172080" y="97305"/>
                            <a:pt x="171886" y="97559"/>
                            <a:pt x="171618" y="97588"/>
                          </a:cubicBezTo>
                          <a:lnTo>
                            <a:pt x="167714" y="98065"/>
                          </a:lnTo>
                          <a:cubicBezTo>
                            <a:pt x="167714" y="98065"/>
                            <a:pt x="167669" y="98065"/>
                            <a:pt x="167654" y="98065"/>
                          </a:cubicBezTo>
                          <a:close/>
                          <a:moveTo>
                            <a:pt x="180648" y="96486"/>
                          </a:moveTo>
                          <a:cubicBezTo>
                            <a:pt x="180410" y="96486"/>
                            <a:pt x="180186" y="96307"/>
                            <a:pt x="180156" y="96054"/>
                          </a:cubicBezTo>
                          <a:cubicBezTo>
                            <a:pt x="180126" y="95785"/>
                            <a:pt x="180320" y="95532"/>
                            <a:pt x="180588" y="95502"/>
                          </a:cubicBezTo>
                          <a:lnTo>
                            <a:pt x="184493" y="95025"/>
                          </a:lnTo>
                          <a:cubicBezTo>
                            <a:pt x="184761" y="94996"/>
                            <a:pt x="184999" y="95189"/>
                            <a:pt x="185044" y="95458"/>
                          </a:cubicBezTo>
                          <a:cubicBezTo>
                            <a:pt x="185074" y="95726"/>
                            <a:pt x="184880" y="95964"/>
                            <a:pt x="184612" y="96009"/>
                          </a:cubicBezTo>
                          <a:lnTo>
                            <a:pt x="180708" y="96486"/>
                          </a:lnTo>
                          <a:cubicBezTo>
                            <a:pt x="180708" y="96486"/>
                            <a:pt x="180663" y="96486"/>
                            <a:pt x="180648" y="96486"/>
                          </a:cubicBezTo>
                          <a:close/>
                          <a:moveTo>
                            <a:pt x="11563" y="95845"/>
                          </a:moveTo>
                          <a:cubicBezTo>
                            <a:pt x="11325" y="95845"/>
                            <a:pt x="11116" y="95681"/>
                            <a:pt x="11087" y="95443"/>
                          </a:cubicBezTo>
                          <a:lnTo>
                            <a:pt x="10461" y="91568"/>
                          </a:lnTo>
                          <a:cubicBezTo>
                            <a:pt x="10416" y="91300"/>
                            <a:pt x="10595" y="91047"/>
                            <a:pt x="10863" y="91002"/>
                          </a:cubicBezTo>
                          <a:cubicBezTo>
                            <a:pt x="11131" y="90957"/>
                            <a:pt x="11384" y="91136"/>
                            <a:pt x="11429" y="91404"/>
                          </a:cubicBezTo>
                          <a:lnTo>
                            <a:pt x="12055" y="95279"/>
                          </a:lnTo>
                          <a:cubicBezTo>
                            <a:pt x="12100" y="95547"/>
                            <a:pt x="11921" y="95800"/>
                            <a:pt x="11653" y="95845"/>
                          </a:cubicBezTo>
                          <a:cubicBezTo>
                            <a:pt x="11623" y="95845"/>
                            <a:pt x="11593" y="95845"/>
                            <a:pt x="11563" y="95845"/>
                          </a:cubicBezTo>
                          <a:close/>
                          <a:moveTo>
                            <a:pt x="193627" y="94906"/>
                          </a:moveTo>
                          <a:cubicBezTo>
                            <a:pt x="193389" y="94906"/>
                            <a:pt x="193165" y="94727"/>
                            <a:pt x="193135" y="94474"/>
                          </a:cubicBezTo>
                          <a:cubicBezTo>
                            <a:pt x="193105" y="94206"/>
                            <a:pt x="193299" y="93952"/>
                            <a:pt x="193567" y="93923"/>
                          </a:cubicBezTo>
                          <a:lnTo>
                            <a:pt x="197472" y="93446"/>
                          </a:lnTo>
                          <a:cubicBezTo>
                            <a:pt x="197755" y="93401"/>
                            <a:pt x="197993" y="93610"/>
                            <a:pt x="198023" y="93878"/>
                          </a:cubicBezTo>
                          <a:cubicBezTo>
                            <a:pt x="198053" y="94146"/>
                            <a:pt x="197859" y="94400"/>
                            <a:pt x="197591" y="94429"/>
                          </a:cubicBezTo>
                          <a:lnTo>
                            <a:pt x="193687" y="94906"/>
                          </a:lnTo>
                          <a:cubicBezTo>
                            <a:pt x="193687" y="94906"/>
                            <a:pt x="193642" y="94906"/>
                            <a:pt x="193627" y="94906"/>
                          </a:cubicBezTo>
                          <a:close/>
                          <a:moveTo>
                            <a:pt x="206293" y="92090"/>
                          </a:moveTo>
                          <a:cubicBezTo>
                            <a:pt x="206129" y="92090"/>
                            <a:pt x="205950" y="92000"/>
                            <a:pt x="205861" y="91837"/>
                          </a:cubicBezTo>
                          <a:cubicBezTo>
                            <a:pt x="205727" y="91598"/>
                            <a:pt x="205801" y="91300"/>
                            <a:pt x="206040" y="91166"/>
                          </a:cubicBezTo>
                          <a:cubicBezTo>
                            <a:pt x="207142" y="90540"/>
                            <a:pt x="208171" y="89780"/>
                            <a:pt x="209080" y="88901"/>
                          </a:cubicBezTo>
                          <a:cubicBezTo>
                            <a:pt x="209273" y="88707"/>
                            <a:pt x="209586" y="88722"/>
                            <a:pt x="209780" y="88916"/>
                          </a:cubicBezTo>
                          <a:cubicBezTo>
                            <a:pt x="209974" y="89110"/>
                            <a:pt x="209959" y="89423"/>
                            <a:pt x="209765" y="89616"/>
                          </a:cubicBezTo>
                          <a:cubicBezTo>
                            <a:pt x="208782" y="90540"/>
                            <a:pt x="207694" y="91360"/>
                            <a:pt x="206532" y="92030"/>
                          </a:cubicBezTo>
                          <a:cubicBezTo>
                            <a:pt x="206457" y="92075"/>
                            <a:pt x="206368" y="92090"/>
                            <a:pt x="206293" y="92090"/>
                          </a:cubicBezTo>
                          <a:close/>
                          <a:moveTo>
                            <a:pt x="9477" y="82941"/>
                          </a:moveTo>
                          <a:cubicBezTo>
                            <a:pt x="9239" y="82941"/>
                            <a:pt x="9030" y="82762"/>
                            <a:pt x="9000" y="82523"/>
                          </a:cubicBezTo>
                          <a:lnTo>
                            <a:pt x="8375" y="78649"/>
                          </a:lnTo>
                          <a:cubicBezTo>
                            <a:pt x="8330" y="78381"/>
                            <a:pt x="8509" y="78127"/>
                            <a:pt x="8777" y="78083"/>
                          </a:cubicBezTo>
                          <a:cubicBezTo>
                            <a:pt x="9060" y="78038"/>
                            <a:pt x="9298" y="78217"/>
                            <a:pt x="9343" y="78485"/>
                          </a:cubicBezTo>
                          <a:lnTo>
                            <a:pt x="9969" y="82359"/>
                          </a:lnTo>
                          <a:cubicBezTo>
                            <a:pt x="10014" y="82628"/>
                            <a:pt x="9835" y="82881"/>
                            <a:pt x="9567" y="82926"/>
                          </a:cubicBezTo>
                          <a:cubicBezTo>
                            <a:pt x="9537" y="82926"/>
                            <a:pt x="9507" y="82926"/>
                            <a:pt x="9492" y="82926"/>
                          </a:cubicBezTo>
                          <a:close/>
                          <a:moveTo>
                            <a:pt x="213982" y="81942"/>
                          </a:moveTo>
                          <a:cubicBezTo>
                            <a:pt x="213982" y="81942"/>
                            <a:pt x="213908" y="81942"/>
                            <a:pt x="213863" y="81927"/>
                          </a:cubicBezTo>
                          <a:cubicBezTo>
                            <a:pt x="213595" y="81868"/>
                            <a:pt x="213446" y="81599"/>
                            <a:pt x="213505" y="81331"/>
                          </a:cubicBezTo>
                          <a:cubicBezTo>
                            <a:pt x="213774" y="80214"/>
                            <a:pt x="213937" y="79066"/>
                            <a:pt x="213952" y="77904"/>
                          </a:cubicBezTo>
                          <a:lnTo>
                            <a:pt x="213952" y="77546"/>
                          </a:lnTo>
                          <a:cubicBezTo>
                            <a:pt x="213952" y="77278"/>
                            <a:pt x="214176" y="77054"/>
                            <a:pt x="214444" y="77054"/>
                          </a:cubicBezTo>
                          <a:lnTo>
                            <a:pt x="214444" y="77054"/>
                          </a:lnTo>
                          <a:cubicBezTo>
                            <a:pt x="214712" y="77054"/>
                            <a:pt x="214936" y="77278"/>
                            <a:pt x="214936" y="77546"/>
                          </a:cubicBezTo>
                          <a:lnTo>
                            <a:pt x="214936" y="77904"/>
                          </a:lnTo>
                          <a:cubicBezTo>
                            <a:pt x="214906" y="79126"/>
                            <a:pt x="214742" y="80363"/>
                            <a:pt x="214444" y="81540"/>
                          </a:cubicBezTo>
                          <a:cubicBezTo>
                            <a:pt x="214385" y="81763"/>
                            <a:pt x="214191" y="81912"/>
                            <a:pt x="213967" y="81912"/>
                          </a:cubicBezTo>
                          <a:close/>
                          <a:moveTo>
                            <a:pt x="7406" y="70021"/>
                          </a:moveTo>
                          <a:cubicBezTo>
                            <a:pt x="7168" y="70021"/>
                            <a:pt x="6959" y="69842"/>
                            <a:pt x="6929" y="69604"/>
                          </a:cubicBezTo>
                          <a:lnTo>
                            <a:pt x="6303" y="65729"/>
                          </a:lnTo>
                          <a:cubicBezTo>
                            <a:pt x="6258" y="65461"/>
                            <a:pt x="6437" y="65208"/>
                            <a:pt x="6706" y="65163"/>
                          </a:cubicBezTo>
                          <a:cubicBezTo>
                            <a:pt x="6974" y="65119"/>
                            <a:pt x="7227" y="65297"/>
                            <a:pt x="7272" y="65566"/>
                          </a:cubicBezTo>
                          <a:lnTo>
                            <a:pt x="7898" y="69440"/>
                          </a:lnTo>
                          <a:cubicBezTo>
                            <a:pt x="7942" y="69708"/>
                            <a:pt x="7764" y="69961"/>
                            <a:pt x="7495" y="70006"/>
                          </a:cubicBezTo>
                          <a:cubicBezTo>
                            <a:pt x="7465" y="70006"/>
                            <a:pt x="7436" y="70006"/>
                            <a:pt x="7421" y="70006"/>
                          </a:cubicBezTo>
                          <a:close/>
                          <a:moveTo>
                            <a:pt x="214519" y="68903"/>
                          </a:moveTo>
                          <a:cubicBezTo>
                            <a:pt x="214250" y="68903"/>
                            <a:pt x="214027" y="68680"/>
                            <a:pt x="214027" y="68412"/>
                          </a:cubicBezTo>
                          <a:cubicBezTo>
                            <a:pt x="214027" y="67145"/>
                            <a:pt x="214012" y="65834"/>
                            <a:pt x="213982" y="64493"/>
                          </a:cubicBezTo>
                          <a:cubicBezTo>
                            <a:pt x="213982" y="64225"/>
                            <a:pt x="214191" y="64001"/>
                            <a:pt x="214459" y="63986"/>
                          </a:cubicBezTo>
                          <a:cubicBezTo>
                            <a:pt x="214712" y="63941"/>
                            <a:pt x="214951" y="64195"/>
                            <a:pt x="214966" y="64463"/>
                          </a:cubicBezTo>
                          <a:cubicBezTo>
                            <a:pt x="214995" y="65804"/>
                            <a:pt x="215010" y="67115"/>
                            <a:pt x="215010" y="68397"/>
                          </a:cubicBezTo>
                          <a:cubicBezTo>
                            <a:pt x="215010" y="68665"/>
                            <a:pt x="214787" y="68889"/>
                            <a:pt x="214519" y="68889"/>
                          </a:cubicBezTo>
                          <a:lnTo>
                            <a:pt x="214519" y="68889"/>
                          </a:lnTo>
                          <a:close/>
                          <a:moveTo>
                            <a:pt x="5335" y="57102"/>
                          </a:moveTo>
                          <a:cubicBezTo>
                            <a:pt x="5096" y="57102"/>
                            <a:pt x="4888" y="56923"/>
                            <a:pt x="4858" y="56684"/>
                          </a:cubicBezTo>
                          <a:lnTo>
                            <a:pt x="4232" y="52810"/>
                          </a:lnTo>
                          <a:cubicBezTo>
                            <a:pt x="4187" y="52542"/>
                            <a:pt x="4366" y="52289"/>
                            <a:pt x="4634" y="52244"/>
                          </a:cubicBezTo>
                          <a:cubicBezTo>
                            <a:pt x="4917" y="52199"/>
                            <a:pt x="5156" y="52378"/>
                            <a:pt x="5201" y="52646"/>
                          </a:cubicBezTo>
                          <a:lnTo>
                            <a:pt x="5826" y="56520"/>
                          </a:lnTo>
                          <a:cubicBezTo>
                            <a:pt x="5871" y="56789"/>
                            <a:pt x="5692" y="57042"/>
                            <a:pt x="5424" y="57087"/>
                          </a:cubicBezTo>
                          <a:cubicBezTo>
                            <a:pt x="5394" y="57087"/>
                            <a:pt x="5364" y="57087"/>
                            <a:pt x="5350" y="57087"/>
                          </a:cubicBezTo>
                          <a:close/>
                          <a:moveTo>
                            <a:pt x="214206" y="55805"/>
                          </a:moveTo>
                          <a:cubicBezTo>
                            <a:pt x="213937" y="55805"/>
                            <a:pt x="213729" y="55597"/>
                            <a:pt x="213714" y="55328"/>
                          </a:cubicBezTo>
                          <a:cubicBezTo>
                            <a:pt x="213654" y="54047"/>
                            <a:pt x="213595" y="52736"/>
                            <a:pt x="213520" y="51409"/>
                          </a:cubicBezTo>
                          <a:cubicBezTo>
                            <a:pt x="213505" y="51141"/>
                            <a:pt x="213714" y="50903"/>
                            <a:pt x="213982" y="50888"/>
                          </a:cubicBezTo>
                          <a:cubicBezTo>
                            <a:pt x="214280" y="50858"/>
                            <a:pt x="214489" y="51082"/>
                            <a:pt x="214504" y="51350"/>
                          </a:cubicBezTo>
                          <a:cubicBezTo>
                            <a:pt x="214578" y="52676"/>
                            <a:pt x="214638" y="53987"/>
                            <a:pt x="214697" y="55284"/>
                          </a:cubicBezTo>
                          <a:cubicBezTo>
                            <a:pt x="214697" y="55552"/>
                            <a:pt x="214504" y="55790"/>
                            <a:pt x="214235" y="55790"/>
                          </a:cubicBezTo>
                          <a:cubicBezTo>
                            <a:pt x="214235" y="55790"/>
                            <a:pt x="214235" y="55790"/>
                            <a:pt x="214221" y="55790"/>
                          </a:cubicBezTo>
                          <a:close/>
                          <a:moveTo>
                            <a:pt x="3248" y="44182"/>
                          </a:moveTo>
                          <a:cubicBezTo>
                            <a:pt x="3010" y="44182"/>
                            <a:pt x="2801" y="44003"/>
                            <a:pt x="2772" y="43765"/>
                          </a:cubicBezTo>
                          <a:lnTo>
                            <a:pt x="2146" y="39891"/>
                          </a:lnTo>
                          <a:cubicBezTo>
                            <a:pt x="2101" y="39623"/>
                            <a:pt x="2280" y="39369"/>
                            <a:pt x="2548" y="39324"/>
                          </a:cubicBezTo>
                          <a:cubicBezTo>
                            <a:pt x="2816" y="39280"/>
                            <a:pt x="3070" y="39459"/>
                            <a:pt x="3114" y="39727"/>
                          </a:cubicBezTo>
                          <a:lnTo>
                            <a:pt x="3740" y="43601"/>
                          </a:lnTo>
                          <a:cubicBezTo>
                            <a:pt x="3785" y="43869"/>
                            <a:pt x="3606" y="44123"/>
                            <a:pt x="3338" y="44167"/>
                          </a:cubicBezTo>
                          <a:cubicBezTo>
                            <a:pt x="3308" y="44167"/>
                            <a:pt x="3278" y="44167"/>
                            <a:pt x="3263" y="44167"/>
                          </a:cubicBezTo>
                          <a:close/>
                          <a:moveTo>
                            <a:pt x="213401" y="42752"/>
                          </a:moveTo>
                          <a:cubicBezTo>
                            <a:pt x="213148" y="42752"/>
                            <a:pt x="212939" y="42558"/>
                            <a:pt x="212909" y="42305"/>
                          </a:cubicBezTo>
                          <a:cubicBezTo>
                            <a:pt x="212805" y="41008"/>
                            <a:pt x="212686" y="39712"/>
                            <a:pt x="212567" y="38401"/>
                          </a:cubicBezTo>
                          <a:cubicBezTo>
                            <a:pt x="212537" y="38132"/>
                            <a:pt x="212745" y="37894"/>
                            <a:pt x="213014" y="37864"/>
                          </a:cubicBezTo>
                          <a:cubicBezTo>
                            <a:pt x="213297" y="37834"/>
                            <a:pt x="213520" y="38043"/>
                            <a:pt x="213550" y="38311"/>
                          </a:cubicBezTo>
                          <a:cubicBezTo>
                            <a:pt x="213669" y="39623"/>
                            <a:pt x="213788" y="40934"/>
                            <a:pt x="213893" y="42230"/>
                          </a:cubicBezTo>
                          <a:cubicBezTo>
                            <a:pt x="213908" y="42498"/>
                            <a:pt x="213714" y="42737"/>
                            <a:pt x="213446" y="42752"/>
                          </a:cubicBezTo>
                          <a:cubicBezTo>
                            <a:pt x="213446" y="42752"/>
                            <a:pt x="213416" y="42752"/>
                            <a:pt x="213401" y="42752"/>
                          </a:cubicBezTo>
                          <a:close/>
                          <a:moveTo>
                            <a:pt x="1177" y="31263"/>
                          </a:moveTo>
                          <a:cubicBezTo>
                            <a:pt x="939" y="31263"/>
                            <a:pt x="730" y="31084"/>
                            <a:pt x="700" y="30846"/>
                          </a:cubicBezTo>
                          <a:lnTo>
                            <a:pt x="0" y="26465"/>
                          </a:lnTo>
                          <a:lnTo>
                            <a:pt x="2027" y="26211"/>
                          </a:lnTo>
                          <a:cubicBezTo>
                            <a:pt x="2325" y="26182"/>
                            <a:pt x="2548" y="26375"/>
                            <a:pt x="2578" y="26629"/>
                          </a:cubicBezTo>
                          <a:cubicBezTo>
                            <a:pt x="2608" y="26897"/>
                            <a:pt x="2429" y="27150"/>
                            <a:pt x="2161" y="27180"/>
                          </a:cubicBezTo>
                          <a:lnTo>
                            <a:pt x="1147" y="27314"/>
                          </a:lnTo>
                          <a:lnTo>
                            <a:pt x="1684" y="30697"/>
                          </a:lnTo>
                          <a:cubicBezTo>
                            <a:pt x="1729" y="30965"/>
                            <a:pt x="1550" y="31218"/>
                            <a:pt x="1281" y="31263"/>
                          </a:cubicBezTo>
                          <a:cubicBezTo>
                            <a:pt x="1252" y="31263"/>
                            <a:pt x="1222" y="31263"/>
                            <a:pt x="1207" y="31263"/>
                          </a:cubicBezTo>
                          <a:close/>
                          <a:moveTo>
                            <a:pt x="212075" y="29728"/>
                          </a:moveTo>
                          <a:cubicBezTo>
                            <a:pt x="211836" y="29728"/>
                            <a:pt x="211613" y="29549"/>
                            <a:pt x="211583" y="29296"/>
                          </a:cubicBezTo>
                          <a:cubicBezTo>
                            <a:pt x="211419" y="27999"/>
                            <a:pt x="211255" y="26703"/>
                            <a:pt x="211076" y="25407"/>
                          </a:cubicBezTo>
                          <a:cubicBezTo>
                            <a:pt x="211032" y="25138"/>
                            <a:pt x="211225" y="24885"/>
                            <a:pt x="211494" y="24855"/>
                          </a:cubicBezTo>
                          <a:cubicBezTo>
                            <a:pt x="211747" y="24796"/>
                            <a:pt x="212015" y="25004"/>
                            <a:pt x="212045" y="25273"/>
                          </a:cubicBezTo>
                          <a:cubicBezTo>
                            <a:pt x="212224" y="26584"/>
                            <a:pt x="212403" y="27880"/>
                            <a:pt x="212567" y="29177"/>
                          </a:cubicBezTo>
                          <a:cubicBezTo>
                            <a:pt x="212596" y="29445"/>
                            <a:pt x="212403" y="29698"/>
                            <a:pt x="212134" y="29728"/>
                          </a:cubicBezTo>
                          <a:cubicBezTo>
                            <a:pt x="212119" y="29728"/>
                            <a:pt x="212090" y="29728"/>
                            <a:pt x="212075" y="29728"/>
                          </a:cubicBezTo>
                          <a:close/>
                          <a:moveTo>
                            <a:pt x="11161" y="26033"/>
                          </a:moveTo>
                          <a:cubicBezTo>
                            <a:pt x="10923" y="26033"/>
                            <a:pt x="10699" y="25854"/>
                            <a:pt x="10669" y="25600"/>
                          </a:cubicBezTo>
                          <a:cubicBezTo>
                            <a:pt x="10639" y="25332"/>
                            <a:pt x="10818" y="25079"/>
                            <a:pt x="11087" y="25049"/>
                          </a:cubicBezTo>
                          <a:lnTo>
                            <a:pt x="14976" y="24557"/>
                          </a:lnTo>
                          <a:cubicBezTo>
                            <a:pt x="15274" y="24513"/>
                            <a:pt x="15497" y="24721"/>
                            <a:pt x="15527" y="24975"/>
                          </a:cubicBezTo>
                          <a:cubicBezTo>
                            <a:pt x="15557" y="25243"/>
                            <a:pt x="15378" y="25496"/>
                            <a:pt x="15110" y="25526"/>
                          </a:cubicBezTo>
                          <a:lnTo>
                            <a:pt x="11221" y="26018"/>
                          </a:lnTo>
                          <a:cubicBezTo>
                            <a:pt x="11221" y="26018"/>
                            <a:pt x="11176" y="26018"/>
                            <a:pt x="11161" y="26018"/>
                          </a:cubicBezTo>
                          <a:close/>
                          <a:moveTo>
                            <a:pt x="24140" y="24378"/>
                          </a:moveTo>
                          <a:cubicBezTo>
                            <a:pt x="23902" y="24378"/>
                            <a:pt x="23678" y="24200"/>
                            <a:pt x="23648" y="23946"/>
                          </a:cubicBezTo>
                          <a:cubicBezTo>
                            <a:pt x="23618" y="23678"/>
                            <a:pt x="23797" y="23425"/>
                            <a:pt x="24065" y="23395"/>
                          </a:cubicBezTo>
                          <a:lnTo>
                            <a:pt x="27955" y="22903"/>
                          </a:lnTo>
                          <a:cubicBezTo>
                            <a:pt x="28253" y="22859"/>
                            <a:pt x="28476" y="23067"/>
                            <a:pt x="28506" y="23321"/>
                          </a:cubicBezTo>
                          <a:cubicBezTo>
                            <a:pt x="28536" y="23589"/>
                            <a:pt x="28357" y="23842"/>
                            <a:pt x="28089" y="23872"/>
                          </a:cubicBezTo>
                          <a:lnTo>
                            <a:pt x="24200" y="24364"/>
                          </a:lnTo>
                          <a:cubicBezTo>
                            <a:pt x="24200" y="24364"/>
                            <a:pt x="24155" y="24364"/>
                            <a:pt x="24140" y="24364"/>
                          </a:cubicBezTo>
                          <a:close/>
                          <a:moveTo>
                            <a:pt x="37119" y="22710"/>
                          </a:moveTo>
                          <a:cubicBezTo>
                            <a:pt x="36881" y="22710"/>
                            <a:pt x="36657" y="22531"/>
                            <a:pt x="36627" y="22277"/>
                          </a:cubicBezTo>
                          <a:cubicBezTo>
                            <a:pt x="36598" y="22009"/>
                            <a:pt x="36776" y="21756"/>
                            <a:pt x="37045" y="21726"/>
                          </a:cubicBezTo>
                          <a:lnTo>
                            <a:pt x="40934" y="21234"/>
                          </a:lnTo>
                          <a:cubicBezTo>
                            <a:pt x="41232" y="21204"/>
                            <a:pt x="41455" y="21398"/>
                            <a:pt x="41485" y="21652"/>
                          </a:cubicBezTo>
                          <a:cubicBezTo>
                            <a:pt x="41515" y="21920"/>
                            <a:pt x="41336" y="22173"/>
                            <a:pt x="41068" y="22203"/>
                          </a:cubicBezTo>
                          <a:lnTo>
                            <a:pt x="37179" y="22695"/>
                          </a:lnTo>
                          <a:cubicBezTo>
                            <a:pt x="37179" y="22695"/>
                            <a:pt x="37134" y="22695"/>
                            <a:pt x="37119" y="22695"/>
                          </a:cubicBezTo>
                          <a:close/>
                          <a:moveTo>
                            <a:pt x="50098" y="21055"/>
                          </a:moveTo>
                          <a:cubicBezTo>
                            <a:pt x="49860" y="21055"/>
                            <a:pt x="49636" y="20877"/>
                            <a:pt x="49606" y="20623"/>
                          </a:cubicBezTo>
                          <a:cubicBezTo>
                            <a:pt x="49576" y="20355"/>
                            <a:pt x="49755" y="20102"/>
                            <a:pt x="50023" y="20072"/>
                          </a:cubicBezTo>
                          <a:lnTo>
                            <a:pt x="53913" y="19580"/>
                          </a:lnTo>
                          <a:cubicBezTo>
                            <a:pt x="54226" y="19550"/>
                            <a:pt x="54434" y="19744"/>
                            <a:pt x="54464" y="19997"/>
                          </a:cubicBezTo>
                          <a:cubicBezTo>
                            <a:pt x="54494" y="20266"/>
                            <a:pt x="54315" y="20519"/>
                            <a:pt x="54047" y="20549"/>
                          </a:cubicBezTo>
                          <a:lnTo>
                            <a:pt x="50158" y="21041"/>
                          </a:lnTo>
                          <a:cubicBezTo>
                            <a:pt x="50158" y="21041"/>
                            <a:pt x="50113" y="21041"/>
                            <a:pt x="50098" y="21041"/>
                          </a:cubicBezTo>
                          <a:close/>
                          <a:moveTo>
                            <a:pt x="63077" y="19387"/>
                          </a:moveTo>
                          <a:cubicBezTo>
                            <a:pt x="62839" y="19387"/>
                            <a:pt x="62615" y="19208"/>
                            <a:pt x="62585" y="18954"/>
                          </a:cubicBezTo>
                          <a:cubicBezTo>
                            <a:pt x="62555" y="18686"/>
                            <a:pt x="62734" y="18433"/>
                            <a:pt x="63003" y="18403"/>
                          </a:cubicBezTo>
                          <a:lnTo>
                            <a:pt x="66892" y="17911"/>
                          </a:lnTo>
                          <a:cubicBezTo>
                            <a:pt x="67205" y="17882"/>
                            <a:pt x="67413" y="18075"/>
                            <a:pt x="67443" y="18329"/>
                          </a:cubicBezTo>
                          <a:cubicBezTo>
                            <a:pt x="67473" y="18597"/>
                            <a:pt x="67294" y="18850"/>
                            <a:pt x="67026" y="18880"/>
                          </a:cubicBezTo>
                          <a:lnTo>
                            <a:pt x="63137" y="19372"/>
                          </a:lnTo>
                          <a:cubicBezTo>
                            <a:pt x="63137" y="19372"/>
                            <a:pt x="63092" y="19372"/>
                            <a:pt x="63077" y="19372"/>
                          </a:cubicBezTo>
                          <a:close/>
                          <a:moveTo>
                            <a:pt x="76056" y="17733"/>
                          </a:moveTo>
                          <a:cubicBezTo>
                            <a:pt x="75818" y="17733"/>
                            <a:pt x="75594" y="17554"/>
                            <a:pt x="75564" y="17300"/>
                          </a:cubicBezTo>
                          <a:cubicBezTo>
                            <a:pt x="75535" y="17032"/>
                            <a:pt x="75713" y="16779"/>
                            <a:pt x="75982" y="16749"/>
                          </a:cubicBezTo>
                          <a:lnTo>
                            <a:pt x="79871" y="16257"/>
                          </a:lnTo>
                          <a:cubicBezTo>
                            <a:pt x="80184" y="16228"/>
                            <a:pt x="80392" y="16421"/>
                            <a:pt x="80422" y="16675"/>
                          </a:cubicBezTo>
                          <a:cubicBezTo>
                            <a:pt x="80452" y="16943"/>
                            <a:pt x="80273" y="17196"/>
                            <a:pt x="80005" y="17226"/>
                          </a:cubicBezTo>
                          <a:lnTo>
                            <a:pt x="76116" y="17718"/>
                          </a:lnTo>
                          <a:cubicBezTo>
                            <a:pt x="76116" y="17718"/>
                            <a:pt x="76071" y="17718"/>
                            <a:pt x="76056" y="17718"/>
                          </a:cubicBezTo>
                          <a:close/>
                          <a:moveTo>
                            <a:pt x="210123" y="16794"/>
                          </a:moveTo>
                          <a:cubicBezTo>
                            <a:pt x="209884" y="16794"/>
                            <a:pt x="209676" y="16630"/>
                            <a:pt x="209646" y="16391"/>
                          </a:cubicBezTo>
                          <a:cubicBezTo>
                            <a:pt x="209422" y="15110"/>
                            <a:pt x="209184" y="13828"/>
                            <a:pt x="208931" y="12547"/>
                          </a:cubicBezTo>
                          <a:cubicBezTo>
                            <a:pt x="208886" y="12279"/>
                            <a:pt x="209050" y="12025"/>
                            <a:pt x="209318" y="11966"/>
                          </a:cubicBezTo>
                          <a:cubicBezTo>
                            <a:pt x="209586" y="11906"/>
                            <a:pt x="209840" y="12085"/>
                            <a:pt x="209899" y="12353"/>
                          </a:cubicBezTo>
                          <a:cubicBezTo>
                            <a:pt x="210153" y="13650"/>
                            <a:pt x="210391" y="14931"/>
                            <a:pt x="210614" y="16228"/>
                          </a:cubicBezTo>
                          <a:cubicBezTo>
                            <a:pt x="210659" y="16496"/>
                            <a:pt x="210480" y="16749"/>
                            <a:pt x="210212" y="16794"/>
                          </a:cubicBezTo>
                          <a:cubicBezTo>
                            <a:pt x="210182" y="16794"/>
                            <a:pt x="210153" y="16794"/>
                            <a:pt x="210123" y="16794"/>
                          </a:cubicBezTo>
                          <a:close/>
                          <a:moveTo>
                            <a:pt x="89035" y="16078"/>
                          </a:moveTo>
                          <a:cubicBezTo>
                            <a:pt x="88797" y="16078"/>
                            <a:pt x="88573" y="15900"/>
                            <a:pt x="88543" y="15646"/>
                          </a:cubicBezTo>
                          <a:cubicBezTo>
                            <a:pt x="88513" y="15378"/>
                            <a:pt x="88692" y="15125"/>
                            <a:pt x="88960" y="15095"/>
                          </a:cubicBezTo>
                          <a:lnTo>
                            <a:pt x="92850" y="14603"/>
                          </a:lnTo>
                          <a:cubicBezTo>
                            <a:pt x="93163" y="14559"/>
                            <a:pt x="93371" y="14767"/>
                            <a:pt x="93401" y="15021"/>
                          </a:cubicBezTo>
                          <a:cubicBezTo>
                            <a:pt x="93431" y="15289"/>
                            <a:pt x="93252" y="15542"/>
                            <a:pt x="92984" y="15572"/>
                          </a:cubicBezTo>
                          <a:lnTo>
                            <a:pt x="89095" y="16064"/>
                          </a:lnTo>
                          <a:cubicBezTo>
                            <a:pt x="89095" y="16064"/>
                            <a:pt x="89050" y="16064"/>
                            <a:pt x="89035" y="16064"/>
                          </a:cubicBezTo>
                          <a:close/>
                          <a:moveTo>
                            <a:pt x="102014" y="14424"/>
                          </a:moveTo>
                          <a:cubicBezTo>
                            <a:pt x="101776" y="14424"/>
                            <a:pt x="101552" y="14246"/>
                            <a:pt x="101522" y="13992"/>
                          </a:cubicBezTo>
                          <a:cubicBezTo>
                            <a:pt x="101493" y="13724"/>
                            <a:pt x="101671" y="13471"/>
                            <a:pt x="101940" y="13441"/>
                          </a:cubicBezTo>
                          <a:lnTo>
                            <a:pt x="105829" y="12949"/>
                          </a:lnTo>
                          <a:cubicBezTo>
                            <a:pt x="106127" y="12905"/>
                            <a:pt x="106350" y="13113"/>
                            <a:pt x="106380" y="13366"/>
                          </a:cubicBezTo>
                          <a:cubicBezTo>
                            <a:pt x="106410" y="13635"/>
                            <a:pt x="106231" y="13888"/>
                            <a:pt x="105963" y="13918"/>
                          </a:cubicBezTo>
                          <a:lnTo>
                            <a:pt x="102074" y="14409"/>
                          </a:lnTo>
                          <a:cubicBezTo>
                            <a:pt x="102074" y="14409"/>
                            <a:pt x="102029" y="14409"/>
                            <a:pt x="102014" y="14409"/>
                          </a:cubicBezTo>
                          <a:close/>
                          <a:moveTo>
                            <a:pt x="114993" y="12755"/>
                          </a:moveTo>
                          <a:cubicBezTo>
                            <a:pt x="114755" y="12755"/>
                            <a:pt x="114531" y="12577"/>
                            <a:pt x="114501" y="12323"/>
                          </a:cubicBezTo>
                          <a:cubicBezTo>
                            <a:pt x="114471" y="12055"/>
                            <a:pt x="114650" y="11802"/>
                            <a:pt x="114919" y="11772"/>
                          </a:cubicBezTo>
                          <a:lnTo>
                            <a:pt x="118808" y="11280"/>
                          </a:lnTo>
                          <a:cubicBezTo>
                            <a:pt x="119106" y="11250"/>
                            <a:pt x="119329" y="11444"/>
                            <a:pt x="119359" y="11698"/>
                          </a:cubicBezTo>
                          <a:cubicBezTo>
                            <a:pt x="119389" y="11966"/>
                            <a:pt x="119210" y="12219"/>
                            <a:pt x="118942" y="12249"/>
                          </a:cubicBezTo>
                          <a:lnTo>
                            <a:pt x="115053" y="12741"/>
                          </a:lnTo>
                          <a:cubicBezTo>
                            <a:pt x="115053" y="12741"/>
                            <a:pt x="115008" y="12741"/>
                            <a:pt x="114993" y="12741"/>
                          </a:cubicBezTo>
                          <a:close/>
                          <a:moveTo>
                            <a:pt x="127972" y="11101"/>
                          </a:moveTo>
                          <a:cubicBezTo>
                            <a:pt x="127734" y="11101"/>
                            <a:pt x="127510" y="10923"/>
                            <a:pt x="127480" y="10669"/>
                          </a:cubicBezTo>
                          <a:cubicBezTo>
                            <a:pt x="127450" y="10401"/>
                            <a:pt x="127629" y="10148"/>
                            <a:pt x="127898" y="10118"/>
                          </a:cubicBezTo>
                          <a:lnTo>
                            <a:pt x="131787" y="9626"/>
                          </a:lnTo>
                          <a:cubicBezTo>
                            <a:pt x="132085" y="9596"/>
                            <a:pt x="132308" y="9790"/>
                            <a:pt x="132338" y="10043"/>
                          </a:cubicBezTo>
                          <a:cubicBezTo>
                            <a:pt x="132368" y="10312"/>
                            <a:pt x="132189" y="10565"/>
                            <a:pt x="131921" y="10595"/>
                          </a:cubicBezTo>
                          <a:lnTo>
                            <a:pt x="128032" y="11087"/>
                          </a:lnTo>
                          <a:cubicBezTo>
                            <a:pt x="128032" y="11087"/>
                            <a:pt x="127987" y="11087"/>
                            <a:pt x="127972" y="11087"/>
                          </a:cubicBezTo>
                          <a:close/>
                          <a:moveTo>
                            <a:pt x="140951" y="9433"/>
                          </a:moveTo>
                          <a:cubicBezTo>
                            <a:pt x="140713" y="9433"/>
                            <a:pt x="140489" y="9254"/>
                            <a:pt x="140459" y="9000"/>
                          </a:cubicBezTo>
                          <a:cubicBezTo>
                            <a:pt x="140430" y="8732"/>
                            <a:pt x="140608" y="8479"/>
                            <a:pt x="140877" y="8449"/>
                          </a:cubicBezTo>
                          <a:lnTo>
                            <a:pt x="144766" y="7957"/>
                          </a:lnTo>
                          <a:cubicBezTo>
                            <a:pt x="145064" y="7927"/>
                            <a:pt x="145287" y="8121"/>
                            <a:pt x="145317" y="8375"/>
                          </a:cubicBezTo>
                          <a:cubicBezTo>
                            <a:pt x="145347" y="8643"/>
                            <a:pt x="145168" y="8896"/>
                            <a:pt x="144900" y="8926"/>
                          </a:cubicBezTo>
                          <a:lnTo>
                            <a:pt x="141011" y="9418"/>
                          </a:lnTo>
                          <a:cubicBezTo>
                            <a:pt x="141011" y="9418"/>
                            <a:pt x="140966" y="9418"/>
                            <a:pt x="140951" y="9418"/>
                          </a:cubicBezTo>
                          <a:close/>
                          <a:moveTo>
                            <a:pt x="153930" y="7779"/>
                          </a:moveTo>
                          <a:cubicBezTo>
                            <a:pt x="153692" y="7779"/>
                            <a:pt x="153468" y="7600"/>
                            <a:pt x="153438" y="7346"/>
                          </a:cubicBezTo>
                          <a:cubicBezTo>
                            <a:pt x="153408" y="7078"/>
                            <a:pt x="153587" y="6825"/>
                            <a:pt x="153856" y="6795"/>
                          </a:cubicBezTo>
                          <a:lnTo>
                            <a:pt x="157745" y="6303"/>
                          </a:lnTo>
                          <a:cubicBezTo>
                            <a:pt x="158058" y="6259"/>
                            <a:pt x="158266" y="6467"/>
                            <a:pt x="158296" y="6720"/>
                          </a:cubicBezTo>
                          <a:cubicBezTo>
                            <a:pt x="158326" y="6989"/>
                            <a:pt x="158147" y="7242"/>
                            <a:pt x="157879" y="7272"/>
                          </a:cubicBezTo>
                          <a:lnTo>
                            <a:pt x="153990" y="7764"/>
                          </a:lnTo>
                          <a:cubicBezTo>
                            <a:pt x="153990" y="7764"/>
                            <a:pt x="153945" y="7764"/>
                            <a:pt x="153930" y="7764"/>
                          </a:cubicBezTo>
                          <a:close/>
                          <a:moveTo>
                            <a:pt x="166909" y="6110"/>
                          </a:moveTo>
                          <a:cubicBezTo>
                            <a:pt x="166671" y="6110"/>
                            <a:pt x="166447" y="5931"/>
                            <a:pt x="166417" y="5677"/>
                          </a:cubicBezTo>
                          <a:cubicBezTo>
                            <a:pt x="166388" y="5409"/>
                            <a:pt x="166566" y="5156"/>
                            <a:pt x="166835" y="5126"/>
                          </a:cubicBezTo>
                          <a:lnTo>
                            <a:pt x="170724" y="4634"/>
                          </a:lnTo>
                          <a:cubicBezTo>
                            <a:pt x="171037" y="4590"/>
                            <a:pt x="171245" y="4798"/>
                            <a:pt x="171275" y="5052"/>
                          </a:cubicBezTo>
                          <a:cubicBezTo>
                            <a:pt x="171305" y="5320"/>
                            <a:pt x="171126" y="5573"/>
                            <a:pt x="170858" y="5603"/>
                          </a:cubicBezTo>
                          <a:lnTo>
                            <a:pt x="166969" y="6095"/>
                          </a:lnTo>
                          <a:cubicBezTo>
                            <a:pt x="166969" y="6095"/>
                            <a:pt x="166924" y="6095"/>
                            <a:pt x="166909" y="6095"/>
                          </a:cubicBezTo>
                          <a:close/>
                          <a:moveTo>
                            <a:pt x="179888" y="4455"/>
                          </a:moveTo>
                          <a:cubicBezTo>
                            <a:pt x="179650" y="4455"/>
                            <a:pt x="179426" y="4277"/>
                            <a:pt x="179396" y="4023"/>
                          </a:cubicBezTo>
                          <a:cubicBezTo>
                            <a:pt x="179367" y="3755"/>
                            <a:pt x="179545" y="3502"/>
                            <a:pt x="179814" y="3472"/>
                          </a:cubicBezTo>
                          <a:lnTo>
                            <a:pt x="183703" y="2980"/>
                          </a:lnTo>
                          <a:cubicBezTo>
                            <a:pt x="184016" y="2950"/>
                            <a:pt x="184224" y="3144"/>
                            <a:pt x="184254" y="3398"/>
                          </a:cubicBezTo>
                          <a:cubicBezTo>
                            <a:pt x="184284" y="3666"/>
                            <a:pt x="184105" y="3919"/>
                            <a:pt x="183837" y="3949"/>
                          </a:cubicBezTo>
                          <a:lnTo>
                            <a:pt x="179948" y="4441"/>
                          </a:lnTo>
                          <a:cubicBezTo>
                            <a:pt x="179948" y="4441"/>
                            <a:pt x="179903" y="4441"/>
                            <a:pt x="179888" y="4441"/>
                          </a:cubicBezTo>
                          <a:close/>
                          <a:moveTo>
                            <a:pt x="207455" y="3994"/>
                          </a:moveTo>
                          <a:cubicBezTo>
                            <a:pt x="207232" y="3994"/>
                            <a:pt x="207038" y="3845"/>
                            <a:pt x="206979" y="3621"/>
                          </a:cubicBezTo>
                          <a:cubicBezTo>
                            <a:pt x="206770" y="2772"/>
                            <a:pt x="206561" y="1922"/>
                            <a:pt x="206353" y="1073"/>
                          </a:cubicBezTo>
                          <a:lnTo>
                            <a:pt x="205921" y="1133"/>
                          </a:lnTo>
                          <a:cubicBezTo>
                            <a:pt x="205637" y="1177"/>
                            <a:pt x="205399" y="984"/>
                            <a:pt x="205369" y="715"/>
                          </a:cubicBezTo>
                          <a:cubicBezTo>
                            <a:pt x="205339" y="447"/>
                            <a:pt x="205518" y="194"/>
                            <a:pt x="205786" y="164"/>
                          </a:cubicBezTo>
                          <a:lnTo>
                            <a:pt x="207083" y="0"/>
                          </a:lnTo>
                          <a:lnTo>
                            <a:pt x="207187" y="417"/>
                          </a:lnTo>
                          <a:cubicBezTo>
                            <a:pt x="207440" y="1401"/>
                            <a:pt x="207694" y="2399"/>
                            <a:pt x="207932" y="3398"/>
                          </a:cubicBezTo>
                          <a:cubicBezTo>
                            <a:pt x="207992" y="3666"/>
                            <a:pt x="207828" y="3919"/>
                            <a:pt x="207575" y="3994"/>
                          </a:cubicBezTo>
                          <a:cubicBezTo>
                            <a:pt x="207530" y="3994"/>
                            <a:pt x="207500" y="3994"/>
                            <a:pt x="207455" y="3994"/>
                          </a:cubicBezTo>
                          <a:close/>
                          <a:moveTo>
                            <a:pt x="192867" y="2801"/>
                          </a:moveTo>
                          <a:cubicBezTo>
                            <a:pt x="192629" y="2801"/>
                            <a:pt x="192405" y="2623"/>
                            <a:pt x="192375" y="2369"/>
                          </a:cubicBezTo>
                          <a:cubicBezTo>
                            <a:pt x="192345" y="2101"/>
                            <a:pt x="192524" y="1848"/>
                            <a:pt x="192792" y="1818"/>
                          </a:cubicBezTo>
                          <a:lnTo>
                            <a:pt x="196682" y="1326"/>
                          </a:lnTo>
                          <a:cubicBezTo>
                            <a:pt x="196980" y="1296"/>
                            <a:pt x="197203" y="1490"/>
                            <a:pt x="197233" y="1743"/>
                          </a:cubicBezTo>
                          <a:cubicBezTo>
                            <a:pt x="197263" y="2012"/>
                            <a:pt x="197084" y="2265"/>
                            <a:pt x="196816" y="2295"/>
                          </a:cubicBezTo>
                          <a:lnTo>
                            <a:pt x="192927" y="2787"/>
                          </a:lnTo>
                          <a:cubicBezTo>
                            <a:pt x="192927" y="2787"/>
                            <a:pt x="192882" y="2787"/>
                            <a:pt x="192867" y="2787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21" name="Forme libre : forme 2620">
                      <a:extLst>
                        <a:ext uri="{FF2B5EF4-FFF2-40B4-BE49-F238E27FC236}">
                          <a16:creationId xmlns:a16="http://schemas.microsoft.com/office/drawing/2014/main" id="{B70A3708-E1AF-3B5B-4EE9-672EB1C9FB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2207" y="734724"/>
                      <a:ext cx="30041" cy="11190"/>
                    </a:xfrm>
                    <a:custGeom>
                      <a:avLst/>
                      <a:gdLst>
                        <a:gd name="connsiteX0" fmla="*/ 194 w 30041"/>
                        <a:gd name="connsiteY0" fmla="*/ 11190 h 11190"/>
                        <a:gd name="connsiteX1" fmla="*/ 0 w 30041"/>
                        <a:gd name="connsiteY1" fmla="*/ 5587 h 11190"/>
                        <a:gd name="connsiteX2" fmla="*/ 2906 w 30041"/>
                        <a:gd name="connsiteY2" fmla="*/ 2682 h 11190"/>
                        <a:gd name="connsiteX3" fmla="*/ 28268 w 30041"/>
                        <a:gd name="connsiteY3" fmla="*/ 1907 h 11190"/>
                        <a:gd name="connsiteX4" fmla="*/ 30041 w 30041"/>
                        <a:gd name="connsiteY4" fmla="*/ 8225 h 11190"/>
                        <a:gd name="connsiteX5" fmla="*/ 179 w 30041"/>
                        <a:gd name="connsiteY5" fmla="*/ 11190 h 111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30041" h="11190">
                          <a:moveTo>
                            <a:pt x="194" y="11190"/>
                          </a:moveTo>
                          <a:lnTo>
                            <a:pt x="0" y="5587"/>
                          </a:lnTo>
                          <a:cubicBezTo>
                            <a:pt x="417" y="4187"/>
                            <a:pt x="1505" y="3099"/>
                            <a:pt x="2906" y="2682"/>
                          </a:cubicBezTo>
                          <a:cubicBezTo>
                            <a:pt x="8151" y="1147"/>
                            <a:pt x="21249" y="-2057"/>
                            <a:pt x="28268" y="1907"/>
                          </a:cubicBezTo>
                          <a:lnTo>
                            <a:pt x="30041" y="8225"/>
                          </a:lnTo>
                          <a:lnTo>
                            <a:pt x="179" y="11190"/>
                          </a:lnTo>
                          <a:close/>
                        </a:path>
                      </a:pathLst>
                    </a:custGeom>
                    <a:solidFill>
                      <a:srgbClr val="FFBC00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22" name="Forme libre : forme 2621">
                      <a:extLst>
                        <a:ext uri="{FF2B5EF4-FFF2-40B4-BE49-F238E27FC236}">
                          <a16:creationId xmlns:a16="http://schemas.microsoft.com/office/drawing/2014/main" id="{CAA5A36A-47EB-73A0-7E89-9CDEFB6A73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9568" y="717527"/>
                      <a:ext cx="11068" cy="21445"/>
                    </a:xfrm>
                    <a:custGeom>
                      <a:avLst/>
                      <a:gdLst>
                        <a:gd name="connsiteX0" fmla="*/ 8896 w 11068"/>
                        <a:gd name="connsiteY0" fmla="*/ 20921 h 21445"/>
                        <a:gd name="connsiteX1" fmla="*/ 5186 w 11068"/>
                        <a:gd name="connsiteY1" fmla="*/ 21398 h 21445"/>
                        <a:gd name="connsiteX2" fmla="*/ 2220 w 11068"/>
                        <a:gd name="connsiteY2" fmla="*/ 18478 h 21445"/>
                        <a:gd name="connsiteX3" fmla="*/ 0 w 11068"/>
                        <a:gd name="connsiteY3" fmla="*/ 1132 h 21445"/>
                        <a:gd name="connsiteX4" fmla="*/ 8822 w 11068"/>
                        <a:gd name="connsiteY4" fmla="*/ 0 h 21445"/>
                        <a:gd name="connsiteX5" fmla="*/ 11042 w 11068"/>
                        <a:gd name="connsiteY5" fmla="*/ 17330 h 21445"/>
                        <a:gd name="connsiteX6" fmla="*/ 8896 w 11068"/>
                        <a:gd name="connsiteY6" fmla="*/ 20921 h 214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068" h="21445">
                          <a:moveTo>
                            <a:pt x="8896" y="20921"/>
                          </a:moveTo>
                          <a:cubicBezTo>
                            <a:pt x="7704" y="21383"/>
                            <a:pt x="6467" y="21532"/>
                            <a:pt x="5186" y="21398"/>
                          </a:cubicBezTo>
                          <a:cubicBezTo>
                            <a:pt x="3636" y="21219"/>
                            <a:pt x="2414" y="20012"/>
                            <a:pt x="2220" y="18478"/>
                          </a:cubicBezTo>
                          <a:lnTo>
                            <a:pt x="0" y="1132"/>
                          </a:lnTo>
                          <a:lnTo>
                            <a:pt x="8822" y="0"/>
                          </a:lnTo>
                          <a:lnTo>
                            <a:pt x="11042" y="17330"/>
                          </a:lnTo>
                          <a:cubicBezTo>
                            <a:pt x="11236" y="18880"/>
                            <a:pt x="10356" y="20355"/>
                            <a:pt x="8896" y="20921"/>
                          </a:cubicBezTo>
                          <a:close/>
                        </a:path>
                      </a:pathLst>
                    </a:custGeom>
                    <a:solidFill>
                      <a:srgbClr val="FFBC00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23" name="Forme libre : forme 2622">
                      <a:extLst>
                        <a:ext uri="{FF2B5EF4-FFF2-40B4-BE49-F238E27FC236}">
                          <a16:creationId xmlns:a16="http://schemas.microsoft.com/office/drawing/2014/main" id="{A4C9A64B-93DD-C707-6BEC-9F8894A81F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7710" y="723786"/>
                      <a:ext cx="30041" cy="11190"/>
                    </a:xfrm>
                    <a:custGeom>
                      <a:avLst/>
                      <a:gdLst>
                        <a:gd name="connsiteX0" fmla="*/ 194 w 30041"/>
                        <a:gd name="connsiteY0" fmla="*/ 11190 h 11190"/>
                        <a:gd name="connsiteX1" fmla="*/ 0 w 30041"/>
                        <a:gd name="connsiteY1" fmla="*/ 5587 h 11190"/>
                        <a:gd name="connsiteX2" fmla="*/ 2906 w 30041"/>
                        <a:gd name="connsiteY2" fmla="*/ 2682 h 11190"/>
                        <a:gd name="connsiteX3" fmla="*/ 28268 w 30041"/>
                        <a:gd name="connsiteY3" fmla="*/ 1907 h 11190"/>
                        <a:gd name="connsiteX4" fmla="*/ 30041 w 30041"/>
                        <a:gd name="connsiteY4" fmla="*/ 8225 h 11190"/>
                        <a:gd name="connsiteX5" fmla="*/ 179 w 30041"/>
                        <a:gd name="connsiteY5" fmla="*/ 11190 h 111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30041" h="11190">
                          <a:moveTo>
                            <a:pt x="194" y="11190"/>
                          </a:moveTo>
                          <a:lnTo>
                            <a:pt x="0" y="5587"/>
                          </a:lnTo>
                          <a:cubicBezTo>
                            <a:pt x="417" y="4187"/>
                            <a:pt x="1505" y="3099"/>
                            <a:pt x="2906" y="2682"/>
                          </a:cubicBezTo>
                          <a:cubicBezTo>
                            <a:pt x="8151" y="1147"/>
                            <a:pt x="21249" y="-2057"/>
                            <a:pt x="28268" y="1907"/>
                          </a:cubicBezTo>
                          <a:lnTo>
                            <a:pt x="30041" y="8225"/>
                          </a:lnTo>
                          <a:lnTo>
                            <a:pt x="179" y="11190"/>
                          </a:lnTo>
                          <a:close/>
                        </a:path>
                      </a:pathLst>
                    </a:custGeom>
                    <a:solidFill>
                      <a:srgbClr val="FFBC00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24" name="Forme libre : forme 2623">
                      <a:extLst>
                        <a:ext uri="{FF2B5EF4-FFF2-40B4-BE49-F238E27FC236}">
                          <a16:creationId xmlns:a16="http://schemas.microsoft.com/office/drawing/2014/main" id="{8B60CC61-8D4C-1935-5E8B-D8C31EAB3C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818" y="704757"/>
                      <a:ext cx="11306" cy="23278"/>
                    </a:xfrm>
                    <a:custGeom>
                      <a:avLst/>
                      <a:gdLst>
                        <a:gd name="connsiteX0" fmla="*/ 9134 w 11306"/>
                        <a:gd name="connsiteY0" fmla="*/ 22754 h 23278"/>
                        <a:gd name="connsiteX1" fmla="*/ 5424 w 11306"/>
                        <a:gd name="connsiteY1" fmla="*/ 23231 h 23278"/>
                        <a:gd name="connsiteX2" fmla="*/ 2459 w 11306"/>
                        <a:gd name="connsiteY2" fmla="*/ 20310 h 23278"/>
                        <a:gd name="connsiteX3" fmla="*/ 0 w 11306"/>
                        <a:gd name="connsiteY3" fmla="*/ 1133 h 23278"/>
                        <a:gd name="connsiteX4" fmla="*/ 8822 w 11306"/>
                        <a:gd name="connsiteY4" fmla="*/ 0 h 23278"/>
                        <a:gd name="connsiteX5" fmla="*/ 11280 w 11306"/>
                        <a:gd name="connsiteY5" fmla="*/ 19163 h 23278"/>
                        <a:gd name="connsiteX6" fmla="*/ 9134 w 11306"/>
                        <a:gd name="connsiteY6" fmla="*/ 22754 h 232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1306" h="23278">
                          <a:moveTo>
                            <a:pt x="9134" y="22754"/>
                          </a:moveTo>
                          <a:cubicBezTo>
                            <a:pt x="7942" y="23216"/>
                            <a:pt x="6706" y="23365"/>
                            <a:pt x="5424" y="23231"/>
                          </a:cubicBezTo>
                          <a:cubicBezTo>
                            <a:pt x="3874" y="23052"/>
                            <a:pt x="2652" y="21845"/>
                            <a:pt x="2459" y="20310"/>
                          </a:cubicBezTo>
                          <a:lnTo>
                            <a:pt x="0" y="1133"/>
                          </a:lnTo>
                          <a:lnTo>
                            <a:pt x="8822" y="0"/>
                          </a:lnTo>
                          <a:lnTo>
                            <a:pt x="11280" y="19163"/>
                          </a:lnTo>
                          <a:cubicBezTo>
                            <a:pt x="11474" y="20713"/>
                            <a:pt x="10595" y="22188"/>
                            <a:pt x="9134" y="22754"/>
                          </a:cubicBezTo>
                          <a:close/>
                        </a:path>
                      </a:pathLst>
                    </a:custGeom>
                    <a:solidFill>
                      <a:srgbClr val="FFBC00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25" name="Forme libre : forme 2624">
                      <a:extLst>
                        <a:ext uri="{FF2B5EF4-FFF2-40B4-BE49-F238E27FC236}">
                          <a16:creationId xmlns:a16="http://schemas.microsoft.com/office/drawing/2014/main" id="{B926D373-8CFC-5F09-A527-6D8BB2DB42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3509" y="683374"/>
                      <a:ext cx="104168" cy="39706"/>
                    </a:xfrm>
                    <a:custGeom>
                      <a:avLst/>
                      <a:gdLst>
                        <a:gd name="connsiteX0" fmla="*/ 5701 w 104168"/>
                        <a:gd name="connsiteY0" fmla="*/ 39652 h 39706"/>
                        <a:gd name="connsiteX1" fmla="*/ 100235 w 104168"/>
                        <a:gd name="connsiteY1" fmla="*/ 24364 h 39706"/>
                        <a:gd name="connsiteX2" fmla="*/ 104124 w 104168"/>
                        <a:gd name="connsiteY2" fmla="*/ 20042 h 39706"/>
                        <a:gd name="connsiteX3" fmla="*/ 102873 w 104168"/>
                        <a:gd name="connsiteY3" fmla="*/ 7972 h 39706"/>
                        <a:gd name="connsiteX4" fmla="*/ 91071 w 104168"/>
                        <a:gd name="connsiteY4" fmla="*/ 60 h 39706"/>
                        <a:gd name="connsiteX5" fmla="*/ 4629 w 104168"/>
                        <a:gd name="connsiteY5" fmla="*/ 20698 h 39706"/>
                        <a:gd name="connsiteX6" fmla="*/ 158 w 104168"/>
                        <a:gd name="connsiteY6" fmla="*/ 27389 h 39706"/>
                        <a:gd name="connsiteX7" fmla="*/ 1172 w 104168"/>
                        <a:gd name="connsiteY7" fmla="*/ 37059 h 39706"/>
                        <a:gd name="connsiteX8" fmla="*/ 5701 w 104168"/>
                        <a:gd name="connsiteY8" fmla="*/ 39652 h 3970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04168" h="39706">
                          <a:moveTo>
                            <a:pt x="5701" y="39652"/>
                          </a:moveTo>
                          <a:lnTo>
                            <a:pt x="100235" y="24364"/>
                          </a:lnTo>
                          <a:cubicBezTo>
                            <a:pt x="102396" y="24021"/>
                            <a:pt x="104020" y="22218"/>
                            <a:pt x="104124" y="20042"/>
                          </a:cubicBezTo>
                          <a:cubicBezTo>
                            <a:pt x="104258" y="17002"/>
                            <a:pt x="104154" y="12502"/>
                            <a:pt x="102873" y="7972"/>
                          </a:cubicBezTo>
                          <a:cubicBezTo>
                            <a:pt x="101427" y="2831"/>
                            <a:pt x="96420" y="-492"/>
                            <a:pt x="91071" y="60"/>
                          </a:cubicBezTo>
                          <a:cubicBezTo>
                            <a:pt x="73309" y="1907"/>
                            <a:pt x="28232" y="7689"/>
                            <a:pt x="4629" y="20698"/>
                          </a:cubicBezTo>
                          <a:cubicBezTo>
                            <a:pt x="2140" y="22069"/>
                            <a:pt x="471" y="24572"/>
                            <a:pt x="158" y="27389"/>
                          </a:cubicBezTo>
                          <a:cubicBezTo>
                            <a:pt x="-140" y="30086"/>
                            <a:pt x="-125" y="33617"/>
                            <a:pt x="1172" y="37059"/>
                          </a:cubicBezTo>
                          <a:cubicBezTo>
                            <a:pt x="1857" y="38892"/>
                            <a:pt x="3764" y="39965"/>
                            <a:pt x="5701" y="39652"/>
                          </a:cubicBezTo>
                          <a:close/>
                        </a:path>
                      </a:pathLst>
                    </a:custGeom>
                    <a:solidFill>
                      <a:srgbClr val="FFBC00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26" name="Forme libre : forme 2625">
                      <a:extLst>
                        <a:ext uri="{FF2B5EF4-FFF2-40B4-BE49-F238E27FC236}">
                          <a16:creationId xmlns:a16="http://schemas.microsoft.com/office/drawing/2014/main" id="{40822ED2-019B-DB20-9535-2339F84DD1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5093" y="696234"/>
                      <a:ext cx="30194" cy="22947"/>
                    </a:xfrm>
                    <a:custGeom>
                      <a:avLst/>
                      <a:gdLst>
                        <a:gd name="connsiteX0" fmla="*/ 1793 w 30194"/>
                        <a:gd name="connsiteY0" fmla="*/ 22947 h 22947"/>
                        <a:gd name="connsiteX1" fmla="*/ 527 w 30194"/>
                        <a:gd name="connsiteY1" fmla="*/ 21934 h 22947"/>
                        <a:gd name="connsiteX2" fmla="*/ 169 w 30194"/>
                        <a:gd name="connsiteY2" fmla="*/ 14379 h 22947"/>
                        <a:gd name="connsiteX3" fmla="*/ 5384 w 30194"/>
                        <a:gd name="connsiteY3" fmla="*/ 7525 h 22947"/>
                        <a:gd name="connsiteX4" fmla="*/ 28690 w 30194"/>
                        <a:gd name="connsiteY4" fmla="*/ 14 h 22947"/>
                        <a:gd name="connsiteX5" fmla="*/ 30180 w 30194"/>
                        <a:gd name="connsiteY5" fmla="*/ 1102 h 22947"/>
                        <a:gd name="connsiteX6" fmla="*/ 29092 w 30194"/>
                        <a:gd name="connsiteY6" fmla="*/ 2592 h 22947"/>
                        <a:gd name="connsiteX7" fmla="*/ 6428 w 30194"/>
                        <a:gd name="connsiteY7" fmla="*/ 9909 h 22947"/>
                        <a:gd name="connsiteX8" fmla="*/ 2762 w 30194"/>
                        <a:gd name="connsiteY8" fmla="*/ 14722 h 22947"/>
                        <a:gd name="connsiteX9" fmla="*/ 3075 w 30194"/>
                        <a:gd name="connsiteY9" fmla="*/ 21323 h 22947"/>
                        <a:gd name="connsiteX10" fmla="*/ 2091 w 30194"/>
                        <a:gd name="connsiteY10" fmla="*/ 22888 h 22947"/>
                        <a:gd name="connsiteX11" fmla="*/ 1793 w 30194"/>
                        <a:gd name="connsiteY11" fmla="*/ 22918 h 229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30194" h="22947">
                          <a:moveTo>
                            <a:pt x="1793" y="22947"/>
                          </a:moveTo>
                          <a:cubicBezTo>
                            <a:pt x="1197" y="22947"/>
                            <a:pt x="661" y="22545"/>
                            <a:pt x="527" y="21934"/>
                          </a:cubicBezTo>
                          <a:cubicBezTo>
                            <a:pt x="497" y="21785"/>
                            <a:pt x="-353" y="18104"/>
                            <a:pt x="169" y="14379"/>
                          </a:cubicBezTo>
                          <a:cubicBezTo>
                            <a:pt x="586" y="11369"/>
                            <a:pt x="2583" y="8746"/>
                            <a:pt x="5384" y="7525"/>
                          </a:cubicBezTo>
                          <a:cubicBezTo>
                            <a:pt x="10510" y="5274"/>
                            <a:pt x="20360" y="1311"/>
                            <a:pt x="28690" y="14"/>
                          </a:cubicBezTo>
                          <a:cubicBezTo>
                            <a:pt x="29405" y="-90"/>
                            <a:pt x="30076" y="387"/>
                            <a:pt x="30180" y="1102"/>
                          </a:cubicBezTo>
                          <a:cubicBezTo>
                            <a:pt x="30284" y="1817"/>
                            <a:pt x="29808" y="2488"/>
                            <a:pt x="29092" y="2592"/>
                          </a:cubicBezTo>
                          <a:cubicBezTo>
                            <a:pt x="20748" y="3904"/>
                            <a:pt x="10466" y="8150"/>
                            <a:pt x="6428" y="9909"/>
                          </a:cubicBezTo>
                          <a:cubicBezTo>
                            <a:pt x="4461" y="10773"/>
                            <a:pt x="3045" y="12621"/>
                            <a:pt x="2762" y="14722"/>
                          </a:cubicBezTo>
                          <a:cubicBezTo>
                            <a:pt x="2315" y="17970"/>
                            <a:pt x="3075" y="21293"/>
                            <a:pt x="3075" y="21323"/>
                          </a:cubicBezTo>
                          <a:cubicBezTo>
                            <a:pt x="3239" y="22023"/>
                            <a:pt x="2792" y="22724"/>
                            <a:pt x="2091" y="22888"/>
                          </a:cubicBezTo>
                          <a:cubicBezTo>
                            <a:pt x="1987" y="22903"/>
                            <a:pt x="1898" y="22918"/>
                            <a:pt x="1793" y="22918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58000"/>
                      </a:srgbClr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27" name="Forme libre : forme 2626">
                      <a:extLst>
                        <a:ext uri="{FF2B5EF4-FFF2-40B4-BE49-F238E27FC236}">
                          <a16:creationId xmlns:a16="http://schemas.microsoft.com/office/drawing/2014/main" id="{77380850-4F8A-DF7B-E073-ABC6B0D4DE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0929" y="726438"/>
                      <a:ext cx="230682" cy="101477"/>
                    </a:xfrm>
                    <a:custGeom>
                      <a:avLst/>
                      <a:gdLst>
                        <a:gd name="connsiteX0" fmla="*/ 7156 w 230682"/>
                        <a:gd name="connsiteY0" fmla="*/ 22963 h 101477"/>
                        <a:gd name="connsiteX1" fmla="*/ 209396 w 230682"/>
                        <a:gd name="connsiteY1" fmla="*/ 0 h 101477"/>
                        <a:gd name="connsiteX2" fmla="*/ 216921 w 230682"/>
                        <a:gd name="connsiteY2" fmla="*/ 5216 h 101477"/>
                        <a:gd name="connsiteX3" fmla="*/ 230645 w 230682"/>
                        <a:gd name="connsiteY3" fmla="*/ 62317 h 101477"/>
                        <a:gd name="connsiteX4" fmla="*/ 225862 w 230682"/>
                        <a:gd name="connsiteY4" fmla="*/ 69589 h 101477"/>
                        <a:gd name="connsiteX5" fmla="*/ 140015 w 230682"/>
                        <a:gd name="connsiteY5" fmla="*/ 97484 h 101477"/>
                        <a:gd name="connsiteX6" fmla="*/ 108767 w 230682"/>
                        <a:gd name="connsiteY6" fmla="*/ 101478 h 101477"/>
                        <a:gd name="connsiteX7" fmla="*/ 12654 w 230682"/>
                        <a:gd name="connsiteY7" fmla="*/ 94847 h 101477"/>
                        <a:gd name="connsiteX8" fmla="*/ 5874 w 230682"/>
                        <a:gd name="connsiteY8" fmla="*/ 88797 h 101477"/>
                        <a:gd name="connsiteX9" fmla="*/ 122 w 230682"/>
                        <a:gd name="connsiteY9" fmla="*/ 30667 h 101477"/>
                        <a:gd name="connsiteX10" fmla="*/ 7156 w 230682"/>
                        <a:gd name="connsiteY10" fmla="*/ 22963 h 1014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30682" h="101477">
                          <a:moveTo>
                            <a:pt x="7156" y="22963"/>
                          </a:moveTo>
                          <a:cubicBezTo>
                            <a:pt x="37778" y="18642"/>
                            <a:pt x="170265" y="269"/>
                            <a:pt x="209396" y="0"/>
                          </a:cubicBezTo>
                          <a:cubicBezTo>
                            <a:pt x="212763" y="-29"/>
                            <a:pt x="215788" y="2057"/>
                            <a:pt x="216921" y="5216"/>
                          </a:cubicBezTo>
                          <a:cubicBezTo>
                            <a:pt x="220512" y="15215"/>
                            <a:pt x="228156" y="38550"/>
                            <a:pt x="230645" y="62317"/>
                          </a:cubicBezTo>
                          <a:cubicBezTo>
                            <a:pt x="230988" y="65551"/>
                            <a:pt x="228961" y="68576"/>
                            <a:pt x="225862" y="69589"/>
                          </a:cubicBezTo>
                          <a:lnTo>
                            <a:pt x="140015" y="97484"/>
                          </a:lnTo>
                          <a:lnTo>
                            <a:pt x="108767" y="101478"/>
                          </a:lnTo>
                          <a:lnTo>
                            <a:pt x="12654" y="94847"/>
                          </a:lnTo>
                          <a:cubicBezTo>
                            <a:pt x="9272" y="94608"/>
                            <a:pt x="6470" y="92120"/>
                            <a:pt x="5874" y="88797"/>
                          </a:cubicBezTo>
                          <a:cubicBezTo>
                            <a:pt x="3743" y="76950"/>
                            <a:pt x="-802" y="49085"/>
                            <a:pt x="122" y="30667"/>
                          </a:cubicBezTo>
                          <a:cubicBezTo>
                            <a:pt x="316" y="26748"/>
                            <a:pt x="3252" y="23515"/>
                            <a:pt x="7156" y="22963"/>
                          </a:cubicBezTo>
                          <a:close/>
                        </a:path>
                      </a:pathLst>
                    </a:custGeom>
                    <a:solidFill>
                      <a:srgbClr val="FFD040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28" name="Forme libre : forme 2627">
                      <a:extLst>
                        <a:ext uri="{FF2B5EF4-FFF2-40B4-BE49-F238E27FC236}">
                          <a16:creationId xmlns:a16="http://schemas.microsoft.com/office/drawing/2014/main" id="{333E4D12-1D26-C67B-AD15-2EE8267F46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069" y="733606"/>
                      <a:ext cx="216041" cy="87127"/>
                    </a:xfrm>
                    <a:custGeom>
                      <a:avLst/>
                      <a:gdLst>
                        <a:gd name="connsiteX0" fmla="*/ 101403 w 216041"/>
                        <a:gd name="connsiteY0" fmla="*/ 87128 h 87127"/>
                        <a:gd name="connsiteX1" fmla="*/ 101373 w 216041"/>
                        <a:gd name="connsiteY1" fmla="*/ 87128 h 87127"/>
                        <a:gd name="connsiteX2" fmla="*/ 97454 w 216041"/>
                        <a:gd name="connsiteY2" fmla="*/ 86860 h 87127"/>
                        <a:gd name="connsiteX3" fmla="*/ 96992 w 216041"/>
                        <a:gd name="connsiteY3" fmla="*/ 86338 h 87127"/>
                        <a:gd name="connsiteX4" fmla="*/ 97514 w 216041"/>
                        <a:gd name="connsiteY4" fmla="*/ 85876 h 87127"/>
                        <a:gd name="connsiteX5" fmla="*/ 101433 w 216041"/>
                        <a:gd name="connsiteY5" fmla="*/ 86144 h 87127"/>
                        <a:gd name="connsiteX6" fmla="*/ 101895 w 216041"/>
                        <a:gd name="connsiteY6" fmla="*/ 86666 h 87127"/>
                        <a:gd name="connsiteX7" fmla="*/ 101403 w 216041"/>
                        <a:gd name="connsiteY7" fmla="*/ 87128 h 87127"/>
                        <a:gd name="connsiteX8" fmla="*/ 104979 w 216041"/>
                        <a:gd name="connsiteY8" fmla="*/ 86666 h 87127"/>
                        <a:gd name="connsiteX9" fmla="*/ 104488 w 216041"/>
                        <a:gd name="connsiteY9" fmla="*/ 86234 h 87127"/>
                        <a:gd name="connsiteX10" fmla="*/ 104905 w 216041"/>
                        <a:gd name="connsiteY10" fmla="*/ 85682 h 87127"/>
                        <a:gd name="connsiteX11" fmla="*/ 108794 w 216041"/>
                        <a:gd name="connsiteY11" fmla="*/ 85191 h 87127"/>
                        <a:gd name="connsiteX12" fmla="*/ 109345 w 216041"/>
                        <a:gd name="connsiteY12" fmla="*/ 85608 h 87127"/>
                        <a:gd name="connsiteX13" fmla="*/ 108928 w 216041"/>
                        <a:gd name="connsiteY13" fmla="*/ 86159 h 87127"/>
                        <a:gd name="connsiteX14" fmla="*/ 105039 w 216041"/>
                        <a:gd name="connsiteY14" fmla="*/ 86651 h 87127"/>
                        <a:gd name="connsiteX15" fmla="*/ 104979 w 216041"/>
                        <a:gd name="connsiteY15" fmla="*/ 86651 h 87127"/>
                        <a:gd name="connsiteX16" fmla="*/ 88350 w 216041"/>
                        <a:gd name="connsiteY16" fmla="*/ 86219 h 87127"/>
                        <a:gd name="connsiteX17" fmla="*/ 88320 w 216041"/>
                        <a:gd name="connsiteY17" fmla="*/ 86219 h 87127"/>
                        <a:gd name="connsiteX18" fmla="*/ 84401 w 216041"/>
                        <a:gd name="connsiteY18" fmla="*/ 85950 h 87127"/>
                        <a:gd name="connsiteX19" fmla="*/ 83939 w 216041"/>
                        <a:gd name="connsiteY19" fmla="*/ 85429 h 87127"/>
                        <a:gd name="connsiteX20" fmla="*/ 84460 w 216041"/>
                        <a:gd name="connsiteY20" fmla="*/ 84967 h 87127"/>
                        <a:gd name="connsiteX21" fmla="*/ 88379 w 216041"/>
                        <a:gd name="connsiteY21" fmla="*/ 85235 h 87127"/>
                        <a:gd name="connsiteX22" fmla="*/ 88841 w 216041"/>
                        <a:gd name="connsiteY22" fmla="*/ 85757 h 87127"/>
                        <a:gd name="connsiteX23" fmla="*/ 88350 w 216041"/>
                        <a:gd name="connsiteY23" fmla="*/ 86219 h 87127"/>
                        <a:gd name="connsiteX24" fmla="*/ 75296 w 216041"/>
                        <a:gd name="connsiteY24" fmla="*/ 85310 h 87127"/>
                        <a:gd name="connsiteX25" fmla="*/ 75266 w 216041"/>
                        <a:gd name="connsiteY25" fmla="*/ 85310 h 87127"/>
                        <a:gd name="connsiteX26" fmla="*/ 71347 w 216041"/>
                        <a:gd name="connsiteY26" fmla="*/ 85042 h 87127"/>
                        <a:gd name="connsiteX27" fmla="*/ 70885 w 216041"/>
                        <a:gd name="connsiteY27" fmla="*/ 84520 h 87127"/>
                        <a:gd name="connsiteX28" fmla="*/ 71407 w 216041"/>
                        <a:gd name="connsiteY28" fmla="*/ 84058 h 87127"/>
                        <a:gd name="connsiteX29" fmla="*/ 75326 w 216041"/>
                        <a:gd name="connsiteY29" fmla="*/ 84326 h 87127"/>
                        <a:gd name="connsiteX30" fmla="*/ 75788 w 216041"/>
                        <a:gd name="connsiteY30" fmla="*/ 84848 h 87127"/>
                        <a:gd name="connsiteX31" fmla="*/ 75296 w 216041"/>
                        <a:gd name="connsiteY31" fmla="*/ 85310 h 87127"/>
                        <a:gd name="connsiteX32" fmla="*/ 117973 w 216041"/>
                        <a:gd name="connsiteY32" fmla="*/ 84997 h 87127"/>
                        <a:gd name="connsiteX33" fmla="*/ 117482 w 216041"/>
                        <a:gd name="connsiteY33" fmla="*/ 84565 h 87127"/>
                        <a:gd name="connsiteX34" fmla="*/ 117899 w 216041"/>
                        <a:gd name="connsiteY34" fmla="*/ 84013 h 87127"/>
                        <a:gd name="connsiteX35" fmla="*/ 121788 w 216041"/>
                        <a:gd name="connsiteY35" fmla="*/ 83522 h 87127"/>
                        <a:gd name="connsiteX36" fmla="*/ 122339 w 216041"/>
                        <a:gd name="connsiteY36" fmla="*/ 83939 h 87127"/>
                        <a:gd name="connsiteX37" fmla="*/ 121922 w 216041"/>
                        <a:gd name="connsiteY37" fmla="*/ 84490 h 87127"/>
                        <a:gd name="connsiteX38" fmla="*/ 118033 w 216041"/>
                        <a:gd name="connsiteY38" fmla="*/ 84982 h 87127"/>
                        <a:gd name="connsiteX39" fmla="*/ 117973 w 216041"/>
                        <a:gd name="connsiteY39" fmla="*/ 84982 h 87127"/>
                        <a:gd name="connsiteX40" fmla="*/ 62243 w 216041"/>
                        <a:gd name="connsiteY40" fmla="*/ 84416 h 87127"/>
                        <a:gd name="connsiteX41" fmla="*/ 62213 w 216041"/>
                        <a:gd name="connsiteY41" fmla="*/ 84416 h 87127"/>
                        <a:gd name="connsiteX42" fmla="*/ 58294 w 216041"/>
                        <a:gd name="connsiteY42" fmla="*/ 84147 h 87127"/>
                        <a:gd name="connsiteX43" fmla="*/ 57832 w 216041"/>
                        <a:gd name="connsiteY43" fmla="*/ 83626 h 87127"/>
                        <a:gd name="connsiteX44" fmla="*/ 58353 w 216041"/>
                        <a:gd name="connsiteY44" fmla="*/ 83164 h 87127"/>
                        <a:gd name="connsiteX45" fmla="*/ 62272 w 216041"/>
                        <a:gd name="connsiteY45" fmla="*/ 83432 h 87127"/>
                        <a:gd name="connsiteX46" fmla="*/ 62734 w 216041"/>
                        <a:gd name="connsiteY46" fmla="*/ 83954 h 87127"/>
                        <a:gd name="connsiteX47" fmla="*/ 62243 w 216041"/>
                        <a:gd name="connsiteY47" fmla="*/ 84416 h 87127"/>
                        <a:gd name="connsiteX48" fmla="*/ 49189 w 216041"/>
                        <a:gd name="connsiteY48" fmla="*/ 83522 h 87127"/>
                        <a:gd name="connsiteX49" fmla="*/ 49159 w 216041"/>
                        <a:gd name="connsiteY49" fmla="*/ 83522 h 87127"/>
                        <a:gd name="connsiteX50" fmla="*/ 45240 w 216041"/>
                        <a:gd name="connsiteY50" fmla="*/ 83253 h 87127"/>
                        <a:gd name="connsiteX51" fmla="*/ 44778 w 216041"/>
                        <a:gd name="connsiteY51" fmla="*/ 82732 h 87127"/>
                        <a:gd name="connsiteX52" fmla="*/ 45300 w 216041"/>
                        <a:gd name="connsiteY52" fmla="*/ 82270 h 87127"/>
                        <a:gd name="connsiteX53" fmla="*/ 49219 w 216041"/>
                        <a:gd name="connsiteY53" fmla="*/ 82538 h 87127"/>
                        <a:gd name="connsiteX54" fmla="*/ 49681 w 216041"/>
                        <a:gd name="connsiteY54" fmla="*/ 83060 h 87127"/>
                        <a:gd name="connsiteX55" fmla="*/ 49189 w 216041"/>
                        <a:gd name="connsiteY55" fmla="*/ 83522 h 87127"/>
                        <a:gd name="connsiteX56" fmla="*/ 130952 w 216041"/>
                        <a:gd name="connsiteY56" fmla="*/ 83343 h 87127"/>
                        <a:gd name="connsiteX57" fmla="*/ 130461 w 216041"/>
                        <a:gd name="connsiteY57" fmla="*/ 82911 h 87127"/>
                        <a:gd name="connsiteX58" fmla="*/ 130893 w 216041"/>
                        <a:gd name="connsiteY58" fmla="*/ 82359 h 87127"/>
                        <a:gd name="connsiteX59" fmla="*/ 131146 w 216041"/>
                        <a:gd name="connsiteY59" fmla="*/ 82329 h 87127"/>
                        <a:gd name="connsiteX60" fmla="*/ 134544 w 216041"/>
                        <a:gd name="connsiteY60" fmla="*/ 81212 h 87127"/>
                        <a:gd name="connsiteX61" fmla="*/ 135169 w 216041"/>
                        <a:gd name="connsiteY61" fmla="*/ 81525 h 87127"/>
                        <a:gd name="connsiteX62" fmla="*/ 134856 w 216041"/>
                        <a:gd name="connsiteY62" fmla="*/ 82151 h 87127"/>
                        <a:gd name="connsiteX63" fmla="*/ 131027 w 216041"/>
                        <a:gd name="connsiteY63" fmla="*/ 83343 h 87127"/>
                        <a:gd name="connsiteX64" fmla="*/ 130967 w 216041"/>
                        <a:gd name="connsiteY64" fmla="*/ 83343 h 87127"/>
                        <a:gd name="connsiteX65" fmla="*/ 36136 w 216041"/>
                        <a:gd name="connsiteY65" fmla="*/ 82613 h 87127"/>
                        <a:gd name="connsiteX66" fmla="*/ 36106 w 216041"/>
                        <a:gd name="connsiteY66" fmla="*/ 82613 h 87127"/>
                        <a:gd name="connsiteX67" fmla="*/ 32187 w 216041"/>
                        <a:gd name="connsiteY67" fmla="*/ 82344 h 87127"/>
                        <a:gd name="connsiteX68" fmla="*/ 31725 w 216041"/>
                        <a:gd name="connsiteY68" fmla="*/ 81823 h 87127"/>
                        <a:gd name="connsiteX69" fmla="*/ 32246 w 216041"/>
                        <a:gd name="connsiteY69" fmla="*/ 81361 h 87127"/>
                        <a:gd name="connsiteX70" fmla="*/ 36165 w 216041"/>
                        <a:gd name="connsiteY70" fmla="*/ 81629 h 87127"/>
                        <a:gd name="connsiteX71" fmla="*/ 36627 w 216041"/>
                        <a:gd name="connsiteY71" fmla="*/ 82151 h 87127"/>
                        <a:gd name="connsiteX72" fmla="*/ 36136 w 216041"/>
                        <a:gd name="connsiteY72" fmla="*/ 82613 h 87127"/>
                        <a:gd name="connsiteX73" fmla="*/ 23082 w 216041"/>
                        <a:gd name="connsiteY73" fmla="*/ 81704 h 87127"/>
                        <a:gd name="connsiteX74" fmla="*/ 23052 w 216041"/>
                        <a:gd name="connsiteY74" fmla="*/ 81704 h 87127"/>
                        <a:gd name="connsiteX75" fmla="*/ 19133 w 216041"/>
                        <a:gd name="connsiteY75" fmla="*/ 81435 h 87127"/>
                        <a:gd name="connsiteX76" fmla="*/ 18671 w 216041"/>
                        <a:gd name="connsiteY76" fmla="*/ 80914 h 87127"/>
                        <a:gd name="connsiteX77" fmla="*/ 19193 w 216041"/>
                        <a:gd name="connsiteY77" fmla="*/ 80452 h 87127"/>
                        <a:gd name="connsiteX78" fmla="*/ 23112 w 216041"/>
                        <a:gd name="connsiteY78" fmla="*/ 80720 h 87127"/>
                        <a:gd name="connsiteX79" fmla="*/ 23574 w 216041"/>
                        <a:gd name="connsiteY79" fmla="*/ 81242 h 87127"/>
                        <a:gd name="connsiteX80" fmla="*/ 23082 w 216041"/>
                        <a:gd name="connsiteY80" fmla="*/ 81704 h 87127"/>
                        <a:gd name="connsiteX81" fmla="*/ 10029 w 216041"/>
                        <a:gd name="connsiteY81" fmla="*/ 80810 h 87127"/>
                        <a:gd name="connsiteX82" fmla="*/ 9999 w 216041"/>
                        <a:gd name="connsiteY82" fmla="*/ 80810 h 87127"/>
                        <a:gd name="connsiteX83" fmla="*/ 5812 w 216041"/>
                        <a:gd name="connsiteY83" fmla="*/ 80527 h 87127"/>
                        <a:gd name="connsiteX84" fmla="*/ 5737 w 216041"/>
                        <a:gd name="connsiteY84" fmla="*/ 80154 h 87127"/>
                        <a:gd name="connsiteX85" fmla="*/ 6124 w 216041"/>
                        <a:gd name="connsiteY85" fmla="*/ 79528 h 87127"/>
                        <a:gd name="connsiteX86" fmla="*/ 6512 w 216041"/>
                        <a:gd name="connsiteY86" fmla="*/ 79588 h 87127"/>
                        <a:gd name="connsiteX87" fmla="*/ 10058 w 216041"/>
                        <a:gd name="connsiteY87" fmla="*/ 79826 h 87127"/>
                        <a:gd name="connsiteX88" fmla="*/ 10520 w 216041"/>
                        <a:gd name="connsiteY88" fmla="*/ 80348 h 87127"/>
                        <a:gd name="connsiteX89" fmla="*/ 10029 w 216041"/>
                        <a:gd name="connsiteY89" fmla="*/ 80810 h 87127"/>
                        <a:gd name="connsiteX90" fmla="*/ 143410 w 216041"/>
                        <a:gd name="connsiteY90" fmla="*/ 79334 h 87127"/>
                        <a:gd name="connsiteX91" fmla="*/ 142948 w 216041"/>
                        <a:gd name="connsiteY91" fmla="*/ 78992 h 87127"/>
                        <a:gd name="connsiteX92" fmla="*/ 143261 w 216041"/>
                        <a:gd name="connsiteY92" fmla="*/ 78366 h 87127"/>
                        <a:gd name="connsiteX93" fmla="*/ 147001 w 216041"/>
                        <a:gd name="connsiteY93" fmla="*/ 77159 h 87127"/>
                        <a:gd name="connsiteX94" fmla="*/ 147627 w 216041"/>
                        <a:gd name="connsiteY94" fmla="*/ 77472 h 87127"/>
                        <a:gd name="connsiteX95" fmla="*/ 147314 w 216041"/>
                        <a:gd name="connsiteY95" fmla="*/ 78098 h 87127"/>
                        <a:gd name="connsiteX96" fmla="*/ 143574 w 216041"/>
                        <a:gd name="connsiteY96" fmla="*/ 79305 h 87127"/>
                        <a:gd name="connsiteX97" fmla="*/ 143425 w 216041"/>
                        <a:gd name="connsiteY97" fmla="*/ 79334 h 87127"/>
                        <a:gd name="connsiteX98" fmla="*/ 155852 w 216041"/>
                        <a:gd name="connsiteY98" fmla="*/ 75296 h 87127"/>
                        <a:gd name="connsiteX99" fmla="*/ 155390 w 216041"/>
                        <a:gd name="connsiteY99" fmla="*/ 74953 h 87127"/>
                        <a:gd name="connsiteX100" fmla="*/ 155703 w 216041"/>
                        <a:gd name="connsiteY100" fmla="*/ 74328 h 87127"/>
                        <a:gd name="connsiteX101" fmla="*/ 159444 w 216041"/>
                        <a:gd name="connsiteY101" fmla="*/ 73121 h 87127"/>
                        <a:gd name="connsiteX102" fmla="*/ 160069 w 216041"/>
                        <a:gd name="connsiteY102" fmla="*/ 73433 h 87127"/>
                        <a:gd name="connsiteX103" fmla="*/ 159757 w 216041"/>
                        <a:gd name="connsiteY103" fmla="*/ 74059 h 87127"/>
                        <a:gd name="connsiteX104" fmla="*/ 156016 w 216041"/>
                        <a:gd name="connsiteY104" fmla="*/ 75266 h 87127"/>
                        <a:gd name="connsiteX105" fmla="*/ 155867 w 216041"/>
                        <a:gd name="connsiteY105" fmla="*/ 75296 h 87127"/>
                        <a:gd name="connsiteX106" fmla="*/ 4664 w 216041"/>
                        <a:gd name="connsiteY106" fmla="*/ 71392 h 87127"/>
                        <a:gd name="connsiteX107" fmla="*/ 4187 w 216041"/>
                        <a:gd name="connsiteY107" fmla="*/ 70975 h 87127"/>
                        <a:gd name="connsiteX108" fmla="*/ 3576 w 216041"/>
                        <a:gd name="connsiteY108" fmla="*/ 67086 h 87127"/>
                        <a:gd name="connsiteX109" fmla="*/ 3994 w 216041"/>
                        <a:gd name="connsiteY109" fmla="*/ 66519 h 87127"/>
                        <a:gd name="connsiteX110" fmla="*/ 4560 w 216041"/>
                        <a:gd name="connsiteY110" fmla="*/ 66936 h 87127"/>
                        <a:gd name="connsiteX111" fmla="*/ 5156 w 216041"/>
                        <a:gd name="connsiteY111" fmla="*/ 70811 h 87127"/>
                        <a:gd name="connsiteX112" fmla="*/ 4754 w 216041"/>
                        <a:gd name="connsiteY112" fmla="*/ 71377 h 87127"/>
                        <a:gd name="connsiteX113" fmla="*/ 4679 w 216041"/>
                        <a:gd name="connsiteY113" fmla="*/ 71377 h 87127"/>
                        <a:gd name="connsiteX114" fmla="*/ 168295 w 216041"/>
                        <a:gd name="connsiteY114" fmla="*/ 71258 h 87127"/>
                        <a:gd name="connsiteX115" fmla="*/ 167833 w 216041"/>
                        <a:gd name="connsiteY115" fmla="*/ 70915 h 87127"/>
                        <a:gd name="connsiteX116" fmla="*/ 168146 w 216041"/>
                        <a:gd name="connsiteY116" fmla="*/ 70304 h 87127"/>
                        <a:gd name="connsiteX117" fmla="*/ 171886 w 216041"/>
                        <a:gd name="connsiteY117" fmla="*/ 69097 h 87127"/>
                        <a:gd name="connsiteX118" fmla="*/ 172497 w 216041"/>
                        <a:gd name="connsiteY118" fmla="*/ 69410 h 87127"/>
                        <a:gd name="connsiteX119" fmla="*/ 172184 w 216041"/>
                        <a:gd name="connsiteY119" fmla="*/ 70021 h 87127"/>
                        <a:gd name="connsiteX120" fmla="*/ 168444 w 216041"/>
                        <a:gd name="connsiteY120" fmla="*/ 71228 h 87127"/>
                        <a:gd name="connsiteX121" fmla="*/ 168295 w 216041"/>
                        <a:gd name="connsiteY121" fmla="*/ 71258 h 87127"/>
                        <a:gd name="connsiteX122" fmla="*/ 180738 w 216041"/>
                        <a:gd name="connsiteY122" fmla="*/ 67220 h 87127"/>
                        <a:gd name="connsiteX123" fmla="*/ 180275 w 216041"/>
                        <a:gd name="connsiteY123" fmla="*/ 66877 h 87127"/>
                        <a:gd name="connsiteX124" fmla="*/ 180588 w 216041"/>
                        <a:gd name="connsiteY124" fmla="*/ 66266 h 87127"/>
                        <a:gd name="connsiteX125" fmla="*/ 184329 w 216041"/>
                        <a:gd name="connsiteY125" fmla="*/ 65059 h 87127"/>
                        <a:gd name="connsiteX126" fmla="*/ 184940 w 216041"/>
                        <a:gd name="connsiteY126" fmla="*/ 65372 h 87127"/>
                        <a:gd name="connsiteX127" fmla="*/ 184627 w 216041"/>
                        <a:gd name="connsiteY127" fmla="*/ 65983 h 87127"/>
                        <a:gd name="connsiteX128" fmla="*/ 180886 w 216041"/>
                        <a:gd name="connsiteY128" fmla="*/ 67190 h 87127"/>
                        <a:gd name="connsiteX129" fmla="*/ 180738 w 216041"/>
                        <a:gd name="connsiteY129" fmla="*/ 67220 h 87127"/>
                        <a:gd name="connsiteX130" fmla="*/ 193180 w 216041"/>
                        <a:gd name="connsiteY130" fmla="*/ 63181 h 87127"/>
                        <a:gd name="connsiteX131" fmla="*/ 192718 w 216041"/>
                        <a:gd name="connsiteY131" fmla="*/ 62839 h 87127"/>
                        <a:gd name="connsiteX132" fmla="*/ 193031 w 216041"/>
                        <a:gd name="connsiteY132" fmla="*/ 62228 h 87127"/>
                        <a:gd name="connsiteX133" fmla="*/ 196771 w 216041"/>
                        <a:gd name="connsiteY133" fmla="*/ 61021 h 87127"/>
                        <a:gd name="connsiteX134" fmla="*/ 197382 w 216041"/>
                        <a:gd name="connsiteY134" fmla="*/ 61334 h 87127"/>
                        <a:gd name="connsiteX135" fmla="*/ 197069 w 216041"/>
                        <a:gd name="connsiteY135" fmla="*/ 61945 h 87127"/>
                        <a:gd name="connsiteX136" fmla="*/ 193329 w 216041"/>
                        <a:gd name="connsiteY136" fmla="*/ 63152 h 87127"/>
                        <a:gd name="connsiteX137" fmla="*/ 193180 w 216041"/>
                        <a:gd name="connsiteY137" fmla="*/ 63181 h 87127"/>
                        <a:gd name="connsiteX138" fmla="*/ 205623 w 216041"/>
                        <a:gd name="connsiteY138" fmla="*/ 59143 h 87127"/>
                        <a:gd name="connsiteX139" fmla="*/ 205161 w 216041"/>
                        <a:gd name="connsiteY139" fmla="*/ 58800 h 87127"/>
                        <a:gd name="connsiteX140" fmla="*/ 205474 w 216041"/>
                        <a:gd name="connsiteY140" fmla="*/ 58189 h 87127"/>
                        <a:gd name="connsiteX141" fmla="*/ 209214 w 216041"/>
                        <a:gd name="connsiteY141" fmla="*/ 56982 h 87127"/>
                        <a:gd name="connsiteX142" fmla="*/ 209825 w 216041"/>
                        <a:gd name="connsiteY142" fmla="*/ 57295 h 87127"/>
                        <a:gd name="connsiteX143" fmla="*/ 209512 w 216041"/>
                        <a:gd name="connsiteY143" fmla="*/ 57906 h 87127"/>
                        <a:gd name="connsiteX144" fmla="*/ 205772 w 216041"/>
                        <a:gd name="connsiteY144" fmla="*/ 59113 h 87127"/>
                        <a:gd name="connsiteX145" fmla="*/ 205623 w 216041"/>
                        <a:gd name="connsiteY145" fmla="*/ 59143 h 87127"/>
                        <a:gd name="connsiteX146" fmla="*/ 2772 w 216041"/>
                        <a:gd name="connsiteY146" fmla="*/ 58458 h 87127"/>
                        <a:gd name="connsiteX147" fmla="*/ 2280 w 216041"/>
                        <a:gd name="connsiteY147" fmla="*/ 58026 h 87127"/>
                        <a:gd name="connsiteX148" fmla="*/ 1788 w 216041"/>
                        <a:gd name="connsiteY148" fmla="*/ 54121 h 87127"/>
                        <a:gd name="connsiteX149" fmla="*/ 2220 w 216041"/>
                        <a:gd name="connsiteY149" fmla="*/ 53570 h 87127"/>
                        <a:gd name="connsiteX150" fmla="*/ 2772 w 216041"/>
                        <a:gd name="connsiteY150" fmla="*/ 54002 h 87127"/>
                        <a:gd name="connsiteX151" fmla="*/ 3263 w 216041"/>
                        <a:gd name="connsiteY151" fmla="*/ 57891 h 87127"/>
                        <a:gd name="connsiteX152" fmla="*/ 2846 w 216041"/>
                        <a:gd name="connsiteY152" fmla="*/ 58443 h 87127"/>
                        <a:gd name="connsiteX153" fmla="*/ 2787 w 216041"/>
                        <a:gd name="connsiteY153" fmla="*/ 58443 h 87127"/>
                        <a:gd name="connsiteX154" fmla="*/ 215562 w 216041"/>
                        <a:gd name="connsiteY154" fmla="*/ 53481 h 87127"/>
                        <a:gd name="connsiteX155" fmla="*/ 215070 w 216041"/>
                        <a:gd name="connsiteY155" fmla="*/ 53049 h 87127"/>
                        <a:gd name="connsiteX156" fmla="*/ 214548 w 216041"/>
                        <a:gd name="connsiteY156" fmla="*/ 49174 h 87127"/>
                        <a:gd name="connsiteX157" fmla="*/ 214966 w 216041"/>
                        <a:gd name="connsiteY157" fmla="*/ 48623 h 87127"/>
                        <a:gd name="connsiteX158" fmla="*/ 215517 w 216041"/>
                        <a:gd name="connsiteY158" fmla="*/ 49040 h 87127"/>
                        <a:gd name="connsiteX159" fmla="*/ 216039 w 216041"/>
                        <a:gd name="connsiteY159" fmla="*/ 52944 h 87127"/>
                        <a:gd name="connsiteX160" fmla="*/ 215606 w 216041"/>
                        <a:gd name="connsiteY160" fmla="*/ 53496 h 87127"/>
                        <a:gd name="connsiteX161" fmla="*/ 215547 w 216041"/>
                        <a:gd name="connsiteY161" fmla="*/ 53496 h 87127"/>
                        <a:gd name="connsiteX162" fmla="*/ 1326 w 216041"/>
                        <a:gd name="connsiteY162" fmla="*/ 45434 h 87127"/>
                        <a:gd name="connsiteX163" fmla="*/ 834 w 216041"/>
                        <a:gd name="connsiteY163" fmla="*/ 44987 h 87127"/>
                        <a:gd name="connsiteX164" fmla="*/ 507 w 216041"/>
                        <a:gd name="connsiteY164" fmla="*/ 41068 h 87127"/>
                        <a:gd name="connsiteX165" fmla="*/ 954 w 216041"/>
                        <a:gd name="connsiteY165" fmla="*/ 40546 h 87127"/>
                        <a:gd name="connsiteX166" fmla="*/ 1475 w 216041"/>
                        <a:gd name="connsiteY166" fmla="*/ 40993 h 87127"/>
                        <a:gd name="connsiteX167" fmla="*/ 1803 w 216041"/>
                        <a:gd name="connsiteY167" fmla="*/ 44898 h 87127"/>
                        <a:gd name="connsiteX168" fmla="*/ 1356 w 216041"/>
                        <a:gd name="connsiteY168" fmla="*/ 45434 h 87127"/>
                        <a:gd name="connsiteX169" fmla="*/ 1311 w 216041"/>
                        <a:gd name="connsiteY169" fmla="*/ 45434 h 87127"/>
                        <a:gd name="connsiteX170" fmla="*/ 213505 w 216041"/>
                        <a:gd name="connsiteY170" fmla="*/ 40561 h 87127"/>
                        <a:gd name="connsiteX171" fmla="*/ 213029 w 216041"/>
                        <a:gd name="connsiteY171" fmla="*/ 40159 h 87127"/>
                        <a:gd name="connsiteX172" fmla="*/ 212254 w 216041"/>
                        <a:gd name="connsiteY172" fmla="*/ 36314 h 87127"/>
                        <a:gd name="connsiteX173" fmla="*/ 212626 w 216041"/>
                        <a:gd name="connsiteY173" fmla="*/ 35733 h 87127"/>
                        <a:gd name="connsiteX174" fmla="*/ 213207 w 216041"/>
                        <a:gd name="connsiteY174" fmla="*/ 36106 h 87127"/>
                        <a:gd name="connsiteX175" fmla="*/ 213982 w 216041"/>
                        <a:gd name="connsiteY175" fmla="*/ 39965 h 87127"/>
                        <a:gd name="connsiteX176" fmla="*/ 213595 w 216041"/>
                        <a:gd name="connsiteY176" fmla="*/ 40546 h 87127"/>
                        <a:gd name="connsiteX177" fmla="*/ 213505 w 216041"/>
                        <a:gd name="connsiteY177" fmla="*/ 40546 h 87127"/>
                        <a:gd name="connsiteX178" fmla="*/ 536 w 216041"/>
                        <a:gd name="connsiteY178" fmla="*/ 32366 h 87127"/>
                        <a:gd name="connsiteX179" fmla="*/ 45 w 216041"/>
                        <a:gd name="connsiteY179" fmla="*/ 31889 h 87127"/>
                        <a:gd name="connsiteX180" fmla="*/ 0 w 216041"/>
                        <a:gd name="connsiteY180" fmla="*/ 28759 h 87127"/>
                        <a:gd name="connsiteX181" fmla="*/ 0 w 216041"/>
                        <a:gd name="connsiteY181" fmla="*/ 27955 h 87127"/>
                        <a:gd name="connsiteX182" fmla="*/ 492 w 216041"/>
                        <a:gd name="connsiteY182" fmla="*/ 27463 h 87127"/>
                        <a:gd name="connsiteX183" fmla="*/ 492 w 216041"/>
                        <a:gd name="connsiteY183" fmla="*/ 27463 h 87127"/>
                        <a:gd name="connsiteX184" fmla="*/ 983 w 216041"/>
                        <a:gd name="connsiteY184" fmla="*/ 27955 h 87127"/>
                        <a:gd name="connsiteX185" fmla="*/ 983 w 216041"/>
                        <a:gd name="connsiteY185" fmla="*/ 28759 h 87127"/>
                        <a:gd name="connsiteX186" fmla="*/ 1013 w 216041"/>
                        <a:gd name="connsiteY186" fmla="*/ 31874 h 87127"/>
                        <a:gd name="connsiteX187" fmla="*/ 536 w 216041"/>
                        <a:gd name="connsiteY187" fmla="*/ 32381 h 87127"/>
                        <a:gd name="connsiteX188" fmla="*/ 536 w 216041"/>
                        <a:gd name="connsiteY188" fmla="*/ 32381 h 87127"/>
                        <a:gd name="connsiteX189" fmla="*/ 210659 w 216041"/>
                        <a:gd name="connsiteY189" fmla="*/ 27776 h 87127"/>
                        <a:gd name="connsiteX190" fmla="*/ 210182 w 216041"/>
                        <a:gd name="connsiteY190" fmla="*/ 27403 h 87127"/>
                        <a:gd name="connsiteX191" fmla="*/ 209199 w 216041"/>
                        <a:gd name="connsiteY191" fmla="*/ 23604 h 87127"/>
                        <a:gd name="connsiteX192" fmla="*/ 209542 w 216041"/>
                        <a:gd name="connsiteY192" fmla="*/ 23008 h 87127"/>
                        <a:gd name="connsiteX193" fmla="*/ 210138 w 216041"/>
                        <a:gd name="connsiteY193" fmla="*/ 23350 h 87127"/>
                        <a:gd name="connsiteX194" fmla="*/ 211121 w 216041"/>
                        <a:gd name="connsiteY194" fmla="*/ 27165 h 87127"/>
                        <a:gd name="connsiteX195" fmla="*/ 210764 w 216041"/>
                        <a:gd name="connsiteY195" fmla="*/ 27761 h 87127"/>
                        <a:gd name="connsiteX196" fmla="*/ 210644 w 216041"/>
                        <a:gd name="connsiteY196" fmla="*/ 27776 h 87127"/>
                        <a:gd name="connsiteX197" fmla="*/ 5379 w 216041"/>
                        <a:gd name="connsiteY197" fmla="*/ 23261 h 87127"/>
                        <a:gd name="connsiteX198" fmla="*/ 4888 w 216041"/>
                        <a:gd name="connsiteY198" fmla="*/ 22844 h 87127"/>
                        <a:gd name="connsiteX199" fmla="*/ 5305 w 216041"/>
                        <a:gd name="connsiteY199" fmla="*/ 22292 h 87127"/>
                        <a:gd name="connsiteX200" fmla="*/ 9194 w 216041"/>
                        <a:gd name="connsiteY200" fmla="*/ 21756 h 87127"/>
                        <a:gd name="connsiteX201" fmla="*/ 9745 w 216041"/>
                        <a:gd name="connsiteY201" fmla="*/ 22173 h 87127"/>
                        <a:gd name="connsiteX202" fmla="*/ 9328 w 216041"/>
                        <a:gd name="connsiteY202" fmla="*/ 22724 h 87127"/>
                        <a:gd name="connsiteX203" fmla="*/ 5439 w 216041"/>
                        <a:gd name="connsiteY203" fmla="*/ 23261 h 87127"/>
                        <a:gd name="connsiteX204" fmla="*/ 5365 w 216041"/>
                        <a:gd name="connsiteY204" fmla="*/ 23261 h 87127"/>
                        <a:gd name="connsiteX205" fmla="*/ 18343 w 216041"/>
                        <a:gd name="connsiteY205" fmla="*/ 21458 h 87127"/>
                        <a:gd name="connsiteX206" fmla="*/ 17852 w 216041"/>
                        <a:gd name="connsiteY206" fmla="*/ 21041 h 87127"/>
                        <a:gd name="connsiteX207" fmla="*/ 18269 w 216041"/>
                        <a:gd name="connsiteY207" fmla="*/ 20489 h 87127"/>
                        <a:gd name="connsiteX208" fmla="*/ 22158 w 216041"/>
                        <a:gd name="connsiteY208" fmla="*/ 19953 h 87127"/>
                        <a:gd name="connsiteX209" fmla="*/ 22710 w 216041"/>
                        <a:gd name="connsiteY209" fmla="*/ 20370 h 87127"/>
                        <a:gd name="connsiteX210" fmla="*/ 22292 w 216041"/>
                        <a:gd name="connsiteY210" fmla="*/ 20921 h 87127"/>
                        <a:gd name="connsiteX211" fmla="*/ 18403 w 216041"/>
                        <a:gd name="connsiteY211" fmla="*/ 21458 h 87127"/>
                        <a:gd name="connsiteX212" fmla="*/ 18343 w 216041"/>
                        <a:gd name="connsiteY212" fmla="*/ 21458 h 87127"/>
                        <a:gd name="connsiteX213" fmla="*/ 31322 w 216041"/>
                        <a:gd name="connsiteY213" fmla="*/ 19685 h 87127"/>
                        <a:gd name="connsiteX214" fmla="*/ 30831 w 216041"/>
                        <a:gd name="connsiteY214" fmla="*/ 19252 h 87127"/>
                        <a:gd name="connsiteX215" fmla="*/ 31248 w 216041"/>
                        <a:gd name="connsiteY215" fmla="*/ 18701 h 87127"/>
                        <a:gd name="connsiteX216" fmla="*/ 35137 w 216041"/>
                        <a:gd name="connsiteY216" fmla="*/ 18180 h 87127"/>
                        <a:gd name="connsiteX217" fmla="*/ 35689 w 216041"/>
                        <a:gd name="connsiteY217" fmla="*/ 18597 h 87127"/>
                        <a:gd name="connsiteX218" fmla="*/ 35271 w 216041"/>
                        <a:gd name="connsiteY218" fmla="*/ 19148 h 87127"/>
                        <a:gd name="connsiteX219" fmla="*/ 31382 w 216041"/>
                        <a:gd name="connsiteY219" fmla="*/ 19670 h 87127"/>
                        <a:gd name="connsiteX220" fmla="*/ 31322 w 216041"/>
                        <a:gd name="connsiteY220" fmla="*/ 19670 h 87127"/>
                        <a:gd name="connsiteX221" fmla="*/ 44301 w 216041"/>
                        <a:gd name="connsiteY221" fmla="*/ 17941 h 87127"/>
                        <a:gd name="connsiteX222" fmla="*/ 43810 w 216041"/>
                        <a:gd name="connsiteY222" fmla="*/ 17509 h 87127"/>
                        <a:gd name="connsiteX223" fmla="*/ 44227 w 216041"/>
                        <a:gd name="connsiteY223" fmla="*/ 16958 h 87127"/>
                        <a:gd name="connsiteX224" fmla="*/ 48116 w 216041"/>
                        <a:gd name="connsiteY224" fmla="*/ 16436 h 87127"/>
                        <a:gd name="connsiteX225" fmla="*/ 48668 w 216041"/>
                        <a:gd name="connsiteY225" fmla="*/ 16853 h 87127"/>
                        <a:gd name="connsiteX226" fmla="*/ 48250 w 216041"/>
                        <a:gd name="connsiteY226" fmla="*/ 17405 h 87127"/>
                        <a:gd name="connsiteX227" fmla="*/ 44361 w 216041"/>
                        <a:gd name="connsiteY227" fmla="*/ 17926 h 87127"/>
                        <a:gd name="connsiteX228" fmla="*/ 44301 w 216041"/>
                        <a:gd name="connsiteY228" fmla="*/ 17926 h 87127"/>
                        <a:gd name="connsiteX229" fmla="*/ 57280 w 216041"/>
                        <a:gd name="connsiteY229" fmla="*/ 16213 h 87127"/>
                        <a:gd name="connsiteX230" fmla="*/ 56789 w 216041"/>
                        <a:gd name="connsiteY230" fmla="*/ 15780 h 87127"/>
                        <a:gd name="connsiteX231" fmla="*/ 57206 w 216041"/>
                        <a:gd name="connsiteY231" fmla="*/ 15229 h 87127"/>
                        <a:gd name="connsiteX232" fmla="*/ 61095 w 216041"/>
                        <a:gd name="connsiteY232" fmla="*/ 14722 h 87127"/>
                        <a:gd name="connsiteX233" fmla="*/ 61647 w 216041"/>
                        <a:gd name="connsiteY233" fmla="*/ 15140 h 87127"/>
                        <a:gd name="connsiteX234" fmla="*/ 61229 w 216041"/>
                        <a:gd name="connsiteY234" fmla="*/ 15691 h 87127"/>
                        <a:gd name="connsiteX235" fmla="*/ 57340 w 216041"/>
                        <a:gd name="connsiteY235" fmla="*/ 16198 h 87127"/>
                        <a:gd name="connsiteX236" fmla="*/ 57280 w 216041"/>
                        <a:gd name="connsiteY236" fmla="*/ 16198 h 87127"/>
                        <a:gd name="connsiteX237" fmla="*/ 207202 w 216041"/>
                        <a:gd name="connsiteY237" fmla="*/ 15155 h 87127"/>
                        <a:gd name="connsiteX238" fmla="*/ 206725 w 216041"/>
                        <a:gd name="connsiteY238" fmla="*/ 14797 h 87127"/>
                        <a:gd name="connsiteX239" fmla="*/ 205578 w 216041"/>
                        <a:gd name="connsiteY239" fmla="*/ 11042 h 87127"/>
                        <a:gd name="connsiteX240" fmla="*/ 205891 w 216041"/>
                        <a:gd name="connsiteY240" fmla="*/ 10431 h 87127"/>
                        <a:gd name="connsiteX241" fmla="*/ 206502 w 216041"/>
                        <a:gd name="connsiteY241" fmla="*/ 10744 h 87127"/>
                        <a:gd name="connsiteX242" fmla="*/ 207664 w 216041"/>
                        <a:gd name="connsiteY242" fmla="*/ 14499 h 87127"/>
                        <a:gd name="connsiteX243" fmla="*/ 207336 w 216041"/>
                        <a:gd name="connsiteY243" fmla="*/ 15110 h 87127"/>
                        <a:gd name="connsiteX244" fmla="*/ 207202 w 216041"/>
                        <a:gd name="connsiteY244" fmla="*/ 15125 h 87127"/>
                        <a:gd name="connsiteX245" fmla="*/ 70260 w 216041"/>
                        <a:gd name="connsiteY245" fmla="*/ 14514 h 87127"/>
                        <a:gd name="connsiteX246" fmla="*/ 69768 w 216041"/>
                        <a:gd name="connsiteY246" fmla="*/ 14082 h 87127"/>
                        <a:gd name="connsiteX247" fmla="*/ 70185 w 216041"/>
                        <a:gd name="connsiteY247" fmla="*/ 13530 h 87127"/>
                        <a:gd name="connsiteX248" fmla="*/ 74074 w 216041"/>
                        <a:gd name="connsiteY248" fmla="*/ 13024 h 87127"/>
                        <a:gd name="connsiteX249" fmla="*/ 74626 w 216041"/>
                        <a:gd name="connsiteY249" fmla="*/ 13441 h 87127"/>
                        <a:gd name="connsiteX250" fmla="*/ 74208 w 216041"/>
                        <a:gd name="connsiteY250" fmla="*/ 13992 h 87127"/>
                        <a:gd name="connsiteX251" fmla="*/ 70319 w 216041"/>
                        <a:gd name="connsiteY251" fmla="*/ 14499 h 87127"/>
                        <a:gd name="connsiteX252" fmla="*/ 70260 w 216041"/>
                        <a:gd name="connsiteY252" fmla="*/ 14499 h 87127"/>
                        <a:gd name="connsiteX253" fmla="*/ 83238 w 216041"/>
                        <a:gd name="connsiteY253" fmla="*/ 12845 h 87127"/>
                        <a:gd name="connsiteX254" fmla="*/ 82747 w 216041"/>
                        <a:gd name="connsiteY254" fmla="*/ 12413 h 87127"/>
                        <a:gd name="connsiteX255" fmla="*/ 83179 w 216041"/>
                        <a:gd name="connsiteY255" fmla="*/ 11861 h 87127"/>
                        <a:gd name="connsiteX256" fmla="*/ 87068 w 216041"/>
                        <a:gd name="connsiteY256" fmla="*/ 11370 h 87127"/>
                        <a:gd name="connsiteX257" fmla="*/ 87619 w 216041"/>
                        <a:gd name="connsiteY257" fmla="*/ 11802 h 87127"/>
                        <a:gd name="connsiteX258" fmla="*/ 87187 w 216041"/>
                        <a:gd name="connsiteY258" fmla="*/ 12353 h 87127"/>
                        <a:gd name="connsiteX259" fmla="*/ 83298 w 216041"/>
                        <a:gd name="connsiteY259" fmla="*/ 12845 h 87127"/>
                        <a:gd name="connsiteX260" fmla="*/ 83238 w 216041"/>
                        <a:gd name="connsiteY260" fmla="*/ 12845 h 87127"/>
                        <a:gd name="connsiteX261" fmla="*/ 96217 w 216041"/>
                        <a:gd name="connsiteY261" fmla="*/ 11221 h 87127"/>
                        <a:gd name="connsiteX262" fmla="*/ 95726 w 216041"/>
                        <a:gd name="connsiteY262" fmla="*/ 10789 h 87127"/>
                        <a:gd name="connsiteX263" fmla="*/ 96158 w 216041"/>
                        <a:gd name="connsiteY263" fmla="*/ 10237 h 87127"/>
                        <a:gd name="connsiteX264" fmla="*/ 100047 w 216041"/>
                        <a:gd name="connsiteY264" fmla="*/ 9760 h 87127"/>
                        <a:gd name="connsiteX265" fmla="*/ 100598 w 216041"/>
                        <a:gd name="connsiteY265" fmla="*/ 10193 h 87127"/>
                        <a:gd name="connsiteX266" fmla="*/ 100166 w 216041"/>
                        <a:gd name="connsiteY266" fmla="*/ 10744 h 87127"/>
                        <a:gd name="connsiteX267" fmla="*/ 96277 w 216041"/>
                        <a:gd name="connsiteY267" fmla="*/ 11221 h 87127"/>
                        <a:gd name="connsiteX268" fmla="*/ 96217 w 216041"/>
                        <a:gd name="connsiteY268" fmla="*/ 11221 h 87127"/>
                        <a:gd name="connsiteX269" fmla="*/ 109211 w 216041"/>
                        <a:gd name="connsiteY269" fmla="*/ 9626 h 87127"/>
                        <a:gd name="connsiteX270" fmla="*/ 108720 w 216041"/>
                        <a:gd name="connsiteY270" fmla="*/ 9194 h 87127"/>
                        <a:gd name="connsiteX271" fmla="*/ 109152 w 216041"/>
                        <a:gd name="connsiteY271" fmla="*/ 8643 h 87127"/>
                        <a:gd name="connsiteX272" fmla="*/ 113056 w 216041"/>
                        <a:gd name="connsiteY272" fmla="*/ 8181 h 87127"/>
                        <a:gd name="connsiteX273" fmla="*/ 113607 w 216041"/>
                        <a:gd name="connsiteY273" fmla="*/ 8613 h 87127"/>
                        <a:gd name="connsiteX274" fmla="*/ 113175 w 216041"/>
                        <a:gd name="connsiteY274" fmla="*/ 9164 h 87127"/>
                        <a:gd name="connsiteX275" fmla="*/ 109271 w 216041"/>
                        <a:gd name="connsiteY275" fmla="*/ 9626 h 87127"/>
                        <a:gd name="connsiteX276" fmla="*/ 109211 w 216041"/>
                        <a:gd name="connsiteY276" fmla="*/ 9626 h 87127"/>
                        <a:gd name="connsiteX277" fmla="*/ 122205 w 216041"/>
                        <a:gd name="connsiteY277" fmla="*/ 8077 h 87127"/>
                        <a:gd name="connsiteX278" fmla="*/ 121714 w 216041"/>
                        <a:gd name="connsiteY278" fmla="*/ 7644 h 87127"/>
                        <a:gd name="connsiteX279" fmla="*/ 122146 w 216041"/>
                        <a:gd name="connsiteY279" fmla="*/ 7093 h 87127"/>
                        <a:gd name="connsiteX280" fmla="*/ 126050 w 216041"/>
                        <a:gd name="connsiteY280" fmla="*/ 6646 h 87127"/>
                        <a:gd name="connsiteX281" fmla="*/ 126601 w 216041"/>
                        <a:gd name="connsiteY281" fmla="*/ 7078 h 87127"/>
                        <a:gd name="connsiteX282" fmla="*/ 126169 w 216041"/>
                        <a:gd name="connsiteY282" fmla="*/ 7629 h 87127"/>
                        <a:gd name="connsiteX283" fmla="*/ 122265 w 216041"/>
                        <a:gd name="connsiteY283" fmla="*/ 8077 h 87127"/>
                        <a:gd name="connsiteX284" fmla="*/ 122205 w 216041"/>
                        <a:gd name="connsiteY284" fmla="*/ 8077 h 87127"/>
                        <a:gd name="connsiteX285" fmla="*/ 135214 w 216041"/>
                        <a:gd name="connsiteY285" fmla="*/ 6586 h 87127"/>
                        <a:gd name="connsiteX286" fmla="*/ 134722 w 216041"/>
                        <a:gd name="connsiteY286" fmla="*/ 6154 h 87127"/>
                        <a:gd name="connsiteX287" fmla="*/ 135155 w 216041"/>
                        <a:gd name="connsiteY287" fmla="*/ 5618 h 87127"/>
                        <a:gd name="connsiteX288" fmla="*/ 139059 w 216041"/>
                        <a:gd name="connsiteY288" fmla="*/ 5186 h 87127"/>
                        <a:gd name="connsiteX289" fmla="*/ 139595 w 216041"/>
                        <a:gd name="connsiteY289" fmla="*/ 5618 h 87127"/>
                        <a:gd name="connsiteX290" fmla="*/ 139163 w 216041"/>
                        <a:gd name="connsiteY290" fmla="*/ 6154 h 87127"/>
                        <a:gd name="connsiteX291" fmla="*/ 135259 w 216041"/>
                        <a:gd name="connsiteY291" fmla="*/ 6586 h 87127"/>
                        <a:gd name="connsiteX292" fmla="*/ 135199 w 216041"/>
                        <a:gd name="connsiteY292" fmla="*/ 6586 h 87127"/>
                        <a:gd name="connsiteX293" fmla="*/ 148223 w 216041"/>
                        <a:gd name="connsiteY293" fmla="*/ 5171 h 87127"/>
                        <a:gd name="connsiteX294" fmla="*/ 147731 w 216041"/>
                        <a:gd name="connsiteY294" fmla="*/ 4739 h 87127"/>
                        <a:gd name="connsiteX295" fmla="*/ 148163 w 216041"/>
                        <a:gd name="connsiteY295" fmla="*/ 4202 h 87127"/>
                        <a:gd name="connsiteX296" fmla="*/ 152067 w 216041"/>
                        <a:gd name="connsiteY296" fmla="*/ 3785 h 87127"/>
                        <a:gd name="connsiteX297" fmla="*/ 152604 w 216041"/>
                        <a:gd name="connsiteY297" fmla="*/ 4217 h 87127"/>
                        <a:gd name="connsiteX298" fmla="*/ 152172 w 216041"/>
                        <a:gd name="connsiteY298" fmla="*/ 4754 h 87127"/>
                        <a:gd name="connsiteX299" fmla="*/ 148268 w 216041"/>
                        <a:gd name="connsiteY299" fmla="*/ 5171 h 87127"/>
                        <a:gd name="connsiteX300" fmla="*/ 148223 w 216041"/>
                        <a:gd name="connsiteY300" fmla="*/ 5171 h 87127"/>
                        <a:gd name="connsiteX301" fmla="*/ 161247 w 216041"/>
                        <a:gd name="connsiteY301" fmla="*/ 3845 h 87127"/>
                        <a:gd name="connsiteX302" fmla="*/ 160755 w 216041"/>
                        <a:gd name="connsiteY302" fmla="*/ 3397 h 87127"/>
                        <a:gd name="connsiteX303" fmla="*/ 161202 w 216041"/>
                        <a:gd name="connsiteY303" fmla="*/ 2861 h 87127"/>
                        <a:gd name="connsiteX304" fmla="*/ 165106 w 216041"/>
                        <a:gd name="connsiteY304" fmla="*/ 2489 h 87127"/>
                        <a:gd name="connsiteX305" fmla="*/ 165643 w 216041"/>
                        <a:gd name="connsiteY305" fmla="*/ 2936 h 87127"/>
                        <a:gd name="connsiteX306" fmla="*/ 165195 w 216041"/>
                        <a:gd name="connsiteY306" fmla="*/ 3472 h 87127"/>
                        <a:gd name="connsiteX307" fmla="*/ 161291 w 216041"/>
                        <a:gd name="connsiteY307" fmla="*/ 3845 h 87127"/>
                        <a:gd name="connsiteX308" fmla="*/ 161247 w 216041"/>
                        <a:gd name="connsiteY308" fmla="*/ 3845 h 87127"/>
                        <a:gd name="connsiteX309" fmla="*/ 203149 w 216041"/>
                        <a:gd name="connsiteY309" fmla="*/ 2712 h 87127"/>
                        <a:gd name="connsiteX310" fmla="*/ 202687 w 216041"/>
                        <a:gd name="connsiteY310" fmla="*/ 2384 h 87127"/>
                        <a:gd name="connsiteX311" fmla="*/ 202180 w 216041"/>
                        <a:gd name="connsiteY311" fmla="*/ 983 h 87127"/>
                        <a:gd name="connsiteX312" fmla="*/ 200392 w 216041"/>
                        <a:gd name="connsiteY312" fmla="*/ 1013 h 87127"/>
                        <a:gd name="connsiteX313" fmla="*/ 200392 w 216041"/>
                        <a:gd name="connsiteY313" fmla="*/ 1013 h 87127"/>
                        <a:gd name="connsiteX314" fmla="*/ 199901 w 216041"/>
                        <a:gd name="connsiteY314" fmla="*/ 536 h 87127"/>
                        <a:gd name="connsiteX315" fmla="*/ 200377 w 216041"/>
                        <a:gd name="connsiteY315" fmla="*/ 30 h 87127"/>
                        <a:gd name="connsiteX316" fmla="*/ 202300 w 216041"/>
                        <a:gd name="connsiteY316" fmla="*/ 0 h 87127"/>
                        <a:gd name="connsiteX317" fmla="*/ 203045 w 216041"/>
                        <a:gd name="connsiteY317" fmla="*/ 477 h 87127"/>
                        <a:gd name="connsiteX318" fmla="*/ 203611 w 216041"/>
                        <a:gd name="connsiteY318" fmla="*/ 2056 h 87127"/>
                        <a:gd name="connsiteX319" fmla="*/ 203313 w 216041"/>
                        <a:gd name="connsiteY319" fmla="*/ 2682 h 87127"/>
                        <a:gd name="connsiteX320" fmla="*/ 203149 w 216041"/>
                        <a:gd name="connsiteY320" fmla="*/ 2712 h 87127"/>
                        <a:gd name="connsiteX321" fmla="*/ 174270 w 216041"/>
                        <a:gd name="connsiteY321" fmla="*/ 2638 h 87127"/>
                        <a:gd name="connsiteX322" fmla="*/ 173779 w 216041"/>
                        <a:gd name="connsiteY322" fmla="*/ 2190 h 87127"/>
                        <a:gd name="connsiteX323" fmla="*/ 174226 w 216041"/>
                        <a:gd name="connsiteY323" fmla="*/ 1654 h 87127"/>
                        <a:gd name="connsiteX324" fmla="*/ 178145 w 216041"/>
                        <a:gd name="connsiteY324" fmla="*/ 1326 h 87127"/>
                        <a:gd name="connsiteX325" fmla="*/ 178666 w 216041"/>
                        <a:gd name="connsiteY325" fmla="*/ 1773 h 87127"/>
                        <a:gd name="connsiteX326" fmla="*/ 178219 w 216041"/>
                        <a:gd name="connsiteY326" fmla="*/ 2295 h 87127"/>
                        <a:gd name="connsiteX327" fmla="*/ 174315 w 216041"/>
                        <a:gd name="connsiteY327" fmla="*/ 2623 h 87127"/>
                        <a:gd name="connsiteX328" fmla="*/ 174270 w 216041"/>
                        <a:gd name="connsiteY328" fmla="*/ 2623 h 87127"/>
                        <a:gd name="connsiteX329" fmla="*/ 187324 w 216041"/>
                        <a:gd name="connsiteY329" fmla="*/ 1624 h 87127"/>
                        <a:gd name="connsiteX330" fmla="*/ 186832 w 216041"/>
                        <a:gd name="connsiteY330" fmla="*/ 1162 h 87127"/>
                        <a:gd name="connsiteX331" fmla="*/ 187294 w 216041"/>
                        <a:gd name="connsiteY331" fmla="*/ 641 h 87127"/>
                        <a:gd name="connsiteX332" fmla="*/ 191213 w 216041"/>
                        <a:gd name="connsiteY332" fmla="*/ 402 h 87127"/>
                        <a:gd name="connsiteX333" fmla="*/ 191735 w 216041"/>
                        <a:gd name="connsiteY333" fmla="*/ 864 h 87127"/>
                        <a:gd name="connsiteX334" fmla="*/ 191273 w 216041"/>
                        <a:gd name="connsiteY334" fmla="*/ 1386 h 87127"/>
                        <a:gd name="connsiteX335" fmla="*/ 187354 w 216041"/>
                        <a:gd name="connsiteY335" fmla="*/ 1624 h 87127"/>
                        <a:gd name="connsiteX336" fmla="*/ 187324 w 216041"/>
                        <a:gd name="connsiteY336" fmla="*/ 1624 h 871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  <a:cxn ang="0">
                          <a:pos x="connsiteX139" y="connsiteY139"/>
                        </a:cxn>
                        <a:cxn ang="0">
                          <a:pos x="connsiteX140" y="connsiteY140"/>
                        </a:cxn>
                        <a:cxn ang="0">
                          <a:pos x="connsiteX141" y="connsiteY141"/>
                        </a:cxn>
                        <a:cxn ang="0">
                          <a:pos x="connsiteX142" y="connsiteY142"/>
                        </a:cxn>
                        <a:cxn ang="0">
                          <a:pos x="connsiteX143" y="connsiteY143"/>
                        </a:cxn>
                        <a:cxn ang="0">
                          <a:pos x="connsiteX144" y="connsiteY144"/>
                        </a:cxn>
                        <a:cxn ang="0">
                          <a:pos x="connsiteX145" y="connsiteY145"/>
                        </a:cxn>
                        <a:cxn ang="0">
                          <a:pos x="connsiteX146" y="connsiteY146"/>
                        </a:cxn>
                        <a:cxn ang="0">
                          <a:pos x="connsiteX147" y="connsiteY147"/>
                        </a:cxn>
                        <a:cxn ang="0">
                          <a:pos x="connsiteX148" y="connsiteY148"/>
                        </a:cxn>
                        <a:cxn ang="0">
                          <a:pos x="connsiteX149" y="connsiteY149"/>
                        </a:cxn>
                        <a:cxn ang="0">
                          <a:pos x="connsiteX150" y="connsiteY150"/>
                        </a:cxn>
                        <a:cxn ang="0">
                          <a:pos x="connsiteX151" y="connsiteY151"/>
                        </a:cxn>
                        <a:cxn ang="0">
                          <a:pos x="connsiteX152" y="connsiteY152"/>
                        </a:cxn>
                        <a:cxn ang="0">
                          <a:pos x="connsiteX153" y="connsiteY153"/>
                        </a:cxn>
                        <a:cxn ang="0">
                          <a:pos x="connsiteX154" y="connsiteY154"/>
                        </a:cxn>
                        <a:cxn ang="0">
                          <a:pos x="connsiteX155" y="connsiteY155"/>
                        </a:cxn>
                        <a:cxn ang="0">
                          <a:pos x="connsiteX156" y="connsiteY156"/>
                        </a:cxn>
                        <a:cxn ang="0">
                          <a:pos x="connsiteX157" y="connsiteY157"/>
                        </a:cxn>
                        <a:cxn ang="0">
                          <a:pos x="connsiteX158" y="connsiteY158"/>
                        </a:cxn>
                        <a:cxn ang="0">
                          <a:pos x="connsiteX159" y="connsiteY159"/>
                        </a:cxn>
                        <a:cxn ang="0">
                          <a:pos x="connsiteX160" y="connsiteY160"/>
                        </a:cxn>
                        <a:cxn ang="0">
                          <a:pos x="connsiteX161" y="connsiteY161"/>
                        </a:cxn>
                        <a:cxn ang="0">
                          <a:pos x="connsiteX162" y="connsiteY162"/>
                        </a:cxn>
                        <a:cxn ang="0">
                          <a:pos x="connsiteX163" y="connsiteY163"/>
                        </a:cxn>
                        <a:cxn ang="0">
                          <a:pos x="connsiteX164" y="connsiteY164"/>
                        </a:cxn>
                        <a:cxn ang="0">
                          <a:pos x="connsiteX165" y="connsiteY165"/>
                        </a:cxn>
                        <a:cxn ang="0">
                          <a:pos x="connsiteX166" y="connsiteY166"/>
                        </a:cxn>
                        <a:cxn ang="0">
                          <a:pos x="connsiteX167" y="connsiteY167"/>
                        </a:cxn>
                        <a:cxn ang="0">
                          <a:pos x="connsiteX168" y="connsiteY168"/>
                        </a:cxn>
                        <a:cxn ang="0">
                          <a:pos x="connsiteX169" y="connsiteY169"/>
                        </a:cxn>
                        <a:cxn ang="0">
                          <a:pos x="connsiteX170" y="connsiteY170"/>
                        </a:cxn>
                        <a:cxn ang="0">
                          <a:pos x="connsiteX171" y="connsiteY171"/>
                        </a:cxn>
                        <a:cxn ang="0">
                          <a:pos x="connsiteX172" y="connsiteY172"/>
                        </a:cxn>
                        <a:cxn ang="0">
                          <a:pos x="connsiteX173" y="connsiteY173"/>
                        </a:cxn>
                        <a:cxn ang="0">
                          <a:pos x="connsiteX174" y="connsiteY174"/>
                        </a:cxn>
                        <a:cxn ang="0">
                          <a:pos x="connsiteX175" y="connsiteY175"/>
                        </a:cxn>
                        <a:cxn ang="0">
                          <a:pos x="connsiteX176" y="connsiteY176"/>
                        </a:cxn>
                        <a:cxn ang="0">
                          <a:pos x="connsiteX177" y="connsiteY177"/>
                        </a:cxn>
                        <a:cxn ang="0">
                          <a:pos x="connsiteX178" y="connsiteY178"/>
                        </a:cxn>
                        <a:cxn ang="0">
                          <a:pos x="connsiteX179" y="connsiteY179"/>
                        </a:cxn>
                        <a:cxn ang="0">
                          <a:pos x="connsiteX180" y="connsiteY180"/>
                        </a:cxn>
                        <a:cxn ang="0">
                          <a:pos x="connsiteX181" y="connsiteY181"/>
                        </a:cxn>
                        <a:cxn ang="0">
                          <a:pos x="connsiteX182" y="connsiteY182"/>
                        </a:cxn>
                        <a:cxn ang="0">
                          <a:pos x="connsiteX183" y="connsiteY183"/>
                        </a:cxn>
                        <a:cxn ang="0">
                          <a:pos x="connsiteX184" y="connsiteY184"/>
                        </a:cxn>
                        <a:cxn ang="0">
                          <a:pos x="connsiteX185" y="connsiteY185"/>
                        </a:cxn>
                        <a:cxn ang="0">
                          <a:pos x="connsiteX186" y="connsiteY186"/>
                        </a:cxn>
                        <a:cxn ang="0">
                          <a:pos x="connsiteX187" y="connsiteY187"/>
                        </a:cxn>
                        <a:cxn ang="0">
                          <a:pos x="connsiteX188" y="connsiteY188"/>
                        </a:cxn>
                        <a:cxn ang="0">
                          <a:pos x="connsiteX189" y="connsiteY189"/>
                        </a:cxn>
                        <a:cxn ang="0">
                          <a:pos x="connsiteX190" y="connsiteY190"/>
                        </a:cxn>
                        <a:cxn ang="0">
                          <a:pos x="connsiteX191" y="connsiteY191"/>
                        </a:cxn>
                        <a:cxn ang="0">
                          <a:pos x="connsiteX192" y="connsiteY192"/>
                        </a:cxn>
                        <a:cxn ang="0">
                          <a:pos x="connsiteX193" y="connsiteY193"/>
                        </a:cxn>
                        <a:cxn ang="0">
                          <a:pos x="connsiteX194" y="connsiteY194"/>
                        </a:cxn>
                        <a:cxn ang="0">
                          <a:pos x="connsiteX195" y="connsiteY195"/>
                        </a:cxn>
                        <a:cxn ang="0">
                          <a:pos x="connsiteX196" y="connsiteY196"/>
                        </a:cxn>
                        <a:cxn ang="0">
                          <a:pos x="connsiteX197" y="connsiteY197"/>
                        </a:cxn>
                        <a:cxn ang="0">
                          <a:pos x="connsiteX198" y="connsiteY198"/>
                        </a:cxn>
                        <a:cxn ang="0">
                          <a:pos x="connsiteX199" y="connsiteY199"/>
                        </a:cxn>
                        <a:cxn ang="0">
                          <a:pos x="connsiteX200" y="connsiteY200"/>
                        </a:cxn>
                        <a:cxn ang="0">
                          <a:pos x="connsiteX201" y="connsiteY201"/>
                        </a:cxn>
                        <a:cxn ang="0">
                          <a:pos x="connsiteX202" y="connsiteY202"/>
                        </a:cxn>
                        <a:cxn ang="0">
                          <a:pos x="connsiteX203" y="connsiteY203"/>
                        </a:cxn>
                        <a:cxn ang="0">
                          <a:pos x="connsiteX204" y="connsiteY204"/>
                        </a:cxn>
                        <a:cxn ang="0">
                          <a:pos x="connsiteX205" y="connsiteY205"/>
                        </a:cxn>
                        <a:cxn ang="0">
                          <a:pos x="connsiteX206" y="connsiteY206"/>
                        </a:cxn>
                        <a:cxn ang="0">
                          <a:pos x="connsiteX207" y="connsiteY207"/>
                        </a:cxn>
                        <a:cxn ang="0">
                          <a:pos x="connsiteX208" y="connsiteY208"/>
                        </a:cxn>
                        <a:cxn ang="0">
                          <a:pos x="connsiteX209" y="connsiteY209"/>
                        </a:cxn>
                        <a:cxn ang="0">
                          <a:pos x="connsiteX210" y="connsiteY210"/>
                        </a:cxn>
                        <a:cxn ang="0">
                          <a:pos x="connsiteX211" y="connsiteY211"/>
                        </a:cxn>
                        <a:cxn ang="0">
                          <a:pos x="connsiteX212" y="connsiteY212"/>
                        </a:cxn>
                        <a:cxn ang="0">
                          <a:pos x="connsiteX213" y="connsiteY213"/>
                        </a:cxn>
                        <a:cxn ang="0">
                          <a:pos x="connsiteX214" y="connsiteY214"/>
                        </a:cxn>
                        <a:cxn ang="0">
                          <a:pos x="connsiteX215" y="connsiteY215"/>
                        </a:cxn>
                        <a:cxn ang="0">
                          <a:pos x="connsiteX216" y="connsiteY216"/>
                        </a:cxn>
                        <a:cxn ang="0">
                          <a:pos x="connsiteX217" y="connsiteY217"/>
                        </a:cxn>
                        <a:cxn ang="0">
                          <a:pos x="connsiteX218" y="connsiteY218"/>
                        </a:cxn>
                        <a:cxn ang="0">
                          <a:pos x="connsiteX219" y="connsiteY219"/>
                        </a:cxn>
                        <a:cxn ang="0">
                          <a:pos x="connsiteX220" y="connsiteY220"/>
                        </a:cxn>
                        <a:cxn ang="0">
                          <a:pos x="connsiteX221" y="connsiteY221"/>
                        </a:cxn>
                        <a:cxn ang="0">
                          <a:pos x="connsiteX222" y="connsiteY222"/>
                        </a:cxn>
                        <a:cxn ang="0">
                          <a:pos x="connsiteX223" y="connsiteY223"/>
                        </a:cxn>
                        <a:cxn ang="0">
                          <a:pos x="connsiteX224" y="connsiteY224"/>
                        </a:cxn>
                        <a:cxn ang="0">
                          <a:pos x="connsiteX225" y="connsiteY225"/>
                        </a:cxn>
                        <a:cxn ang="0">
                          <a:pos x="connsiteX226" y="connsiteY226"/>
                        </a:cxn>
                        <a:cxn ang="0">
                          <a:pos x="connsiteX227" y="connsiteY227"/>
                        </a:cxn>
                        <a:cxn ang="0">
                          <a:pos x="connsiteX228" y="connsiteY228"/>
                        </a:cxn>
                        <a:cxn ang="0">
                          <a:pos x="connsiteX229" y="connsiteY229"/>
                        </a:cxn>
                        <a:cxn ang="0">
                          <a:pos x="connsiteX230" y="connsiteY230"/>
                        </a:cxn>
                        <a:cxn ang="0">
                          <a:pos x="connsiteX231" y="connsiteY231"/>
                        </a:cxn>
                        <a:cxn ang="0">
                          <a:pos x="connsiteX232" y="connsiteY232"/>
                        </a:cxn>
                        <a:cxn ang="0">
                          <a:pos x="connsiteX233" y="connsiteY233"/>
                        </a:cxn>
                        <a:cxn ang="0">
                          <a:pos x="connsiteX234" y="connsiteY234"/>
                        </a:cxn>
                        <a:cxn ang="0">
                          <a:pos x="connsiteX235" y="connsiteY235"/>
                        </a:cxn>
                        <a:cxn ang="0">
                          <a:pos x="connsiteX236" y="connsiteY236"/>
                        </a:cxn>
                        <a:cxn ang="0">
                          <a:pos x="connsiteX237" y="connsiteY237"/>
                        </a:cxn>
                        <a:cxn ang="0">
                          <a:pos x="connsiteX238" y="connsiteY238"/>
                        </a:cxn>
                        <a:cxn ang="0">
                          <a:pos x="connsiteX239" y="connsiteY239"/>
                        </a:cxn>
                        <a:cxn ang="0">
                          <a:pos x="connsiteX240" y="connsiteY240"/>
                        </a:cxn>
                        <a:cxn ang="0">
                          <a:pos x="connsiteX241" y="connsiteY241"/>
                        </a:cxn>
                        <a:cxn ang="0">
                          <a:pos x="connsiteX242" y="connsiteY242"/>
                        </a:cxn>
                        <a:cxn ang="0">
                          <a:pos x="connsiteX243" y="connsiteY243"/>
                        </a:cxn>
                        <a:cxn ang="0">
                          <a:pos x="connsiteX244" y="connsiteY244"/>
                        </a:cxn>
                        <a:cxn ang="0">
                          <a:pos x="connsiteX245" y="connsiteY245"/>
                        </a:cxn>
                        <a:cxn ang="0">
                          <a:pos x="connsiteX246" y="connsiteY246"/>
                        </a:cxn>
                        <a:cxn ang="0">
                          <a:pos x="connsiteX247" y="connsiteY247"/>
                        </a:cxn>
                        <a:cxn ang="0">
                          <a:pos x="connsiteX248" y="connsiteY248"/>
                        </a:cxn>
                        <a:cxn ang="0">
                          <a:pos x="connsiteX249" y="connsiteY249"/>
                        </a:cxn>
                        <a:cxn ang="0">
                          <a:pos x="connsiteX250" y="connsiteY250"/>
                        </a:cxn>
                        <a:cxn ang="0">
                          <a:pos x="connsiteX251" y="connsiteY251"/>
                        </a:cxn>
                        <a:cxn ang="0">
                          <a:pos x="connsiteX252" y="connsiteY252"/>
                        </a:cxn>
                        <a:cxn ang="0">
                          <a:pos x="connsiteX253" y="connsiteY253"/>
                        </a:cxn>
                        <a:cxn ang="0">
                          <a:pos x="connsiteX254" y="connsiteY254"/>
                        </a:cxn>
                        <a:cxn ang="0">
                          <a:pos x="connsiteX255" y="connsiteY255"/>
                        </a:cxn>
                        <a:cxn ang="0">
                          <a:pos x="connsiteX256" y="connsiteY256"/>
                        </a:cxn>
                        <a:cxn ang="0">
                          <a:pos x="connsiteX257" y="connsiteY257"/>
                        </a:cxn>
                        <a:cxn ang="0">
                          <a:pos x="connsiteX258" y="connsiteY258"/>
                        </a:cxn>
                        <a:cxn ang="0">
                          <a:pos x="connsiteX259" y="connsiteY259"/>
                        </a:cxn>
                        <a:cxn ang="0">
                          <a:pos x="connsiteX260" y="connsiteY260"/>
                        </a:cxn>
                        <a:cxn ang="0">
                          <a:pos x="connsiteX261" y="connsiteY261"/>
                        </a:cxn>
                        <a:cxn ang="0">
                          <a:pos x="connsiteX262" y="connsiteY262"/>
                        </a:cxn>
                        <a:cxn ang="0">
                          <a:pos x="connsiteX263" y="connsiteY263"/>
                        </a:cxn>
                        <a:cxn ang="0">
                          <a:pos x="connsiteX264" y="connsiteY264"/>
                        </a:cxn>
                        <a:cxn ang="0">
                          <a:pos x="connsiteX265" y="connsiteY265"/>
                        </a:cxn>
                        <a:cxn ang="0">
                          <a:pos x="connsiteX266" y="connsiteY266"/>
                        </a:cxn>
                        <a:cxn ang="0">
                          <a:pos x="connsiteX267" y="connsiteY267"/>
                        </a:cxn>
                        <a:cxn ang="0">
                          <a:pos x="connsiteX268" y="connsiteY268"/>
                        </a:cxn>
                        <a:cxn ang="0">
                          <a:pos x="connsiteX269" y="connsiteY269"/>
                        </a:cxn>
                        <a:cxn ang="0">
                          <a:pos x="connsiteX270" y="connsiteY270"/>
                        </a:cxn>
                        <a:cxn ang="0">
                          <a:pos x="connsiteX271" y="connsiteY271"/>
                        </a:cxn>
                        <a:cxn ang="0">
                          <a:pos x="connsiteX272" y="connsiteY272"/>
                        </a:cxn>
                        <a:cxn ang="0">
                          <a:pos x="connsiteX273" y="connsiteY273"/>
                        </a:cxn>
                        <a:cxn ang="0">
                          <a:pos x="connsiteX274" y="connsiteY274"/>
                        </a:cxn>
                        <a:cxn ang="0">
                          <a:pos x="connsiteX275" y="connsiteY275"/>
                        </a:cxn>
                        <a:cxn ang="0">
                          <a:pos x="connsiteX276" y="connsiteY276"/>
                        </a:cxn>
                        <a:cxn ang="0">
                          <a:pos x="connsiteX277" y="connsiteY277"/>
                        </a:cxn>
                        <a:cxn ang="0">
                          <a:pos x="connsiteX278" y="connsiteY278"/>
                        </a:cxn>
                        <a:cxn ang="0">
                          <a:pos x="connsiteX279" y="connsiteY279"/>
                        </a:cxn>
                        <a:cxn ang="0">
                          <a:pos x="connsiteX280" y="connsiteY280"/>
                        </a:cxn>
                        <a:cxn ang="0">
                          <a:pos x="connsiteX281" y="connsiteY281"/>
                        </a:cxn>
                        <a:cxn ang="0">
                          <a:pos x="connsiteX282" y="connsiteY282"/>
                        </a:cxn>
                        <a:cxn ang="0">
                          <a:pos x="connsiteX283" y="connsiteY283"/>
                        </a:cxn>
                        <a:cxn ang="0">
                          <a:pos x="connsiteX284" y="connsiteY284"/>
                        </a:cxn>
                        <a:cxn ang="0">
                          <a:pos x="connsiteX285" y="connsiteY285"/>
                        </a:cxn>
                        <a:cxn ang="0">
                          <a:pos x="connsiteX286" y="connsiteY286"/>
                        </a:cxn>
                        <a:cxn ang="0">
                          <a:pos x="connsiteX287" y="connsiteY287"/>
                        </a:cxn>
                        <a:cxn ang="0">
                          <a:pos x="connsiteX288" y="connsiteY288"/>
                        </a:cxn>
                        <a:cxn ang="0">
                          <a:pos x="connsiteX289" y="connsiteY289"/>
                        </a:cxn>
                        <a:cxn ang="0">
                          <a:pos x="connsiteX290" y="connsiteY290"/>
                        </a:cxn>
                        <a:cxn ang="0">
                          <a:pos x="connsiteX291" y="connsiteY291"/>
                        </a:cxn>
                        <a:cxn ang="0">
                          <a:pos x="connsiteX292" y="connsiteY292"/>
                        </a:cxn>
                        <a:cxn ang="0">
                          <a:pos x="connsiteX293" y="connsiteY293"/>
                        </a:cxn>
                        <a:cxn ang="0">
                          <a:pos x="connsiteX294" y="connsiteY294"/>
                        </a:cxn>
                        <a:cxn ang="0">
                          <a:pos x="connsiteX295" y="connsiteY295"/>
                        </a:cxn>
                        <a:cxn ang="0">
                          <a:pos x="connsiteX296" y="connsiteY296"/>
                        </a:cxn>
                        <a:cxn ang="0">
                          <a:pos x="connsiteX297" y="connsiteY297"/>
                        </a:cxn>
                        <a:cxn ang="0">
                          <a:pos x="connsiteX298" y="connsiteY298"/>
                        </a:cxn>
                        <a:cxn ang="0">
                          <a:pos x="connsiteX299" y="connsiteY299"/>
                        </a:cxn>
                        <a:cxn ang="0">
                          <a:pos x="connsiteX300" y="connsiteY300"/>
                        </a:cxn>
                        <a:cxn ang="0">
                          <a:pos x="connsiteX301" y="connsiteY301"/>
                        </a:cxn>
                        <a:cxn ang="0">
                          <a:pos x="connsiteX302" y="connsiteY302"/>
                        </a:cxn>
                        <a:cxn ang="0">
                          <a:pos x="connsiteX303" y="connsiteY303"/>
                        </a:cxn>
                        <a:cxn ang="0">
                          <a:pos x="connsiteX304" y="connsiteY304"/>
                        </a:cxn>
                        <a:cxn ang="0">
                          <a:pos x="connsiteX305" y="connsiteY305"/>
                        </a:cxn>
                        <a:cxn ang="0">
                          <a:pos x="connsiteX306" y="connsiteY306"/>
                        </a:cxn>
                        <a:cxn ang="0">
                          <a:pos x="connsiteX307" y="connsiteY307"/>
                        </a:cxn>
                        <a:cxn ang="0">
                          <a:pos x="connsiteX308" y="connsiteY308"/>
                        </a:cxn>
                        <a:cxn ang="0">
                          <a:pos x="connsiteX309" y="connsiteY309"/>
                        </a:cxn>
                        <a:cxn ang="0">
                          <a:pos x="connsiteX310" y="connsiteY310"/>
                        </a:cxn>
                        <a:cxn ang="0">
                          <a:pos x="connsiteX311" y="connsiteY311"/>
                        </a:cxn>
                        <a:cxn ang="0">
                          <a:pos x="connsiteX312" y="connsiteY312"/>
                        </a:cxn>
                        <a:cxn ang="0">
                          <a:pos x="connsiteX313" y="connsiteY313"/>
                        </a:cxn>
                        <a:cxn ang="0">
                          <a:pos x="connsiteX314" y="connsiteY314"/>
                        </a:cxn>
                        <a:cxn ang="0">
                          <a:pos x="connsiteX315" y="connsiteY315"/>
                        </a:cxn>
                        <a:cxn ang="0">
                          <a:pos x="connsiteX316" y="connsiteY316"/>
                        </a:cxn>
                        <a:cxn ang="0">
                          <a:pos x="connsiteX317" y="connsiteY317"/>
                        </a:cxn>
                        <a:cxn ang="0">
                          <a:pos x="connsiteX318" y="connsiteY318"/>
                        </a:cxn>
                        <a:cxn ang="0">
                          <a:pos x="connsiteX319" y="connsiteY319"/>
                        </a:cxn>
                        <a:cxn ang="0">
                          <a:pos x="connsiteX320" y="connsiteY320"/>
                        </a:cxn>
                        <a:cxn ang="0">
                          <a:pos x="connsiteX321" y="connsiteY321"/>
                        </a:cxn>
                        <a:cxn ang="0">
                          <a:pos x="connsiteX322" y="connsiteY322"/>
                        </a:cxn>
                        <a:cxn ang="0">
                          <a:pos x="connsiteX323" y="connsiteY323"/>
                        </a:cxn>
                        <a:cxn ang="0">
                          <a:pos x="connsiteX324" y="connsiteY324"/>
                        </a:cxn>
                        <a:cxn ang="0">
                          <a:pos x="connsiteX325" y="connsiteY325"/>
                        </a:cxn>
                        <a:cxn ang="0">
                          <a:pos x="connsiteX326" y="connsiteY326"/>
                        </a:cxn>
                        <a:cxn ang="0">
                          <a:pos x="connsiteX327" y="connsiteY327"/>
                        </a:cxn>
                        <a:cxn ang="0">
                          <a:pos x="connsiteX328" y="connsiteY328"/>
                        </a:cxn>
                        <a:cxn ang="0">
                          <a:pos x="connsiteX329" y="connsiteY329"/>
                        </a:cxn>
                        <a:cxn ang="0">
                          <a:pos x="connsiteX330" y="connsiteY330"/>
                        </a:cxn>
                        <a:cxn ang="0">
                          <a:pos x="connsiteX331" y="connsiteY331"/>
                        </a:cxn>
                        <a:cxn ang="0">
                          <a:pos x="connsiteX332" y="connsiteY332"/>
                        </a:cxn>
                        <a:cxn ang="0">
                          <a:pos x="connsiteX333" y="connsiteY333"/>
                        </a:cxn>
                        <a:cxn ang="0">
                          <a:pos x="connsiteX334" y="connsiteY334"/>
                        </a:cxn>
                        <a:cxn ang="0">
                          <a:pos x="connsiteX335" y="connsiteY335"/>
                        </a:cxn>
                        <a:cxn ang="0">
                          <a:pos x="connsiteX336" y="connsiteY336"/>
                        </a:cxn>
                      </a:cxnLst>
                      <a:rect l="l" t="t" r="r" b="b"/>
                      <a:pathLst>
                        <a:path w="216041" h="87127">
                          <a:moveTo>
                            <a:pt x="101403" y="87128"/>
                          </a:moveTo>
                          <a:cubicBezTo>
                            <a:pt x="101403" y="87128"/>
                            <a:pt x="101388" y="87128"/>
                            <a:pt x="101373" y="87128"/>
                          </a:cubicBezTo>
                          <a:lnTo>
                            <a:pt x="97454" y="86860"/>
                          </a:lnTo>
                          <a:cubicBezTo>
                            <a:pt x="97186" y="86845"/>
                            <a:pt x="96977" y="86606"/>
                            <a:pt x="96992" y="86338"/>
                          </a:cubicBezTo>
                          <a:cubicBezTo>
                            <a:pt x="97007" y="86070"/>
                            <a:pt x="97246" y="85906"/>
                            <a:pt x="97514" y="85876"/>
                          </a:cubicBezTo>
                          <a:lnTo>
                            <a:pt x="101433" y="86144"/>
                          </a:lnTo>
                          <a:cubicBezTo>
                            <a:pt x="101701" y="86159"/>
                            <a:pt x="101910" y="86398"/>
                            <a:pt x="101895" y="86666"/>
                          </a:cubicBezTo>
                          <a:cubicBezTo>
                            <a:pt x="101880" y="86919"/>
                            <a:pt x="101656" y="87128"/>
                            <a:pt x="101403" y="87128"/>
                          </a:cubicBezTo>
                          <a:close/>
                          <a:moveTo>
                            <a:pt x="104979" y="86666"/>
                          </a:moveTo>
                          <a:cubicBezTo>
                            <a:pt x="104741" y="86666"/>
                            <a:pt x="104518" y="86487"/>
                            <a:pt x="104488" y="86234"/>
                          </a:cubicBezTo>
                          <a:cubicBezTo>
                            <a:pt x="104458" y="85965"/>
                            <a:pt x="104637" y="85712"/>
                            <a:pt x="104905" y="85682"/>
                          </a:cubicBezTo>
                          <a:lnTo>
                            <a:pt x="108794" y="85191"/>
                          </a:lnTo>
                          <a:cubicBezTo>
                            <a:pt x="109107" y="85146"/>
                            <a:pt x="109316" y="85354"/>
                            <a:pt x="109345" y="85608"/>
                          </a:cubicBezTo>
                          <a:cubicBezTo>
                            <a:pt x="109375" y="85876"/>
                            <a:pt x="109197" y="86129"/>
                            <a:pt x="108928" y="86159"/>
                          </a:cubicBezTo>
                          <a:lnTo>
                            <a:pt x="105039" y="86651"/>
                          </a:lnTo>
                          <a:cubicBezTo>
                            <a:pt x="105039" y="86651"/>
                            <a:pt x="104994" y="86651"/>
                            <a:pt x="104979" y="86651"/>
                          </a:cubicBezTo>
                          <a:close/>
                          <a:moveTo>
                            <a:pt x="88350" y="86219"/>
                          </a:moveTo>
                          <a:cubicBezTo>
                            <a:pt x="88350" y="86219"/>
                            <a:pt x="88335" y="86219"/>
                            <a:pt x="88320" y="86219"/>
                          </a:cubicBezTo>
                          <a:lnTo>
                            <a:pt x="84401" y="85950"/>
                          </a:lnTo>
                          <a:cubicBezTo>
                            <a:pt x="84133" y="85936"/>
                            <a:pt x="83924" y="85697"/>
                            <a:pt x="83939" y="85429"/>
                          </a:cubicBezTo>
                          <a:cubicBezTo>
                            <a:pt x="83954" y="85161"/>
                            <a:pt x="84192" y="84997"/>
                            <a:pt x="84460" y="84967"/>
                          </a:cubicBezTo>
                          <a:lnTo>
                            <a:pt x="88379" y="85235"/>
                          </a:lnTo>
                          <a:cubicBezTo>
                            <a:pt x="88648" y="85250"/>
                            <a:pt x="88856" y="85489"/>
                            <a:pt x="88841" y="85757"/>
                          </a:cubicBezTo>
                          <a:cubicBezTo>
                            <a:pt x="88826" y="86010"/>
                            <a:pt x="88603" y="86219"/>
                            <a:pt x="88350" y="86219"/>
                          </a:cubicBezTo>
                          <a:close/>
                          <a:moveTo>
                            <a:pt x="75296" y="85310"/>
                          </a:moveTo>
                          <a:cubicBezTo>
                            <a:pt x="75296" y="85310"/>
                            <a:pt x="75281" y="85310"/>
                            <a:pt x="75266" y="85310"/>
                          </a:cubicBezTo>
                          <a:lnTo>
                            <a:pt x="71347" y="85042"/>
                          </a:lnTo>
                          <a:cubicBezTo>
                            <a:pt x="71079" y="85027"/>
                            <a:pt x="70870" y="84788"/>
                            <a:pt x="70885" y="84520"/>
                          </a:cubicBezTo>
                          <a:cubicBezTo>
                            <a:pt x="70900" y="84252"/>
                            <a:pt x="71168" y="84088"/>
                            <a:pt x="71407" y="84058"/>
                          </a:cubicBezTo>
                          <a:lnTo>
                            <a:pt x="75326" y="84326"/>
                          </a:lnTo>
                          <a:cubicBezTo>
                            <a:pt x="75594" y="84341"/>
                            <a:pt x="75803" y="84580"/>
                            <a:pt x="75788" y="84848"/>
                          </a:cubicBezTo>
                          <a:cubicBezTo>
                            <a:pt x="75773" y="85101"/>
                            <a:pt x="75549" y="85310"/>
                            <a:pt x="75296" y="85310"/>
                          </a:cubicBezTo>
                          <a:close/>
                          <a:moveTo>
                            <a:pt x="117973" y="84997"/>
                          </a:moveTo>
                          <a:cubicBezTo>
                            <a:pt x="117735" y="84997"/>
                            <a:pt x="117511" y="84818"/>
                            <a:pt x="117482" y="84565"/>
                          </a:cubicBezTo>
                          <a:cubicBezTo>
                            <a:pt x="117452" y="84296"/>
                            <a:pt x="117631" y="84043"/>
                            <a:pt x="117899" y="84013"/>
                          </a:cubicBezTo>
                          <a:lnTo>
                            <a:pt x="121788" y="83522"/>
                          </a:lnTo>
                          <a:cubicBezTo>
                            <a:pt x="122101" y="83492"/>
                            <a:pt x="122310" y="83686"/>
                            <a:pt x="122339" y="83939"/>
                          </a:cubicBezTo>
                          <a:cubicBezTo>
                            <a:pt x="122369" y="84207"/>
                            <a:pt x="122190" y="84460"/>
                            <a:pt x="121922" y="84490"/>
                          </a:cubicBezTo>
                          <a:lnTo>
                            <a:pt x="118033" y="84982"/>
                          </a:lnTo>
                          <a:cubicBezTo>
                            <a:pt x="118033" y="84982"/>
                            <a:pt x="117988" y="84982"/>
                            <a:pt x="117973" y="84982"/>
                          </a:cubicBezTo>
                          <a:close/>
                          <a:moveTo>
                            <a:pt x="62243" y="84416"/>
                          </a:moveTo>
                          <a:cubicBezTo>
                            <a:pt x="62243" y="84416"/>
                            <a:pt x="62228" y="84416"/>
                            <a:pt x="62213" y="84416"/>
                          </a:cubicBezTo>
                          <a:lnTo>
                            <a:pt x="58294" y="84147"/>
                          </a:lnTo>
                          <a:cubicBezTo>
                            <a:pt x="58026" y="84133"/>
                            <a:pt x="57817" y="83894"/>
                            <a:pt x="57832" y="83626"/>
                          </a:cubicBezTo>
                          <a:cubicBezTo>
                            <a:pt x="57847" y="83358"/>
                            <a:pt x="58115" y="83194"/>
                            <a:pt x="58353" y="83164"/>
                          </a:cubicBezTo>
                          <a:lnTo>
                            <a:pt x="62272" y="83432"/>
                          </a:lnTo>
                          <a:cubicBezTo>
                            <a:pt x="62541" y="83447"/>
                            <a:pt x="62749" y="83686"/>
                            <a:pt x="62734" y="83954"/>
                          </a:cubicBezTo>
                          <a:cubicBezTo>
                            <a:pt x="62719" y="84207"/>
                            <a:pt x="62496" y="84416"/>
                            <a:pt x="62243" y="84416"/>
                          </a:cubicBezTo>
                          <a:close/>
                          <a:moveTo>
                            <a:pt x="49189" y="83522"/>
                          </a:moveTo>
                          <a:cubicBezTo>
                            <a:pt x="49189" y="83522"/>
                            <a:pt x="49174" y="83522"/>
                            <a:pt x="49159" y="83522"/>
                          </a:cubicBezTo>
                          <a:lnTo>
                            <a:pt x="45240" y="83253"/>
                          </a:lnTo>
                          <a:cubicBezTo>
                            <a:pt x="44972" y="83238"/>
                            <a:pt x="44763" y="83000"/>
                            <a:pt x="44778" y="82732"/>
                          </a:cubicBezTo>
                          <a:cubicBezTo>
                            <a:pt x="44793" y="82464"/>
                            <a:pt x="45046" y="82285"/>
                            <a:pt x="45300" y="82270"/>
                          </a:cubicBezTo>
                          <a:lnTo>
                            <a:pt x="49219" y="82538"/>
                          </a:lnTo>
                          <a:cubicBezTo>
                            <a:pt x="49487" y="82553"/>
                            <a:pt x="49696" y="82791"/>
                            <a:pt x="49681" y="83060"/>
                          </a:cubicBezTo>
                          <a:cubicBezTo>
                            <a:pt x="49666" y="83313"/>
                            <a:pt x="49442" y="83522"/>
                            <a:pt x="49189" y="83522"/>
                          </a:cubicBezTo>
                          <a:close/>
                          <a:moveTo>
                            <a:pt x="130952" y="83343"/>
                          </a:moveTo>
                          <a:cubicBezTo>
                            <a:pt x="130714" y="83343"/>
                            <a:pt x="130490" y="83164"/>
                            <a:pt x="130461" y="82911"/>
                          </a:cubicBezTo>
                          <a:cubicBezTo>
                            <a:pt x="130431" y="82642"/>
                            <a:pt x="130610" y="82404"/>
                            <a:pt x="130893" y="82359"/>
                          </a:cubicBezTo>
                          <a:lnTo>
                            <a:pt x="131146" y="82329"/>
                          </a:lnTo>
                          <a:lnTo>
                            <a:pt x="134544" y="81212"/>
                          </a:lnTo>
                          <a:cubicBezTo>
                            <a:pt x="134797" y="81137"/>
                            <a:pt x="135080" y="81272"/>
                            <a:pt x="135169" y="81525"/>
                          </a:cubicBezTo>
                          <a:cubicBezTo>
                            <a:pt x="135259" y="81778"/>
                            <a:pt x="135110" y="82061"/>
                            <a:pt x="134856" y="82151"/>
                          </a:cubicBezTo>
                          <a:lnTo>
                            <a:pt x="131027" y="83343"/>
                          </a:lnTo>
                          <a:cubicBezTo>
                            <a:pt x="131027" y="83343"/>
                            <a:pt x="130982" y="83343"/>
                            <a:pt x="130967" y="83343"/>
                          </a:cubicBezTo>
                          <a:close/>
                          <a:moveTo>
                            <a:pt x="36136" y="82613"/>
                          </a:moveTo>
                          <a:cubicBezTo>
                            <a:pt x="36136" y="82613"/>
                            <a:pt x="36121" y="82613"/>
                            <a:pt x="36106" y="82613"/>
                          </a:cubicBezTo>
                          <a:lnTo>
                            <a:pt x="32187" y="82344"/>
                          </a:lnTo>
                          <a:cubicBezTo>
                            <a:pt x="31918" y="82329"/>
                            <a:pt x="31710" y="82091"/>
                            <a:pt x="31725" y="81823"/>
                          </a:cubicBezTo>
                          <a:cubicBezTo>
                            <a:pt x="31740" y="81555"/>
                            <a:pt x="31993" y="81376"/>
                            <a:pt x="32246" y="81361"/>
                          </a:cubicBezTo>
                          <a:lnTo>
                            <a:pt x="36165" y="81629"/>
                          </a:lnTo>
                          <a:cubicBezTo>
                            <a:pt x="36434" y="81644"/>
                            <a:pt x="36642" y="81882"/>
                            <a:pt x="36627" y="82151"/>
                          </a:cubicBezTo>
                          <a:cubicBezTo>
                            <a:pt x="36612" y="82404"/>
                            <a:pt x="36389" y="82613"/>
                            <a:pt x="36136" y="82613"/>
                          </a:cubicBezTo>
                          <a:close/>
                          <a:moveTo>
                            <a:pt x="23082" y="81704"/>
                          </a:moveTo>
                          <a:cubicBezTo>
                            <a:pt x="23082" y="81704"/>
                            <a:pt x="23067" y="81704"/>
                            <a:pt x="23052" y="81704"/>
                          </a:cubicBezTo>
                          <a:lnTo>
                            <a:pt x="19133" y="81435"/>
                          </a:lnTo>
                          <a:cubicBezTo>
                            <a:pt x="18865" y="81421"/>
                            <a:pt x="18656" y="81182"/>
                            <a:pt x="18671" y="80914"/>
                          </a:cubicBezTo>
                          <a:cubicBezTo>
                            <a:pt x="18686" y="80646"/>
                            <a:pt x="18940" y="80467"/>
                            <a:pt x="19193" y="80452"/>
                          </a:cubicBezTo>
                          <a:lnTo>
                            <a:pt x="23112" y="80720"/>
                          </a:lnTo>
                          <a:cubicBezTo>
                            <a:pt x="23380" y="80735"/>
                            <a:pt x="23589" y="80974"/>
                            <a:pt x="23574" y="81242"/>
                          </a:cubicBezTo>
                          <a:cubicBezTo>
                            <a:pt x="23559" y="81495"/>
                            <a:pt x="23335" y="81704"/>
                            <a:pt x="23082" y="81704"/>
                          </a:cubicBezTo>
                          <a:close/>
                          <a:moveTo>
                            <a:pt x="10029" y="80810"/>
                          </a:moveTo>
                          <a:cubicBezTo>
                            <a:pt x="10029" y="80810"/>
                            <a:pt x="10014" y="80810"/>
                            <a:pt x="9999" y="80810"/>
                          </a:cubicBezTo>
                          <a:lnTo>
                            <a:pt x="5812" y="80527"/>
                          </a:lnTo>
                          <a:lnTo>
                            <a:pt x="5737" y="80154"/>
                          </a:lnTo>
                          <a:cubicBezTo>
                            <a:pt x="5692" y="79886"/>
                            <a:pt x="5856" y="79573"/>
                            <a:pt x="6124" y="79528"/>
                          </a:cubicBezTo>
                          <a:cubicBezTo>
                            <a:pt x="6273" y="79498"/>
                            <a:pt x="6408" y="79528"/>
                            <a:pt x="6512" y="79588"/>
                          </a:cubicBezTo>
                          <a:lnTo>
                            <a:pt x="10058" y="79826"/>
                          </a:lnTo>
                          <a:cubicBezTo>
                            <a:pt x="10327" y="79841"/>
                            <a:pt x="10535" y="80079"/>
                            <a:pt x="10520" y="80348"/>
                          </a:cubicBezTo>
                          <a:cubicBezTo>
                            <a:pt x="10505" y="80601"/>
                            <a:pt x="10282" y="80810"/>
                            <a:pt x="10029" y="80810"/>
                          </a:cubicBezTo>
                          <a:close/>
                          <a:moveTo>
                            <a:pt x="143410" y="79334"/>
                          </a:moveTo>
                          <a:cubicBezTo>
                            <a:pt x="143201" y="79334"/>
                            <a:pt x="143008" y="79200"/>
                            <a:pt x="142948" y="78992"/>
                          </a:cubicBezTo>
                          <a:cubicBezTo>
                            <a:pt x="142858" y="78738"/>
                            <a:pt x="143008" y="78455"/>
                            <a:pt x="143261" y="78366"/>
                          </a:cubicBezTo>
                          <a:lnTo>
                            <a:pt x="147001" y="77159"/>
                          </a:lnTo>
                          <a:cubicBezTo>
                            <a:pt x="147254" y="77084"/>
                            <a:pt x="147537" y="77218"/>
                            <a:pt x="147627" y="77472"/>
                          </a:cubicBezTo>
                          <a:cubicBezTo>
                            <a:pt x="147716" y="77725"/>
                            <a:pt x="147567" y="78008"/>
                            <a:pt x="147314" y="78098"/>
                          </a:cubicBezTo>
                          <a:lnTo>
                            <a:pt x="143574" y="79305"/>
                          </a:lnTo>
                          <a:cubicBezTo>
                            <a:pt x="143574" y="79305"/>
                            <a:pt x="143469" y="79334"/>
                            <a:pt x="143425" y="79334"/>
                          </a:cubicBezTo>
                          <a:close/>
                          <a:moveTo>
                            <a:pt x="155852" y="75296"/>
                          </a:moveTo>
                          <a:cubicBezTo>
                            <a:pt x="155644" y="75296"/>
                            <a:pt x="155450" y="75162"/>
                            <a:pt x="155390" y="74953"/>
                          </a:cubicBezTo>
                          <a:cubicBezTo>
                            <a:pt x="155301" y="74700"/>
                            <a:pt x="155450" y="74417"/>
                            <a:pt x="155703" y="74328"/>
                          </a:cubicBezTo>
                          <a:lnTo>
                            <a:pt x="159444" y="73121"/>
                          </a:lnTo>
                          <a:cubicBezTo>
                            <a:pt x="159712" y="73046"/>
                            <a:pt x="159980" y="73180"/>
                            <a:pt x="160069" y="73433"/>
                          </a:cubicBezTo>
                          <a:cubicBezTo>
                            <a:pt x="160159" y="73687"/>
                            <a:pt x="160010" y="73970"/>
                            <a:pt x="159757" y="74059"/>
                          </a:cubicBezTo>
                          <a:lnTo>
                            <a:pt x="156016" y="75266"/>
                          </a:lnTo>
                          <a:cubicBezTo>
                            <a:pt x="156016" y="75266"/>
                            <a:pt x="155912" y="75296"/>
                            <a:pt x="155867" y="75296"/>
                          </a:cubicBezTo>
                          <a:close/>
                          <a:moveTo>
                            <a:pt x="4664" y="71392"/>
                          </a:moveTo>
                          <a:cubicBezTo>
                            <a:pt x="4426" y="71392"/>
                            <a:pt x="4217" y="71213"/>
                            <a:pt x="4187" y="70975"/>
                          </a:cubicBezTo>
                          <a:cubicBezTo>
                            <a:pt x="3994" y="69738"/>
                            <a:pt x="3785" y="68442"/>
                            <a:pt x="3576" y="67086"/>
                          </a:cubicBezTo>
                          <a:cubicBezTo>
                            <a:pt x="3532" y="66817"/>
                            <a:pt x="3725" y="66564"/>
                            <a:pt x="3994" y="66519"/>
                          </a:cubicBezTo>
                          <a:cubicBezTo>
                            <a:pt x="4277" y="66489"/>
                            <a:pt x="4515" y="66668"/>
                            <a:pt x="4560" y="66936"/>
                          </a:cubicBezTo>
                          <a:cubicBezTo>
                            <a:pt x="4768" y="68278"/>
                            <a:pt x="4962" y="69574"/>
                            <a:pt x="5156" y="70811"/>
                          </a:cubicBezTo>
                          <a:cubicBezTo>
                            <a:pt x="5201" y="71079"/>
                            <a:pt x="5022" y="71332"/>
                            <a:pt x="4754" y="71377"/>
                          </a:cubicBezTo>
                          <a:cubicBezTo>
                            <a:pt x="4724" y="71377"/>
                            <a:pt x="4709" y="71377"/>
                            <a:pt x="4679" y="71377"/>
                          </a:cubicBezTo>
                          <a:close/>
                          <a:moveTo>
                            <a:pt x="168295" y="71258"/>
                          </a:moveTo>
                          <a:cubicBezTo>
                            <a:pt x="168086" y="71258"/>
                            <a:pt x="167893" y="71124"/>
                            <a:pt x="167833" y="70915"/>
                          </a:cubicBezTo>
                          <a:cubicBezTo>
                            <a:pt x="167744" y="70662"/>
                            <a:pt x="167893" y="70379"/>
                            <a:pt x="168146" y="70304"/>
                          </a:cubicBezTo>
                          <a:lnTo>
                            <a:pt x="171886" y="69097"/>
                          </a:lnTo>
                          <a:cubicBezTo>
                            <a:pt x="172139" y="69008"/>
                            <a:pt x="172423" y="69157"/>
                            <a:pt x="172497" y="69410"/>
                          </a:cubicBezTo>
                          <a:cubicBezTo>
                            <a:pt x="172586" y="69663"/>
                            <a:pt x="172438" y="69947"/>
                            <a:pt x="172184" y="70021"/>
                          </a:cubicBezTo>
                          <a:lnTo>
                            <a:pt x="168444" y="71228"/>
                          </a:lnTo>
                          <a:cubicBezTo>
                            <a:pt x="168444" y="71228"/>
                            <a:pt x="168340" y="71258"/>
                            <a:pt x="168295" y="71258"/>
                          </a:cubicBezTo>
                          <a:close/>
                          <a:moveTo>
                            <a:pt x="180738" y="67220"/>
                          </a:moveTo>
                          <a:cubicBezTo>
                            <a:pt x="180529" y="67220"/>
                            <a:pt x="180335" y="67086"/>
                            <a:pt x="180275" y="66877"/>
                          </a:cubicBezTo>
                          <a:cubicBezTo>
                            <a:pt x="180186" y="66624"/>
                            <a:pt x="180335" y="66340"/>
                            <a:pt x="180588" y="66266"/>
                          </a:cubicBezTo>
                          <a:lnTo>
                            <a:pt x="184329" y="65059"/>
                          </a:lnTo>
                          <a:cubicBezTo>
                            <a:pt x="184582" y="64984"/>
                            <a:pt x="184865" y="65119"/>
                            <a:pt x="184940" y="65372"/>
                          </a:cubicBezTo>
                          <a:cubicBezTo>
                            <a:pt x="185029" y="65625"/>
                            <a:pt x="184880" y="65908"/>
                            <a:pt x="184627" y="65983"/>
                          </a:cubicBezTo>
                          <a:lnTo>
                            <a:pt x="180886" y="67190"/>
                          </a:lnTo>
                          <a:cubicBezTo>
                            <a:pt x="180886" y="67190"/>
                            <a:pt x="180782" y="67220"/>
                            <a:pt x="180738" y="67220"/>
                          </a:cubicBezTo>
                          <a:close/>
                          <a:moveTo>
                            <a:pt x="193180" y="63181"/>
                          </a:moveTo>
                          <a:cubicBezTo>
                            <a:pt x="192971" y="63181"/>
                            <a:pt x="192778" y="63047"/>
                            <a:pt x="192718" y="62839"/>
                          </a:cubicBezTo>
                          <a:cubicBezTo>
                            <a:pt x="192629" y="62585"/>
                            <a:pt x="192778" y="62302"/>
                            <a:pt x="193031" y="62228"/>
                          </a:cubicBezTo>
                          <a:lnTo>
                            <a:pt x="196771" y="61021"/>
                          </a:lnTo>
                          <a:cubicBezTo>
                            <a:pt x="197025" y="60931"/>
                            <a:pt x="197308" y="61080"/>
                            <a:pt x="197382" y="61334"/>
                          </a:cubicBezTo>
                          <a:cubicBezTo>
                            <a:pt x="197472" y="61587"/>
                            <a:pt x="197323" y="61870"/>
                            <a:pt x="197069" y="61945"/>
                          </a:cubicBezTo>
                          <a:lnTo>
                            <a:pt x="193329" y="63152"/>
                          </a:lnTo>
                          <a:cubicBezTo>
                            <a:pt x="193329" y="63152"/>
                            <a:pt x="193225" y="63181"/>
                            <a:pt x="193180" y="63181"/>
                          </a:cubicBezTo>
                          <a:close/>
                          <a:moveTo>
                            <a:pt x="205623" y="59143"/>
                          </a:moveTo>
                          <a:cubicBezTo>
                            <a:pt x="205414" y="59143"/>
                            <a:pt x="205220" y="59009"/>
                            <a:pt x="205161" y="58800"/>
                          </a:cubicBezTo>
                          <a:cubicBezTo>
                            <a:pt x="205071" y="58547"/>
                            <a:pt x="205220" y="58264"/>
                            <a:pt x="205474" y="58189"/>
                          </a:cubicBezTo>
                          <a:lnTo>
                            <a:pt x="209214" y="56982"/>
                          </a:lnTo>
                          <a:cubicBezTo>
                            <a:pt x="209467" y="56893"/>
                            <a:pt x="209750" y="57042"/>
                            <a:pt x="209825" y="57295"/>
                          </a:cubicBezTo>
                          <a:cubicBezTo>
                            <a:pt x="209914" y="57549"/>
                            <a:pt x="209765" y="57832"/>
                            <a:pt x="209512" y="57906"/>
                          </a:cubicBezTo>
                          <a:lnTo>
                            <a:pt x="205772" y="59113"/>
                          </a:lnTo>
                          <a:cubicBezTo>
                            <a:pt x="205772" y="59113"/>
                            <a:pt x="205667" y="59143"/>
                            <a:pt x="205623" y="59143"/>
                          </a:cubicBezTo>
                          <a:close/>
                          <a:moveTo>
                            <a:pt x="2772" y="58458"/>
                          </a:moveTo>
                          <a:cubicBezTo>
                            <a:pt x="2533" y="58458"/>
                            <a:pt x="2310" y="58279"/>
                            <a:pt x="2280" y="58026"/>
                          </a:cubicBezTo>
                          <a:cubicBezTo>
                            <a:pt x="2116" y="56744"/>
                            <a:pt x="1952" y="55433"/>
                            <a:pt x="1788" y="54121"/>
                          </a:cubicBezTo>
                          <a:cubicBezTo>
                            <a:pt x="1758" y="53853"/>
                            <a:pt x="1952" y="53615"/>
                            <a:pt x="2220" y="53570"/>
                          </a:cubicBezTo>
                          <a:cubicBezTo>
                            <a:pt x="2489" y="53540"/>
                            <a:pt x="2727" y="53734"/>
                            <a:pt x="2772" y="54002"/>
                          </a:cubicBezTo>
                          <a:cubicBezTo>
                            <a:pt x="2936" y="55313"/>
                            <a:pt x="3099" y="56610"/>
                            <a:pt x="3263" y="57891"/>
                          </a:cubicBezTo>
                          <a:cubicBezTo>
                            <a:pt x="3293" y="58160"/>
                            <a:pt x="3114" y="58413"/>
                            <a:pt x="2846" y="58443"/>
                          </a:cubicBezTo>
                          <a:cubicBezTo>
                            <a:pt x="2831" y="58443"/>
                            <a:pt x="2801" y="58443"/>
                            <a:pt x="2787" y="58443"/>
                          </a:cubicBezTo>
                          <a:close/>
                          <a:moveTo>
                            <a:pt x="215562" y="53481"/>
                          </a:moveTo>
                          <a:cubicBezTo>
                            <a:pt x="215323" y="53481"/>
                            <a:pt x="215100" y="53302"/>
                            <a:pt x="215070" y="53049"/>
                          </a:cubicBezTo>
                          <a:cubicBezTo>
                            <a:pt x="214906" y="51752"/>
                            <a:pt x="214742" y="50456"/>
                            <a:pt x="214548" y="49174"/>
                          </a:cubicBezTo>
                          <a:cubicBezTo>
                            <a:pt x="214504" y="48906"/>
                            <a:pt x="214697" y="48653"/>
                            <a:pt x="214966" y="48623"/>
                          </a:cubicBezTo>
                          <a:cubicBezTo>
                            <a:pt x="215234" y="48563"/>
                            <a:pt x="215487" y="48772"/>
                            <a:pt x="215517" y="49040"/>
                          </a:cubicBezTo>
                          <a:cubicBezTo>
                            <a:pt x="215711" y="50337"/>
                            <a:pt x="215890" y="51633"/>
                            <a:pt x="216039" y="52944"/>
                          </a:cubicBezTo>
                          <a:cubicBezTo>
                            <a:pt x="216068" y="53212"/>
                            <a:pt x="215875" y="53451"/>
                            <a:pt x="215606" y="53496"/>
                          </a:cubicBezTo>
                          <a:cubicBezTo>
                            <a:pt x="215592" y="53496"/>
                            <a:pt x="215562" y="53496"/>
                            <a:pt x="215547" y="53496"/>
                          </a:cubicBezTo>
                          <a:close/>
                          <a:moveTo>
                            <a:pt x="1326" y="45434"/>
                          </a:moveTo>
                          <a:cubicBezTo>
                            <a:pt x="1073" y="45434"/>
                            <a:pt x="864" y="45240"/>
                            <a:pt x="834" y="44987"/>
                          </a:cubicBezTo>
                          <a:cubicBezTo>
                            <a:pt x="715" y="43676"/>
                            <a:pt x="611" y="42364"/>
                            <a:pt x="507" y="41068"/>
                          </a:cubicBezTo>
                          <a:cubicBezTo>
                            <a:pt x="492" y="40800"/>
                            <a:pt x="685" y="40561"/>
                            <a:pt x="954" y="40546"/>
                          </a:cubicBezTo>
                          <a:cubicBezTo>
                            <a:pt x="1267" y="40576"/>
                            <a:pt x="1460" y="40725"/>
                            <a:pt x="1475" y="40993"/>
                          </a:cubicBezTo>
                          <a:cubicBezTo>
                            <a:pt x="1580" y="42290"/>
                            <a:pt x="1684" y="43601"/>
                            <a:pt x="1803" y="44898"/>
                          </a:cubicBezTo>
                          <a:cubicBezTo>
                            <a:pt x="1833" y="45166"/>
                            <a:pt x="1624" y="45404"/>
                            <a:pt x="1356" y="45434"/>
                          </a:cubicBezTo>
                          <a:cubicBezTo>
                            <a:pt x="1356" y="45434"/>
                            <a:pt x="1326" y="45434"/>
                            <a:pt x="1311" y="45434"/>
                          </a:cubicBezTo>
                          <a:close/>
                          <a:moveTo>
                            <a:pt x="213505" y="40561"/>
                          </a:moveTo>
                          <a:cubicBezTo>
                            <a:pt x="213282" y="40561"/>
                            <a:pt x="213073" y="40397"/>
                            <a:pt x="213029" y="40159"/>
                          </a:cubicBezTo>
                          <a:cubicBezTo>
                            <a:pt x="212775" y="38863"/>
                            <a:pt x="212522" y="37581"/>
                            <a:pt x="212254" y="36314"/>
                          </a:cubicBezTo>
                          <a:cubicBezTo>
                            <a:pt x="212194" y="36046"/>
                            <a:pt x="212373" y="35793"/>
                            <a:pt x="212626" y="35733"/>
                          </a:cubicBezTo>
                          <a:cubicBezTo>
                            <a:pt x="212909" y="35674"/>
                            <a:pt x="213148" y="35852"/>
                            <a:pt x="213207" y="36106"/>
                          </a:cubicBezTo>
                          <a:cubicBezTo>
                            <a:pt x="213476" y="37372"/>
                            <a:pt x="213729" y="38669"/>
                            <a:pt x="213982" y="39965"/>
                          </a:cubicBezTo>
                          <a:cubicBezTo>
                            <a:pt x="214027" y="40233"/>
                            <a:pt x="213863" y="40487"/>
                            <a:pt x="213595" y="40546"/>
                          </a:cubicBezTo>
                          <a:cubicBezTo>
                            <a:pt x="213565" y="40546"/>
                            <a:pt x="213535" y="40546"/>
                            <a:pt x="213505" y="40546"/>
                          </a:cubicBezTo>
                          <a:close/>
                          <a:moveTo>
                            <a:pt x="536" y="32366"/>
                          </a:moveTo>
                          <a:cubicBezTo>
                            <a:pt x="268" y="32366"/>
                            <a:pt x="60" y="32157"/>
                            <a:pt x="45" y="31889"/>
                          </a:cubicBezTo>
                          <a:cubicBezTo>
                            <a:pt x="15" y="30831"/>
                            <a:pt x="0" y="29788"/>
                            <a:pt x="0" y="28759"/>
                          </a:cubicBezTo>
                          <a:lnTo>
                            <a:pt x="0" y="27955"/>
                          </a:lnTo>
                          <a:cubicBezTo>
                            <a:pt x="0" y="27687"/>
                            <a:pt x="224" y="27463"/>
                            <a:pt x="492" y="27463"/>
                          </a:cubicBezTo>
                          <a:lnTo>
                            <a:pt x="492" y="27463"/>
                          </a:lnTo>
                          <a:cubicBezTo>
                            <a:pt x="760" y="27463"/>
                            <a:pt x="983" y="27687"/>
                            <a:pt x="983" y="27955"/>
                          </a:cubicBezTo>
                          <a:lnTo>
                            <a:pt x="983" y="28759"/>
                          </a:lnTo>
                          <a:cubicBezTo>
                            <a:pt x="983" y="29773"/>
                            <a:pt x="983" y="30816"/>
                            <a:pt x="1013" y="31874"/>
                          </a:cubicBezTo>
                          <a:cubicBezTo>
                            <a:pt x="1013" y="32142"/>
                            <a:pt x="805" y="32366"/>
                            <a:pt x="536" y="32381"/>
                          </a:cubicBezTo>
                          <a:lnTo>
                            <a:pt x="536" y="32381"/>
                          </a:lnTo>
                          <a:close/>
                          <a:moveTo>
                            <a:pt x="210659" y="27776"/>
                          </a:moveTo>
                          <a:cubicBezTo>
                            <a:pt x="210436" y="27776"/>
                            <a:pt x="210242" y="27627"/>
                            <a:pt x="210182" y="27403"/>
                          </a:cubicBezTo>
                          <a:cubicBezTo>
                            <a:pt x="209855" y="26107"/>
                            <a:pt x="209527" y="24840"/>
                            <a:pt x="209199" y="23604"/>
                          </a:cubicBezTo>
                          <a:cubicBezTo>
                            <a:pt x="209124" y="23335"/>
                            <a:pt x="209288" y="23067"/>
                            <a:pt x="209542" y="23008"/>
                          </a:cubicBezTo>
                          <a:cubicBezTo>
                            <a:pt x="209810" y="22948"/>
                            <a:pt x="210078" y="23097"/>
                            <a:pt x="210138" y="23350"/>
                          </a:cubicBezTo>
                          <a:cubicBezTo>
                            <a:pt x="210465" y="24587"/>
                            <a:pt x="210793" y="25869"/>
                            <a:pt x="211121" y="27165"/>
                          </a:cubicBezTo>
                          <a:cubicBezTo>
                            <a:pt x="211181" y="27433"/>
                            <a:pt x="211032" y="27687"/>
                            <a:pt x="210764" y="27761"/>
                          </a:cubicBezTo>
                          <a:cubicBezTo>
                            <a:pt x="210719" y="27761"/>
                            <a:pt x="210689" y="27776"/>
                            <a:pt x="210644" y="27776"/>
                          </a:cubicBezTo>
                          <a:close/>
                          <a:moveTo>
                            <a:pt x="5379" y="23261"/>
                          </a:moveTo>
                          <a:cubicBezTo>
                            <a:pt x="5141" y="23261"/>
                            <a:pt x="4932" y="23082"/>
                            <a:pt x="4888" y="22844"/>
                          </a:cubicBezTo>
                          <a:cubicBezTo>
                            <a:pt x="4843" y="22575"/>
                            <a:pt x="5037" y="22322"/>
                            <a:pt x="5305" y="22292"/>
                          </a:cubicBezTo>
                          <a:lnTo>
                            <a:pt x="9194" y="21756"/>
                          </a:lnTo>
                          <a:cubicBezTo>
                            <a:pt x="9447" y="21696"/>
                            <a:pt x="9716" y="21905"/>
                            <a:pt x="9745" y="22173"/>
                          </a:cubicBezTo>
                          <a:cubicBezTo>
                            <a:pt x="9790" y="22441"/>
                            <a:pt x="9596" y="22695"/>
                            <a:pt x="9328" y="22724"/>
                          </a:cubicBezTo>
                          <a:lnTo>
                            <a:pt x="5439" y="23261"/>
                          </a:lnTo>
                          <a:cubicBezTo>
                            <a:pt x="5439" y="23261"/>
                            <a:pt x="5394" y="23261"/>
                            <a:pt x="5365" y="23261"/>
                          </a:cubicBezTo>
                          <a:close/>
                          <a:moveTo>
                            <a:pt x="18343" y="21458"/>
                          </a:moveTo>
                          <a:cubicBezTo>
                            <a:pt x="18105" y="21458"/>
                            <a:pt x="17896" y="21279"/>
                            <a:pt x="17852" y="21041"/>
                          </a:cubicBezTo>
                          <a:cubicBezTo>
                            <a:pt x="17807" y="20772"/>
                            <a:pt x="18001" y="20519"/>
                            <a:pt x="18269" y="20489"/>
                          </a:cubicBezTo>
                          <a:lnTo>
                            <a:pt x="22158" y="19953"/>
                          </a:lnTo>
                          <a:cubicBezTo>
                            <a:pt x="22412" y="19893"/>
                            <a:pt x="22680" y="20102"/>
                            <a:pt x="22710" y="20370"/>
                          </a:cubicBezTo>
                          <a:cubicBezTo>
                            <a:pt x="22754" y="20638"/>
                            <a:pt x="22561" y="20892"/>
                            <a:pt x="22292" y="20921"/>
                          </a:cubicBezTo>
                          <a:lnTo>
                            <a:pt x="18403" y="21458"/>
                          </a:lnTo>
                          <a:cubicBezTo>
                            <a:pt x="18403" y="21458"/>
                            <a:pt x="18358" y="21458"/>
                            <a:pt x="18343" y="21458"/>
                          </a:cubicBezTo>
                          <a:close/>
                          <a:moveTo>
                            <a:pt x="31322" y="19685"/>
                          </a:moveTo>
                          <a:cubicBezTo>
                            <a:pt x="31084" y="19685"/>
                            <a:pt x="30875" y="19506"/>
                            <a:pt x="30831" y="19252"/>
                          </a:cubicBezTo>
                          <a:cubicBezTo>
                            <a:pt x="30801" y="18984"/>
                            <a:pt x="30980" y="18731"/>
                            <a:pt x="31248" y="18701"/>
                          </a:cubicBezTo>
                          <a:lnTo>
                            <a:pt x="35137" y="18180"/>
                          </a:lnTo>
                          <a:cubicBezTo>
                            <a:pt x="35405" y="18150"/>
                            <a:pt x="35659" y="18329"/>
                            <a:pt x="35689" y="18597"/>
                          </a:cubicBezTo>
                          <a:cubicBezTo>
                            <a:pt x="35718" y="18865"/>
                            <a:pt x="35540" y="19118"/>
                            <a:pt x="35271" y="19148"/>
                          </a:cubicBezTo>
                          <a:lnTo>
                            <a:pt x="31382" y="19670"/>
                          </a:lnTo>
                          <a:cubicBezTo>
                            <a:pt x="31382" y="19670"/>
                            <a:pt x="31337" y="19670"/>
                            <a:pt x="31322" y="19670"/>
                          </a:cubicBezTo>
                          <a:close/>
                          <a:moveTo>
                            <a:pt x="44301" y="17941"/>
                          </a:moveTo>
                          <a:cubicBezTo>
                            <a:pt x="44063" y="17941"/>
                            <a:pt x="43854" y="17762"/>
                            <a:pt x="43810" y="17509"/>
                          </a:cubicBezTo>
                          <a:cubicBezTo>
                            <a:pt x="43780" y="17241"/>
                            <a:pt x="43959" y="16987"/>
                            <a:pt x="44227" y="16958"/>
                          </a:cubicBezTo>
                          <a:lnTo>
                            <a:pt x="48116" y="16436"/>
                          </a:lnTo>
                          <a:cubicBezTo>
                            <a:pt x="48399" y="16391"/>
                            <a:pt x="48638" y="16585"/>
                            <a:pt x="48668" y="16853"/>
                          </a:cubicBezTo>
                          <a:cubicBezTo>
                            <a:pt x="48697" y="17122"/>
                            <a:pt x="48519" y="17375"/>
                            <a:pt x="48250" y="17405"/>
                          </a:cubicBezTo>
                          <a:lnTo>
                            <a:pt x="44361" y="17926"/>
                          </a:lnTo>
                          <a:cubicBezTo>
                            <a:pt x="44361" y="17926"/>
                            <a:pt x="44316" y="17926"/>
                            <a:pt x="44301" y="17926"/>
                          </a:cubicBezTo>
                          <a:close/>
                          <a:moveTo>
                            <a:pt x="57280" y="16213"/>
                          </a:moveTo>
                          <a:cubicBezTo>
                            <a:pt x="57042" y="16213"/>
                            <a:pt x="56833" y="16034"/>
                            <a:pt x="56789" y="15780"/>
                          </a:cubicBezTo>
                          <a:cubicBezTo>
                            <a:pt x="56759" y="15512"/>
                            <a:pt x="56938" y="15259"/>
                            <a:pt x="57206" y="15229"/>
                          </a:cubicBezTo>
                          <a:lnTo>
                            <a:pt x="61095" y="14722"/>
                          </a:lnTo>
                          <a:cubicBezTo>
                            <a:pt x="61363" y="14693"/>
                            <a:pt x="61617" y="14871"/>
                            <a:pt x="61647" y="15140"/>
                          </a:cubicBezTo>
                          <a:cubicBezTo>
                            <a:pt x="61676" y="15408"/>
                            <a:pt x="61498" y="15661"/>
                            <a:pt x="61229" y="15691"/>
                          </a:cubicBezTo>
                          <a:lnTo>
                            <a:pt x="57340" y="16198"/>
                          </a:lnTo>
                          <a:cubicBezTo>
                            <a:pt x="57340" y="16198"/>
                            <a:pt x="57295" y="16198"/>
                            <a:pt x="57280" y="16198"/>
                          </a:cubicBezTo>
                          <a:close/>
                          <a:moveTo>
                            <a:pt x="207202" y="15155"/>
                          </a:moveTo>
                          <a:cubicBezTo>
                            <a:pt x="206994" y="15155"/>
                            <a:pt x="206800" y="15021"/>
                            <a:pt x="206725" y="14797"/>
                          </a:cubicBezTo>
                          <a:cubicBezTo>
                            <a:pt x="206338" y="13486"/>
                            <a:pt x="205950" y="12234"/>
                            <a:pt x="205578" y="11042"/>
                          </a:cubicBezTo>
                          <a:cubicBezTo>
                            <a:pt x="205488" y="10789"/>
                            <a:pt x="205637" y="10505"/>
                            <a:pt x="205891" y="10431"/>
                          </a:cubicBezTo>
                          <a:cubicBezTo>
                            <a:pt x="206159" y="10341"/>
                            <a:pt x="206427" y="10491"/>
                            <a:pt x="206502" y="10744"/>
                          </a:cubicBezTo>
                          <a:cubicBezTo>
                            <a:pt x="206874" y="11936"/>
                            <a:pt x="207262" y="13203"/>
                            <a:pt x="207664" y="14499"/>
                          </a:cubicBezTo>
                          <a:cubicBezTo>
                            <a:pt x="207739" y="14752"/>
                            <a:pt x="207590" y="15035"/>
                            <a:pt x="207336" y="15110"/>
                          </a:cubicBezTo>
                          <a:cubicBezTo>
                            <a:pt x="207291" y="15110"/>
                            <a:pt x="207247" y="15125"/>
                            <a:pt x="207202" y="15125"/>
                          </a:cubicBezTo>
                          <a:close/>
                          <a:moveTo>
                            <a:pt x="70260" y="14514"/>
                          </a:moveTo>
                          <a:cubicBezTo>
                            <a:pt x="70021" y="14514"/>
                            <a:pt x="69798" y="14335"/>
                            <a:pt x="69768" y="14082"/>
                          </a:cubicBezTo>
                          <a:cubicBezTo>
                            <a:pt x="69738" y="13814"/>
                            <a:pt x="69917" y="13560"/>
                            <a:pt x="70185" y="13530"/>
                          </a:cubicBezTo>
                          <a:lnTo>
                            <a:pt x="74074" y="13024"/>
                          </a:lnTo>
                          <a:cubicBezTo>
                            <a:pt x="74342" y="12994"/>
                            <a:pt x="74596" y="13173"/>
                            <a:pt x="74626" y="13441"/>
                          </a:cubicBezTo>
                          <a:cubicBezTo>
                            <a:pt x="74655" y="13709"/>
                            <a:pt x="74477" y="13963"/>
                            <a:pt x="74208" y="13992"/>
                          </a:cubicBezTo>
                          <a:lnTo>
                            <a:pt x="70319" y="14499"/>
                          </a:lnTo>
                          <a:cubicBezTo>
                            <a:pt x="70319" y="14499"/>
                            <a:pt x="70274" y="14499"/>
                            <a:pt x="70260" y="14499"/>
                          </a:cubicBezTo>
                          <a:close/>
                          <a:moveTo>
                            <a:pt x="83238" y="12845"/>
                          </a:moveTo>
                          <a:cubicBezTo>
                            <a:pt x="83000" y="12845"/>
                            <a:pt x="82777" y="12666"/>
                            <a:pt x="82747" y="12413"/>
                          </a:cubicBezTo>
                          <a:cubicBezTo>
                            <a:pt x="82717" y="12145"/>
                            <a:pt x="82896" y="11906"/>
                            <a:pt x="83179" y="11861"/>
                          </a:cubicBezTo>
                          <a:lnTo>
                            <a:pt x="87068" y="11370"/>
                          </a:lnTo>
                          <a:cubicBezTo>
                            <a:pt x="87351" y="11325"/>
                            <a:pt x="87590" y="11534"/>
                            <a:pt x="87619" y="11802"/>
                          </a:cubicBezTo>
                          <a:cubicBezTo>
                            <a:pt x="87649" y="12070"/>
                            <a:pt x="87470" y="12323"/>
                            <a:pt x="87187" y="12353"/>
                          </a:cubicBezTo>
                          <a:lnTo>
                            <a:pt x="83298" y="12845"/>
                          </a:lnTo>
                          <a:cubicBezTo>
                            <a:pt x="83298" y="12845"/>
                            <a:pt x="83253" y="12845"/>
                            <a:pt x="83238" y="12845"/>
                          </a:cubicBezTo>
                          <a:close/>
                          <a:moveTo>
                            <a:pt x="96217" y="11221"/>
                          </a:moveTo>
                          <a:cubicBezTo>
                            <a:pt x="95979" y="11221"/>
                            <a:pt x="95756" y="11042"/>
                            <a:pt x="95726" y="10789"/>
                          </a:cubicBezTo>
                          <a:cubicBezTo>
                            <a:pt x="95696" y="10520"/>
                            <a:pt x="95890" y="10282"/>
                            <a:pt x="96158" y="10237"/>
                          </a:cubicBezTo>
                          <a:lnTo>
                            <a:pt x="100047" y="9760"/>
                          </a:lnTo>
                          <a:cubicBezTo>
                            <a:pt x="100330" y="9716"/>
                            <a:pt x="100554" y="9924"/>
                            <a:pt x="100598" y="10193"/>
                          </a:cubicBezTo>
                          <a:cubicBezTo>
                            <a:pt x="100628" y="10461"/>
                            <a:pt x="100435" y="10699"/>
                            <a:pt x="100166" y="10744"/>
                          </a:cubicBezTo>
                          <a:lnTo>
                            <a:pt x="96277" y="11221"/>
                          </a:lnTo>
                          <a:cubicBezTo>
                            <a:pt x="96277" y="11221"/>
                            <a:pt x="96232" y="11221"/>
                            <a:pt x="96217" y="11221"/>
                          </a:cubicBezTo>
                          <a:close/>
                          <a:moveTo>
                            <a:pt x="109211" y="9626"/>
                          </a:moveTo>
                          <a:cubicBezTo>
                            <a:pt x="108973" y="9626"/>
                            <a:pt x="108749" y="9447"/>
                            <a:pt x="108720" y="9194"/>
                          </a:cubicBezTo>
                          <a:cubicBezTo>
                            <a:pt x="108690" y="8926"/>
                            <a:pt x="108884" y="8687"/>
                            <a:pt x="109152" y="8643"/>
                          </a:cubicBezTo>
                          <a:lnTo>
                            <a:pt x="113056" y="8181"/>
                          </a:lnTo>
                          <a:cubicBezTo>
                            <a:pt x="113339" y="8136"/>
                            <a:pt x="113563" y="8345"/>
                            <a:pt x="113607" y="8613"/>
                          </a:cubicBezTo>
                          <a:cubicBezTo>
                            <a:pt x="113637" y="8881"/>
                            <a:pt x="113443" y="9120"/>
                            <a:pt x="113175" y="9164"/>
                          </a:cubicBezTo>
                          <a:lnTo>
                            <a:pt x="109271" y="9626"/>
                          </a:lnTo>
                          <a:cubicBezTo>
                            <a:pt x="109271" y="9626"/>
                            <a:pt x="109226" y="9626"/>
                            <a:pt x="109211" y="9626"/>
                          </a:cubicBezTo>
                          <a:close/>
                          <a:moveTo>
                            <a:pt x="122205" y="8077"/>
                          </a:moveTo>
                          <a:cubicBezTo>
                            <a:pt x="121967" y="8077"/>
                            <a:pt x="121743" y="7898"/>
                            <a:pt x="121714" y="7644"/>
                          </a:cubicBezTo>
                          <a:cubicBezTo>
                            <a:pt x="121684" y="7376"/>
                            <a:pt x="121878" y="7138"/>
                            <a:pt x="122146" y="7093"/>
                          </a:cubicBezTo>
                          <a:lnTo>
                            <a:pt x="126050" y="6646"/>
                          </a:lnTo>
                          <a:cubicBezTo>
                            <a:pt x="126333" y="6601"/>
                            <a:pt x="126571" y="6810"/>
                            <a:pt x="126601" y="7078"/>
                          </a:cubicBezTo>
                          <a:cubicBezTo>
                            <a:pt x="126631" y="7346"/>
                            <a:pt x="126437" y="7585"/>
                            <a:pt x="126169" y="7629"/>
                          </a:cubicBezTo>
                          <a:lnTo>
                            <a:pt x="122265" y="8077"/>
                          </a:lnTo>
                          <a:cubicBezTo>
                            <a:pt x="122265" y="8077"/>
                            <a:pt x="122220" y="8077"/>
                            <a:pt x="122205" y="8077"/>
                          </a:cubicBezTo>
                          <a:close/>
                          <a:moveTo>
                            <a:pt x="135214" y="6586"/>
                          </a:moveTo>
                          <a:cubicBezTo>
                            <a:pt x="134961" y="6586"/>
                            <a:pt x="134752" y="6408"/>
                            <a:pt x="134722" y="6154"/>
                          </a:cubicBezTo>
                          <a:cubicBezTo>
                            <a:pt x="134693" y="5886"/>
                            <a:pt x="134886" y="5648"/>
                            <a:pt x="135155" y="5618"/>
                          </a:cubicBezTo>
                          <a:lnTo>
                            <a:pt x="139059" y="5186"/>
                          </a:lnTo>
                          <a:cubicBezTo>
                            <a:pt x="139357" y="5186"/>
                            <a:pt x="139565" y="5350"/>
                            <a:pt x="139595" y="5618"/>
                          </a:cubicBezTo>
                          <a:cubicBezTo>
                            <a:pt x="139625" y="5886"/>
                            <a:pt x="139431" y="6124"/>
                            <a:pt x="139163" y="6154"/>
                          </a:cubicBezTo>
                          <a:lnTo>
                            <a:pt x="135259" y="6586"/>
                          </a:lnTo>
                          <a:cubicBezTo>
                            <a:pt x="135259" y="6586"/>
                            <a:pt x="135229" y="6586"/>
                            <a:pt x="135199" y="6586"/>
                          </a:cubicBezTo>
                          <a:close/>
                          <a:moveTo>
                            <a:pt x="148223" y="5171"/>
                          </a:moveTo>
                          <a:cubicBezTo>
                            <a:pt x="147970" y="5171"/>
                            <a:pt x="147761" y="4977"/>
                            <a:pt x="147731" y="4739"/>
                          </a:cubicBezTo>
                          <a:cubicBezTo>
                            <a:pt x="147701" y="4470"/>
                            <a:pt x="147895" y="4232"/>
                            <a:pt x="148163" y="4202"/>
                          </a:cubicBezTo>
                          <a:lnTo>
                            <a:pt x="152067" y="3785"/>
                          </a:lnTo>
                          <a:cubicBezTo>
                            <a:pt x="152365" y="3785"/>
                            <a:pt x="152574" y="3949"/>
                            <a:pt x="152604" y="4217"/>
                          </a:cubicBezTo>
                          <a:cubicBezTo>
                            <a:pt x="152634" y="4485"/>
                            <a:pt x="152440" y="4724"/>
                            <a:pt x="152172" y="4754"/>
                          </a:cubicBezTo>
                          <a:lnTo>
                            <a:pt x="148268" y="5171"/>
                          </a:lnTo>
                          <a:cubicBezTo>
                            <a:pt x="148268" y="5171"/>
                            <a:pt x="148238" y="5171"/>
                            <a:pt x="148223" y="5171"/>
                          </a:cubicBezTo>
                          <a:close/>
                          <a:moveTo>
                            <a:pt x="161247" y="3845"/>
                          </a:moveTo>
                          <a:cubicBezTo>
                            <a:pt x="160993" y="3845"/>
                            <a:pt x="160785" y="3651"/>
                            <a:pt x="160755" y="3397"/>
                          </a:cubicBezTo>
                          <a:cubicBezTo>
                            <a:pt x="160725" y="3129"/>
                            <a:pt x="160919" y="2891"/>
                            <a:pt x="161202" y="2861"/>
                          </a:cubicBezTo>
                          <a:lnTo>
                            <a:pt x="165106" y="2489"/>
                          </a:lnTo>
                          <a:cubicBezTo>
                            <a:pt x="165389" y="2459"/>
                            <a:pt x="165613" y="2667"/>
                            <a:pt x="165643" y="2936"/>
                          </a:cubicBezTo>
                          <a:cubicBezTo>
                            <a:pt x="165672" y="3204"/>
                            <a:pt x="165464" y="3442"/>
                            <a:pt x="165195" y="3472"/>
                          </a:cubicBezTo>
                          <a:lnTo>
                            <a:pt x="161291" y="3845"/>
                          </a:lnTo>
                          <a:cubicBezTo>
                            <a:pt x="161291" y="3845"/>
                            <a:pt x="161262" y="3845"/>
                            <a:pt x="161247" y="3845"/>
                          </a:cubicBezTo>
                          <a:close/>
                          <a:moveTo>
                            <a:pt x="203149" y="2712"/>
                          </a:moveTo>
                          <a:cubicBezTo>
                            <a:pt x="202940" y="2712"/>
                            <a:pt x="202762" y="2578"/>
                            <a:pt x="202687" y="2384"/>
                          </a:cubicBezTo>
                          <a:lnTo>
                            <a:pt x="202180" y="983"/>
                          </a:lnTo>
                          <a:cubicBezTo>
                            <a:pt x="201614" y="983"/>
                            <a:pt x="201018" y="983"/>
                            <a:pt x="200392" y="1013"/>
                          </a:cubicBezTo>
                          <a:lnTo>
                            <a:pt x="200392" y="1013"/>
                          </a:lnTo>
                          <a:cubicBezTo>
                            <a:pt x="200124" y="1013"/>
                            <a:pt x="199901" y="805"/>
                            <a:pt x="199901" y="536"/>
                          </a:cubicBezTo>
                          <a:cubicBezTo>
                            <a:pt x="199901" y="268"/>
                            <a:pt x="200109" y="45"/>
                            <a:pt x="200377" y="30"/>
                          </a:cubicBezTo>
                          <a:cubicBezTo>
                            <a:pt x="201048" y="30"/>
                            <a:pt x="201689" y="0"/>
                            <a:pt x="202300" y="0"/>
                          </a:cubicBezTo>
                          <a:cubicBezTo>
                            <a:pt x="202642" y="0"/>
                            <a:pt x="202940" y="194"/>
                            <a:pt x="203045" y="477"/>
                          </a:cubicBezTo>
                          <a:lnTo>
                            <a:pt x="203611" y="2056"/>
                          </a:lnTo>
                          <a:cubicBezTo>
                            <a:pt x="203700" y="2310"/>
                            <a:pt x="203566" y="2593"/>
                            <a:pt x="203313" y="2682"/>
                          </a:cubicBezTo>
                          <a:cubicBezTo>
                            <a:pt x="203253" y="2697"/>
                            <a:pt x="203209" y="2712"/>
                            <a:pt x="203149" y="2712"/>
                          </a:cubicBezTo>
                          <a:close/>
                          <a:moveTo>
                            <a:pt x="174270" y="2638"/>
                          </a:moveTo>
                          <a:cubicBezTo>
                            <a:pt x="174017" y="2638"/>
                            <a:pt x="173808" y="2444"/>
                            <a:pt x="173779" y="2190"/>
                          </a:cubicBezTo>
                          <a:cubicBezTo>
                            <a:pt x="173749" y="1922"/>
                            <a:pt x="173957" y="1684"/>
                            <a:pt x="174226" y="1654"/>
                          </a:cubicBezTo>
                          <a:cubicBezTo>
                            <a:pt x="175567" y="1535"/>
                            <a:pt x="176863" y="1431"/>
                            <a:pt x="178145" y="1326"/>
                          </a:cubicBezTo>
                          <a:cubicBezTo>
                            <a:pt x="178413" y="1311"/>
                            <a:pt x="178651" y="1505"/>
                            <a:pt x="178666" y="1773"/>
                          </a:cubicBezTo>
                          <a:cubicBezTo>
                            <a:pt x="178681" y="2042"/>
                            <a:pt x="178487" y="2280"/>
                            <a:pt x="178219" y="2295"/>
                          </a:cubicBezTo>
                          <a:cubicBezTo>
                            <a:pt x="176953" y="2399"/>
                            <a:pt x="175641" y="2503"/>
                            <a:pt x="174315" y="2623"/>
                          </a:cubicBezTo>
                          <a:cubicBezTo>
                            <a:pt x="174315" y="2623"/>
                            <a:pt x="174285" y="2623"/>
                            <a:pt x="174270" y="2623"/>
                          </a:cubicBezTo>
                          <a:close/>
                          <a:moveTo>
                            <a:pt x="187324" y="1624"/>
                          </a:moveTo>
                          <a:cubicBezTo>
                            <a:pt x="187071" y="1624"/>
                            <a:pt x="186847" y="1431"/>
                            <a:pt x="186832" y="1162"/>
                          </a:cubicBezTo>
                          <a:cubicBezTo>
                            <a:pt x="186817" y="894"/>
                            <a:pt x="187026" y="656"/>
                            <a:pt x="187294" y="641"/>
                          </a:cubicBezTo>
                          <a:cubicBezTo>
                            <a:pt x="188650" y="551"/>
                            <a:pt x="189961" y="462"/>
                            <a:pt x="191213" y="402"/>
                          </a:cubicBezTo>
                          <a:cubicBezTo>
                            <a:pt x="191511" y="358"/>
                            <a:pt x="191720" y="596"/>
                            <a:pt x="191735" y="864"/>
                          </a:cubicBezTo>
                          <a:cubicBezTo>
                            <a:pt x="191749" y="1133"/>
                            <a:pt x="191541" y="1371"/>
                            <a:pt x="191273" y="1386"/>
                          </a:cubicBezTo>
                          <a:cubicBezTo>
                            <a:pt x="190021" y="1460"/>
                            <a:pt x="188710" y="1535"/>
                            <a:pt x="187354" y="1624"/>
                          </a:cubicBezTo>
                          <a:cubicBezTo>
                            <a:pt x="187354" y="1624"/>
                            <a:pt x="187339" y="1624"/>
                            <a:pt x="187324" y="1624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29" name="Forme libre : forme 2628">
                      <a:extLst>
                        <a:ext uri="{FF2B5EF4-FFF2-40B4-BE49-F238E27FC236}">
                          <a16:creationId xmlns:a16="http://schemas.microsoft.com/office/drawing/2014/main" id="{2FF46035-FB54-655D-3388-DF7E80BF07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751" y="796593"/>
                      <a:ext cx="48189" cy="44375"/>
                    </a:xfrm>
                    <a:custGeom>
                      <a:avLst/>
                      <a:gdLst>
                        <a:gd name="connsiteX0" fmla="*/ 41941 w 48189"/>
                        <a:gd name="connsiteY0" fmla="*/ 40815 h 44375"/>
                        <a:gd name="connsiteX1" fmla="*/ 14568 w 48189"/>
                        <a:gd name="connsiteY1" fmla="*/ 44316 h 44375"/>
                        <a:gd name="connsiteX2" fmla="*/ 6745 w 48189"/>
                        <a:gd name="connsiteY2" fmla="*/ 38997 h 44375"/>
                        <a:gd name="connsiteX3" fmla="*/ 218 w 48189"/>
                        <a:gd name="connsiteY3" fmla="*/ 13054 h 44375"/>
                        <a:gd name="connsiteX4" fmla="*/ 6238 w 48189"/>
                        <a:gd name="connsiteY4" fmla="*/ 4262 h 44375"/>
                        <a:gd name="connsiteX5" fmla="*/ 39125 w 48189"/>
                        <a:gd name="connsiteY5" fmla="*/ 60 h 44375"/>
                        <a:gd name="connsiteX6" fmla="*/ 47157 w 48189"/>
                        <a:gd name="connsiteY6" fmla="*/ 6825 h 44375"/>
                        <a:gd name="connsiteX7" fmla="*/ 48185 w 48189"/>
                        <a:gd name="connsiteY7" fmla="*/ 33468 h 44375"/>
                        <a:gd name="connsiteX8" fmla="*/ 41956 w 48189"/>
                        <a:gd name="connsiteY8" fmla="*/ 40800 h 443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8189" h="44375">
                          <a:moveTo>
                            <a:pt x="41941" y="40815"/>
                          </a:moveTo>
                          <a:lnTo>
                            <a:pt x="14568" y="44316"/>
                          </a:lnTo>
                          <a:cubicBezTo>
                            <a:pt x="10977" y="44778"/>
                            <a:pt x="7624" y="42499"/>
                            <a:pt x="6745" y="38997"/>
                          </a:cubicBezTo>
                          <a:lnTo>
                            <a:pt x="218" y="13054"/>
                          </a:lnTo>
                          <a:cubicBezTo>
                            <a:pt x="-825" y="8926"/>
                            <a:pt x="1991" y="4813"/>
                            <a:pt x="6238" y="4262"/>
                          </a:cubicBezTo>
                          <a:lnTo>
                            <a:pt x="39125" y="60"/>
                          </a:lnTo>
                          <a:cubicBezTo>
                            <a:pt x="43282" y="-477"/>
                            <a:pt x="47008" y="2667"/>
                            <a:pt x="47157" y="6825"/>
                          </a:cubicBezTo>
                          <a:lnTo>
                            <a:pt x="48185" y="33468"/>
                          </a:lnTo>
                          <a:cubicBezTo>
                            <a:pt x="48319" y="37149"/>
                            <a:pt x="45622" y="40323"/>
                            <a:pt x="41956" y="40800"/>
                          </a:cubicBezTo>
                          <a:close/>
                        </a:path>
                      </a:pathLst>
                    </a:custGeom>
                    <a:solidFill>
                      <a:srgbClr val="FFBC00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30" name="Forme libre : forme 2629">
                      <a:extLst>
                        <a:ext uri="{FF2B5EF4-FFF2-40B4-BE49-F238E27FC236}">
                          <a16:creationId xmlns:a16="http://schemas.microsoft.com/office/drawing/2014/main" id="{7CFBD181-85E1-8918-579F-92E35CAC27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765" y="801943"/>
                      <a:ext cx="36690" cy="33764"/>
                    </a:xfrm>
                    <a:custGeom>
                      <a:avLst/>
                      <a:gdLst>
                        <a:gd name="connsiteX0" fmla="*/ 31934 w 36690"/>
                        <a:gd name="connsiteY0" fmla="*/ 31054 h 33764"/>
                        <a:gd name="connsiteX1" fmla="*/ 11102 w 36690"/>
                        <a:gd name="connsiteY1" fmla="*/ 33721 h 33764"/>
                        <a:gd name="connsiteX2" fmla="*/ 5141 w 36690"/>
                        <a:gd name="connsiteY2" fmla="*/ 29683 h 33764"/>
                        <a:gd name="connsiteX3" fmla="*/ 164 w 36690"/>
                        <a:gd name="connsiteY3" fmla="*/ 9939 h 33764"/>
                        <a:gd name="connsiteX4" fmla="*/ 4754 w 36690"/>
                        <a:gd name="connsiteY4" fmla="*/ 3248 h 33764"/>
                        <a:gd name="connsiteX5" fmla="*/ 29788 w 36690"/>
                        <a:gd name="connsiteY5" fmla="*/ 44 h 33764"/>
                        <a:gd name="connsiteX6" fmla="*/ 35912 w 36690"/>
                        <a:gd name="connsiteY6" fmla="*/ 5200 h 33764"/>
                        <a:gd name="connsiteX7" fmla="*/ 36687 w 36690"/>
                        <a:gd name="connsiteY7" fmla="*/ 25481 h 33764"/>
                        <a:gd name="connsiteX8" fmla="*/ 31949 w 36690"/>
                        <a:gd name="connsiteY8" fmla="*/ 31054 h 337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6690" h="33764">
                          <a:moveTo>
                            <a:pt x="31934" y="31054"/>
                          </a:moveTo>
                          <a:lnTo>
                            <a:pt x="11102" y="33721"/>
                          </a:lnTo>
                          <a:cubicBezTo>
                            <a:pt x="8375" y="34064"/>
                            <a:pt x="5812" y="32335"/>
                            <a:pt x="5141" y="29683"/>
                          </a:cubicBezTo>
                          <a:lnTo>
                            <a:pt x="164" y="9939"/>
                          </a:lnTo>
                          <a:cubicBezTo>
                            <a:pt x="-626" y="6795"/>
                            <a:pt x="1520" y="3665"/>
                            <a:pt x="4754" y="3248"/>
                          </a:cubicBezTo>
                          <a:lnTo>
                            <a:pt x="29788" y="44"/>
                          </a:lnTo>
                          <a:cubicBezTo>
                            <a:pt x="32947" y="-358"/>
                            <a:pt x="35778" y="2026"/>
                            <a:pt x="35912" y="5200"/>
                          </a:cubicBezTo>
                          <a:lnTo>
                            <a:pt x="36687" y="25481"/>
                          </a:lnTo>
                          <a:cubicBezTo>
                            <a:pt x="36792" y="28282"/>
                            <a:pt x="34735" y="30696"/>
                            <a:pt x="31949" y="31054"/>
                          </a:cubicBezTo>
                          <a:close/>
                        </a:path>
                      </a:pathLst>
                    </a:custGeom>
                    <a:solidFill>
                      <a:srgbClr val="FFD040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617" name="Forme libre : forme 2616">
                    <a:extLst>
                      <a:ext uri="{FF2B5EF4-FFF2-40B4-BE49-F238E27FC236}">
                        <a16:creationId xmlns:a16="http://schemas.microsoft.com/office/drawing/2014/main" id="{A55399BA-4B83-372D-ACEF-2E8EA19A345D}"/>
                      </a:ext>
                    </a:extLst>
                  </p:cNvPr>
                  <p:cNvSpPr/>
                  <p:nvPr/>
                </p:nvSpPr>
                <p:spPr>
                  <a:xfrm>
                    <a:off x="833171" y="620563"/>
                    <a:ext cx="83746" cy="109276"/>
                  </a:xfrm>
                  <a:custGeom>
                    <a:avLst/>
                    <a:gdLst>
                      <a:gd name="connsiteX0" fmla="*/ 36241 w 83746"/>
                      <a:gd name="connsiteY0" fmla="*/ 2506 h 109276"/>
                      <a:gd name="connsiteX1" fmla="*/ 41889 w 83746"/>
                      <a:gd name="connsiteY1" fmla="*/ 64793 h 109276"/>
                      <a:gd name="connsiteX2" fmla="*/ 35049 w 83746"/>
                      <a:gd name="connsiteY2" fmla="*/ 71424 h 109276"/>
                      <a:gd name="connsiteX3" fmla="*/ 20446 w 83746"/>
                      <a:gd name="connsiteY3" fmla="*/ 72378 h 109276"/>
                      <a:gd name="connsiteX4" fmla="*/ 4874 w 83746"/>
                      <a:gd name="connsiteY4" fmla="*/ 66358 h 109276"/>
                      <a:gd name="connsiteX5" fmla="*/ 1283 w 83746"/>
                      <a:gd name="connsiteY5" fmla="*/ 69442 h 109276"/>
                      <a:gd name="connsiteX6" fmla="*/ 10164 w 83746"/>
                      <a:gd name="connsiteY6" fmla="*/ 79009 h 109276"/>
                      <a:gd name="connsiteX7" fmla="*/ 18613 w 83746"/>
                      <a:gd name="connsiteY7" fmla="*/ 86444 h 109276"/>
                      <a:gd name="connsiteX8" fmla="*/ 17242 w 83746"/>
                      <a:gd name="connsiteY8" fmla="*/ 89022 h 109276"/>
                      <a:gd name="connsiteX9" fmla="*/ 1968 w 83746"/>
                      <a:gd name="connsiteY9" fmla="*/ 97784 h 109276"/>
                      <a:gd name="connsiteX10" fmla="*/ 1 w 83746"/>
                      <a:gd name="connsiteY10" fmla="*/ 98783 h 109276"/>
                      <a:gd name="connsiteX11" fmla="*/ 14098 w 83746"/>
                      <a:gd name="connsiteY11" fmla="*/ 107530 h 109276"/>
                      <a:gd name="connsiteX12" fmla="*/ 27718 w 83746"/>
                      <a:gd name="connsiteY12" fmla="*/ 109109 h 109276"/>
                      <a:gd name="connsiteX13" fmla="*/ 55762 w 83746"/>
                      <a:gd name="connsiteY13" fmla="*/ 90572 h 109276"/>
                      <a:gd name="connsiteX14" fmla="*/ 83746 w 83746"/>
                      <a:gd name="connsiteY14" fmla="*/ 11208 h 109276"/>
                      <a:gd name="connsiteX15" fmla="*/ 36241 w 83746"/>
                      <a:gd name="connsiteY15" fmla="*/ 2506 h 1092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83746" h="109276">
                        <a:moveTo>
                          <a:pt x="36241" y="2506"/>
                        </a:moveTo>
                        <a:cubicBezTo>
                          <a:pt x="42693" y="29194"/>
                          <a:pt x="42872" y="55286"/>
                          <a:pt x="41889" y="64793"/>
                        </a:cubicBezTo>
                        <a:cubicBezTo>
                          <a:pt x="41516" y="68369"/>
                          <a:pt x="38640" y="71171"/>
                          <a:pt x="35049" y="71424"/>
                        </a:cubicBezTo>
                        <a:cubicBezTo>
                          <a:pt x="30966" y="71707"/>
                          <a:pt x="25408" y="72080"/>
                          <a:pt x="20446" y="72378"/>
                        </a:cubicBezTo>
                        <a:cubicBezTo>
                          <a:pt x="14992" y="72691"/>
                          <a:pt x="8927" y="69248"/>
                          <a:pt x="4874" y="66358"/>
                        </a:cubicBezTo>
                        <a:cubicBezTo>
                          <a:pt x="2803" y="64882"/>
                          <a:pt x="135" y="67177"/>
                          <a:pt x="1283" y="69442"/>
                        </a:cubicBezTo>
                        <a:cubicBezTo>
                          <a:pt x="3279" y="73331"/>
                          <a:pt x="6722" y="76401"/>
                          <a:pt x="10164" y="79009"/>
                        </a:cubicBezTo>
                        <a:cubicBezTo>
                          <a:pt x="12220" y="80573"/>
                          <a:pt x="19090" y="83360"/>
                          <a:pt x="18613" y="86444"/>
                        </a:cubicBezTo>
                        <a:cubicBezTo>
                          <a:pt x="18464" y="87413"/>
                          <a:pt x="17868" y="88262"/>
                          <a:pt x="17242" y="89022"/>
                        </a:cubicBezTo>
                        <a:cubicBezTo>
                          <a:pt x="13427" y="93597"/>
                          <a:pt x="7660" y="96041"/>
                          <a:pt x="1968" y="97784"/>
                        </a:cubicBezTo>
                        <a:cubicBezTo>
                          <a:pt x="1253" y="98008"/>
                          <a:pt x="493" y="98231"/>
                          <a:pt x="1" y="98783"/>
                        </a:cubicBezTo>
                        <a:cubicBezTo>
                          <a:pt x="-133" y="102463"/>
                          <a:pt x="11177" y="106546"/>
                          <a:pt x="14098" y="107530"/>
                        </a:cubicBezTo>
                        <a:cubicBezTo>
                          <a:pt x="18479" y="108990"/>
                          <a:pt x="23113" y="109601"/>
                          <a:pt x="27718" y="109109"/>
                        </a:cubicBezTo>
                        <a:cubicBezTo>
                          <a:pt x="39117" y="107902"/>
                          <a:pt x="49637" y="100049"/>
                          <a:pt x="55762" y="90572"/>
                        </a:cubicBezTo>
                        <a:cubicBezTo>
                          <a:pt x="72168" y="65225"/>
                          <a:pt x="80647" y="34618"/>
                          <a:pt x="83746" y="11208"/>
                        </a:cubicBezTo>
                        <a:cubicBezTo>
                          <a:pt x="68487" y="-4051"/>
                          <a:pt x="45450" y="-177"/>
                          <a:pt x="36241" y="2506"/>
                        </a:cubicBezTo>
                        <a:close/>
                      </a:path>
                    </a:pathLst>
                  </a:custGeom>
                  <a:solidFill>
                    <a:srgbClr val="C9764E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8" name="Forme libre : forme 2617">
                    <a:extLst>
                      <a:ext uri="{FF2B5EF4-FFF2-40B4-BE49-F238E27FC236}">
                        <a16:creationId xmlns:a16="http://schemas.microsoft.com/office/drawing/2014/main" id="{4C258C5B-9A4D-F72C-46D0-811E26131F87}"/>
                      </a:ext>
                    </a:extLst>
                  </p:cNvPr>
                  <p:cNvSpPr/>
                  <p:nvPr/>
                </p:nvSpPr>
                <p:spPr>
                  <a:xfrm>
                    <a:off x="816095" y="471567"/>
                    <a:ext cx="102243" cy="162617"/>
                  </a:xfrm>
                  <a:custGeom>
                    <a:avLst/>
                    <a:gdLst>
                      <a:gd name="connsiteX0" fmla="*/ 100837 w 102243"/>
                      <a:gd name="connsiteY0" fmla="*/ 162617 h 162617"/>
                      <a:gd name="connsiteX1" fmla="*/ 42156 w 102243"/>
                      <a:gd name="connsiteY1" fmla="*/ 0 h 162617"/>
                      <a:gd name="connsiteX2" fmla="*/ 0 w 102243"/>
                      <a:gd name="connsiteY2" fmla="*/ 49144 h 162617"/>
                      <a:gd name="connsiteX3" fmla="*/ 54166 w 102243"/>
                      <a:gd name="connsiteY3" fmla="*/ 154288 h 162617"/>
                      <a:gd name="connsiteX4" fmla="*/ 100822 w 102243"/>
                      <a:gd name="connsiteY4" fmla="*/ 162617 h 1626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2243" h="162617">
                        <a:moveTo>
                          <a:pt x="100837" y="162617"/>
                        </a:moveTo>
                        <a:cubicBezTo>
                          <a:pt x="113011" y="70692"/>
                          <a:pt x="42156" y="0"/>
                          <a:pt x="42156" y="0"/>
                        </a:cubicBezTo>
                        <a:lnTo>
                          <a:pt x="0" y="49144"/>
                        </a:lnTo>
                        <a:cubicBezTo>
                          <a:pt x="32008" y="89035"/>
                          <a:pt x="47207" y="125588"/>
                          <a:pt x="54166" y="154288"/>
                        </a:cubicBezTo>
                        <a:cubicBezTo>
                          <a:pt x="63375" y="151605"/>
                          <a:pt x="85563" y="147359"/>
                          <a:pt x="100822" y="162617"/>
                        </a:cubicBezTo>
                        <a:close/>
                      </a:path>
                    </a:pathLst>
                  </a:custGeom>
                  <a:solidFill>
                    <a:srgbClr val="968FDC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588" name="Graphique 6">
                  <a:extLst>
                    <a:ext uri="{FF2B5EF4-FFF2-40B4-BE49-F238E27FC236}">
                      <a16:creationId xmlns:a16="http://schemas.microsoft.com/office/drawing/2014/main" id="{E8826445-F6EC-AE84-8C4A-8FDA118DBF2E}"/>
                    </a:ext>
                  </a:extLst>
                </p:cNvPr>
                <p:cNvGrpSpPr/>
                <p:nvPr/>
              </p:nvGrpSpPr>
              <p:grpSpPr>
                <a:xfrm>
                  <a:off x="208617" y="329944"/>
                  <a:ext cx="362724" cy="847589"/>
                  <a:chOff x="208617" y="329944"/>
                  <a:chExt cx="362724" cy="847589"/>
                </a:xfrm>
              </p:grpSpPr>
              <p:grpSp>
                <p:nvGrpSpPr>
                  <p:cNvPr id="2589" name="Graphique 6">
                    <a:extLst>
                      <a:ext uri="{FF2B5EF4-FFF2-40B4-BE49-F238E27FC236}">
                        <a16:creationId xmlns:a16="http://schemas.microsoft.com/office/drawing/2014/main" id="{3DEA5B92-8920-119F-1E0F-137494BF6C27}"/>
                      </a:ext>
                    </a:extLst>
                  </p:cNvPr>
                  <p:cNvGrpSpPr/>
                  <p:nvPr/>
                </p:nvGrpSpPr>
                <p:grpSpPr>
                  <a:xfrm>
                    <a:off x="211116" y="719971"/>
                    <a:ext cx="205760" cy="457562"/>
                    <a:chOff x="211116" y="719971"/>
                    <a:chExt cx="205760" cy="457562"/>
                  </a:xfrm>
                </p:grpSpPr>
                <p:sp>
                  <p:nvSpPr>
                    <p:cNvPr id="2602" name="Forme libre : forme 2601">
                      <a:extLst>
                        <a:ext uri="{FF2B5EF4-FFF2-40B4-BE49-F238E27FC236}">
                          <a16:creationId xmlns:a16="http://schemas.microsoft.com/office/drawing/2014/main" id="{DDB312A7-AC54-63AA-0700-A00AEC6ADF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223" y="1125405"/>
                      <a:ext cx="60186" cy="47096"/>
                    </a:xfrm>
                    <a:custGeom>
                      <a:avLst/>
                      <a:gdLst>
                        <a:gd name="connsiteX0" fmla="*/ 60187 w 60186"/>
                        <a:gd name="connsiteY0" fmla="*/ 44972 h 47096"/>
                        <a:gd name="connsiteX1" fmla="*/ 60053 w 60186"/>
                        <a:gd name="connsiteY1" fmla="*/ 43616 h 47096"/>
                        <a:gd name="connsiteX2" fmla="*/ 19626 w 60186"/>
                        <a:gd name="connsiteY2" fmla="*/ 0 h 47096"/>
                        <a:gd name="connsiteX3" fmla="*/ 6289 w 60186"/>
                        <a:gd name="connsiteY3" fmla="*/ 1043 h 47096"/>
                        <a:gd name="connsiteX4" fmla="*/ 835 w 60186"/>
                        <a:gd name="connsiteY4" fmla="*/ 45732 h 47096"/>
                        <a:gd name="connsiteX5" fmla="*/ 969 w 60186"/>
                        <a:gd name="connsiteY5" fmla="*/ 46269 h 47096"/>
                        <a:gd name="connsiteX6" fmla="*/ 60172 w 60186"/>
                        <a:gd name="connsiteY6" fmla="*/ 44987 h 470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0186" h="47096">
                          <a:moveTo>
                            <a:pt x="60187" y="44972"/>
                          </a:moveTo>
                          <a:cubicBezTo>
                            <a:pt x="60187" y="44525"/>
                            <a:pt x="60157" y="44063"/>
                            <a:pt x="60053" y="43616"/>
                          </a:cubicBezTo>
                          <a:cubicBezTo>
                            <a:pt x="53273" y="16734"/>
                            <a:pt x="19626" y="0"/>
                            <a:pt x="19626" y="0"/>
                          </a:cubicBezTo>
                          <a:lnTo>
                            <a:pt x="6289" y="1043"/>
                          </a:lnTo>
                          <a:cubicBezTo>
                            <a:pt x="-1370" y="24736"/>
                            <a:pt x="-387" y="39265"/>
                            <a:pt x="835" y="45732"/>
                          </a:cubicBezTo>
                          <a:cubicBezTo>
                            <a:pt x="865" y="45911"/>
                            <a:pt x="925" y="46090"/>
                            <a:pt x="969" y="46269"/>
                          </a:cubicBezTo>
                          <a:cubicBezTo>
                            <a:pt x="11966" y="47252"/>
                            <a:pt x="34601" y="47893"/>
                            <a:pt x="60172" y="44987"/>
                          </a:cubicBez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03" name="Forme libre : forme 2602">
                      <a:extLst>
                        <a:ext uri="{FF2B5EF4-FFF2-40B4-BE49-F238E27FC236}">
                          <a16:creationId xmlns:a16="http://schemas.microsoft.com/office/drawing/2014/main" id="{988AADFE-0895-1131-4DD5-44114CF554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9193" y="1170392"/>
                      <a:ext cx="59202" cy="7141"/>
                    </a:xfrm>
                    <a:custGeom>
                      <a:avLst/>
                      <a:gdLst>
                        <a:gd name="connsiteX0" fmla="*/ 0 w 59202"/>
                        <a:gd name="connsiteY0" fmla="*/ 1282 h 7141"/>
                        <a:gd name="connsiteX1" fmla="*/ 4232 w 59202"/>
                        <a:gd name="connsiteY1" fmla="*/ 5558 h 7141"/>
                        <a:gd name="connsiteX2" fmla="*/ 55179 w 59202"/>
                        <a:gd name="connsiteY2" fmla="*/ 4843 h 7141"/>
                        <a:gd name="connsiteX3" fmla="*/ 59203 w 59202"/>
                        <a:gd name="connsiteY3" fmla="*/ 0 h 7141"/>
                        <a:gd name="connsiteX4" fmla="*/ 0 w 59202"/>
                        <a:gd name="connsiteY4" fmla="*/ 1282 h 71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9202" h="7141">
                          <a:moveTo>
                            <a:pt x="0" y="1282"/>
                          </a:moveTo>
                          <a:cubicBezTo>
                            <a:pt x="596" y="3442"/>
                            <a:pt x="2190" y="5126"/>
                            <a:pt x="4232" y="5558"/>
                          </a:cubicBezTo>
                          <a:cubicBezTo>
                            <a:pt x="19878" y="8851"/>
                            <a:pt x="44749" y="6199"/>
                            <a:pt x="55179" y="4843"/>
                          </a:cubicBezTo>
                          <a:cubicBezTo>
                            <a:pt x="57489" y="4545"/>
                            <a:pt x="59173" y="2414"/>
                            <a:pt x="59203" y="0"/>
                          </a:cubicBezTo>
                          <a:cubicBezTo>
                            <a:pt x="33632" y="2906"/>
                            <a:pt x="10997" y="2265"/>
                            <a:pt x="0" y="1282"/>
                          </a:cubicBezTo>
                          <a:close/>
                        </a:path>
                      </a:pathLst>
                    </a:custGeom>
                    <a:solidFill>
                      <a:srgbClr val="4438B7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04" name="Forme libre : forme 2603">
                      <a:extLst>
                        <a:ext uri="{FF2B5EF4-FFF2-40B4-BE49-F238E27FC236}">
                          <a16:creationId xmlns:a16="http://schemas.microsoft.com/office/drawing/2014/main" id="{C2EDA784-450F-F76B-D3F3-43E5D29188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9148" y="1106584"/>
                      <a:ext cx="22701" cy="31035"/>
                    </a:xfrm>
                    <a:custGeom>
                      <a:avLst/>
                      <a:gdLst>
                        <a:gd name="connsiteX0" fmla="*/ 0 w 22701"/>
                        <a:gd name="connsiteY0" fmla="*/ 15 h 31035"/>
                        <a:gd name="connsiteX1" fmla="*/ 5648 w 22701"/>
                        <a:gd name="connsiteY1" fmla="*/ 27195 h 31035"/>
                        <a:gd name="connsiteX2" fmla="*/ 9447 w 22701"/>
                        <a:gd name="connsiteY2" fmla="*/ 30846 h 31035"/>
                        <a:gd name="connsiteX3" fmla="*/ 18194 w 22701"/>
                        <a:gd name="connsiteY3" fmla="*/ 30712 h 31035"/>
                        <a:gd name="connsiteX4" fmla="*/ 22620 w 22701"/>
                        <a:gd name="connsiteY4" fmla="*/ 24140 h 31035"/>
                        <a:gd name="connsiteX5" fmla="*/ 18701 w 22701"/>
                        <a:gd name="connsiteY5" fmla="*/ 0 h 31035"/>
                        <a:gd name="connsiteX6" fmla="*/ 15 w 22701"/>
                        <a:gd name="connsiteY6" fmla="*/ 0 h 310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2701" h="31035">
                          <a:moveTo>
                            <a:pt x="0" y="15"/>
                          </a:moveTo>
                          <a:lnTo>
                            <a:pt x="5648" y="27195"/>
                          </a:lnTo>
                          <a:cubicBezTo>
                            <a:pt x="6065" y="29192"/>
                            <a:pt x="7585" y="30682"/>
                            <a:pt x="9447" y="30846"/>
                          </a:cubicBezTo>
                          <a:cubicBezTo>
                            <a:pt x="11712" y="31054"/>
                            <a:pt x="14946" y="31188"/>
                            <a:pt x="18194" y="30712"/>
                          </a:cubicBezTo>
                          <a:cubicBezTo>
                            <a:pt x="21100" y="30279"/>
                            <a:pt x="23142" y="27329"/>
                            <a:pt x="22620" y="24140"/>
                          </a:cubicBezTo>
                          <a:lnTo>
                            <a:pt x="18701" y="0"/>
                          </a:lnTo>
                          <a:lnTo>
                            <a:pt x="15" y="0"/>
                          </a:ln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05" name="Forme libre : forme 2604">
                      <a:extLst>
                        <a:ext uri="{FF2B5EF4-FFF2-40B4-BE49-F238E27FC236}">
                          <a16:creationId xmlns:a16="http://schemas.microsoft.com/office/drawing/2014/main" id="{D304A085-92C4-304C-44B1-0A19828AB2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9867" y="1167575"/>
                      <a:ext cx="87009" cy="7450"/>
                    </a:xfrm>
                    <a:custGeom>
                      <a:avLst/>
                      <a:gdLst>
                        <a:gd name="connsiteX0" fmla="*/ 26286 w 87009"/>
                        <a:gd name="connsiteY0" fmla="*/ 3755 h 7450"/>
                        <a:gd name="connsiteX1" fmla="*/ 0 w 87009"/>
                        <a:gd name="connsiteY1" fmla="*/ 0 h 7450"/>
                        <a:gd name="connsiteX2" fmla="*/ 45 w 87009"/>
                        <a:gd name="connsiteY2" fmla="*/ 4500 h 7450"/>
                        <a:gd name="connsiteX3" fmla="*/ 2816 w 87009"/>
                        <a:gd name="connsiteY3" fmla="*/ 7451 h 7450"/>
                        <a:gd name="connsiteX4" fmla="*/ 83671 w 87009"/>
                        <a:gd name="connsiteY4" fmla="*/ 6929 h 7450"/>
                        <a:gd name="connsiteX5" fmla="*/ 86636 w 87009"/>
                        <a:gd name="connsiteY5" fmla="*/ 1550 h 7450"/>
                        <a:gd name="connsiteX6" fmla="*/ 26271 w 87009"/>
                        <a:gd name="connsiteY6" fmla="*/ 3755 h 74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7009" h="7450">
                          <a:moveTo>
                            <a:pt x="26286" y="3755"/>
                          </a:moveTo>
                          <a:cubicBezTo>
                            <a:pt x="11563" y="3338"/>
                            <a:pt x="3949" y="1609"/>
                            <a:pt x="0" y="0"/>
                          </a:cubicBezTo>
                          <a:cubicBezTo>
                            <a:pt x="0" y="1460"/>
                            <a:pt x="0" y="2950"/>
                            <a:pt x="45" y="4500"/>
                          </a:cubicBezTo>
                          <a:cubicBezTo>
                            <a:pt x="89" y="6154"/>
                            <a:pt x="1311" y="7465"/>
                            <a:pt x="2816" y="7451"/>
                          </a:cubicBezTo>
                          <a:lnTo>
                            <a:pt x="83671" y="6929"/>
                          </a:lnTo>
                          <a:cubicBezTo>
                            <a:pt x="86249" y="6914"/>
                            <a:pt x="87754" y="3919"/>
                            <a:pt x="86636" y="1550"/>
                          </a:cubicBezTo>
                          <a:cubicBezTo>
                            <a:pt x="76041" y="2429"/>
                            <a:pt x="49040" y="4381"/>
                            <a:pt x="26271" y="3755"/>
                          </a:cubicBezTo>
                          <a:close/>
                        </a:path>
                      </a:pathLst>
                    </a:custGeom>
                    <a:solidFill>
                      <a:srgbClr val="4438B7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06" name="Forme libre : forme 2605">
                      <a:extLst>
                        <a:ext uri="{FF2B5EF4-FFF2-40B4-BE49-F238E27FC236}">
                          <a16:creationId xmlns:a16="http://schemas.microsoft.com/office/drawing/2014/main" id="{EBE47EE1-E0A5-FE5E-E7D1-4B0BA204A4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9882" y="1129503"/>
                      <a:ext cx="86650" cy="41938"/>
                    </a:xfrm>
                    <a:custGeom>
                      <a:avLst/>
                      <a:gdLst>
                        <a:gd name="connsiteX0" fmla="*/ 86636 w 86650"/>
                        <a:gd name="connsiteY0" fmla="*/ 39623 h 41938"/>
                        <a:gd name="connsiteX1" fmla="*/ 86323 w 86650"/>
                        <a:gd name="connsiteY1" fmla="*/ 39012 h 41938"/>
                        <a:gd name="connsiteX2" fmla="*/ 25064 w 86650"/>
                        <a:gd name="connsiteY2" fmla="*/ 551 h 41938"/>
                        <a:gd name="connsiteX3" fmla="*/ 7823 w 86650"/>
                        <a:gd name="connsiteY3" fmla="*/ 0 h 41938"/>
                        <a:gd name="connsiteX4" fmla="*/ 0 w 86650"/>
                        <a:gd name="connsiteY4" fmla="*/ 38058 h 41938"/>
                        <a:gd name="connsiteX5" fmla="*/ 26286 w 86650"/>
                        <a:gd name="connsiteY5" fmla="*/ 41813 h 41938"/>
                        <a:gd name="connsiteX6" fmla="*/ 86651 w 86650"/>
                        <a:gd name="connsiteY6" fmla="*/ 39608 h 419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6650" h="41938">
                          <a:moveTo>
                            <a:pt x="86636" y="39623"/>
                          </a:moveTo>
                          <a:cubicBezTo>
                            <a:pt x="86532" y="39414"/>
                            <a:pt x="86457" y="39205"/>
                            <a:pt x="86323" y="39012"/>
                          </a:cubicBezTo>
                          <a:cubicBezTo>
                            <a:pt x="79185" y="29028"/>
                            <a:pt x="60991" y="9164"/>
                            <a:pt x="25064" y="551"/>
                          </a:cubicBezTo>
                          <a:lnTo>
                            <a:pt x="7823" y="0"/>
                          </a:lnTo>
                          <a:cubicBezTo>
                            <a:pt x="7823" y="0"/>
                            <a:pt x="149" y="13337"/>
                            <a:pt x="0" y="38058"/>
                          </a:cubicBezTo>
                          <a:cubicBezTo>
                            <a:pt x="3934" y="39667"/>
                            <a:pt x="11548" y="41396"/>
                            <a:pt x="26286" y="41813"/>
                          </a:cubicBezTo>
                          <a:cubicBezTo>
                            <a:pt x="49055" y="42454"/>
                            <a:pt x="76041" y="40487"/>
                            <a:pt x="86651" y="39608"/>
                          </a:cubicBez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07" name="Forme libre : forme 2606">
                      <a:extLst>
                        <a:ext uri="{FF2B5EF4-FFF2-40B4-BE49-F238E27FC236}">
                          <a16:creationId xmlns:a16="http://schemas.microsoft.com/office/drawing/2014/main" id="{80BE3F3E-6E03-FB58-3FF4-868DE77243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11" y="1098627"/>
                      <a:ext cx="23973" cy="36947"/>
                    </a:xfrm>
                    <a:custGeom>
                      <a:avLst/>
                      <a:gdLst>
                        <a:gd name="connsiteX0" fmla="*/ 15 w 23973"/>
                        <a:gd name="connsiteY0" fmla="*/ 5558 h 36947"/>
                        <a:gd name="connsiteX1" fmla="*/ 5260 w 23973"/>
                        <a:gd name="connsiteY1" fmla="*/ 33677 h 36947"/>
                        <a:gd name="connsiteX2" fmla="*/ 8628 w 23973"/>
                        <a:gd name="connsiteY2" fmla="*/ 36866 h 36947"/>
                        <a:gd name="connsiteX3" fmla="*/ 20430 w 23973"/>
                        <a:gd name="connsiteY3" fmla="*/ 35942 h 36947"/>
                        <a:gd name="connsiteX4" fmla="*/ 23961 w 23973"/>
                        <a:gd name="connsiteY4" fmla="*/ 30592 h 36947"/>
                        <a:gd name="connsiteX5" fmla="*/ 22039 w 23973"/>
                        <a:gd name="connsiteY5" fmla="*/ 0 h 36947"/>
                        <a:gd name="connsiteX6" fmla="*/ 0 w 23973"/>
                        <a:gd name="connsiteY6" fmla="*/ 5573 h 369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3973" h="36947">
                          <a:moveTo>
                            <a:pt x="15" y="5558"/>
                          </a:moveTo>
                          <a:cubicBezTo>
                            <a:pt x="283" y="6825"/>
                            <a:pt x="3874" y="26167"/>
                            <a:pt x="5260" y="33677"/>
                          </a:cubicBezTo>
                          <a:cubicBezTo>
                            <a:pt x="5588" y="35465"/>
                            <a:pt x="6974" y="36761"/>
                            <a:pt x="8628" y="36866"/>
                          </a:cubicBezTo>
                          <a:cubicBezTo>
                            <a:pt x="11578" y="37030"/>
                            <a:pt x="16347" y="37045"/>
                            <a:pt x="20430" y="35942"/>
                          </a:cubicBezTo>
                          <a:cubicBezTo>
                            <a:pt x="22635" y="35346"/>
                            <a:pt x="24125" y="33096"/>
                            <a:pt x="23961" y="30592"/>
                          </a:cubicBezTo>
                          <a:lnTo>
                            <a:pt x="22039" y="0"/>
                          </a:lnTo>
                          <a:lnTo>
                            <a:pt x="0" y="5573"/>
                          </a:ln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08" name="Forme libre : forme 2607">
                      <a:extLst>
                        <a:ext uri="{FF2B5EF4-FFF2-40B4-BE49-F238E27FC236}">
                          <a16:creationId xmlns:a16="http://schemas.microsoft.com/office/drawing/2014/main" id="{6F98D9F4-6E25-8DF0-12DF-768C0945E9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1116" y="719971"/>
                      <a:ext cx="150394" cy="394957"/>
                    </a:xfrm>
                    <a:custGeom>
                      <a:avLst/>
                      <a:gdLst>
                        <a:gd name="connsiteX0" fmla="*/ 109542 w 150394"/>
                        <a:gd name="connsiteY0" fmla="*/ 27076 h 394957"/>
                        <a:gd name="connsiteX1" fmla="*/ 150371 w 150394"/>
                        <a:gd name="connsiteY1" fmla="*/ 383931 h 394957"/>
                        <a:gd name="connsiteX2" fmla="*/ 144262 w 150394"/>
                        <a:gd name="connsiteY2" fmla="*/ 391427 h 394957"/>
                        <a:gd name="connsiteX3" fmla="*/ 124994 w 150394"/>
                        <a:gd name="connsiteY3" fmla="*/ 393662 h 394957"/>
                        <a:gd name="connsiteX4" fmla="*/ 118184 w 150394"/>
                        <a:gd name="connsiteY4" fmla="*/ 387701 h 394957"/>
                        <a:gd name="connsiteX5" fmla="*/ 59831 w 150394"/>
                        <a:gd name="connsiteY5" fmla="*/ 129641 h 394957"/>
                        <a:gd name="connsiteX6" fmla="*/ 51293 w 150394"/>
                        <a:gd name="connsiteY6" fmla="*/ 390175 h 394957"/>
                        <a:gd name="connsiteX7" fmla="*/ 47567 w 150394"/>
                        <a:gd name="connsiteY7" fmla="*/ 394556 h 394957"/>
                        <a:gd name="connsiteX8" fmla="*/ 32100 w 150394"/>
                        <a:gd name="connsiteY8" fmla="*/ 394511 h 394957"/>
                        <a:gd name="connsiteX9" fmla="*/ 27063 w 150394"/>
                        <a:gd name="connsiteY9" fmla="*/ 389713 h 394957"/>
                        <a:gd name="connsiteX10" fmla="*/ 32 w 150394"/>
                        <a:gd name="connsiteY10" fmla="*/ 64478 h 394957"/>
                        <a:gd name="connsiteX11" fmla="*/ 8243 w 150394"/>
                        <a:gd name="connsiteY11" fmla="*/ 0 h 394957"/>
                        <a:gd name="connsiteX12" fmla="*/ 109542 w 150394"/>
                        <a:gd name="connsiteY12" fmla="*/ 27061 h 3949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150394" h="394957">
                          <a:moveTo>
                            <a:pt x="109542" y="27076"/>
                          </a:moveTo>
                          <a:cubicBezTo>
                            <a:pt x="109542" y="27076"/>
                            <a:pt x="133250" y="190021"/>
                            <a:pt x="150371" y="383931"/>
                          </a:cubicBezTo>
                          <a:cubicBezTo>
                            <a:pt x="150684" y="387537"/>
                            <a:pt x="147808" y="390681"/>
                            <a:pt x="144262" y="391427"/>
                          </a:cubicBezTo>
                          <a:cubicBezTo>
                            <a:pt x="139031" y="392529"/>
                            <a:pt x="131342" y="393840"/>
                            <a:pt x="124994" y="393662"/>
                          </a:cubicBezTo>
                          <a:cubicBezTo>
                            <a:pt x="121597" y="393572"/>
                            <a:pt x="118765" y="391054"/>
                            <a:pt x="118184" y="387701"/>
                          </a:cubicBezTo>
                          <a:cubicBezTo>
                            <a:pt x="112358" y="353518"/>
                            <a:pt x="70754" y="170023"/>
                            <a:pt x="59831" y="129641"/>
                          </a:cubicBezTo>
                          <a:cubicBezTo>
                            <a:pt x="59831" y="129641"/>
                            <a:pt x="47284" y="301184"/>
                            <a:pt x="51293" y="390175"/>
                          </a:cubicBezTo>
                          <a:cubicBezTo>
                            <a:pt x="51397" y="392380"/>
                            <a:pt x="49773" y="394302"/>
                            <a:pt x="47567" y="394556"/>
                          </a:cubicBezTo>
                          <a:cubicBezTo>
                            <a:pt x="44229" y="394943"/>
                            <a:pt x="38895" y="395241"/>
                            <a:pt x="32100" y="394511"/>
                          </a:cubicBezTo>
                          <a:cubicBezTo>
                            <a:pt x="29522" y="394243"/>
                            <a:pt x="27436" y="392291"/>
                            <a:pt x="27063" y="389713"/>
                          </a:cubicBezTo>
                          <a:cubicBezTo>
                            <a:pt x="22906" y="360775"/>
                            <a:pt x="-996" y="188546"/>
                            <a:pt x="32" y="64478"/>
                          </a:cubicBezTo>
                          <a:cubicBezTo>
                            <a:pt x="92" y="57474"/>
                            <a:pt x="8243" y="0"/>
                            <a:pt x="8243" y="0"/>
                          </a:cubicBezTo>
                          <a:lnTo>
                            <a:pt x="109542" y="27061"/>
                          </a:ln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590" name="Forme libre : forme 2589">
                    <a:extLst>
                      <a:ext uri="{FF2B5EF4-FFF2-40B4-BE49-F238E27FC236}">
                        <a16:creationId xmlns:a16="http://schemas.microsoft.com/office/drawing/2014/main" id="{69F78EFF-2274-AD07-5150-E1A177D39F08}"/>
                      </a:ext>
                    </a:extLst>
                  </p:cNvPr>
                  <p:cNvSpPr/>
                  <p:nvPr/>
                </p:nvSpPr>
                <p:spPr>
                  <a:xfrm>
                    <a:off x="208617" y="449565"/>
                    <a:ext cx="158272" cy="315936"/>
                  </a:xfrm>
                  <a:custGeom>
                    <a:avLst/>
                    <a:gdLst>
                      <a:gd name="connsiteX0" fmla="*/ 7180 w 158272"/>
                      <a:gd name="connsiteY0" fmla="*/ 306884 h 315936"/>
                      <a:gd name="connsiteX1" fmla="*/ 2785 w 158272"/>
                      <a:gd name="connsiteY1" fmla="*/ 301237 h 315936"/>
                      <a:gd name="connsiteX2" fmla="*/ 80763 w 158272"/>
                      <a:gd name="connsiteY2" fmla="*/ 2913 h 315936"/>
                      <a:gd name="connsiteX3" fmla="*/ 131725 w 158272"/>
                      <a:gd name="connsiteY3" fmla="*/ 23998 h 315936"/>
                      <a:gd name="connsiteX4" fmla="*/ 141962 w 158272"/>
                      <a:gd name="connsiteY4" fmla="*/ 148215 h 315936"/>
                      <a:gd name="connsiteX5" fmla="*/ 115915 w 158272"/>
                      <a:gd name="connsiteY5" fmla="*/ 299523 h 315936"/>
                      <a:gd name="connsiteX6" fmla="*/ 112667 w 158272"/>
                      <a:gd name="connsiteY6" fmla="*/ 305886 h 315936"/>
                      <a:gd name="connsiteX7" fmla="*/ 7195 w 158272"/>
                      <a:gd name="connsiteY7" fmla="*/ 306884 h 3159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58272" h="315936">
                        <a:moveTo>
                          <a:pt x="7180" y="306884"/>
                        </a:moveTo>
                        <a:cubicBezTo>
                          <a:pt x="4737" y="306020"/>
                          <a:pt x="3038" y="303814"/>
                          <a:pt x="2785" y="301237"/>
                        </a:cubicBezTo>
                        <a:cubicBezTo>
                          <a:pt x="-374" y="270644"/>
                          <a:pt x="-15633" y="80936"/>
                          <a:pt x="80763" y="2913"/>
                        </a:cubicBezTo>
                        <a:cubicBezTo>
                          <a:pt x="80763" y="2913"/>
                          <a:pt x="86291" y="-11556"/>
                          <a:pt x="131725" y="23998"/>
                        </a:cubicBezTo>
                        <a:cubicBezTo>
                          <a:pt x="177159" y="59553"/>
                          <a:pt x="152840" y="96821"/>
                          <a:pt x="141962" y="148215"/>
                        </a:cubicBezTo>
                        <a:cubicBezTo>
                          <a:pt x="128805" y="210413"/>
                          <a:pt x="105708" y="261256"/>
                          <a:pt x="115915" y="299523"/>
                        </a:cubicBezTo>
                        <a:cubicBezTo>
                          <a:pt x="116615" y="302160"/>
                          <a:pt x="115230" y="304932"/>
                          <a:pt x="112667" y="305886"/>
                        </a:cubicBezTo>
                        <a:cubicBezTo>
                          <a:pt x="77365" y="318895"/>
                          <a:pt x="42213" y="319327"/>
                          <a:pt x="7195" y="306884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1" name="Forme libre : forme 2590">
                    <a:extLst>
                      <a:ext uri="{FF2B5EF4-FFF2-40B4-BE49-F238E27FC236}">
                        <a16:creationId xmlns:a16="http://schemas.microsoft.com/office/drawing/2014/main" id="{DF410F6A-CAEC-0639-D68D-4FC955A97BB5}"/>
                      </a:ext>
                    </a:extLst>
                  </p:cNvPr>
                  <p:cNvSpPr/>
                  <p:nvPr/>
                </p:nvSpPr>
                <p:spPr>
                  <a:xfrm>
                    <a:off x="288456" y="395630"/>
                    <a:ext cx="68367" cy="82031"/>
                  </a:xfrm>
                  <a:custGeom>
                    <a:avLst/>
                    <a:gdLst>
                      <a:gd name="connsiteX0" fmla="*/ 38520 w 68367"/>
                      <a:gd name="connsiteY0" fmla="*/ 0 h 82031"/>
                      <a:gd name="connsiteX1" fmla="*/ 0 w 68367"/>
                      <a:gd name="connsiteY1" fmla="*/ 57370 h 82031"/>
                      <a:gd name="connsiteX2" fmla="*/ 39891 w 68367"/>
                      <a:gd name="connsiteY2" fmla="*/ 82031 h 82031"/>
                      <a:gd name="connsiteX3" fmla="*/ 68367 w 68367"/>
                      <a:gd name="connsiteY3" fmla="*/ 23499 h 82031"/>
                      <a:gd name="connsiteX4" fmla="*/ 38520 w 68367"/>
                      <a:gd name="connsiteY4" fmla="*/ 15 h 820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367" h="82031">
                        <a:moveTo>
                          <a:pt x="38520" y="0"/>
                        </a:moveTo>
                        <a:cubicBezTo>
                          <a:pt x="38490" y="2697"/>
                          <a:pt x="0" y="57370"/>
                          <a:pt x="0" y="57370"/>
                        </a:cubicBezTo>
                        <a:cubicBezTo>
                          <a:pt x="0" y="57370"/>
                          <a:pt x="6914" y="70975"/>
                          <a:pt x="39891" y="82031"/>
                        </a:cubicBezTo>
                        <a:lnTo>
                          <a:pt x="68367" y="23499"/>
                        </a:lnTo>
                        <a:lnTo>
                          <a:pt x="38520" y="15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592" name="Graphique 6">
                    <a:extLst>
                      <a:ext uri="{FF2B5EF4-FFF2-40B4-BE49-F238E27FC236}">
                        <a16:creationId xmlns:a16="http://schemas.microsoft.com/office/drawing/2014/main" id="{C1F69F4A-9905-0B1F-573C-E55C364B6BFD}"/>
                      </a:ext>
                    </a:extLst>
                  </p:cNvPr>
                  <p:cNvGrpSpPr/>
                  <p:nvPr/>
                </p:nvGrpSpPr>
                <p:grpSpPr>
                  <a:xfrm>
                    <a:off x="277770" y="329944"/>
                    <a:ext cx="97263" cy="113537"/>
                    <a:chOff x="277770" y="329944"/>
                    <a:chExt cx="97263" cy="113537"/>
                  </a:xfrm>
                </p:grpSpPr>
                <p:sp>
                  <p:nvSpPr>
                    <p:cNvPr id="2599" name="Forme libre : forme 2598">
                      <a:extLst>
                        <a:ext uri="{FF2B5EF4-FFF2-40B4-BE49-F238E27FC236}">
                          <a16:creationId xmlns:a16="http://schemas.microsoft.com/office/drawing/2014/main" id="{03132242-EE40-2808-4C5A-EC13A922AA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2345" y="364293"/>
                      <a:ext cx="70425" cy="79188"/>
                    </a:xfrm>
                    <a:custGeom>
                      <a:avLst/>
                      <a:gdLst>
                        <a:gd name="connsiteX0" fmla="*/ 54940 w 70425"/>
                        <a:gd name="connsiteY0" fmla="*/ 0 h 79188"/>
                        <a:gd name="connsiteX1" fmla="*/ 69558 w 70425"/>
                        <a:gd name="connsiteY1" fmla="*/ 47982 h 79188"/>
                        <a:gd name="connsiteX2" fmla="*/ 54940 w 70425"/>
                        <a:gd name="connsiteY2" fmla="*/ 78530 h 79188"/>
                        <a:gd name="connsiteX3" fmla="*/ 11040 w 70425"/>
                        <a:gd name="connsiteY3" fmla="*/ 55895 h 79188"/>
                        <a:gd name="connsiteX4" fmla="*/ 446 w 70425"/>
                        <a:gd name="connsiteY4" fmla="*/ 20161 h 79188"/>
                        <a:gd name="connsiteX5" fmla="*/ 54925 w 70425"/>
                        <a:gd name="connsiteY5" fmla="*/ 0 h 791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0425" h="79188">
                          <a:moveTo>
                            <a:pt x="54940" y="0"/>
                          </a:moveTo>
                          <a:cubicBezTo>
                            <a:pt x="54940" y="0"/>
                            <a:pt x="68634" y="31457"/>
                            <a:pt x="69558" y="47982"/>
                          </a:cubicBezTo>
                          <a:cubicBezTo>
                            <a:pt x="70482" y="64493"/>
                            <a:pt x="74043" y="75207"/>
                            <a:pt x="54940" y="78530"/>
                          </a:cubicBezTo>
                          <a:cubicBezTo>
                            <a:pt x="35851" y="81853"/>
                            <a:pt x="19758" y="72346"/>
                            <a:pt x="11040" y="55895"/>
                          </a:cubicBezTo>
                          <a:cubicBezTo>
                            <a:pt x="11040" y="55895"/>
                            <a:pt x="-2609" y="30548"/>
                            <a:pt x="446" y="20161"/>
                          </a:cubicBezTo>
                          <a:cubicBezTo>
                            <a:pt x="3515" y="9775"/>
                            <a:pt x="54925" y="0"/>
                            <a:pt x="54925" y="0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00" name="Forme libre : forme 2599">
                      <a:extLst>
                        <a:ext uri="{FF2B5EF4-FFF2-40B4-BE49-F238E27FC236}">
                          <a16:creationId xmlns:a16="http://schemas.microsoft.com/office/drawing/2014/main" id="{70669717-4622-FA43-04B8-E797D7306F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770" y="329944"/>
                      <a:ext cx="97263" cy="96140"/>
                    </a:xfrm>
                    <a:custGeom>
                      <a:avLst/>
                      <a:gdLst>
                        <a:gd name="connsiteX0" fmla="*/ 42142 w 97263"/>
                        <a:gd name="connsiteY0" fmla="*/ 78427 h 96140"/>
                        <a:gd name="connsiteX1" fmla="*/ 43230 w 97263"/>
                        <a:gd name="connsiteY1" fmla="*/ 77950 h 96140"/>
                        <a:gd name="connsiteX2" fmla="*/ 44512 w 97263"/>
                        <a:gd name="connsiteY2" fmla="*/ 74344 h 96140"/>
                        <a:gd name="connsiteX3" fmla="*/ 43349 w 97263"/>
                        <a:gd name="connsiteY3" fmla="*/ 54436 h 96140"/>
                        <a:gd name="connsiteX4" fmla="*/ 94178 w 97263"/>
                        <a:gd name="connsiteY4" fmla="*/ 31503 h 96140"/>
                        <a:gd name="connsiteX5" fmla="*/ 85431 w 97263"/>
                        <a:gd name="connsiteY5" fmla="*/ 121 h 96140"/>
                        <a:gd name="connsiteX6" fmla="*/ 83702 w 97263"/>
                        <a:gd name="connsiteY6" fmla="*/ 687 h 96140"/>
                        <a:gd name="connsiteX7" fmla="*/ 82912 w 97263"/>
                        <a:gd name="connsiteY7" fmla="*/ 2192 h 96140"/>
                        <a:gd name="connsiteX8" fmla="*/ 80513 w 97263"/>
                        <a:gd name="connsiteY8" fmla="*/ 1954 h 96140"/>
                        <a:gd name="connsiteX9" fmla="*/ 80513 w 97263"/>
                        <a:gd name="connsiteY9" fmla="*/ 1954 h 96140"/>
                        <a:gd name="connsiteX10" fmla="*/ 78174 w 97263"/>
                        <a:gd name="connsiteY10" fmla="*/ 1626 h 96140"/>
                        <a:gd name="connsiteX11" fmla="*/ 53110 w 97263"/>
                        <a:gd name="connsiteY11" fmla="*/ 14322 h 96140"/>
                        <a:gd name="connsiteX12" fmla="*/ 13592 w 97263"/>
                        <a:gd name="connsiteY12" fmla="*/ 44482 h 96140"/>
                        <a:gd name="connsiteX13" fmla="*/ 11580 w 97263"/>
                        <a:gd name="connsiteY13" fmla="*/ 45555 h 96140"/>
                        <a:gd name="connsiteX14" fmla="*/ 3340 w 97263"/>
                        <a:gd name="connsiteY14" fmla="*/ 47120 h 96140"/>
                        <a:gd name="connsiteX15" fmla="*/ 13696 w 97263"/>
                        <a:gd name="connsiteY15" fmla="*/ 78278 h 96140"/>
                        <a:gd name="connsiteX16" fmla="*/ 13636 w 97263"/>
                        <a:gd name="connsiteY16" fmla="*/ 80349 h 96140"/>
                        <a:gd name="connsiteX17" fmla="*/ 17168 w 97263"/>
                        <a:gd name="connsiteY17" fmla="*/ 91317 h 96140"/>
                        <a:gd name="connsiteX18" fmla="*/ 38059 w 97263"/>
                        <a:gd name="connsiteY18" fmla="*/ 95877 h 96140"/>
                        <a:gd name="connsiteX19" fmla="*/ 39103 w 97263"/>
                        <a:gd name="connsiteY19" fmla="*/ 94312 h 96140"/>
                        <a:gd name="connsiteX20" fmla="*/ 35943 w 97263"/>
                        <a:gd name="connsiteY20" fmla="*/ 80007 h 96140"/>
                        <a:gd name="connsiteX21" fmla="*/ 37210 w 97263"/>
                        <a:gd name="connsiteY21" fmla="*/ 78427 h 96140"/>
                        <a:gd name="connsiteX22" fmla="*/ 42128 w 97263"/>
                        <a:gd name="connsiteY22" fmla="*/ 78427 h 961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97263" h="96140">
                          <a:moveTo>
                            <a:pt x="42142" y="78427"/>
                          </a:moveTo>
                          <a:lnTo>
                            <a:pt x="43230" y="77950"/>
                          </a:lnTo>
                          <a:cubicBezTo>
                            <a:pt x="44616" y="77339"/>
                            <a:pt x="45212" y="75700"/>
                            <a:pt x="44512" y="74344"/>
                          </a:cubicBezTo>
                          <a:cubicBezTo>
                            <a:pt x="41815" y="69144"/>
                            <a:pt x="36569" y="57223"/>
                            <a:pt x="43349" y="54436"/>
                          </a:cubicBezTo>
                          <a:cubicBezTo>
                            <a:pt x="52082" y="50845"/>
                            <a:pt x="86697" y="43797"/>
                            <a:pt x="94178" y="31503"/>
                          </a:cubicBezTo>
                          <a:cubicBezTo>
                            <a:pt x="101360" y="19701"/>
                            <a:pt x="94997" y="4457"/>
                            <a:pt x="85431" y="121"/>
                          </a:cubicBezTo>
                          <a:cubicBezTo>
                            <a:pt x="84790" y="-162"/>
                            <a:pt x="84030" y="61"/>
                            <a:pt x="83702" y="687"/>
                          </a:cubicBezTo>
                          <a:lnTo>
                            <a:pt x="82912" y="2192"/>
                          </a:lnTo>
                          <a:cubicBezTo>
                            <a:pt x="82361" y="3221"/>
                            <a:pt x="80841" y="3071"/>
                            <a:pt x="80513" y="1954"/>
                          </a:cubicBezTo>
                          <a:lnTo>
                            <a:pt x="80513" y="1954"/>
                          </a:lnTo>
                          <a:cubicBezTo>
                            <a:pt x="80200" y="881"/>
                            <a:pt x="78770" y="672"/>
                            <a:pt x="78174" y="1626"/>
                          </a:cubicBezTo>
                          <a:cubicBezTo>
                            <a:pt x="75879" y="5307"/>
                            <a:pt x="69680" y="11252"/>
                            <a:pt x="53110" y="14322"/>
                          </a:cubicBezTo>
                          <a:cubicBezTo>
                            <a:pt x="29551" y="18673"/>
                            <a:pt x="13979" y="28195"/>
                            <a:pt x="13592" y="44482"/>
                          </a:cubicBezTo>
                          <a:cubicBezTo>
                            <a:pt x="13562" y="45510"/>
                            <a:pt x="12474" y="46091"/>
                            <a:pt x="11580" y="45555"/>
                          </a:cubicBezTo>
                          <a:cubicBezTo>
                            <a:pt x="9836" y="44497"/>
                            <a:pt x="7065" y="43990"/>
                            <a:pt x="3340" y="47120"/>
                          </a:cubicBezTo>
                          <a:cubicBezTo>
                            <a:pt x="-3128" y="52559"/>
                            <a:pt x="-475" y="66670"/>
                            <a:pt x="13696" y="78278"/>
                          </a:cubicBezTo>
                          <a:cubicBezTo>
                            <a:pt x="14366" y="78830"/>
                            <a:pt x="14366" y="79888"/>
                            <a:pt x="13636" y="80349"/>
                          </a:cubicBezTo>
                          <a:cubicBezTo>
                            <a:pt x="11058" y="82018"/>
                            <a:pt x="7229" y="86012"/>
                            <a:pt x="17168" y="91317"/>
                          </a:cubicBezTo>
                          <a:cubicBezTo>
                            <a:pt x="27435" y="96800"/>
                            <a:pt x="35109" y="96353"/>
                            <a:pt x="38059" y="95877"/>
                          </a:cubicBezTo>
                          <a:cubicBezTo>
                            <a:pt x="38790" y="95757"/>
                            <a:pt x="39266" y="95042"/>
                            <a:pt x="39103" y="94312"/>
                          </a:cubicBezTo>
                          <a:lnTo>
                            <a:pt x="35943" y="80007"/>
                          </a:lnTo>
                          <a:cubicBezTo>
                            <a:pt x="35765" y="79202"/>
                            <a:pt x="36376" y="78427"/>
                            <a:pt x="37210" y="78427"/>
                          </a:cubicBezTo>
                          <a:lnTo>
                            <a:pt x="42128" y="78427"/>
                          </a:lnTo>
                          <a:close/>
                        </a:path>
                      </a:pathLst>
                    </a:custGeom>
                    <a:solidFill>
                      <a:srgbClr val="E9552B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601" name="Forme libre : forme 2600">
                      <a:extLst>
                        <a:ext uri="{FF2B5EF4-FFF2-40B4-BE49-F238E27FC236}">
                          <a16:creationId xmlns:a16="http://schemas.microsoft.com/office/drawing/2014/main" id="{7496F103-E10C-9A1F-70C9-C7181AC8C8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3306" y="395916"/>
                      <a:ext cx="17202" cy="24271"/>
                    </a:xfrm>
                    <a:custGeom>
                      <a:avLst/>
                      <a:gdLst>
                        <a:gd name="connsiteX0" fmla="*/ 17203 w 17202"/>
                        <a:gd name="connsiteY0" fmla="*/ 15465 h 24271"/>
                        <a:gd name="connsiteX1" fmla="*/ 2972 w 17202"/>
                        <a:gd name="connsiteY1" fmla="*/ 996 h 24271"/>
                        <a:gd name="connsiteX2" fmla="*/ 14893 w 17202"/>
                        <a:gd name="connsiteY2" fmla="*/ 24272 h 24271"/>
                        <a:gd name="connsiteX3" fmla="*/ 17203 w 17202"/>
                        <a:gd name="connsiteY3" fmla="*/ 15465 h 242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7202" h="24271">
                          <a:moveTo>
                            <a:pt x="17203" y="15465"/>
                          </a:moveTo>
                          <a:cubicBezTo>
                            <a:pt x="17203" y="15465"/>
                            <a:pt x="11972" y="-4637"/>
                            <a:pt x="2972" y="996"/>
                          </a:cubicBezTo>
                          <a:cubicBezTo>
                            <a:pt x="-6043" y="6628"/>
                            <a:pt x="7651" y="23512"/>
                            <a:pt x="14893" y="24272"/>
                          </a:cubicBezTo>
                          <a:lnTo>
                            <a:pt x="17203" y="15465"/>
                          </a:ln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593" name="Graphique 6">
                    <a:extLst>
                      <a:ext uri="{FF2B5EF4-FFF2-40B4-BE49-F238E27FC236}">
                        <a16:creationId xmlns:a16="http://schemas.microsoft.com/office/drawing/2014/main" id="{60DE9EA8-F667-A359-80F6-B370AA70E86A}"/>
                      </a:ext>
                    </a:extLst>
                  </p:cNvPr>
                  <p:cNvGrpSpPr/>
                  <p:nvPr/>
                </p:nvGrpSpPr>
                <p:grpSpPr>
                  <a:xfrm>
                    <a:off x="354960" y="479468"/>
                    <a:ext cx="216381" cy="91516"/>
                    <a:chOff x="354960" y="479468"/>
                    <a:chExt cx="216381" cy="91516"/>
                  </a:xfrm>
                </p:grpSpPr>
                <p:sp>
                  <p:nvSpPr>
                    <p:cNvPr id="2595" name="Forme libre : forme 2594">
                      <a:extLst>
                        <a:ext uri="{FF2B5EF4-FFF2-40B4-BE49-F238E27FC236}">
                          <a16:creationId xmlns:a16="http://schemas.microsoft.com/office/drawing/2014/main" id="{2E63D063-6427-2616-5F6C-FAD374495C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4960" y="490045"/>
                      <a:ext cx="45597" cy="77397"/>
                    </a:xfrm>
                    <a:custGeom>
                      <a:avLst/>
                      <a:gdLst>
                        <a:gd name="connsiteX0" fmla="*/ 0 w 45597"/>
                        <a:gd name="connsiteY0" fmla="*/ 0 h 77397"/>
                        <a:gd name="connsiteX1" fmla="*/ 2652 w 45597"/>
                        <a:gd name="connsiteY1" fmla="*/ 71273 h 77397"/>
                        <a:gd name="connsiteX2" fmla="*/ 24200 w 45597"/>
                        <a:gd name="connsiteY2" fmla="*/ 77397 h 77397"/>
                        <a:gd name="connsiteX3" fmla="*/ 45598 w 45597"/>
                        <a:gd name="connsiteY3" fmla="*/ 34184 h 77397"/>
                        <a:gd name="connsiteX4" fmla="*/ 0 w 45597"/>
                        <a:gd name="connsiteY4" fmla="*/ 0 h 77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5597" h="77397">
                          <a:moveTo>
                            <a:pt x="0" y="0"/>
                          </a:moveTo>
                          <a:lnTo>
                            <a:pt x="2652" y="71273"/>
                          </a:lnTo>
                          <a:cubicBezTo>
                            <a:pt x="10192" y="73866"/>
                            <a:pt x="17360" y="75877"/>
                            <a:pt x="24200" y="77397"/>
                          </a:cubicBezTo>
                          <a:cubicBezTo>
                            <a:pt x="28476" y="63628"/>
                            <a:pt x="37894" y="46745"/>
                            <a:pt x="45598" y="34184"/>
                          </a:cubicBezTo>
                          <a:cubicBezTo>
                            <a:pt x="17285" y="24170"/>
                            <a:pt x="0" y="0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FFD040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96" name="Forme libre : forme 2595">
                      <a:extLst>
                        <a:ext uri="{FF2B5EF4-FFF2-40B4-BE49-F238E27FC236}">
                          <a16:creationId xmlns:a16="http://schemas.microsoft.com/office/drawing/2014/main" id="{728E62F8-C68B-8FE3-4D21-BCFFBBA5BB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145" y="488838"/>
                      <a:ext cx="128165" cy="82146"/>
                    </a:xfrm>
                    <a:custGeom>
                      <a:avLst/>
                      <a:gdLst>
                        <a:gd name="connsiteX0" fmla="*/ 117184 w 128165"/>
                        <a:gd name="connsiteY0" fmla="*/ 0 h 82146"/>
                        <a:gd name="connsiteX1" fmla="*/ 21398 w 128165"/>
                        <a:gd name="connsiteY1" fmla="*/ 35391 h 82146"/>
                        <a:gd name="connsiteX2" fmla="*/ 0 w 128165"/>
                        <a:gd name="connsiteY2" fmla="*/ 78604 h 82146"/>
                        <a:gd name="connsiteX3" fmla="*/ 128166 w 128165"/>
                        <a:gd name="connsiteY3" fmla="*/ 6110 h 82146"/>
                        <a:gd name="connsiteX4" fmla="*/ 117184 w 128165"/>
                        <a:gd name="connsiteY4" fmla="*/ 0 h 821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8165" h="82146">
                          <a:moveTo>
                            <a:pt x="117184" y="0"/>
                          </a:moveTo>
                          <a:cubicBezTo>
                            <a:pt x="78336" y="41932"/>
                            <a:pt x="46894" y="44406"/>
                            <a:pt x="21398" y="35391"/>
                          </a:cubicBezTo>
                          <a:cubicBezTo>
                            <a:pt x="13694" y="47952"/>
                            <a:pt x="4277" y="64835"/>
                            <a:pt x="0" y="78604"/>
                          </a:cubicBezTo>
                          <a:cubicBezTo>
                            <a:pt x="103728" y="101478"/>
                            <a:pt x="128166" y="6110"/>
                            <a:pt x="128166" y="6110"/>
                          </a:cubicBezTo>
                          <a:lnTo>
                            <a:pt x="117184" y="0"/>
                          </a:ln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97" name="Forme libre : forme 2596">
                      <a:extLst>
                        <a:ext uri="{FF2B5EF4-FFF2-40B4-BE49-F238E27FC236}">
                          <a16:creationId xmlns:a16="http://schemas.microsoft.com/office/drawing/2014/main" id="{BEE881D2-239F-E45A-8CAD-B6CCDFA0E6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4212" y="479468"/>
                      <a:ext cx="40546" cy="14868"/>
                    </a:xfrm>
                    <a:custGeom>
                      <a:avLst/>
                      <a:gdLst>
                        <a:gd name="connsiteX0" fmla="*/ 0 w 40546"/>
                        <a:gd name="connsiteY0" fmla="*/ 4914 h 14868"/>
                        <a:gd name="connsiteX1" fmla="*/ 12755 w 40546"/>
                        <a:gd name="connsiteY1" fmla="*/ 1621 h 14868"/>
                        <a:gd name="connsiteX2" fmla="*/ 33573 w 40546"/>
                        <a:gd name="connsiteY2" fmla="*/ 1621 h 14868"/>
                        <a:gd name="connsiteX3" fmla="*/ 40546 w 40546"/>
                        <a:gd name="connsiteY3" fmla="*/ 3126 h 14868"/>
                        <a:gd name="connsiteX4" fmla="*/ 25094 w 40546"/>
                        <a:gd name="connsiteY4" fmla="*/ 14868 h 14868"/>
                        <a:gd name="connsiteX5" fmla="*/ 0 w 40546"/>
                        <a:gd name="connsiteY5" fmla="*/ 4914 h 14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0546" h="14868">
                          <a:moveTo>
                            <a:pt x="0" y="4914"/>
                          </a:moveTo>
                          <a:cubicBezTo>
                            <a:pt x="0" y="4914"/>
                            <a:pt x="4470" y="116"/>
                            <a:pt x="12755" y="1621"/>
                          </a:cubicBezTo>
                          <a:cubicBezTo>
                            <a:pt x="21041" y="3126"/>
                            <a:pt x="28402" y="6002"/>
                            <a:pt x="33573" y="1621"/>
                          </a:cubicBezTo>
                          <a:cubicBezTo>
                            <a:pt x="38728" y="-2760"/>
                            <a:pt x="40546" y="3126"/>
                            <a:pt x="40546" y="3126"/>
                          </a:cubicBezTo>
                          <a:lnTo>
                            <a:pt x="25094" y="14868"/>
                          </a:lnTo>
                          <a:lnTo>
                            <a:pt x="0" y="4914"/>
                          </a:ln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98" name="Forme libre : forme 2597">
                      <a:extLst>
                        <a:ext uri="{FF2B5EF4-FFF2-40B4-BE49-F238E27FC236}">
                          <a16:creationId xmlns:a16="http://schemas.microsoft.com/office/drawing/2014/main" id="{C8D01EBF-0DCB-BEA9-D50D-A26E7C00FF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4973" y="481370"/>
                      <a:ext cx="76368" cy="25095"/>
                    </a:xfrm>
                    <a:custGeom>
                      <a:avLst/>
                      <a:gdLst>
                        <a:gd name="connsiteX0" fmla="*/ 0 w 76368"/>
                        <a:gd name="connsiteY0" fmla="*/ 11222 h 25095"/>
                        <a:gd name="connsiteX1" fmla="*/ 12308 w 76368"/>
                        <a:gd name="connsiteY1" fmla="*/ 166 h 25095"/>
                        <a:gd name="connsiteX2" fmla="*/ 47922 w 76368"/>
                        <a:gd name="connsiteY2" fmla="*/ 11222 h 25095"/>
                        <a:gd name="connsiteX3" fmla="*/ 63792 w 76368"/>
                        <a:gd name="connsiteY3" fmla="*/ 5873 h 25095"/>
                        <a:gd name="connsiteX4" fmla="*/ 57549 w 76368"/>
                        <a:gd name="connsiteY4" fmla="*/ 13636 h 25095"/>
                        <a:gd name="connsiteX5" fmla="*/ 76369 w 76368"/>
                        <a:gd name="connsiteY5" fmla="*/ 10060 h 25095"/>
                        <a:gd name="connsiteX6" fmla="*/ 49651 w 76368"/>
                        <a:gd name="connsiteY6" fmla="*/ 25096 h 25095"/>
                        <a:gd name="connsiteX7" fmla="*/ 0 w 76368"/>
                        <a:gd name="connsiteY7" fmla="*/ 11222 h 250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76368" h="25095">
                          <a:moveTo>
                            <a:pt x="0" y="11222"/>
                          </a:moveTo>
                          <a:cubicBezTo>
                            <a:pt x="0" y="11222"/>
                            <a:pt x="3070" y="-1593"/>
                            <a:pt x="12308" y="166"/>
                          </a:cubicBezTo>
                          <a:cubicBezTo>
                            <a:pt x="21547" y="1924"/>
                            <a:pt x="42528" y="13324"/>
                            <a:pt x="47922" y="11222"/>
                          </a:cubicBezTo>
                          <a:cubicBezTo>
                            <a:pt x="53332" y="9121"/>
                            <a:pt x="60246" y="4085"/>
                            <a:pt x="63792" y="5873"/>
                          </a:cubicBezTo>
                          <a:lnTo>
                            <a:pt x="57549" y="13636"/>
                          </a:lnTo>
                          <a:cubicBezTo>
                            <a:pt x="57549" y="13636"/>
                            <a:pt x="73612" y="4368"/>
                            <a:pt x="76369" y="10060"/>
                          </a:cubicBezTo>
                          <a:lnTo>
                            <a:pt x="49651" y="25096"/>
                          </a:lnTo>
                          <a:cubicBezTo>
                            <a:pt x="49651" y="25096"/>
                            <a:pt x="10565" y="21176"/>
                            <a:pt x="0" y="11222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48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594" name="Forme libre : forme 2593">
                    <a:extLst>
                      <a:ext uri="{FF2B5EF4-FFF2-40B4-BE49-F238E27FC236}">
                        <a16:creationId xmlns:a16="http://schemas.microsoft.com/office/drawing/2014/main" id="{894B4163-BB4D-8D0E-83E5-E2718B682A68}"/>
                      </a:ext>
                    </a:extLst>
                  </p:cNvPr>
                  <p:cNvSpPr/>
                  <p:nvPr/>
                </p:nvSpPr>
                <p:spPr>
                  <a:xfrm>
                    <a:off x="311836" y="537297"/>
                    <a:ext cx="222565" cy="95969"/>
                  </a:xfrm>
                  <a:custGeom>
                    <a:avLst/>
                    <a:gdLst>
                      <a:gd name="connsiteX0" fmla="*/ 0 w 222565"/>
                      <a:gd name="connsiteY0" fmla="*/ 46045 h 95969"/>
                      <a:gd name="connsiteX1" fmla="*/ 151889 w 222565"/>
                      <a:gd name="connsiteY1" fmla="*/ 80526 h 95969"/>
                      <a:gd name="connsiteX2" fmla="*/ 166700 w 222565"/>
                      <a:gd name="connsiteY2" fmla="*/ 81644 h 95969"/>
                      <a:gd name="connsiteX3" fmla="*/ 189365 w 222565"/>
                      <a:gd name="connsiteY3" fmla="*/ 93625 h 95969"/>
                      <a:gd name="connsiteX4" fmla="*/ 216188 w 222565"/>
                      <a:gd name="connsiteY4" fmla="*/ 86114 h 95969"/>
                      <a:gd name="connsiteX5" fmla="*/ 222565 w 222565"/>
                      <a:gd name="connsiteY5" fmla="*/ 69067 h 95969"/>
                      <a:gd name="connsiteX6" fmla="*/ 178204 w 222565"/>
                      <a:gd name="connsiteY6" fmla="*/ 51111 h 95969"/>
                      <a:gd name="connsiteX7" fmla="*/ 181468 w 222565"/>
                      <a:gd name="connsiteY7" fmla="*/ 45672 h 95969"/>
                      <a:gd name="connsiteX8" fmla="*/ 154139 w 222565"/>
                      <a:gd name="connsiteY8" fmla="*/ 59367 h 95969"/>
                      <a:gd name="connsiteX9" fmla="*/ 43318 w 222565"/>
                      <a:gd name="connsiteY9" fmla="*/ 0 h 95969"/>
                      <a:gd name="connsiteX10" fmla="*/ 0 w 222565"/>
                      <a:gd name="connsiteY10" fmla="*/ 46075 h 95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22565" h="95969">
                        <a:moveTo>
                          <a:pt x="0" y="46045"/>
                        </a:moveTo>
                        <a:cubicBezTo>
                          <a:pt x="0" y="46045"/>
                          <a:pt x="73031" y="107200"/>
                          <a:pt x="151889" y="80526"/>
                        </a:cubicBezTo>
                        <a:cubicBezTo>
                          <a:pt x="156776" y="78872"/>
                          <a:pt x="162126" y="79230"/>
                          <a:pt x="166700" y="81644"/>
                        </a:cubicBezTo>
                        <a:lnTo>
                          <a:pt x="189365" y="93625"/>
                        </a:lnTo>
                        <a:cubicBezTo>
                          <a:pt x="198887" y="98646"/>
                          <a:pt x="210659" y="95353"/>
                          <a:pt x="216188" y="86114"/>
                        </a:cubicBezTo>
                        <a:cubicBezTo>
                          <a:pt x="219332" y="80839"/>
                          <a:pt x="222029" y="74834"/>
                          <a:pt x="222565" y="69067"/>
                        </a:cubicBezTo>
                        <a:lnTo>
                          <a:pt x="178204" y="51111"/>
                        </a:lnTo>
                        <a:lnTo>
                          <a:pt x="181468" y="45672"/>
                        </a:lnTo>
                        <a:cubicBezTo>
                          <a:pt x="181468" y="45672"/>
                          <a:pt x="159801" y="43840"/>
                          <a:pt x="154139" y="59367"/>
                        </a:cubicBezTo>
                        <a:cubicBezTo>
                          <a:pt x="154139" y="59367"/>
                          <a:pt x="112877" y="76533"/>
                          <a:pt x="43318" y="0"/>
                        </a:cubicBezTo>
                        <a:cubicBezTo>
                          <a:pt x="43318" y="0"/>
                          <a:pt x="11742" y="26852"/>
                          <a:pt x="0" y="46075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4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19" name="Graphique 4366">
              <a:extLst>
                <a:ext uri="{FF2B5EF4-FFF2-40B4-BE49-F238E27FC236}">
                  <a16:creationId xmlns:a16="http://schemas.microsoft.com/office/drawing/2014/main" id="{E799AE7C-35C3-5508-6D2F-C9924BD21E5E}"/>
                </a:ext>
              </a:extLst>
            </p:cNvPr>
            <p:cNvGrpSpPr/>
            <p:nvPr/>
          </p:nvGrpSpPr>
          <p:grpSpPr>
            <a:xfrm>
              <a:off x="8216937" y="5053616"/>
              <a:ext cx="952506" cy="785588"/>
              <a:chOff x="0" y="0"/>
              <a:chExt cx="1222323" cy="1177543"/>
            </a:xfrm>
          </p:grpSpPr>
          <p:grpSp>
            <p:nvGrpSpPr>
              <p:cNvPr id="2463" name="Graphique 4366">
                <a:extLst>
                  <a:ext uri="{FF2B5EF4-FFF2-40B4-BE49-F238E27FC236}">
                    <a16:creationId xmlns:a16="http://schemas.microsoft.com/office/drawing/2014/main" id="{47F8106B-5DCC-A5C0-DC91-432870DFA532}"/>
                  </a:ext>
                </a:extLst>
              </p:cNvPr>
              <p:cNvGrpSpPr/>
              <p:nvPr/>
            </p:nvGrpSpPr>
            <p:grpSpPr>
              <a:xfrm>
                <a:off x="0" y="0"/>
                <a:ext cx="575893" cy="398860"/>
                <a:chOff x="0" y="0"/>
                <a:chExt cx="575893" cy="398860"/>
              </a:xfrm>
            </p:grpSpPr>
            <p:grpSp>
              <p:nvGrpSpPr>
                <p:cNvPr id="2561" name="Graphique 4366">
                  <a:extLst>
                    <a:ext uri="{FF2B5EF4-FFF2-40B4-BE49-F238E27FC236}">
                      <a16:creationId xmlns:a16="http://schemas.microsoft.com/office/drawing/2014/main" id="{27EE0C44-5CC7-C37B-AC83-0592C87DC161}"/>
                    </a:ext>
                  </a:extLst>
                </p:cNvPr>
                <p:cNvGrpSpPr/>
                <p:nvPr/>
              </p:nvGrpSpPr>
              <p:grpSpPr>
                <a:xfrm>
                  <a:off x="0" y="15433"/>
                  <a:ext cx="381859" cy="383427"/>
                  <a:chOff x="0" y="15433"/>
                  <a:chExt cx="381859" cy="383427"/>
                </a:xfrm>
              </p:grpSpPr>
              <p:grpSp>
                <p:nvGrpSpPr>
                  <p:cNvPr id="2573" name="Graphique 4366">
                    <a:extLst>
                      <a:ext uri="{FF2B5EF4-FFF2-40B4-BE49-F238E27FC236}">
                        <a16:creationId xmlns:a16="http://schemas.microsoft.com/office/drawing/2014/main" id="{096913D5-5024-5F0E-0863-A4016D402040}"/>
                      </a:ext>
                    </a:extLst>
                  </p:cNvPr>
                  <p:cNvGrpSpPr/>
                  <p:nvPr/>
                </p:nvGrpSpPr>
                <p:grpSpPr>
                  <a:xfrm>
                    <a:off x="47843" y="225899"/>
                    <a:ext cx="334016" cy="172961"/>
                    <a:chOff x="47843" y="225899"/>
                    <a:chExt cx="334016" cy="172961"/>
                  </a:xfrm>
                  <a:solidFill>
                    <a:srgbClr val="B1ABE5"/>
                  </a:solidFill>
                </p:grpSpPr>
                <p:sp>
                  <p:nvSpPr>
                    <p:cNvPr id="2582" name="Forme libre : forme 2581">
                      <a:extLst>
                        <a:ext uri="{FF2B5EF4-FFF2-40B4-BE49-F238E27FC236}">
                          <a16:creationId xmlns:a16="http://schemas.microsoft.com/office/drawing/2014/main" id="{8FB2294E-CF76-63A0-5F36-38E360A9A6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35" y="225899"/>
                      <a:ext cx="309324" cy="172961"/>
                    </a:xfrm>
                    <a:custGeom>
                      <a:avLst/>
                      <a:gdLst>
                        <a:gd name="connsiteX0" fmla="*/ 305638 w 309324"/>
                        <a:gd name="connsiteY0" fmla="*/ 133 h 172961"/>
                        <a:gd name="connsiteX1" fmla="*/ 309285 w 309324"/>
                        <a:gd name="connsiteY1" fmla="*/ 5418 h 172961"/>
                        <a:gd name="connsiteX2" fmla="*/ 306510 w 309324"/>
                        <a:gd name="connsiteY2" fmla="*/ 21550 h 172961"/>
                        <a:gd name="connsiteX3" fmla="*/ 300803 w 309324"/>
                        <a:gd name="connsiteY3" fmla="*/ 25223 h 172961"/>
                        <a:gd name="connsiteX4" fmla="*/ 300710 w 309324"/>
                        <a:gd name="connsiteY4" fmla="*/ 25197 h 172961"/>
                        <a:gd name="connsiteX5" fmla="*/ 297130 w 309324"/>
                        <a:gd name="connsiteY5" fmla="*/ 19515 h 172961"/>
                        <a:gd name="connsiteX6" fmla="*/ 299759 w 309324"/>
                        <a:gd name="connsiteY6" fmla="*/ 4189 h 172961"/>
                        <a:gd name="connsiteX7" fmla="*/ 305123 w 309324"/>
                        <a:gd name="connsiteY7" fmla="*/ 41 h 172961"/>
                        <a:gd name="connsiteX8" fmla="*/ 305625 w 309324"/>
                        <a:gd name="connsiteY8" fmla="*/ 133 h 172961"/>
                        <a:gd name="connsiteX9" fmla="*/ 295729 w 309324"/>
                        <a:gd name="connsiteY9" fmla="*/ 40747 h 172961"/>
                        <a:gd name="connsiteX10" fmla="*/ 296271 w 309324"/>
                        <a:gd name="connsiteY10" fmla="*/ 40906 h 172961"/>
                        <a:gd name="connsiteX11" fmla="*/ 299138 w 309324"/>
                        <a:gd name="connsiteY11" fmla="*/ 47063 h 172961"/>
                        <a:gd name="connsiteX12" fmla="*/ 292889 w 309324"/>
                        <a:gd name="connsiteY12" fmla="*/ 62177 h 172961"/>
                        <a:gd name="connsiteX13" fmla="*/ 286520 w 309324"/>
                        <a:gd name="connsiteY13" fmla="*/ 64516 h 172961"/>
                        <a:gd name="connsiteX14" fmla="*/ 284182 w 309324"/>
                        <a:gd name="connsiteY14" fmla="*/ 58148 h 172961"/>
                        <a:gd name="connsiteX15" fmla="*/ 290114 w 309324"/>
                        <a:gd name="connsiteY15" fmla="*/ 43786 h 172961"/>
                        <a:gd name="connsiteX16" fmla="*/ 295716 w 309324"/>
                        <a:gd name="connsiteY16" fmla="*/ 40761 h 172961"/>
                        <a:gd name="connsiteX17" fmla="*/ 277127 w 309324"/>
                        <a:gd name="connsiteY17" fmla="*/ 78177 h 172961"/>
                        <a:gd name="connsiteX18" fmla="*/ 278633 w 309324"/>
                        <a:gd name="connsiteY18" fmla="*/ 78825 h 172961"/>
                        <a:gd name="connsiteX19" fmla="*/ 280060 w 309324"/>
                        <a:gd name="connsiteY19" fmla="*/ 85457 h 172961"/>
                        <a:gd name="connsiteX20" fmla="*/ 270587 w 309324"/>
                        <a:gd name="connsiteY20" fmla="*/ 98801 h 172961"/>
                        <a:gd name="connsiteX21" fmla="*/ 263848 w 309324"/>
                        <a:gd name="connsiteY21" fmla="*/ 99647 h 172961"/>
                        <a:gd name="connsiteX22" fmla="*/ 263003 w 309324"/>
                        <a:gd name="connsiteY22" fmla="*/ 92909 h 172961"/>
                        <a:gd name="connsiteX23" fmla="*/ 272000 w 309324"/>
                        <a:gd name="connsiteY23" fmla="*/ 80238 h 172961"/>
                        <a:gd name="connsiteX24" fmla="*/ 277127 w 309324"/>
                        <a:gd name="connsiteY24" fmla="*/ 78177 h 172961"/>
                        <a:gd name="connsiteX25" fmla="*/ 250610 w 309324"/>
                        <a:gd name="connsiteY25" fmla="*/ 110507 h 172961"/>
                        <a:gd name="connsiteX26" fmla="*/ 252948 w 309324"/>
                        <a:gd name="connsiteY26" fmla="*/ 111829 h 172961"/>
                        <a:gd name="connsiteX27" fmla="*/ 252856 w 309324"/>
                        <a:gd name="connsiteY27" fmla="*/ 118620 h 172961"/>
                        <a:gd name="connsiteX28" fmla="*/ 240648 w 309324"/>
                        <a:gd name="connsiteY28" fmla="*/ 129520 h 172961"/>
                        <a:gd name="connsiteX29" fmla="*/ 233896 w 309324"/>
                        <a:gd name="connsiteY29" fmla="*/ 128846 h 172961"/>
                        <a:gd name="connsiteX30" fmla="*/ 234570 w 309324"/>
                        <a:gd name="connsiteY30" fmla="*/ 122094 h 172961"/>
                        <a:gd name="connsiteX31" fmla="*/ 246171 w 309324"/>
                        <a:gd name="connsiteY31" fmla="*/ 111749 h 172961"/>
                        <a:gd name="connsiteX32" fmla="*/ 250623 w 309324"/>
                        <a:gd name="connsiteY32" fmla="*/ 110521 h 172961"/>
                        <a:gd name="connsiteX33" fmla="*/ 217553 w 309324"/>
                        <a:gd name="connsiteY33" fmla="*/ 136112 h 172961"/>
                        <a:gd name="connsiteX34" fmla="*/ 220552 w 309324"/>
                        <a:gd name="connsiteY34" fmla="*/ 138279 h 172961"/>
                        <a:gd name="connsiteX35" fmla="*/ 218954 w 309324"/>
                        <a:gd name="connsiteY35" fmla="*/ 144872 h 172961"/>
                        <a:gd name="connsiteX36" fmla="*/ 204632 w 309324"/>
                        <a:gd name="connsiteY36" fmla="*/ 152786 h 172961"/>
                        <a:gd name="connsiteX37" fmla="*/ 198197 w 309324"/>
                        <a:gd name="connsiteY37" fmla="*/ 150633 h 172961"/>
                        <a:gd name="connsiteX38" fmla="*/ 200351 w 309324"/>
                        <a:gd name="connsiteY38" fmla="*/ 144198 h 172961"/>
                        <a:gd name="connsiteX39" fmla="*/ 213959 w 309324"/>
                        <a:gd name="connsiteY39" fmla="*/ 136681 h 172961"/>
                        <a:gd name="connsiteX40" fmla="*/ 217566 w 309324"/>
                        <a:gd name="connsiteY40" fmla="*/ 136112 h 172961"/>
                        <a:gd name="connsiteX41" fmla="*/ 179661 w 309324"/>
                        <a:gd name="connsiteY41" fmla="*/ 153764 h 172961"/>
                        <a:gd name="connsiteX42" fmla="*/ 183109 w 309324"/>
                        <a:gd name="connsiteY42" fmla="*/ 156908 h 172961"/>
                        <a:gd name="connsiteX43" fmla="*/ 180097 w 309324"/>
                        <a:gd name="connsiteY43" fmla="*/ 162986 h 172961"/>
                        <a:gd name="connsiteX44" fmla="*/ 164387 w 309324"/>
                        <a:gd name="connsiteY44" fmla="*/ 167544 h 172961"/>
                        <a:gd name="connsiteX45" fmla="*/ 158587 w 309324"/>
                        <a:gd name="connsiteY45" fmla="*/ 164016 h 172961"/>
                        <a:gd name="connsiteX46" fmla="*/ 162115 w 309324"/>
                        <a:gd name="connsiteY46" fmla="*/ 158216 h 172961"/>
                        <a:gd name="connsiteX47" fmla="*/ 177045 w 309324"/>
                        <a:gd name="connsiteY47" fmla="*/ 153896 h 172961"/>
                        <a:gd name="connsiteX48" fmla="*/ 179674 w 309324"/>
                        <a:gd name="connsiteY48" fmla="*/ 153777 h 172961"/>
                        <a:gd name="connsiteX49" fmla="*/ 5895 w 309324"/>
                        <a:gd name="connsiteY49" fmla="*/ 124473 h 172961"/>
                        <a:gd name="connsiteX50" fmla="*/ 7731 w 309324"/>
                        <a:gd name="connsiteY50" fmla="*/ 125345 h 172961"/>
                        <a:gd name="connsiteX51" fmla="*/ 20428 w 309324"/>
                        <a:gd name="connsiteY51" fmla="*/ 134316 h 172961"/>
                        <a:gd name="connsiteX52" fmla="*/ 21868 w 309324"/>
                        <a:gd name="connsiteY52" fmla="*/ 140948 h 172961"/>
                        <a:gd name="connsiteX53" fmla="*/ 15236 w 309324"/>
                        <a:gd name="connsiteY53" fmla="*/ 142388 h 172961"/>
                        <a:gd name="connsiteX54" fmla="*/ 1865 w 309324"/>
                        <a:gd name="connsiteY54" fmla="*/ 132942 h 172961"/>
                        <a:gd name="connsiteX55" fmla="*/ 1006 w 309324"/>
                        <a:gd name="connsiteY55" fmla="*/ 126203 h 172961"/>
                        <a:gd name="connsiteX56" fmla="*/ 5908 w 309324"/>
                        <a:gd name="connsiteY56" fmla="*/ 124473 h 172961"/>
                        <a:gd name="connsiteX57" fmla="*/ 138822 w 309324"/>
                        <a:gd name="connsiteY57" fmla="*/ 162576 h 172961"/>
                        <a:gd name="connsiteX58" fmla="*/ 142495 w 309324"/>
                        <a:gd name="connsiteY58" fmla="*/ 166765 h 172961"/>
                        <a:gd name="connsiteX59" fmla="*/ 138201 w 309324"/>
                        <a:gd name="connsiteY59" fmla="*/ 172023 h 172961"/>
                        <a:gd name="connsiteX60" fmla="*/ 121871 w 309324"/>
                        <a:gd name="connsiteY60" fmla="*/ 172961 h 172961"/>
                        <a:gd name="connsiteX61" fmla="*/ 117009 w 309324"/>
                        <a:gd name="connsiteY61" fmla="*/ 168231 h 172961"/>
                        <a:gd name="connsiteX62" fmla="*/ 121739 w 309324"/>
                        <a:gd name="connsiteY62" fmla="*/ 163369 h 172961"/>
                        <a:gd name="connsiteX63" fmla="*/ 137250 w 309324"/>
                        <a:gd name="connsiteY63" fmla="*/ 162484 h 172961"/>
                        <a:gd name="connsiteX64" fmla="*/ 138835 w 309324"/>
                        <a:gd name="connsiteY64" fmla="*/ 162590 h 172961"/>
                        <a:gd name="connsiteX65" fmla="*/ 41634 w 309324"/>
                        <a:gd name="connsiteY65" fmla="*/ 146167 h 172961"/>
                        <a:gd name="connsiteX66" fmla="*/ 42545 w 309324"/>
                        <a:gd name="connsiteY66" fmla="*/ 146484 h 172961"/>
                        <a:gd name="connsiteX67" fmla="*/ 56933 w 309324"/>
                        <a:gd name="connsiteY67" fmla="*/ 152403 h 172961"/>
                        <a:gd name="connsiteX68" fmla="*/ 59814 w 309324"/>
                        <a:gd name="connsiteY68" fmla="*/ 158547 h 172961"/>
                        <a:gd name="connsiteX69" fmla="*/ 53670 w 309324"/>
                        <a:gd name="connsiteY69" fmla="*/ 161427 h 172961"/>
                        <a:gd name="connsiteX70" fmla="*/ 38529 w 309324"/>
                        <a:gd name="connsiteY70" fmla="*/ 155204 h 172961"/>
                        <a:gd name="connsiteX71" fmla="*/ 36177 w 309324"/>
                        <a:gd name="connsiteY71" fmla="*/ 148836 h 172961"/>
                        <a:gd name="connsiteX72" fmla="*/ 41634 w 309324"/>
                        <a:gd name="connsiteY72" fmla="*/ 146180 h 172961"/>
                        <a:gd name="connsiteX73" fmla="*/ 97045 w 309324"/>
                        <a:gd name="connsiteY73" fmla="*/ 162048 h 172961"/>
                        <a:gd name="connsiteX74" fmla="*/ 100692 w 309324"/>
                        <a:gd name="connsiteY74" fmla="*/ 167319 h 172961"/>
                        <a:gd name="connsiteX75" fmla="*/ 95328 w 309324"/>
                        <a:gd name="connsiteY75" fmla="*/ 171481 h 172961"/>
                        <a:gd name="connsiteX76" fmla="*/ 79196 w 309324"/>
                        <a:gd name="connsiteY76" fmla="*/ 168746 h 172961"/>
                        <a:gd name="connsiteX77" fmla="*/ 79090 w 309324"/>
                        <a:gd name="connsiteY77" fmla="*/ 168720 h 172961"/>
                        <a:gd name="connsiteX78" fmla="*/ 75496 w 309324"/>
                        <a:gd name="connsiteY78" fmla="*/ 163052 h 172961"/>
                        <a:gd name="connsiteX79" fmla="*/ 81191 w 309324"/>
                        <a:gd name="connsiteY79" fmla="*/ 159366 h 172961"/>
                        <a:gd name="connsiteX80" fmla="*/ 96517 w 309324"/>
                        <a:gd name="connsiteY80" fmla="*/ 161969 h 172961"/>
                        <a:gd name="connsiteX81" fmla="*/ 97019 w 309324"/>
                        <a:gd name="connsiteY81" fmla="*/ 162061 h 1729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</a:cxnLst>
                      <a:rect l="l" t="t" r="r" b="b"/>
                      <a:pathLst>
                        <a:path w="309324" h="172961">
                          <a:moveTo>
                            <a:pt x="305638" y="133"/>
                          </a:moveTo>
                          <a:cubicBezTo>
                            <a:pt x="308003" y="688"/>
                            <a:pt x="309602" y="2947"/>
                            <a:pt x="309285" y="5418"/>
                          </a:cubicBezTo>
                          <a:cubicBezTo>
                            <a:pt x="308598" y="10795"/>
                            <a:pt x="307660" y="16226"/>
                            <a:pt x="306510" y="21550"/>
                          </a:cubicBezTo>
                          <a:cubicBezTo>
                            <a:pt x="305955" y="24140"/>
                            <a:pt x="303392" y="25791"/>
                            <a:pt x="300803" y="25223"/>
                          </a:cubicBezTo>
                          <a:cubicBezTo>
                            <a:pt x="300776" y="25223"/>
                            <a:pt x="300737" y="25210"/>
                            <a:pt x="300710" y="25197"/>
                          </a:cubicBezTo>
                          <a:cubicBezTo>
                            <a:pt x="298173" y="24602"/>
                            <a:pt x="296575" y="22079"/>
                            <a:pt x="297130" y="19515"/>
                          </a:cubicBezTo>
                          <a:cubicBezTo>
                            <a:pt x="298226" y="14455"/>
                            <a:pt x="299111" y="9303"/>
                            <a:pt x="299759" y="4189"/>
                          </a:cubicBezTo>
                          <a:cubicBezTo>
                            <a:pt x="300089" y="1560"/>
                            <a:pt x="302494" y="-303"/>
                            <a:pt x="305123" y="41"/>
                          </a:cubicBezTo>
                          <a:cubicBezTo>
                            <a:pt x="305295" y="67"/>
                            <a:pt x="305453" y="94"/>
                            <a:pt x="305625" y="133"/>
                          </a:cubicBezTo>
                          <a:close/>
                          <a:moveTo>
                            <a:pt x="295729" y="40747"/>
                          </a:moveTo>
                          <a:cubicBezTo>
                            <a:pt x="295914" y="40787"/>
                            <a:pt x="296099" y="40840"/>
                            <a:pt x="296271" y="40906"/>
                          </a:cubicBezTo>
                          <a:cubicBezTo>
                            <a:pt x="298755" y="41818"/>
                            <a:pt x="300050" y="44566"/>
                            <a:pt x="299138" y="47063"/>
                          </a:cubicBezTo>
                          <a:cubicBezTo>
                            <a:pt x="297275" y="52176"/>
                            <a:pt x="295174" y="57263"/>
                            <a:pt x="292889" y="62177"/>
                          </a:cubicBezTo>
                          <a:cubicBezTo>
                            <a:pt x="291779" y="64582"/>
                            <a:pt x="288938" y="65626"/>
                            <a:pt x="286520" y="64516"/>
                          </a:cubicBezTo>
                          <a:cubicBezTo>
                            <a:pt x="284116" y="63393"/>
                            <a:pt x="283072" y="60539"/>
                            <a:pt x="284182" y="58148"/>
                          </a:cubicBezTo>
                          <a:cubicBezTo>
                            <a:pt x="286349" y="53471"/>
                            <a:pt x="288344" y="48648"/>
                            <a:pt x="290114" y="43786"/>
                          </a:cubicBezTo>
                          <a:cubicBezTo>
                            <a:pt x="290960" y="41474"/>
                            <a:pt x="293391" y="40206"/>
                            <a:pt x="295716" y="40761"/>
                          </a:cubicBezTo>
                          <a:close/>
                          <a:moveTo>
                            <a:pt x="277127" y="78177"/>
                          </a:moveTo>
                          <a:cubicBezTo>
                            <a:pt x="277642" y="78296"/>
                            <a:pt x="278157" y="78508"/>
                            <a:pt x="278633" y="78825"/>
                          </a:cubicBezTo>
                          <a:cubicBezTo>
                            <a:pt x="280852" y="80265"/>
                            <a:pt x="281500" y="83238"/>
                            <a:pt x="280060" y="85457"/>
                          </a:cubicBezTo>
                          <a:cubicBezTo>
                            <a:pt x="277113" y="90015"/>
                            <a:pt x="273929" y="94507"/>
                            <a:pt x="270587" y="98801"/>
                          </a:cubicBezTo>
                          <a:cubicBezTo>
                            <a:pt x="268961" y="100889"/>
                            <a:pt x="265949" y="101272"/>
                            <a:pt x="263848" y="99647"/>
                          </a:cubicBezTo>
                          <a:cubicBezTo>
                            <a:pt x="261761" y="98022"/>
                            <a:pt x="261378" y="95010"/>
                            <a:pt x="263003" y="92909"/>
                          </a:cubicBezTo>
                          <a:cubicBezTo>
                            <a:pt x="266174" y="88826"/>
                            <a:pt x="269186" y="84572"/>
                            <a:pt x="272000" y="80238"/>
                          </a:cubicBezTo>
                          <a:cubicBezTo>
                            <a:pt x="273136" y="78481"/>
                            <a:pt x="275211" y="77715"/>
                            <a:pt x="277127" y="78177"/>
                          </a:cubicBezTo>
                          <a:close/>
                          <a:moveTo>
                            <a:pt x="250610" y="110507"/>
                          </a:moveTo>
                          <a:cubicBezTo>
                            <a:pt x="251469" y="110706"/>
                            <a:pt x="252288" y="111155"/>
                            <a:pt x="252948" y="111829"/>
                          </a:cubicBezTo>
                          <a:cubicBezTo>
                            <a:pt x="254798" y="113731"/>
                            <a:pt x="254758" y="116770"/>
                            <a:pt x="252856" y="118620"/>
                          </a:cubicBezTo>
                          <a:cubicBezTo>
                            <a:pt x="248958" y="122412"/>
                            <a:pt x="244849" y="126071"/>
                            <a:pt x="240648" y="129520"/>
                          </a:cubicBezTo>
                          <a:cubicBezTo>
                            <a:pt x="238600" y="131198"/>
                            <a:pt x="235574" y="130894"/>
                            <a:pt x="233896" y="128846"/>
                          </a:cubicBezTo>
                          <a:cubicBezTo>
                            <a:pt x="232219" y="126798"/>
                            <a:pt x="232522" y="123772"/>
                            <a:pt x="234570" y="122094"/>
                          </a:cubicBezTo>
                          <a:cubicBezTo>
                            <a:pt x="238560" y="118831"/>
                            <a:pt x="242471" y="115343"/>
                            <a:pt x="246171" y="111749"/>
                          </a:cubicBezTo>
                          <a:cubicBezTo>
                            <a:pt x="247386" y="110560"/>
                            <a:pt x="249077" y="110164"/>
                            <a:pt x="250623" y="110521"/>
                          </a:cubicBezTo>
                          <a:close/>
                          <a:moveTo>
                            <a:pt x="217553" y="136112"/>
                          </a:moveTo>
                          <a:cubicBezTo>
                            <a:pt x="218755" y="136403"/>
                            <a:pt x="219852" y="137143"/>
                            <a:pt x="220552" y="138279"/>
                          </a:cubicBezTo>
                          <a:cubicBezTo>
                            <a:pt x="221926" y="140539"/>
                            <a:pt x="221213" y="143498"/>
                            <a:pt x="218954" y="144872"/>
                          </a:cubicBezTo>
                          <a:cubicBezTo>
                            <a:pt x="214329" y="147699"/>
                            <a:pt x="209507" y="150355"/>
                            <a:pt x="204632" y="152786"/>
                          </a:cubicBezTo>
                          <a:cubicBezTo>
                            <a:pt x="202267" y="153975"/>
                            <a:pt x="199373" y="153011"/>
                            <a:pt x="198197" y="150633"/>
                          </a:cubicBezTo>
                          <a:cubicBezTo>
                            <a:pt x="197008" y="148268"/>
                            <a:pt x="197973" y="145374"/>
                            <a:pt x="200351" y="144198"/>
                          </a:cubicBezTo>
                          <a:cubicBezTo>
                            <a:pt x="204975" y="141886"/>
                            <a:pt x="209560" y="139363"/>
                            <a:pt x="213959" y="136681"/>
                          </a:cubicBezTo>
                          <a:cubicBezTo>
                            <a:pt x="215082" y="135994"/>
                            <a:pt x="216377" y="135822"/>
                            <a:pt x="217566" y="136112"/>
                          </a:cubicBezTo>
                          <a:close/>
                          <a:moveTo>
                            <a:pt x="179661" y="153764"/>
                          </a:moveTo>
                          <a:cubicBezTo>
                            <a:pt x="181220" y="154134"/>
                            <a:pt x="182567" y="155270"/>
                            <a:pt x="183109" y="156908"/>
                          </a:cubicBezTo>
                          <a:cubicBezTo>
                            <a:pt x="183955" y="159419"/>
                            <a:pt x="182607" y="162140"/>
                            <a:pt x="180097" y="162986"/>
                          </a:cubicBezTo>
                          <a:cubicBezTo>
                            <a:pt x="174944" y="164717"/>
                            <a:pt x="169659" y="166249"/>
                            <a:pt x="164387" y="167544"/>
                          </a:cubicBezTo>
                          <a:cubicBezTo>
                            <a:pt x="161811" y="168178"/>
                            <a:pt x="159222" y="166593"/>
                            <a:pt x="158587" y="164016"/>
                          </a:cubicBezTo>
                          <a:cubicBezTo>
                            <a:pt x="157953" y="161440"/>
                            <a:pt x="159539" y="158851"/>
                            <a:pt x="162115" y="158216"/>
                          </a:cubicBezTo>
                          <a:cubicBezTo>
                            <a:pt x="167136" y="156988"/>
                            <a:pt x="172156" y="155534"/>
                            <a:pt x="177045" y="153896"/>
                          </a:cubicBezTo>
                          <a:cubicBezTo>
                            <a:pt x="177930" y="153605"/>
                            <a:pt x="178828" y="153579"/>
                            <a:pt x="179674" y="153777"/>
                          </a:cubicBezTo>
                          <a:close/>
                          <a:moveTo>
                            <a:pt x="5895" y="124473"/>
                          </a:moveTo>
                          <a:cubicBezTo>
                            <a:pt x="6542" y="124631"/>
                            <a:pt x="7163" y="124909"/>
                            <a:pt x="7731" y="125345"/>
                          </a:cubicBezTo>
                          <a:cubicBezTo>
                            <a:pt x="11814" y="128502"/>
                            <a:pt x="16081" y="131515"/>
                            <a:pt x="20428" y="134316"/>
                          </a:cubicBezTo>
                          <a:cubicBezTo>
                            <a:pt x="22661" y="135756"/>
                            <a:pt x="23295" y="138715"/>
                            <a:pt x="21868" y="140948"/>
                          </a:cubicBezTo>
                          <a:cubicBezTo>
                            <a:pt x="20428" y="143181"/>
                            <a:pt x="17469" y="143815"/>
                            <a:pt x="15236" y="142388"/>
                          </a:cubicBezTo>
                          <a:cubicBezTo>
                            <a:pt x="10664" y="139442"/>
                            <a:pt x="6159" y="136258"/>
                            <a:pt x="1865" y="132942"/>
                          </a:cubicBezTo>
                          <a:cubicBezTo>
                            <a:pt x="-236" y="131316"/>
                            <a:pt x="-619" y="128304"/>
                            <a:pt x="1006" y="126203"/>
                          </a:cubicBezTo>
                          <a:cubicBezTo>
                            <a:pt x="2196" y="124671"/>
                            <a:pt x="4138" y="124050"/>
                            <a:pt x="5908" y="124473"/>
                          </a:cubicBezTo>
                          <a:close/>
                          <a:moveTo>
                            <a:pt x="138822" y="162576"/>
                          </a:moveTo>
                          <a:cubicBezTo>
                            <a:pt x="140764" y="163039"/>
                            <a:pt x="142284" y="164677"/>
                            <a:pt x="142495" y="166765"/>
                          </a:cubicBezTo>
                          <a:cubicBezTo>
                            <a:pt x="142759" y="169407"/>
                            <a:pt x="140844" y="171759"/>
                            <a:pt x="138201" y="172023"/>
                          </a:cubicBezTo>
                          <a:cubicBezTo>
                            <a:pt x="132797" y="172565"/>
                            <a:pt x="127301" y="172882"/>
                            <a:pt x="121871" y="172961"/>
                          </a:cubicBezTo>
                          <a:cubicBezTo>
                            <a:pt x="119215" y="172988"/>
                            <a:pt x="117035" y="170887"/>
                            <a:pt x="117009" y="168231"/>
                          </a:cubicBezTo>
                          <a:cubicBezTo>
                            <a:pt x="116969" y="165575"/>
                            <a:pt x="119083" y="163409"/>
                            <a:pt x="121739" y="163369"/>
                          </a:cubicBezTo>
                          <a:cubicBezTo>
                            <a:pt x="126891" y="163290"/>
                            <a:pt x="132110" y="162999"/>
                            <a:pt x="137250" y="162484"/>
                          </a:cubicBezTo>
                          <a:cubicBezTo>
                            <a:pt x="137791" y="162431"/>
                            <a:pt x="138333" y="162471"/>
                            <a:pt x="138835" y="162590"/>
                          </a:cubicBezTo>
                          <a:close/>
                          <a:moveTo>
                            <a:pt x="41634" y="146167"/>
                          </a:moveTo>
                          <a:cubicBezTo>
                            <a:pt x="41938" y="146246"/>
                            <a:pt x="42241" y="146339"/>
                            <a:pt x="42545" y="146484"/>
                          </a:cubicBezTo>
                          <a:cubicBezTo>
                            <a:pt x="47236" y="148651"/>
                            <a:pt x="52071" y="150633"/>
                            <a:pt x="56933" y="152403"/>
                          </a:cubicBezTo>
                          <a:cubicBezTo>
                            <a:pt x="59430" y="153301"/>
                            <a:pt x="60712" y="156063"/>
                            <a:pt x="59814" y="158547"/>
                          </a:cubicBezTo>
                          <a:cubicBezTo>
                            <a:pt x="58915" y="161044"/>
                            <a:pt x="56154" y="162339"/>
                            <a:pt x="53670" y="161427"/>
                          </a:cubicBezTo>
                          <a:cubicBezTo>
                            <a:pt x="48557" y="159577"/>
                            <a:pt x="43470" y="157476"/>
                            <a:pt x="38529" y="155204"/>
                          </a:cubicBezTo>
                          <a:cubicBezTo>
                            <a:pt x="36124" y="154094"/>
                            <a:pt x="35067" y="151240"/>
                            <a:pt x="36177" y="148836"/>
                          </a:cubicBezTo>
                          <a:cubicBezTo>
                            <a:pt x="37155" y="146735"/>
                            <a:pt x="39454" y="145665"/>
                            <a:pt x="41634" y="146180"/>
                          </a:cubicBezTo>
                          <a:close/>
                          <a:moveTo>
                            <a:pt x="97045" y="162048"/>
                          </a:moveTo>
                          <a:cubicBezTo>
                            <a:pt x="99397" y="162603"/>
                            <a:pt x="101009" y="164862"/>
                            <a:pt x="100692" y="167319"/>
                          </a:cubicBezTo>
                          <a:cubicBezTo>
                            <a:pt x="100362" y="169949"/>
                            <a:pt x="97957" y="171812"/>
                            <a:pt x="95328" y="171481"/>
                          </a:cubicBezTo>
                          <a:cubicBezTo>
                            <a:pt x="89950" y="170808"/>
                            <a:pt x="84520" y="169883"/>
                            <a:pt x="79196" y="168746"/>
                          </a:cubicBezTo>
                          <a:cubicBezTo>
                            <a:pt x="79156" y="168746"/>
                            <a:pt x="79130" y="168733"/>
                            <a:pt x="79090" y="168720"/>
                          </a:cubicBezTo>
                          <a:cubicBezTo>
                            <a:pt x="76553" y="168125"/>
                            <a:pt x="74955" y="165602"/>
                            <a:pt x="75496" y="163052"/>
                          </a:cubicBezTo>
                          <a:cubicBezTo>
                            <a:pt x="76051" y="160462"/>
                            <a:pt x="78601" y="158811"/>
                            <a:pt x="81191" y="159366"/>
                          </a:cubicBezTo>
                          <a:cubicBezTo>
                            <a:pt x="86238" y="160449"/>
                            <a:pt x="91404" y="161321"/>
                            <a:pt x="96517" y="161969"/>
                          </a:cubicBezTo>
                          <a:cubicBezTo>
                            <a:pt x="96689" y="161995"/>
                            <a:pt x="96860" y="162021"/>
                            <a:pt x="97019" y="162061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83" name="Forme libre : forme 2582">
                      <a:extLst>
                        <a:ext uri="{FF2B5EF4-FFF2-40B4-BE49-F238E27FC236}">
                          <a16:creationId xmlns:a16="http://schemas.microsoft.com/office/drawing/2014/main" id="{6691EAA6-02F9-08DF-91F2-4015C5B057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843" y="327315"/>
                      <a:ext cx="14851" cy="15208"/>
                    </a:xfrm>
                    <a:custGeom>
                      <a:avLst/>
                      <a:gdLst>
                        <a:gd name="connsiteX0" fmla="*/ 5906 w 14851"/>
                        <a:gd name="connsiteY0" fmla="*/ 120 h 15208"/>
                        <a:gd name="connsiteX1" fmla="*/ 8377 w 14851"/>
                        <a:gd name="connsiteY1" fmla="*/ 1587 h 15208"/>
                        <a:gd name="connsiteX2" fmla="*/ 13490 w 14851"/>
                        <a:gd name="connsiteY2" fmla="*/ 7057 h 15208"/>
                        <a:gd name="connsiteX3" fmla="*/ 13397 w 14851"/>
                        <a:gd name="connsiteY3" fmla="*/ 13848 h 15208"/>
                        <a:gd name="connsiteX4" fmla="*/ 6606 w 14851"/>
                        <a:gd name="connsiteY4" fmla="*/ 13755 h 15208"/>
                        <a:gd name="connsiteX5" fmla="*/ 1229 w 14851"/>
                        <a:gd name="connsiteY5" fmla="*/ 8008 h 15208"/>
                        <a:gd name="connsiteX6" fmla="*/ 1599 w 14851"/>
                        <a:gd name="connsiteY6" fmla="*/ 1230 h 15208"/>
                        <a:gd name="connsiteX7" fmla="*/ 5906 w 14851"/>
                        <a:gd name="connsiteY7" fmla="*/ 133 h 152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4851" h="15208">
                          <a:moveTo>
                            <a:pt x="5906" y="120"/>
                          </a:moveTo>
                          <a:cubicBezTo>
                            <a:pt x="6831" y="332"/>
                            <a:pt x="7690" y="820"/>
                            <a:pt x="8377" y="1587"/>
                          </a:cubicBezTo>
                          <a:cubicBezTo>
                            <a:pt x="10028" y="3423"/>
                            <a:pt x="11746" y="5260"/>
                            <a:pt x="13490" y="7057"/>
                          </a:cubicBezTo>
                          <a:cubicBezTo>
                            <a:pt x="15340" y="8959"/>
                            <a:pt x="15300" y="11998"/>
                            <a:pt x="13397" y="13848"/>
                          </a:cubicBezTo>
                          <a:cubicBezTo>
                            <a:pt x="11495" y="15697"/>
                            <a:pt x="8456" y="15658"/>
                            <a:pt x="6606" y="13755"/>
                          </a:cubicBezTo>
                          <a:cubicBezTo>
                            <a:pt x="4783" y="11879"/>
                            <a:pt x="2973" y="9950"/>
                            <a:pt x="1229" y="8008"/>
                          </a:cubicBezTo>
                          <a:cubicBezTo>
                            <a:pt x="-541" y="6039"/>
                            <a:pt x="-383" y="3000"/>
                            <a:pt x="1599" y="1230"/>
                          </a:cubicBezTo>
                          <a:cubicBezTo>
                            <a:pt x="2815" y="133"/>
                            <a:pt x="4440" y="-223"/>
                            <a:pt x="5906" y="133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574" name="Graphique 4366">
                    <a:extLst>
                      <a:ext uri="{FF2B5EF4-FFF2-40B4-BE49-F238E27FC236}">
                        <a16:creationId xmlns:a16="http://schemas.microsoft.com/office/drawing/2014/main" id="{D53B7A7A-6EF0-B8F1-F58A-EEA908C26868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15433"/>
                    <a:ext cx="341074" cy="190730"/>
                    <a:chOff x="0" y="15433"/>
                    <a:chExt cx="341074" cy="190730"/>
                  </a:xfrm>
                  <a:solidFill>
                    <a:srgbClr val="B1ABE5"/>
                  </a:solidFill>
                </p:grpSpPr>
                <p:sp>
                  <p:nvSpPr>
                    <p:cNvPr id="2579" name="Forme libre : forme 2578">
                      <a:extLst>
                        <a:ext uri="{FF2B5EF4-FFF2-40B4-BE49-F238E27FC236}">
                          <a16:creationId xmlns:a16="http://schemas.microsoft.com/office/drawing/2014/main" id="{ED0C5B3E-BAE1-F8D6-8127-878F725C55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88894"/>
                      <a:ext cx="10018" cy="17269"/>
                    </a:xfrm>
                    <a:custGeom>
                      <a:avLst/>
                      <a:gdLst>
                        <a:gd name="connsiteX0" fmla="*/ 6331 w 10018"/>
                        <a:gd name="connsiteY0" fmla="*/ 131 h 17269"/>
                        <a:gd name="connsiteX1" fmla="*/ 10004 w 10018"/>
                        <a:gd name="connsiteY1" fmla="*/ 5151 h 17269"/>
                        <a:gd name="connsiteX2" fmla="*/ 9607 w 10018"/>
                        <a:gd name="connsiteY2" fmla="*/ 12616 h 17269"/>
                        <a:gd name="connsiteX3" fmla="*/ 4653 w 10018"/>
                        <a:gd name="connsiteY3" fmla="*/ 17267 h 17269"/>
                        <a:gd name="connsiteX4" fmla="*/ 2 w 10018"/>
                        <a:gd name="connsiteY4" fmla="*/ 12312 h 17269"/>
                        <a:gd name="connsiteX5" fmla="*/ 412 w 10018"/>
                        <a:gd name="connsiteY5" fmla="*/ 4451 h 17269"/>
                        <a:gd name="connsiteX6" fmla="*/ 5551 w 10018"/>
                        <a:gd name="connsiteY6" fmla="*/ 12 h 17269"/>
                        <a:gd name="connsiteX7" fmla="*/ 6304 w 10018"/>
                        <a:gd name="connsiteY7" fmla="*/ 131 h 172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0018" h="17269">
                          <a:moveTo>
                            <a:pt x="6331" y="131"/>
                          </a:moveTo>
                          <a:cubicBezTo>
                            <a:pt x="8590" y="659"/>
                            <a:pt x="10189" y="2760"/>
                            <a:pt x="10004" y="5151"/>
                          </a:cubicBezTo>
                          <a:cubicBezTo>
                            <a:pt x="9819" y="7622"/>
                            <a:pt x="9687" y="10132"/>
                            <a:pt x="9607" y="12616"/>
                          </a:cubicBezTo>
                          <a:cubicBezTo>
                            <a:pt x="9528" y="15272"/>
                            <a:pt x="7309" y="17346"/>
                            <a:pt x="4653" y="17267"/>
                          </a:cubicBezTo>
                          <a:cubicBezTo>
                            <a:pt x="1997" y="17188"/>
                            <a:pt x="-77" y="14968"/>
                            <a:pt x="2" y="12312"/>
                          </a:cubicBezTo>
                          <a:cubicBezTo>
                            <a:pt x="81" y="9696"/>
                            <a:pt x="227" y="7041"/>
                            <a:pt x="412" y="4451"/>
                          </a:cubicBezTo>
                          <a:cubicBezTo>
                            <a:pt x="610" y="1809"/>
                            <a:pt x="2909" y="-173"/>
                            <a:pt x="5551" y="12"/>
                          </a:cubicBezTo>
                          <a:cubicBezTo>
                            <a:pt x="5816" y="25"/>
                            <a:pt x="6067" y="65"/>
                            <a:pt x="6304" y="131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80" name="Forme libre : forme 2579">
                      <a:extLst>
                        <a:ext uri="{FF2B5EF4-FFF2-40B4-BE49-F238E27FC236}">
                          <a16:creationId xmlns:a16="http://schemas.microsoft.com/office/drawing/2014/main" id="{D9F0EE22-0B32-99A7-22D8-128DC59299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15" y="15433"/>
                      <a:ext cx="313802" cy="157818"/>
                    </a:xfrm>
                    <a:custGeom>
                      <a:avLst/>
                      <a:gdLst>
                        <a:gd name="connsiteX0" fmla="*/ 231493 w 313802"/>
                        <a:gd name="connsiteY0" fmla="*/ 5138 h 157818"/>
                        <a:gd name="connsiteX1" fmla="*/ 237940 w 313802"/>
                        <a:gd name="connsiteY1" fmla="*/ 6776 h 157818"/>
                        <a:gd name="connsiteX2" fmla="*/ 241310 w 313802"/>
                        <a:gd name="connsiteY2" fmla="*/ 12668 h 157818"/>
                        <a:gd name="connsiteX3" fmla="*/ 235417 w 313802"/>
                        <a:gd name="connsiteY3" fmla="*/ 16038 h 157818"/>
                        <a:gd name="connsiteX4" fmla="*/ 220500 w 313802"/>
                        <a:gd name="connsiteY4" fmla="*/ 12629 h 157818"/>
                        <a:gd name="connsiteX5" fmla="*/ 216656 w 313802"/>
                        <a:gd name="connsiteY5" fmla="*/ 7040 h 157818"/>
                        <a:gd name="connsiteX6" fmla="*/ 222244 w 313802"/>
                        <a:gd name="connsiteY6" fmla="*/ 3195 h 157818"/>
                        <a:gd name="connsiteX7" fmla="*/ 231493 w 313802"/>
                        <a:gd name="connsiteY7" fmla="*/ 5138 h 157818"/>
                        <a:gd name="connsiteX8" fmla="*/ 261881 w 313802"/>
                        <a:gd name="connsiteY8" fmla="*/ 15073 h 157818"/>
                        <a:gd name="connsiteX9" fmla="*/ 262660 w 313802"/>
                        <a:gd name="connsiteY9" fmla="*/ 15324 h 157818"/>
                        <a:gd name="connsiteX10" fmla="*/ 277207 w 313802"/>
                        <a:gd name="connsiteY10" fmla="*/ 22234 h 157818"/>
                        <a:gd name="connsiteX11" fmla="*/ 279215 w 313802"/>
                        <a:gd name="connsiteY11" fmla="*/ 28721 h 157818"/>
                        <a:gd name="connsiteX12" fmla="*/ 272728 w 313802"/>
                        <a:gd name="connsiteY12" fmla="*/ 30729 h 157818"/>
                        <a:gd name="connsiteX13" fmla="*/ 258908 w 313802"/>
                        <a:gd name="connsiteY13" fmla="*/ 24176 h 157818"/>
                        <a:gd name="connsiteX14" fmla="*/ 256358 w 313802"/>
                        <a:gd name="connsiteY14" fmla="*/ 17887 h 157818"/>
                        <a:gd name="connsiteX15" fmla="*/ 261868 w 313802"/>
                        <a:gd name="connsiteY15" fmla="*/ 15086 h 157818"/>
                        <a:gd name="connsiteX16" fmla="*/ 197155 w 313802"/>
                        <a:gd name="connsiteY16" fmla="*/ 328 h 157818"/>
                        <a:gd name="connsiteX17" fmla="*/ 200841 w 313802"/>
                        <a:gd name="connsiteY17" fmla="*/ 5217 h 157818"/>
                        <a:gd name="connsiteX18" fmla="*/ 195820 w 313802"/>
                        <a:gd name="connsiteY18" fmla="*/ 9788 h 157818"/>
                        <a:gd name="connsiteX19" fmla="*/ 180534 w 313802"/>
                        <a:gd name="connsiteY19" fmla="*/ 9735 h 157818"/>
                        <a:gd name="connsiteX20" fmla="*/ 175553 w 313802"/>
                        <a:gd name="connsiteY20" fmla="*/ 5124 h 157818"/>
                        <a:gd name="connsiteX21" fmla="*/ 180164 w 313802"/>
                        <a:gd name="connsiteY21" fmla="*/ 143 h 157818"/>
                        <a:gd name="connsiteX22" fmla="*/ 196269 w 313802"/>
                        <a:gd name="connsiteY22" fmla="*/ 196 h 157818"/>
                        <a:gd name="connsiteX23" fmla="*/ 197155 w 313802"/>
                        <a:gd name="connsiteY23" fmla="*/ 315 h 157818"/>
                        <a:gd name="connsiteX24" fmla="*/ 297765 w 313802"/>
                        <a:gd name="connsiteY24" fmla="*/ 35208 h 157818"/>
                        <a:gd name="connsiteX25" fmla="*/ 299456 w 313802"/>
                        <a:gd name="connsiteY25" fmla="*/ 35988 h 157818"/>
                        <a:gd name="connsiteX26" fmla="*/ 312127 w 313802"/>
                        <a:gd name="connsiteY26" fmla="*/ 45923 h 157818"/>
                        <a:gd name="connsiteX27" fmla="*/ 312655 w 313802"/>
                        <a:gd name="connsiteY27" fmla="*/ 52688 h 157818"/>
                        <a:gd name="connsiteX28" fmla="*/ 305890 w 313802"/>
                        <a:gd name="connsiteY28" fmla="*/ 53216 h 157818"/>
                        <a:gd name="connsiteX29" fmla="*/ 293854 w 313802"/>
                        <a:gd name="connsiteY29" fmla="*/ 43783 h 157818"/>
                        <a:gd name="connsiteX30" fmla="*/ 292758 w 313802"/>
                        <a:gd name="connsiteY30" fmla="*/ 37084 h 157818"/>
                        <a:gd name="connsiteX31" fmla="*/ 297765 w 313802"/>
                        <a:gd name="connsiteY31" fmla="*/ 35208 h 157818"/>
                        <a:gd name="connsiteX32" fmla="*/ 156118 w 313802"/>
                        <a:gd name="connsiteY32" fmla="*/ 3010 h 157818"/>
                        <a:gd name="connsiteX33" fmla="*/ 159738 w 313802"/>
                        <a:gd name="connsiteY33" fmla="*/ 6842 h 157818"/>
                        <a:gd name="connsiteX34" fmla="*/ 155854 w 313802"/>
                        <a:gd name="connsiteY34" fmla="*/ 12404 h 157818"/>
                        <a:gd name="connsiteX35" fmla="*/ 140924 w 313802"/>
                        <a:gd name="connsiteY35" fmla="*/ 15720 h 157818"/>
                        <a:gd name="connsiteX36" fmla="*/ 135058 w 313802"/>
                        <a:gd name="connsiteY36" fmla="*/ 12312 h 157818"/>
                        <a:gd name="connsiteX37" fmla="*/ 138466 w 313802"/>
                        <a:gd name="connsiteY37" fmla="*/ 6446 h 157818"/>
                        <a:gd name="connsiteX38" fmla="*/ 154176 w 313802"/>
                        <a:gd name="connsiteY38" fmla="*/ 2958 h 157818"/>
                        <a:gd name="connsiteX39" fmla="*/ 156118 w 313802"/>
                        <a:gd name="connsiteY39" fmla="*/ 3010 h 157818"/>
                        <a:gd name="connsiteX40" fmla="*/ 116666 w 313802"/>
                        <a:gd name="connsiteY40" fmla="*/ 14624 h 157818"/>
                        <a:gd name="connsiteX41" fmla="*/ 119996 w 313802"/>
                        <a:gd name="connsiteY41" fmla="*/ 17438 h 157818"/>
                        <a:gd name="connsiteX42" fmla="*/ 117420 w 313802"/>
                        <a:gd name="connsiteY42" fmla="*/ 23714 h 157818"/>
                        <a:gd name="connsiteX43" fmla="*/ 103573 w 313802"/>
                        <a:gd name="connsiteY43" fmla="*/ 30201 h 157818"/>
                        <a:gd name="connsiteX44" fmla="*/ 97099 w 313802"/>
                        <a:gd name="connsiteY44" fmla="*/ 28166 h 157818"/>
                        <a:gd name="connsiteX45" fmla="*/ 99147 w 313802"/>
                        <a:gd name="connsiteY45" fmla="*/ 21692 h 157818"/>
                        <a:gd name="connsiteX46" fmla="*/ 113720 w 313802"/>
                        <a:gd name="connsiteY46" fmla="*/ 14862 h 157818"/>
                        <a:gd name="connsiteX47" fmla="*/ 116666 w 313802"/>
                        <a:gd name="connsiteY47" fmla="*/ 14611 h 157818"/>
                        <a:gd name="connsiteX48" fmla="*/ 80690 w 313802"/>
                        <a:gd name="connsiteY48" fmla="*/ 34561 h 157818"/>
                        <a:gd name="connsiteX49" fmla="*/ 83504 w 313802"/>
                        <a:gd name="connsiteY49" fmla="*/ 36463 h 157818"/>
                        <a:gd name="connsiteX50" fmla="*/ 82355 w 313802"/>
                        <a:gd name="connsiteY50" fmla="*/ 43149 h 157818"/>
                        <a:gd name="connsiteX51" fmla="*/ 70252 w 313802"/>
                        <a:gd name="connsiteY51" fmla="*/ 52503 h 157818"/>
                        <a:gd name="connsiteX52" fmla="*/ 63488 w 313802"/>
                        <a:gd name="connsiteY52" fmla="*/ 51922 h 157818"/>
                        <a:gd name="connsiteX53" fmla="*/ 64069 w 313802"/>
                        <a:gd name="connsiteY53" fmla="*/ 45157 h 157818"/>
                        <a:gd name="connsiteX54" fmla="*/ 76805 w 313802"/>
                        <a:gd name="connsiteY54" fmla="*/ 35314 h 157818"/>
                        <a:gd name="connsiteX55" fmla="*/ 80677 w 313802"/>
                        <a:gd name="connsiteY55" fmla="*/ 34561 h 157818"/>
                        <a:gd name="connsiteX56" fmla="*/ 49919 w 313802"/>
                        <a:gd name="connsiteY56" fmla="*/ 61870 h 157818"/>
                        <a:gd name="connsiteX57" fmla="*/ 52033 w 313802"/>
                        <a:gd name="connsiteY57" fmla="*/ 62980 h 157818"/>
                        <a:gd name="connsiteX58" fmla="*/ 52376 w 313802"/>
                        <a:gd name="connsiteY58" fmla="*/ 69758 h 157818"/>
                        <a:gd name="connsiteX59" fmla="*/ 42613 w 313802"/>
                        <a:gd name="connsiteY59" fmla="*/ 81530 h 157818"/>
                        <a:gd name="connsiteX60" fmla="*/ 35888 w 313802"/>
                        <a:gd name="connsiteY60" fmla="*/ 82455 h 157818"/>
                        <a:gd name="connsiteX61" fmla="*/ 34976 w 313802"/>
                        <a:gd name="connsiteY61" fmla="*/ 75730 h 157818"/>
                        <a:gd name="connsiteX62" fmla="*/ 45255 w 313802"/>
                        <a:gd name="connsiteY62" fmla="*/ 63324 h 157818"/>
                        <a:gd name="connsiteX63" fmla="*/ 49919 w 313802"/>
                        <a:gd name="connsiteY63" fmla="*/ 61870 h 157818"/>
                        <a:gd name="connsiteX64" fmla="*/ 25886 w 313802"/>
                        <a:gd name="connsiteY64" fmla="*/ 95284 h 157818"/>
                        <a:gd name="connsiteX65" fmla="*/ 27141 w 313802"/>
                        <a:gd name="connsiteY65" fmla="*/ 95773 h 157818"/>
                        <a:gd name="connsiteX66" fmla="*/ 28978 w 313802"/>
                        <a:gd name="connsiteY66" fmla="*/ 102313 h 157818"/>
                        <a:gd name="connsiteX67" fmla="*/ 22054 w 313802"/>
                        <a:gd name="connsiteY67" fmla="*/ 115948 h 157818"/>
                        <a:gd name="connsiteX68" fmla="*/ 15699 w 313802"/>
                        <a:gd name="connsiteY68" fmla="*/ 118326 h 157818"/>
                        <a:gd name="connsiteX69" fmla="*/ 13321 w 313802"/>
                        <a:gd name="connsiteY69" fmla="*/ 111971 h 157818"/>
                        <a:gd name="connsiteX70" fmla="*/ 20614 w 313802"/>
                        <a:gd name="connsiteY70" fmla="*/ 97622 h 157818"/>
                        <a:gd name="connsiteX71" fmla="*/ 25899 w 313802"/>
                        <a:gd name="connsiteY71" fmla="*/ 95297 h 157818"/>
                        <a:gd name="connsiteX72" fmla="*/ 9794 w 313802"/>
                        <a:gd name="connsiteY72" fmla="*/ 133137 h 157818"/>
                        <a:gd name="connsiteX73" fmla="*/ 10084 w 313802"/>
                        <a:gd name="connsiteY73" fmla="*/ 133216 h 157818"/>
                        <a:gd name="connsiteX74" fmla="*/ 13295 w 313802"/>
                        <a:gd name="connsiteY74" fmla="*/ 139201 h 157818"/>
                        <a:gd name="connsiteX75" fmla="*/ 10375 w 313802"/>
                        <a:gd name="connsiteY75" fmla="*/ 150074 h 157818"/>
                        <a:gd name="connsiteX76" fmla="*/ 9490 w 313802"/>
                        <a:gd name="connsiteY76" fmla="*/ 154025 h 157818"/>
                        <a:gd name="connsiteX77" fmla="*/ 3795 w 313802"/>
                        <a:gd name="connsiteY77" fmla="*/ 157711 h 157818"/>
                        <a:gd name="connsiteX78" fmla="*/ 109 w 313802"/>
                        <a:gd name="connsiteY78" fmla="*/ 152017 h 157818"/>
                        <a:gd name="connsiteX79" fmla="*/ 1047 w 313802"/>
                        <a:gd name="connsiteY79" fmla="*/ 147868 h 157818"/>
                        <a:gd name="connsiteX80" fmla="*/ 4126 w 313802"/>
                        <a:gd name="connsiteY80" fmla="*/ 136426 h 157818"/>
                        <a:gd name="connsiteX81" fmla="*/ 9820 w 313802"/>
                        <a:gd name="connsiteY81" fmla="*/ 133137 h 1578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</a:cxnLst>
                      <a:rect l="l" t="t" r="r" b="b"/>
                      <a:pathLst>
                        <a:path w="313802" h="157818">
                          <a:moveTo>
                            <a:pt x="231493" y="5138"/>
                          </a:moveTo>
                          <a:cubicBezTo>
                            <a:pt x="233647" y="5640"/>
                            <a:pt x="235787" y="6194"/>
                            <a:pt x="237940" y="6776"/>
                          </a:cubicBezTo>
                          <a:cubicBezTo>
                            <a:pt x="240504" y="7476"/>
                            <a:pt x="242010" y="10105"/>
                            <a:pt x="241310" y="12668"/>
                          </a:cubicBezTo>
                          <a:cubicBezTo>
                            <a:pt x="240609" y="15232"/>
                            <a:pt x="237967" y="16738"/>
                            <a:pt x="235417" y="16038"/>
                          </a:cubicBezTo>
                          <a:cubicBezTo>
                            <a:pt x="230462" y="14690"/>
                            <a:pt x="225455" y="13540"/>
                            <a:pt x="220500" y="12629"/>
                          </a:cubicBezTo>
                          <a:cubicBezTo>
                            <a:pt x="217898" y="12140"/>
                            <a:pt x="216167" y="9643"/>
                            <a:pt x="216656" y="7040"/>
                          </a:cubicBezTo>
                          <a:cubicBezTo>
                            <a:pt x="217131" y="4437"/>
                            <a:pt x="219642" y="2706"/>
                            <a:pt x="222244" y="3195"/>
                          </a:cubicBezTo>
                          <a:cubicBezTo>
                            <a:pt x="225310" y="3763"/>
                            <a:pt x="228428" y="4424"/>
                            <a:pt x="231493" y="5138"/>
                          </a:cubicBezTo>
                          <a:close/>
                          <a:moveTo>
                            <a:pt x="261881" y="15073"/>
                          </a:moveTo>
                          <a:cubicBezTo>
                            <a:pt x="262145" y="15139"/>
                            <a:pt x="262396" y="15218"/>
                            <a:pt x="262660" y="15324"/>
                          </a:cubicBezTo>
                          <a:cubicBezTo>
                            <a:pt x="267588" y="17412"/>
                            <a:pt x="272490" y="19737"/>
                            <a:pt x="277207" y="22234"/>
                          </a:cubicBezTo>
                          <a:cubicBezTo>
                            <a:pt x="279545" y="23463"/>
                            <a:pt x="280444" y="26369"/>
                            <a:pt x="279215" y="28721"/>
                          </a:cubicBezTo>
                          <a:cubicBezTo>
                            <a:pt x="277973" y="31060"/>
                            <a:pt x="275067" y="31971"/>
                            <a:pt x="272728" y="30729"/>
                          </a:cubicBezTo>
                          <a:cubicBezTo>
                            <a:pt x="268236" y="28364"/>
                            <a:pt x="263585" y="26158"/>
                            <a:pt x="258908" y="24176"/>
                          </a:cubicBezTo>
                          <a:cubicBezTo>
                            <a:pt x="256464" y="23146"/>
                            <a:pt x="255328" y="20318"/>
                            <a:pt x="256358" y="17887"/>
                          </a:cubicBezTo>
                          <a:cubicBezTo>
                            <a:pt x="257283" y="15707"/>
                            <a:pt x="259635" y="14558"/>
                            <a:pt x="261868" y="15086"/>
                          </a:cubicBezTo>
                          <a:close/>
                          <a:moveTo>
                            <a:pt x="197155" y="328"/>
                          </a:moveTo>
                          <a:cubicBezTo>
                            <a:pt x="199361" y="844"/>
                            <a:pt x="200947" y="2878"/>
                            <a:pt x="200841" y="5217"/>
                          </a:cubicBezTo>
                          <a:cubicBezTo>
                            <a:pt x="200722" y="7859"/>
                            <a:pt x="198476" y="9907"/>
                            <a:pt x="195820" y="9788"/>
                          </a:cubicBezTo>
                          <a:cubicBezTo>
                            <a:pt x="190760" y="9550"/>
                            <a:pt x="185607" y="9537"/>
                            <a:pt x="180534" y="9735"/>
                          </a:cubicBezTo>
                          <a:cubicBezTo>
                            <a:pt x="177891" y="9828"/>
                            <a:pt x="175659" y="7780"/>
                            <a:pt x="175553" y="5124"/>
                          </a:cubicBezTo>
                          <a:cubicBezTo>
                            <a:pt x="175447" y="2469"/>
                            <a:pt x="177508" y="249"/>
                            <a:pt x="180164" y="143"/>
                          </a:cubicBezTo>
                          <a:cubicBezTo>
                            <a:pt x="185515" y="-68"/>
                            <a:pt x="190932" y="-42"/>
                            <a:pt x="196269" y="196"/>
                          </a:cubicBezTo>
                          <a:cubicBezTo>
                            <a:pt x="196573" y="209"/>
                            <a:pt x="196877" y="249"/>
                            <a:pt x="197155" y="315"/>
                          </a:cubicBezTo>
                          <a:close/>
                          <a:moveTo>
                            <a:pt x="297765" y="35208"/>
                          </a:moveTo>
                          <a:cubicBezTo>
                            <a:pt x="298360" y="35354"/>
                            <a:pt x="298928" y="35605"/>
                            <a:pt x="299456" y="35988"/>
                          </a:cubicBezTo>
                          <a:cubicBezTo>
                            <a:pt x="303803" y="39106"/>
                            <a:pt x="308070" y="42449"/>
                            <a:pt x="312127" y="45923"/>
                          </a:cubicBezTo>
                          <a:cubicBezTo>
                            <a:pt x="314135" y="47641"/>
                            <a:pt x="314373" y="50680"/>
                            <a:pt x="312655" y="52688"/>
                          </a:cubicBezTo>
                          <a:cubicBezTo>
                            <a:pt x="310937" y="54709"/>
                            <a:pt x="307912" y="54947"/>
                            <a:pt x="305890" y="53216"/>
                          </a:cubicBezTo>
                          <a:cubicBezTo>
                            <a:pt x="302032" y="49913"/>
                            <a:pt x="297976" y="46742"/>
                            <a:pt x="293854" y="43783"/>
                          </a:cubicBezTo>
                          <a:cubicBezTo>
                            <a:pt x="291701" y="42237"/>
                            <a:pt x="291212" y="39238"/>
                            <a:pt x="292758" y="37084"/>
                          </a:cubicBezTo>
                          <a:cubicBezTo>
                            <a:pt x="293920" y="35459"/>
                            <a:pt x="295928" y="34772"/>
                            <a:pt x="297765" y="35208"/>
                          </a:cubicBezTo>
                          <a:close/>
                          <a:moveTo>
                            <a:pt x="156118" y="3010"/>
                          </a:moveTo>
                          <a:cubicBezTo>
                            <a:pt x="157928" y="3433"/>
                            <a:pt x="159394" y="4900"/>
                            <a:pt x="159738" y="6842"/>
                          </a:cubicBezTo>
                          <a:cubicBezTo>
                            <a:pt x="160200" y="9458"/>
                            <a:pt x="158470" y="11942"/>
                            <a:pt x="155854" y="12404"/>
                          </a:cubicBezTo>
                          <a:cubicBezTo>
                            <a:pt x="150859" y="13289"/>
                            <a:pt x="145839" y="14399"/>
                            <a:pt x="140924" y="15720"/>
                          </a:cubicBezTo>
                          <a:cubicBezTo>
                            <a:pt x="138361" y="16407"/>
                            <a:pt x="135732" y="14875"/>
                            <a:pt x="135058" y="12312"/>
                          </a:cubicBezTo>
                          <a:cubicBezTo>
                            <a:pt x="134371" y="9749"/>
                            <a:pt x="135903" y="7119"/>
                            <a:pt x="138466" y="6446"/>
                          </a:cubicBezTo>
                          <a:cubicBezTo>
                            <a:pt x="143646" y="5071"/>
                            <a:pt x="148930" y="3896"/>
                            <a:pt x="154176" y="2958"/>
                          </a:cubicBezTo>
                          <a:cubicBezTo>
                            <a:pt x="154836" y="2839"/>
                            <a:pt x="155497" y="2865"/>
                            <a:pt x="156118" y="3010"/>
                          </a:cubicBezTo>
                          <a:close/>
                          <a:moveTo>
                            <a:pt x="116666" y="14624"/>
                          </a:moveTo>
                          <a:cubicBezTo>
                            <a:pt x="118107" y="14967"/>
                            <a:pt x="119375" y="15971"/>
                            <a:pt x="119996" y="17438"/>
                          </a:cubicBezTo>
                          <a:cubicBezTo>
                            <a:pt x="121013" y="19882"/>
                            <a:pt x="119864" y="22696"/>
                            <a:pt x="117420" y="23714"/>
                          </a:cubicBezTo>
                          <a:cubicBezTo>
                            <a:pt x="112729" y="25682"/>
                            <a:pt x="108065" y="27862"/>
                            <a:pt x="103573" y="30201"/>
                          </a:cubicBezTo>
                          <a:cubicBezTo>
                            <a:pt x="101221" y="31430"/>
                            <a:pt x="98328" y="30518"/>
                            <a:pt x="97099" y="28166"/>
                          </a:cubicBezTo>
                          <a:cubicBezTo>
                            <a:pt x="95871" y="25814"/>
                            <a:pt x="96795" y="22921"/>
                            <a:pt x="99147" y="21692"/>
                          </a:cubicBezTo>
                          <a:cubicBezTo>
                            <a:pt x="103890" y="19222"/>
                            <a:pt x="108792" y="16923"/>
                            <a:pt x="113720" y="14862"/>
                          </a:cubicBezTo>
                          <a:cubicBezTo>
                            <a:pt x="114685" y="14452"/>
                            <a:pt x="115715" y="14386"/>
                            <a:pt x="116666" y="14611"/>
                          </a:cubicBezTo>
                          <a:close/>
                          <a:moveTo>
                            <a:pt x="80690" y="34561"/>
                          </a:moveTo>
                          <a:cubicBezTo>
                            <a:pt x="81786" y="34825"/>
                            <a:pt x="82804" y="35459"/>
                            <a:pt x="83504" y="36463"/>
                          </a:cubicBezTo>
                          <a:cubicBezTo>
                            <a:pt x="85037" y="38630"/>
                            <a:pt x="84521" y="41616"/>
                            <a:pt x="82355" y="43149"/>
                          </a:cubicBezTo>
                          <a:cubicBezTo>
                            <a:pt x="78206" y="46082"/>
                            <a:pt x="74123" y="49226"/>
                            <a:pt x="70252" y="52503"/>
                          </a:cubicBezTo>
                          <a:cubicBezTo>
                            <a:pt x="68231" y="54207"/>
                            <a:pt x="65205" y="53956"/>
                            <a:pt x="63488" y="51922"/>
                          </a:cubicBezTo>
                          <a:cubicBezTo>
                            <a:pt x="61783" y="49887"/>
                            <a:pt x="62048" y="46861"/>
                            <a:pt x="64069" y="45157"/>
                          </a:cubicBezTo>
                          <a:cubicBezTo>
                            <a:pt x="68152" y="41722"/>
                            <a:pt x="72445" y="38406"/>
                            <a:pt x="76805" y="35314"/>
                          </a:cubicBezTo>
                          <a:cubicBezTo>
                            <a:pt x="77981" y="34482"/>
                            <a:pt x="79395" y="34257"/>
                            <a:pt x="80677" y="34561"/>
                          </a:cubicBezTo>
                          <a:close/>
                          <a:moveTo>
                            <a:pt x="49919" y="61870"/>
                          </a:moveTo>
                          <a:cubicBezTo>
                            <a:pt x="50685" y="62055"/>
                            <a:pt x="51412" y="62412"/>
                            <a:pt x="52033" y="62980"/>
                          </a:cubicBezTo>
                          <a:cubicBezTo>
                            <a:pt x="54001" y="64751"/>
                            <a:pt x="54160" y="67789"/>
                            <a:pt x="52376" y="69758"/>
                          </a:cubicBezTo>
                          <a:cubicBezTo>
                            <a:pt x="48968" y="73537"/>
                            <a:pt x="45678" y="77487"/>
                            <a:pt x="42613" y="81530"/>
                          </a:cubicBezTo>
                          <a:cubicBezTo>
                            <a:pt x="41014" y="83644"/>
                            <a:pt x="38001" y="84054"/>
                            <a:pt x="35888" y="82455"/>
                          </a:cubicBezTo>
                          <a:cubicBezTo>
                            <a:pt x="33774" y="80856"/>
                            <a:pt x="33364" y="77844"/>
                            <a:pt x="34976" y="75730"/>
                          </a:cubicBezTo>
                          <a:cubicBezTo>
                            <a:pt x="38213" y="71476"/>
                            <a:pt x="41674" y="67301"/>
                            <a:pt x="45255" y="63324"/>
                          </a:cubicBezTo>
                          <a:cubicBezTo>
                            <a:pt x="46470" y="61976"/>
                            <a:pt x="48281" y="61487"/>
                            <a:pt x="49919" y="61870"/>
                          </a:cubicBezTo>
                          <a:close/>
                          <a:moveTo>
                            <a:pt x="25886" y="95284"/>
                          </a:moveTo>
                          <a:cubicBezTo>
                            <a:pt x="26309" y="95390"/>
                            <a:pt x="26732" y="95548"/>
                            <a:pt x="27141" y="95773"/>
                          </a:cubicBezTo>
                          <a:cubicBezTo>
                            <a:pt x="29453" y="97067"/>
                            <a:pt x="30272" y="100001"/>
                            <a:pt x="28978" y="102313"/>
                          </a:cubicBezTo>
                          <a:cubicBezTo>
                            <a:pt x="26494" y="106739"/>
                            <a:pt x="24168" y="111323"/>
                            <a:pt x="22054" y="115948"/>
                          </a:cubicBezTo>
                          <a:cubicBezTo>
                            <a:pt x="20958" y="118365"/>
                            <a:pt x="18104" y="119422"/>
                            <a:pt x="15699" y="118326"/>
                          </a:cubicBezTo>
                          <a:cubicBezTo>
                            <a:pt x="13282" y="117229"/>
                            <a:pt x="12225" y="114375"/>
                            <a:pt x="13321" y="111971"/>
                          </a:cubicBezTo>
                          <a:cubicBezTo>
                            <a:pt x="15541" y="107095"/>
                            <a:pt x="17998" y="102273"/>
                            <a:pt x="20614" y="97622"/>
                          </a:cubicBezTo>
                          <a:cubicBezTo>
                            <a:pt x="21685" y="95720"/>
                            <a:pt x="23865" y="94821"/>
                            <a:pt x="25899" y="95297"/>
                          </a:cubicBezTo>
                          <a:close/>
                          <a:moveTo>
                            <a:pt x="9794" y="133137"/>
                          </a:moveTo>
                          <a:cubicBezTo>
                            <a:pt x="9886" y="133163"/>
                            <a:pt x="9979" y="133189"/>
                            <a:pt x="10084" y="133216"/>
                          </a:cubicBezTo>
                          <a:cubicBezTo>
                            <a:pt x="12621" y="133982"/>
                            <a:pt x="14061" y="136664"/>
                            <a:pt x="13295" y="139201"/>
                          </a:cubicBezTo>
                          <a:cubicBezTo>
                            <a:pt x="12211" y="142781"/>
                            <a:pt x="11234" y="146441"/>
                            <a:pt x="10375" y="150074"/>
                          </a:cubicBezTo>
                          <a:cubicBezTo>
                            <a:pt x="10058" y="151396"/>
                            <a:pt x="9767" y="152704"/>
                            <a:pt x="9490" y="154025"/>
                          </a:cubicBezTo>
                          <a:cubicBezTo>
                            <a:pt x="8935" y="156615"/>
                            <a:pt x="6385" y="158266"/>
                            <a:pt x="3795" y="157711"/>
                          </a:cubicBezTo>
                          <a:cubicBezTo>
                            <a:pt x="1166" y="157209"/>
                            <a:pt x="-446" y="154606"/>
                            <a:pt x="109" y="152017"/>
                          </a:cubicBezTo>
                          <a:cubicBezTo>
                            <a:pt x="400" y="150629"/>
                            <a:pt x="717" y="149255"/>
                            <a:pt x="1047" y="147868"/>
                          </a:cubicBezTo>
                          <a:cubicBezTo>
                            <a:pt x="1946" y="144050"/>
                            <a:pt x="2989" y="140192"/>
                            <a:pt x="4126" y="136426"/>
                          </a:cubicBezTo>
                          <a:cubicBezTo>
                            <a:pt x="4865" y="133982"/>
                            <a:pt x="7363" y="132555"/>
                            <a:pt x="9820" y="133137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81" name="Forme libre : forme 2580">
                      <a:extLst>
                        <a:ext uri="{FF2B5EF4-FFF2-40B4-BE49-F238E27FC236}">
                          <a16:creationId xmlns:a16="http://schemas.microsoft.com/office/drawing/2014/main" id="{880E8545-BB1D-7A1E-B7E2-79894C20C4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504" y="78140"/>
                      <a:ext cx="14570" cy="15441"/>
                    </a:xfrm>
                    <a:custGeom>
                      <a:avLst/>
                      <a:gdLst>
                        <a:gd name="connsiteX0" fmla="*/ 5902 w 14570"/>
                        <a:gd name="connsiteY0" fmla="*/ 141 h 15441"/>
                        <a:gd name="connsiteX1" fmla="*/ 8386 w 14570"/>
                        <a:gd name="connsiteY1" fmla="*/ 1621 h 15441"/>
                        <a:gd name="connsiteX2" fmla="*/ 13486 w 14570"/>
                        <a:gd name="connsiteY2" fmla="*/ 7606 h 15441"/>
                        <a:gd name="connsiteX3" fmla="*/ 12812 w 14570"/>
                        <a:gd name="connsiteY3" fmla="*/ 14357 h 15441"/>
                        <a:gd name="connsiteX4" fmla="*/ 6061 w 14570"/>
                        <a:gd name="connsiteY4" fmla="*/ 13684 h 15441"/>
                        <a:gd name="connsiteX5" fmla="*/ 1212 w 14570"/>
                        <a:gd name="connsiteY5" fmla="*/ 7989 h 15441"/>
                        <a:gd name="connsiteX6" fmla="*/ 1608 w 14570"/>
                        <a:gd name="connsiteY6" fmla="*/ 1211 h 15441"/>
                        <a:gd name="connsiteX7" fmla="*/ 5902 w 14570"/>
                        <a:gd name="connsiteY7" fmla="*/ 128 h 154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4570" h="15441">
                          <a:moveTo>
                            <a:pt x="5902" y="141"/>
                          </a:moveTo>
                          <a:cubicBezTo>
                            <a:pt x="6827" y="366"/>
                            <a:pt x="7699" y="855"/>
                            <a:pt x="8386" y="1621"/>
                          </a:cubicBezTo>
                          <a:cubicBezTo>
                            <a:pt x="10117" y="3563"/>
                            <a:pt x="11835" y="5585"/>
                            <a:pt x="13486" y="7606"/>
                          </a:cubicBezTo>
                          <a:cubicBezTo>
                            <a:pt x="15164" y="9654"/>
                            <a:pt x="14860" y="12680"/>
                            <a:pt x="12812" y="14357"/>
                          </a:cubicBezTo>
                          <a:cubicBezTo>
                            <a:pt x="10764" y="16035"/>
                            <a:pt x="7739" y="15732"/>
                            <a:pt x="6061" y="13684"/>
                          </a:cubicBezTo>
                          <a:cubicBezTo>
                            <a:pt x="4489" y="11755"/>
                            <a:pt x="2850" y="9839"/>
                            <a:pt x="1212" y="7989"/>
                          </a:cubicBezTo>
                          <a:cubicBezTo>
                            <a:pt x="-545" y="6007"/>
                            <a:pt x="-373" y="2982"/>
                            <a:pt x="1608" y="1211"/>
                          </a:cubicBezTo>
                          <a:cubicBezTo>
                            <a:pt x="2824" y="128"/>
                            <a:pt x="4436" y="-216"/>
                            <a:pt x="5902" y="128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575" name="Graphique 4366">
                    <a:extLst>
                      <a:ext uri="{FF2B5EF4-FFF2-40B4-BE49-F238E27FC236}">
                        <a16:creationId xmlns:a16="http://schemas.microsoft.com/office/drawing/2014/main" id="{68753BF1-9C2D-80B5-6F98-593D1BAE80CC}"/>
                      </a:ext>
                    </a:extLst>
                  </p:cNvPr>
                  <p:cNvGrpSpPr/>
                  <p:nvPr/>
                </p:nvGrpSpPr>
                <p:grpSpPr>
                  <a:xfrm>
                    <a:off x="49820" y="67191"/>
                    <a:ext cx="282724" cy="282724"/>
                    <a:chOff x="49820" y="67191"/>
                    <a:chExt cx="282724" cy="282724"/>
                  </a:xfrm>
                </p:grpSpPr>
                <p:sp>
                  <p:nvSpPr>
                    <p:cNvPr id="2576" name="Forme libre : forme 2575">
                      <a:extLst>
                        <a:ext uri="{FF2B5EF4-FFF2-40B4-BE49-F238E27FC236}">
                          <a16:creationId xmlns:a16="http://schemas.microsoft.com/office/drawing/2014/main" id="{02089B62-74D6-A24C-5607-11D15D940B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20" y="67191"/>
                      <a:ext cx="282724" cy="282724"/>
                    </a:xfrm>
                    <a:custGeom>
                      <a:avLst/>
                      <a:gdLst>
                        <a:gd name="connsiteX0" fmla="*/ 263495 w 282724"/>
                        <a:gd name="connsiteY0" fmla="*/ 63780 h 282724"/>
                        <a:gd name="connsiteX1" fmla="*/ 261209 w 282724"/>
                        <a:gd name="connsiteY1" fmla="*/ 62539 h 282724"/>
                        <a:gd name="connsiteX2" fmla="*/ 234111 w 282724"/>
                        <a:gd name="connsiteY2" fmla="*/ 65815 h 282724"/>
                        <a:gd name="connsiteX3" fmla="*/ 205295 w 282724"/>
                        <a:gd name="connsiteY3" fmla="*/ 40236 h 282724"/>
                        <a:gd name="connsiteX4" fmla="*/ 205322 w 282724"/>
                        <a:gd name="connsiteY4" fmla="*/ 12953 h 282724"/>
                        <a:gd name="connsiteX5" fmla="*/ 203816 w 282724"/>
                        <a:gd name="connsiteY5" fmla="*/ 10826 h 282724"/>
                        <a:gd name="connsiteX6" fmla="*/ 172873 w 282724"/>
                        <a:gd name="connsiteY6" fmla="*/ 124 h 282724"/>
                        <a:gd name="connsiteX7" fmla="*/ 170376 w 282724"/>
                        <a:gd name="connsiteY7" fmla="*/ 864 h 282724"/>
                        <a:gd name="connsiteX8" fmla="*/ 153544 w 282724"/>
                        <a:gd name="connsiteY8" fmla="*/ 22334 h 282724"/>
                        <a:gd name="connsiteX9" fmla="*/ 115083 w 282724"/>
                        <a:gd name="connsiteY9" fmla="*/ 24659 h 282724"/>
                        <a:gd name="connsiteX10" fmla="*/ 95793 w 282724"/>
                        <a:gd name="connsiteY10" fmla="*/ 5343 h 282724"/>
                        <a:gd name="connsiteX11" fmla="*/ 93230 w 282724"/>
                        <a:gd name="connsiteY11" fmla="*/ 4907 h 282724"/>
                        <a:gd name="connsiteX12" fmla="*/ 63780 w 282724"/>
                        <a:gd name="connsiteY12" fmla="*/ 19229 h 282724"/>
                        <a:gd name="connsiteX13" fmla="*/ 62539 w 282724"/>
                        <a:gd name="connsiteY13" fmla="*/ 21515 h 282724"/>
                        <a:gd name="connsiteX14" fmla="*/ 65815 w 282724"/>
                        <a:gd name="connsiteY14" fmla="*/ 48613 h 282724"/>
                        <a:gd name="connsiteX15" fmla="*/ 40236 w 282724"/>
                        <a:gd name="connsiteY15" fmla="*/ 77429 h 282724"/>
                        <a:gd name="connsiteX16" fmla="*/ 12953 w 282724"/>
                        <a:gd name="connsiteY16" fmla="*/ 77402 h 282724"/>
                        <a:gd name="connsiteX17" fmla="*/ 10826 w 282724"/>
                        <a:gd name="connsiteY17" fmla="*/ 78908 h 282724"/>
                        <a:gd name="connsiteX18" fmla="*/ 124 w 282724"/>
                        <a:gd name="connsiteY18" fmla="*/ 109851 h 282724"/>
                        <a:gd name="connsiteX19" fmla="*/ 864 w 282724"/>
                        <a:gd name="connsiteY19" fmla="*/ 112348 h 282724"/>
                        <a:gd name="connsiteX20" fmla="*/ 22334 w 282724"/>
                        <a:gd name="connsiteY20" fmla="*/ 129180 h 282724"/>
                        <a:gd name="connsiteX21" fmla="*/ 24659 w 282724"/>
                        <a:gd name="connsiteY21" fmla="*/ 167641 h 282724"/>
                        <a:gd name="connsiteX22" fmla="*/ 5343 w 282724"/>
                        <a:gd name="connsiteY22" fmla="*/ 186931 h 282724"/>
                        <a:gd name="connsiteX23" fmla="*/ 4907 w 282724"/>
                        <a:gd name="connsiteY23" fmla="*/ 189494 h 282724"/>
                        <a:gd name="connsiteX24" fmla="*/ 19229 w 282724"/>
                        <a:gd name="connsiteY24" fmla="*/ 218944 h 282724"/>
                        <a:gd name="connsiteX25" fmla="*/ 21515 w 282724"/>
                        <a:gd name="connsiteY25" fmla="*/ 220186 h 282724"/>
                        <a:gd name="connsiteX26" fmla="*/ 48613 w 282724"/>
                        <a:gd name="connsiteY26" fmla="*/ 216909 h 282724"/>
                        <a:gd name="connsiteX27" fmla="*/ 77429 w 282724"/>
                        <a:gd name="connsiteY27" fmla="*/ 242488 h 282724"/>
                        <a:gd name="connsiteX28" fmla="*/ 77402 w 282724"/>
                        <a:gd name="connsiteY28" fmla="*/ 269771 h 282724"/>
                        <a:gd name="connsiteX29" fmla="*/ 78908 w 282724"/>
                        <a:gd name="connsiteY29" fmla="*/ 271898 h 282724"/>
                        <a:gd name="connsiteX30" fmla="*/ 109851 w 282724"/>
                        <a:gd name="connsiteY30" fmla="*/ 282600 h 282724"/>
                        <a:gd name="connsiteX31" fmla="*/ 112348 w 282724"/>
                        <a:gd name="connsiteY31" fmla="*/ 281860 h 282724"/>
                        <a:gd name="connsiteX32" fmla="*/ 129180 w 282724"/>
                        <a:gd name="connsiteY32" fmla="*/ 260390 h 282724"/>
                        <a:gd name="connsiteX33" fmla="*/ 167641 w 282724"/>
                        <a:gd name="connsiteY33" fmla="*/ 258065 h 282724"/>
                        <a:gd name="connsiteX34" fmla="*/ 186931 w 282724"/>
                        <a:gd name="connsiteY34" fmla="*/ 277381 h 282724"/>
                        <a:gd name="connsiteX35" fmla="*/ 189494 w 282724"/>
                        <a:gd name="connsiteY35" fmla="*/ 277817 h 282724"/>
                        <a:gd name="connsiteX36" fmla="*/ 218944 w 282724"/>
                        <a:gd name="connsiteY36" fmla="*/ 263495 h 282724"/>
                        <a:gd name="connsiteX37" fmla="*/ 220186 w 282724"/>
                        <a:gd name="connsiteY37" fmla="*/ 261209 h 282724"/>
                        <a:gd name="connsiteX38" fmla="*/ 216909 w 282724"/>
                        <a:gd name="connsiteY38" fmla="*/ 234111 h 282724"/>
                        <a:gd name="connsiteX39" fmla="*/ 242488 w 282724"/>
                        <a:gd name="connsiteY39" fmla="*/ 205296 h 282724"/>
                        <a:gd name="connsiteX40" fmla="*/ 269771 w 282724"/>
                        <a:gd name="connsiteY40" fmla="*/ 205322 h 282724"/>
                        <a:gd name="connsiteX41" fmla="*/ 271898 w 282724"/>
                        <a:gd name="connsiteY41" fmla="*/ 203816 h 282724"/>
                        <a:gd name="connsiteX42" fmla="*/ 282600 w 282724"/>
                        <a:gd name="connsiteY42" fmla="*/ 172873 h 282724"/>
                        <a:gd name="connsiteX43" fmla="*/ 281860 w 282724"/>
                        <a:gd name="connsiteY43" fmla="*/ 170376 h 282724"/>
                        <a:gd name="connsiteX44" fmla="*/ 260390 w 282724"/>
                        <a:gd name="connsiteY44" fmla="*/ 153544 h 282724"/>
                        <a:gd name="connsiteX45" fmla="*/ 258065 w 282724"/>
                        <a:gd name="connsiteY45" fmla="*/ 115083 h 282724"/>
                        <a:gd name="connsiteX46" fmla="*/ 277381 w 282724"/>
                        <a:gd name="connsiteY46" fmla="*/ 95793 h 282724"/>
                        <a:gd name="connsiteX47" fmla="*/ 277817 w 282724"/>
                        <a:gd name="connsiteY47" fmla="*/ 93230 h 282724"/>
                        <a:gd name="connsiteX48" fmla="*/ 263495 w 282724"/>
                        <a:gd name="connsiteY48" fmla="*/ 63780 h 2827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282724" h="282724">
                          <a:moveTo>
                            <a:pt x="263495" y="63780"/>
                          </a:moveTo>
                          <a:cubicBezTo>
                            <a:pt x="263072" y="62922"/>
                            <a:pt x="262160" y="62420"/>
                            <a:pt x="261209" y="62539"/>
                          </a:cubicBezTo>
                          <a:lnTo>
                            <a:pt x="234111" y="65815"/>
                          </a:lnTo>
                          <a:cubicBezTo>
                            <a:pt x="226065" y="55919"/>
                            <a:pt x="216394" y="47239"/>
                            <a:pt x="205295" y="40236"/>
                          </a:cubicBezTo>
                          <a:lnTo>
                            <a:pt x="205322" y="12953"/>
                          </a:lnTo>
                          <a:cubicBezTo>
                            <a:pt x="205322" y="12002"/>
                            <a:pt x="204714" y="11143"/>
                            <a:pt x="203816" y="10826"/>
                          </a:cubicBezTo>
                          <a:lnTo>
                            <a:pt x="172873" y="124"/>
                          </a:lnTo>
                          <a:cubicBezTo>
                            <a:pt x="171975" y="-193"/>
                            <a:pt x="170970" y="111"/>
                            <a:pt x="170376" y="864"/>
                          </a:cubicBezTo>
                          <a:lnTo>
                            <a:pt x="153544" y="22334"/>
                          </a:lnTo>
                          <a:cubicBezTo>
                            <a:pt x="140490" y="20986"/>
                            <a:pt x="127516" y="21845"/>
                            <a:pt x="115083" y="24659"/>
                          </a:cubicBezTo>
                          <a:lnTo>
                            <a:pt x="95793" y="5343"/>
                          </a:lnTo>
                          <a:cubicBezTo>
                            <a:pt x="95120" y="4669"/>
                            <a:pt x="94089" y="4498"/>
                            <a:pt x="93230" y="4907"/>
                          </a:cubicBezTo>
                          <a:lnTo>
                            <a:pt x="63780" y="19229"/>
                          </a:lnTo>
                          <a:cubicBezTo>
                            <a:pt x="62922" y="19652"/>
                            <a:pt x="62420" y="20564"/>
                            <a:pt x="62539" y="21515"/>
                          </a:cubicBezTo>
                          <a:lnTo>
                            <a:pt x="65815" y="48613"/>
                          </a:lnTo>
                          <a:cubicBezTo>
                            <a:pt x="55919" y="56659"/>
                            <a:pt x="47239" y="66330"/>
                            <a:pt x="40236" y="77429"/>
                          </a:cubicBezTo>
                          <a:lnTo>
                            <a:pt x="12953" y="77402"/>
                          </a:lnTo>
                          <a:cubicBezTo>
                            <a:pt x="12002" y="77402"/>
                            <a:pt x="11143" y="78010"/>
                            <a:pt x="10826" y="78908"/>
                          </a:cubicBezTo>
                          <a:lnTo>
                            <a:pt x="124" y="109851"/>
                          </a:lnTo>
                          <a:cubicBezTo>
                            <a:pt x="-193" y="110750"/>
                            <a:pt x="111" y="111754"/>
                            <a:pt x="864" y="112348"/>
                          </a:cubicBezTo>
                          <a:lnTo>
                            <a:pt x="22334" y="129180"/>
                          </a:lnTo>
                          <a:cubicBezTo>
                            <a:pt x="20986" y="142234"/>
                            <a:pt x="21845" y="155208"/>
                            <a:pt x="24659" y="167641"/>
                          </a:cubicBezTo>
                          <a:lnTo>
                            <a:pt x="5343" y="186931"/>
                          </a:lnTo>
                          <a:cubicBezTo>
                            <a:pt x="4669" y="187604"/>
                            <a:pt x="4498" y="188635"/>
                            <a:pt x="4907" y="189494"/>
                          </a:cubicBezTo>
                          <a:lnTo>
                            <a:pt x="19229" y="218944"/>
                          </a:lnTo>
                          <a:cubicBezTo>
                            <a:pt x="19652" y="219802"/>
                            <a:pt x="20564" y="220304"/>
                            <a:pt x="21515" y="220186"/>
                          </a:cubicBezTo>
                          <a:lnTo>
                            <a:pt x="48613" y="216909"/>
                          </a:lnTo>
                          <a:cubicBezTo>
                            <a:pt x="56659" y="226805"/>
                            <a:pt x="66330" y="235485"/>
                            <a:pt x="77429" y="242488"/>
                          </a:cubicBezTo>
                          <a:lnTo>
                            <a:pt x="77402" y="269771"/>
                          </a:lnTo>
                          <a:cubicBezTo>
                            <a:pt x="77402" y="270722"/>
                            <a:pt x="78010" y="271581"/>
                            <a:pt x="78908" y="271898"/>
                          </a:cubicBezTo>
                          <a:lnTo>
                            <a:pt x="109851" y="282600"/>
                          </a:lnTo>
                          <a:cubicBezTo>
                            <a:pt x="110750" y="282917"/>
                            <a:pt x="111754" y="282613"/>
                            <a:pt x="112348" y="281860"/>
                          </a:cubicBezTo>
                          <a:lnTo>
                            <a:pt x="129180" y="260390"/>
                          </a:lnTo>
                          <a:cubicBezTo>
                            <a:pt x="142234" y="261738"/>
                            <a:pt x="155208" y="260879"/>
                            <a:pt x="167641" y="258065"/>
                          </a:cubicBezTo>
                          <a:lnTo>
                            <a:pt x="186931" y="277381"/>
                          </a:lnTo>
                          <a:cubicBezTo>
                            <a:pt x="187604" y="278055"/>
                            <a:pt x="188635" y="278226"/>
                            <a:pt x="189494" y="277817"/>
                          </a:cubicBezTo>
                          <a:lnTo>
                            <a:pt x="218944" y="263495"/>
                          </a:lnTo>
                          <a:cubicBezTo>
                            <a:pt x="219802" y="263072"/>
                            <a:pt x="220304" y="262160"/>
                            <a:pt x="220186" y="261209"/>
                          </a:cubicBezTo>
                          <a:lnTo>
                            <a:pt x="216909" y="234111"/>
                          </a:lnTo>
                          <a:cubicBezTo>
                            <a:pt x="226805" y="226065"/>
                            <a:pt x="235485" y="216394"/>
                            <a:pt x="242488" y="205296"/>
                          </a:cubicBezTo>
                          <a:lnTo>
                            <a:pt x="269771" y="205322"/>
                          </a:lnTo>
                          <a:cubicBezTo>
                            <a:pt x="270722" y="205322"/>
                            <a:pt x="271581" y="204714"/>
                            <a:pt x="271898" y="203816"/>
                          </a:cubicBezTo>
                          <a:lnTo>
                            <a:pt x="282600" y="172873"/>
                          </a:lnTo>
                          <a:cubicBezTo>
                            <a:pt x="282917" y="171975"/>
                            <a:pt x="282613" y="170970"/>
                            <a:pt x="281860" y="170376"/>
                          </a:cubicBezTo>
                          <a:lnTo>
                            <a:pt x="260390" y="153544"/>
                          </a:lnTo>
                          <a:cubicBezTo>
                            <a:pt x="261738" y="140490"/>
                            <a:pt x="260879" y="127516"/>
                            <a:pt x="258065" y="115083"/>
                          </a:cubicBezTo>
                          <a:lnTo>
                            <a:pt x="277381" y="95793"/>
                          </a:lnTo>
                          <a:cubicBezTo>
                            <a:pt x="278055" y="95120"/>
                            <a:pt x="278226" y="94089"/>
                            <a:pt x="277817" y="93230"/>
                          </a:cubicBezTo>
                          <a:lnTo>
                            <a:pt x="263495" y="63780"/>
                          </a:ln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77" name="Forme libre : forme 2576">
                      <a:extLst>
                        <a:ext uri="{FF2B5EF4-FFF2-40B4-BE49-F238E27FC236}">
                          <a16:creationId xmlns:a16="http://schemas.microsoft.com/office/drawing/2014/main" id="{62AB2276-29CE-151B-F35F-4A6760A5A7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8256" y="175664"/>
                      <a:ext cx="65840" cy="65817"/>
                    </a:xfrm>
                    <a:custGeom>
                      <a:avLst/>
                      <a:gdLst>
                        <a:gd name="connsiteX0" fmla="*/ 40510 w 65840"/>
                        <a:gd name="connsiteY0" fmla="*/ 876 h 65817"/>
                        <a:gd name="connsiteX1" fmla="*/ 65718 w 65840"/>
                        <a:gd name="connsiteY1" fmla="*/ 35716 h 65817"/>
                        <a:gd name="connsiteX2" fmla="*/ 30112 w 65840"/>
                        <a:gd name="connsiteY2" fmla="*/ 65695 h 65817"/>
                        <a:gd name="connsiteX3" fmla="*/ 7743 w 65840"/>
                        <a:gd name="connsiteY3" fmla="*/ 54108 h 65817"/>
                        <a:gd name="connsiteX4" fmla="*/ 120 w 65840"/>
                        <a:gd name="connsiteY4" fmla="*/ 30101 h 65817"/>
                        <a:gd name="connsiteX5" fmla="*/ 35727 w 65840"/>
                        <a:gd name="connsiteY5" fmla="*/ 123 h 65817"/>
                        <a:gd name="connsiteX6" fmla="*/ 40496 w 65840"/>
                        <a:gd name="connsiteY6" fmla="*/ 889 h 65817"/>
                        <a:gd name="connsiteX7" fmla="*/ 27073 w 65840"/>
                        <a:gd name="connsiteY7" fmla="*/ 57464 h 65817"/>
                        <a:gd name="connsiteX8" fmla="*/ 30772 w 65840"/>
                        <a:gd name="connsiteY8" fmla="*/ 58058 h 65817"/>
                        <a:gd name="connsiteX9" fmla="*/ 58068 w 65840"/>
                        <a:gd name="connsiteY9" fmla="*/ 35069 h 65817"/>
                        <a:gd name="connsiteX10" fmla="*/ 35079 w 65840"/>
                        <a:gd name="connsiteY10" fmla="*/ 7773 h 65817"/>
                        <a:gd name="connsiteX11" fmla="*/ 7783 w 65840"/>
                        <a:gd name="connsiteY11" fmla="*/ 30762 h 65817"/>
                        <a:gd name="connsiteX12" fmla="*/ 13623 w 65840"/>
                        <a:gd name="connsiteY12" fmla="*/ 49180 h 65817"/>
                        <a:gd name="connsiteX13" fmla="*/ 27073 w 65840"/>
                        <a:gd name="connsiteY13" fmla="*/ 57477 h 658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65840" h="65817">
                          <a:moveTo>
                            <a:pt x="40510" y="876"/>
                          </a:moveTo>
                          <a:cubicBezTo>
                            <a:pt x="56126" y="4562"/>
                            <a:pt x="67132" y="19267"/>
                            <a:pt x="65718" y="35716"/>
                          </a:cubicBezTo>
                          <a:cubicBezTo>
                            <a:pt x="64172" y="53804"/>
                            <a:pt x="48199" y="67254"/>
                            <a:pt x="30112" y="65695"/>
                          </a:cubicBezTo>
                          <a:cubicBezTo>
                            <a:pt x="21352" y="64942"/>
                            <a:pt x="13411" y="60833"/>
                            <a:pt x="7743" y="54108"/>
                          </a:cubicBezTo>
                          <a:cubicBezTo>
                            <a:pt x="2075" y="47383"/>
                            <a:pt x="-620" y="38861"/>
                            <a:pt x="120" y="30101"/>
                          </a:cubicBezTo>
                          <a:cubicBezTo>
                            <a:pt x="1666" y="12014"/>
                            <a:pt x="17639" y="-1436"/>
                            <a:pt x="35727" y="123"/>
                          </a:cubicBezTo>
                          <a:cubicBezTo>
                            <a:pt x="37352" y="268"/>
                            <a:pt x="38951" y="519"/>
                            <a:pt x="40496" y="889"/>
                          </a:cubicBezTo>
                          <a:close/>
                          <a:moveTo>
                            <a:pt x="27073" y="57464"/>
                          </a:moveTo>
                          <a:cubicBezTo>
                            <a:pt x="28275" y="57754"/>
                            <a:pt x="29517" y="57952"/>
                            <a:pt x="30772" y="58058"/>
                          </a:cubicBezTo>
                          <a:cubicBezTo>
                            <a:pt x="44632" y="59247"/>
                            <a:pt x="56879" y="48929"/>
                            <a:pt x="58068" y="35069"/>
                          </a:cubicBezTo>
                          <a:cubicBezTo>
                            <a:pt x="59258" y="21209"/>
                            <a:pt x="48952" y="8949"/>
                            <a:pt x="35079" y="7773"/>
                          </a:cubicBezTo>
                          <a:cubicBezTo>
                            <a:pt x="21220" y="6584"/>
                            <a:pt x="8972" y="16902"/>
                            <a:pt x="7783" y="30762"/>
                          </a:cubicBezTo>
                          <a:cubicBezTo>
                            <a:pt x="7202" y="37474"/>
                            <a:pt x="9276" y="44014"/>
                            <a:pt x="13623" y="49180"/>
                          </a:cubicBezTo>
                          <a:cubicBezTo>
                            <a:pt x="17151" y="53368"/>
                            <a:pt x="21841" y="56235"/>
                            <a:pt x="27073" y="57477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78" name="Forme libre : forme 2577">
                      <a:extLst>
                        <a:ext uri="{FF2B5EF4-FFF2-40B4-BE49-F238E27FC236}">
                          <a16:creationId xmlns:a16="http://schemas.microsoft.com/office/drawing/2014/main" id="{D5B4980C-37A3-FDE0-066C-A5297BBC13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612" y="127948"/>
                      <a:ext cx="161927" cy="161904"/>
                    </a:xfrm>
                    <a:custGeom>
                      <a:avLst/>
                      <a:gdLst>
                        <a:gd name="connsiteX0" fmla="*/ 99432 w 161927"/>
                        <a:gd name="connsiteY0" fmla="*/ 2164 h 161904"/>
                        <a:gd name="connsiteX1" fmla="*/ 107425 w 161927"/>
                        <a:gd name="connsiteY1" fmla="*/ 4476 h 161904"/>
                        <a:gd name="connsiteX2" fmla="*/ 107425 w 161927"/>
                        <a:gd name="connsiteY2" fmla="*/ 4476 h 161904"/>
                        <a:gd name="connsiteX3" fmla="*/ 109909 w 161927"/>
                        <a:gd name="connsiteY3" fmla="*/ 5375 h 161904"/>
                        <a:gd name="connsiteX4" fmla="*/ 121615 w 161927"/>
                        <a:gd name="connsiteY4" fmla="*/ 10950 h 161904"/>
                        <a:gd name="connsiteX5" fmla="*/ 121774 w 161927"/>
                        <a:gd name="connsiteY5" fmla="*/ 11043 h 161904"/>
                        <a:gd name="connsiteX6" fmla="*/ 122210 w 161927"/>
                        <a:gd name="connsiteY6" fmla="*/ 11294 h 161904"/>
                        <a:gd name="connsiteX7" fmla="*/ 123042 w 161927"/>
                        <a:gd name="connsiteY7" fmla="*/ 11796 h 161904"/>
                        <a:gd name="connsiteX8" fmla="*/ 123914 w 161927"/>
                        <a:gd name="connsiteY8" fmla="*/ 13870 h 161904"/>
                        <a:gd name="connsiteX9" fmla="*/ 123689 w 161927"/>
                        <a:gd name="connsiteY9" fmla="*/ 14425 h 161904"/>
                        <a:gd name="connsiteX10" fmla="*/ 121047 w 161927"/>
                        <a:gd name="connsiteY10" fmla="*/ 15073 h 161904"/>
                        <a:gd name="connsiteX11" fmla="*/ 106183 w 161927"/>
                        <a:gd name="connsiteY11" fmla="*/ 8110 h 161904"/>
                        <a:gd name="connsiteX12" fmla="*/ 33015 w 161927"/>
                        <a:gd name="connsiteY12" fmla="*/ 20661 h 161904"/>
                        <a:gd name="connsiteX13" fmla="*/ 8136 w 161927"/>
                        <a:gd name="connsiteY13" fmla="*/ 55792 h 161904"/>
                        <a:gd name="connsiteX14" fmla="*/ 5930 w 161927"/>
                        <a:gd name="connsiteY14" fmla="*/ 63416 h 161904"/>
                        <a:gd name="connsiteX15" fmla="*/ 11677 w 161927"/>
                        <a:gd name="connsiteY15" fmla="*/ 114692 h 161904"/>
                        <a:gd name="connsiteX16" fmla="*/ 55819 w 161927"/>
                        <a:gd name="connsiteY16" fmla="*/ 153840 h 161904"/>
                        <a:gd name="connsiteX17" fmla="*/ 153866 w 161927"/>
                        <a:gd name="connsiteY17" fmla="*/ 106157 h 161904"/>
                        <a:gd name="connsiteX18" fmla="*/ 156046 w 161927"/>
                        <a:gd name="connsiteY18" fmla="*/ 98639 h 161904"/>
                        <a:gd name="connsiteX19" fmla="*/ 156469 w 161927"/>
                        <a:gd name="connsiteY19" fmla="*/ 65173 h 161904"/>
                        <a:gd name="connsiteX20" fmla="*/ 156469 w 161927"/>
                        <a:gd name="connsiteY20" fmla="*/ 64341 h 161904"/>
                        <a:gd name="connsiteX21" fmla="*/ 157935 w 161927"/>
                        <a:gd name="connsiteY21" fmla="*/ 62900 h 161904"/>
                        <a:gd name="connsiteX22" fmla="*/ 160208 w 161927"/>
                        <a:gd name="connsiteY22" fmla="*/ 64380 h 161904"/>
                        <a:gd name="connsiteX23" fmla="*/ 159759 w 161927"/>
                        <a:gd name="connsiteY23" fmla="*/ 99511 h 161904"/>
                        <a:gd name="connsiteX24" fmla="*/ 157473 w 161927"/>
                        <a:gd name="connsiteY24" fmla="*/ 107412 h 161904"/>
                        <a:gd name="connsiteX25" fmla="*/ 54537 w 161927"/>
                        <a:gd name="connsiteY25" fmla="*/ 157460 h 161904"/>
                        <a:gd name="connsiteX26" fmla="*/ 8189 w 161927"/>
                        <a:gd name="connsiteY26" fmla="*/ 116357 h 161904"/>
                        <a:gd name="connsiteX27" fmla="*/ 2164 w 161927"/>
                        <a:gd name="connsiteY27" fmla="*/ 62531 h 161904"/>
                        <a:gd name="connsiteX28" fmla="*/ 4490 w 161927"/>
                        <a:gd name="connsiteY28" fmla="*/ 54537 h 161904"/>
                        <a:gd name="connsiteX29" fmla="*/ 45593 w 161927"/>
                        <a:gd name="connsiteY29" fmla="*/ 8189 h 161904"/>
                        <a:gd name="connsiteX30" fmla="*/ 99432 w 161927"/>
                        <a:gd name="connsiteY30" fmla="*/ 2164 h 1619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</a:cxnLst>
                      <a:rect l="l" t="t" r="r" b="b"/>
                      <a:pathLst>
                        <a:path w="161927" h="161904">
                          <a:moveTo>
                            <a:pt x="99432" y="2164"/>
                          </a:moveTo>
                          <a:cubicBezTo>
                            <a:pt x="102114" y="2799"/>
                            <a:pt x="104783" y="3565"/>
                            <a:pt x="107425" y="4476"/>
                          </a:cubicBezTo>
                          <a:lnTo>
                            <a:pt x="107425" y="4476"/>
                          </a:lnTo>
                          <a:cubicBezTo>
                            <a:pt x="108258" y="4767"/>
                            <a:pt x="109077" y="5058"/>
                            <a:pt x="109909" y="5375"/>
                          </a:cubicBezTo>
                          <a:cubicBezTo>
                            <a:pt x="113965" y="6921"/>
                            <a:pt x="117876" y="8784"/>
                            <a:pt x="121615" y="10950"/>
                          </a:cubicBezTo>
                          <a:cubicBezTo>
                            <a:pt x="121668" y="10977"/>
                            <a:pt x="121721" y="11003"/>
                            <a:pt x="121774" y="11043"/>
                          </a:cubicBezTo>
                          <a:cubicBezTo>
                            <a:pt x="121919" y="11122"/>
                            <a:pt x="122064" y="11215"/>
                            <a:pt x="122210" y="11294"/>
                          </a:cubicBezTo>
                          <a:cubicBezTo>
                            <a:pt x="122487" y="11452"/>
                            <a:pt x="122765" y="11624"/>
                            <a:pt x="123042" y="11796"/>
                          </a:cubicBezTo>
                          <a:cubicBezTo>
                            <a:pt x="123769" y="12232"/>
                            <a:pt x="124099" y="13091"/>
                            <a:pt x="123914" y="13870"/>
                          </a:cubicBezTo>
                          <a:cubicBezTo>
                            <a:pt x="123874" y="14055"/>
                            <a:pt x="123795" y="14253"/>
                            <a:pt x="123689" y="14425"/>
                          </a:cubicBezTo>
                          <a:cubicBezTo>
                            <a:pt x="123135" y="15337"/>
                            <a:pt x="121959" y="15614"/>
                            <a:pt x="121047" y="15073"/>
                          </a:cubicBezTo>
                          <a:cubicBezTo>
                            <a:pt x="116383" y="12245"/>
                            <a:pt x="111376" y="9893"/>
                            <a:pt x="106183" y="8110"/>
                          </a:cubicBezTo>
                          <a:cubicBezTo>
                            <a:pt x="80367" y="-822"/>
                            <a:pt x="52978" y="4820"/>
                            <a:pt x="33015" y="20661"/>
                          </a:cubicBezTo>
                          <a:cubicBezTo>
                            <a:pt x="21903" y="29461"/>
                            <a:pt x="13104" y="41431"/>
                            <a:pt x="8136" y="55792"/>
                          </a:cubicBezTo>
                          <a:cubicBezTo>
                            <a:pt x="7264" y="58316"/>
                            <a:pt x="6524" y="60853"/>
                            <a:pt x="5930" y="63416"/>
                          </a:cubicBezTo>
                          <a:cubicBezTo>
                            <a:pt x="1874" y="80631"/>
                            <a:pt x="3829" y="98573"/>
                            <a:pt x="11677" y="114692"/>
                          </a:cubicBezTo>
                          <a:cubicBezTo>
                            <a:pt x="20688" y="133215"/>
                            <a:pt x="36357" y="147115"/>
                            <a:pt x="55819" y="153840"/>
                          </a:cubicBezTo>
                          <a:cubicBezTo>
                            <a:pt x="96010" y="167725"/>
                            <a:pt x="139980" y="146335"/>
                            <a:pt x="153866" y="106157"/>
                          </a:cubicBezTo>
                          <a:cubicBezTo>
                            <a:pt x="154725" y="103686"/>
                            <a:pt x="155451" y="101163"/>
                            <a:pt x="156046" y="98639"/>
                          </a:cubicBezTo>
                          <a:cubicBezTo>
                            <a:pt x="158636" y="87660"/>
                            <a:pt x="158794" y="76232"/>
                            <a:pt x="156469" y="65173"/>
                          </a:cubicBezTo>
                          <a:cubicBezTo>
                            <a:pt x="156403" y="64882"/>
                            <a:pt x="156416" y="64605"/>
                            <a:pt x="156469" y="64341"/>
                          </a:cubicBezTo>
                          <a:cubicBezTo>
                            <a:pt x="156640" y="63640"/>
                            <a:pt x="157195" y="63059"/>
                            <a:pt x="157935" y="62900"/>
                          </a:cubicBezTo>
                          <a:cubicBezTo>
                            <a:pt x="158979" y="62689"/>
                            <a:pt x="159996" y="63350"/>
                            <a:pt x="160208" y="64380"/>
                          </a:cubicBezTo>
                          <a:cubicBezTo>
                            <a:pt x="162652" y="75981"/>
                            <a:pt x="162480" y="87977"/>
                            <a:pt x="159759" y="99511"/>
                          </a:cubicBezTo>
                          <a:cubicBezTo>
                            <a:pt x="159138" y="102167"/>
                            <a:pt x="158371" y="104809"/>
                            <a:pt x="157473" y="107412"/>
                          </a:cubicBezTo>
                          <a:cubicBezTo>
                            <a:pt x="142900" y="149585"/>
                            <a:pt x="96710" y="172033"/>
                            <a:pt x="54537" y="157460"/>
                          </a:cubicBezTo>
                          <a:cubicBezTo>
                            <a:pt x="34111" y="150391"/>
                            <a:pt x="17649" y="135805"/>
                            <a:pt x="8189" y="116357"/>
                          </a:cubicBezTo>
                          <a:cubicBezTo>
                            <a:pt x="-42" y="99432"/>
                            <a:pt x="-2103" y="80605"/>
                            <a:pt x="2164" y="62531"/>
                          </a:cubicBezTo>
                          <a:cubicBezTo>
                            <a:pt x="2799" y="59848"/>
                            <a:pt x="3578" y="57180"/>
                            <a:pt x="4490" y="54537"/>
                          </a:cubicBezTo>
                          <a:cubicBezTo>
                            <a:pt x="11558" y="34111"/>
                            <a:pt x="26144" y="17649"/>
                            <a:pt x="45593" y="8189"/>
                          </a:cubicBezTo>
                          <a:cubicBezTo>
                            <a:pt x="62517" y="-42"/>
                            <a:pt x="81358" y="-2103"/>
                            <a:pt x="99432" y="2164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2562" name="Graphique 4366">
                  <a:extLst>
                    <a:ext uri="{FF2B5EF4-FFF2-40B4-BE49-F238E27FC236}">
                      <a16:creationId xmlns:a16="http://schemas.microsoft.com/office/drawing/2014/main" id="{CF8A6E93-8EDE-87F3-67F2-5E00EB31CA23}"/>
                    </a:ext>
                  </a:extLst>
                </p:cNvPr>
                <p:cNvGrpSpPr/>
                <p:nvPr/>
              </p:nvGrpSpPr>
              <p:grpSpPr>
                <a:xfrm>
                  <a:off x="348954" y="0"/>
                  <a:ext cx="226939" cy="255959"/>
                  <a:chOff x="348954" y="0"/>
                  <a:chExt cx="226939" cy="255959"/>
                </a:xfrm>
              </p:grpSpPr>
              <p:grpSp>
                <p:nvGrpSpPr>
                  <p:cNvPr id="2563" name="Graphique 4366">
                    <a:extLst>
                      <a:ext uri="{FF2B5EF4-FFF2-40B4-BE49-F238E27FC236}">
                        <a16:creationId xmlns:a16="http://schemas.microsoft.com/office/drawing/2014/main" id="{A22A7F8E-13B9-21FA-DA8B-6C73023E4A30}"/>
                      </a:ext>
                    </a:extLst>
                  </p:cNvPr>
                  <p:cNvGrpSpPr/>
                  <p:nvPr/>
                </p:nvGrpSpPr>
                <p:grpSpPr>
                  <a:xfrm>
                    <a:off x="395250" y="118337"/>
                    <a:ext cx="180643" cy="137622"/>
                    <a:chOff x="395250" y="118337"/>
                    <a:chExt cx="180643" cy="137622"/>
                  </a:xfrm>
                  <a:solidFill>
                    <a:srgbClr val="B1ABE5"/>
                  </a:solidFill>
                </p:grpSpPr>
                <p:sp>
                  <p:nvSpPr>
                    <p:cNvPr id="2571" name="Forme libre : forme 2570">
                      <a:extLst>
                        <a:ext uri="{FF2B5EF4-FFF2-40B4-BE49-F238E27FC236}">
                          <a16:creationId xmlns:a16="http://schemas.microsoft.com/office/drawing/2014/main" id="{5FAEA11B-C4BE-600E-FBDF-19D0E97A51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9783" y="118337"/>
                      <a:ext cx="6110" cy="13334"/>
                    </a:xfrm>
                    <a:custGeom>
                      <a:avLst/>
                      <a:gdLst>
                        <a:gd name="connsiteX0" fmla="*/ 3651 w 6110"/>
                        <a:gd name="connsiteY0" fmla="*/ 83 h 13334"/>
                        <a:gd name="connsiteX1" fmla="*/ 5924 w 6110"/>
                        <a:gd name="connsiteY1" fmla="*/ 2804 h 13334"/>
                        <a:gd name="connsiteX2" fmla="*/ 6109 w 6110"/>
                        <a:gd name="connsiteY2" fmla="*/ 10388 h 13334"/>
                        <a:gd name="connsiteX3" fmla="*/ 3123 w 6110"/>
                        <a:gd name="connsiteY3" fmla="*/ 13334 h 13334"/>
                        <a:gd name="connsiteX4" fmla="*/ 177 w 6110"/>
                        <a:gd name="connsiteY4" fmla="*/ 10348 h 13334"/>
                        <a:gd name="connsiteX5" fmla="*/ 5 w 6110"/>
                        <a:gd name="connsiteY5" fmla="*/ 3121 h 13334"/>
                        <a:gd name="connsiteX6" fmla="*/ 2806 w 6110"/>
                        <a:gd name="connsiteY6" fmla="*/ 3 h 13334"/>
                        <a:gd name="connsiteX7" fmla="*/ 3651 w 6110"/>
                        <a:gd name="connsiteY7" fmla="*/ 83 h 133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6110" h="13334">
                          <a:moveTo>
                            <a:pt x="3651" y="83"/>
                          </a:moveTo>
                          <a:cubicBezTo>
                            <a:pt x="4893" y="373"/>
                            <a:pt x="5858" y="1457"/>
                            <a:pt x="5924" y="2804"/>
                          </a:cubicBezTo>
                          <a:cubicBezTo>
                            <a:pt x="6056" y="5315"/>
                            <a:pt x="6122" y="7865"/>
                            <a:pt x="6109" y="10388"/>
                          </a:cubicBezTo>
                          <a:cubicBezTo>
                            <a:pt x="6109" y="12026"/>
                            <a:pt x="4761" y="13348"/>
                            <a:pt x="3123" y="13334"/>
                          </a:cubicBezTo>
                          <a:cubicBezTo>
                            <a:pt x="1485" y="13334"/>
                            <a:pt x="163" y="11987"/>
                            <a:pt x="177" y="10348"/>
                          </a:cubicBezTo>
                          <a:cubicBezTo>
                            <a:pt x="190" y="7944"/>
                            <a:pt x="137" y="5513"/>
                            <a:pt x="5" y="3121"/>
                          </a:cubicBezTo>
                          <a:cubicBezTo>
                            <a:pt x="-88" y="1483"/>
                            <a:pt x="1167" y="96"/>
                            <a:pt x="2806" y="3"/>
                          </a:cubicBezTo>
                          <a:cubicBezTo>
                            <a:pt x="3096" y="-10"/>
                            <a:pt x="3374" y="17"/>
                            <a:pt x="3651" y="83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72" name="Forme libre : forme 2571">
                      <a:extLst>
                        <a:ext uri="{FF2B5EF4-FFF2-40B4-BE49-F238E27FC236}">
                          <a16:creationId xmlns:a16="http://schemas.microsoft.com/office/drawing/2014/main" id="{1A888287-5A8D-AA5E-9AAC-1FCFE0E87E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250" y="141132"/>
                      <a:ext cx="179596" cy="114827"/>
                    </a:xfrm>
                    <a:custGeom>
                      <a:avLst/>
                      <a:gdLst>
                        <a:gd name="connsiteX0" fmla="*/ 177312 w 179596"/>
                        <a:gd name="connsiteY0" fmla="*/ 78 h 114827"/>
                        <a:gd name="connsiteX1" fmla="*/ 179572 w 179596"/>
                        <a:gd name="connsiteY1" fmla="*/ 3342 h 114827"/>
                        <a:gd name="connsiteX2" fmla="*/ 177220 w 179596"/>
                        <a:gd name="connsiteY2" fmla="*/ 16171 h 114827"/>
                        <a:gd name="connsiteX3" fmla="*/ 176559 w 179596"/>
                        <a:gd name="connsiteY3" fmla="*/ 18839 h 114827"/>
                        <a:gd name="connsiteX4" fmla="*/ 172952 w 179596"/>
                        <a:gd name="connsiteY4" fmla="*/ 20967 h 114827"/>
                        <a:gd name="connsiteX5" fmla="*/ 170825 w 179596"/>
                        <a:gd name="connsiteY5" fmla="*/ 17360 h 114827"/>
                        <a:gd name="connsiteX6" fmla="*/ 171459 w 179596"/>
                        <a:gd name="connsiteY6" fmla="*/ 14810 h 114827"/>
                        <a:gd name="connsiteX7" fmla="*/ 173705 w 179596"/>
                        <a:gd name="connsiteY7" fmla="*/ 2575 h 114827"/>
                        <a:gd name="connsiteX8" fmla="*/ 177035 w 179596"/>
                        <a:gd name="connsiteY8" fmla="*/ 25 h 114827"/>
                        <a:gd name="connsiteX9" fmla="*/ 177339 w 179596"/>
                        <a:gd name="connsiteY9" fmla="*/ 78 h 114827"/>
                        <a:gd name="connsiteX10" fmla="*/ 169610 w 179596"/>
                        <a:gd name="connsiteY10" fmla="*/ 29871 h 114827"/>
                        <a:gd name="connsiteX11" fmla="*/ 170019 w 179596"/>
                        <a:gd name="connsiteY11" fmla="*/ 30004 h 114827"/>
                        <a:gd name="connsiteX12" fmla="*/ 171697 w 179596"/>
                        <a:gd name="connsiteY12" fmla="*/ 33848 h 114827"/>
                        <a:gd name="connsiteX13" fmla="*/ 165038 w 179596"/>
                        <a:gd name="connsiteY13" fmla="*/ 48144 h 114827"/>
                        <a:gd name="connsiteX14" fmla="*/ 161022 w 179596"/>
                        <a:gd name="connsiteY14" fmla="*/ 49333 h 114827"/>
                        <a:gd name="connsiteX15" fmla="*/ 159833 w 179596"/>
                        <a:gd name="connsiteY15" fmla="*/ 45316 h 114827"/>
                        <a:gd name="connsiteX16" fmla="*/ 166188 w 179596"/>
                        <a:gd name="connsiteY16" fmla="*/ 31682 h 114827"/>
                        <a:gd name="connsiteX17" fmla="*/ 169623 w 179596"/>
                        <a:gd name="connsiteY17" fmla="*/ 29885 h 114827"/>
                        <a:gd name="connsiteX18" fmla="*/ 154905 w 179596"/>
                        <a:gd name="connsiteY18" fmla="*/ 56903 h 114827"/>
                        <a:gd name="connsiteX19" fmla="*/ 155948 w 179596"/>
                        <a:gd name="connsiteY19" fmla="*/ 57379 h 114827"/>
                        <a:gd name="connsiteX20" fmla="*/ 156622 w 179596"/>
                        <a:gd name="connsiteY20" fmla="*/ 61515 h 114827"/>
                        <a:gd name="connsiteX21" fmla="*/ 146647 w 179596"/>
                        <a:gd name="connsiteY21" fmla="*/ 73749 h 114827"/>
                        <a:gd name="connsiteX22" fmla="*/ 142459 w 179596"/>
                        <a:gd name="connsiteY22" fmla="*/ 73907 h 114827"/>
                        <a:gd name="connsiteX23" fmla="*/ 142300 w 179596"/>
                        <a:gd name="connsiteY23" fmla="*/ 69719 h 114827"/>
                        <a:gd name="connsiteX24" fmla="*/ 151813 w 179596"/>
                        <a:gd name="connsiteY24" fmla="*/ 58053 h 114827"/>
                        <a:gd name="connsiteX25" fmla="*/ 154905 w 179596"/>
                        <a:gd name="connsiteY25" fmla="*/ 56903 h 114827"/>
                        <a:gd name="connsiteX26" fmla="*/ 134003 w 179596"/>
                        <a:gd name="connsiteY26" fmla="*/ 79496 h 114827"/>
                        <a:gd name="connsiteX27" fmla="*/ 135588 w 179596"/>
                        <a:gd name="connsiteY27" fmla="*/ 80474 h 114827"/>
                        <a:gd name="connsiteX28" fmla="*/ 135232 w 179596"/>
                        <a:gd name="connsiteY28" fmla="*/ 84649 h 114827"/>
                        <a:gd name="connsiteX29" fmla="*/ 122561 w 179596"/>
                        <a:gd name="connsiteY29" fmla="*/ 94069 h 114827"/>
                        <a:gd name="connsiteX30" fmla="*/ 118466 w 179596"/>
                        <a:gd name="connsiteY30" fmla="*/ 93197 h 114827"/>
                        <a:gd name="connsiteX31" fmla="*/ 119338 w 179596"/>
                        <a:gd name="connsiteY31" fmla="*/ 89101 h 114827"/>
                        <a:gd name="connsiteX32" fmla="*/ 131413 w 179596"/>
                        <a:gd name="connsiteY32" fmla="*/ 80130 h 114827"/>
                        <a:gd name="connsiteX33" fmla="*/ 134003 w 179596"/>
                        <a:gd name="connsiteY33" fmla="*/ 79509 h 114827"/>
                        <a:gd name="connsiteX34" fmla="*/ 108226 w 179596"/>
                        <a:gd name="connsiteY34" fmla="*/ 96302 h 114827"/>
                        <a:gd name="connsiteX35" fmla="*/ 110208 w 179596"/>
                        <a:gd name="connsiteY35" fmla="*/ 97887 h 114827"/>
                        <a:gd name="connsiteX36" fmla="*/ 108847 w 179596"/>
                        <a:gd name="connsiteY36" fmla="*/ 101851 h 114827"/>
                        <a:gd name="connsiteX37" fmla="*/ 94287 w 179596"/>
                        <a:gd name="connsiteY37" fmla="*/ 107902 h 114827"/>
                        <a:gd name="connsiteX38" fmla="*/ 90522 w 179596"/>
                        <a:gd name="connsiteY38" fmla="*/ 106066 h 114827"/>
                        <a:gd name="connsiteX39" fmla="*/ 92358 w 179596"/>
                        <a:gd name="connsiteY39" fmla="*/ 102300 h 114827"/>
                        <a:gd name="connsiteX40" fmla="*/ 106258 w 179596"/>
                        <a:gd name="connsiteY40" fmla="*/ 96527 h 114827"/>
                        <a:gd name="connsiteX41" fmla="*/ 108239 w 179596"/>
                        <a:gd name="connsiteY41" fmla="*/ 96302 h 114827"/>
                        <a:gd name="connsiteX42" fmla="*/ 79146 w 179596"/>
                        <a:gd name="connsiteY42" fmla="*/ 106343 h 114827"/>
                        <a:gd name="connsiteX43" fmla="*/ 81366 w 179596"/>
                        <a:gd name="connsiteY43" fmla="*/ 108616 h 114827"/>
                        <a:gd name="connsiteX44" fmla="*/ 79080 w 179596"/>
                        <a:gd name="connsiteY44" fmla="*/ 112130 h 114827"/>
                        <a:gd name="connsiteX45" fmla="*/ 63477 w 179596"/>
                        <a:gd name="connsiteY45" fmla="*/ 114442 h 114827"/>
                        <a:gd name="connsiteX46" fmla="*/ 60266 w 179596"/>
                        <a:gd name="connsiteY46" fmla="*/ 111734 h 114827"/>
                        <a:gd name="connsiteX47" fmla="*/ 62961 w 179596"/>
                        <a:gd name="connsiteY47" fmla="*/ 108523 h 114827"/>
                        <a:gd name="connsiteX48" fmla="*/ 77838 w 179596"/>
                        <a:gd name="connsiteY48" fmla="*/ 106317 h 114827"/>
                        <a:gd name="connsiteX49" fmla="*/ 79133 w 179596"/>
                        <a:gd name="connsiteY49" fmla="*/ 106330 h 114827"/>
                        <a:gd name="connsiteX50" fmla="*/ 48507 w 179596"/>
                        <a:gd name="connsiteY50" fmla="*/ 108972 h 114827"/>
                        <a:gd name="connsiteX51" fmla="*/ 50780 w 179596"/>
                        <a:gd name="connsiteY51" fmla="*/ 111972 h 114827"/>
                        <a:gd name="connsiteX52" fmla="*/ 47701 w 179596"/>
                        <a:gd name="connsiteY52" fmla="*/ 114825 h 114827"/>
                        <a:gd name="connsiteX53" fmla="*/ 32005 w 179596"/>
                        <a:gd name="connsiteY53" fmla="*/ 113240 h 114827"/>
                        <a:gd name="connsiteX54" fmla="*/ 29561 w 179596"/>
                        <a:gd name="connsiteY54" fmla="*/ 109831 h 114827"/>
                        <a:gd name="connsiteX55" fmla="*/ 32970 w 179596"/>
                        <a:gd name="connsiteY55" fmla="*/ 107387 h 114827"/>
                        <a:gd name="connsiteX56" fmla="*/ 47939 w 179596"/>
                        <a:gd name="connsiteY56" fmla="*/ 108893 h 114827"/>
                        <a:gd name="connsiteX57" fmla="*/ 48507 w 179596"/>
                        <a:gd name="connsiteY57" fmla="*/ 108972 h 114827"/>
                        <a:gd name="connsiteX58" fmla="*/ 3639 w 179596"/>
                        <a:gd name="connsiteY58" fmla="*/ 98759 h 114827"/>
                        <a:gd name="connsiteX59" fmla="*/ 4141 w 179596"/>
                        <a:gd name="connsiteY59" fmla="*/ 98918 h 114827"/>
                        <a:gd name="connsiteX60" fmla="*/ 16415 w 179596"/>
                        <a:gd name="connsiteY60" fmla="*/ 103450 h 114827"/>
                        <a:gd name="connsiteX61" fmla="*/ 18291 w 179596"/>
                        <a:gd name="connsiteY61" fmla="*/ 104018 h 114827"/>
                        <a:gd name="connsiteX62" fmla="*/ 20313 w 179596"/>
                        <a:gd name="connsiteY62" fmla="*/ 107691 h 114827"/>
                        <a:gd name="connsiteX63" fmla="*/ 16640 w 179596"/>
                        <a:gd name="connsiteY63" fmla="*/ 109712 h 114827"/>
                        <a:gd name="connsiteX64" fmla="*/ 14645 w 179596"/>
                        <a:gd name="connsiteY64" fmla="*/ 109105 h 114827"/>
                        <a:gd name="connsiteX65" fmla="*/ 1789 w 179596"/>
                        <a:gd name="connsiteY65" fmla="*/ 104348 h 114827"/>
                        <a:gd name="connsiteX66" fmla="*/ 243 w 179596"/>
                        <a:gd name="connsiteY66" fmla="*/ 100451 h 114827"/>
                        <a:gd name="connsiteX67" fmla="*/ 3639 w 179596"/>
                        <a:gd name="connsiteY67" fmla="*/ 98746 h 1148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</a:cxnLst>
                      <a:rect l="l" t="t" r="r" b="b"/>
                      <a:pathLst>
                        <a:path w="179596" h="114827">
                          <a:moveTo>
                            <a:pt x="177312" y="78"/>
                          </a:moveTo>
                          <a:cubicBezTo>
                            <a:pt x="178779" y="422"/>
                            <a:pt x="179770" y="1822"/>
                            <a:pt x="179572" y="3342"/>
                          </a:cubicBezTo>
                          <a:cubicBezTo>
                            <a:pt x="179003" y="7635"/>
                            <a:pt x="178224" y="11956"/>
                            <a:pt x="177220" y="16171"/>
                          </a:cubicBezTo>
                          <a:cubicBezTo>
                            <a:pt x="177008" y="17056"/>
                            <a:pt x="176784" y="17941"/>
                            <a:pt x="176559" y="18839"/>
                          </a:cubicBezTo>
                          <a:cubicBezTo>
                            <a:pt x="176150" y="20425"/>
                            <a:pt x="174459" y="21297"/>
                            <a:pt x="172952" y="20967"/>
                          </a:cubicBezTo>
                          <a:cubicBezTo>
                            <a:pt x="171367" y="20557"/>
                            <a:pt x="170416" y="18945"/>
                            <a:pt x="170825" y="17360"/>
                          </a:cubicBezTo>
                          <a:cubicBezTo>
                            <a:pt x="171050" y="16514"/>
                            <a:pt x="171261" y="15655"/>
                            <a:pt x="171459" y="14810"/>
                          </a:cubicBezTo>
                          <a:cubicBezTo>
                            <a:pt x="172411" y="10793"/>
                            <a:pt x="173164" y="6671"/>
                            <a:pt x="173705" y="2575"/>
                          </a:cubicBezTo>
                          <a:cubicBezTo>
                            <a:pt x="173917" y="950"/>
                            <a:pt x="175410" y="-186"/>
                            <a:pt x="177035" y="25"/>
                          </a:cubicBezTo>
                          <a:cubicBezTo>
                            <a:pt x="177141" y="39"/>
                            <a:pt x="177233" y="52"/>
                            <a:pt x="177339" y="78"/>
                          </a:cubicBezTo>
                          <a:close/>
                          <a:moveTo>
                            <a:pt x="169610" y="29871"/>
                          </a:moveTo>
                          <a:cubicBezTo>
                            <a:pt x="169742" y="29898"/>
                            <a:pt x="169887" y="29951"/>
                            <a:pt x="170019" y="30004"/>
                          </a:cubicBezTo>
                          <a:cubicBezTo>
                            <a:pt x="171539" y="30598"/>
                            <a:pt x="172292" y="32329"/>
                            <a:pt x="171697" y="33848"/>
                          </a:cubicBezTo>
                          <a:cubicBezTo>
                            <a:pt x="169781" y="38737"/>
                            <a:pt x="167535" y="43546"/>
                            <a:pt x="165038" y="48144"/>
                          </a:cubicBezTo>
                          <a:cubicBezTo>
                            <a:pt x="164259" y="49584"/>
                            <a:pt x="162449" y="50112"/>
                            <a:pt x="161022" y="49333"/>
                          </a:cubicBezTo>
                          <a:cubicBezTo>
                            <a:pt x="159582" y="48553"/>
                            <a:pt x="159053" y="46757"/>
                            <a:pt x="159833" y="45316"/>
                          </a:cubicBezTo>
                          <a:cubicBezTo>
                            <a:pt x="162224" y="40930"/>
                            <a:pt x="164351" y="36332"/>
                            <a:pt x="166188" y="31682"/>
                          </a:cubicBezTo>
                          <a:cubicBezTo>
                            <a:pt x="166729" y="30294"/>
                            <a:pt x="168209" y="29554"/>
                            <a:pt x="169623" y="29885"/>
                          </a:cubicBezTo>
                          <a:close/>
                          <a:moveTo>
                            <a:pt x="154905" y="56903"/>
                          </a:moveTo>
                          <a:cubicBezTo>
                            <a:pt x="155275" y="56996"/>
                            <a:pt x="155631" y="57155"/>
                            <a:pt x="155948" y="57379"/>
                          </a:cubicBezTo>
                          <a:cubicBezTo>
                            <a:pt x="157283" y="58330"/>
                            <a:pt x="157587" y="60180"/>
                            <a:pt x="156622" y="61515"/>
                          </a:cubicBezTo>
                          <a:cubicBezTo>
                            <a:pt x="153570" y="65769"/>
                            <a:pt x="150201" y="69891"/>
                            <a:pt x="146647" y="73749"/>
                          </a:cubicBezTo>
                          <a:cubicBezTo>
                            <a:pt x="145537" y="74951"/>
                            <a:pt x="143661" y="75031"/>
                            <a:pt x="142459" y="73907"/>
                          </a:cubicBezTo>
                          <a:cubicBezTo>
                            <a:pt x="141256" y="72798"/>
                            <a:pt x="141190" y="70922"/>
                            <a:pt x="142300" y="69719"/>
                          </a:cubicBezTo>
                          <a:cubicBezTo>
                            <a:pt x="145696" y="66046"/>
                            <a:pt x="148906" y="62122"/>
                            <a:pt x="151813" y="58053"/>
                          </a:cubicBezTo>
                          <a:cubicBezTo>
                            <a:pt x="152540" y="57049"/>
                            <a:pt x="153768" y="56626"/>
                            <a:pt x="154905" y="56903"/>
                          </a:cubicBezTo>
                          <a:close/>
                          <a:moveTo>
                            <a:pt x="134003" y="79496"/>
                          </a:moveTo>
                          <a:cubicBezTo>
                            <a:pt x="134598" y="79642"/>
                            <a:pt x="135152" y="79959"/>
                            <a:pt x="135588" y="80474"/>
                          </a:cubicBezTo>
                          <a:cubicBezTo>
                            <a:pt x="136645" y="81729"/>
                            <a:pt x="136487" y="83592"/>
                            <a:pt x="135232" y="84649"/>
                          </a:cubicBezTo>
                          <a:cubicBezTo>
                            <a:pt x="131215" y="88031"/>
                            <a:pt x="126961" y="91202"/>
                            <a:pt x="122561" y="94069"/>
                          </a:cubicBezTo>
                          <a:cubicBezTo>
                            <a:pt x="121187" y="94968"/>
                            <a:pt x="119351" y="94571"/>
                            <a:pt x="118466" y="93197"/>
                          </a:cubicBezTo>
                          <a:cubicBezTo>
                            <a:pt x="117567" y="91823"/>
                            <a:pt x="117963" y="89987"/>
                            <a:pt x="119338" y="89101"/>
                          </a:cubicBezTo>
                          <a:cubicBezTo>
                            <a:pt x="123526" y="86380"/>
                            <a:pt x="127582" y="83354"/>
                            <a:pt x="131413" y="80130"/>
                          </a:cubicBezTo>
                          <a:cubicBezTo>
                            <a:pt x="132167" y="79496"/>
                            <a:pt x="133131" y="79298"/>
                            <a:pt x="134003" y="79509"/>
                          </a:cubicBezTo>
                          <a:close/>
                          <a:moveTo>
                            <a:pt x="108226" y="96302"/>
                          </a:moveTo>
                          <a:cubicBezTo>
                            <a:pt x="109059" y="96500"/>
                            <a:pt x="109798" y="97055"/>
                            <a:pt x="110208" y="97887"/>
                          </a:cubicBezTo>
                          <a:cubicBezTo>
                            <a:pt x="110921" y="99354"/>
                            <a:pt x="110314" y="101138"/>
                            <a:pt x="108847" y="101851"/>
                          </a:cubicBezTo>
                          <a:cubicBezTo>
                            <a:pt x="104130" y="104150"/>
                            <a:pt x="99229" y="106198"/>
                            <a:pt x="94287" y="107902"/>
                          </a:cubicBezTo>
                          <a:cubicBezTo>
                            <a:pt x="92742" y="108444"/>
                            <a:pt x="91050" y="107612"/>
                            <a:pt x="90522" y="106066"/>
                          </a:cubicBezTo>
                          <a:cubicBezTo>
                            <a:pt x="89993" y="104520"/>
                            <a:pt x="90813" y="102829"/>
                            <a:pt x="92358" y="102300"/>
                          </a:cubicBezTo>
                          <a:cubicBezTo>
                            <a:pt x="97088" y="100662"/>
                            <a:pt x="101752" y="98720"/>
                            <a:pt x="106258" y="96527"/>
                          </a:cubicBezTo>
                          <a:cubicBezTo>
                            <a:pt x="106892" y="96210"/>
                            <a:pt x="107592" y="96157"/>
                            <a:pt x="108239" y="96302"/>
                          </a:cubicBezTo>
                          <a:close/>
                          <a:moveTo>
                            <a:pt x="79146" y="106343"/>
                          </a:moveTo>
                          <a:cubicBezTo>
                            <a:pt x="80230" y="106594"/>
                            <a:pt x="81115" y="107453"/>
                            <a:pt x="81366" y="108616"/>
                          </a:cubicBezTo>
                          <a:cubicBezTo>
                            <a:pt x="81709" y="110214"/>
                            <a:pt x="80679" y="111787"/>
                            <a:pt x="79080" y="112130"/>
                          </a:cubicBezTo>
                          <a:cubicBezTo>
                            <a:pt x="73954" y="113227"/>
                            <a:pt x="68696" y="114006"/>
                            <a:pt x="63477" y="114442"/>
                          </a:cubicBezTo>
                          <a:cubicBezTo>
                            <a:pt x="61838" y="114574"/>
                            <a:pt x="60411" y="113372"/>
                            <a:pt x="60266" y="111734"/>
                          </a:cubicBezTo>
                          <a:cubicBezTo>
                            <a:pt x="60121" y="110109"/>
                            <a:pt x="61336" y="108669"/>
                            <a:pt x="62961" y="108523"/>
                          </a:cubicBezTo>
                          <a:cubicBezTo>
                            <a:pt x="67942" y="108100"/>
                            <a:pt x="72937" y="107361"/>
                            <a:pt x="77838" y="106317"/>
                          </a:cubicBezTo>
                          <a:cubicBezTo>
                            <a:pt x="78287" y="106224"/>
                            <a:pt x="78724" y="106238"/>
                            <a:pt x="79133" y="106330"/>
                          </a:cubicBezTo>
                          <a:close/>
                          <a:moveTo>
                            <a:pt x="48507" y="108972"/>
                          </a:moveTo>
                          <a:cubicBezTo>
                            <a:pt x="49855" y="109290"/>
                            <a:pt x="50846" y="110531"/>
                            <a:pt x="50780" y="111972"/>
                          </a:cubicBezTo>
                          <a:cubicBezTo>
                            <a:pt x="50714" y="113610"/>
                            <a:pt x="49340" y="114878"/>
                            <a:pt x="47701" y="114825"/>
                          </a:cubicBezTo>
                          <a:cubicBezTo>
                            <a:pt x="42469" y="114627"/>
                            <a:pt x="37198" y="114086"/>
                            <a:pt x="32005" y="113240"/>
                          </a:cubicBezTo>
                          <a:cubicBezTo>
                            <a:pt x="30394" y="112949"/>
                            <a:pt x="29297" y="111443"/>
                            <a:pt x="29561" y="109831"/>
                          </a:cubicBezTo>
                          <a:cubicBezTo>
                            <a:pt x="29825" y="108219"/>
                            <a:pt x="31345" y="107123"/>
                            <a:pt x="32970" y="107387"/>
                          </a:cubicBezTo>
                          <a:cubicBezTo>
                            <a:pt x="37924" y="108193"/>
                            <a:pt x="42958" y="108708"/>
                            <a:pt x="47939" y="108893"/>
                          </a:cubicBezTo>
                          <a:cubicBezTo>
                            <a:pt x="48137" y="108893"/>
                            <a:pt x="48322" y="108933"/>
                            <a:pt x="48507" y="108972"/>
                          </a:cubicBezTo>
                          <a:close/>
                          <a:moveTo>
                            <a:pt x="3639" y="98759"/>
                          </a:moveTo>
                          <a:cubicBezTo>
                            <a:pt x="3811" y="98799"/>
                            <a:pt x="3969" y="98852"/>
                            <a:pt x="4141" y="98918"/>
                          </a:cubicBezTo>
                          <a:cubicBezTo>
                            <a:pt x="8105" y="100636"/>
                            <a:pt x="12240" y="102155"/>
                            <a:pt x="16415" y="103450"/>
                          </a:cubicBezTo>
                          <a:cubicBezTo>
                            <a:pt x="17049" y="103648"/>
                            <a:pt x="17670" y="103833"/>
                            <a:pt x="18291" y="104018"/>
                          </a:cubicBezTo>
                          <a:cubicBezTo>
                            <a:pt x="19863" y="104480"/>
                            <a:pt x="20762" y="106119"/>
                            <a:pt x="20313" y="107691"/>
                          </a:cubicBezTo>
                          <a:cubicBezTo>
                            <a:pt x="19850" y="109263"/>
                            <a:pt x="18186" y="110214"/>
                            <a:pt x="16640" y="109712"/>
                          </a:cubicBezTo>
                          <a:cubicBezTo>
                            <a:pt x="15979" y="109514"/>
                            <a:pt x="15319" y="109316"/>
                            <a:pt x="14645" y="109105"/>
                          </a:cubicBezTo>
                          <a:cubicBezTo>
                            <a:pt x="10272" y="107744"/>
                            <a:pt x="5951" y="106145"/>
                            <a:pt x="1789" y="104348"/>
                          </a:cubicBezTo>
                          <a:cubicBezTo>
                            <a:pt x="283" y="103701"/>
                            <a:pt x="-404" y="101957"/>
                            <a:pt x="243" y="100451"/>
                          </a:cubicBezTo>
                          <a:cubicBezTo>
                            <a:pt x="825" y="99116"/>
                            <a:pt x="2265" y="98416"/>
                            <a:pt x="3639" y="98746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564" name="Graphique 4366">
                    <a:extLst>
                      <a:ext uri="{FF2B5EF4-FFF2-40B4-BE49-F238E27FC236}">
                        <a16:creationId xmlns:a16="http://schemas.microsoft.com/office/drawing/2014/main" id="{70DCF935-7BD5-621B-FB4D-4C58BCBF94D4}"/>
                      </a:ext>
                    </a:extLst>
                  </p:cNvPr>
                  <p:cNvGrpSpPr/>
                  <p:nvPr/>
                </p:nvGrpSpPr>
                <p:grpSpPr>
                  <a:xfrm>
                    <a:off x="348954" y="0"/>
                    <a:ext cx="198642" cy="51756"/>
                    <a:chOff x="348954" y="0"/>
                    <a:chExt cx="198642" cy="51756"/>
                  </a:xfrm>
                  <a:solidFill>
                    <a:srgbClr val="B1ABE5"/>
                  </a:solidFill>
                </p:grpSpPr>
                <p:sp>
                  <p:nvSpPr>
                    <p:cNvPr id="2569" name="Forme libre : forme 2568">
                      <a:extLst>
                        <a:ext uri="{FF2B5EF4-FFF2-40B4-BE49-F238E27FC236}">
                          <a16:creationId xmlns:a16="http://schemas.microsoft.com/office/drawing/2014/main" id="{20A4CA9F-65DE-5A2A-CA9D-7D0D20ACA5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8954" y="0"/>
                      <a:ext cx="182761" cy="50669"/>
                    </a:xfrm>
                    <a:custGeom>
                      <a:avLst/>
                      <a:gdLst>
                        <a:gd name="connsiteX0" fmla="*/ 126619 w 182761"/>
                        <a:gd name="connsiteY0" fmla="*/ 3026 h 50669"/>
                        <a:gd name="connsiteX1" fmla="*/ 128825 w 182761"/>
                        <a:gd name="connsiteY1" fmla="*/ 6553 h 50669"/>
                        <a:gd name="connsiteX2" fmla="*/ 125284 w 182761"/>
                        <a:gd name="connsiteY2" fmla="*/ 8799 h 50669"/>
                        <a:gd name="connsiteX3" fmla="*/ 110672 w 182761"/>
                        <a:gd name="connsiteY3" fmla="*/ 6461 h 50669"/>
                        <a:gd name="connsiteX4" fmla="*/ 108016 w 182761"/>
                        <a:gd name="connsiteY4" fmla="*/ 3224 h 50669"/>
                        <a:gd name="connsiteX5" fmla="*/ 111253 w 182761"/>
                        <a:gd name="connsiteY5" fmla="*/ 568 h 50669"/>
                        <a:gd name="connsiteX6" fmla="*/ 126579 w 182761"/>
                        <a:gd name="connsiteY6" fmla="*/ 3012 h 50669"/>
                        <a:gd name="connsiteX7" fmla="*/ 126619 w 182761"/>
                        <a:gd name="connsiteY7" fmla="*/ 3012 h 50669"/>
                        <a:gd name="connsiteX8" fmla="*/ 141192 w 182761"/>
                        <a:gd name="connsiteY8" fmla="*/ 7201 h 50669"/>
                        <a:gd name="connsiteX9" fmla="*/ 141496 w 182761"/>
                        <a:gd name="connsiteY9" fmla="*/ 7293 h 50669"/>
                        <a:gd name="connsiteX10" fmla="*/ 155804 w 182761"/>
                        <a:gd name="connsiteY10" fmla="*/ 13318 h 50669"/>
                        <a:gd name="connsiteX11" fmla="*/ 157152 w 182761"/>
                        <a:gd name="connsiteY11" fmla="*/ 17281 h 50669"/>
                        <a:gd name="connsiteX12" fmla="*/ 153188 w 182761"/>
                        <a:gd name="connsiteY12" fmla="*/ 18629 h 50669"/>
                        <a:gd name="connsiteX13" fmla="*/ 139540 w 182761"/>
                        <a:gd name="connsiteY13" fmla="*/ 12882 h 50669"/>
                        <a:gd name="connsiteX14" fmla="*/ 137730 w 182761"/>
                        <a:gd name="connsiteY14" fmla="*/ 9103 h 50669"/>
                        <a:gd name="connsiteX15" fmla="*/ 141205 w 182761"/>
                        <a:gd name="connsiteY15" fmla="*/ 7201 h 50669"/>
                        <a:gd name="connsiteX16" fmla="*/ 96495 w 182761"/>
                        <a:gd name="connsiteY16" fmla="*/ 79 h 50669"/>
                        <a:gd name="connsiteX17" fmla="*/ 98781 w 182761"/>
                        <a:gd name="connsiteY17" fmla="*/ 2893 h 50669"/>
                        <a:gd name="connsiteX18" fmla="*/ 95887 w 182761"/>
                        <a:gd name="connsiteY18" fmla="*/ 5932 h 50669"/>
                        <a:gd name="connsiteX19" fmla="*/ 81143 w 182761"/>
                        <a:gd name="connsiteY19" fmla="*/ 7201 h 50669"/>
                        <a:gd name="connsiteX20" fmla="*/ 77773 w 182761"/>
                        <a:gd name="connsiteY20" fmla="*/ 4704 h 50669"/>
                        <a:gd name="connsiteX21" fmla="*/ 80271 w 182761"/>
                        <a:gd name="connsiteY21" fmla="*/ 1334 h 50669"/>
                        <a:gd name="connsiteX22" fmla="*/ 95729 w 182761"/>
                        <a:gd name="connsiteY22" fmla="*/ 0 h 50669"/>
                        <a:gd name="connsiteX23" fmla="*/ 96482 w 182761"/>
                        <a:gd name="connsiteY23" fmla="*/ 79 h 50669"/>
                        <a:gd name="connsiteX24" fmla="*/ 168329 w 182761"/>
                        <a:gd name="connsiteY24" fmla="*/ 20637 h 50669"/>
                        <a:gd name="connsiteX25" fmla="*/ 169281 w 182761"/>
                        <a:gd name="connsiteY25" fmla="*/ 21047 h 50669"/>
                        <a:gd name="connsiteX26" fmla="*/ 181713 w 182761"/>
                        <a:gd name="connsiteY26" fmla="*/ 30361 h 50669"/>
                        <a:gd name="connsiteX27" fmla="*/ 182057 w 182761"/>
                        <a:gd name="connsiteY27" fmla="*/ 34536 h 50669"/>
                        <a:gd name="connsiteX28" fmla="*/ 177882 w 182761"/>
                        <a:gd name="connsiteY28" fmla="*/ 34880 h 50669"/>
                        <a:gd name="connsiteX29" fmla="*/ 166030 w 182761"/>
                        <a:gd name="connsiteY29" fmla="*/ 26001 h 50669"/>
                        <a:gd name="connsiteX30" fmla="*/ 165185 w 182761"/>
                        <a:gd name="connsiteY30" fmla="*/ 21892 h 50669"/>
                        <a:gd name="connsiteX31" fmla="*/ 168343 w 182761"/>
                        <a:gd name="connsiteY31" fmla="*/ 20637 h 50669"/>
                        <a:gd name="connsiteX32" fmla="*/ 66556 w 182761"/>
                        <a:gd name="connsiteY32" fmla="*/ 4505 h 50669"/>
                        <a:gd name="connsiteX33" fmla="*/ 68736 w 182761"/>
                        <a:gd name="connsiteY33" fmla="*/ 6606 h 50669"/>
                        <a:gd name="connsiteX34" fmla="*/ 66662 w 182761"/>
                        <a:gd name="connsiteY34" fmla="*/ 10253 h 50669"/>
                        <a:gd name="connsiteX35" fmla="*/ 52657 w 182761"/>
                        <a:gd name="connsiteY35" fmla="*/ 15035 h 50669"/>
                        <a:gd name="connsiteX36" fmla="*/ 48786 w 182761"/>
                        <a:gd name="connsiteY36" fmla="*/ 13424 h 50669"/>
                        <a:gd name="connsiteX37" fmla="*/ 50398 w 182761"/>
                        <a:gd name="connsiteY37" fmla="*/ 9552 h 50669"/>
                        <a:gd name="connsiteX38" fmla="*/ 65090 w 182761"/>
                        <a:gd name="connsiteY38" fmla="*/ 4545 h 50669"/>
                        <a:gd name="connsiteX39" fmla="*/ 66556 w 182761"/>
                        <a:gd name="connsiteY39" fmla="*/ 4519 h 50669"/>
                        <a:gd name="connsiteX40" fmla="*/ 38547 w 182761"/>
                        <a:gd name="connsiteY40" fmla="*/ 15973 h 50669"/>
                        <a:gd name="connsiteX41" fmla="*/ 40449 w 182761"/>
                        <a:gd name="connsiteY41" fmla="*/ 17414 h 50669"/>
                        <a:gd name="connsiteX42" fmla="*/ 39313 w 182761"/>
                        <a:gd name="connsiteY42" fmla="*/ 21443 h 50669"/>
                        <a:gd name="connsiteX43" fmla="*/ 26841 w 182761"/>
                        <a:gd name="connsiteY43" fmla="*/ 29437 h 50669"/>
                        <a:gd name="connsiteX44" fmla="*/ 22705 w 182761"/>
                        <a:gd name="connsiteY44" fmla="*/ 28789 h 50669"/>
                        <a:gd name="connsiteX45" fmla="*/ 23353 w 182761"/>
                        <a:gd name="connsiteY45" fmla="*/ 24654 h 50669"/>
                        <a:gd name="connsiteX46" fmla="*/ 36420 w 182761"/>
                        <a:gd name="connsiteY46" fmla="*/ 16277 h 50669"/>
                        <a:gd name="connsiteX47" fmla="*/ 38547 w 182761"/>
                        <a:gd name="connsiteY47" fmla="*/ 15973 h 50669"/>
                        <a:gd name="connsiteX48" fmla="*/ 14091 w 182761"/>
                        <a:gd name="connsiteY48" fmla="*/ 33823 h 50669"/>
                        <a:gd name="connsiteX49" fmla="*/ 15571 w 182761"/>
                        <a:gd name="connsiteY49" fmla="*/ 34682 h 50669"/>
                        <a:gd name="connsiteX50" fmla="*/ 15425 w 182761"/>
                        <a:gd name="connsiteY50" fmla="*/ 38870 h 50669"/>
                        <a:gd name="connsiteX51" fmla="*/ 5239 w 182761"/>
                        <a:gd name="connsiteY51" fmla="*/ 49612 h 50669"/>
                        <a:gd name="connsiteX52" fmla="*/ 1064 w 182761"/>
                        <a:gd name="connsiteY52" fmla="*/ 49981 h 50669"/>
                        <a:gd name="connsiteX53" fmla="*/ 694 w 182761"/>
                        <a:gd name="connsiteY53" fmla="*/ 45806 h 50669"/>
                        <a:gd name="connsiteX54" fmla="*/ 11369 w 182761"/>
                        <a:gd name="connsiteY54" fmla="*/ 34536 h 50669"/>
                        <a:gd name="connsiteX55" fmla="*/ 14078 w 182761"/>
                        <a:gd name="connsiteY55" fmla="*/ 33823 h 506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</a:cxnLst>
                      <a:rect l="l" t="t" r="r" b="b"/>
                      <a:pathLst>
                        <a:path w="182761" h="50669">
                          <a:moveTo>
                            <a:pt x="126619" y="3026"/>
                          </a:moveTo>
                          <a:cubicBezTo>
                            <a:pt x="128191" y="3396"/>
                            <a:pt x="129182" y="4968"/>
                            <a:pt x="128825" y="6553"/>
                          </a:cubicBezTo>
                          <a:cubicBezTo>
                            <a:pt x="128468" y="8152"/>
                            <a:pt x="126883" y="9156"/>
                            <a:pt x="125284" y="8799"/>
                          </a:cubicBezTo>
                          <a:cubicBezTo>
                            <a:pt x="120475" y="7729"/>
                            <a:pt x="115560" y="6950"/>
                            <a:pt x="110672" y="6461"/>
                          </a:cubicBezTo>
                          <a:cubicBezTo>
                            <a:pt x="109060" y="6289"/>
                            <a:pt x="107844" y="4849"/>
                            <a:pt x="108016" y="3224"/>
                          </a:cubicBezTo>
                          <a:cubicBezTo>
                            <a:pt x="108175" y="1599"/>
                            <a:pt x="109628" y="410"/>
                            <a:pt x="111253" y="568"/>
                          </a:cubicBezTo>
                          <a:cubicBezTo>
                            <a:pt x="116379" y="1070"/>
                            <a:pt x="121532" y="1889"/>
                            <a:pt x="126579" y="3012"/>
                          </a:cubicBezTo>
                          <a:cubicBezTo>
                            <a:pt x="126579" y="3012"/>
                            <a:pt x="126605" y="3012"/>
                            <a:pt x="126619" y="3012"/>
                          </a:cubicBezTo>
                          <a:close/>
                          <a:moveTo>
                            <a:pt x="141192" y="7201"/>
                          </a:moveTo>
                          <a:cubicBezTo>
                            <a:pt x="141297" y="7227"/>
                            <a:pt x="141403" y="7253"/>
                            <a:pt x="141496" y="7293"/>
                          </a:cubicBezTo>
                          <a:cubicBezTo>
                            <a:pt x="146358" y="9011"/>
                            <a:pt x="151180" y="11032"/>
                            <a:pt x="155804" y="13318"/>
                          </a:cubicBezTo>
                          <a:cubicBezTo>
                            <a:pt x="157271" y="14044"/>
                            <a:pt x="157879" y="15815"/>
                            <a:pt x="157152" y="17281"/>
                          </a:cubicBezTo>
                          <a:cubicBezTo>
                            <a:pt x="156425" y="18748"/>
                            <a:pt x="154642" y="19343"/>
                            <a:pt x="153188" y="18629"/>
                          </a:cubicBezTo>
                          <a:cubicBezTo>
                            <a:pt x="148775" y="16449"/>
                            <a:pt x="144191" y="14520"/>
                            <a:pt x="139540" y="12882"/>
                          </a:cubicBezTo>
                          <a:cubicBezTo>
                            <a:pt x="137994" y="12340"/>
                            <a:pt x="137188" y="10649"/>
                            <a:pt x="137730" y="9103"/>
                          </a:cubicBezTo>
                          <a:cubicBezTo>
                            <a:pt x="138245" y="7663"/>
                            <a:pt x="139752" y="6857"/>
                            <a:pt x="141205" y="7201"/>
                          </a:cubicBezTo>
                          <a:close/>
                          <a:moveTo>
                            <a:pt x="96495" y="79"/>
                          </a:moveTo>
                          <a:cubicBezTo>
                            <a:pt x="97777" y="383"/>
                            <a:pt x="98741" y="1519"/>
                            <a:pt x="98781" y="2893"/>
                          </a:cubicBezTo>
                          <a:cubicBezTo>
                            <a:pt x="98820" y="4532"/>
                            <a:pt x="97526" y="5893"/>
                            <a:pt x="95887" y="5932"/>
                          </a:cubicBezTo>
                          <a:cubicBezTo>
                            <a:pt x="90959" y="6064"/>
                            <a:pt x="85991" y="6487"/>
                            <a:pt x="81143" y="7201"/>
                          </a:cubicBezTo>
                          <a:cubicBezTo>
                            <a:pt x="79517" y="7438"/>
                            <a:pt x="78011" y="6315"/>
                            <a:pt x="77773" y="4704"/>
                          </a:cubicBezTo>
                          <a:cubicBezTo>
                            <a:pt x="77536" y="3092"/>
                            <a:pt x="78659" y="1572"/>
                            <a:pt x="80271" y="1334"/>
                          </a:cubicBezTo>
                          <a:cubicBezTo>
                            <a:pt x="85370" y="581"/>
                            <a:pt x="90563" y="132"/>
                            <a:pt x="95729" y="0"/>
                          </a:cubicBezTo>
                          <a:cubicBezTo>
                            <a:pt x="95993" y="0"/>
                            <a:pt x="96244" y="26"/>
                            <a:pt x="96482" y="79"/>
                          </a:cubicBezTo>
                          <a:close/>
                          <a:moveTo>
                            <a:pt x="168329" y="20637"/>
                          </a:moveTo>
                          <a:cubicBezTo>
                            <a:pt x="168660" y="20717"/>
                            <a:pt x="168977" y="20849"/>
                            <a:pt x="169281" y="21047"/>
                          </a:cubicBezTo>
                          <a:cubicBezTo>
                            <a:pt x="173601" y="23888"/>
                            <a:pt x="177776" y="27019"/>
                            <a:pt x="181713" y="30361"/>
                          </a:cubicBezTo>
                          <a:cubicBezTo>
                            <a:pt x="182968" y="31418"/>
                            <a:pt x="183114" y="33295"/>
                            <a:pt x="182057" y="34536"/>
                          </a:cubicBezTo>
                          <a:cubicBezTo>
                            <a:pt x="181000" y="35778"/>
                            <a:pt x="179124" y="35937"/>
                            <a:pt x="177882" y="34880"/>
                          </a:cubicBezTo>
                          <a:cubicBezTo>
                            <a:pt x="174129" y="31696"/>
                            <a:pt x="170139" y="28710"/>
                            <a:pt x="166030" y="26001"/>
                          </a:cubicBezTo>
                          <a:cubicBezTo>
                            <a:pt x="164670" y="25103"/>
                            <a:pt x="164286" y="23267"/>
                            <a:pt x="165185" y="21892"/>
                          </a:cubicBezTo>
                          <a:cubicBezTo>
                            <a:pt x="165885" y="20822"/>
                            <a:pt x="167167" y="20360"/>
                            <a:pt x="168343" y="20637"/>
                          </a:cubicBezTo>
                          <a:close/>
                          <a:moveTo>
                            <a:pt x="66556" y="4505"/>
                          </a:moveTo>
                          <a:cubicBezTo>
                            <a:pt x="67574" y="4743"/>
                            <a:pt x="68446" y="5523"/>
                            <a:pt x="68736" y="6606"/>
                          </a:cubicBezTo>
                          <a:cubicBezTo>
                            <a:pt x="69172" y="8192"/>
                            <a:pt x="68248" y="9817"/>
                            <a:pt x="66662" y="10253"/>
                          </a:cubicBezTo>
                          <a:cubicBezTo>
                            <a:pt x="61919" y="11547"/>
                            <a:pt x="57202" y="13159"/>
                            <a:pt x="52657" y="15035"/>
                          </a:cubicBezTo>
                          <a:cubicBezTo>
                            <a:pt x="51138" y="15656"/>
                            <a:pt x="49407" y="14930"/>
                            <a:pt x="48786" y="13424"/>
                          </a:cubicBezTo>
                          <a:cubicBezTo>
                            <a:pt x="48165" y="11904"/>
                            <a:pt x="48892" y="10173"/>
                            <a:pt x="50398" y="9552"/>
                          </a:cubicBezTo>
                          <a:cubicBezTo>
                            <a:pt x="55168" y="7597"/>
                            <a:pt x="60109" y="5906"/>
                            <a:pt x="65090" y="4545"/>
                          </a:cubicBezTo>
                          <a:cubicBezTo>
                            <a:pt x="65592" y="4413"/>
                            <a:pt x="66081" y="4413"/>
                            <a:pt x="66556" y="4519"/>
                          </a:cubicBezTo>
                          <a:close/>
                          <a:moveTo>
                            <a:pt x="38547" y="15973"/>
                          </a:moveTo>
                          <a:cubicBezTo>
                            <a:pt x="39326" y="16158"/>
                            <a:pt x="40026" y="16660"/>
                            <a:pt x="40449" y="17414"/>
                          </a:cubicBezTo>
                          <a:cubicBezTo>
                            <a:pt x="41242" y="18840"/>
                            <a:pt x="40740" y="20651"/>
                            <a:pt x="39313" y="21443"/>
                          </a:cubicBezTo>
                          <a:cubicBezTo>
                            <a:pt x="35006" y="23848"/>
                            <a:pt x="30818" y="26543"/>
                            <a:pt x="26841" y="29437"/>
                          </a:cubicBezTo>
                          <a:cubicBezTo>
                            <a:pt x="25520" y="30401"/>
                            <a:pt x="23657" y="30110"/>
                            <a:pt x="22705" y="28789"/>
                          </a:cubicBezTo>
                          <a:cubicBezTo>
                            <a:pt x="21741" y="27468"/>
                            <a:pt x="22032" y="25618"/>
                            <a:pt x="23353" y="24654"/>
                          </a:cubicBezTo>
                          <a:cubicBezTo>
                            <a:pt x="27515" y="21615"/>
                            <a:pt x="31914" y="18801"/>
                            <a:pt x="36420" y="16277"/>
                          </a:cubicBezTo>
                          <a:cubicBezTo>
                            <a:pt x="37093" y="15907"/>
                            <a:pt x="37846" y="15815"/>
                            <a:pt x="38547" y="15973"/>
                          </a:cubicBezTo>
                          <a:close/>
                          <a:moveTo>
                            <a:pt x="14091" y="33823"/>
                          </a:moveTo>
                          <a:cubicBezTo>
                            <a:pt x="14646" y="33955"/>
                            <a:pt x="15161" y="34233"/>
                            <a:pt x="15571" y="34682"/>
                          </a:cubicBezTo>
                          <a:cubicBezTo>
                            <a:pt x="16694" y="35871"/>
                            <a:pt x="16628" y="37747"/>
                            <a:pt x="15425" y="38870"/>
                          </a:cubicBezTo>
                          <a:cubicBezTo>
                            <a:pt x="11819" y="42239"/>
                            <a:pt x="8397" y="45846"/>
                            <a:pt x="5239" y="49612"/>
                          </a:cubicBezTo>
                          <a:cubicBezTo>
                            <a:pt x="4182" y="50867"/>
                            <a:pt x="2319" y="51025"/>
                            <a:pt x="1064" y="49981"/>
                          </a:cubicBezTo>
                          <a:cubicBezTo>
                            <a:pt x="-191" y="48924"/>
                            <a:pt x="-363" y="47062"/>
                            <a:pt x="694" y="45806"/>
                          </a:cubicBezTo>
                          <a:cubicBezTo>
                            <a:pt x="3997" y="41856"/>
                            <a:pt x="7591" y="38064"/>
                            <a:pt x="11369" y="34536"/>
                          </a:cubicBezTo>
                          <a:cubicBezTo>
                            <a:pt x="12122" y="33836"/>
                            <a:pt x="13140" y="33598"/>
                            <a:pt x="14078" y="33823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70" name="Forme libre : forme 2569">
                      <a:extLst>
                        <a:ext uri="{FF2B5EF4-FFF2-40B4-BE49-F238E27FC236}">
                          <a16:creationId xmlns:a16="http://schemas.microsoft.com/office/drawing/2014/main" id="{95715B77-703C-079F-B578-EAB9594E0B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806" y="40241"/>
                      <a:ext cx="10790" cy="11515"/>
                    </a:xfrm>
                    <a:custGeom>
                      <a:avLst/>
                      <a:gdLst>
                        <a:gd name="connsiteX0" fmla="*/ 3664 w 10790"/>
                        <a:gd name="connsiteY0" fmla="*/ 82 h 11515"/>
                        <a:gd name="connsiteX1" fmla="*/ 5157 w 10790"/>
                        <a:gd name="connsiteY1" fmla="*/ 954 h 11515"/>
                        <a:gd name="connsiteX2" fmla="*/ 10125 w 10790"/>
                        <a:gd name="connsiteY2" fmla="*/ 6675 h 11515"/>
                        <a:gd name="connsiteX3" fmla="*/ 9702 w 10790"/>
                        <a:gd name="connsiteY3" fmla="*/ 10850 h 11515"/>
                        <a:gd name="connsiteX4" fmla="*/ 5527 w 10790"/>
                        <a:gd name="connsiteY4" fmla="*/ 10427 h 11515"/>
                        <a:gd name="connsiteX5" fmla="*/ 784 w 10790"/>
                        <a:gd name="connsiteY5" fmla="*/ 4970 h 11515"/>
                        <a:gd name="connsiteX6" fmla="*/ 955 w 10790"/>
                        <a:gd name="connsiteY6" fmla="*/ 782 h 11515"/>
                        <a:gd name="connsiteX7" fmla="*/ 3651 w 10790"/>
                        <a:gd name="connsiteY7" fmla="*/ 82 h 11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0790" h="11515">
                          <a:moveTo>
                            <a:pt x="3664" y="82"/>
                          </a:moveTo>
                          <a:cubicBezTo>
                            <a:pt x="4219" y="214"/>
                            <a:pt x="4747" y="505"/>
                            <a:pt x="5157" y="954"/>
                          </a:cubicBezTo>
                          <a:cubicBezTo>
                            <a:pt x="6874" y="2817"/>
                            <a:pt x="8539" y="4746"/>
                            <a:pt x="10125" y="6675"/>
                          </a:cubicBezTo>
                          <a:cubicBezTo>
                            <a:pt x="11155" y="7943"/>
                            <a:pt x="10970" y="9806"/>
                            <a:pt x="9702" y="10850"/>
                          </a:cubicBezTo>
                          <a:cubicBezTo>
                            <a:pt x="8434" y="11880"/>
                            <a:pt x="6571" y="11695"/>
                            <a:pt x="5527" y="10427"/>
                          </a:cubicBezTo>
                          <a:cubicBezTo>
                            <a:pt x="4021" y="8591"/>
                            <a:pt x="2422" y="6754"/>
                            <a:pt x="784" y="4970"/>
                          </a:cubicBezTo>
                          <a:cubicBezTo>
                            <a:pt x="-326" y="3768"/>
                            <a:pt x="-247" y="1892"/>
                            <a:pt x="955" y="782"/>
                          </a:cubicBezTo>
                          <a:cubicBezTo>
                            <a:pt x="1709" y="95"/>
                            <a:pt x="2726" y="-143"/>
                            <a:pt x="3651" y="82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565" name="Graphique 4366">
                    <a:extLst>
                      <a:ext uri="{FF2B5EF4-FFF2-40B4-BE49-F238E27FC236}">
                        <a16:creationId xmlns:a16="http://schemas.microsoft.com/office/drawing/2014/main" id="{32E5D7C4-8C1A-E75A-1B4A-162EC3036ECA}"/>
                      </a:ext>
                    </a:extLst>
                  </p:cNvPr>
                  <p:cNvGrpSpPr/>
                  <p:nvPr/>
                </p:nvGrpSpPr>
                <p:grpSpPr>
                  <a:xfrm>
                    <a:off x="352975" y="34362"/>
                    <a:ext cx="189136" cy="189136"/>
                    <a:chOff x="352975" y="34362"/>
                    <a:chExt cx="189136" cy="189136"/>
                  </a:xfrm>
                </p:grpSpPr>
                <p:sp>
                  <p:nvSpPr>
                    <p:cNvPr id="2566" name="Forme libre : forme 2565">
                      <a:extLst>
                        <a:ext uri="{FF2B5EF4-FFF2-40B4-BE49-F238E27FC236}">
                          <a16:creationId xmlns:a16="http://schemas.microsoft.com/office/drawing/2014/main" id="{FEE812A2-E636-D170-0692-37512774A2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2975" y="34362"/>
                      <a:ext cx="189136" cy="189136"/>
                    </a:xfrm>
                    <a:custGeom>
                      <a:avLst/>
                      <a:gdLst>
                        <a:gd name="connsiteX0" fmla="*/ 176305 w 189136"/>
                        <a:gd name="connsiteY0" fmla="*/ 42664 h 189136"/>
                        <a:gd name="connsiteX1" fmla="*/ 174772 w 189136"/>
                        <a:gd name="connsiteY1" fmla="*/ 41832 h 189136"/>
                        <a:gd name="connsiteX2" fmla="*/ 156632 w 189136"/>
                        <a:gd name="connsiteY2" fmla="*/ 44025 h 189136"/>
                        <a:gd name="connsiteX3" fmla="*/ 137356 w 189136"/>
                        <a:gd name="connsiteY3" fmla="*/ 26916 h 189136"/>
                        <a:gd name="connsiteX4" fmla="*/ 137356 w 189136"/>
                        <a:gd name="connsiteY4" fmla="*/ 8656 h 189136"/>
                        <a:gd name="connsiteX5" fmla="*/ 136365 w 189136"/>
                        <a:gd name="connsiteY5" fmla="*/ 7243 h 189136"/>
                        <a:gd name="connsiteX6" fmla="*/ 115661 w 189136"/>
                        <a:gd name="connsiteY6" fmla="*/ 82 h 189136"/>
                        <a:gd name="connsiteX7" fmla="*/ 113983 w 189136"/>
                        <a:gd name="connsiteY7" fmla="*/ 571 h 189136"/>
                        <a:gd name="connsiteX8" fmla="*/ 102727 w 189136"/>
                        <a:gd name="connsiteY8" fmla="*/ 14932 h 189136"/>
                        <a:gd name="connsiteX9" fmla="*/ 76989 w 189136"/>
                        <a:gd name="connsiteY9" fmla="*/ 16478 h 189136"/>
                        <a:gd name="connsiteX10" fmla="*/ 64081 w 189136"/>
                        <a:gd name="connsiteY10" fmla="*/ 3556 h 189136"/>
                        <a:gd name="connsiteX11" fmla="*/ 62364 w 189136"/>
                        <a:gd name="connsiteY11" fmla="*/ 3266 h 189136"/>
                        <a:gd name="connsiteX12" fmla="*/ 42664 w 189136"/>
                        <a:gd name="connsiteY12" fmla="*/ 12845 h 189136"/>
                        <a:gd name="connsiteX13" fmla="*/ 41832 w 189136"/>
                        <a:gd name="connsiteY13" fmla="*/ 14377 h 189136"/>
                        <a:gd name="connsiteX14" fmla="*/ 44025 w 189136"/>
                        <a:gd name="connsiteY14" fmla="*/ 32517 h 189136"/>
                        <a:gd name="connsiteX15" fmla="*/ 26916 w 189136"/>
                        <a:gd name="connsiteY15" fmla="*/ 51794 h 189136"/>
                        <a:gd name="connsiteX16" fmla="*/ 8656 w 189136"/>
                        <a:gd name="connsiteY16" fmla="*/ 51794 h 189136"/>
                        <a:gd name="connsiteX17" fmla="*/ 7243 w 189136"/>
                        <a:gd name="connsiteY17" fmla="*/ 52785 h 189136"/>
                        <a:gd name="connsiteX18" fmla="*/ 82 w 189136"/>
                        <a:gd name="connsiteY18" fmla="*/ 73488 h 189136"/>
                        <a:gd name="connsiteX19" fmla="*/ 571 w 189136"/>
                        <a:gd name="connsiteY19" fmla="*/ 75153 h 189136"/>
                        <a:gd name="connsiteX20" fmla="*/ 14932 w 189136"/>
                        <a:gd name="connsiteY20" fmla="*/ 86410 h 189136"/>
                        <a:gd name="connsiteX21" fmla="*/ 16478 w 189136"/>
                        <a:gd name="connsiteY21" fmla="*/ 112147 h 189136"/>
                        <a:gd name="connsiteX22" fmla="*/ 3556 w 189136"/>
                        <a:gd name="connsiteY22" fmla="*/ 125055 h 189136"/>
                        <a:gd name="connsiteX23" fmla="*/ 3266 w 189136"/>
                        <a:gd name="connsiteY23" fmla="*/ 126773 h 189136"/>
                        <a:gd name="connsiteX24" fmla="*/ 12845 w 189136"/>
                        <a:gd name="connsiteY24" fmla="*/ 146472 h 189136"/>
                        <a:gd name="connsiteX25" fmla="*/ 14377 w 189136"/>
                        <a:gd name="connsiteY25" fmla="*/ 147304 h 189136"/>
                        <a:gd name="connsiteX26" fmla="*/ 32517 w 189136"/>
                        <a:gd name="connsiteY26" fmla="*/ 145111 h 189136"/>
                        <a:gd name="connsiteX27" fmla="*/ 51794 w 189136"/>
                        <a:gd name="connsiteY27" fmla="*/ 162221 h 189136"/>
                        <a:gd name="connsiteX28" fmla="*/ 51794 w 189136"/>
                        <a:gd name="connsiteY28" fmla="*/ 180480 h 189136"/>
                        <a:gd name="connsiteX29" fmla="*/ 52785 w 189136"/>
                        <a:gd name="connsiteY29" fmla="*/ 181894 h 189136"/>
                        <a:gd name="connsiteX30" fmla="*/ 73488 w 189136"/>
                        <a:gd name="connsiteY30" fmla="*/ 189055 h 189136"/>
                        <a:gd name="connsiteX31" fmla="*/ 75153 w 189136"/>
                        <a:gd name="connsiteY31" fmla="*/ 188566 h 189136"/>
                        <a:gd name="connsiteX32" fmla="*/ 86410 w 189136"/>
                        <a:gd name="connsiteY32" fmla="*/ 174204 h 189136"/>
                        <a:gd name="connsiteX33" fmla="*/ 112147 w 189136"/>
                        <a:gd name="connsiteY33" fmla="*/ 172658 h 189136"/>
                        <a:gd name="connsiteX34" fmla="*/ 125055 w 189136"/>
                        <a:gd name="connsiteY34" fmla="*/ 185580 h 189136"/>
                        <a:gd name="connsiteX35" fmla="*/ 126773 w 189136"/>
                        <a:gd name="connsiteY35" fmla="*/ 185871 h 189136"/>
                        <a:gd name="connsiteX36" fmla="*/ 146472 w 189136"/>
                        <a:gd name="connsiteY36" fmla="*/ 176292 h 189136"/>
                        <a:gd name="connsiteX37" fmla="*/ 147304 w 189136"/>
                        <a:gd name="connsiteY37" fmla="*/ 174759 h 189136"/>
                        <a:gd name="connsiteX38" fmla="*/ 145111 w 189136"/>
                        <a:gd name="connsiteY38" fmla="*/ 156619 h 189136"/>
                        <a:gd name="connsiteX39" fmla="*/ 162221 w 189136"/>
                        <a:gd name="connsiteY39" fmla="*/ 137342 h 189136"/>
                        <a:gd name="connsiteX40" fmla="*/ 180480 w 189136"/>
                        <a:gd name="connsiteY40" fmla="*/ 137342 h 189136"/>
                        <a:gd name="connsiteX41" fmla="*/ 181894 w 189136"/>
                        <a:gd name="connsiteY41" fmla="*/ 136352 h 189136"/>
                        <a:gd name="connsiteX42" fmla="*/ 189055 w 189136"/>
                        <a:gd name="connsiteY42" fmla="*/ 115648 h 189136"/>
                        <a:gd name="connsiteX43" fmla="*/ 188566 w 189136"/>
                        <a:gd name="connsiteY43" fmla="*/ 113970 h 189136"/>
                        <a:gd name="connsiteX44" fmla="*/ 174204 w 189136"/>
                        <a:gd name="connsiteY44" fmla="*/ 102713 h 189136"/>
                        <a:gd name="connsiteX45" fmla="*/ 172658 w 189136"/>
                        <a:gd name="connsiteY45" fmla="*/ 76976 h 189136"/>
                        <a:gd name="connsiteX46" fmla="*/ 185580 w 189136"/>
                        <a:gd name="connsiteY46" fmla="*/ 64068 h 189136"/>
                        <a:gd name="connsiteX47" fmla="*/ 185871 w 189136"/>
                        <a:gd name="connsiteY47" fmla="*/ 62350 h 189136"/>
                        <a:gd name="connsiteX48" fmla="*/ 176292 w 189136"/>
                        <a:gd name="connsiteY48" fmla="*/ 42651 h 1891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</a:cxnLst>
                      <a:rect l="l" t="t" r="r" b="b"/>
                      <a:pathLst>
                        <a:path w="189136" h="189136">
                          <a:moveTo>
                            <a:pt x="176305" y="42664"/>
                          </a:moveTo>
                          <a:cubicBezTo>
                            <a:pt x="176028" y="42083"/>
                            <a:pt x="175407" y="41753"/>
                            <a:pt x="174772" y="41832"/>
                          </a:cubicBezTo>
                          <a:lnTo>
                            <a:pt x="156632" y="44025"/>
                          </a:lnTo>
                          <a:cubicBezTo>
                            <a:pt x="151255" y="37406"/>
                            <a:pt x="144781" y="31593"/>
                            <a:pt x="137356" y="26916"/>
                          </a:cubicBezTo>
                          <a:lnTo>
                            <a:pt x="137356" y="8656"/>
                          </a:lnTo>
                          <a:cubicBezTo>
                            <a:pt x="137369" y="8022"/>
                            <a:pt x="136959" y="7441"/>
                            <a:pt x="136365" y="7243"/>
                          </a:cubicBezTo>
                          <a:lnTo>
                            <a:pt x="115661" y="82"/>
                          </a:lnTo>
                          <a:cubicBezTo>
                            <a:pt x="115054" y="-130"/>
                            <a:pt x="114380" y="82"/>
                            <a:pt x="113983" y="571"/>
                          </a:cubicBezTo>
                          <a:lnTo>
                            <a:pt x="102727" y="14932"/>
                          </a:lnTo>
                          <a:cubicBezTo>
                            <a:pt x="93993" y="14034"/>
                            <a:pt x="85313" y="14602"/>
                            <a:pt x="76989" y="16478"/>
                          </a:cubicBezTo>
                          <a:lnTo>
                            <a:pt x="64081" y="3556"/>
                          </a:lnTo>
                          <a:cubicBezTo>
                            <a:pt x="63632" y="3107"/>
                            <a:pt x="62945" y="2988"/>
                            <a:pt x="62364" y="3266"/>
                          </a:cubicBezTo>
                          <a:lnTo>
                            <a:pt x="42664" y="12845"/>
                          </a:lnTo>
                          <a:cubicBezTo>
                            <a:pt x="42083" y="13122"/>
                            <a:pt x="41753" y="13743"/>
                            <a:pt x="41832" y="14377"/>
                          </a:cubicBezTo>
                          <a:lnTo>
                            <a:pt x="44025" y="32517"/>
                          </a:lnTo>
                          <a:cubicBezTo>
                            <a:pt x="37406" y="37895"/>
                            <a:pt x="31593" y="44369"/>
                            <a:pt x="26916" y="51794"/>
                          </a:cubicBezTo>
                          <a:lnTo>
                            <a:pt x="8656" y="51794"/>
                          </a:lnTo>
                          <a:cubicBezTo>
                            <a:pt x="8022" y="51781"/>
                            <a:pt x="7441" y="52190"/>
                            <a:pt x="7243" y="52785"/>
                          </a:cubicBezTo>
                          <a:lnTo>
                            <a:pt x="82" y="73488"/>
                          </a:lnTo>
                          <a:cubicBezTo>
                            <a:pt x="-130" y="74096"/>
                            <a:pt x="82" y="74770"/>
                            <a:pt x="571" y="75153"/>
                          </a:cubicBezTo>
                          <a:lnTo>
                            <a:pt x="14932" y="86410"/>
                          </a:lnTo>
                          <a:cubicBezTo>
                            <a:pt x="14034" y="95143"/>
                            <a:pt x="14602" y="103823"/>
                            <a:pt x="16478" y="112147"/>
                          </a:cubicBezTo>
                          <a:lnTo>
                            <a:pt x="3556" y="125055"/>
                          </a:lnTo>
                          <a:cubicBezTo>
                            <a:pt x="3107" y="125504"/>
                            <a:pt x="2988" y="126191"/>
                            <a:pt x="3266" y="126773"/>
                          </a:cubicBezTo>
                          <a:lnTo>
                            <a:pt x="12845" y="146472"/>
                          </a:lnTo>
                          <a:cubicBezTo>
                            <a:pt x="13122" y="147053"/>
                            <a:pt x="13743" y="147384"/>
                            <a:pt x="14377" y="147304"/>
                          </a:cubicBezTo>
                          <a:lnTo>
                            <a:pt x="32517" y="145111"/>
                          </a:lnTo>
                          <a:cubicBezTo>
                            <a:pt x="37895" y="151730"/>
                            <a:pt x="44369" y="157544"/>
                            <a:pt x="51794" y="162221"/>
                          </a:cubicBezTo>
                          <a:lnTo>
                            <a:pt x="51794" y="180480"/>
                          </a:lnTo>
                          <a:cubicBezTo>
                            <a:pt x="51781" y="181114"/>
                            <a:pt x="52190" y="181696"/>
                            <a:pt x="52785" y="181894"/>
                          </a:cubicBezTo>
                          <a:lnTo>
                            <a:pt x="73488" y="189055"/>
                          </a:lnTo>
                          <a:cubicBezTo>
                            <a:pt x="74096" y="189266"/>
                            <a:pt x="74770" y="189055"/>
                            <a:pt x="75153" y="188566"/>
                          </a:cubicBezTo>
                          <a:lnTo>
                            <a:pt x="86410" y="174204"/>
                          </a:lnTo>
                          <a:cubicBezTo>
                            <a:pt x="95143" y="175103"/>
                            <a:pt x="103823" y="174535"/>
                            <a:pt x="112147" y="172658"/>
                          </a:cubicBezTo>
                          <a:lnTo>
                            <a:pt x="125055" y="185580"/>
                          </a:lnTo>
                          <a:cubicBezTo>
                            <a:pt x="125504" y="186029"/>
                            <a:pt x="126191" y="186148"/>
                            <a:pt x="126773" y="185871"/>
                          </a:cubicBezTo>
                          <a:lnTo>
                            <a:pt x="146472" y="176292"/>
                          </a:lnTo>
                          <a:cubicBezTo>
                            <a:pt x="147053" y="176014"/>
                            <a:pt x="147384" y="175393"/>
                            <a:pt x="147304" y="174759"/>
                          </a:cubicBezTo>
                          <a:lnTo>
                            <a:pt x="145111" y="156619"/>
                          </a:lnTo>
                          <a:cubicBezTo>
                            <a:pt x="151730" y="151242"/>
                            <a:pt x="157544" y="144768"/>
                            <a:pt x="162221" y="137342"/>
                          </a:cubicBezTo>
                          <a:lnTo>
                            <a:pt x="180480" y="137342"/>
                          </a:lnTo>
                          <a:cubicBezTo>
                            <a:pt x="181114" y="137356"/>
                            <a:pt x="181696" y="136946"/>
                            <a:pt x="181894" y="136352"/>
                          </a:cubicBezTo>
                          <a:lnTo>
                            <a:pt x="189055" y="115648"/>
                          </a:lnTo>
                          <a:cubicBezTo>
                            <a:pt x="189266" y="115040"/>
                            <a:pt x="189055" y="114367"/>
                            <a:pt x="188566" y="113970"/>
                          </a:cubicBezTo>
                          <a:lnTo>
                            <a:pt x="174204" y="102713"/>
                          </a:lnTo>
                          <a:cubicBezTo>
                            <a:pt x="175103" y="93980"/>
                            <a:pt x="174535" y="85300"/>
                            <a:pt x="172658" y="76976"/>
                          </a:cubicBezTo>
                          <a:lnTo>
                            <a:pt x="185580" y="64068"/>
                          </a:lnTo>
                          <a:cubicBezTo>
                            <a:pt x="186029" y="63619"/>
                            <a:pt x="186148" y="62932"/>
                            <a:pt x="185871" y="62350"/>
                          </a:cubicBezTo>
                          <a:lnTo>
                            <a:pt x="176292" y="42651"/>
                          </a:ln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67" name="Forme libre : forme 2566">
                      <a:extLst>
                        <a:ext uri="{FF2B5EF4-FFF2-40B4-BE49-F238E27FC236}">
                          <a16:creationId xmlns:a16="http://schemas.microsoft.com/office/drawing/2014/main" id="{F60D89DD-C693-C73E-4BED-F62F3F953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5125" y="106523"/>
                      <a:ext cx="44847" cy="44849"/>
                    </a:xfrm>
                    <a:custGeom>
                      <a:avLst/>
                      <a:gdLst>
                        <a:gd name="connsiteX0" fmla="*/ 27617 w 44847"/>
                        <a:gd name="connsiteY0" fmla="*/ 613 h 44849"/>
                        <a:gd name="connsiteX1" fmla="*/ 39574 w 44847"/>
                        <a:gd name="connsiteY1" fmla="*/ 7986 h 44849"/>
                        <a:gd name="connsiteX2" fmla="*/ 44766 w 44847"/>
                        <a:gd name="connsiteY2" fmla="*/ 24342 h 44849"/>
                        <a:gd name="connsiteX3" fmla="*/ 20509 w 44847"/>
                        <a:gd name="connsiteY3" fmla="*/ 44768 h 44849"/>
                        <a:gd name="connsiteX4" fmla="*/ 83 w 44847"/>
                        <a:gd name="connsiteY4" fmla="*/ 20511 h 44849"/>
                        <a:gd name="connsiteX5" fmla="*/ 7984 w 44847"/>
                        <a:gd name="connsiteY5" fmla="*/ 5277 h 44849"/>
                        <a:gd name="connsiteX6" fmla="*/ 24340 w 44847"/>
                        <a:gd name="connsiteY6" fmla="*/ 85 h 44849"/>
                        <a:gd name="connsiteX7" fmla="*/ 27617 w 44847"/>
                        <a:gd name="connsiteY7" fmla="*/ 613 h 44849"/>
                        <a:gd name="connsiteX8" fmla="*/ 18620 w 44847"/>
                        <a:gd name="connsiteY8" fmla="*/ 38479 h 44849"/>
                        <a:gd name="connsiteX9" fmla="*/ 21011 w 44847"/>
                        <a:gd name="connsiteY9" fmla="*/ 38862 h 44849"/>
                        <a:gd name="connsiteX10" fmla="*/ 38847 w 44847"/>
                        <a:gd name="connsiteY10" fmla="*/ 23840 h 44849"/>
                        <a:gd name="connsiteX11" fmla="*/ 35029 w 44847"/>
                        <a:gd name="connsiteY11" fmla="*/ 11804 h 44849"/>
                        <a:gd name="connsiteX12" fmla="*/ 23825 w 44847"/>
                        <a:gd name="connsiteY12" fmla="*/ 5990 h 44849"/>
                        <a:gd name="connsiteX13" fmla="*/ 23825 w 44847"/>
                        <a:gd name="connsiteY13" fmla="*/ 5990 h 44849"/>
                        <a:gd name="connsiteX14" fmla="*/ 11789 w 44847"/>
                        <a:gd name="connsiteY14" fmla="*/ 9809 h 44849"/>
                        <a:gd name="connsiteX15" fmla="*/ 5976 w 44847"/>
                        <a:gd name="connsiteY15" fmla="*/ 21013 h 44849"/>
                        <a:gd name="connsiteX16" fmla="*/ 18606 w 44847"/>
                        <a:gd name="connsiteY16" fmla="*/ 38466 h 448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44847" h="44849">
                          <a:moveTo>
                            <a:pt x="27617" y="613"/>
                          </a:moveTo>
                          <a:cubicBezTo>
                            <a:pt x="32268" y="1710"/>
                            <a:pt x="36430" y="4260"/>
                            <a:pt x="39574" y="7986"/>
                          </a:cubicBezTo>
                          <a:cubicBezTo>
                            <a:pt x="43432" y="12570"/>
                            <a:pt x="45268" y="18370"/>
                            <a:pt x="44766" y="24342"/>
                          </a:cubicBezTo>
                          <a:cubicBezTo>
                            <a:pt x="43709" y="36656"/>
                            <a:pt x="32836" y="45812"/>
                            <a:pt x="20509" y="44768"/>
                          </a:cubicBezTo>
                          <a:cubicBezTo>
                            <a:pt x="8182" y="43685"/>
                            <a:pt x="-974" y="32824"/>
                            <a:pt x="83" y="20511"/>
                          </a:cubicBezTo>
                          <a:cubicBezTo>
                            <a:pt x="598" y="14539"/>
                            <a:pt x="3399" y="9135"/>
                            <a:pt x="7984" y="5277"/>
                          </a:cubicBezTo>
                          <a:cubicBezTo>
                            <a:pt x="12568" y="1419"/>
                            <a:pt x="18369" y="-431"/>
                            <a:pt x="24340" y="85"/>
                          </a:cubicBezTo>
                          <a:cubicBezTo>
                            <a:pt x="25450" y="177"/>
                            <a:pt x="26547" y="362"/>
                            <a:pt x="27617" y="613"/>
                          </a:cubicBezTo>
                          <a:close/>
                          <a:moveTo>
                            <a:pt x="18620" y="38479"/>
                          </a:moveTo>
                          <a:cubicBezTo>
                            <a:pt x="19399" y="38664"/>
                            <a:pt x="20192" y="38796"/>
                            <a:pt x="21011" y="38862"/>
                          </a:cubicBezTo>
                          <a:cubicBezTo>
                            <a:pt x="30075" y="39642"/>
                            <a:pt x="38068" y="32904"/>
                            <a:pt x="38847" y="23840"/>
                          </a:cubicBezTo>
                          <a:cubicBezTo>
                            <a:pt x="39217" y="19454"/>
                            <a:pt x="37870" y="15173"/>
                            <a:pt x="35029" y="11804"/>
                          </a:cubicBezTo>
                          <a:cubicBezTo>
                            <a:pt x="32188" y="8435"/>
                            <a:pt x="28212" y="6374"/>
                            <a:pt x="23825" y="5990"/>
                          </a:cubicBezTo>
                          <a:lnTo>
                            <a:pt x="23825" y="5990"/>
                          </a:lnTo>
                          <a:cubicBezTo>
                            <a:pt x="19439" y="5621"/>
                            <a:pt x="15158" y="6968"/>
                            <a:pt x="11789" y="9809"/>
                          </a:cubicBezTo>
                          <a:cubicBezTo>
                            <a:pt x="8420" y="12649"/>
                            <a:pt x="6359" y="16626"/>
                            <a:pt x="5976" y="21013"/>
                          </a:cubicBezTo>
                          <a:cubicBezTo>
                            <a:pt x="5275" y="29257"/>
                            <a:pt x="10785" y="36616"/>
                            <a:pt x="18606" y="3846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68" name="Forme libre : forme 2567">
                      <a:extLst>
                        <a:ext uri="{FF2B5EF4-FFF2-40B4-BE49-F238E27FC236}">
                          <a16:creationId xmlns:a16="http://schemas.microsoft.com/office/drawing/2014/main" id="{9D0823CA-300D-B763-AA91-D91D84A32E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1252" y="73359"/>
                      <a:ext cx="111718" cy="111704"/>
                    </a:xfrm>
                    <a:custGeom>
                      <a:avLst/>
                      <a:gdLst>
                        <a:gd name="connsiteX0" fmla="*/ 68677 w 111718"/>
                        <a:gd name="connsiteY0" fmla="*/ 1474 h 111704"/>
                        <a:gd name="connsiteX1" fmla="*/ 74134 w 111718"/>
                        <a:gd name="connsiteY1" fmla="*/ 3059 h 111704"/>
                        <a:gd name="connsiteX2" fmla="*/ 84452 w 111718"/>
                        <a:gd name="connsiteY2" fmla="*/ 7842 h 111704"/>
                        <a:gd name="connsiteX3" fmla="*/ 84888 w 111718"/>
                        <a:gd name="connsiteY3" fmla="*/ 8106 h 111704"/>
                        <a:gd name="connsiteX4" fmla="*/ 86236 w 111718"/>
                        <a:gd name="connsiteY4" fmla="*/ 11317 h 111704"/>
                        <a:gd name="connsiteX5" fmla="*/ 85879 w 111718"/>
                        <a:gd name="connsiteY5" fmla="*/ 12176 h 111704"/>
                        <a:gd name="connsiteX6" fmla="*/ 81810 w 111718"/>
                        <a:gd name="connsiteY6" fmla="*/ 13167 h 111704"/>
                        <a:gd name="connsiteX7" fmla="*/ 72191 w 111718"/>
                        <a:gd name="connsiteY7" fmla="*/ 8661 h 111704"/>
                        <a:gd name="connsiteX8" fmla="*/ 72191 w 111718"/>
                        <a:gd name="connsiteY8" fmla="*/ 8661 h 111704"/>
                        <a:gd name="connsiteX9" fmla="*/ 71636 w 111718"/>
                        <a:gd name="connsiteY9" fmla="*/ 8476 h 111704"/>
                        <a:gd name="connsiteX10" fmla="*/ 47260 w 111718"/>
                        <a:gd name="connsiteY10" fmla="*/ 6653 h 111704"/>
                        <a:gd name="connsiteX11" fmla="*/ 34458 w 111718"/>
                        <a:gd name="connsiteY11" fmla="*/ 10749 h 111704"/>
                        <a:gd name="connsiteX12" fmla="*/ 34352 w 111718"/>
                        <a:gd name="connsiteY12" fmla="*/ 10802 h 111704"/>
                        <a:gd name="connsiteX13" fmla="*/ 34048 w 111718"/>
                        <a:gd name="connsiteY13" fmla="*/ 10947 h 111704"/>
                        <a:gd name="connsiteX14" fmla="*/ 8707 w 111718"/>
                        <a:gd name="connsiteY14" fmla="*/ 39525 h 111704"/>
                        <a:gd name="connsiteX15" fmla="*/ 7280 w 111718"/>
                        <a:gd name="connsiteY15" fmla="*/ 44453 h 111704"/>
                        <a:gd name="connsiteX16" fmla="*/ 10993 w 111718"/>
                        <a:gd name="connsiteY16" fmla="*/ 77655 h 111704"/>
                        <a:gd name="connsiteX17" fmla="*/ 39571 w 111718"/>
                        <a:gd name="connsiteY17" fmla="*/ 102996 h 111704"/>
                        <a:gd name="connsiteX18" fmla="*/ 77701 w 111718"/>
                        <a:gd name="connsiteY18" fmla="*/ 100710 h 111704"/>
                        <a:gd name="connsiteX19" fmla="*/ 103042 w 111718"/>
                        <a:gd name="connsiteY19" fmla="*/ 72132 h 111704"/>
                        <a:gd name="connsiteX20" fmla="*/ 104455 w 111718"/>
                        <a:gd name="connsiteY20" fmla="*/ 67270 h 111704"/>
                        <a:gd name="connsiteX21" fmla="*/ 104733 w 111718"/>
                        <a:gd name="connsiteY21" fmla="*/ 45616 h 111704"/>
                        <a:gd name="connsiteX22" fmla="*/ 104746 w 111718"/>
                        <a:gd name="connsiteY22" fmla="*/ 44321 h 111704"/>
                        <a:gd name="connsiteX23" fmla="*/ 107019 w 111718"/>
                        <a:gd name="connsiteY23" fmla="*/ 42101 h 111704"/>
                        <a:gd name="connsiteX24" fmla="*/ 110533 w 111718"/>
                        <a:gd name="connsiteY24" fmla="*/ 44400 h 111704"/>
                        <a:gd name="connsiteX25" fmla="*/ 110229 w 111718"/>
                        <a:gd name="connsiteY25" fmla="*/ 68631 h 111704"/>
                        <a:gd name="connsiteX26" fmla="*/ 108644 w 111718"/>
                        <a:gd name="connsiteY26" fmla="*/ 74075 h 111704"/>
                        <a:gd name="connsiteX27" fmla="*/ 80290 w 111718"/>
                        <a:gd name="connsiteY27" fmla="*/ 106048 h 111704"/>
                        <a:gd name="connsiteX28" fmla="*/ 37628 w 111718"/>
                        <a:gd name="connsiteY28" fmla="*/ 108611 h 111704"/>
                        <a:gd name="connsiteX29" fmla="*/ 5655 w 111718"/>
                        <a:gd name="connsiteY29" fmla="*/ 80258 h 111704"/>
                        <a:gd name="connsiteX30" fmla="*/ 1493 w 111718"/>
                        <a:gd name="connsiteY30" fmla="*/ 43119 h 111704"/>
                        <a:gd name="connsiteX31" fmla="*/ 3092 w 111718"/>
                        <a:gd name="connsiteY31" fmla="*/ 37596 h 111704"/>
                        <a:gd name="connsiteX32" fmla="*/ 68650 w 111718"/>
                        <a:gd name="connsiteY32" fmla="*/ 1487 h 1117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</a:cxnLst>
                      <a:rect l="l" t="t" r="r" b="b"/>
                      <a:pathLst>
                        <a:path w="111718" h="111704">
                          <a:moveTo>
                            <a:pt x="68677" y="1474"/>
                          </a:moveTo>
                          <a:cubicBezTo>
                            <a:pt x="70500" y="1910"/>
                            <a:pt x="72323" y="2438"/>
                            <a:pt x="74134" y="3059"/>
                          </a:cubicBezTo>
                          <a:cubicBezTo>
                            <a:pt x="77727" y="4301"/>
                            <a:pt x="81202" y="5913"/>
                            <a:pt x="84452" y="7842"/>
                          </a:cubicBezTo>
                          <a:cubicBezTo>
                            <a:pt x="84598" y="7935"/>
                            <a:pt x="84743" y="8014"/>
                            <a:pt x="84888" y="8106"/>
                          </a:cubicBezTo>
                          <a:cubicBezTo>
                            <a:pt x="86011" y="8793"/>
                            <a:pt x="86526" y="10101"/>
                            <a:pt x="86236" y="11317"/>
                          </a:cubicBezTo>
                          <a:cubicBezTo>
                            <a:pt x="86170" y="11608"/>
                            <a:pt x="86051" y="11898"/>
                            <a:pt x="85879" y="12176"/>
                          </a:cubicBezTo>
                          <a:cubicBezTo>
                            <a:pt x="85034" y="13576"/>
                            <a:pt x="83210" y="14012"/>
                            <a:pt x="81810" y="13167"/>
                          </a:cubicBezTo>
                          <a:cubicBezTo>
                            <a:pt x="78784" y="11330"/>
                            <a:pt x="75547" y="9811"/>
                            <a:pt x="72191" y="8661"/>
                          </a:cubicBezTo>
                          <a:lnTo>
                            <a:pt x="72191" y="8661"/>
                          </a:lnTo>
                          <a:cubicBezTo>
                            <a:pt x="72006" y="8595"/>
                            <a:pt x="71821" y="8529"/>
                            <a:pt x="71636" y="8476"/>
                          </a:cubicBezTo>
                          <a:cubicBezTo>
                            <a:pt x="63670" y="5807"/>
                            <a:pt x="55333" y="5226"/>
                            <a:pt x="47260" y="6653"/>
                          </a:cubicBezTo>
                          <a:cubicBezTo>
                            <a:pt x="42887" y="7433"/>
                            <a:pt x="38580" y="8793"/>
                            <a:pt x="34458" y="10749"/>
                          </a:cubicBezTo>
                          <a:cubicBezTo>
                            <a:pt x="34418" y="10762"/>
                            <a:pt x="34391" y="10775"/>
                            <a:pt x="34352" y="10802"/>
                          </a:cubicBezTo>
                          <a:cubicBezTo>
                            <a:pt x="34246" y="10855"/>
                            <a:pt x="34154" y="10894"/>
                            <a:pt x="34048" y="10947"/>
                          </a:cubicBezTo>
                          <a:cubicBezTo>
                            <a:pt x="22065" y="16774"/>
                            <a:pt x="13054" y="26920"/>
                            <a:pt x="8707" y="39525"/>
                          </a:cubicBezTo>
                          <a:cubicBezTo>
                            <a:pt x="8139" y="41150"/>
                            <a:pt x="7663" y="42801"/>
                            <a:pt x="7280" y="44453"/>
                          </a:cubicBezTo>
                          <a:cubicBezTo>
                            <a:pt x="4651" y="55604"/>
                            <a:pt x="5919" y="67217"/>
                            <a:pt x="10993" y="77655"/>
                          </a:cubicBezTo>
                          <a:cubicBezTo>
                            <a:pt x="16819" y="89638"/>
                            <a:pt x="26966" y="98636"/>
                            <a:pt x="39571" y="102996"/>
                          </a:cubicBezTo>
                          <a:cubicBezTo>
                            <a:pt x="52162" y="107343"/>
                            <a:pt x="65704" y="106537"/>
                            <a:pt x="77701" y="100710"/>
                          </a:cubicBezTo>
                          <a:cubicBezTo>
                            <a:pt x="89684" y="94884"/>
                            <a:pt x="98695" y="84737"/>
                            <a:pt x="103042" y="72132"/>
                          </a:cubicBezTo>
                          <a:cubicBezTo>
                            <a:pt x="103597" y="70534"/>
                            <a:pt x="104072" y="68909"/>
                            <a:pt x="104455" y="67270"/>
                          </a:cubicBezTo>
                          <a:cubicBezTo>
                            <a:pt x="106133" y="60162"/>
                            <a:pt x="106239" y="52763"/>
                            <a:pt x="104733" y="45616"/>
                          </a:cubicBezTo>
                          <a:cubicBezTo>
                            <a:pt x="104640" y="45180"/>
                            <a:pt x="104654" y="44730"/>
                            <a:pt x="104746" y="44321"/>
                          </a:cubicBezTo>
                          <a:cubicBezTo>
                            <a:pt x="104997" y="43237"/>
                            <a:pt x="105856" y="42339"/>
                            <a:pt x="107019" y="42101"/>
                          </a:cubicBezTo>
                          <a:cubicBezTo>
                            <a:pt x="108617" y="41771"/>
                            <a:pt x="110189" y="42788"/>
                            <a:pt x="110533" y="44400"/>
                          </a:cubicBezTo>
                          <a:cubicBezTo>
                            <a:pt x="112211" y="52407"/>
                            <a:pt x="112105" y="60677"/>
                            <a:pt x="110229" y="68631"/>
                          </a:cubicBezTo>
                          <a:cubicBezTo>
                            <a:pt x="109793" y="70468"/>
                            <a:pt x="109265" y="72291"/>
                            <a:pt x="108644" y="74075"/>
                          </a:cubicBezTo>
                          <a:cubicBezTo>
                            <a:pt x="103768" y="88172"/>
                            <a:pt x="93701" y="99521"/>
                            <a:pt x="80290" y="106048"/>
                          </a:cubicBezTo>
                          <a:cubicBezTo>
                            <a:pt x="66880" y="112575"/>
                            <a:pt x="51739" y="113486"/>
                            <a:pt x="37628" y="108611"/>
                          </a:cubicBezTo>
                          <a:cubicBezTo>
                            <a:pt x="23531" y="103736"/>
                            <a:pt x="12182" y="93668"/>
                            <a:pt x="5655" y="80258"/>
                          </a:cubicBezTo>
                          <a:cubicBezTo>
                            <a:pt x="-26" y="68578"/>
                            <a:pt x="-1453" y="55591"/>
                            <a:pt x="1493" y="43119"/>
                          </a:cubicBezTo>
                          <a:cubicBezTo>
                            <a:pt x="1929" y="41269"/>
                            <a:pt x="2458" y="39419"/>
                            <a:pt x="3092" y="37596"/>
                          </a:cubicBezTo>
                          <a:cubicBezTo>
                            <a:pt x="12525" y="10300"/>
                            <a:pt x="41130" y="-5013"/>
                            <a:pt x="68650" y="1487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3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2464" name="Graphique 4366">
                <a:extLst>
                  <a:ext uri="{FF2B5EF4-FFF2-40B4-BE49-F238E27FC236}">
                    <a16:creationId xmlns:a16="http://schemas.microsoft.com/office/drawing/2014/main" id="{34FDEDDD-022A-A0CD-657A-12EC1E5CCC82}"/>
                  </a:ext>
                </a:extLst>
              </p:cNvPr>
              <p:cNvGrpSpPr/>
              <p:nvPr/>
            </p:nvGrpSpPr>
            <p:grpSpPr>
              <a:xfrm>
                <a:off x="38162" y="131827"/>
                <a:ext cx="1182798" cy="918983"/>
                <a:chOff x="38162" y="131827"/>
                <a:chExt cx="1182798" cy="918983"/>
              </a:xfrm>
            </p:grpSpPr>
            <p:sp>
              <p:nvSpPr>
                <p:cNvPr id="2508" name="Forme libre : forme 2507">
                  <a:extLst>
                    <a:ext uri="{FF2B5EF4-FFF2-40B4-BE49-F238E27FC236}">
                      <a16:creationId xmlns:a16="http://schemas.microsoft.com/office/drawing/2014/main" id="{A56D338B-DDE2-F2AC-ECF3-3C478AF6CC60}"/>
                    </a:ext>
                  </a:extLst>
                </p:cNvPr>
                <p:cNvSpPr/>
                <p:nvPr/>
              </p:nvSpPr>
              <p:spPr>
                <a:xfrm>
                  <a:off x="38162" y="203816"/>
                  <a:ext cx="200490" cy="806447"/>
                </a:xfrm>
                <a:custGeom>
                  <a:avLst/>
                  <a:gdLst>
                    <a:gd name="connsiteX0" fmla="*/ 340 w 200490"/>
                    <a:gd name="connsiteY0" fmla="*/ 734125 h 806447"/>
                    <a:gd name="connsiteX1" fmla="*/ 70298 w 200490"/>
                    <a:gd name="connsiteY1" fmla="*/ 63623 h 806447"/>
                    <a:gd name="connsiteX2" fmla="*/ 179615 w 200490"/>
                    <a:gd name="connsiteY2" fmla="*/ 1645 h 806447"/>
                    <a:gd name="connsiteX3" fmla="*/ 200491 w 200490"/>
                    <a:gd name="connsiteY3" fmla="*/ 806448 h 806447"/>
                    <a:gd name="connsiteX4" fmla="*/ 64604 w 200490"/>
                    <a:gd name="connsiteY4" fmla="*/ 806448 h 806447"/>
                    <a:gd name="connsiteX5" fmla="*/ 16684 w 200490"/>
                    <a:gd name="connsiteY5" fmla="*/ 784767 h 806447"/>
                    <a:gd name="connsiteX6" fmla="*/ 327 w 200490"/>
                    <a:gd name="connsiteY6" fmla="*/ 734112 h 806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00490" h="806447">
                      <a:moveTo>
                        <a:pt x="340" y="734125"/>
                      </a:moveTo>
                      <a:cubicBezTo>
                        <a:pt x="17622" y="559817"/>
                        <a:pt x="60865" y="126909"/>
                        <a:pt x="70298" y="63623"/>
                      </a:cubicBezTo>
                      <a:cubicBezTo>
                        <a:pt x="82163" y="-15901"/>
                        <a:pt x="179615" y="1645"/>
                        <a:pt x="179615" y="1645"/>
                      </a:cubicBezTo>
                      <a:lnTo>
                        <a:pt x="200491" y="806448"/>
                      </a:lnTo>
                      <a:lnTo>
                        <a:pt x="64604" y="806448"/>
                      </a:lnTo>
                      <a:cubicBezTo>
                        <a:pt x="46345" y="806448"/>
                        <a:pt x="28931" y="798573"/>
                        <a:pt x="16684" y="784767"/>
                      </a:cubicBezTo>
                      <a:cubicBezTo>
                        <a:pt x="4449" y="770960"/>
                        <a:pt x="-1509" y="752609"/>
                        <a:pt x="327" y="734112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9" name="Forme libre : forme 2508">
                  <a:extLst>
                    <a:ext uri="{FF2B5EF4-FFF2-40B4-BE49-F238E27FC236}">
                      <a16:creationId xmlns:a16="http://schemas.microsoft.com/office/drawing/2014/main" id="{8947A86D-8710-A681-5D49-40ADF63E6D49}"/>
                    </a:ext>
                  </a:extLst>
                </p:cNvPr>
                <p:cNvSpPr/>
                <p:nvPr/>
              </p:nvSpPr>
              <p:spPr>
                <a:xfrm>
                  <a:off x="133814" y="204356"/>
                  <a:ext cx="1079249" cy="846454"/>
                </a:xfrm>
                <a:custGeom>
                  <a:avLst/>
                  <a:gdLst>
                    <a:gd name="connsiteX0" fmla="*/ 1004029 w 1079249"/>
                    <a:gd name="connsiteY0" fmla="*/ 826216 h 846454"/>
                    <a:gd name="connsiteX1" fmla="*/ 1079232 w 1079249"/>
                    <a:gd name="connsiteY1" fmla="*/ 747749 h 846454"/>
                    <a:gd name="connsiteX2" fmla="*/ 1065373 w 1079249"/>
                    <a:gd name="connsiteY2" fmla="*/ 94383 h 846454"/>
                    <a:gd name="connsiteX3" fmla="*/ 999695 w 1079249"/>
                    <a:gd name="connsiteY3" fmla="*/ 28151 h 846454"/>
                    <a:gd name="connsiteX4" fmla="*/ 51409 w 1079249"/>
                    <a:gd name="connsiteY4" fmla="*/ 22 h 846454"/>
                    <a:gd name="connsiteX5" fmla="*/ 0 w 1079249"/>
                    <a:gd name="connsiteY5" fmla="*/ 50083 h 846454"/>
                    <a:gd name="connsiteX6" fmla="*/ 2273 w 1079249"/>
                    <a:gd name="connsiteY6" fmla="*/ 799210 h 846454"/>
                    <a:gd name="connsiteX7" fmla="*/ 50669 w 1079249"/>
                    <a:gd name="connsiteY7" fmla="*/ 846444 h 846454"/>
                    <a:gd name="connsiteX8" fmla="*/ 1004029 w 1079249"/>
                    <a:gd name="connsiteY8" fmla="*/ 826216 h 846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79249" h="846454">
                      <a:moveTo>
                        <a:pt x="1004029" y="826216"/>
                      </a:moveTo>
                      <a:cubicBezTo>
                        <a:pt x="1046466" y="825317"/>
                        <a:pt x="1080131" y="790186"/>
                        <a:pt x="1079232" y="747749"/>
                      </a:cubicBezTo>
                      <a:lnTo>
                        <a:pt x="1065373" y="94383"/>
                      </a:lnTo>
                      <a:cubicBezTo>
                        <a:pt x="1064606" y="58341"/>
                        <a:pt x="1035725" y="29221"/>
                        <a:pt x="999695" y="28151"/>
                      </a:cubicBezTo>
                      <a:lnTo>
                        <a:pt x="51409" y="22"/>
                      </a:lnTo>
                      <a:cubicBezTo>
                        <a:pt x="23201" y="-810"/>
                        <a:pt x="-79" y="21862"/>
                        <a:pt x="0" y="50083"/>
                      </a:cubicBezTo>
                      <a:lnTo>
                        <a:pt x="2273" y="799210"/>
                      </a:lnTo>
                      <a:cubicBezTo>
                        <a:pt x="2352" y="825714"/>
                        <a:pt x="24165" y="847012"/>
                        <a:pt x="50669" y="846444"/>
                      </a:cubicBezTo>
                      <a:lnTo>
                        <a:pt x="1004029" y="826216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10" name="Graphique 4366">
                  <a:extLst>
                    <a:ext uri="{FF2B5EF4-FFF2-40B4-BE49-F238E27FC236}">
                      <a16:creationId xmlns:a16="http://schemas.microsoft.com/office/drawing/2014/main" id="{0475AF1F-640B-6F10-C288-4D8C2E558C09}"/>
                    </a:ext>
                  </a:extLst>
                </p:cNvPr>
                <p:cNvGrpSpPr/>
                <p:nvPr/>
              </p:nvGrpSpPr>
              <p:grpSpPr>
                <a:xfrm>
                  <a:off x="170538" y="248639"/>
                  <a:ext cx="1050422" cy="742390"/>
                  <a:chOff x="170538" y="248639"/>
                  <a:chExt cx="1050422" cy="742390"/>
                </a:xfrm>
              </p:grpSpPr>
              <p:sp>
                <p:nvSpPr>
                  <p:cNvPr id="2559" name="Forme libre : forme 2558">
                    <a:extLst>
                      <a:ext uri="{FF2B5EF4-FFF2-40B4-BE49-F238E27FC236}">
                        <a16:creationId xmlns:a16="http://schemas.microsoft.com/office/drawing/2014/main" id="{B1B47FB5-AD69-F456-68DF-992B33D1BDD0}"/>
                      </a:ext>
                    </a:extLst>
                  </p:cNvPr>
                  <p:cNvSpPr/>
                  <p:nvPr/>
                </p:nvSpPr>
                <p:spPr>
                  <a:xfrm>
                    <a:off x="170538" y="248639"/>
                    <a:ext cx="1050422" cy="742390"/>
                  </a:xfrm>
                  <a:custGeom>
                    <a:avLst/>
                    <a:gdLst>
                      <a:gd name="connsiteX0" fmla="*/ 1028425 w 1050422"/>
                      <a:gd name="connsiteY0" fmla="*/ 727076 h 742390"/>
                      <a:gd name="connsiteX1" fmla="*/ 1050146 w 1050422"/>
                      <a:gd name="connsiteY1" fmla="*/ 701286 h 742390"/>
                      <a:gd name="connsiteX2" fmla="*/ 1006321 w 1050422"/>
                      <a:gd name="connsiteY2" fmla="*/ 52214 h 742390"/>
                      <a:gd name="connsiteX3" fmla="*/ 986384 w 1050422"/>
                      <a:gd name="connsiteY3" fmla="*/ 30401 h 742390"/>
                      <a:gd name="connsiteX4" fmla="*/ 33830 w 1050422"/>
                      <a:gd name="connsiteY4" fmla="*/ 13 h 742390"/>
                      <a:gd name="connsiteX5" fmla="*/ 9334 w 1050422"/>
                      <a:gd name="connsiteY5" fmla="*/ 22856 h 742390"/>
                      <a:gd name="connsiteX6" fmla="*/ 9942 w 1050422"/>
                      <a:gd name="connsiteY6" fmla="*/ 725953 h 742390"/>
                      <a:gd name="connsiteX7" fmla="*/ 28915 w 1050422"/>
                      <a:gd name="connsiteY7" fmla="*/ 742389 h 742390"/>
                      <a:gd name="connsiteX8" fmla="*/ 1028438 w 1050422"/>
                      <a:gd name="connsiteY8" fmla="*/ 727063 h 7423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50422" h="742390">
                        <a:moveTo>
                          <a:pt x="1028425" y="727076"/>
                        </a:moveTo>
                        <a:cubicBezTo>
                          <a:pt x="1042007" y="726864"/>
                          <a:pt x="1052259" y="714709"/>
                          <a:pt x="1050146" y="701286"/>
                        </a:cubicBezTo>
                        <a:cubicBezTo>
                          <a:pt x="1036154" y="612315"/>
                          <a:pt x="992224" y="306296"/>
                          <a:pt x="1006321" y="52214"/>
                        </a:cubicBezTo>
                        <a:cubicBezTo>
                          <a:pt x="1006968" y="40627"/>
                          <a:pt x="997984" y="30770"/>
                          <a:pt x="986384" y="30401"/>
                        </a:cubicBezTo>
                        <a:lnTo>
                          <a:pt x="33830" y="13"/>
                        </a:lnTo>
                        <a:cubicBezTo>
                          <a:pt x="20763" y="-410"/>
                          <a:pt x="9823" y="9790"/>
                          <a:pt x="9334" y="22856"/>
                        </a:cubicBezTo>
                        <a:cubicBezTo>
                          <a:pt x="5278" y="129676"/>
                          <a:pt x="-9810" y="569574"/>
                          <a:pt x="9942" y="725953"/>
                        </a:cubicBezTo>
                        <a:cubicBezTo>
                          <a:pt x="11144" y="735465"/>
                          <a:pt x="19323" y="742534"/>
                          <a:pt x="28915" y="742389"/>
                        </a:cubicBezTo>
                        <a:lnTo>
                          <a:pt x="1028438" y="727063"/>
                        </a:lnTo>
                        <a:close/>
                      </a:path>
                    </a:pathLst>
                  </a:custGeom>
                  <a:solidFill>
                    <a:srgbClr val="4438B7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60" name="Forme libre : forme 2559">
                    <a:extLst>
                      <a:ext uri="{FF2B5EF4-FFF2-40B4-BE49-F238E27FC236}">
                        <a16:creationId xmlns:a16="http://schemas.microsoft.com/office/drawing/2014/main" id="{316257BF-0BB2-702A-56B9-EB68291392AB}"/>
                      </a:ext>
                    </a:extLst>
                  </p:cNvPr>
                  <p:cNvSpPr/>
                  <p:nvPr/>
                </p:nvSpPr>
                <p:spPr>
                  <a:xfrm>
                    <a:off x="185175" y="266027"/>
                    <a:ext cx="1010883" cy="714432"/>
                  </a:xfrm>
                  <a:custGeom>
                    <a:avLst/>
                    <a:gdLst>
                      <a:gd name="connsiteX0" fmla="*/ 989715 w 1010883"/>
                      <a:gd name="connsiteY0" fmla="*/ 699686 h 714432"/>
                      <a:gd name="connsiteX1" fmla="*/ 1010617 w 1010883"/>
                      <a:gd name="connsiteY1" fmla="*/ 674874 h 714432"/>
                      <a:gd name="connsiteX2" fmla="*/ 968431 w 1010883"/>
                      <a:gd name="connsiteY2" fmla="*/ 50244 h 714432"/>
                      <a:gd name="connsiteX3" fmla="*/ 949247 w 1010883"/>
                      <a:gd name="connsiteY3" fmla="*/ 29250 h 714432"/>
                      <a:gd name="connsiteX4" fmla="*/ 32563 w 1010883"/>
                      <a:gd name="connsiteY4" fmla="*/ 12 h 714432"/>
                      <a:gd name="connsiteX5" fmla="*/ 8980 w 1010883"/>
                      <a:gd name="connsiteY5" fmla="*/ 21997 h 714432"/>
                      <a:gd name="connsiteX6" fmla="*/ 9561 w 1010883"/>
                      <a:gd name="connsiteY6" fmla="*/ 698616 h 714432"/>
                      <a:gd name="connsiteX7" fmla="*/ 27820 w 1010883"/>
                      <a:gd name="connsiteY7" fmla="*/ 714431 h 714432"/>
                      <a:gd name="connsiteX8" fmla="*/ 989702 w 1010883"/>
                      <a:gd name="connsiteY8" fmla="*/ 699686 h 7144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10883" h="714432">
                        <a:moveTo>
                          <a:pt x="989715" y="699686"/>
                        </a:moveTo>
                        <a:cubicBezTo>
                          <a:pt x="1002782" y="699488"/>
                          <a:pt x="1012651" y="687782"/>
                          <a:pt x="1010617" y="674874"/>
                        </a:cubicBezTo>
                        <a:cubicBezTo>
                          <a:pt x="997154" y="589259"/>
                          <a:pt x="954875" y="294761"/>
                          <a:pt x="968431" y="50244"/>
                        </a:cubicBezTo>
                        <a:cubicBezTo>
                          <a:pt x="969051" y="39093"/>
                          <a:pt x="960411" y="29607"/>
                          <a:pt x="949247" y="29250"/>
                        </a:cubicBezTo>
                        <a:lnTo>
                          <a:pt x="32563" y="12"/>
                        </a:lnTo>
                        <a:cubicBezTo>
                          <a:pt x="19999" y="-385"/>
                          <a:pt x="9455" y="9432"/>
                          <a:pt x="8980" y="21997"/>
                        </a:cubicBezTo>
                        <a:cubicBezTo>
                          <a:pt x="5082" y="124800"/>
                          <a:pt x="-9438" y="548130"/>
                          <a:pt x="9561" y="698616"/>
                        </a:cubicBezTo>
                        <a:cubicBezTo>
                          <a:pt x="10710" y="707772"/>
                          <a:pt x="18598" y="714576"/>
                          <a:pt x="27820" y="714431"/>
                        </a:cubicBezTo>
                        <a:lnTo>
                          <a:pt x="989702" y="699686"/>
                        </a:lnTo>
                        <a:close/>
                      </a:path>
                    </a:pathLst>
                  </a:custGeom>
                  <a:solidFill>
                    <a:srgbClr val="B1ABE5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511" name="Forme libre : forme 2510">
                  <a:extLst>
                    <a:ext uri="{FF2B5EF4-FFF2-40B4-BE49-F238E27FC236}">
                      <a16:creationId xmlns:a16="http://schemas.microsoft.com/office/drawing/2014/main" id="{B43157B5-B94F-AAFA-7431-D1AC4165FAC7}"/>
                    </a:ext>
                  </a:extLst>
                </p:cNvPr>
                <p:cNvSpPr/>
                <p:nvPr/>
              </p:nvSpPr>
              <p:spPr>
                <a:xfrm>
                  <a:off x="507594" y="429957"/>
                  <a:ext cx="105282" cy="105503"/>
                </a:xfrm>
                <a:custGeom>
                  <a:avLst/>
                  <a:gdLst>
                    <a:gd name="connsiteX0" fmla="*/ 103878 w 105282"/>
                    <a:gd name="connsiteY0" fmla="*/ 20669 h 105503"/>
                    <a:gd name="connsiteX1" fmla="*/ 105278 w 105282"/>
                    <a:gd name="connsiteY1" fmla="*/ 86690 h 105503"/>
                    <a:gd name="connsiteX2" fmla="*/ 87336 w 105282"/>
                    <a:gd name="connsiteY2" fmla="*/ 105121 h 105503"/>
                    <a:gd name="connsiteX3" fmla="*/ 19624 w 105282"/>
                    <a:gd name="connsiteY3" fmla="*/ 105504 h 105503"/>
                    <a:gd name="connsiteX4" fmla="*/ 1471 w 105282"/>
                    <a:gd name="connsiteY4" fmla="*/ 87839 h 105503"/>
                    <a:gd name="connsiteX5" fmla="*/ 4 w 105282"/>
                    <a:gd name="connsiteY5" fmla="*/ 18436 h 105503"/>
                    <a:gd name="connsiteX6" fmla="*/ 18845 w 105282"/>
                    <a:gd name="connsiteY6" fmla="*/ 18 h 105503"/>
                    <a:gd name="connsiteX7" fmla="*/ 86636 w 105282"/>
                    <a:gd name="connsiteY7" fmla="*/ 3017 h 105503"/>
                    <a:gd name="connsiteX8" fmla="*/ 103878 w 105282"/>
                    <a:gd name="connsiteY8" fmla="*/ 20669 h 1055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282" h="105503">
                      <a:moveTo>
                        <a:pt x="103878" y="20669"/>
                      </a:moveTo>
                      <a:lnTo>
                        <a:pt x="105278" y="86690"/>
                      </a:lnTo>
                      <a:cubicBezTo>
                        <a:pt x="105490" y="96771"/>
                        <a:pt x="97417" y="105068"/>
                        <a:pt x="87336" y="105121"/>
                      </a:cubicBezTo>
                      <a:lnTo>
                        <a:pt x="19624" y="105504"/>
                      </a:lnTo>
                      <a:cubicBezTo>
                        <a:pt x="9768" y="105557"/>
                        <a:pt x="1682" y="97695"/>
                        <a:pt x="1471" y="87839"/>
                      </a:cubicBezTo>
                      <a:lnTo>
                        <a:pt x="4" y="18436"/>
                      </a:lnTo>
                      <a:cubicBezTo>
                        <a:pt x="-220" y="7998"/>
                        <a:pt x="8420" y="-444"/>
                        <a:pt x="18845" y="18"/>
                      </a:cubicBezTo>
                      <a:lnTo>
                        <a:pt x="86636" y="3017"/>
                      </a:lnTo>
                      <a:cubicBezTo>
                        <a:pt x="96136" y="3440"/>
                        <a:pt x="103680" y="11156"/>
                        <a:pt x="103878" y="20669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2" name="Forme libre : forme 2511">
                  <a:extLst>
                    <a:ext uri="{FF2B5EF4-FFF2-40B4-BE49-F238E27FC236}">
                      <a16:creationId xmlns:a16="http://schemas.microsoft.com/office/drawing/2014/main" id="{6E9F3617-1955-782F-6995-B43A589D9FFB}"/>
                    </a:ext>
                  </a:extLst>
                </p:cNvPr>
                <p:cNvSpPr/>
                <p:nvPr/>
              </p:nvSpPr>
              <p:spPr>
                <a:xfrm>
                  <a:off x="761095" y="439779"/>
                  <a:ext cx="105071" cy="95126"/>
                </a:xfrm>
                <a:custGeom>
                  <a:avLst/>
                  <a:gdLst>
                    <a:gd name="connsiteX0" fmla="*/ 87125 w 105071"/>
                    <a:gd name="connsiteY0" fmla="*/ 94743 h 95126"/>
                    <a:gd name="connsiteX1" fmla="*/ 19413 w 105071"/>
                    <a:gd name="connsiteY1" fmla="*/ 95127 h 95126"/>
                    <a:gd name="connsiteX2" fmla="*/ 1259 w 105071"/>
                    <a:gd name="connsiteY2" fmla="*/ 77462 h 95126"/>
                    <a:gd name="connsiteX3" fmla="*/ 4 w 105071"/>
                    <a:gd name="connsiteY3" fmla="*/ 18430 h 95126"/>
                    <a:gd name="connsiteX4" fmla="*/ 18700 w 105071"/>
                    <a:gd name="connsiteY4" fmla="*/ 13 h 95126"/>
                    <a:gd name="connsiteX5" fmla="*/ 86478 w 105071"/>
                    <a:gd name="connsiteY5" fmla="*/ 2444 h 95126"/>
                    <a:gd name="connsiteX6" fmla="*/ 103878 w 105071"/>
                    <a:gd name="connsiteY6" fmla="*/ 20095 h 95126"/>
                    <a:gd name="connsiteX7" fmla="*/ 105067 w 105071"/>
                    <a:gd name="connsiteY7" fmla="*/ 76313 h 95126"/>
                    <a:gd name="connsiteX8" fmla="*/ 87125 w 105071"/>
                    <a:gd name="connsiteY8" fmla="*/ 94743 h 951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071" h="95126">
                      <a:moveTo>
                        <a:pt x="87125" y="94743"/>
                      </a:moveTo>
                      <a:lnTo>
                        <a:pt x="19413" y="95127"/>
                      </a:lnTo>
                      <a:cubicBezTo>
                        <a:pt x="9557" y="95179"/>
                        <a:pt x="1471" y="87318"/>
                        <a:pt x="1259" y="77462"/>
                      </a:cubicBezTo>
                      <a:lnTo>
                        <a:pt x="4" y="18430"/>
                      </a:lnTo>
                      <a:cubicBezTo>
                        <a:pt x="-220" y="8059"/>
                        <a:pt x="8328" y="-371"/>
                        <a:pt x="18700" y="13"/>
                      </a:cubicBezTo>
                      <a:lnTo>
                        <a:pt x="86478" y="2444"/>
                      </a:lnTo>
                      <a:cubicBezTo>
                        <a:pt x="96043" y="2787"/>
                        <a:pt x="103680" y="10529"/>
                        <a:pt x="103878" y="20095"/>
                      </a:cubicBezTo>
                      <a:lnTo>
                        <a:pt x="105067" y="76313"/>
                      </a:lnTo>
                      <a:cubicBezTo>
                        <a:pt x="105278" y="86393"/>
                        <a:pt x="97206" y="94691"/>
                        <a:pt x="87125" y="94743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3" name="Forme libre : forme 2512">
                  <a:extLst>
                    <a:ext uri="{FF2B5EF4-FFF2-40B4-BE49-F238E27FC236}">
                      <a16:creationId xmlns:a16="http://schemas.microsoft.com/office/drawing/2014/main" id="{2DBEF0D0-4088-D853-26C7-99F1930FA448}"/>
                    </a:ext>
                  </a:extLst>
                </p:cNvPr>
                <p:cNvSpPr/>
                <p:nvPr/>
              </p:nvSpPr>
              <p:spPr>
                <a:xfrm>
                  <a:off x="769379" y="827976"/>
                  <a:ext cx="105098" cy="102439"/>
                </a:xfrm>
                <a:custGeom>
                  <a:avLst/>
                  <a:gdLst>
                    <a:gd name="connsiteX0" fmla="*/ 19519 w 105098"/>
                    <a:gd name="connsiteY0" fmla="*/ 622 h 102439"/>
                    <a:gd name="connsiteX1" fmla="*/ 83928 w 105098"/>
                    <a:gd name="connsiteY1" fmla="*/ 1 h 102439"/>
                    <a:gd name="connsiteX2" fmla="*/ 103812 w 105098"/>
                    <a:gd name="connsiteY2" fmla="*/ 19277 h 102439"/>
                    <a:gd name="connsiteX3" fmla="*/ 105094 w 105098"/>
                    <a:gd name="connsiteY3" fmla="*/ 79604 h 102439"/>
                    <a:gd name="connsiteX4" fmla="*/ 86227 w 105098"/>
                    <a:gd name="connsiteY4" fmla="*/ 99700 h 102439"/>
                    <a:gd name="connsiteX5" fmla="*/ 21858 w 105098"/>
                    <a:gd name="connsiteY5" fmla="*/ 102421 h 102439"/>
                    <a:gd name="connsiteX6" fmla="*/ 1326 w 105098"/>
                    <a:gd name="connsiteY6" fmla="*/ 83158 h 102439"/>
                    <a:gd name="connsiteX7" fmla="*/ 5 w 105098"/>
                    <a:gd name="connsiteY7" fmla="*/ 20731 h 102439"/>
                    <a:gd name="connsiteX8" fmla="*/ 19506 w 105098"/>
                    <a:gd name="connsiteY8" fmla="*/ 609 h 102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098" h="102439">
                      <a:moveTo>
                        <a:pt x="19519" y="622"/>
                      </a:moveTo>
                      <a:lnTo>
                        <a:pt x="83928" y="1"/>
                      </a:lnTo>
                      <a:cubicBezTo>
                        <a:pt x="94722" y="-105"/>
                        <a:pt x="103588" y="8496"/>
                        <a:pt x="103812" y="19277"/>
                      </a:cubicBezTo>
                      <a:lnTo>
                        <a:pt x="105094" y="79604"/>
                      </a:lnTo>
                      <a:cubicBezTo>
                        <a:pt x="105319" y="90319"/>
                        <a:pt x="96942" y="99250"/>
                        <a:pt x="86227" y="99700"/>
                      </a:cubicBezTo>
                      <a:lnTo>
                        <a:pt x="21858" y="102421"/>
                      </a:lnTo>
                      <a:cubicBezTo>
                        <a:pt x="10825" y="102884"/>
                        <a:pt x="1564" y="94203"/>
                        <a:pt x="1326" y="83158"/>
                      </a:cubicBezTo>
                      <a:lnTo>
                        <a:pt x="5" y="20731"/>
                      </a:lnTo>
                      <a:cubicBezTo>
                        <a:pt x="-233" y="9765"/>
                        <a:pt x="8540" y="728"/>
                        <a:pt x="19506" y="609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4" name="Forme libre : forme 2513">
                  <a:extLst>
                    <a:ext uri="{FF2B5EF4-FFF2-40B4-BE49-F238E27FC236}">
                      <a16:creationId xmlns:a16="http://schemas.microsoft.com/office/drawing/2014/main" id="{8BCA5E58-9855-B7B5-CBE6-2E7BE3B1DA62}"/>
                    </a:ext>
                  </a:extLst>
                </p:cNvPr>
                <p:cNvSpPr/>
                <p:nvPr/>
              </p:nvSpPr>
              <p:spPr>
                <a:xfrm>
                  <a:off x="896004" y="826747"/>
                  <a:ext cx="105018" cy="98317"/>
                </a:xfrm>
                <a:custGeom>
                  <a:avLst/>
                  <a:gdLst>
                    <a:gd name="connsiteX0" fmla="*/ 1259 w 105018"/>
                    <a:gd name="connsiteY0" fmla="*/ 79379 h 98317"/>
                    <a:gd name="connsiteX1" fmla="*/ 4 w 105018"/>
                    <a:gd name="connsiteY1" fmla="*/ 20400 h 98317"/>
                    <a:gd name="connsiteX2" fmla="*/ 19175 w 105018"/>
                    <a:gd name="connsiteY2" fmla="*/ 635 h 98317"/>
                    <a:gd name="connsiteX3" fmla="*/ 84271 w 105018"/>
                    <a:gd name="connsiteY3" fmla="*/ 1 h 98317"/>
                    <a:gd name="connsiteX4" fmla="*/ 103812 w 105018"/>
                    <a:gd name="connsiteY4" fmla="*/ 18947 h 98317"/>
                    <a:gd name="connsiteX5" fmla="*/ 105014 w 105018"/>
                    <a:gd name="connsiteY5" fmla="*/ 75799 h 98317"/>
                    <a:gd name="connsiteX6" fmla="*/ 86478 w 105018"/>
                    <a:gd name="connsiteY6" fmla="*/ 95551 h 98317"/>
                    <a:gd name="connsiteX7" fmla="*/ 21434 w 105018"/>
                    <a:gd name="connsiteY7" fmla="*/ 98299 h 98317"/>
                    <a:gd name="connsiteX8" fmla="*/ 1259 w 105018"/>
                    <a:gd name="connsiteY8" fmla="*/ 79366 h 98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018" h="98317">
                      <a:moveTo>
                        <a:pt x="1259" y="79379"/>
                      </a:moveTo>
                      <a:lnTo>
                        <a:pt x="4" y="20400"/>
                      </a:lnTo>
                      <a:cubicBezTo>
                        <a:pt x="-220" y="9619"/>
                        <a:pt x="8394" y="741"/>
                        <a:pt x="19175" y="635"/>
                      </a:cubicBezTo>
                      <a:lnTo>
                        <a:pt x="84271" y="1"/>
                      </a:lnTo>
                      <a:cubicBezTo>
                        <a:pt x="94881" y="-105"/>
                        <a:pt x="103587" y="8351"/>
                        <a:pt x="103812" y="18947"/>
                      </a:cubicBezTo>
                      <a:lnTo>
                        <a:pt x="105014" y="75799"/>
                      </a:lnTo>
                      <a:cubicBezTo>
                        <a:pt x="105239" y="86329"/>
                        <a:pt x="96995" y="95102"/>
                        <a:pt x="86478" y="95551"/>
                      </a:cubicBezTo>
                      <a:lnTo>
                        <a:pt x="21434" y="98299"/>
                      </a:lnTo>
                      <a:cubicBezTo>
                        <a:pt x="10587" y="98762"/>
                        <a:pt x="1484" y="90213"/>
                        <a:pt x="1259" y="79366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5" name="Forme libre : forme 2514">
                  <a:extLst>
                    <a:ext uri="{FF2B5EF4-FFF2-40B4-BE49-F238E27FC236}">
                      <a16:creationId xmlns:a16="http://schemas.microsoft.com/office/drawing/2014/main" id="{FEB3BC34-DE5F-A0C6-06A5-3B6F54E74095}"/>
                    </a:ext>
                  </a:extLst>
                </p:cNvPr>
                <p:cNvSpPr/>
                <p:nvPr/>
              </p:nvSpPr>
              <p:spPr>
                <a:xfrm>
                  <a:off x="890573" y="570155"/>
                  <a:ext cx="104808" cy="90091"/>
                </a:xfrm>
                <a:custGeom>
                  <a:avLst/>
                  <a:gdLst>
                    <a:gd name="connsiteX0" fmla="*/ 1035 w 104808"/>
                    <a:gd name="connsiteY0" fmla="*/ 69694 h 90091"/>
                    <a:gd name="connsiteX1" fmla="*/ 5 w 104808"/>
                    <a:gd name="connsiteY1" fmla="*/ 21272 h 90091"/>
                    <a:gd name="connsiteX2" fmla="*/ 20867 w 104808"/>
                    <a:gd name="connsiteY2" fmla="*/ 0 h 90091"/>
                    <a:gd name="connsiteX3" fmla="*/ 83030 w 104808"/>
                    <a:gd name="connsiteY3" fmla="*/ 106 h 90091"/>
                    <a:gd name="connsiteX4" fmla="*/ 103826 w 104808"/>
                    <a:gd name="connsiteY4" fmla="*/ 20505 h 90091"/>
                    <a:gd name="connsiteX5" fmla="*/ 104803 w 104808"/>
                    <a:gd name="connsiteY5" fmla="*/ 66774 h 90091"/>
                    <a:gd name="connsiteX6" fmla="*/ 84655 w 104808"/>
                    <a:gd name="connsiteY6" fmla="*/ 88046 h 90091"/>
                    <a:gd name="connsiteX7" fmla="*/ 22545 w 104808"/>
                    <a:gd name="connsiteY7" fmla="*/ 90080 h 90091"/>
                    <a:gd name="connsiteX8" fmla="*/ 1035 w 104808"/>
                    <a:gd name="connsiteY8" fmla="*/ 69694 h 90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4808" h="90091">
                      <a:moveTo>
                        <a:pt x="1035" y="69694"/>
                      </a:moveTo>
                      <a:lnTo>
                        <a:pt x="5" y="21272"/>
                      </a:lnTo>
                      <a:cubicBezTo>
                        <a:pt x="-246" y="9579"/>
                        <a:pt x="9174" y="-26"/>
                        <a:pt x="20867" y="0"/>
                      </a:cubicBezTo>
                      <a:lnTo>
                        <a:pt x="83030" y="106"/>
                      </a:lnTo>
                      <a:cubicBezTo>
                        <a:pt x="94353" y="132"/>
                        <a:pt x="103588" y="9182"/>
                        <a:pt x="103826" y="20505"/>
                      </a:cubicBezTo>
                      <a:lnTo>
                        <a:pt x="104803" y="66774"/>
                      </a:lnTo>
                      <a:cubicBezTo>
                        <a:pt x="105041" y="78189"/>
                        <a:pt x="96057" y="87662"/>
                        <a:pt x="84655" y="88046"/>
                      </a:cubicBezTo>
                      <a:lnTo>
                        <a:pt x="22545" y="90080"/>
                      </a:lnTo>
                      <a:cubicBezTo>
                        <a:pt x="10945" y="90463"/>
                        <a:pt x="1273" y="81294"/>
                        <a:pt x="1035" y="69694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6" name="Forme libre : forme 2515">
                  <a:extLst>
                    <a:ext uri="{FF2B5EF4-FFF2-40B4-BE49-F238E27FC236}">
                      <a16:creationId xmlns:a16="http://schemas.microsoft.com/office/drawing/2014/main" id="{FBB95C84-5B93-AE29-DF8D-858E1D0CFC18}"/>
                    </a:ext>
                  </a:extLst>
                </p:cNvPr>
                <p:cNvSpPr/>
                <p:nvPr/>
              </p:nvSpPr>
              <p:spPr>
                <a:xfrm>
                  <a:off x="893018" y="684640"/>
                  <a:ext cx="105388" cy="114851"/>
                </a:xfrm>
                <a:custGeom>
                  <a:avLst/>
                  <a:gdLst>
                    <a:gd name="connsiteX0" fmla="*/ 1577 w 105388"/>
                    <a:gd name="connsiteY0" fmla="*/ 95905 h 114851"/>
                    <a:gd name="connsiteX1" fmla="*/ 4 w 105388"/>
                    <a:gd name="connsiteY1" fmla="*/ 21851 h 114851"/>
                    <a:gd name="connsiteX2" fmla="*/ 18726 w 105388"/>
                    <a:gd name="connsiteY2" fmla="*/ 2086 h 114851"/>
                    <a:gd name="connsiteX3" fmla="*/ 82289 w 105388"/>
                    <a:gd name="connsiteY3" fmla="*/ 12 h 114851"/>
                    <a:gd name="connsiteX4" fmla="*/ 103799 w 105388"/>
                    <a:gd name="connsiteY4" fmla="*/ 20398 h 114851"/>
                    <a:gd name="connsiteX5" fmla="*/ 105384 w 105388"/>
                    <a:gd name="connsiteY5" fmla="*/ 95086 h 114851"/>
                    <a:gd name="connsiteX6" fmla="*/ 86029 w 105388"/>
                    <a:gd name="connsiteY6" fmla="*/ 114851 h 114851"/>
                    <a:gd name="connsiteX7" fmla="*/ 20919 w 105388"/>
                    <a:gd name="connsiteY7" fmla="*/ 114851 h 114851"/>
                    <a:gd name="connsiteX8" fmla="*/ 1563 w 105388"/>
                    <a:gd name="connsiteY8" fmla="*/ 95905 h 1148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388" h="114851">
                      <a:moveTo>
                        <a:pt x="1577" y="95905"/>
                      </a:moveTo>
                      <a:lnTo>
                        <a:pt x="4" y="21851"/>
                      </a:lnTo>
                      <a:cubicBezTo>
                        <a:pt x="-220" y="11242"/>
                        <a:pt x="8130" y="2443"/>
                        <a:pt x="18726" y="2086"/>
                      </a:cubicBezTo>
                      <a:lnTo>
                        <a:pt x="82289" y="12"/>
                      </a:lnTo>
                      <a:cubicBezTo>
                        <a:pt x="93890" y="-372"/>
                        <a:pt x="103561" y="8798"/>
                        <a:pt x="103799" y="20398"/>
                      </a:cubicBezTo>
                      <a:lnTo>
                        <a:pt x="105384" y="95086"/>
                      </a:lnTo>
                      <a:cubicBezTo>
                        <a:pt x="105609" y="105933"/>
                        <a:pt x="96876" y="114851"/>
                        <a:pt x="86029" y="114851"/>
                      </a:cubicBezTo>
                      <a:lnTo>
                        <a:pt x="20919" y="114851"/>
                      </a:lnTo>
                      <a:cubicBezTo>
                        <a:pt x="10389" y="114851"/>
                        <a:pt x="1788" y="106435"/>
                        <a:pt x="1563" y="95905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7" name="Forme libre : forme 2516">
                  <a:extLst>
                    <a:ext uri="{FF2B5EF4-FFF2-40B4-BE49-F238E27FC236}">
                      <a16:creationId xmlns:a16="http://schemas.microsoft.com/office/drawing/2014/main" id="{49912496-2077-1E3F-7BD1-87BB4E4DFAED}"/>
                    </a:ext>
                  </a:extLst>
                </p:cNvPr>
                <p:cNvSpPr/>
                <p:nvPr/>
              </p:nvSpPr>
              <p:spPr>
                <a:xfrm>
                  <a:off x="634351" y="435221"/>
                  <a:ext cx="105190" cy="100397"/>
                </a:xfrm>
                <a:custGeom>
                  <a:avLst/>
                  <a:gdLst>
                    <a:gd name="connsiteX0" fmla="*/ 87231 w 105190"/>
                    <a:gd name="connsiteY0" fmla="*/ 100014 h 100397"/>
                    <a:gd name="connsiteX1" fmla="*/ 19519 w 105190"/>
                    <a:gd name="connsiteY1" fmla="*/ 100397 h 100397"/>
                    <a:gd name="connsiteX2" fmla="*/ 1365 w 105190"/>
                    <a:gd name="connsiteY2" fmla="*/ 82733 h 100397"/>
                    <a:gd name="connsiteX3" fmla="*/ 4 w 105190"/>
                    <a:gd name="connsiteY3" fmla="*/ 18429 h 100397"/>
                    <a:gd name="connsiteX4" fmla="*/ 18699 w 105190"/>
                    <a:gd name="connsiteY4" fmla="*/ 12 h 100397"/>
                    <a:gd name="connsiteX5" fmla="*/ 86478 w 105190"/>
                    <a:gd name="connsiteY5" fmla="*/ 2443 h 100397"/>
                    <a:gd name="connsiteX6" fmla="*/ 103878 w 105190"/>
                    <a:gd name="connsiteY6" fmla="*/ 20094 h 100397"/>
                    <a:gd name="connsiteX7" fmla="*/ 105186 w 105190"/>
                    <a:gd name="connsiteY7" fmla="*/ 81583 h 100397"/>
                    <a:gd name="connsiteX8" fmla="*/ 87244 w 105190"/>
                    <a:gd name="connsiteY8" fmla="*/ 100014 h 100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190" h="100397">
                      <a:moveTo>
                        <a:pt x="87231" y="100014"/>
                      </a:moveTo>
                      <a:lnTo>
                        <a:pt x="19519" y="100397"/>
                      </a:lnTo>
                      <a:cubicBezTo>
                        <a:pt x="9662" y="100450"/>
                        <a:pt x="1577" y="92589"/>
                        <a:pt x="1365" y="82733"/>
                      </a:cubicBezTo>
                      <a:lnTo>
                        <a:pt x="4" y="18429"/>
                      </a:lnTo>
                      <a:cubicBezTo>
                        <a:pt x="-220" y="8058"/>
                        <a:pt x="8328" y="-358"/>
                        <a:pt x="18699" y="12"/>
                      </a:cubicBezTo>
                      <a:lnTo>
                        <a:pt x="86478" y="2443"/>
                      </a:lnTo>
                      <a:cubicBezTo>
                        <a:pt x="96043" y="2786"/>
                        <a:pt x="103680" y="10529"/>
                        <a:pt x="103878" y="20094"/>
                      </a:cubicBezTo>
                      <a:lnTo>
                        <a:pt x="105186" y="81583"/>
                      </a:lnTo>
                      <a:cubicBezTo>
                        <a:pt x="105397" y="91664"/>
                        <a:pt x="97325" y="99961"/>
                        <a:pt x="87244" y="100014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8" name="Forme libre : forme 2517">
                  <a:extLst>
                    <a:ext uri="{FF2B5EF4-FFF2-40B4-BE49-F238E27FC236}">
                      <a16:creationId xmlns:a16="http://schemas.microsoft.com/office/drawing/2014/main" id="{69157992-257A-FCE3-FB06-A79E153B27B3}"/>
                    </a:ext>
                  </a:extLst>
                </p:cNvPr>
                <p:cNvSpPr/>
                <p:nvPr/>
              </p:nvSpPr>
              <p:spPr>
                <a:xfrm>
                  <a:off x="766459" y="688737"/>
                  <a:ext cx="105296" cy="110767"/>
                </a:xfrm>
                <a:custGeom>
                  <a:avLst/>
                  <a:gdLst>
                    <a:gd name="connsiteX0" fmla="*/ 1471 w 105296"/>
                    <a:gd name="connsiteY0" fmla="*/ 91491 h 110767"/>
                    <a:gd name="connsiteX1" fmla="*/ 4 w 105296"/>
                    <a:gd name="connsiteY1" fmla="*/ 22233 h 110767"/>
                    <a:gd name="connsiteX2" fmla="*/ 19056 w 105296"/>
                    <a:gd name="connsiteY2" fmla="*/ 2125 h 110767"/>
                    <a:gd name="connsiteX3" fmla="*/ 83439 w 105296"/>
                    <a:gd name="connsiteY3" fmla="*/ 11 h 110767"/>
                    <a:gd name="connsiteX4" fmla="*/ 103772 w 105296"/>
                    <a:gd name="connsiteY4" fmla="*/ 19287 h 110767"/>
                    <a:gd name="connsiteX5" fmla="*/ 105292 w 105296"/>
                    <a:gd name="connsiteY5" fmla="*/ 90646 h 110767"/>
                    <a:gd name="connsiteX6" fmla="*/ 85606 w 105296"/>
                    <a:gd name="connsiteY6" fmla="*/ 110768 h 110767"/>
                    <a:gd name="connsiteX7" fmla="*/ 21183 w 105296"/>
                    <a:gd name="connsiteY7" fmla="*/ 110768 h 110767"/>
                    <a:gd name="connsiteX8" fmla="*/ 1484 w 105296"/>
                    <a:gd name="connsiteY8" fmla="*/ 91491 h 11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296" h="110767">
                      <a:moveTo>
                        <a:pt x="1471" y="91491"/>
                      </a:moveTo>
                      <a:lnTo>
                        <a:pt x="4" y="22233"/>
                      </a:lnTo>
                      <a:cubicBezTo>
                        <a:pt x="-220" y="11452"/>
                        <a:pt x="8275" y="2481"/>
                        <a:pt x="19056" y="2125"/>
                      </a:cubicBezTo>
                      <a:lnTo>
                        <a:pt x="83439" y="11"/>
                      </a:lnTo>
                      <a:cubicBezTo>
                        <a:pt x="94405" y="-346"/>
                        <a:pt x="103548" y="8321"/>
                        <a:pt x="103772" y="19287"/>
                      </a:cubicBezTo>
                      <a:lnTo>
                        <a:pt x="105292" y="90646"/>
                      </a:lnTo>
                      <a:cubicBezTo>
                        <a:pt x="105530" y="101691"/>
                        <a:pt x="96638" y="110755"/>
                        <a:pt x="85606" y="110768"/>
                      </a:cubicBezTo>
                      <a:lnTo>
                        <a:pt x="21183" y="110768"/>
                      </a:lnTo>
                      <a:cubicBezTo>
                        <a:pt x="10468" y="110768"/>
                        <a:pt x="1709" y="102206"/>
                        <a:pt x="1484" y="91491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9" name="Forme libre : forme 2518">
                  <a:extLst>
                    <a:ext uri="{FF2B5EF4-FFF2-40B4-BE49-F238E27FC236}">
                      <a16:creationId xmlns:a16="http://schemas.microsoft.com/office/drawing/2014/main" id="{05704124-2C37-56DD-074C-8C525B335501}"/>
                    </a:ext>
                  </a:extLst>
                </p:cNvPr>
                <p:cNvSpPr/>
                <p:nvPr/>
              </p:nvSpPr>
              <p:spPr>
                <a:xfrm>
                  <a:off x="637127" y="569693"/>
                  <a:ext cx="105254" cy="99033"/>
                </a:xfrm>
                <a:custGeom>
                  <a:avLst/>
                  <a:gdLst>
                    <a:gd name="connsiteX0" fmla="*/ 14973 w 105254"/>
                    <a:gd name="connsiteY0" fmla="*/ 0 h 99033"/>
                    <a:gd name="connsiteX1" fmla="*/ 88921 w 105254"/>
                    <a:gd name="connsiteY1" fmla="*/ 132 h 99033"/>
                    <a:gd name="connsiteX2" fmla="*/ 103837 w 105254"/>
                    <a:gd name="connsiteY2" fmla="*/ 14758 h 99033"/>
                    <a:gd name="connsiteX3" fmla="*/ 105251 w 105254"/>
                    <a:gd name="connsiteY3" fmla="*/ 81360 h 99033"/>
                    <a:gd name="connsiteX4" fmla="*/ 90797 w 105254"/>
                    <a:gd name="connsiteY4" fmla="*/ 96607 h 99033"/>
                    <a:gd name="connsiteX5" fmla="*/ 16902 w 105254"/>
                    <a:gd name="connsiteY5" fmla="*/ 99025 h 99033"/>
                    <a:gd name="connsiteX6" fmla="*/ 1470 w 105254"/>
                    <a:gd name="connsiteY6" fmla="*/ 84412 h 99033"/>
                    <a:gd name="connsiteX7" fmla="*/ 3 w 105254"/>
                    <a:gd name="connsiteY7" fmla="*/ 15260 h 99033"/>
                    <a:gd name="connsiteX8" fmla="*/ 14973 w 105254"/>
                    <a:gd name="connsiteY8" fmla="*/ 0 h 99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254" h="99033">
                      <a:moveTo>
                        <a:pt x="14973" y="0"/>
                      </a:moveTo>
                      <a:lnTo>
                        <a:pt x="88921" y="132"/>
                      </a:lnTo>
                      <a:cubicBezTo>
                        <a:pt x="97033" y="145"/>
                        <a:pt x="103665" y="6646"/>
                        <a:pt x="103837" y="14758"/>
                      </a:cubicBezTo>
                      <a:lnTo>
                        <a:pt x="105251" y="81360"/>
                      </a:lnTo>
                      <a:cubicBezTo>
                        <a:pt x="105423" y="89539"/>
                        <a:pt x="98988" y="96343"/>
                        <a:pt x="90797" y="96607"/>
                      </a:cubicBezTo>
                      <a:lnTo>
                        <a:pt x="16902" y="99025"/>
                      </a:lnTo>
                      <a:cubicBezTo>
                        <a:pt x="8591" y="99302"/>
                        <a:pt x="1655" y="92723"/>
                        <a:pt x="1470" y="84412"/>
                      </a:cubicBezTo>
                      <a:lnTo>
                        <a:pt x="3" y="15260"/>
                      </a:lnTo>
                      <a:cubicBezTo>
                        <a:pt x="-169" y="6870"/>
                        <a:pt x="6583" y="-13"/>
                        <a:pt x="1497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0" name="Forme libre : forme 2519">
                  <a:extLst>
                    <a:ext uri="{FF2B5EF4-FFF2-40B4-BE49-F238E27FC236}">
                      <a16:creationId xmlns:a16="http://schemas.microsoft.com/office/drawing/2014/main" id="{8F0991F1-EC17-B818-D7D1-E8D2462357DF}"/>
                    </a:ext>
                  </a:extLst>
                </p:cNvPr>
                <p:cNvSpPr/>
                <p:nvPr/>
              </p:nvSpPr>
              <p:spPr>
                <a:xfrm>
                  <a:off x="510567" y="569481"/>
                  <a:ext cx="105164" cy="103263"/>
                </a:xfrm>
                <a:custGeom>
                  <a:avLst/>
                  <a:gdLst>
                    <a:gd name="connsiteX0" fmla="*/ 103812 w 105164"/>
                    <a:gd name="connsiteY0" fmla="*/ 18484 h 103263"/>
                    <a:gd name="connsiteX1" fmla="*/ 105160 w 105164"/>
                    <a:gd name="connsiteY1" fmla="*/ 81915 h 103263"/>
                    <a:gd name="connsiteX2" fmla="*/ 87006 w 105164"/>
                    <a:gd name="connsiteY2" fmla="*/ 101086 h 103263"/>
                    <a:gd name="connsiteX3" fmla="*/ 20787 w 105164"/>
                    <a:gd name="connsiteY3" fmla="*/ 103253 h 103263"/>
                    <a:gd name="connsiteX4" fmla="*/ 1405 w 105164"/>
                    <a:gd name="connsiteY4" fmla="*/ 84888 h 103263"/>
                    <a:gd name="connsiteX5" fmla="*/ 4 w 105164"/>
                    <a:gd name="connsiteY5" fmla="*/ 19171 h 103263"/>
                    <a:gd name="connsiteX6" fmla="*/ 18818 w 105164"/>
                    <a:gd name="connsiteY6" fmla="*/ 0 h 103263"/>
                    <a:gd name="connsiteX7" fmla="*/ 85090 w 105164"/>
                    <a:gd name="connsiteY7" fmla="*/ 119 h 103263"/>
                    <a:gd name="connsiteX8" fmla="*/ 103825 w 105164"/>
                    <a:gd name="connsiteY8" fmla="*/ 18497 h 103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164" h="103263">
                      <a:moveTo>
                        <a:pt x="103812" y="18484"/>
                      </a:moveTo>
                      <a:lnTo>
                        <a:pt x="105160" y="81915"/>
                      </a:lnTo>
                      <a:cubicBezTo>
                        <a:pt x="105384" y="92194"/>
                        <a:pt x="97285" y="100742"/>
                        <a:pt x="87006" y="101086"/>
                      </a:cubicBezTo>
                      <a:lnTo>
                        <a:pt x="20787" y="103253"/>
                      </a:lnTo>
                      <a:cubicBezTo>
                        <a:pt x="10336" y="103596"/>
                        <a:pt x="1616" y="95339"/>
                        <a:pt x="1405" y="84888"/>
                      </a:cubicBezTo>
                      <a:lnTo>
                        <a:pt x="4" y="19171"/>
                      </a:lnTo>
                      <a:cubicBezTo>
                        <a:pt x="-220" y="8628"/>
                        <a:pt x="8275" y="-26"/>
                        <a:pt x="18818" y="0"/>
                      </a:cubicBezTo>
                      <a:lnTo>
                        <a:pt x="85090" y="119"/>
                      </a:lnTo>
                      <a:cubicBezTo>
                        <a:pt x="95290" y="132"/>
                        <a:pt x="103614" y="8297"/>
                        <a:pt x="103825" y="18497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1" name="Forme libre : forme 2520">
                  <a:extLst>
                    <a:ext uri="{FF2B5EF4-FFF2-40B4-BE49-F238E27FC236}">
                      <a16:creationId xmlns:a16="http://schemas.microsoft.com/office/drawing/2014/main" id="{84DDE8E8-E26F-5461-D0D1-4AEE049711C9}"/>
                    </a:ext>
                  </a:extLst>
                </p:cNvPr>
                <p:cNvSpPr/>
                <p:nvPr/>
              </p:nvSpPr>
              <p:spPr>
                <a:xfrm>
                  <a:off x="763792" y="569918"/>
                  <a:ext cx="105161" cy="94660"/>
                </a:xfrm>
                <a:custGeom>
                  <a:avLst/>
                  <a:gdLst>
                    <a:gd name="connsiteX0" fmla="*/ 90704 w 105161"/>
                    <a:gd name="connsiteY0" fmla="*/ 92234 h 94660"/>
                    <a:gd name="connsiteX1" fmla="*/ 16809 w 105161"/>
                    <a:gd name="connsiteY1" fmla="*/ 94652 h 94660"/>
                    <a:gd name="connsiteX2" fmla="*/ 1377 w 105161"/>
                    <a:gd name="connsiteY2" fmla="*/ 80039 h 94660"/>
                    <a:gd name="connsiteX3" fmla="*/ 3 w 105161"/>
                    <a:gd name="connsiteY3" fmla="*/ 15260 h 94660"/>
                    <a:gd name="connsiteX4" fmla="*/ 14972 w 105161"/>
                    <a:gd name="connsiteY4" fmla="*/ 0 h 94660"/>
                    <a:gd name="connsiteX5" fmla="*/ 88921 w 105161"/>
                    <a:gd name="connsiteY5" fmla="*/ 132 h 94660"/>
                    <a:gd name="connsiteX6" fmla="*/ 103837 w 105161"/>
                    <a:gd name="connsiteY6" fmla="*/ 14758 h 94660"/>
                    <a:gd name="connsiteX7" fmla="*/ 105158 w 105161"/>
                    <a:gd name="connsiteY7" fmla="*/ 76987 h 94660"/>
                    <a:gd name="connsiteX8" fmla="*/ 90704 w 105161"/>
                    <a:gd name="connsiteY8" fmla="*/ 92234 h 94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161" h="94660">
                      <a:moveTo>
                        <a:pt x="90704" y="92234"/>
                      </a:moveTo>
                      <a:lnTo>
                        <a:pt x="16809" y="94652"/>
                      </a:lnTo>
                      <a:cubicBezTo>
                        <a:pt x="8499" y="94929"/>
                        <a:pt x="1562" y="88350"/>
                        <a:pt x="1377" y="80039"/>
                      </a:cubicBezTo>
                      <a:lnTo>
                        <a:pt x="3" y="15260"/>
                      </a:lnTo>
                      <a:cubicBezTo>
                        <a:pt x="-169" y="6870"/>
                        <a:pt x="6583" y="-13"/>
                        <a:pt x="14972" y="0"/>
                      </a:cubicBezTo>
                      <a:lnTo>
                        <a:pt x="88921" y="132"/>
                      </a:lnTo>
                      <a:cubicBezTo>
                        <a:pt x="97033" y="145"/>
                        <a:pt x="103665" y="6646"/>
                        <a:pt x="103837" y="14758"/>
                      </a:cubicBezTo>
                      <a:lnTo>
                        <a:pt x="105158" y="76987"/>
                      </a:lnTo>
                      <a:cubicBezTo>
                        <a:pt x="105330" y="85165"/>
                        <a:pt x="98896" y="91970"/>
                        <a:pt x="90704" y="92234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2" name="Forme libre : forme 2521">
                  <a:extLst>
                    <a:ext uri="{FF2B5EF4-FFF2-40B4-BE49-F238E27FC236}">
                      <a16:creationId xmlns:a16="http://schemas.microsoft.com/office/drawing/2014/main" id="{1023402D-5220-B4C0-30B4-B59D5C26C9DC}"/>
                    </a:ext>
                  </a:extLst>
                </p:cNvPr>
                <p:cNvSpPr/>
                <p:nvPr/>
              </p:nvSpPr>
              <p:spPr>
                <a:xfrm>
                  <a:off x="639900" y="692885"/>
                  <a:ext cx="105203" cy="106645"/>
                </a:xfrm>
                <a:custGeom>
                  <a:avLst/>
                  <a:gdLst>
                    <a:gd name="connsiteX0" fmla="*/ 19056 w 105203"/>
                    <a:gd name="connsiteY0" fmla="*/ 2125 h 106645"/>
                    <a:gd name="connsiteX1" fmla="*/ 83439 w 105203"/>
                    <a:gd name="connsiteY1" fmla="*/ 11 h 106645"/>
                    <a:gd name="connsiteX2" fmla="*/ 103772 w 105203"/>
                    <a:gd name="connsiteY2" fmla="*/ 19287 h 106645"/>
                    <a:gd name="connsiteX3" fmla="*/ 105199 w 105203"/>
                    <a:gd name="connsiteY3" fmla="*/ 86524 h 106645"/>
                    <a:gd name="connsiteX4" fmla="*/ 85513 w 105203"/>
                    <a:gd name="connsiteY4" fmla="*/ 106646 h 106645"/>
                    <a:gd name="connsiteX5" fmla="*/ 21091 w 105203"/>
                    <a:gd name="connsiteY5" fmla="*/ 106646 h 106645"/>
                    <a:gd name="connsiteX6" fmla="*/ 1392 w 105203"/>
                    <a:gd name="connsiteY6" fmla="*/ 87369 h 106645"/>
                    <a:gd name="connsiteX7" fmla="*/ 4 w 105203"/>
                    <a:gd name="connsiteY7" fmla="*/ 22233 h 106645"/>
                    <a:gd name="connsiteX8" fmla="*/ 19056 w 105203"/>
                    <a:gd name="connsiteY8" fmla="*/ 2125 h 1066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203" h="106645">
                      <a:moveTo>
                        <a:pt x="19056" y="2125"/>
                      </a:moveTo>
                      <a:lnTo>
                        <a:pt x="83439" y="11"/>
                      </a:lnTo>
                      <a:cubicBezTo>
                        <a:pt x="94405" y="-346"/>
                        <a:pt x="103548" y="8321"/>
                        <a:pt x="103772" y="19287"/>
                      </a:cubicBezTo>
                      <a:lnTo>
                        <a:pt x="105199" y="86524"/>
                      </a:lnTo>
                      <a:cubicBezTo>
                        <a:pt x="105437" y="97569"/>
                        <a:pt x="96545" y="106646"/>
                        <a:pt x="85513" y="106646"/>
                      </a:cubicBezTo>
                      <a:lnTo>
                        <a:pt x="21091" y="106646"/>
                      </a:lnTo>
                      <a:cubicBezTo>
                        <a:pt x="10376" y="106646"/>
                        <a:pt x="1616" y="98084"/>
                        <a:pt x="1392" y="87369"/>
                      </a:cubicBezTo>
                      <a:lnTo>
                        <a:pt x="4" y="22233"/>
                      </a:lnTo>
                      <a:cubicBezTo>
                        <a:pt x="-220" y="11439"/>
                        <a:pt x="8275" y="2481"/>
                        <a:pt x="19056" y="2125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3" name="Forme libre : forme 2522">
                  <a:extLst>
                    <a:ext uri="{FF2B5EF4-FFF2-40B4-BE49-F238E27FC236}">
                      <a16:creationId xmlns:a16="http://schemas.microsoft.com/office/drawing/2014/main" id="{4EE669D3-68D9-275D-78CC-3FC6E7028D11}"/>
                    </a:ext>
                  </a:extLst>
                </p:cNvPr>
                <p:cNvSpPr/>
                <p:nvPr/>
              </p:nvSpPr>
              <p:spPr>
                <a:xfrm>
                  <a:off x="513276" y="696956"/>
                  <a:ext cx="105216" cy="102575"/>
                </a:xfrm>
                <a:custGeom>
                  <a:avLst/>
                  <a:gdLst>
                    <a:gd name="connsiteX0" fmla="*/ 16876 w 105216"/>
                    <a:gd name="connsiteY0" fmla="*/ 2269 h 102575"/>
                    <a:gd name="connsiteX1" fmla="*/ 85764 w 105216"/>
                    <a:gd name="connsiteY1" fmla="*/ 9 h 102575"/>
                    <a:gd name="connsiteX2" fmla="*/ 103772 w 105216"/>
                    <a:gd name="connsiteY2" fmla="*/ 17080 h 102575"/>
                    <a:gd name="connsiteX3" fmla="*/ 105212 w 105216"/>
                    <a:gd name="connsiteY3" fmla="*/ 84765 h 102575"/>
                    <a:gd name="connsiteX4" fmla="*/ 87772 w 105216"/>
                    <a:gd name="connsiteY4" fmla="*/ 102575 h 102575"/>
                    <a:gd name="connsiteX5" fmla="*/ 18831 w 105216"/>
                    <a:gd name="connsiteY5" fmla="*/ 102575 h 102575"/>
                    <a:gd name="connsiteX6" fmla="*/ 1391 w 105216"/>
                    <a:gd name="connsiteY6" fmla="*/ 85505 h 102575"/>
                    <a:gd name="connsiteX7" fmla="*/ 4 w 105216"/>
                    <a:gd name="connsiteY7" fmla="*/ 20065 h 102575"/>
                    <a:gd name="connsiteX8" fmla="*/ 16876 w 105216"/>
                    <a:gd name="connsiteY8" fmla="*/ 2255 h 102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216" h="102575">
                      <a:moveTo>
                        <a:pt x="16876" y="2269"/>
                      </a:moveTo>
                      <a:lnTo>
                        <a:pt x="85764" y="9"/>
                      </a:lnTo>
                      <a:cubicBezTo>
                        <a:pt x="95475" y="-308"/>
                        <a:pt x="103574" y="7369"/>
                        <a:pt x="103772" y="17080"/>
                      </a:cubicBezTo>
                      <a:lnTo>
                        <a:pt x="105212" y="84765"/>
                      </a:lnTo>
                      <a:cubicBezTo>
                        <a:pt x="105423" y="94542"/>
                        <a:pt x="97549" y="102575"/>
                        <a:pt x="87772" y="102575"/>
                      </a:cubicBezTo>
                      <a:lnTo>
                        <a:pt x="18831" y="102575"/>
                      </a:lnTo>
                      <a:cubicBezTo>
                        <a:pt x="9345" y="102575"/>
                        <a:pt x="1589" y="94991"/>
                        <a:pt x="1391" y="85505"/>
                      </a:cubicBezTo>
                      <a:lnTo>
                        <a:pt x="4" y="20065"/>
                      </a:lnTo>
                      <a:cubicBezTo>
                        <a:pt x="-194" y="10513"/>
                        <a:pt x="7323" y="2573"/>
                        <a:pt x="16876" y="2255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4" name="Forme libre : forme 2523">
                  <a:extLst>
                    <a:ext uri="{FF2B5EF4-FFF2-40B4-BE49-F238E27FC236}">
                      <a16:creationId xmlns:a16="http://schemas.microsoft.com/office/drawing/2014/main" id="{A130324F-7A8C-C599-E4B3-534B28C34A6B}"/>
                    </a:ext>
                  </a:extLst>
                </p:cNvPr>
                <p:cNvSpPr/>
                <p:nvPr/>
              </p:nvSpPr>
              <p:spPr>
                <a:xfrm>
                  <a:off x="887931" y="443621"/>
                  <a:ext cx="104664" cy="89659"/>
                </a:xfrm>
                <a:custGeom>
                  <a:avLst/>
                  <a:gdLst>
                    <a:gd name="connsiteX0" fmla="*/ 77468 w 104664"/>
                    <a:gd name="connsiteY0" fmla="*/ 89368 h 89659"/>
                    <a:gd name="connsiteX1" fmla="*/ 26073 w 104664"/>
                    <a:gd name="connsiteY1" fmla="*/ 89659 h 89659"/>
                    <a:gd name="connsiteX2" fmla="*/ 904 w 104664"/>
                    <a:gd name="connsiteY2" fmla="*/ 65164 h 89659"/>
                    <a:gd name="connsiteX3" fmla="*/ 5 w 104664"/>
                    <a:gd name="connsiteY3" fmla="*/ 22766 h 89659"/>
                    <a:gd name="connsiteX4" fmla="*/ 23100 w 104664"/>
                    <a:gd name="connsiteY4" fmla="*/ 15 h 89659"/>
                    <a:gd name="connsiteX5" fmla="*/ 80295 w 104664"/>
                    <a:gd name="connsiteY5" fmla="*/ 2063 h 89659"/>
                    <a:gd name="connsiteX6" fmla="*/ 103905 w 104664"/>
                    <a:gd name="connsiteY6" fmla="*/ 26030 h 89659"/>
                    <a:gd name="connsiteX7" fmla="*/ 104659 w 104664"/>
                    <a:gd name="connsiteY7" fmla="*/ 61438 h 89659"/>
                    <a:gd name="connsiteX8" fmla="*/ 77468 w 104664"/>
                    <a:gd name="connsiteY8" fmla="*/ 89382 h 89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4664" h="89659">
                      <a:moveTo>
                        <a:pt x="77468" y="89368"/>
                      </a:moveTo>
                      <a:lnTo>
                        <a:pt x="26073" y="89659"/>
                      </a:lnTo>
                      <a:cubicBezTo>
                        <a:pt x="12398" y="89738"/>
                        <a:pt x="1194" y="78825"/>
                        <a:pt x="904" y="65164"/>
                      </a:cubicBezTo>
                      <a:lnTo>
                        <a:pt x="5" y="22766"/>
                      </a:lnTo>
                      <a:cubicBezTo>
                        <a:pt x="-272" y="9950"/>
                        <a:pt x="10298" y="-448"/>
                        <a:pt x="23100" y="15"/>
                      </a:cubicBezTo>
                      <a:lnTo>
                        <a:pt x="80295" y="2063"/>
                      </a:lnTo>
                      <a:cubicBezTo>
                        <a:pt x="93270" y="2525"/>
                        <a:pt x="103628" y="13042"/>
                        <a:pt x="103905" y="26030"/>
                      </a:cubicBezTo>
                      <a:lnTo>
                        <a:pt x="104659" y="61438"/>
                      </a:lnTo>
                      <a:cubicBezTo>
                        <a:pt x="104976" y="76711"/>
                        <a:pt x="92741" y="89289"/>
                        <a:pt x="77468" y="89382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5" name="Forme libre : forme 2524">
                  <a:extLst>
                    <a:ext uri="{FF2B5EF4-FFF2-40B4-BE49-F238E27FC236}">
                      <a16:creationId xmlns:a16="http://schemas.microsoft.com/office/drawing/2014/main" id="{5EF6A6A7-4DCC-29B3-4DBE-7EEF389E62B8}"/>
                    </a:ext>
                  </a:extLst>
                </p:cNvPr>
                <p:cNvSpPr/>
                <p:nvPr/>
              </p:nvSpPr>
              <p:spPr>
                <a:xfrm>
                  <a:off x="1022668" y="825914"/>
                  <a:ext cx="75134" cy="93799"/>
                </a:xfrm>
                <a:custGeom>
                  <a:avLst/>
                  <a:gdLst>
                    <a:gd name="connsiteX0" fmla="*/ 5 w 75134"/>
                    <a:gd name="connsiteY0" fmla="*/ 21485 h 93799"/>
                    <a:gd name="connsiteX1" fmla="*/ 20629 w 75134"/>
                    <a:gd name="connsiteY1" fmla="*/ 213 h 93799"/>
                    <a:gd name="connsiteX2" fmla="*/ 43024 w 75134"/>
                    <a:gd name="connsiteY2" fmla="*/ 2 h 93799"/>
                    <a:gd name="connsiteX3" fmla="*/ 74257 w 75134"/>
                    <a:gd name="connsiteY3" fmla="*/ 25250 h 93799"/>
                    <a:gd name="connsiteX4" fmla="*/ 75129 w 75134"/>
                    <a:gd name="connsiteY4" fmla="*/ 66234 h 93799"/>
                    <a:gd name="connsiteX5" fmla="*/ 45362 w 75134"/>
                    <a:gd name="connsiteY5" fmla="*/ 92764 h 93799"/>
                    <a:gd name="connsiteX6" fmla="*/ 21329 w 75134"/>
                    <a:gd name="connsiteY6" fmla="*/ 93782 h 93799"/>
                    <a:gd name="connsiteX7" fmla="*/ 1154 w 75134"/>
                    <a:gd name="connsiteY7" fmla="*/ 74849 h 93799"/>
                    <a:gd name="connsiteX8" fmla="*/ 18 w 75134"/>
                    <a:gd name="connsiteY8" fmla="*/ 21485 h 937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5134" h="93799">
                      <a:moveTo>
                        <a:pt x="5" y="21485"/>
                      </a:moveTo>
                      <a:cubicBezTo>
                        <a:pt x="-246" y="9885"/>
                        <a:pt x="9029" y="319"/>
                        <a:pt x="20629" y="213"/>
                      </a:cubicBezTo>
                      <a:lnTo>
                        <a:pt x="43024" y="2"/>
                      </a:lnTo>
                      <a:cubicBezTo>
                        <a:pt x="60041" y="-170"/>
                        <a:pt x="73953" y="11087"/>
                        <a:pt x="74257" y="25250"/>
                      </a:cubicBezTo>
                      <a:lnTo>
                        <a:pt x="75129" y="66234"/>
                      </a:lnTo>
                      <a:cubicBezTo>
                        <a:pt x="75433" y="80279"/>
                        <a:pt x="62221" y="92051"/>
                        <a:pt x="45362" y="92764"/>
                      </a:cubicBezTo>
                      <a:lnTo>
                        <a:pt x="21329" y="93782"/>
                      </a:lnTo>
                      <a:cubicBezTo>
                        <a:pt x="10482" y="94244"/>
                        <a:pt x="1379" y="85696"/>
                        <a:pt x="1154" y="74849"/>
                      </a:cubicBezTo>
                      <a:lnTo>
                        <a:pt x="18" y="21485"/>
                      </a:ln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6" name="Forme libre : forme 2525">
                  <a:extLst>
                    <a:ext uri="{FF2B5EF4-FFF2-40B4-BE49-F238E27FC236}">
                      <a16:creationId xmlns:a16="http://schemas.microsoft.com/office/drawing/2014/main" id="{CD2662F3-F0BE-CDE7-2F76-F8FC395A7DE1}"/>
                    </a:ext>
                  </a:extLst>
                </p:cNvPr>
                <p:cNvSpPr/>
                <p:nvPr/>
              </p:nvSpPr>
              <p:spPr>
                <a:xfrm>
                  <a:off x="271744" y="832891"/>
                  <a:ext cx="96563" cy="118111"/>
                </a:xfrm>
                <a:custGeom>
                  <a:avLst/>
                  <a:gdLst>
                    <a:gd name="connsiteX0" fmla="*/ 31001 w 96563"/>
                    <a:gd name="connsiteY0" fmla="*/ 424 h 118111"/>
                    <a:gd name="connsiteX1" fmla="*/ 75036 w 96563"/>
                    <a:gd name="connsiteY1" fmla="*/ 1 h 118111"/>
                    <a:gd name="connsiteX2" fmla="*/ 94934 w 96563"/>
                    <a:gd name="connsiteY2" fmla="*/ 19304 h 118111"/>
                    <a:gd name="connsiteX3" fmla="*/ 96559 w 96563"/>
                    <a:gd name="connsiteY3" fmla="*/ 96106 h 118111"/>
                    <a:gd name="connsiteX4" fmla="*/ 77679 w 96563"/>
                    <a:gd name="connsiteY4" fmla="*/ 116228 h 118111"/>
                    <a:gd name="connsiteX5" fmla="*/ 33854 w 96563"/>
                    <a:gd name="connsiteY5" fmla="*/ 118078 h 118111"/>
                    <a:gd name="connsiteX6" fmla="*/ 1405 w 96563"/>
                    <a:gd name="connsiteY6" fmla="*/ 92869 h 118111"/>
                    <a:gd name="connsiteX7" fmla="*/ 5 w 96563"/>
                    <a:gd name="connsiteY7" fmla="*/ 27007 h 118111"/>
                    <a:gd name="connsiteX8" fmla="*/ 31001 w 96563"/>
                    <a:gd name="connsiteY8" fmla="*/ 437 h 1181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6563" h="118111">
                      <a:moveTo>
                        <a:pt x="31001" y="424"/>
                      </a:moveTo>
                      <a:lnTo>
                        <a:pt x="75036" y="1"/>
                      </a:lnTo>
                      <a:cubicBezTo>
                        <a:pt x="85831" y="-105"/>
                        <a:pt x="94709" y="8496"/>
                        <a:pt x="94934" y="19304"/>
                      </a:cubicBezTo>
                      <a:lnTo>
                        <a:pt x="96559" y="96106"/>
                      </a:lnTo>
                      <a:cubicBezTo>
                        <a:pt x="96784" y="106834"/>
                        <a:pt x="88394" y="115766"/>
                        <a:pt x="77679" y="116228"/>
                      </a:cubicBezTo>
                      <a:lnTo>
                        <a:pt x="33854" y="118078"/>
                      </a:lnTo>
                      <a:cubicBezTo>
                        <a:pt x="16375" y="118818"/>
                        <a:pt x="1709" y="107429"/>
                        <a:pt x="1405" y="92869"/>
                      </a:cubicBezTo>
                      <a:lnTo>
                        <a:pt x="5" y="27007"/>
                      </a:lnTo>
                      <a:cubicBezTo>
                        <a:pt x="-299" y="12566"/>
                        <a:pt x="13640" y="609"/>
                        <a:pt x="31001" y="437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7" name="Forme libre : forme 2526">
                  <a:extLst>
                    <a:ext uri="{FF2B5EF4-FFF2-40B4-BE49-F238E27FC236}">
                      <a16:creationId xmlns:a16="http://schemas.microsoft.com/office/drawing/2014/main" id="{0A2AAE88-01BD-E73B-9644-64BB37730E58}"/>
                    </a:ext>
                  </a:extLst>
                </p:cNvPr>
                <p:cNvSpPr/>
                <p:nvPr/>
              </p:nvSpPr>
              <p:spPr>
                <a:xfrm>
                  <a:off x="1019616" y="681791"/>
                  <a:ext cx="75648" cy="117687"/>
                </a:xfrm>
                <a:custGeom>
                  <a:avLst/>
                  <a:gdLst>
                    <a:gd name="connsiteX0" fmla="*/ 44292 w 75648"/>
                    <a:gd name="connsiteY0" fmla="*/ 117688 h 117687"/>
                    <a:gd name="connsiteX1" fmla="*/ 22439 w 75648"/>
                    <a:gd name="connsiteY1" fmla="*/ 117688 h 117687"/>
                    <a:gd name="connsiteX2" fmla="*/ 1603 w 75648"/>
                    <a:gd name="connsiteY2" fmla="*/ 97301 h 117687"/>
                    <a:gd name="connsiteX3" fmla="*/ 5 w 75648"/>
                    <a:gd name="connsiteY3" fmla="*/ 22019 h 117687"/>
                    <a:gd name="connsiteX4" fmla="*/ 20153 w 75648"/>
                    <a:gd name="connsiteY4" fmla="*/ 747 h 117687"/>
                    <a:gd name="connsiteX5" fmla="*/ 42151 w 75648"/>
                    <a:gd name="connsiteY5" fmla="*/ 20 h 117687"/>
                    <a:gd name="connsiteX6" fmla="*/ 74244 w 75648"/>
                    <a:gd name="connsiteY6" fmla="*/ 25242 h 117687"/>
                    <a:gd name="connsiteX7" fmla="*/ 75644 w 75648"/>
                    <a:gd name="connsiteY7" fmla="*/ 91105 h 117687"/>
                    <a:gd name="connsiteX8" fmla="*/ 44292 w 75648"/>
                    <a:gd name="connsiteY8" fmla="*/ 117674 h 117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5648" h="117687">
                      <a:moveTo>
                        <a:pt x="44292" y="117688"/>
                      </a:moveTo>
                      <a:lnTo>
                        <a:pt x="22439" y="117688"/>
                      </a:lnTo>
                      <a:cubicBezTo>
                        <a:pt x="11103" y="117688"/>
                        <a:pt x="1841" y="108624"/>
                        <a:pt x="1603" y="97301"/>
                      </a:cubicBezTo>
                      <a:lnTo>
                        <a:pt x="5" y="22019"/>
                      </a:lnTo>
                      <a:cubicBezTo>
                        <a:pt x="-233" y="10603"/>
                        <a:pt x="8751" y="1130"/>
                        <a:pt x="20153" y="747"/>
                      </a:cubicBezTo>
                      <a:lnTo>
                        <a:pt x="42151" y="20"/>
                      </a:lnTo>
                      <a:cubicBezTo>
                        <a:pt x="59499" y="-548"/>
                        <a:pt x="73940" y="10802"/>
                        <a:pt x="74244" y="25242"/>
                      </a:cubicBezTo>
                      <a:lnTo>
                        <a:pt x="75644" y="91105"/>
                      </a:lnTo>
                      <a:cubicBezTo>
                        <a:pt x="75948" y="105665"/>
                        <a:pt x="61784" y="117674"/>
                        <a:pt x="44292" y="117674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8" name="Forme libre : forme 2527">
                  <a:extLst>
                    <a:ext uri="{FF2B5EF4-FFF2-40B4-BE49-F238E27FC236}">
                      <a16:creationId xmlns:a16="http://schemas.microsoft.com/office/drawing/2014/main" id="{E899873E-19DB-7EE9-AAC0-0A42317469BE}"/>
                    </a:ext>
                  </a:extLst>
                </p:cNvPr>
                <p:cNvSpPr/>
                <p:nvPr/>
              </p:nvSpPr>
              <p:spPr>
                <a:xfrm>
                  <a:off x="1017147" y="570380"/>
                  <a:ext cx="75079" cy="85887"/>
                </a:xfrm>
                <a:custGeom>
                  <a:avLst/>
                  <a:gdLst>
                    <a:gd name="connsiteX0" fmla="*/ 44925 w 75079"/>
                    <a:gd name="connsiteY0" fmla="*/ 84980 h 85887"/>
                    <a:gd name="connsiteX1" fmla="*/ 17417 w 75079"/>
                    <a:gd name="connsiteY1" fmla="*/ 85879 h 85887"/>
                    <a:gd name="connsiteX2" fmla="*/ 1153 w 75079"/>
                    <a:gd name="connsiteY2" fmla="*/ 70460 h 85887"/>
                    <a:gd name="connsiteX3" fmla="*/ 4 w 75079"/>
                    <a:gd name="connsiteY3" fmla="*/ 16092 h 85887"/>
                    <a:gd name="connsiteX4" fmla="*/ 15792 w 75079"/>
                    <a:gd name="connsiteY4" fmla="*/ 0 h 85887"/>
                    <a:gd name="connsiteX5" fmla="*/ 43577 w 75079"/>
                    <a:gd name="connsiteY5" fmla="*/ 53 h 85887"/>
                    <a:gd name="connsiteX6" fmla="*/ 74375 w 75079"/>
                    <a:gd name="connsiteY6" fmla="*/ 25301 h 85887"/>
                    <a:gd name="connsiteX7" fmla="*/ 75075 w 75079"/>
                    <a:gd name="connsiteY7" fmla="*/ 58437 h 85887"/>
                    <a:gd name="connsiteX8" fmla="*/ 44938 w 75079"/>
                    <a:gd name="connsiteY8" fmla="*/ 84980 h 85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5079" h="85887">
                      <a:moveTo>
                        <a:pt x="44925" y="84980"/>
                      </a:moveTo>
                      <a:lnTo>
                        <a:pt x="17417" y="85879"/>
                      </a:lnTo>
                      <a:cubicBezTo>
                        <a:pt x="8644" y="86169"/>
                        <a:pt x="1338" y="79233"/>
                        <a:pt x="1153" y="70460"/>
                      </a:cubicBezTo>
                      <a:lnTo>
                        <a:pt x="4" y="16092"/>
                      </a:lnTo>
                      <a:cubicBezTo>
                        <a:pt x="-181" y="7254"/>
                        <a:pt x="6940" y="-13"/>
                        <a:pt x="15792" y="0"/>
                      </a:cubicBezTo>
                      <a:lnTo>
                        <a:pt x="43577" y="53"/>
                      </a:lnTo>
                      <a:cubicBezTo>
                        <a:pt x="60423" y="79"/>
                        <a:pt x="74084" y="11270"/>
                        <a:pt x="74375" y="25301"/>
                      </a:cubicBezTo>
                      <a:lnTo>
                        <a:pt x="75075" y="58437"/>
                      </a:lnTo>
                      <a:cubicBezTo>
                        <a:pt x="75379" y="72601"/>
                        <a:pt x="61955" y="84425"/>
                        <a:pt x="44938" y="84980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9" name="Forme libre : forme 2528">
                  <a:extLst>
                    <a:ext uri="{FF2B5EF4-FFF2-40B4-BE49-F238E27FC236}">
                      <a16:creationId xmlns:a16="http://schemas.microsoft.com/office/drawing/2014/main" id="{DD18DE8F-A78E-9B6D-B722-D9E50789833E}"/>
                    </a:ext>
                  </a:extLst>
                </p:cNvPr>
                <p:cNvSpPr/>
                <p:nvPr/>
              </p:nvSpPr>
              <p:spPr>
                <a:xfrm>
                  <a:off x="263024" y="421481"/>
                  <a:ext cx="96563" cy="115274"/>
                </a:xfrm>
                <a:custGeom>
                  <a:avLst/>
                  <a:gdLst>
                    <a:gd name="connsiteX0" fmla="*/ 32692 w 96563"/>
                    <a:gd name="connsiteY0" fmla="*/ 38 h 115274"/>
                    <a:gd name="connsiteX1" fmla="*/ 76847 w 96563"/>
                    <a:gd name="connsiteY1" fmla="*/ 1623 h 115274"/>
                    <a:gd name="connsiteX2" fmla="*/ 94947 w 96563"/>
                    <a:gd name="connsiteY2" fmla="*/ 19988 h 115274"/>
                    <a:gd name="connsiteX3" fmla="*/ 96559 w 96563"/>
                    <a:gd name="connsiteY3" fmla="*/ 95852 h 115274"/>
                    <a:gd name="connsiteX4" fmla="*/ 77890 w 96563"/>
                    <a:gd name="connsiteY4" fmla="*/ 115023 h 115274"/>
                    <a:gd name="connsiteX5" fmla="*/ 32427 w 96563"/>
                    <a:gd name="connsiteY5" fmla="*/ 115274 h 115274"/>
                    <a:gd name="connsiteX6" fmla="*/ 1353 w 96563"/>
                    <a:gd name="connsiteY6" fmla="*/ 90026 h 115274"/>
                    <a:gd name="connsiteX7" fmla="*/ 5 w 96563"/>
                    <a:gd name="connsiteY7" fmla="*/ 26568 h 115274"/>
                    <a:gd name="connsiteX8" fmla="*/ 32692 w 96563"/>
                    <a:gd name="connsiteY8" fmla="*/ 25 h 1152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6563" h="115274">
                      <a:moveTo>
                        <a:pt x="32692" y="38"/>
                      </a:moveTo>
                      <a:lnTo>
                        <a:pt x="76847" y="1623"/>
                      </a:lnTo>
                      <a:cubicBezTo>
                        <a:pt x="86795" y="1980"/>
                        <a:pt x="94736" y="10039"/>
                        <a:pt x="94947" y="19988"/>
                      </a:cubicBezTo>
                      <a:lnTo>
                        <a:pt x="96559" y="95852"/>
                      </a:lnTo>
                      <a:cubicBezTo>
                        <a:pt x="96784" y="106329"/>
                        <a:pt x="88381" y="114970"/>
                        <a:pt x="77890" y="115023"/>
                      </a:cubicBezTo>
                      <a:lnTo>
                        <a:pt x="32427" y="115274"/>
                      </a:lnTo>
                      <a:cubicBezTo>
                        <a:pt x="15476" y="115366"/>
                        <a:pt x="1643" y="104136"/>
                        <a:pt x="1353" y="90026"/>
                      </a:cubicBezTo>
                      <a:lnTo>
                        <a:pt x="5" y="26568"/>
                      </a:lnTo>
                      <a:cubicBezTo>
                        <a:pt x="-312" y="11559"/>
                        <a:pt x="14697" y="-623"/>
                        <a:pt x="32692" y="25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0" name="Forme libre : forme 2529">
                  <a:extLst>
                    <a:ext uri="{FF2B5EF4-FFF2-40B4-BE49-F238E27FC236}">
                      <a16:creationId xmlns:a16="http://schemas.microsoft.com/office/drawing/2014/main" id="{E82C4134-C3BA-EBBE-81E7-5A0B79E655DB}"/>
                    </a:ext>
                  </a:extLst>
                </p:cNvPr>
                <p:cNvSpPr/>
                <p:nvPr/>
              </p:nvSpPr>
              <p:spPr>
                <a:xfrm>
                  <a:off x="642728" y="829204"/>
                  <a:ext cx="105190" cy="106561"/>
                </a:xfrm>
                <a:custGeom>
                  <a:avLst/>
                  <a:gdLst>
                    <a:gd name="connsiteX0" fmla="*/ 19532 w 105190"/>
                    <a:gd name="connsiteY0" fmla="*/ 622 h 106561"/>
                    <a:gd name="connsiteX1" fmla="*/ 83941 w 105190"/>
                    <a:gd name="connsiteY1" fmla="*/ 1 h 106561"/>
                    <a:gd name="connsiteX2" fmla="*/ 103826 w 105190"/>
                    <a:gd name="connsiteY2" fmla="*/ 19277 h 106561"/>
                    <a:gd name="connsiteX3" fmla="*/ 105186 w 105190"/>
                    <a:gd name="connsiteY3" fmla="*/ 83726 h 106561"/>
                    <a:gd name="connsiteX4" fmla="*/ 86319 w 105190"/>
                    <a:gd name="connsiteY4" fmla="*/ 103822 h 106561"/>
                    <a:gd name="connsiteX5" fmla="*/ 21950 w 105190"/>
                    <a:gd name="connsiteY5" fmla="*/ 106544 h 106561"/>
                    <a:gd name="connsiteX6" fmla="*/ 1418 w 105190"/>
                    <a:gd name="connsiteY6" fmla="*/ 87280 h 106561"/>
                    <a:gd name="connsiteX7" fmla="*/ 5 w 105190"/>
                    <a:gd name="connsiteY7" fmla="*/ 20731 h 106561"/>
                    <a:gd name="connsiteX8" fmla="*/ 19506 w 105190"/>
                    <a:gd name="connsiteY8" fmla="*/ 609 h 106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190" h="106561">
                      <a:moveTo>
                        <a:pt x="19532" y="622"/>
                      </a:moveTo>
                      <a:lnTo>
                        <a:pt x="83941" y="1"/>
                      </a:lnTo>
                      <a:cubicBezTo>
                        <a:pt x="94736" y="-105"/>
                        <a:pt x="103601" y="8496"/>
                        <a:pt x="103826" y="19277"/>
                      </a:cubicBezTo>
                      <a:lnTo>
                        <a:pt x="105186" y="83726"/>
                      </a:lnTo>
                      <a:cubicBezTo>
                        <a:pt x="105411" y="94441"/>
                        <a:pt x="97035" y="103373"/>
                        <a:pt x="86319" y="103822"/>
                      </a:cubicBezTo>
                      <a:lnTo>
                        <a:pt x="21950" y="106544"/>
                      </a:lnTo>
                      <a:cubicBezTo>
                        <a:pt x="10918" y="107006"/>
                        <a:pt x="1656" y="98326"/>
                        <a:pt x="1418" y="87280"/>
                      </a:cubicBezTo>
                      <a:lnTo>
                        <a:pt x="5" y="20731"/>
                      </a:lnTo>
                      <a:cubicBezTo>
                        <a:pt x="-233" y="9765"/>
                        <a:pt x="8540" y="728"/>
                        <a:pt x="19506" y="609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1" name="Forme libre : forme 2530">
                  <a:extLst>
                    <a:ext uri="{FF2B5EF4-FFF2-40B4-BE49-F238E27FC236}">
                      <a16:creationId xmlns:a16="http://schemas.microsoft.com/office/drawing/2014/main" id="{4CE35E74-4150-875E-EDB5-3462DBEC698F}"/>
                    </a:ext>
                  </a:extLst>
                </p:cNvPr>
                <p:cNvSpPr/>
                <p:nvPr/>
              </p:nvSpPr>
              <p:spPr>
                <a:xfrm>
                  <a:off x="266142" y="569046"/>
                  <a:ext cx="96444" cy="111279"/>
                </a:xfrm>
                <a:custGeom>
                  <a:avLst/>
                  <a:gdLst>
                    <a:gd name="connsiteX0" fmla="*/ 31423 w 96444"/>
                    <a:gd name="connsiteY0" fmla="*/ 0 h 111279"/>
                    <a:gd name="connsiteX1" fmla="*/ 76173 w 96444"/>
                    <a:gd name="connsiteY1" fmla="*/ 79 h 111279"/>
                    <a:gd name="connsiteX2" fmla="*/ 94907 w 96444"/>
                    <a:gd name="connsiteY2" fmla="*/ 18457 h 111279"/>
                    <a:gd name="connsiteX3" fmla="*/ 96440 w 96444"/>
                    <a:gd name="connsiteY3" fmla="*/ 90622 h 111279"/>
                    <a:gd name="connsiteX4" fmla="*/ 78287 w 96444"/>
                    <a:gd name="connsiteY4" fmla="*/ 109793 h 111279"/>
                    <a:gd name="connsiteX5" fmla="*/ 33352 w 96444"/>
                    <a:gd name="connsiteY5" fmla="*/ 111259 h 111279"/>
                    <a:gd name="connsiteX6" fmla="*/ 1260 w 96444"/>
                    <a:gd name="connsiteY6" fmla="*/ 86037 h 111279"/>
                    <a:gd name="connsiteX7" fmla="*/ 5 w 96444"/>
                    <a:gd name="connsiteY7" fmla="*/ 26570 h 111279"/>
                    <a:gd name="connsiteX8" fmla="*/ 31423 w 96444"/>
                    <a:gd name="connsiteY8" fmla="*/ 0 h 1112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6444" h="111279">
                      <a:moveTo>
                        <a:pt x="31423" y="0"/>
                      </a:moveTo>
                      <a:lnTo>
                        <a:pt x="76173" y="79"/>
                      </a:lnTo>
                      <a:cubicBezTo>
                        <a:pt x="86372" y="92"/>
                        <a:pt x="94696" y="8258"/>
                        <a:pt x="94907" y="18457"/>
                      </a:cubicBezTo>
                      <a:lnTo>
                        <a:pt x="96440" y="90622"/>
                      </a:lnTo>
                      <a:cubicBezTo>
                        <a:pt x="96665" y="100901"/>
                        <a:pt x="88566" y="109449"/>
                        <a:pt x="78287" y="109793"/>
                      </a:cubicBezTo>
                      <a:lnTo>
                        <a:pt x="33352" y="111259"/>
                      </a:lnTo>
                      <a:cubicBezTo>
                        <a:pt x="16005" y="111827"/>
                        <a:pt x="1564" y="100478"/>
                        <a:pt x="1260" y="86037"/>
                      </a:cubicBezTo>
                      <a:lnTo>
                        <a:pt x="5" y="26570"/>
                      </a:lnTo>
                      <a:cubicBezTo>
                        <a:pt x="-299" y="11983"/>
                        <a:pt x="13904" y="-26"/>
                        <a:pt x="3142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2" name="Forme libre : forme 2531">
                  <a:extLst>
                    <a:ext uri="{FF2B5EF4-FFF2-40B4-BE49-F238E27FC236}">
                      <a16:creationId xmlns:a16="http://schemas.microsoft.com/office/drawing/2014/main" id="{471D6C9C-1AFB-C605-E46B-3AC480BF5968}"/>
                    </a:ext>
                  </a:extLst>
                </p:cNvPr>
                <p:cNvSpPr/>
                <p:nvPr/>
              </p:nvSpPr>
              <p:spPr>
                <a:xfrm>
                  <a:off x="269075" y="705240"/>
                  <a:ext cx="96114" cy="94317"/>
                </a:xfrm>
                <a:custGeom>
                  <a:avLst/>
                  <a:gdLst>
                    <a:gd name="connsiteX0" fmla="*/ 30129 w 96114"/>
                    <a:gd name="connsiteY0" fmla="*/ 1542 h 94317"/>
                    <a:gd name="connsiteX1" fmla="*/ 76847 w 96114"/>
                    <a:gd name="connsiteY1" fmla="*/ 9 h 94317"/>
                    <a:gd name="connsiteX2" fmla="*/ 94855 w 96114"/>
                    <a:gd name="connsiteY2" fmla="*/ 17080 h 94317"/>
                    <a:gd name="connsiteX3" fmla="*/ 96110 w 96114"/>
                    <a:gd name="connsiteY3" fmla="*/ 76508 h 94317"/>
                    <a:gd name="connsiteX4" fmla="*/ 78670 w 96114"/>
                    <a:gd name="connsiteY4" fmla="*/ 94318 h 94317"/>
                    <a:gd name="connsiteX5" fmla="*/ 31741 w 96114"/>
                    <a:gd name="connsiteY5" fmla="*/ 94318 h 94317"/>
                    <a:gd name="connsiteX6" fmla="*/ 877 w 96114"/>
                    <a:gd name="connsiteY6" fmla="*/ 69069 h 94317"/>
                    <a:gd name="connsiteX7" fmla="*/ 5 w 96114"/>
                    <a:gd name="connsiteY7" fmla="*/ 28085 h 94317"/>
                    <a:gd name="connsiteX8" fmla="*/ 30129 w 96114"/>
                    <a:gd name="connsiteY8" fmla="*/ 1542 h 94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6114" h="94317">
                      <a:moveTo>
                        <a:pt x="30129" y="1542"/>
                      </a:moveTo>
                      <a:lnTo>
                        <a:pt x="76847" y="9"/>
                      </a:lnTo>
                      <a:cubicBezTo>
                        <a:pt x="86558" y="-308"/>
                        <a:pt x="94657" y="7369"/>
                        <a:pt x="94855" y="17080"/>
                      </a:cubicBezTo>
                      <a:lnTo>
                        <a:pt x="96110" y="76508"/>
                      </a:lnTo>
                      <a:cubicBezTo>
                        <a:pt x="96321" y="86285"/>
                        <a:pt x="88447" y="94318"/>
                        <a:pt x="78670" y="94318"/>
                      </a:cubicBezTo>
                      <a:lnTo>
                        <a:pt x="31741" y="94318"/>
                      </a:lnTo>
                      <a:cubicBezTo>
                        <a:pt x="14869" y="94318"/>
                        <a:pt x="1168" y="83127"/>
                        <a:pt x="877" y="69069"/>
                      </a:cubicBezTo>
                      <a:lnTo>
                        <a:pt x="5" y="28085"/>
                      </a:lnTo>
                      <a:cubicBezTo>
                        <a:pt x="-299" y="13922"/>
                        <a:pt x="13125" y="2097"/>
                        <a:pt x="30129" y="1542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3" name="Forme libre : forme 2532">
                  <a:extLst>
                    <a:ext uri="{FF2B5EF4-FFF2-40B4-BE49-F238E27FC236}">
                      <a16:creationId xmlns:a16="http://schemas.microsoft.com/office/drawing/2014/main" id="{051233CF-2F7A-80BF-6625-569A2CE41632}"/>
                    </a:ext>
                  </a:extLst>
                </p:cNvPr>
                <p:cNvSpPr/>
                <p:nvPr/>
              </p:nvSpPr>
              <p:spPr>
                <a:xfrm>
                  <a:off x="386717" y="701091"/>
                  <a:ext cx="105123" cy="98452"/>
                </a:xfrm>
                <a:custGeom>
                  <a:avLst/>
                  <a:gdLst>
                    <a:gd name="connsiteX0" fmla="*/ 103772 w 105123"/>
                    <a:gd name="connsiteY0" fmla="*/ 17080 h 98452"/>
                    <a:gd name="connsiteX1" fmla="*/ 105119 w 105123"/>
                    <a:gd name="connsiteY1" fmla="*/ 80643 h 98452"/>
                    <a:gd name="connsiteX2" fmla="*/ 87679 w 105123"/>
                    <a:gd name="connsiteY2" fmla="*/ 98453 h 98452"/>
                    <a:gd name="connsiteX3" fmla="*/ 18739 w 105123"/>
                    <a:gd name="connsiteY3" fmla="*/ 98453 h 98452"/>
                    <a:gd name="connsiteX4" fmla="*/ 1299 w 105123"/>
                    <a:gd name="connsiteY4" fmla="*/ 81383 h 98452"/>
                    <a:gd name="connsiteX5" fmla="*/ 4 w 105123"/>
                    <a:gd name="connsiteY5" fmla="*/ 20079 h 98452"/>
                    <a:gd name="connsiteX6" fmla="*/ 16876 w 105123"/>
                    <a:gd name="connsiteY6" fmla="*/ 2269 h 98452"/>
                    <a:gd name="connsiteX7" fmla="*/ 85764 w 105123"/>
                    <a:gd name="connsiteY7" fmla="*/ 9 h 98452"/>
                    <a:gd name="connsiteX8" fmla="*/ 103772 w 105123"/>
                    <a:gd name="connsiteY8" fmla="*/ 17080 h 98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123" h="98452">
                      <a:moveTo>
                        <a:pt x="103772" y="17080"/>
                      </a:moveTo>
                      <a:lnTo>
                        <a:pt x="105119" y="80643"/>
                      </a:lnTo>
                      <a:cubicBezTo>
                        <a:pt x="105331" y="90420"/>
                        <a:pt x="97456" y="98453"/>
                        <a:pt x="87679" y="98453"/>
                      </a:cubicBezTo>
                      <a:lnTo>
                        <a:pt x="18739" y="98453"/>
                      </a:lnTo>
                      <a:cubicBezTo>
                        <a:pt x="9252" y="98453"/>
                        <a:pt x="1497" y="90869"/>
                        <a:pt x="1299" y="81383"/>
                      </a:cubicBezTo>
                      <a:lnTo>
                        <a:pt x="4" y="20079"/>
                      </a:lnTo>
                      <a:cubicBezTo>
                        <a:pt x="-194" y="10526"/>
                        <a:pt x="7323" y="2586"/>
                        <a:pt x="16876" y="2269"/>
                      </a:cubicBezTo>
                      <a:lnTo>
                        <a:pt x="85764" y="9"/>
                      </a:lnTo>
                      <a:cubicBezTo>
                        <a:pt x="95475" y="-308"/>
                        <a:pt x="103574" y="7369"/>
                        <a:pt x="103772" y="17080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4" name="Forme libre : forme 2533">
                  <a:extLst>
                    <a:ext uri="{FF2B5EF4-FFF2-40B4-BE49-F238E27FC236}">
                      <a16:creationId xmlns:a16="http://schemas.microsoft.com/office/drawing/2014/main" id="{7929F7B6-04BF-C1E1-98F2-9C2984E418BC}"/>
                    </a:ext>
                  </a:extLst>
                </p:cNvPr>
                <p:cNvSpPr/>
                <p:nvPr/>
              </p:nvSpPr>
              <p:spPr>
                <a:xfrm>
                  <a:off x="389491" y="831662"/>
                  <a:ext cx="105362" cy="114831"/>
                </a:xfrm>
                <a:custGeom>
                  <a:avLst/>
                  <a:gdLst>
                    <a:gd name="connsiteX0" fmla="*/ 19532 w 105362"/>
                    <a:gd name="connsiteY0" fmla="*/ 622 h 114831"/>
                    <a:gd name="connsiteX1" fmla="*/ 83915 w 105362"/>
                    <a:gd name="connsiteY1" fmla="*/ 1 h 114831"/>
                    <a:gd name="connsiteX2" fmla="*/ 103812 w 105362"/>
                    <a:gd name="connsiteY2" fmla="*/ 19291 h 114831"/>
                    <a:gd name="connsiteX3" fmla="*/ 105358 w 105362"/>
                    <a:gd name="connsiteY3" fmla="*/ 91971 h 114831"/>
                    <a:gd name="connsiteX4" fmla="*/ 86478 w 105362"/>
                    <a:gd name="connsiteY4" fmla="*/ 112093 h 114831"/>
                    <a:gd name="connsiteX5" fmla="*/ 22135 w 105362"/>
                    <a:gd name="connsiteY5" fmla="*/ 114814 h 114831"/>
                    <a:gd name="connsiteX6" fmla="*/ 1590 w 105362"/>
                    <a:gd name="connsiteY6" fmla="*/ 95538 h 114831"/>
                    <a:gd name="connsiteX7" fmla="*/ 5 w 105362"/>
                    <a:gd name="connsiteY7" fmla="*/ 20770 h 114831"/>
                    <a:gd name="connsiteX8" fmla="*/ 19519 w 105362"/>
                    <a:gd name="connsiteY8" fmla="*/ 635 h 1148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362" h="114831">
                      <a:moveTo>
                        <a:pt x="19532" y="622"/>
                      </a:moveTo>
                      <a:lnTo>
                        <a:pt x="83915" y="1"/>
                      </a:lnTo>
                      <a:cubicBezTo>
                        <a:pt x="94709" y="-105"/>
                        <a:pt x="103588" y="8496"/>
                        <a:pt x="103812" y="19291"/>
                      </a:cubicBezTo>
                      <a:lnTo>
                        <a:pt x="105358" y="91971"/>
                      </a:lnTo>
                      <a:cubicBezTo>
                        <a:pt x="105583" y="102699"/>
                        <a:pt x="97193" y="111630"/>
                        <a:pt x="86478" y="112093"/>
                      </a:cubicBezTo>
                      <a:lnTo>
                        <a:pt x="22135" y="114814"/>
                      </a:lnTo>
                      <a:cubicBezTo>
                        <a:pt x="11090" y="115277"/>
                        <a:pt x="1828" y="106583"/>
                        <a:pt x="1590" y="95538"/>
                      </a:cubicBezTo>
                      <a:lnTo>
                        <a:pt x="5" y="20770"/>
                      </a:lnTo>
                      <a:cubicBezTo>
                        <a:pt x="-233" y="9791"/>
                        <a:pt x="8553" y="741"/>
                        <a:pt x="19519" y="635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5" name="Forme libre : forme 2534">
                  <a:extLst>
                    <a:ext uri="{FF2B5EF4-FFF2-40B4-BE49-F238E27FC236}">
                      <a16:creationId xmlns:a16="http://schemas.microsoft.com/office/drawing/2014/main" id="{21D62A65-36C5-DA03-F163-6FF23F048085}"/>
                    </a:ext>
                  </a:extLst>
                </p:cNvPr>
                <p:cNvSpPr/>
                <p:nvPr/>
              </p:nvSpPr>
              <p:spPr>
                <a:xfrm>
                  <a:off x="1014544" y="447933"/>
                  <a:ext cx="75066" cy="84687"/>
                </a:xfrm>
                <a:custGeom>
                  <a:avLst/>
                  <a:gdLst>
                    <a:gd name="connsiteX0" fmla="*/ 43908 w 75066"/>
                    <a:gd name="connsiteY0" fmla="*/ 84529 h 84687"/>
                    <a:gd name="connsiteX1" fmla="*/ 16968 w 75066"/>
                    <a:gd name="connsiteY1" fmla="*/ 84687 h 84687"/>
                    <a:gd name="connsiteX2" fmla="*/ 1127 w 75066"/>
                    <a:gd name="connsiteY2" fmla="*/ 69269 h 84687"/>
                    <a:gd name="connsiteX3" fmla="*/ 4 w 75066"/>
                    <a:gd name="connsiteY3" fmla="*/ 16090 h 84687"/>
                    <a:gd name="connsiteX4" fmla="*/ 16321 w 75066"/>
                    <a:gd name="connsiteY4" fmla="*/ 11 h 84687"/>
                    <a:gd name="connsiteX5" fmla="*/ 44859 w 75066"/>
                    <a:gd name="connsiteY5" fmla="*/ 1041 h 84687"/>
                    <a:gd name="connsiteX6" fmla="*/ 74388 w 75066"/>
                    <a:gd name="connsiteY6" fmla="*/ 26263 h 84687"/>
                    <a:gd name="connsiteX7" fmla="*/ 75062 w 75066"/>
                    <a:gd name="connsiteY7" fmla="*/ 57985 h 84687"/>
                    <a:gd name="connsiteX8" fmla="*/ 43921 w 75066"/>
                    <a:gd name="connsiteY8" fmla="*/ 84555 h 846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5066" h="84687">
                      <a:moveTo>
                        <a:pt x="43908" y="84529"/>
                      </a:moveTo>
                      <a:lnTo>
                        <a:pt x="16968" y="84687"/>
                      </a:lnTo>
                      <a:cubicBezTo>
                        <a:pt x="8367" y="84740"/>
                        <a:pt x="1312" y="77870"/>
                        <a:pt x="1127" y="69269"/>
                      </a:cubicBezTo>
                      <a:lnTo>
                        <a:pt x="4" y="16090"/>
                      </a:lnTo>
                      <a:cubicBezTo>
                        <a:pt x="-194" y="7040"/>
                        <a:pt x="7271" y="-320"/>
                        <a:pt x="16321" y="11"/>
                      </a:cubicBezTo>
                      <a:lnTo>
                        <a:pt x="44859" y="1041"/>
                      </a:lnTo>
                      <a:cubicBezTo>
                        <a:pt x="61189" y="1623"/>
                        <a:pt x="74097" y="12655"/>
                        <a:pt x="74388" y="26263"/>
                      </a:cubicBezTo>
                      <a:lnTo>
                        <a:pt x="75062" y="57985"/>
                      </a:lnTo>
                      <a:cubicBezTo>
                        <a:pt x="75366" y="72479"/>
                        <a:pt x="61334" y="84449"/>
                        <a:pt x="43921" y="84555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6" name="Forme libre : forme 2535">
                  <a:extLst>
                    <a:ext uri="{FF2B5EF4-FFF2-40B4-BE49-F238E27FC236}">
                      <a16:creationId xmlns:a16="http://schemas.microsoft.com/office/drawing/2014/main" id="{2DA183F8-BCD8-8AFF-D0E9-37E40B4FBACA}"/>
                    </a:ext>
                  </a:extLst>
                </p:cNvPr>
                <p:cNvSpPr/>
                <p:nvPr/>
              </p:nvSpPr>
              <p:spPr>
                <a:xfrm>
                  <a:off x="516129" y="830446"/>
                  <a:ext cx="105256" cy="110696"/>
                </a:xfrm>
                <a:custGeom>
                  <a:avLst/>
                  <a:gdLst>
                    <a:gd name="connsiteX0" fmla="*/ 19519 w 105256"/>
                    <a:gd name="connsiteY0" fmla="*/ 609 h 110696"/>
                    <a:gd name="connsiteX1" fmla="*/ 82818 w 105256"/>
                    <a:gd name="connsiteY1" fmla="*/ 1 h 110696"/>
                    <a:gd name="connsiteX2" fmla="*/ 103826 w 105256"/>
                    <a:gd name="connsiteY2" fmla="*/ 20374 h 110696"/>
                    <a:gd name="connsiteX3" fmla="*/ 105252 w 105256"/>
                    <a:gd name="connsiteY3" fmla="*/ 87835 h 110696"/>
                    <a:gd name="connsiteX4" fmla="*/ 86372 w 105256"/>
                    <a:gd name="connsiteY4" fmla="*/ 107957 h 110696"/>
                    <a:gd name="connsiteX5" fmla="*/ 22043 w 105256"/>
                    <a:gd name="connsiteY5" fmla="*/ 110679 h 110696"/>
                    <a:gd name="connsiteX6" fmla="*/ 1498 w 105256"/>
                    <a:gd name="connsiteY6" fmla="*/ 91402 h 110696"/>
                    <a:gd name="connsiteX7" fmla="*/ 5 w 105256"/>
                    <a:gd name="connsiteY7" fmla="*/ 20757 h 110696"/>
                    <a:gd name="connsiteX8" fmla="*/ 19519 w 105256"/>
                    <a:gd name="connsiteY8" fmla="*/ 622 h 110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256" h="110696">
                      <a:moveTo>
                        <a:pt x="19519" y="609"/>
                      </a:moveTo>
                      <a:lnTo>
                        <a:pt x="82818" y="1"/>
                      </a:lnTo>
                      <a:cubicBezTo>
                        <a:pt x="94220" y="-105"/>
                        <a:pt x="103588" y="8972"/>
                        <a:pt x="103826" y="20374"/>
                      </a:cubicBezTo>
                      <a:lnTo>
                        <a:pt x="105252" y="87835"/>
                      </a:lnTo>
                      <a:cubicBezTo>
                        <a:pt x="105477" y="98563"/>
                        <a:pt x="97087" y="107495"/>
                        <a:pt x="86372" y="107957"/>
                      </a:cubicBezTo>
                      <a:lnTo>
                        <a:pt x="22043" y="110679"/>
                      </a:lnTo>
                      <a:cubicBezTo>
                        <a:pt x="10997" y="111141"/>
                        <a:pt x="1736" y="102448"/>
                        <a:pt x="1498" y="91402"/>
                      </a:cubicBezTo>
                      <a:lnTo>
                        <a:pt x="5" y="20757"/>
                      </a:lnTo>
                      <a:cubicBezTo>
                        <a:pt x="-233" y="9778"/>
                        <a:pt x="8553" y="728"/>
                        <a:pt x="19519" y="622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7" name="Forme libre : forme 2536">
                  <a:extLst>
                    <a:ext uri="{FF2B5EF4-FFF2-40B4-BE49-F238E27FC236}">
                      <a16:creationId xmlns:a16="http://schemas.microsoft.com/office/drawing/2014/main" id="{5692DA87-D68B-C95C-3F37-19F3B9EAA507}"/>
                    </a:ext>
                  </a:extLst>
                </p:cNvPr>
                <p:cNvSpPr/>
                <p:nvPr/>
              </p:nvSpPr>
              <p:spPr>
                <a:xfrm>
                  <a:off x="380837" y="425258"/>
                  <a:ext cx="105375" cy="110902"/>
                </a:xfrm>
                <a:custGeom>
                  <a:avLst/>
                  <a:gdLst>
                    <a:gd name="connsiteX0" fmla="*/ 103878 w 105375"/>
                    <a:gd name="connsiteY0" fmla="*/ 20769 h 110902"/>
                    <a:gd name="connsiteX1" fmla="*/ 105371 w 105375"/>
                    <a:gd name="connsiteY1" fmla="*/ 91362 h 110902"/>
                    <a:gd name="connsiteX2" fmla="*/ 86702 w 105375"/>
                    <a:gd name="connsiteY2" fmla="*/ 110532 h 110902"/>
                    <a:gd name="connsiteX3" fmla="*/ 20443 w 105375"/>
                    <a:gd name="connsiteY3" fmla="*/ 110902 h 110902"/>
                    <a:gd name="connsiteX4" fmla="*/ 1563 w 105375"/>
                    <a:gd name="connsiteY4" fmla="*/ 92524 h 110902"/>
                    <a:gd name="connsiteX5" fmla="*/ 4 w 105375"/>
                    <a:gd name="connsiteY5" fmla="*/ 19171 h 110902"/>
                    <a:gd name="connsiteX6" fmla="*/ 19452 w 105375"/>
                    <a:gd name="connsiteY6" fmla="*/ 13 h 110902"/>
                    <a:gd name="connsiteX7" fmla="*/ 85777 w 105375"/>
                    <a:gd name="connsiteY7" fmla="*/ 2391 h 110902"/>
                    <a:gd name="connsiteX8" fmla="*/ 103878 w 105375"/>
                    <a:gd name="connsiteY8" fmla="*/ 20756 h 110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375" h="110902">
                      <a:moveTo>
                        <a:pt x="103878" y="20769"/>
                      </a:moveTo>
                      <a:lnTo>
                        <a:pt x="105371" y="91362"/>
                      </a:lnTo>
                      <a:cubicBezTo>
                        <a:pt x="105595" y="101839"/>
                        <a:pt x="97193" y="110479"/>
                        <a:pt x="86702" y="110532"/>
                      </a:cubicBezTo>
                      <a:lnTo>
                        <a:pt x="20443" y="110902"/>
                      </a:lnTo>
                      <a:cubicBezTo>
                        <a:pt x="10191" y="110955"/>
                        <a:pt x="1775" y="102777"/>
                        <a:pt x="1563" y="92524"/>
                      </a:cubicBezTo>
                      <a:lnTo>
                        <a:pt x="4" y="19171"/>
                      </a:lnTo>
                      <a:cubicBezTo>
                        <a:pt x="-220" y="8376"/>
                        <a:pt x="8671" y="-383"/>
                        <a:pt x="19452" y="13"/>
                      </a:cubicBezTo>
                      <a:lnTo>
                        <a:pt x="85777" y="2391"/>
                      </a:lnTo>
                      <a:cubicBezTo>
                        <a:pt x="95726" y="2748"/>
                        <a:pt x="103666" y="10807"/>
                        <a:pt x="103878" y="20756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8" name="Forme libre : forme 2537">
                  <a:extLst>
                    <a:ext uri="{FF2B5EF4-FFF2-40B4-BE49-F238E27FC236}">
                      <a16:creationId xmlns:a16="http://schemas.microsoft.com/office/drawing/2014/main" id="{4C3852F4-4CC1-B01F-A2D2-7D90CA946A28}"/>
                    </a:ext>
                  </a:extLst>
                </p:cNvPr>
                <p:cNvSpPr/>
                <p:nvPr/>
              </p:nvSpPr>
              <p:spPr>
                <a:xfrm>
                  <a:off x="383916" y="569257"/>
                  <a:ext cx="105256" cy="107636"/>
                </a:xfrm>
                <a:custGeom>
                  <a:avLst/>
                  <a:gdLst>
                    <a:gd name="connsiteX0" fmla="*/ 103812 w 105256"/>
                    <a:gd name="connsiteY0" fmla="*/ 18484 h 107636"/>
                    <a:gd name="connsiteX1" fmla="*/ 105252 w 105256"/>
                    <a:gd name="connsiteY1" fmla="*/ 86288 h 107636"/>
                    <a:gd name="connsiteX2" fmla="*/ 87099 w 105256"/>
                    <a:gd name="connsiteY2" fmla="*/ 105459 h 107636"/>
                    <a:gd name="connsiteX3" fmla="*/ 20879 w 105256"/>
                    <a:gd name="connsiteY3" fmla="*/ 107626 h 107636"/>
                    <a:gd name="connsiteX4" fmla="*/ 1497 w 105256"/>
                    <a:gd name="connsiteY4" fmla="*/ 89261 h 107636"/>
                    <a:gd name="connsiteX5" fmla="*/ 4 w 105256"/>
                    <a:gd name="connsiteY5" fmla="*/ 19171 h 107636"/>
                    <a:gd name="connsiteX6" fmla="*/ 18805 w 105256"/>
                    <a:gd name="connsiteY6" fmla="*/ 0 h 107636"/>
                    <a:gd name="connsiteX7" fmla="*/ 85077 w 105256"/>
                    <a:gd name="connsiteY7" fmla="*/ 119 h 107636"/>
                    <a:gd name="connsiteX8" fmla="*/ 103812 w 105256"/>
                    <a:gd name="connsiteY8" fmla="*/ 18497 h 107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256" h="107636">
                      <a:moveTo>
                        <a:pt x="103812" y="18484"/>
                      </a:moveTo>
                      <a:lnTo>
                        <a:pt x="105252" y="86288"/>
                      </a:lnTo>
                      <a:cubicBezTo>
                        <a:pt x="105477" y="96567"/>
                        <a:pt x="97378" y="105116"/>
                        <a:pt x="87099" y="105459"/>
                      </a:cubicBezTo>
                      <a:lnTo>
                        <a:pt x="20879" y="107626"/>
                      </a:lnTo>
                      <a:cubicBezTo>
                        <a:pt x="10429" y="107970"/>
                        <a:pt x="1709" y="99712"/>
                        <a:pt x="1497" y="89261"/>
                      </a:cubicBezTo>
                      <a:lnTo>
                        <a:pt x="4" y="19171"/>
                      </a:lnTo>
                      <a:cubicBezTo>
                        <a:pt x="-220" y="8628"/>
                        <a:pt x="8275" y="-26"/>
                        <a:pt x="18805" y="0"/>
                      </a:cubicBezTo>
                      <a:lnTo>
                        <a:pt x="85077" y="119"/>
                      </a:lnTo>
                      <a:cubicBezTo>
                        <a:pt x="95277" y="132"/>
                        <a:pt x="103601" y="8297"/>
                        <a:pt x="103812" y="18497"/>
                      </a:cubicBezTo>
                      <a:close/>
                    </a:path>
                  </a:pathLst>
                </a:custGeom>
                <a:solidFill>
                  <a:srgbClr val="FFFFFF">
                    <a:alpha val="72000"/>
                  </a:srgbClr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9" name="Forme libre : forme 2538">
                  <a:extLst>
                    <a:ext uri="{FF2B5EF4-FFF2-40B4-BE49-F238E27FC236}">
                      <a16:creationId xmlns:a16="http://schemas.microsoft.com/office/drawing/2014/main" id="{4AD8E9BF-1844-4C97-43FC-740709368706}"/>
                    </a:ext>
                  </a:extLst>
                </p:cNvPr>
                <p:cNvSpPr/>
                <p:nvPr/>
              </p:nvSpPr>
              <p:spPr>
                <a:xfrm>
                  <a:off x="1031958" y="374591"/>
                  <a:ext cx="33974" cy="52255"/>
                </a:xfrm>
                <a:custGeom>
                  <a:avLst/>
                  <a:gdLst>
                    <a:gd name="connsiteX0" fmla="*/ 33840 w 33974"/>
                    <a:gd name="connsiteY0" fmla="*/ 17174 h 52255"/>
                    <a:gd name="connsiteX1" fmla="*/ 30788 w 33974"/>
                    <a:gd name="connsiteY1" fmla="*/ 39529 h 52255"/>
                    <a:gd name="connsiteX2" fmla="*/ 16545 w 33974"/>
                    <a:gd name="connsiteY2" fmla="*/ 52226 h 52255"/>
                    <a:gd name="connsiteX3" fmla="*/ 15488 w 33974"/>
                    <a:gd name="connsiteY3" fmla="*/ 52253 h 52255"/>
                    <a:gd name="connsiteX4" fmla="*/ 492 w 33974"/>
                    <a:gd name="connsiteY4" fmla="*/ 37878 h 52255"/>
                    <a:gd name="connsiteX5" fmla="*/ 3 w 33974"/>
                    <a:gd name="connsiteY5" fmla="*/ 14994 h 52255"/>
                    <a:gd name="connsiteX6" fmla="*/ 16294 w 33974"/>
                    <a:gd name="connsiteY6" fmla="*/ 91 h 52255"/>
                    <a:gd name="connsiteX7" fmla="*/ 20892 w 33974"/>
                    <a:gd name="connsiteY7" fmla="*/ 593 h 52255"/>
                    <a:gd name="connsiteX8" fmla="*/ 33840 w 33974"/>
                    <a:gd name="connsiteY8" fmla="*/ 17174 h 52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974" h="52255">
                      <a:moveTo>
                        <a:pt x="33840" y="17174"/>
                      </a:moveTo>
                      <a:lnTo>
                        <a:pt x="30788" y="39529"/>
                      </a:lnTo>
                      <a:cubicBezTo>
                        <a:pt x="29810" y="46690"/>
                        <a:pt x="23772" y="52068"/>
                        <a:pt x="16545" y="52226"/>
                      </a:cubicBezTo>
                      <a:lnTo>
                        <a:pt x="15488" y="52253"/>
                      </a:lnTo>
                      <a:cubicBezTo>
                        <a:pt x="7376" y="52424"/>
                        <a:pt x="664" y="45990"/>
                        <a:pt x="492" y="37878"/>
                      </a:cubicBezTo>
                      <a:lnTo>
                        <a:pt x="3" y="14994"/>
                      </a:lnTo>
                      <a:cubicBezTo>
                        <a:pt x="-182" y="6129"/>
                        <a:pt x="7468" y="-887"/>
                        <a:pt x="16294" y="91"/>
                      </a:cubicBezTo>
                      <a:lnTo>
                        <a:pt x="20892" y="593"/>
                      </a:lnTo>
                      <a:cubicBezTo>
                        <a:pt x="29096" y="1492"/>
                        <a:pt x="34949" y="8996"/>
                        <a:pt x="33840" y="1717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0" name="Forme libre : forme 2539">
                  <a:extLst>
                    <a:ext uri="{FF2B5EF4-FFF2-40B4-BE49-F238E27FC236}">
                      <a16:creationId xmlns:a16="http://schemas.microsoft.com/office/drawing/2014/main" id="{51FD43C1-1130-416A-0A6A-CF9484747A56}"/>
                    </a:ext>
                  </a:extLst>
                </p:cNvPr>
                <p:cNvSpPr/>
                <p:nvPr/>
              </p:nvSpPr>
              <p:spPr>
                <a:xfrm>
                  <a:off x="928190" y="368830"/>
                  <a:ext cx="33974" cy="52255"/>
                </a:xfrm>
                <a:custGeom>
                  <a:avLst/>
                  <a:gdLst>
                    <a:gd name="connsiteX0" fmla="*/ 33840 w 33974"/>
                    <a:gd name="connsiteY0" fmla="*/ 17174 h 52255"/>
                    <a:gd name="connsiteX1" fmla="*/ 30788 w 33974"/>
                    <a:gd name="connsiteY1" fmla="*/ 39529 h 52255"/>
                    <a:gd name="connsiteX2" fmla="*/ 16545 w 33974"/>
                    <a:gd name="connsiteY2" fmla="*/ 52226 h 52255"/>
                    <a:gd name="connsiteX3" fmla="*/ 15488 w 33974"/>
                    <a:gd name="connsiteY3" fmla="*/ 52253 h 52255"/>
                    <a:gd name="connsiteX4" fmla="*/ 492 w 33974"/>
                    <a:gd name="connsiteY4" fmla="*/ 37878 h 52255"/>
                    <a:gd name="connsiteX5" fmla="*/ 3 w 33974"/>
                    <a:gd name="connsiteY5" fmla="*/ 14994 h 52255"/>
                    <a:gd name="connsiteX6" fmla="*/ 16294 w 33974"/>
                    <a:gd name="connsiteY6" fmla="*/ 91 h 52255"/>
                    <a:gd name="connsiteX7" fmla="*/ 20892 w 33974"/>
                    <a:gd name="connsiteY7" fmla="*/ 593 h 52255"/>
                    <a:gd name="connsiteX8" fmla="*/ 33840 w 33974"/>
                    <a:gd name="connsiteY8" fmla="*/ 17174 h 52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974" h="52255">
                      <a:moveTo>
                        <a:pt x="33840" y="17174"/>
                      </a:moveTo>
                      <a:lnTo>
                        <a:pt x="30788" y="39529"/>
                      </a:lnTo>
                      <a:cubicBezTo>
                        <a:pt x="29810" y="46690"/>
                        <a:pt x="23772" y="52068"/>
                        <a:pt x="16545" y="52226"/>
                      </a:cubicBezTo>
                      <a:lnTo>
                        <a:pt x="15488" y="52253"/>
                      </a:lnTo>
                      <a:cubicBezTo>
                        <a:pt x="7376" y="52424"/>
                        <a:pt x="664" y="45990"/>
                        <a:pt x="492" y="37878"/>
                      </a:cubicBezTo>
                      <a:lnTo>
                        <a:pt x="3" y="14994"/>
                      </a:lnTo>
                      <a:cubicBezTo>
                        <a:pt x="-182" y="6129"/>
                        <a:pt x="7468" y="-887"/>
                        <a:pt x="16294" y="91"/>
                      </a:cubicBezTo>
                      <a:lnTo>
                        <a:pt x="20892" y="593"/>
                      </a:lnTo>
                      <a:cubicBezTo>
                        <a:pt x="29096" y="1492"/>
                        <a:pt x="34949" y="8996"/>
                        <a:pt x="33840" y="1717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1" name="Forme libre : forme 2540">
                  <a:extLst>
                    <a:ext uri="{FF2B5EF4-FFF2-40B4-BE49-F238E27FC236}">
                      <a16:creationId xmlns:a16="http://schemas.microsoft.com/office/drawing/2014/main" id="{3725C383-9F09-8CA6-EE4C-E4CCA98A0340}"/>
                    </a:ext>
                  </a:extLst>
                </p:cNvPr>
                <p:cNvSpPr/>
                <p:nvPr/>
              </p:nvSpPr>
              <p:spPr>
                <a:xfrm>
                  <a:off x="800521" y="370588"/>
                  <a:ext cx="33974" cy="52255"/>
                </a:xfrm>
                <a:custGeom>
                  <a:avLst/>
                  <a:gdLst>
                    <a:gd name="connsiteX0" fmla="*/ 33840 w 33974"/>
                    <a:gd name="connsiteY0" fmla="*/ 17174 h 52255"/>
                    <a:gd name="connsiteX1" fmla="*/ 30788 w 33974"/>
                    <a:gd name="connsiteY1" fmla="*/ 39529 h 52255"/>
                    <a:gd name="connsiteX2" fmla="*/ 16545 w 33974"/>
                    <a:gd name="connsiteY2" fmla="*/ 52226 h 52255"/>
                    <a:gd name="connsiteX3" fmla="*/ 15488 w 33974"/>
                    <a:gd name="connsiteY3" fmla="*/ 52253 h 52255"/>
                    <a:gd name="connsiteX4" fmla="*/ 492 w 33974"/>
                    <a:gd name="connsiteY4" fmla="*/ 37878 h 52255"/>
                    <a:gd name="connsiteX5" fmla="*/ 3 w 33974"/>
                    <a:gd name="connsiteY5" fmla="*/ 14994 h 52255"/>
                    <a:gd name="connsiteX6" fmla="*/ 16294 w 33974"/>
                    <a:gd name="connsiteY6" fmla="*/ 91 h 52255"/>
                    <a:gd name="connsiteX7" fmla="*/ 20892 w 33974"/>
                    <a:gd name="connsiteY7" fmla="*/ 593 h 52255"/>
                    <a:gd name="connsiteX8" fmla="*/ 33840 w 33974"/>
                    <a:gd name="connsiteY8" fmla="*/ 17174 h 52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974" h="52255">
                      <a:moveTo>
                        <a:pt x="33840" y="17174"/>
                      </a:moveTo>
                      <a:lnTo>
                        <a:pt x="30788" y="39529"/>
                      </a:lnTo>
                      <a:cubicBezTo>
                        <a:pt x="29810" y="46690"/>
                        <a:pt x="23772" y="52068"/>
                        <a:pt x="16545" y="52226"/>
                      </a:cubicBezTo>
                      <a:lnTo>
                        <a:pt x="15488" y="52253"/>
                      </a:lnTo>
                      <a:cubicBezTo>
                        <a:pt x="7376" y="52424"/>
                        <a:pt x="664" y="45990"/>
                        <a:pt x="492" y="37878"/>
                      </a:cubicBezTo>
                      <a:lnTo>
                        <a:pt x="3" y="14994"/>
                      </a:lnTo>
                      <a:cubicBezTo>
                        <a:pt x="-182" y="6129"/>
                        <a:pt x="7468" y="-887"/>
                        <a:pt x="16294" y="91"/>
                      </a:cubicBezTo>
                      <a:lnTo>
                        <a:pt x="20892" y="593"/>
                      </a:lnTo>
                      <a:cubicBezTo>
                        <a:pt x="29096" y="1492"/>
                        <a:pt x="34949" y="8996"/>
                        <a:pt x="33840" y="1717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2" name="Forme libre : forme 2541">
                  <a:extLst>
                    <a:ext uri="{FF2B5EF4-FFF2-40B4-BE49-F238E27FC236}">
                      <a16:creationId xmlns:a16="http://schemas.microsoft.com/office/drawing/2014/main" id="{3FB9E922-860E-8364-FB33-0008B15C3FC6}"/>
                    </a:ext>
                  </a:extLst>
                </p:cNvPr>
                <p:cNvSpPr/>
                <p:nvPr/>
              </p:nvSpPr>
              <p:spPr>
                <a:xfrm>
                  <a:off x="676142" y="365012"/>
                  <a:ext cx="33974" cy="52255"/>
                </a:xfrm>
                <a:custGeom>
                  <a:avLst/>
                  <a:gdLst>
                    <a:gd name="connsiteX0" fmla="*/ 33840 w 33974"/>
                    <a:gd name="connsiteY0" fmla="*/ 17174 h 52255"/>
                    <a:gd name="connsiteX1" fmla="*/ 30788 w 33974"/>
                    <a:gd name="connsiteY1" fmla="*/ 39529 h 52255"/>
                    <a:gd name="connsiteX2" fmla="*/ 16545 w 33974"/>
                    <a:gd name="connsiteY2" fmla="*/ 52226 h 52255"/>
                    <a:gd name="connsiteX3" fmla="*/ 15488 w 33974"/>
                    <a:gd name="connsiteY3" fmla="*/ 52253 h 52255"/>
                    <a:gd name="connsiteX4" fmla="*/ 492 w 33974"/>
                    <a:gd name="connsiteY4" fmla="*/ 37878 h 52255"/>
                    <a:gd name="connsiteX5" fmla="*/ 3 w 33974"/>
                    <a:gd name="connsiteY5" fmla="*/ 14994 h 52255"/>
                    <a:gd name="connsiteX6" fmla="*/ 16294 w 33974"/>
                    <a:gd name="connsiteY6" fmla="*/ 91 h 52255"/>
                    <a:gd name="connsiteX7" fmla="*/ 20892 w 33974"/>
                    <a:gd name="connsiteY7" fmla="*/ 593 h 52255"/>
                    <a:gd name="connsiteX8" fmla="*/ 33840 w 33974"/>
                    <a:gd name="connsiteY8" fmla="*/ 17174 h 52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974" h="52255">
                      <a:moveTo>
                        <a:pt x="33840" y="17174"/>
                      </a:moveTo>
                      <a:lnTo>
                        <a:pt x="30788" y="39529"/>
                      </a:lnTo>
                      <a:cubicBezTo>
                        <a:pt x="29810" y="46690"/>
                        <a:pt x="23772" y="52068"/>
                        <a:pt x="16545" y="52226"/>
                      </a:cubicBezTo>
                      <a:lnTo>
                        <a:pt x="15488" y="52253"/>
                      </a:lnTo>
                      <a:cubicBezTo>
                        <a:pt x="7376" y="52424"/>
                        <a:pt x="664" y="45990"/>
                        <a:pt x="492" y="37878"/>
                      </a:cubicBezTo>
                      <a:lnTo>
                        <a:pt x="3" y="14994"/>
                      </a:lnTo>
                      <a:cubicBezTo>
                        <a:pt x="-182" y="6129"/>
                        <a:pt x="7468" y="-887"/>
                        <a:pt x="16294" y="91"/>
                      </a:cubicBezTo>
                      <a:lnTo>
                        <a:pt x="20892" y="593"/>
                      </a:lnTo>
                      <a:cubicBezTo>
                        <a:pt x="29096" y="1492"/>
                        <a:pt x="34949" y="8996"/>
                        <a:pt x="33840" y="1717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3" name="Forme libre : forme 2542">
                  <a:extLst>
                    <a:ext uri="{FF2B5EF4-FFF2-40B4-BE49-F238E27FC236}">
                      <a16:creationId xmlns:a16="http://schemas.microsoft.com/office/drawing/2014/main" id="{FEB12959-E559-A414-71B4-F5AD87349803}"/>
                    </a:ext>
                  </a:extLst>
                </p:cNvPr>
                <p:cNvSpPr/>
                <p:nvPr/>
              </p:nvSpPr>
              <p:spPr>
                <a:xfrm>
                  <a:off x="548381" y="348774"/>
                  <a:ext cx="33974" cy="52255"/>
                </a:xfrm>
                <a:custGeom>
                  <a:avLst/>
                  <a:gdLst>
                    <a:gd name="connsiteX0" fmla="*/ 33840 w 33974"/>
                    <a:gd name="connsiteY0" fmla="*/ 17174 h 52255"/>
                    <a:gd name="connsiteX1" fmla="*/ 30788 w 33974"/>
                    <a:gd name="connsiteY1" fmla="*/ 39529 h 52255"/>
                    <a:gd name="connsiteX2" fmla="*/ 16545 w 33974"/>
                    <a:gd name="connsiteY2" fmla="*/ 52226 h 52255"/>
                    <a:gd name="connsiteX3" fmla="*/ 15488 w 33974"/>
                    <a:gd name="connsiteY3" fmla="*/ 52253 h 52255"/>
                    <a:gd name="connsiteX4" fmla="*/ 492 w 33974"/>
                    <a:gd name="connsiteY4" fmla="*/ 37878 h 52255"/>
                    <a:gd name="connsiteX5" fmla="*/ 3 w 33974"/>
                    <a:gd name="connsiteY5" fmla="*/ 14994 h 52255"/>
                    <a:gd name="connsiteX6" fmla="*/ 16294 w 33974"/>
                    <a:gd name="connsiteY6" fmla="*/ 91 h 52255"/>
                    <a:gd name="connsiteX7" fmla="*/ 20892 w 33974"/>
                    <a:gd name="connsiteY7" fmla="*/ 593 h 52255"/>
                    <a:gd name="connsiteX8" fmla="*/ 33840 w 33974"/>
                    <a:gd name="connsiteY8" fmla="*/ 17174 h 52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974" h="52255">
                      <a:moveTo>
                        <a:pt x="33840" y="17174"/>
                      </a:moveTo>
                      <a:lnTo>
                        <a:pt x="30788" y="39529"/>
                      </a:lnTo>
                      <a:cubicBezTo>
                        <a:pt x="29810" y="46690"/>
                        <a:pt x="23772" y="52068"/>
                        <a:pt x="16545" y="52226"/>
                      </a:cubicBezTo>
                      <a:lnTo>
                        <a:pt x="15488" y="52253"/>
                      </a:lnTo>
                      <a:cubicBezTo>
                        <a:pt x="7376" y="52424"/>
                        <a:pt x="664" y="45990"/>
                        <a:pt x="492" y="37878"/>
                      </a:cubicBezTo>
                      <a:lnTo>
                        <a:pt x="3" y="14994"/>
                      </a:lnTo>
                      <a:cubicBezTo>
                        <a:pt x="-182" y="6129"/>
                        <a:pt x="7468" y="-887"/>
                        <a:pt x="16294" y="91"/>
                      </a:cubicBezTo>
                      <a:lnTo>
                        <a:pt x="20892" y="593"/>
                      </a:lnTo>
                      <a:cubicBezTo>
                        <a:pt x="29096" y="1492"/>
                        <a:pt x="34949" y="8996"/>
                        <a:pt x="33840" y="1717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4" name="Forme libre : forme 2543">
                  <a:extLst>
                    <a:ext uri="{FF2B5EF4-FFF2-40B4-BE49-F238E27FC236}">
                      <a16:creationId xmlns:a16="http://schemas.microsoft.com/office/drawing/2014/main" id="{AE4C5E74-960B-364B-E6DC-44CA93BEC285}"/>
                    </a:ext>
                  </a:extLst>
                </p:cNvPr>
                <p:cNvSpPr/>
                <p:nvPr/>
              </p:nvSpPr>
              <p:spPr>
                <a:xfrm>
                  <a:off x="413036" y="351641"/>
                  <a:ext cx="33974" cy="52255"/>
                </a:xfrm>
                <a:custGeom>
                  <a:avLst/>
                  <a:gdLst>
                    <a:gd name="connsiteX0" fmla="*/ 33840 w 33974"/>
                    <a:gd name="connsiteY0" fmla="*/ 17174 h 52255"/>
                    <a:gd name="connsiteX1" fmla="*/ 30788 w 33974"/>
                    <a:gd name="connsiteY1" fmla="*/ 39529 h 52255"/>
                    <a:gd name="connsiteX2" fmla="*/ 16545 w 33974"/>
                    <a:gd name="connsiteY2" fmla="*/ 52226 h 52255"/>
                    <a:gd name="connsiteX3" fmla="*/ 15488 w 33974"/>
                    <a:gd name="connsiteY3" fmla="*/ 52253 h 52255"/>
                    <a:gd name="connsiteX4" fmla="*/ 492 w 33974"/>
                    <a:gd name="connsiteY4" fmla="*/ 37878 h 52255"/>
                    <a:gd name="connsiteX5" fmla="*/ 3 w 33974"/>
                    <a:gd name="connsiteY5" fmla="*/ 14994 h 52255"/>
                    <a:gd name="connsiteX6" fmla="*/ 16294 w 33974"/>
                    <a:gd name="connsiteY6" fmla="*/ 91 h 52255"/>
                    <a:gd name="connsiteX7" fmla="*/ 20892 w 33974"/>
                    <a:gd name="connsiteY7" fmla="*/ 593 h 52255"/>
                    <a:gd name="connsiteX8" fmla="*/ 33840 w 33974"/>
                    <a:gd name="connsiteY8" fmla="*/ 17174 h 52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974" h="52255">
                      <a:moveTo>
                        <a:pt x="33840" y="17174"/>
                      </a:moveTo>
                      <a:lnTo>
                        <a:pt x="30788" y="39529"/>
                      </a:lnTo>
                      <a:cubicBezTo>
                        <a:pt x="29810" y="46690"/>
                        <a:pt x="23772" y="52068"/>
                        <a:pt x="16545" y="52226"/>
                      </a:cubicBezTo>
                      <a:lnTo>
                        <a:pt x="15488" y="52253"/>
                      </a:lnTo>
                      <a:cubicBezTo>
                        <a:pt x="7376" y="52424"/>
                        <a:pt x="664" y="45990"/>
                        <a:pt x="492" y="37878"/>
                      </a:cubicBezTo>
                      <a:lnTo>
                        <a:pt x="3" y="14994"/>
                      </a:lnTo>
                      <a:cubicBezTo>
                        <a:pt x="-182" y="6129"/>
                        <a:pt x="7468" y="-887"/>
                        <a:pt x="16294" y="91"/>
                      </a:cubicBezTo>
                      <a:lnTo>
                        <a:pt x="20892" y="593"/>
                      </a:lnTo>
                      <a:cubicBezTo>
                        <a:pt x="29096" y="1492"/>
                        <a:pt x="34949" y="8996"/>
                        <a:pt x="33840" y="1717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5" name="Forme libre : forme 2544">
                  <a:extLst>
                    <a:ext uri="{FF2B5EF4-FFF2-40B4-BE49-F238E27FC236}">
                      <a16:creationId xmlns:a16="http://schemas.microsoft.com/office/drawing/2014/main" id="{26BE617F-16EA-0014-6E74-DCAEEB4C1EC0}"/>
                    </a:ext>
                  </a:extLst>
                </p:cNvPr>
                <p:cNvSpPr/>
                <p:nvPr/>
              </p:nvSpPr>
              <p:spPr>
                <a:xfrm>
                  <a:off x="298791" y="349250"/>
                  <a:ext cx="33974" cy="52255"/>
                </a:xfrm>
                <a:custGeom>
                  <a:avLst/>
                  <a:gdLst>
                    <a:gd name="connsiteX0" fmla="*/ 33840 w 33974"/>
                    <a:gd name="connsiteY0" fmla="*/ 17174 h 52255"/>
                    <a:gd name="connsiteX1" fmla="*/ 30788 w 33974"/>
                    <a:gd name="connsiteY1" fmla="*/ 39529 h 52255"/>
                    <a:gd name="connsiteX2" fmla="*/ 16545 w 33974"/>
                    <a:gd name="connsiteY2" fmla="*/ 52226 h 52255"/>
                    <a:gd name="connsiteX3" fmla="*/ 15488 w 33974"/>
                    <a:gd name="connsiteY3" fmla="*/ 52253 h 52255"/>
                    <a:gd name="connsiteX4" fmla="*/ 492 w 33974"/>
                    <a:gd name="connsiteY4" fmla="*/ 37878 h 52255"/>
                    <a:gd name="connsiteX5" fmla="*/ 3 w 33974"/>
                    <a:gd name="connsiteY5" fmla="*/ 14994 h 52255"/>
                    <a:gd name="connsiteX6" fmla="*/ 16294 w 33974"/>
                    <a:gd name="connsiteY6" fmla="*/ 91 h 52255"/>
                    <a:gd name="connsiteX7" fmla="*/ 20892 w 33974"/>
                    <a:gd name="connsiteY7" fmla="*/ 593 h 52255"/>
                    <a:gd name="connsiteX8" fmla="*/ 33840 w 33974"/>
                    <a:gd name="connsiteY8" fmla="*/ 17174 h 52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974" h="52255">
                      <a:moveTo>
                        <a:pt x="33840" y="17174"/>
                      </a:moveTo>
                      <a:lnTo>
                        <a:pt x="30788" y="39529"/>
                      </a:lnTo>
                      <a:cubicBezTo>
                        <a:pt x="29810" y="46690"/>
                        <a:pt x="23772" y="52068"/>
                        <a:pt x="16545" y="52226"/>
                      </a:cubicBezTo>
                      <a:lnTo>
                        <a:pt x="15488" y="52253"/>
                      </a:lnTo>
                      <a:cubicBezTo>
                        <a:pt x="7376" y="52424"/>
                        <a:pt x="664" y="45990"/>
                        <a:pt x="492" y="37878"/>
                      </a:cubicBezTo>
                      <a:lnTo>
                        <a:pt x="3" y="14994"/>
                      </a:lnTo>
                      <a:cubicBezTo>
                        <a:pt x="-182" y="6129"/>
                        <a:pt x="7468" y="-887"/>
                        <a:pt x="16294" y="91"/>
                      </a:cubicBezTo>
                      <a:lnTo>
                        <a:pt x="20892" y="593"/>
                      </a:lnTo>
                      <a:cubicBezTo>
                        <a:pt x="29096" y="1492"/>
                        <a:pt x="34949" y="8996"/>
                        <a:pt x="33840" y="1717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46" name="Graphique 4366">
                  <a:extLst>
                    <a:ext uri="{FF2B5EF4-FFF2-40B4-BE49-F238E27FC236}">
                      <a16:creationId xmlns:a16="http://schemas.microsoft.com/office/drawing/2014/main" id="{AB554868-C8A1-CB45-C79E-AAF054F6F810}"/>
                    </a:ext>
                  </a:extLst>
                </p:cNvPr>
                <p:cNvGrpSpPr/>
                <p:nvPr/>
              </p:nvGrpSpPr>
              <p:grpSpPr>
                <a:xfrm>
                  <a:off x="432677" y="613520"/>
                  <a:ext cx="273314" cy="264757"/>
                  <a:chOff x="432677" y="613520"/>
                  <a:chExt cx="273314" cy="264757"/>
                </a:xfrm>
                <a:solidFill>
                  <a:srgbClr val="332989"/>
                </a:solidFill>
              </p:grpSpPr>
              <p:sp>
                <p:nvSpPr>
                  <p:cNvPr id="2557" name="Forme libre : forme 2556">
                    <a:extLst>
                      <a:ext uri="{FF2B5EF4-FFF2-40B4-BE49-F238E27FC236}">
                        <a16:creationId xmlns:a16="http://schemas.microsoft.com/office/drawing/2014/main" id="{7C72E801-51AC-3395-9489-521A0C560010}"/>
                      </a:ext>
                    </a:extLst>
                  </p:cNvPr>
                  <p:cNvSpPr/>
                  <p:nvPr/>
                </p:nvSpPr>
                <p:spPr>
                  <a:xfrm>
                    <a:off x="515265" y="613520"/>
                    <a:ext cx="93959" cy="173828"/>
                  </a:xfrm>
                  <a:custGeom>
                    <a:avLst/>
                    <a:gdLst>
                      <a:gd name="connsiteX0" fmla="*/ 49 w 93959"/>
                      <a:gd name="connsiteY0" fmla="*/ 5322 h 173828"/>
                      <a:gd name="connsiteX1" fmla="*/ 9099 w 93959"/>
                      <a:gd name="connsiteY1" fmla="*/ 1346 h 173828"/>
                      <a:gd name="connsiteX2" fmla="*/ 29036 w 93959"/>
                      <a:gd name="connsiteY2" fmla="*/ 34442 h 173828"/>
                      <a:gd name="connsiteX3" fmla="*/ 45974 w 93959"/>
                      <a:gd name="connsiteY3" fmla="*/ 76787 h 173828"/>
                      <a:gd name="connsiteX4" fmla="*/ 59517 w 93959"/>
                      <a:gd name="connsiteY4" fmla="*/ 122844 h 173828"/>
                      <a:gd name="connsiteX5" fmla="*/ 84858 w 93959"/>
                      <a:gd name="connsiteY5" fmla="*/ 68833 h 173828"/>
                      <a:gd name="connsiteX6" fmla="*/ 93763 w 93959"/>
                      <a:gd name="connsiteY6" fmla="*/ 72361 h 173828"/>
                      <a:gd name="connsiteX7" fmla="*/ 65581 w 93959"/>
                      <a:gd name="connsiteY7" fmla="*/ 166603 h 173828"/>
                      <a:gd name="connsiteX8" fmla="*/ 46173 w 93959"/>
                      <a:gd name="connsiteY8" fmla="*/ 164396 h 173828"/>
                      <a:gd name="connsiteX9" fmla="*/ 25892 w 93959"/>
                      <a:gd name="connsiteY9" fmla="*/ 79139 h 173828"/>
                      <a:gd name="connsiteX10" fmla="*/ 10222 w 93959"/>
                      <a:gd name="connsiteY10" fmla="*/ 40057 h 173828"/>
                      <a:gd name="connsiteX11" fmla="*/ 62 w 93959"/>
                      <a:gd name="connsiteY11" fmla="*/ 5309 h 1738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93959" h="173828">
                        <a:moveTo>
                          <a:pt x="49" y="5322"/>
                        </a:moveTo>
                        <a:cubicBezTo>
                          <a:pt x="327" y="487"/>
                          <a:pt x="5374" y="-1574"/>
                          <a:pt x="9099" y="1346"/>
                        </a:cubicBezTo>
                        <a:cubicBezTo>
                          <a:pt x="19603" y="9616"/>
                          <a:pt x="23871" y="22458"/>
                          <a:pt x="29036" y="34442"/>
                        </a:cubicBezTo>
                        <a:cubicBezTo>
                          <a:pt x="35061" y="48407"/>
                          <a:pt x="40848" y="62478"/>
                          <a:pt x="45974" y="76787"/>
                        </a:cubicBezTo>
                        <a:cubicBezTo>
                          <a:pt x="51391" y="91875"/>
                          <a:pt x="56002" y="107241"/>
                          <a:pt x="59517" y="122844"/>
                        </a:cubicBezTo>
                        <a:cubicBezTo>
                          <a:pt x="66480" y="104215"/>
                          <a:pt x="74579" y="86062"/>
                          <a:pt x="84858" y="68833"/>
                        </a:cubicBezTo>
                        <a:cubicBezTo>
                          <a:pt x="87579" y="64262"/>
                          <a:pt x="95282" y="66931"/>
                          <a:pt x="93763" y="72361"/>
                        </a:cubicBezTo>
                        <a:cubicBezTo>
                          <a:pt x="84884" y="103938"/>
                          <a:pt x="73958" y="134867"/>
                          <a:pt x="65581" y="166603"/>
                        </a:cubicBezTo>
                        <a:cubicBezTo>
                          <a:pt x="62635" y="177793"/>
                          <a:pt x="47322" y="175151"/>
                          <a:pt x="46173" y="164396"/>
                        </a:cubicBezTo>
                        <a:cubicBezTo>
                          <a:pt x="43055" y="135013"/>
                          <a:pt x="35960" y="106897"/>
                          <a:pt x="25892" y="79139"/>
                        </a:cubicBezTo>
                        <a:cubicBezTo>
                          <a:pt x="21096" y="65940"/>
                          <a:pt x="15758" y="52952"/>
                          <a:pt x="10222" y="40057"/>
                        </a:cubicBezTo>
                        <a:cubicBezTo>
                          <a:pt x="5321" y="28642"/>
                          <a:pt x="-678" y="17993"/>
                          <a:pt x="62" y="5309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8" name="Forme libre : forme 2557">
                    <a:extLst>
                      <a:ext uri="{FF2B5EF4-FFF2-40B4-BE49-F238E27FC236}">
                        <a16:creationId xmlns:a16="http://schemas.microsoft.com/office/drawing/2014/main" id="{8AF698B4-CC8E-C34C-E07F-450A74F917E7}"/>
                      </a:ext>
                    </a:extLst>
                  </p:cNvPr>
                  <p:cNvSpPr/>
                  <p:nvPr/>
                </p:nvSpPr>
                <p:spPr>
                  <a:xfrm>
                    <a:off x="432677" y="623888"/>
                    <a:ext cx="273314" cy="254389"/>
                  </a:xfrm>
                  <a:custGeom>
                    <a:avLst/>
                    <a:gdLst>
                      <a:gd name="connsiteX0" fmla="*/ 68210 w 273314"/>
                      <a:gd name="connsiteY0" fmla="*/ 18366 h 254389"/>
                      <a:gd name="connsiteX1" fmla="*/ 72293 w 273314"/>
                      <a:gd name="connsiteY1" fmla="*/ 32028 h 254389"/>
                      <a:gd name="connsiteX2" fmla="*/ 49660 w 273314"/>
                      <a:gd name="connsiteY2" fmla="*/ 166725 h 254389"/>
                      <a:gd name="connsiteX3" fmla="*/ 116011 w 273314"/>
                      <a:gd name="connsiteY3" fmla="*/ 213747 h 254389"/>
                      <a:gd name="connsiteX4" fmla="*/ 193342 w 273314"/>
                      <a:gd name="connsiteY4" fmla="*/ 233962 h 254389"/>
                      <a:gd name="connsiteX5" fmla="*/ 246468 w 273314"/>
                      <a:gd name="connsiteY5" fmla="*/ 113124 h 254389"/>
                      <a:gd name="connsiteX6" fmla="*/ 141260 w 273314"/>
                      <a:gd name="connsiteY6" fmla="*/ 10413 h 254389"/>
                      <a:gd name="connsiteX7" fmla="*/ 143810 w 273314"/>
                      <a:gd name="connsiteY7" fmla="*/ 332 h 254389"/>
                      <a:gd name="connsiteX8" fmla="*/ 250616 w 273314"/>
                      <a:gd name="connsiteY8" fmla="*/ 89765 h 254389"/>
                      <a:gd name="connsiteX9" fmla="*/ 256958 w 273314"/>
                      <a:gd name="connsiteY9" fmla="*/ 220314 h 254389"/>
                      <a:gd name="connsiteX10" fmla="*/ 129276 w 273314"/>
                      <a:gd name="connsiteY10" fmla="*/ 244188 h 254389"/>
                      <a:gd name="connsiteX11" fmla="*/ 6615 w 273314"/>
                      <a:gd name="connsiteY11" fmla="*/ 143155 h 254389"/>
                      <a:gd name="connsiteX12" fmla="*/ 68223 w 273314"/>
                      <a:gd name="connsiteY12" fmla="*/ 18353 h 2543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73314" h="254389">
                        <a:moveTo>
                          <a:pt x="68210" y="18366"/>
                        </a:moveTo>
                        <a:cubicBezTo>
                          <a:pt x="77340" y="16662"/>
                          <a:pt x="80669" y="28341"/>
                          <a:pt x="72293" y="32028"/>
                        </a:cubicBezTo>
                        <a:cubicBezTo>
                          <a:pt x="16868" y="56417"/>
                          <a:pt x="9627" y="125120"/>
                          <a:pt x="49660" y="166725"/>
                        </a:cubicBezTo>
                        <a:cubicBezTo>
                          <a:pt x="68184" y="185962"/>
                          <a:pt x="92745" y="200905"/>
                          <a:pt x="116011" y="213747"/>
                        </a:cubicBezTo>
                        <a:cubicBezTo>
                          <a:pt x="139608" y="226774"/>
                          <a:pt x="165953" y="236723"/>
                          <a:pt x="193342" y="233962"/>
                        </a:cubicBezTo>
                        <a:cubicBezTo>
                          <a:pt x="256813" y="227580"/>
                          <a:pt x="265441" y="162986"/>
                          <a:pt x="246468" y="113124"/>
                        </a:cubicBezTo>
                        <a:cubicBezTo>
                          <a:pt x="228222" y="65177"/>
                          <a:pt x="189127" y="28156"/>
                          <a:pt x="141260" y="10413"/>
                        </a:cubicBezTo>
                        <a:cubicBezTo>
                          <a:pt x="135077" y="8127"/>
                          <a:pt x="137468" y="-1941"/>
                          <a:pt x="143810" y="332"/>
                        </a:cubicBezTo>
                        <a:cubicBezTo>
                          <a:pt x="188718" y="16437"/>
                          <a:pt x="226940" y="48199"/>
                          <a:pt x="250616" y="89765"/>
                        </a:cubicBezTo>
                        <a:cubicBezTo>
                          <a:pt x="272390" y="128000"/>
                          <a:pt x="285457" y="181932"/>
                          <a:pt x="256958" y="220314"/>
                        </a:cubicBezTo>
                        <a:cubicBezTo>
                          <a:pt x="227456" y="260029"/>
                          <a:pt x="171463" y="260743"/>
                          <a:pt x="129276" y="244188"/>
                        </a:cubicBezTo>
                        <a:cubicBezTo>
                          <a:pt x="82875" y="225982"/>
                          <a:pt x="25086" y="192185"/>
                          <a:pt x="6615" y="143155"/>
                        </a:cubicBezTo>
                        <a:cubicBezTo>
                          <a:pt x="-12741" y="91786"/>
                          <a:pt x="11147" y="29028"/>
                          <a:pt x="68223" y="18353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547" name="Forme libre : forme 2546">
                  <a:extLst>
                    <a:ext uri="{FF2B5EF4-FFF2-40B4-BE49-F238E27FC236}">
                      <a16:creationId xmlns:a16="http://schemas.microsoft.com/office/drawing/2014/main" id="{9F163A17-BE12-3681-B9F5-D95A06943E88}"/>
                    </a:ext>
                  </a:extLst>
                </p:cNvPr>
                <p:cNvSpPr/>
                <p:nvPr/>
              </p:nvSpPr>
              <p:spPr>
                <a:xfrm>
                  <a:off x="131423" y="571239"/>
                  <a:ext cx="7715" cy="426632"/>
                </a:xfrm>
                <a:custGeom>
                  <a:avLst/>
                  <a:gdLst>
                    <a:gd name="connsiteX0" fmla="*/ 2391 w 7715"/>
                    <a:gd name="connsiteY0" fmla="*/ 426633 h 426632"/>
                    <a:gd name="connsiteX1" fmla="*/ 4796 w 7715"/>
                    <a:gd name="connsiteY1" fmla="*/ 424241 h 426632"/>
                    <a:gd name="connsiteX2" fmla="*/ 7716 w 7715"/>
                    <a:gd name="connsiteY2" fmla="*/ 2418 h 426632"/>
                    <a:gd name="connsiteX3" fmla="*/ 5324 w 7715"/>
                    <a:gd name="connsiteY3" fmla="*/ 0 h 426632"/>
                    <a:gd name="connsiteX4" fmla="*/ 5324 w 7715"/>
                    <a:gd name="connsiteY4" fmla="*/ 0 h 426632"/>
                    <a:gd name="connsiteX5" fmla="*/ 2920 w 7715"/>
                    <a:gd name="connsiteY5" fmla="*/ 2391 h 426632"/>
                    <a:gd name="connsiteX6" fmla="*/ 0 w 7715"/>
                    <a:gd name="connsiteY6" fmla="*/ 424215 h 426632"/>
                    <a:gd name="connsiteX7" fmla="*/ 2391 w 7715"/>
                    <a:gd name="connsiteY7" fmla="*/ 426633 h 426632"/>
                    <a:gd name="connsiteX8" fmla="*/ 2405 w 7715"/>
                    <a:gd name="connsiteY8" fmla="*/ 426633 h 426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715" h="426632">
                      <a:moveTo>
                        <a:pt x="2391" y="426633"/>
                      </a:moveTo>
                      <a:cubicBezTo>
                        <a:pt x="3713" y="426633"/>
                        <a:pt x="4783" y="425562"/>
                        <a:pt x="4796" y="424241"/>
                      </a:cubicBezTo>
                      <a:lnTo>
                        <a:pt x="7716" y="2418"/>
                      </a:lnTo>
                      <a:cubicBezTo>
                        <a:pt x="7716" y="1083"/>
                        <a:pt x="6659" y="0"/>
                        <a:pt x="5324" y="0"/>
                      </a:cubicBezTo>
                      <a:lnTo>
                        <a:pt x="5324" y="0"/>
                      </a:lnTo>
                      <a:cubicBezTo>
                        <a:pt x="4003" y="0"/>
                        <a:pt x="2920" y="1070"/>
                        <a:pt x="2920" y="2391"/>
                      </a:cubicBezTo>
                      <a:lnTo>
                        <a:pt x="0" y="424215"/>
                      </a:lnTo>
                      <a:cubicBezTo>
                        <a:pt x="0" y="425549"/>
                        <a:pt x="1057" y="426633"/>
                        <a:pt x="2391" y="426633"/>
                      </a:cubicBezTo>
                      <a:lnTo>
                        <a:pt x="2405" y="4266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8" name="Forme libre : forme 2547">
                  <a:extLst>
                    <a:ext uri="{FF2B5EF4-FFF2-40B4-BE49-F238E27FC236}">
                      <a16:creationId xmlns:a16="http://schemas.microsoft.com/office/drawing/2014/main" id="{87DE7885-428A-B67D-38D3-CB4E0B08FD4E}"/>
                    </a:ext>
                  </a:extLst>
                </p:cNvPr>
                <p:cNvSpPr/>
                <p:nvPr/>
              </p:nvSpPr>
              <p:spPr>
                <a:xfrm rot="-1689002">
                  <a:off x="1014545" y="304196"/>
                  <a:ext cx="51395" cy="51395"/>
                </a:xfrm>
                <a:custGeom>
                  <a:avLst/>
                  <a:gdLst>
                    <a:gd name="connsiteX0" fmla="*/ 51395 w 51395"/>
                    <a:gd name="connsiteY0" fmla="*/ 25698 h 51395"/>
                    <a:gd name="connsiteX1" fmla="*/ 25698 w 51395"/>
                    <a:gd name="connsiteY1" fmla="*/ 51395 h 51395"/>
                    <a:gd name="connsiteX2" fmla="*/ 0 w 51395"/>
                    <a:gd name="connsiteY2" fmla="*/ 25698 h 51395"/>
                    <a:gd name="connsiteX3" fmla="*/ 25698 w 51395"/>
                    <a:gd name="connsiteY3" fmla="*/ 0 h 51395"/>
                    <a:gd name="connsiteX4" fmla="*/ 51395 w 51395"/>
                    <a:gd name="connsiteY4" fmla="*/ 25698 h 5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95" h="51395">
                      <a:moveTo>
                        <a:pt x="51395" y="25698"/>
                      </a:moveTo>
                      <a:cubicBezTo>
                        <a:pt x="51395" y="39890"/>
                        <a:pt x="39890" y="51395"/>
                        <a:pt x="25698" y="51395"/>
                      </a:cubicBezTo>
                      <a:cubicBezTo>
                        <a:pt x="11505" y="51395"/>
                        <a:pt x="0" y="39890"/>
                        <a:pt x="0" y="25698"/>
                      </a:cubicBezTo>
                      <a:cubicBezTo>
                        <a:pt x="0" y="11505"/>
                        <a:pt x="11505" y="0"/>
                        <a:pt x="25698" y="0"/>
                      </a:cubicBezTo>
                      <a:cubicBezTo>
                        <a:pt x="39890" y="0"/>
                        <a:pt x="51395" y="11505"/>
                        <a:pt x="51395" y="25698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9" name="Forme libre : forme 2548">
                  <a:extLst>
                    <a:ext uri="{FF2B5EF4-FFF2-40B4-BE49-F238E27FC236}">
                      <a16:creationId xmlns:a16="http://schemas.microsoft.com/office/drawing/2014/main" id="{6BA3FFB0-77E2-2D10-6D38-9A1E67042714}"/>
                    </a:ext>
                  </a:extLst>
                </p:cNvPr>
                <p:cNvSpPr/>
                <p:nvPr/>
              </p:nvSpPr>
              <p:spPr>
                <a:xfrm rot="-3253199">
                  <a:off x="803947" y="302092"/>
                  <a:ext cx="51395" cy="51395"/>
                </a:xfrm>
                <a:custGeom>
                  <a:avLst/>
                  <a:gdLst>
                    <a:gd name="connsiteX0" fmla="*/ 51395 w 51395"/>
                    <a:gd name="connsiteY0" fmla="*/ 25698 h 51395"/>
                    <a:gd name="connsiteX1" fmla="*/ 25698 w 51395"/>
                    <a:gd name="connsiteY1" fmla="*/ 51395 h 51395"/>
                    <a:gd name="connsiteX2" fmla="*/ 0 w 51395"/>
                    <a:gd name="connsiteY2" fmla="*/ 25698 h 51395"/>
                    <a:gd name="connsiteX3" fmla="*/ 25698 w 51395"/>
                    <a:gd name="connsiteY3" fmla="*/ 0 h 51395"/>
                    <a:gd name="connsiteX4" fmla="*/ 51395 w 51395"/>
                    <a:gd name="connsiteY4" fmla="*/ 25698 h 5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95" h="51395">
                      <a:moveTo>
                        <a:pt x="51395" y="25698"/>
                      </a:moveTo>
                      <a:cubicBezTo>
                        <a:pt x="51395" y="39890"/>
                        <a:pt x="39890" y="51395"/>
                        <a:pt x="25698" y="51395"/>
                      </a:cubicBezTo>
                      <a:cubicBezTo>
                        <a:pt x="11505" y="51395"/>
                        <a:pt x="0" y="39890"/>
                        <a:pt x="0" y="25698"/>
                      </a:cubicBezTo>
                      <a:cubicBezTo>
                        <a:pt x="0" y="11505"/>
                        <a:pt x="11505" y="0"/>
                        <a:pt x="25698" y="0"/>
                      </a:cubicBezTo>
                      <a:cubicBezTo>
                        <a:pt x="39890" y="0"/>
                        <a:pt x="51395" y="11505"/>
                        <a:pt x="51395" y="25698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0" name="Forme libre : forme 2549">
                  <a:extLst>
                    <a:ext uri="{FF2B5EF4-FFF2-40B4-BE49-F238E27FC236}">
                      <a16:creationId xmlns:a16="http://schemas.microsoft.com/office/drawing/2014/main" id="{16527D5E-E4D6-D0AE-C6FC-D16DF3DE00E3}"/>
                    </a:ext>
                  </a:extLst>
                </p:cNvPr>
                <p:cNvSpPr/>
                <p:nvPr/>
              </p:nvSpPr>
              <p:spPr>
                <a:xfrm rot="-339000">
                  <a:off x="591369" y="295262"/>
                  <a:ext cx="51395" cy="51395"/>
                </a:xfrm>
                <a:custGeom>
                  <a:avLst/>
                  <a:gdLst>
                    <a:gd name="connsiteX0" fmla="*/ 51395 w 51395"/>
                    <a:gd name="connsiteY0" fmla="*/ 25698 h 51395"/>
                    <a:gd name="connsiteX1" fmla="*/ 25698 w 51395"/>
                    <a:gd name="connsiteY1" fmla="*/ 51395 h 51395"/>
                    <a:gd name="connsiteX2" fmla="*/ 0 w 51395"/>
                    <a:gd name="connsiteY2" fmla="*/ 25698 h 51395"/>
                    <a:gd name="connsiteX3" fmla="*/ 25698 w 51395"/>
                    <a:gd name="connsiteY3" fmla="*/ 0 h 51395"/>
                    <a:gd name="connsiteX4" fmla="*/ 51395 w 51395"/>
                    <a:gd name="connsiteY4" fmla="*/ 25698 h 5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95" h="51395">
                      <a:moveTo>
                        <a:pt x="51395" y="25698"/>
                      </a:moveTo>
                      <a:cubicBezTo>
                        <a:pt x="51395" y="39890"/>
                        <a:pt x="39890" y="51395"/>
                        <a:pt x="25698" y="51395"/>
                      </a:cubicBezTo>
                      <a:cubicBezTo>
                        <a:pt x="11505" y="51395"/>
                        <a:pt x="0" y="39890"/>
                        <a:pt x="0" y="25698"/>
                      </a:cubicBezTo>
                      <a:cubicBezTo>
                        <a:pt x="0" y="11505"/>
                        <a:pt x="11505" y="0"/>
                        <a:pt x="25698" y="0"/>
                      </a:cubicBezTo>
                      <a:cubicBezTo>
                        <a:pt x="39890" y="0"/>
                        <a:pt x="51395" y="11505"/>
                        <a:pt x="51395" y="25698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1" name="Forme libre : forme 2550">
                  <a:extLst>
                    <a:ext uri="{FF2B5EF4-FFF2-40B4-BE49-F238E27FC236}">
                      <a16:creationId xmlns:a16="http://schemas.microsoft.com/office/drawing/2014/main" id="{69A1DAC0-BB64-B6A2-E1D8-3EACE630B768}"/>
                    </a:ext>
                  </a:extLst>
                </p:cNvPr>
                <p:cNvSpPr/>
                <p:nvPr/>
              </p:nvSpPr>
              <p:spPr>
                <a:xfrm rot="-1105800">
                  <a:off x="380807" y="285365"/>
                  <a:ext cx="51395" cy="51395"/>
                </a:xfrm>
                <a:custGeom>
                  <a:avLst/>
                  <a:gdLst>
                    <a:gd name="connsiteX0" fmla="*/ 51395 w 51395"/>
                    <a:gd name="connsiteY0" fmla="*/ 25698 h 51395"/>
                    <a:gd name="connsiteX1" fmla="*/ 25698 w 51395"/>
                    <a:gd name="connsiteY1" fmla="*/ 51395 h 51395"/>
                    <a:gd name="connsiteX2" fmla="*/ 0 w 51395"/>
                    <a:gd name="connsiteY2" fmla="*/ 25698 h 51395"/>
                    <a:gd name="connsiteX3" fmla="*/ 25698 w 51395"/>
                    <a:gd name="connsiteY3" fmla="*/ 0 h 51395"/>
                    <a:gd name="connsiteX4" fmla="*/ 51395 w 51395"/>
                    <a:gd name="connsiteY4" fmla="*/ 25698 h 51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95" h="51395">
                      <a:moveTo>
                        <a:pt x="51395" y="25698"/>
                      </a:moveTo>
                      <a:cubicBezTo>
                        <a:pt x="51395" y="39890"/>
                        <a:pt x="39890" y="51395"/>
                        <a:pt x="25698" y="51395"/>
                      </a:cubicBezTo>
                      <a:cubicBezTo>
                        <a:pt x="11505" y="51395"/>
                        <a:pt x="0" y="39890"/>
                        <a:pt x="0" y="25698"/>
                      </a:cubicBezTo>
                      <a:cubicBezTo>
                        <a:pt x="0" y="11505"/>
                        <a:pt x="11505" y="0"/>
                        <a:pt x="25698" y="0"/>
                      </a:cubicBezTo>
                      <a:cubicBezTo>
                        <a:pt x="39890" y="0"/>
                        <a:pt x="51395" y="11505"/>
                        <a:pt x="51395" y="25698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52" name="Graphique 4366">
                  <a:extLst>
                    <a:ext uri="{FF2B5EF4-FFF2-40B4-BE49-F238E27FC236}">
                      <a16:creationId xmlns:a16="http://schemas.microsoft.com/office/drawing/2014/main" id="{7AE8BF38-82C6-6F3A-F645-474AA3DDE281}"/>
                    </a:ext>
                  </a:extLst>
                </p:cNvPr>
                <p:cNvGrpSpPr/>
                <p:nvPr/>
              </p:nvGrpSpPr>
              <p:grpSpPr>
                <a:xfrm>
                  <a:off x="319736" y="131827"/>
                  <a:ext cx="736676" cy="208490"/>
                  <a:chOff x="319736" y="131827"/>
                  <a:chExt cx="736676" cy="208490"/>
                </a:xfrm>
                <a:solidFill>
                  <a:srgbClr val="E3E1F6"/>
                </a:solidFill>
              </p:grpSpPr>
              <p:sp>
                <p:nvSpPr>
                  <p:cNvPr id="2553" name="Forme libre : forme 2552">
                    <a:extLst>
                      <a:ext uri="{FF2B5EF4-FFF2-40B4-BE49-F238E27FC236}">
                        <a16:creationId xmlns:a16="http://schemas.microsoft.com/office/drawing/2014/main" id="{E9471E98-84EB-B665-8345-3AD7F4113D1A}"/>
                      </a:ext>
                    </a:extLst>
                  </p:cNvPr>
                  <p:cNvSpPr/>
                  <p:nvPr/>
                </p:nvSpPr>
                <p:spPr>
                  <a:xfrm>
                    <a:off x="319736" y="131827"/>
                    <a:ext cx="104926" cy="189768"/>
                  </a:xfrm>
                  <a:custGeom>
                    <a:avLst/>
                    <a:gdLst>
                      <a:gd name="connsiteX0" fmla="*/ 67223 w 104926"/>
                      <a:gd name="connsiteY0" fmla="*/ 1099 h 189768"/>
                      <a:gd name="connsiteX1" fmla="*/ 102909 w 104926"/>
                      <a:gd name="connsiteY1" fmla="*/ 170518 h 189768"/>
                      <a:gd name="connsiteX2" fmla="*/ 82140 w 104926"/>
                      <a:gd name="connsiteY2" fmla="*/ 189769 h 189768"/>
                      <a:gd name="connsiteX3" fmla="*/ 74212 w 104926"/>
                      <a:gd name="connsiteY3" fmla="*/ 186214 h 189768"/>
                      <a:gd name="connsiteX4" fmla="*/ 71544 w 104926"/>
                      <a:gd name="connsiteY4" fmla="*/ 177944 h 189768"/>
                      <a:gd name="connsiteX5" fmla="*/ 51395 w 104926"/>
                      <a:gd name="connsiteY5" fmla="*/ 37102 h 189768"/>
                      <a:gd name="connsiteX6" fmla="*/ 24707 w 104926"/>
                      <a:gd name="connsiteY6" fmla="*/ 77307 h 189768"/>
                      <a:gd name="connsiteX7" fmla="*/ 0 w 104926"/>
                      <a:gd name="connsiteY7" fmla="*/ 77307 h 189768"/>
                      <a:gd name="connsiteX8" fmla="*/ 67223 w 104926"/>
                      <a:gd name="connsiteY8" fmla="*/ 1099 h 1897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4926" h="189768">
                        <a:moveTo>
                          <a:pt x="67223" y="1099"/>
                        </a:moveTo>
                        <a:cubicBezTo>
                          <a:pt x="110480" y="10533"/>
                          <a:pt x="106397" y="124329"/>
                          <a:pt x="102909" y="170518"/>
                        </a:cubicBezTo>
                        <a:cubicBezTo>
                          <a:pt x="102090" y="181392"/>
                          <a:pt x="93040" y="189769"/>
                          <a:pt x="82140" y="189769"/>
                        </a:cubicBezTo>
                        <a:cubicBezTo>
                          <a:pt x="79114" y="189769"/>
                          <a:pt x="76234" y="188461"/>
                          <a:pt x="74212" y="186214"/>
                        </a:cubicBezTo>
                        <a:cubicBezTo>
                          <a:pt x="72191" y="183968"/>
                          <a:pt x="71227" y="180943"/>
                          <a:pt x="71544" y="177944"/>
                        </a:cubicBezTo>
                        <a:cubicBezTo>
                          <a:pt x="75283" y="143024"/>
                          <a:pt x="83223" y="42480"/>
                          <a:pt x="51395" y="37102"/>
                        </a:cubicBezTo>
                        <a:cubicBezTo>
                          <a:pt x="51395" y="37102"/>
                          <a:pt x="28551" y="33060"/>
                          <a:pt x="24707" y="77307"/>
                        </a:cubicBezTo>
                        <a:lnTo>
                          <a:pt x="0" y="77307"/>
                        </a:lnTo>
                        <a:cubicBezTo>
                          <a:pt x="0" y="77307"/>
                          <a:pt x="12855" y="-10765"/>
                          <a:pt x="67223" y="1099"/>
                        </a:cubicBezTo>
                        <a:close/>
                      </a:path>
                    </a:pathLst>
                  </a:custGeom>
                  <a:solidFill>
                    <a:srgbClr val="E3E1F6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4" name="Forme libre : forme 2553">
                    <a:extLst>
                      <a:ext uri="{FF2B5EF4-FFF2-40B4-BE49-F238E27FC236}">
                        <a16:creationId xmlns:a16="http://schemas.microsoft.com/office/drawing/2014/main" id="{4ABF40A3-9690-24AE-71D0-E445745E14AB}"/>
                      </a:ext>
                    </a:extLst>
                  </p:cNvPr>
                  <p:cNvSpPr/>
                  <p:nvPr/>
                </p:nvSpPr>
                <p:spPr>
                  <a:xfrm>
                    <a:off x="530324" y="137679"/>
                    <a:ext cx="104926" cy="189835"/>
                  </a:xfrm>
                  <a:custGeom>
                    <a:avLst/>
                    <a:gdLst>
                      <a:gd name="connsiteX0" fmla="*/ 67223 w 104926"/>
                      <a:gd name="connsiteY0" fmla="*/ 1100 h 189835"/>
                      <a:gd name="connsiteX1" fmla="*/ 102909 w 104926"/>
                      <a:gd name="connsiteY1" fmla="*/ 170559 h 189835"/>
                      <a:gd name="connsiteX2" fmla="*/ 82140 w 104926"/>
                      <a:gd name="connsiteY2" fmla="*/ 189836 h 189835"/>
                      <a:gd name="connsiteX3" fmla="*/ 74212 w 104926"/>
                      <a:gd name="connsiteY3" fmla="*/ 186295 h 189835"/>
                      <a:gd name="connsiteX4" fmla="*/ 71544 w 104926"/>
                      <a:gd name="connsiteY4" fmla="*/ 178024 h 189835"/>
                      <a:gd name="connsiteX5" fmla="*/ 51395 w 104926"/>
                      <a:gd name="connsiteY5" fmla="*/ 37103 h 189835"/>
                      <a:gd name="connsiteX6" fmla="*/ 24707 w 104926"/>
                      <a:gd name="connsiteY6" fmla="*/ 77229 h 189835"/>
                      <a:gd name="connsiteX7" fmla="*/ 0 w 104926"/>
                      <a:gd name="connsiteY7" fmla="*/ 77229 h 189835"/>
                      <a:gd name="connsiteX8" fmla="*/ 67223 w 104926"/>
                      <a:gd name="connsiteY8" fmla="*/ 1100 h 189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4926" h="189835">
                        <a:moveTo>
                          <a:pt x="67223" y="1100"/>
                        </a:moveTo>
                        <a:cubicBezTo>
                          <a:pt x="110480" y="10534"/>
                          <a:pt x="106397" y="124369"/>
                          <a:pt x="102909" y="170559"/>
                        </a:cubicBezTo>
                        <a:cubicBezTo>
                          <a:pt x="102090" y="181433"/>
                          <a:pt x="93040" y="189836"/>
                          <a:pt x="82140" y="189836"/>
                        </a:cubicBezTo>
                        <a:cubicBezTo>
                          <a:pt x="79114" y="189836"/>
                          <a:pt x="76234" y="188541"/>
                          <a:pt x="74212" y="186295"/>
                        </a:cubicBezTo>
                        <a:cubicBezTo>
                          <a:pt x="72191" y="184049"/>
                          <a:pt x="71227" y="181036"/>
                          <a:pt x="71544" y="178024"/>
                        </a:cubicBezTo>
                        <a:cubicBezTo>
                          <a:pt x="75283" y="143104"/>
                          <a:pt x="83223" y="42481"/>
                          <a:pt x="51395" y="37103"/>
                        </a:cubicBezTo>
                        <a:cubicBezTo>
                          <a:pt x="51395" y="37103"/>
                          <a:pt x="28551" y="33946"/>
                          <a:pt x="24707" y="77229"/>
                        </a:cubicBezTo>
                        <a:lnTo>
                          <a:pt x="0" y="77229"/>
                        </a:lnTo>
                        <a:cubicBezTo>
                          <a:pt x="0" y="77229"/>
                          <a:pt x="12855" y="-10764"/>
                          <a:pt x="67223" y="1100"/>
                        </a:cubicBezTo>
                        <a:close/>
                      </a:path>
                    </a:pathLst>
                  </a:custGeom>
                  <a:solidFill>
                    <a:srgbClr val="E3E1F6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5" name="Forme libre : forme 2554">
                    <a:extLst>
                      <a:ext uri="{FF2B5EF4-FFF2-40B4-BE49-F238E27FC236}">
                        <a16:creationId xmlns:a16="http://schemas.microsoft.com/office/drawing/2014/main" id="{4A4DEF6A-ED2D-88C3-3AAB-5F13B4E0B6DD}"/>
                      </a:ext>
                    </a:extLst>
                  </p:cNvPr>
                  <p:cNvSpPr/>
                  <p:nvPr/>
                </p:nvSpPr>
                <p:spPr>
                  <a:xfrm>
                    <a:off x="740912" y="143545"/>
                    <a:ext cx="104926" cy="189888"/>
                  </a:xfrm>
                  <a:custGeom>
                    <a:avLst/>
                    <a:gdLst>
                      <a:gd name="connsiteX0" fmla="*/ 67223 w 104926"/>
                      <a:gd name="connsiteY0" fmla="*/ 1114 h 189888"/>
                      <a:gd name="connsiteX1" fmla="*/ 102909 w 104926"/>
                      <a:gd name="connsiteY1" fmla="*/ 170599 h 189888"/>
                      <a:gd name="connsiteX2" fmla="*/ 82140 w 104926"/>
                      <a:gd name="connsiteY2" fmla="*/ 189889 h 189888"/>
                      <a:gd name="connsiteX3" fmla="*/ 74212 w 104926"/>
                      <a:gd name="connsiteY3" fmla="*/ 186348 h 189888"/>
                      <a:gd name="connsiteX4" fmla="*/ 71544 w 104926"/>
                      <a:gd name="connsiteY4" fmla="*/ 178077 h 189888"/>
                      <a:gd name="connsiteX5" fmla="*/ 51395 w 104926"/>
                      <a:gd name="connsiteY5" fmla="*/ 37104 h 189888"/>
                      <a:gd name="connsiteX6" fmla="*/ 24720 w 104926"/>
                      <a:gd name="connsiteY6" fmla="*/ 78035 h 189888"/>
                      <a:gd name="connsiteX7" fmla="*/ 0 w 104926"/>
                      <a:gd name="connsiteY7" fmla="*/ 77176 h 189888"/>
                      <a:gd name="connsiteX8" fmla="*/ 67223 w 104926"/>
                      <a:gd name="connsiteY8" fmla="*/ 1101 h 1898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4926" h="189888">
                        <a:moveTo>
                          <a:pt x="67223" y="1114"/>
                        </a:moveTo>
                        <a:cubicBezTo>
                          <a:pt x="110480" y="10548"/>
                          <a:pt x="106397" y="124410"/>
                          <a:pt x="102909" y="170599"/>
                        </a:cubicBezTo>
                        <a:cubicBezTo>
                          <a:pt x="102090" y="181473"/>
                          <a:pt x="93040" y="189889"/>
                          <a:pt x="82140" y="189889"/>
                        </a:cubicBezTo>
                        <a:cubicBezTo>
                          <a:pt x="79114" y="189889"/>
                          <a:pt x="76234" y="188607"/>
                          <a:pt x="74212" y="186348"/>
                        </a:cubicBezTo>
                        <a:cubicBezTo>
                          <a:pt x="72191" y="184102"/>
                          <a:pt x="71227" y="181090"/>
                          <a:pt x="71544" y="178077"/>
                        </a:cubicBezTo>
                        <a:cubicBezTo>
                          <a:pt x="75283" y="143158"/>
                          <a:pt x="83223" y="42481"/>
                          <a:pt x="51395" y="37104"/>
                        </a:cubicBezTo>
                        <a:cubicBezTo>
                          <a:pt x="51395" y="37104"/>
                          <a:pt x="28565" y="34528"/>
                          <a:pt x="24720" y="78035"/>
                        </a:cubicBezTo>
                        <a:lnTo>
                          <a:pt x="0" y="77176"/>
                        </a:lnTo>
                        <a:cubicBezTo>
                          <a:pt x="0" y="77176"/>
                          <a:pt x="12855" y="-10764"/>
                          <a:pt x="67223" y="1101"/>
                        </a:cubicBezTo>
                        <a:close/>
                      </a:path>
                    </a:pathLst>
                  </a:custGeom>
                  <a:solidFill>
                    <a:srgbClr val="E3E1F6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6" name="Forme libre : forme 2555">
                    <a:extLst>
                      <a:ext uri="{FF2B5EF4-FFF2-40B4-BE49-F238E27FC236}">
                        <a16:creationId xmlns:a16="http://schemas.microsoft.com/office/drawing/2014/main" id="{1E36A3E7-3889-B040-D65A-698273BB2E98}"/>
                      </a:ext>
                    </a:extLst>
                  </p:cNvPr>
                  <p:cNvSpPr/>
                  <p:nvPr/>
                </p:nvSpPr>
                <p:spPr>
                  <a:xfrm>
                    <a:off x="951486" y="150348"/>
                    <a:ext cx="104926" cy="189969"/>
                  </a:xfrm>
                  <a:custGeom>
                    <a:avLst/>
                    <a:gdLst>
                      <a:gd name="connsiteX0" fmla="*/ 67223 w 104926"/>
                      <a:gd name="connsiteY0" fmla="*/ 1102 h 189969"/>
                      <a:gd name="connsiteX1" fmla="*/ 102909 w 104926"/>
                      <a:gd name="connsiteY1" fmla="*/ 170654 h 189969"/>
                      <a:gd name="connsiteX2" fmla="*/ 82140 w 104926"/>
                      <a:gd name="connsiteY2" fmla="*/ 189970 h 189969"/>
                      <a:gd name="connsiteX3" fmla="*/ 74212 w 104926"/>
                      <a:gd name="connsiteY3" fmla="*/ 186442 h 189969"/>
                      <a:gd name="connsiteX4" fmla="*/ 71544 w 104926"/>
                      <a:gd name="connsiteY4" fmla="*/ 178185 h 189969"/>
                      <a:gd name="connsiteX5" fmla="*/ 51395 w 104926"/>
                      <a:gd name="connsiteY5" fmla="*/ 37092 h 189969"/>
                      <a:gd name="connsiteX6" fmla="*/ 24707 w 104926"/>
                      <a:gd name="connsiteY6" fmla="*/ 77046 h 189969"/>
                      <a:gd name="connsiteX7" fmla="*/ 0 w 104926"/>
                      <a:gd name="connsiteY7" fmla="*/ 77046 h 189969"/>
                      <a:gd name="connsiteX8" fmla="*/ 67223 w 104926"/>
                      <a:gd name="connsiteY8" fmla="*/ 1102 h 189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4926" h="189969">
                        <a:moveTo>
                          <a:pt x="67223" y="1102"/>
                        </a:moveTo>
                        <a:cubicBezTo>
                          <a:pt x="110480" y="10536"/>
                          <a:pt x="106397" y="124451"/>
                          <a:pt x="102909" y="170654"/>
                        </a:cubicBezTo>
                        <a:cubicBezTo>
                          <a:pt x="102090" y="181527"/>
                          <a:pt x="93040" y="189970"/>
                          <a:pt x="82140" y="189970"/>
                        </a:cubicBezTo>
                        <a:cubicBezTo>
                          <a:pt x="79114" y="189970"/>
                          <a:pt x="76234" y="188701"/>
                          <a:pt x="74212" y="186442"/>
                        </a:cubicBezTo>
                        <a:cubicBezTo>
                          <a:pt x="72191" y="184196"/>
                          <a:pt x="71227" y="181197"/>
                          <a:pt x="71544" y="178185"/>
                        </a:cubicBezTo>
                        <a:cubicBezTo>
                          <a:pt x="75283" y="143265"/>
                          <a:pt x="83223" y="42470"/>
                          <a:pt x="51395" y="37092"/>
                        </a:cubicBezTo>
                        <a:cubicBezTo>
                          <a:pt x="51395" y="37092"/>
                          <a:pt x="28551" y="33763"/>
                          <a:pt x="24707" y="77046"/>
                        </a:cubicBezTo>
                        <a:lnTo>
                          <a:pt x="0" y="77046"/>
                        </a:lnTo>
                        <a:cubicBezTo>
                          <a:pt x="0" y="77046"/>
                          <a:pt x="12855" y="-10762"/>
                          <a:pt x="67223" y="1102"/>
                        </a:cubicBezTo>
                        <a:close/>
                      </a:path>
                    </a:pathLst>
                  </a:custGeom>
                  <a:solidFill>
                    <a:srgbClr val="E3E1F6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465" name="Graphique 4366">
                <a:extLst>
                  <a:ext uri="{FF2B5EF4-FFF2-40B4-BE49-F238E27FC236}">
                    <a16:creationId xmlns:a16="http://schemas.microsoft.com/office/drawing/2014/main" id="{AF77A956-89BE-CDAD-233C-3B196D5D754F}"/>
                  </a:ext>
                </a:extLst>
              </p:cNvPr>
              <p:cNvGrpSpPr/>
              <p:nvPr/>
            </p:nvGrpSpPr>
            <p:grpSpPr>
              <a:xfrm>
                <a:off x="31631" y="442111"/>
                <a:ext cx="278733" cy="735432"/>
                <a:chOff x="31631" y="442111"/>
                <a:chExt cx="278733" cy="735432"/>
              </a:xfrm>
            </p:grpSpPr>
            <p:grpSp>
              <p:nvGrpSpPr>
                <p:cNvPr id="2487" name="Graphique 4366">
                  <a:extLst>
                    <a:ext uri="{FF2B5EF4-FFF2-40B4-BE49-F238E27FC236}">
                      <a16:creationId xmlns:a16="http://schemas.microsoft.com/office/drawing/2014/main" id="{50D7BCC6-ACD2-2147-4EFD-A8AB0216AC48}"/>
                    </a:ext>
                  </a:extLst>
                </p:cNvPr>
                <p:cNvGrpSpPr/>
                <p:nvPr/>
              </p:nvGrpSpPr>
              <p:grpSpPr>
                <a:xfrm>
                  <a:off x="31631" y="442111"/>
                  <a:ext cx="278733" cy="735432"/>
                  <a:chOff x="31631" y="442111"/>
                  <a:chExt cx="278733" cy="735432"/>
                </a:xfrm>
              </p:grpSpPr>
              <p:sp>
                <p:nvSpPr>
                  <p:cNvPr id="2494" name="Forme libre : forme 2493">
                    <a:extLst>
                      <a:ext uri="{FF2B5EF4-FFF2-40B4-BE49-F238E27FC236}">
                        <a16:creationId xmlns:a16="http://schemas.microsoft.com/office/drawing/2014/main" id="{42CC6BF5-C55E-082F-7D93-CA80ED0A6BBA}"/>
                      </a:ext>
                    </a:extLst>
                  </p:cNvPr>
                  <p:cNvSpPr/>
                  <p:nvPr/>
                </p:nvSpPr>
                <p:spPr>
                  <a:xfrm>
                    <a:off x="171456" y="499394"/>
                    <a:ext cx="138908" cy="155352"/>
                  </a:xfrm>
                  <a:custGeom>
                    <a:avLst/>
                    <a:gdLst>
                      <a:gd name="connsiteX0" fmla="*/ 0 w 138908"/>
                      <a:gd name="connsiteY0" fmla="*/ 70946 h 155352"/>
                      <a:gd name="connsiteX1" fmla="*/ 23689 w 138908"/>
                      <a:gd name="connsiteY1" fmla="*/ 146071 h 155352"/>
                      <a:gd name="connsiteX2" fmla="*/ 86236 w 138908"/>
                      <a:gd name="connsiteY2" fmla="*/ 146995 h 155352"/>
                      <a:gd name="connsiteX3" fmla="*/ 102843 w 138908"/>
                      <a:gd name="connsiteY3" fmla="*/ 135118 h 155352"/>
                      <a:gd name="connsiteX4" fmla="*/ 117165 w 138908"/>
                      <a:gd name="connsiteY4" fmla="*/ 41919 h 155352"/>
                      <a:gd name="connsiteX5" fmla="*/ 135213 w 138908"/>
                      <a:gd name="connsiteY5" fmla="*/ 1253 h 155352"/>
                      <a:gd name="connsiteX6" fmla="*/ 130853 w 138908"/>
                      <a:gd name="connsiteY6" fmla="*/ 1728 h 155352"/>
                      <a:gd name="connsiteX7" fmla="*/ 112884 w 138908"/>
                      <a:gd name="connsiteY7" fmla="*/ 27333 h 155352"/>
                      <a:gd name="connsiteX8" fmla="*/ 111339 w 138908"/>
                      <a:gd name="connsiteY8" fmla="*/ 28034 h 155352"/>
                      <a:gd name="connsiteX9" fmla="*/ 111999 w 138908"/>
                      <a:gd name="connsiteY9" fmla="*/ 23092 h 155352"/>
                      <a:gd name="connsiteX10" fmla="*/ 109304 w 138908"/>
                      <a:gd name="connsiteY10" fmla="*/ 11030 h 155352"/>
                      <a:gd name="connsiteX11" fmla="*/ 104244 w 138908"/>
                      <a:gd name="connsiteY11" fmla="*/ 21031 h 155352"/>
                      <a:gd name="connsiteX12" fmla="*/ 101033 w 138908"/>
                      <a:gd name="connsiteY12" fmla="*/ 37850 h 155352"/>
                      <a:gd name="connsiteX13" fmla="*/ 81664 w 138908"/>
                      <a:gd name="connsiteY13" fmla="*/ 112129 h 155352"/>
                      <a:gd name="connsiteX14" fmla="*/ 70896 w 138908"/>
                      <a:gd name="connsiteY14" fmla="*/ 116304 h 155352"/>
                      <a:gd name="connsiteX15" fmla="*/ 13 w 138908"/>
                      <a:gd name="connsiteY15" fmla="*/ 70960 h 1553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38908" h="155352">
                        <a:moveTo>
                          <a:pt x="0" y="70946"/>
                        </a:moveTo>
                        <a:lnTo>
                          <a:pt x="23689" y="146071"/>
                        </a:lnTo>
                        <a:cubicBezTo>
                          <a:pt x="23689" y="146071"/>
                          <a:pt x="51184" y="166325"/>
                          <a:pt x="86236" y="146995"/>
                        </a:cubicBezTo>
                        <a:cubicBezTo>
                          <a:pt x="91626" y="144049"/>
                          <a:pt x="97188" y="140165"/>
                          <a:pt x="102843" y="135118"/>
                        </a:cubicBezTo>
                        <a:cubicBezTo>
                          <a:pt x="145386" y="97146"/>
                          <a:pt x="117165" y="41919"/>
                          <a:pt x="117165" y="41919"/>
                        </a:cubicBezTo>
                        <a:cubicBezTo>
                          <a:pt x="117165" y="41919"/>
                          <a:pt x="149640" y="28826"/>
                          <a:pt x="135213" y="1253"/>
                        </a:cubicBezTo>
                        <a:cubicBezTo>
                          <a:pt x="134222" y="-624"/>
                          <a:pt x="131447" y="-333"/>
                          <a:pt x="130853" y="1728"/>
                        </a:cubicBezTo>
                        <a:cubicBezTo>
                          <a:pt x="128752" y="9325"/>
                          <a:pt x="123626" y="22617"/>
                          <a:pt x="112884" y="27333"/>
                        </a:cubicBezTo>
                        <a:cubicBezTo>
                          <a:pt x="112329" y="27558"/>
                          <a:pt x="111814" y="27809"/>
                          <a:pt x="111339" y="28034"/>
                        </a:cubicBezTo>
                        <a:cubicBezTo>
                          <a:pt x="110863" y="26593"/>
                          <a:pt x="110863" y="24902"/>
                          <a:pt x="111999" y="23092"/>
                        </a:cubicBezTo>
                        <a:cubicBezTo>
                          <a:pt x="115355" y="18006"/>
                          <a:pt x="109304" y="11030"/>
                          <a:pt x="109304" y="11030"/>
                        </a:cubicBezTo>
                        <a:cubicBezTo>
                          <a:pt x="109304" y="11030"/>
                          <a:pt x="108894" y="17186"/>
                          <a:pt x="104244" y="21031"/>
                        </a:cubicBezTo>
                        <a:cubicBezTo>
                          <a:pt x="100227" y="24387"/>
                          <a:pt x="98298" y="31773"/>
                          <a:pt x="101033" y="37850"/>
                        </a:cubicBezTo>
                        <a:cubicBezTo>
                          <a:pt x="106860" y="60430"/>
                          <a:pt x="115566" y="90276"/>
                          <a:pt x="81664" y="112129"/>
                        </a:cubicBezTo>
                        <a:cubicBezTo>
                          <a:pt x="78203" y="114348"/>
                          <a:pt x="74582" y="115709"/>
                          <a:pt x="70896" y="116304"/>
                        </a:cubicBezTo>
                        <a:cubicBezTo>
                          <a:pt x="38500" y="121721"/>
                          <a:pt x="13" y="70960"/>
                          <a:pt x="13" y="70960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5" name="Forme libre : forme 2494">
                    <a:extLst>
                      <a:ext uri="{FF2B5EF4-FFF2-40B4-BE49-F238E27FC236}">
                        <a16:creationId xmlns:a16="http://schemas.microsoft.com/office/drawing/2014/main" id="{0F20273C-98C2-EAF7-A30A-2E07304E1F28}"/>
                      </a:ext>
                    </a:extLst>
                  </p:cNvPr>
                  <p:cNvSpPr/>
                  <p:nvPr/>
                </p:nvSpPr>
                <p:spPr>
                  <a:xfrm>
                    <a:off x="171456" y="570340"/>
                    <a:ext cx="86235" cy="84406"/>
                  </a:xfrm>
                  <a:custGeom>
                    <a:avLst/>
                    <a:gdLst>
                      <a:gd name="connsiteX0" fmla="*/ 0 w 86235"/>
                      <a:gd name="connsiteY0" fmla="*/ 0 h 84406"/>
                      <a:gd name="connsiteX1" fmla="*/ 23689 w 86235"/>
                      <a:gd name="connsiteY1" fmla="*/ 75124 h 84406"/>
                      <a:gd name="connsiteX2" fmla="*/ 86236 w 86235"/>
                      <a:gd name="connsiteY2" fmla="*/ 76049 h 84406"/>
                      <a:gd name="connsiteX3" fmla="*/ 70883 w 86235"/>
                      <a:gd name="connsiteY3" fmla="*/ 45357 h 84406"/>
                      <a:gd name="connsiteX4" fmla="*/ 0 w 86235"/>
                      <a:gd name="connsiteY4" fmla="*/ 13 h 844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6235" h="84406">
                        <a:moveTo>
                          <a:pt x="0" y="0"/>
                        </a:moveTo>
                        <a:lnTo>
                          <a:pt x="23689" y="75124"/>
                        </a:lnTo>
                        <a:cubicBezTo>
                          <a:pt x="23689" y="75124"/>
                          <a:pt x="51184" y="95378"/>
                          <a:pt x="86236" y="76049"/>
                        </a:cubicBezTo>
                        <a:lnTo>
                          <a:pt x="70883" y="45357"/>
                        </a:lnTo>
                        <a:cubicBezTo>
                          <a:pt x="38487" y="50774"/>
                          <a:pt x="0" y="13"/>
                          <a:pt x="0" y="13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6" name="Forme libre : forme 2495">
                    <a:extLst>
                      <a:ext uri="{FF2B5EF4-FFF2-40B4-BE49-F238E27FC236}">
                        <a16:creationId xmlns:a16="http://schemas.microsoft.com/office/drawing/2014/main" id="{BF416E74-89D8-4033-EFE3-B306619A6815}"/>
                      </a:ext>
                    </a:extLst>
                  </p:cNvPr>
                  <p:cNvSpPr/>
                  <p:nvPr/>
                </p:nvSpPr>
                <p:spPr>
                  <a:xfrm>
                    <a:off x="31631" y="442111"/>
                    <a:ext cx="155301" cy="192184"/>
                  </a:xfrm>
                  <a:custGeom>
                    <a:avLst/>
                    <a:gdLst>
                      <a:gd name="connsiteX0" fmla="*/ 132730 w 155301"/>
                      <a:gd name="connsiteY0" fmla="*/ 36101 h 192184"/>
                      <a:gd name="connsiteX1" fmla="*/ 95961 w 155301"/>
                      <a:gd name="connsiteY1" fmla="*/ 2238 h 192184"/>
                      <a:gd name="connsiteX2" fmla="*/ 70673 w 155301"/>
                      <a:gd name="connsiteY2" fmla="*/ 21964 h 192184"/>
                      <a:gd name="connsiteX3" fmla="*/ 59601 w 155301"/>
                      <a:gd name="connsiteY3" fmla="*/ 57716 h 192184"/>
                      <a:gd name="connsiteX4" fmla="*/ 3661 w 155301"/>
                      <a:gd name="connsiteY4" fmla="*/ 89570 h 192184"/>
                      <a:gd name="connsiteX5" fmla="*/ 20031 w 155301"/>
                      <a:gd name="connsiteY5" fmla="*/ 146290 h 192184"/>
                      <a:gd name="connsiteX6" fmla="*/ 12236 w 155301"/>
                      <a:gd name="connsiteY6" fmla="*/ 172595 h 192184"/>
                      <a:gd name="connsiteX7" fmla="*/ 80859 w 155301"/>
                      <a:gd name="connsiteY7" fmla="*/ 179835 h 192184"/>
                      <a:gd name="connsiteX8" fmla="*/ 143009 w 155301"/>
                      <a:gd name="connsiteY8" fmla="*/ 141428 h 192184"/>
                      <a:gd name="connsiteX9" fmla="*/ 140169 w 155301"/>
                      <a:gd name="connsiteY9" fmla="*/ 84603 h 192184"/>
                      <a:gd name="connsiteX10" fmla="*/ 132743 w 155301"/>
                      <a:gd name="connsiteY10" fmla="*/ 36114 h 1921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301" h="192184">
                        <a:moveTo>
                          <a:pt x="132730" y="36101"/>
                        </a:moveTo>
                        <a:cubicBezTo>
                          <a:pt x="132730" y="36101"/>
                          <a:pt x="146140" y="-10617"/>
                          <a:pt x="95961" y="2238"/>
                        </a:cubicBezTo>
                        <a:cubicBezTo>
                          <a:pt x="95961" y="2238"/>
                          <a:pt x="71373" y="-1184"/>
                          <a:pt x="70673" y="21964"/>
                        </a:cubicBezTo>
                        <a:cubicBezTo>
                          <a:pt x="70673" y="21964"/>
                          <a:pt x="60050" y="37977"/>
                          <a:pt x="59601" y="57716"/>
                        </a:cubicBezTo>
                        <a:cubicBezTo>
                          <a:pt x="59601" y="57716"/>
                          <a:pt x="11284" y="70201"/>
                          <a:pt x="3661" y="89570"/>
                        </a:cubicBezTo>
                        <a:cubicBezTo>
                          <a:pt x="-4147" y="109388"/>
                          <a:pt x="186" y="140860"/>
                          <a:pt x="20031" y="146290"/>
                        </a:cubicBezTo>
                        <a:cubicBezTo>
                          <a:pt x="20031" y="146290"/>
                          <a:pt x="4256" y="154680"/>
                          <a:pt x="12236" y="172595"/>
                        </a:cubicBezTo>
                        <a:cubicBezTo>
                          <a:pt x="20216" y="190511"/>
                          <a:pt x="58782" y="202362"/>
                          <a:pt x="80859" y="179835"/>
                        </a:cubicBezTo>
                        <a:cubicBezTo>
                          <a:pt x="80859" y="179835"/>
                          <a:pt x="145374" y="186825"/>
                          <a:pt x="143009" y="141428"/>
                        </a:cubicBezTo>
                        <a:cubicBezTo>
                          <a:pt x="143009" y="141428"/>
                          <a:pt x="172472" y="121411"/>
                          <a:pt x="140169" y="84603"/>
                        </a:cubicBezTo>
                        <a:cubicBezTo>
                          <a:pt x="107865" y="47807"/>
                          <a:pt x="132743" y="36114"/>
                          <a:pt x="132743" y="36114"/>
                        </a:cubicBezTo>
                        <a:close/>
                      </a:path>
                    </a:pathLst>
                  </a:custGeom>
                  <a:solidFill>
                    <a:srgbClr val="E9552B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7" name="Forme libre : forme 2496">
                    <a:extLst>
                      <a:ext uri="{FF2B5EF4-FFF2-40B4-BE49-F238E27FC236}">
                        <a16:creationId xmlns:a16="http://schemas.microsoft.com/office/drawing/2014/main" id="{DA17E294-2EAB-F28E-8CE7-E6E2E7F3383E}"/>
                      </a:ext>
                    </a:extLst>
                  </p:cNvPr>
                  <p:cNvSpPr/>
                  <p:nvPr/>
                </p:nvSpPr>
                <p:spPr>
                  <a:xfrm>
                    <a:off x="94904" y="559374"/>
                    <a:ext cx="112784" cy="199881"/>
                  </a:xfrm>
                  <a:custGeom>
                    <a:avLst/>
                    <a:gdLst>
                      <a:gd name="connsiteX0" fmla="*/ 73381 w 112784"/>
                      <a:gd name="connsiteY0" fmla="*/ 2709 h 199881"/>
                      <a:gd name="connsiteX1" fmla="*/ 5616 w 112784"/>
                      <a:gd name="connsiteY1" fmla="*/ 19977 h 199881"/>
                      <a:gd name="connsiteX2" fmla="*/ 608 w 112784"/>
                      <a:gd name="connsiteY2" fmla="*/ 37311 h 199881"/>
                      <a:gd name="connsiteX3" fmla="*/ 10610 w 112784"/>
                      <a:gd name="connsiteY3" fmla="*/ 182658 h 199881"/>
                      <a:gd name="connsiteX4" fmla="*/ 74927 w 112784"/>
                      <a:gd name="connsiteY4" fmla="*/ 189237 h 199881"/>
                      <a:gd name="connsiteX5" fmla="*/ 109701 w 112784"/>
                      <a:gd name="connsiteY5" fmla="*/ 94810 h 199881"/>
                      <a:gd name="connsiteX6" fmla="*/ 79049 w 112784"/>
                      <a:gd name="connsiteY6" fmla="*/ 6897 h 199881"/>
                      <a:gd name="connsiteX7" fmla="*/ 73381 w 112784"/>
                      <a:gd name="connsiteY7" fmla="*/ 2722 h 1998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2784" h="199881">
                        <a:moveTo>
                          <a:pt x="73381" y="2709"/>
                        </a:moveTo>
                        <a:cubicBezTo>
                          <a:pt x="63234" y="-330"/>
                          <a:pt x="33705" y="-5945"/>
                          <a:pt x="5616" y="19977"/>
                        </a:cubicBezTo>
                        <a:cubicBezTo>
                          <a:pt x="846" y="24377"/>
                          <a:pt x="-1096" y="31049"/>
                          <a:pt x="608" y="37311"/>
                        </a:cubicBezTo>
                        <a:cubicBezTo>
                          <a:pt x="8152" y="65083"/>
                          <a:pt x="28063" y="147144"/>
                          <a:pt x="10610" y="182658"/>
                        </a:cubicBezTo>
                        <a:cubicBezTo>
                          <a:pt x="10610" y="182658"/>
                          <a:pt x="41368" y="216560"/>
                          <a:pt x="74927" y="189237"/>
                        </a:cubicBezTo>
                        <a:cubicBezTo>
                          <a:pt x="74927" y="189237"/>
                          <a:pt x="89988" y="123626"/>
                          <a:pt x="109701" y="94810"/>
                        </a:cubicBezTo>
                        <a:cubicBezTo>
                          <a:pt x="123309" y="74926"/>
                          <a:pt x="87993" y="20136"/>
                          <a:pt x="79049" y="6897"/>
                        </a:cubicBezTo>
                        <a:cubicBezTo>
                          <a:pt x="77701" y="4889"/>
                          <a:pt x="75706" y="3409"/>
                          <a:pt x="73381" y="2722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8" name="Forme libre : forme 2497">
                    <a:extLst>
                      <a:ext uri="{FF2B5EF4-FFF2-40B4-BE49-F238E27FC236}">
                        <a16:creationId xmlns:a16="http://schemas.microsoft.com/office/drawing/2014/main" id="{D79ED10B-BAB4-3C5D-9F1A-C2B2CBB97385}"/>
                      </a:ext>
                    </a:extLst>
                  </p:cNvPr>
                  <p:cNvSpPr/>
                  <p:nvPr/>
                </p:nvSpPr>
                <p:spPr>
                  <a:xfrm>
                    <a:off x="124157" y="506896"/>
                    <a:ext cx="36201" cy="63366"/>
                  </a:xfrm>
                  <a:custGeom>
                    <a:avLst/>
                    <a:gdLst>
                      <a:gd name="connsiteX0" fmla="*/ 16132 w 36201"/>
                      <a:gd name="connsiteY0" fmla="*/ 0 h 63366"/>
                      <a:gd name="connsiteX1" fmla="*/ 0 w 36201"/>
                      <a:gd name="connsiteY1" fmla="*/ 61146 h 63366"/>
                      <a:gd name="connsiteX2" fmla="*/ 32198 w 36201"/>
                      <a:gd name="connsiteY2" fmla="*/ 55967 h 63366"/>
                      <a:gd name="connsiteX3" fmla="*/ 36201 w 36201"/>
                      <a:gd name="connsiteY3" fmla="*/ 5998 h 63366"/>
                      <a:gd name="connsiteX4" fmla="*/ 16119 w 36201"/>
                      <a:gd name="connsiteY4" fmla="*/ 0 h 633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201" h="63366">
                        <a:moveTo>
                          <a:pt x="16132" y="0"/>
                        </a:moveTo>
                        <a:cubicBezTo>
                          <a:pt x="16132" y="0"/>
                          <a:pt x="1136" y="42424"/>
                          <a:pt x="0" y="61146"/>
                        </a:cubicBezTo>
                        <a:cubicBezTo>
                          <a:pt x="0" y="61146"/>
                          <a:pt x="16581" y="68690"/>
                          <a:pt x="32198" y="55967"/>
                        </a:cubicBezTo>
                        <a:cubicBezTo>
                          <a:pt x="32198" y="55967"/>
                          <a:pt x="33836" y="13582"/>
                          <a:pt x="36201" y="5998"/>
                        </a:cubicBezTo>
                        <a:lnTo>
                          <a:pt x="16119" y="0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9" name="Forme libre : forme 2498">
                    <a:extLst>
                      <a:ext uri="{FF2B5EF4-FFF2-40B4-BE49-F238E27FC236}">
                        <a16:creationId xmlns:a16="http://schemas.microsoft.com/office/drawing/2014/main" id="{686FC556-BA24-84D2-D1D3-8A71F56CFFD2}"/>
                      </a:ext>
                    </a:extLst>
                  </p:cNvPr>
                  <p:cNvSpPr/>
                  <p:nvPr/>
                </p:nvSpPr>
                <p:spPr>
                  <a:xfrm>
                    <a:off x="125346" y="464824"/>
                    <a:ext cx="63530" cy="74742"/>
                  </a:xfrm>
                  <a:custGeom>
                    <a:avLst/>
                    <a:gdLst>
                      <a:gd name="connsiteX0" fmla="*/ 38988 w 63530"/>
                      <a:gd name="connsiteY0" fmla="*/ 163 h 74742"/>
                      <a:gd name="connsiteX1" fmla="*/ 56428 w 63530"/>
                      <a:gd name="connsiteY1" fmla="*/ 70623 h 74742"/>
                      <a:gd name="connsiteX2" fmla="*/ 4518 w 63530"/>
                      <a:gd name="connsiteY2" fmla="*/ 48771 h 74742"/>
                      <a:gd name="connsiteX3" fmla="*/ 3989 w 63530"/>
                      <a:gd name="connsiteY3" fmla="*/ 8526 h 74742"/>
                      <a:gd name="connsiteX4" fmla="*/ 38988 w 63530"/>
                      <a:gd name="connsiteY4" fmla="*/ 163 h 747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3530" h="74742">
                        <a:moveTo>
                          <a:pt x="38988" y="163"/>
                        </a:moveTo>
                        <a:cubicBezTo>
                          <a:pt x="38988" y="163"/>
                          <a:pt x="79497" y="54135"/>
                          <a:pt x="56428" y="70623"/>
                        </a:cubicBezTo>
                        <a:cubicBezTo>
                          <a:pt x="33360" y="87112"/>
                          <a:pt x="4518" y="48771"/>
                          <a:pt x="4518" y="48771"/>
                        </a:cubicBezTo>
                        <a:cubicBezTo>
                          <a:pt x="4518" y="48771"/>
                          <a:pt x="-5285" y="18938"/>
                          <a:pt x="3989" y="8526"/>
                        </a:cubicBezTo>
                        <a:cubicBezTo>
                          <a:pt x="13264" y="-1885"/>
                          <a:pt x="38988" y="163"/>
                          <a:pt x="38988" y="163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0" name="Forme libre : forme 2499">
                    <a:extLst>
                      <a:ext uri="{FF2B5EF4-FFF2-40B4-BE49-F238E27FC236}">
                        <a16:creationId xmlns:a16="http://schemas.microsoft.com/office/drawing/2014/main" id="{8D24A033-9BEF-107A-ABC8-A6FF81B3FE1D}"/>
                      </a:ext>
                    </a:extLst>
                  </p:cNvPr>
                  <p:cNvSpPr/>
                  <p:nvPr/>
                </p:nvSpPr>
                <p:spPr>
                  <a:xfrm>
                    <a:off x="114128" y="451727"/>
                    <a:ext cx="52771" cy="62422"/>
                  </a:xfrm>
                  <a:custGeom>
                    <a:avLst/>
                    <a:gdLst>
                      <a:gd name="connsiteX0" fmla="*/ 31749 w 52771"/>
                      <a:gd name="connsiteY0" fmla="*/ 563 h 62422"/>
                      <a:gd name="connsiteX1" fmla="*/ 52585 w 52771"/>
                      <a:gd name="connsiteY1" fmla="*/ 12507 h 62422"/>
                      <a:gd name="connsiteX2" fmla="*/ 19541 w 52771"/>
                      <a:gd name="connsiteY2" fmla="*/ 29379 h 62422"/>
                      <a:gd name="connsiteX3" fmla="*/ 13979 w 52771"/>
                      <a:gd name="connsiteY3" fmla="*/ 62422 h 62422"/>
                      <a:gd name="connsiteX4" fmla="*/ 1520 w 52771"/>
                      <a:gd name="connsiteY4" fmla="*/ 13868 h 62422"/>
                      <a:gd name="connsiteX5" fmla="*/ 31749 w 52771"/>
                      <a:gd name="connsiteY5" fmla="*/ 563 h 624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2771" h="62422">
                        <a:moveTo>
                          <a:pt x="31749" y="563"/>
                        </a:moveTo>
                        <a:cubicBezTo>
                          <a:pt x="31749" y="563"/>
                          <a:pt x="49863" y="4408"/>
                          <a:pt x="52585" y="12507"/>
                        </a:cubicBezTo>
                        <a:cubicBezTo>
                          <a:pt x="55307" y="20606"/>
                          <a:pt x="27403" y="28824"/>
                          <a:pt x="19541" y="29379"/>
                        </a:cubicBezTo>
                        <a:lnTo>
                          <a:pt x="13979" y="62422"/>
                        </a:lnTo>
                        <a:cubicBezTo>
                          <a:pt x="13979" y="62422"/>
                          <a:pt x="-5482" y="31915"/>
                          <a:pt x="1520" y="13868"/>
                        </a:cubicBezTo>
                        <a:cubicBezTo>
                          <a:pt x="8523" y="-4180"/>
                          <a:pt x="31749" y="563"/>
                          <a:pt x="31749" y="563"/>
                        </a:cubicBezTo>
                        <a:close/>
                      </a:path>
                    </a:pathLst>
                  </a:custGeom>
                  <a:solidFill>
                    <a:srgbClr val="E9552B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1" name="Forme libre : forme 2500">
                    <a:extLst>
                      <a:ext uri="{FF2B5EF4-FFF2-40B4-BE49-F238E27FC236}">
                        <a16:creationId xmlns:a16="http://schemas.microsoft.com/office/drawing/2014/main" id="{1E9B384A-6BB6-A25F-EF4E-32F8FB6AEB52}"/>
                      </a:ext>
                    </a:extLst>
                  </p:cNvPr>
                  <p:cNvSpPr/>
                  <p:nvPr/>
                </p:nvSpPr>
                <p:spPr>
                  <a:xfrm>
                    <a:off x="114858" y="499673"/>
                    <a:ext cx="22524" cy="19993"/>
                  </a:xfrm>
                  <a:custGeom>
                    <a:avLst/>
                    <a:gdLst>
                      <a:gd name="connsiteX0" fmla="*/ 22524 w 22524"/>
                      <a:gd name="connsiteY0" fmla="*/ 9693 h 19993"/>
                      <a:gd name="connsiteX1" fmla="*/ 1041 w 22524"/>
                      <a:gd name="connsiteY1" fmla="*/ 4038 h 19993"/>
                      <a:gd name="connsiteX2" fmla="*/ 21983 w 22524"/>
                      <a:gd name="connsiteY2" fmla="*/ 18070 h 19993"/>
                      <a:gd name="connsiteX3" fmla="*/ 22524 w 22524"/>
                      <a:gd name="connsiteY3" fmla="*/ 9680 h 199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2524" h="19993">
                        <a:moveTo>
                          <a:pt x="22524" y="9693"/>
                        </a:moveTo>
                        <a:cubicBezTo>
                          <a:pt x="22524" y="9693"/>
                          <a:pt x="6841" y="-7628"/>
                          <a:pt x="1041" y="4038"/>
                        </a:cubicBezTo>
                        <a:cubicBezTo>
                          <a:pt x="-4759" y="15705"/>
                          <a:pt x="15258" y="23896"/>
                          <a:pt x="21983" y="18070"/>
                        </a:cubicBezTo>
                        <a:lnTo>
                          <a:pt x="22524" y="9680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2" name="Forme libre : forme 2501">
                    <a:extLst>
                      <a:ext uri="{FF2B5EF4-FFF2-40B4-BE49-F238E27FC236}">
                        <a16:creationId xmlns:a16="http://schemas.microsoft.com/office/drawing/2014/main" id="{37600568-E233-B41E-B5BF-12D6205FEA8F}"/>
                      </a:ext>
                    </a:extLst>
                  </p:cNvPr>
                  <p:cNvSpPr/>
                  <p:nvPr/>
                </p:nvSpPr>
                <p:spPr>
                  <a:xfrm>
                    <a:off x="88220" y="886374"/>
                    <a:ext cx="129250" cy="281286"/>
                  </a:xfrm>
                  <a:custGeom>
                    <a:avLst/>
                    <a:gdLst>
                      <a:gd name="connsiteX0" fmla="*/ 120772 w 129250"/>
                      <a:gd name="connsiteY0" fmla="*/ 0 h 281286"/>
                      <a:gd name="connsiteX1" fmla="*/ 128739 w 129250"/>
                      <a:gd name="connsiteY1" fmla="*/ 39214 h 281286"/>
                      <a:gd name="connsiteX2" fmla="*/ 126506 w 129250"/>
                      <a:gd name="connsiteY2" fmla="*/ 54104 h 281286"/>
                      <a:gd name="connsiteX3" fmla="*/ 27930 w 129250"/>
                      <a:gd name="connsiteY3" fmla="*/ 220008 h 281286"/>
                      <a:gd name="connsiteX4" fmla="*/ 25341 w 129250"/>
                      <a:gd name="connsiteY4" fmla="*/ 226469 h 281286"/>
                      <a:gd name="connsiteX5" fmla="*/ 21747 w 129250"/>
                      <a:gd name="connsiteY5" fmla="*/ 270690 h 281286"/>
                      <a:gd name="connsiteX6" fmla="*/ 26847 w 129250"/>
                      <a:gd name="connsiteY6" fmla="*/ 281286 h 281286"/>
                      <a:gd name="connsiteX7" fmla="*/ 4796 w 129250"/>
                      <a:gd name="connsiteY7" fmla="*/ 276279 h 281286"/>
                      <a:gd name="connsiteX8" fmla="*/ 0 w 129250"/>
                      <a:gd name="connsiteY8" fmla="*/ 217049 h 281286"/>
                      <a:gd name="connsiteX9" fmla="*/ 6249 w 129250"/>
                      <a:gd name="connsiteY9" fmla="*/ 213244 h 281286"/>
                      <a:gd name="connsiteX10" fmla="*/ 18246 w 129250"/>
                      <a:gd name="connsiteY10" fmla="*/ 199199 h 281286"/>
                      <a:gd name="connsiteX11" fmla="*/ 55002 w 129250"/>
                      <a:gd name="connsiteY11" fmla="*/ 95576 h 281286"/>
                      <a:gd name="connsiteX12" fmla="*/ 95392 w 129250"/>
                      <a:gd name="connsiteY12" fmla="*/ 40257 h 281286"/>
                      <a:gd name="connsiteX13" fmla="*/ 89433 w 129250"/>
                      <a:gd name="connsiteY13" fmla="*/ 26173 h 281286"/>
                      <a:gd name="connsiteX14" fmla="*/ 120798 w 129250"/>
                      <a:gd name="connsiteY14" fmla="*/ 13 h 2812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129250" h="281286">
                        <a:moveTo>
                          <a:pt x="120772" y="0"/>
                        </a:moveTo>
                        <a:cubicBezTo>
                          <a:pt x="120653" y="2973"/>
                          <a:pt x="125885" y="26609"/>
                          <a:pt x="128739" y="39214"/>
                        </a:cubicBezTo>
                        <a:cubicBezTo>
                          <a:pt x="129888" y="44287"/>
                          <a:pt x="129082" y="49585"/>
                          <a:pt x="126506" y="54104"/>
                        </a:cubicBezTo>
                        <a:lnTo>
                          <a:pt x="27930" y="220008"/>
                        </a:lnTo>
                        <a:cubicBezTo>
                          <a:pt x="26741" y="222016"/>
                          <a:pt x="25869" y="224183"/>
                          <a:pt x="25341" y="226469"/>
                        </a:cubicBezTo>
                        <a:cubicBezTo>
                          <a:pt x="23531" y="234251"/>
                          <a:pt x="19792" y="253329"/>
                          <a:pt x="21747" y="270690"/>
                        </a:cubicBezTo>
                        <a:lnTo>
                          <a:pt x="26847" y="281286"/>
                        </a:lnTo>
                        <a:lnTo>
                          <a:pt x="4796" y="276279"/>
                        </a:lnTo>
                        <a:lnTo>
                          <a:pt x="0" y="217049"/>
                        </a:lnTo>
                        <a:lnTo>
                          <a:pt x="6249" y="213244"/>
                        </a:lnTo>
                        <a:cubicBezTo>
                          <a:pt x="11640" y="209954"/>
                          <a:pt x="15841" y="205039"/>
                          <a:pt x="18246" y="199199"/>
                        </a:cubicBezTo>
                        <a:cubicBezTo>
                          <a:pt x="27164" y="177544"/>
                          <a:pt x="49294" y="122437"/>
                          <a:pt x="55002" y="95576"/>
                        </a:cubicBezTo>
                        <a:cubicBezTo>
                          <a:pt x="61489" y="65056"/>
                          <a:pt x="95392" y="40257"/>
                          <a:pt x="95392" y="40257"/>
                        </a:cubicBezTo>
                        <a:lnTo>
                          <a:pt x="89433" y="26173"/>
                        </a:lnTo>
                        <a:lnTo>
                          <a:pt x="120798" y="13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3" name="Forme libre : forme 2502">
                    <a:extLst>
                      <a:ext uri="{FF2B5EF4-FFF2-40B4-BE49-F238E27FC236}">
                        <a16:creationId xmlns:a16="http://schemas.microsoft.com/office/drawing/2014/main" id="{13D9515D-BFFA-09C8-C549-B05EC6A038CC}"/>
                      </a:ext>
                    </a:extLst>
                  </p:cNvPr>
                  <p:cNvSpPr/>
                  <p:nvPr/>
                </p:nvSpPr>
                <p:spPr>
                  <a:xfrm>
                    <a:off x="68494" y="1098886"/>
                    <a:ext cx="53198" cy="74849"/>
                  </a:xfrm>
                  <a:custGeom>
                    <a:avLst/>
                    <a:gdLst>
                      <a:gd name="connsiteX0" fmla="*/ 0 w 53198"/>
                      <a:gd name="connsiteY0" fmla="*/ 43367 h 74849"/>
                      <a:gd name="connsiteX1" fmla="*/ 13305 w 53198"/>
                      <a:gd name="connsiteY1" fmla="*/ 17141 h 74849"/>
                      <a:gd name="connsiteX2" fmla="*/ 25949 w 53198"/>
                      <a:gd name="connsiteY2" fmla="*/ 719 h 74849"/>
                      <a:gd name="connsiteX3" fmla="*/ 28221 w 53198"/>
                      <a:gd name="connsiteY3" fmla="*/ 50370 h 74849"/>
                      <a:gd name="connsiteX4" fmla="*/ 43996 w 53198"/>
                      <a:gd name="connsiteY4" fmla="*/ 63872 h 74849"/>
                      <a:gd name="connsiteX5" fmla="*/ 52095 w 53198"/>
                      <a:gd name="connsiteY5" fmla="*/ 67955 h 74849"/>
                      <a:gd name="connsiteX6" fmla="*/ 49427 w 53198"/>
                      <a:gd name="connsiteY6" fmla="*/ 74640 h 74849"/>
                      <a:gd name="connsiteX7" fmla="*/ 25803 w 53198"/>
                      <a:gd name="connsiteY7" fmla="*/ 73306 h 74849"/>
                      <a:gd name="connsiteX8" fmla="*/ 19977 w 53198"/>
                      <a:gd name="connsiteY8" fmla="*/ 66634 h 74849"/>
                      <a:gd name="connsiteX9" fmla="*/ 17532 w 53198"/>
                      <a:gd name="connsiteY9" fmla="*/ 25544 h 74849"/>
                      <a:gd name="connsiteX10" fmla="*/ 2510 w 53198"/>
                      <a:gd name="connsiteY10" fmla="*/ 44517 h 74849"/>
                      <a:gd name="connsiteX11" fmla="*/ 0 w 53198"/>
                      <a:gd name="connsiteY11" fmla="*/ 43380 h 748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53198" h="74849">
                        <a:moveTo>
                          <a:pt x="0" y="43367"/>
                        </a:moveTo>
                        <a:cubicBezTo>
                          <a:pt x="0" y="43367"/>
                          <a:pt x="11904" y="24487"/>
                          <a:pt x="13305" y="17141"/>
                        </a:cubicBezTo>
                        <a:cubicBezTo>
                          <a:pt x="14705" y="9795"/>
                          <a:pt x="18603" y="-3192"/>
                          <a:pt x="25949" y="719"/>
                        </a:cubicBezTo>
                        <a:cubicBezTo>
                          <a:pt x="25949" y="719"/>
                          <a:pt x="29410" y="36418"/>
                          <a:pt x="28221" y="50370"/>
                        </a:cubicBezTo>
                        <a:cubicBezTo>
                          <a:pt x="27032" y="64322"/>
                          <a:pt x="43996" y="63872"/>
                          <a:pt x="43996" y="63872"/>
                        </a:cubicBezTo>
                        <a:cubicBezTo>
                          <a:pt x="43996" y="63872"/>
                          <a:pt x="48673" y="64533"/>
                          <a:pt x="52095" y="67955"/>
                        </a:cubicBezTo>
                        <a:cubicBezTo>
                          <a:pt x="54460" y="70320"/>
                          <a:pt x="52769" y="74416"/>
                          <a:pt x="49427" y="74640"/>
                        </a:cubicBezTo>
                        <a:cubicBezTo>
                          <a:pt x="43877" y="74997"/>
                          <a:pt x="35052" y="75090"/>
                          <a:pt x="25803" y="73306"/>
                        </a:cubicBezTo>
                        <a:cubicBezTo>
                          <a:pt x="22566" y="72685"/>
                          <a:pt x="20175" y="69924"/>
                          <a:pt x="19977" y="66634"/>
                        </a:cubicBezTo>
                        <a:lnTo>
                          <a:pt x="17532" y="25544"/>
                        </a:lnTo>
                        <a:lnTo>
                          <a:pt x="2510" y="44517"/>
                        </a:lnTo>
                        <a:lnTo>
                          <a:pt x="0" y="43380"/>
                        </a:lnTo>
                        <a:close/>
                      </a:path>
                    </a:pathLst>
                  </a:custGeom>
                  <a:solidFill>
                    <a:srgbClr val="332989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4" name="Forme libre : forme 2503">
                    <a:extLst>
                      <a:ext uri="{FF2B5EF4-FFF2-40B4-BE49-F238E27FC236}">
                        <a16:creationId xmlns:a16="http://schemas.microsoft.com/office/drawing/2014/main" id="{B39BDF4A-6B8E-60A9-EFEE-895002E48A25}"/>
                      </a:ext>
                    </a:extLst>
                  </p:cNvPr>
                  <p:cNvSpPr/>
                  <p:nvPr/>
                </p:nvSpPr>
                <p:spPr>
                  <a:xfrm>
                    <a:off x="101135" y="908788"/>
                    <a:ext cx="69475" cy="262043"/>
                  </a:xfrm>
                  <a:custGeom>
                    <a:avLst/>
                    <a:gdLst>
                      <a:gd name="connsiteX0" fmla="*/ 48970 w 69475"/>
                      <a:gd name="connsiteY0" fmla="*/ 4011 h 262043"/>
                      <a:gd name="connsiteX1" fmla="*/ 45020 w 69475"/>
                      <a:gd name="connsiteY1" fmla="*/ 173496 h 262043"/>
                      <a:gd name="connsiteX2" fmla="*/ 69475 w 69475"/>
                      <a:gd name="connsiteY2" fmla="*/ 255239 h 262043"/>
                      <a:gd name="connsiteX3" fmla="*/ 60280 w 69475"/>
                      <a:gd name="connsiteY3" fmla="*/ 262044 h 262043"/>
                      <a:gd name="connsiteX4" fmla="*/ 37568 w 69475"/>
                      <a:gd name="connsiteY4" fmla="*/ 233479 h 262043"/>
                      <a:gd name="connsiteX5" fmla="*/ 21145 w 69475"/>
                      <a:gd name="connsiteY5" fmla="*/ 208508 h 262043"/>
                      <a:gd name="connsiteX6" fmla="*/ 25334 w 69475"/>
                      <a:gd name="connsiteY6" fmla="*/ 199933 h 262043"/>
                      <a:gd name="connsiteX7" fmla="*/ 26866 w 69475"/>
                      <a:gd name="connsiteY7" fmla="*/ 187844 h 262043"/>
                      <a:gd name="connsiteX8" fmla="*/ 2926 w 69475"/>
                      <a:gd name="connsiteY8" fmla="*/ 76413 h 262043"/>
                      <a:gd name="connsiteX9" fmla="*/ 14738 w 69475"/>
                      <a:gd name="connsiteY9" fmla="*/ 11885 h 262043"/>
                      <a:gd name="connsiteX10" fmla="*/ 48983 w 69475"/>
                      <a:gd name="connsiteY10" fmla="*/ 3998 h 262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69475" h="262043">
                        <a:moveTo>
                          <a:pt x="48970" y="4011"/>
                        </a:moveTo>
                        <a:cubicBezTo>
                          <a:pt x="48970" y="4011"/>
                          <a:pt x="45495" y="152409"/>
                          <a:pt x="45020" y="173496"/>
                        </a:cubicBezTo>
                        <a:cubicBezTo>
                          <a:pt x="44544" y="194569"/>
                          <a:pt x="48349" y="241287"/>
                          <a:pt x="69475" y="255239"/>
                        </a:cubicBezTo>
                        <a:lnTo>
                          <a:pt x="60280" y="262044"/>
                        </a:lnTo>
                        <a:cubicBezTo>
                          <a:pt x="60280" y="262044"/>
                          <a:pt x="48785" y="252280"/>
                          <a:pt x="37568" y="233479"/>
                        </a:cubicBezTo>
                        <a:cubicBezTo>
                          <a:pt x="24964" y="212366"/>
                          <a:pt x="21145" y="208508"/>
                          <a:pt x="21145" y="208508"/>
                        </a:cubicBezTo>
                        <a:lnTo>
                          <a:pt x="25334" y="199933"/>
                        </a:lnTo>
                        <a:cubicBezTo>
                          <a:pt x="27170" y="196181"/>
                          <a:pt x="27699" y="191940"/>
                          <a:pt x="26866" y="187844"/>
                        </a:cubicBezTo>
                        <a:cubicBezTo>
                          <a:pt x="22308" y="165740"/>
                          <a:pt x="7074" y="92241"/>
                          <a:pt x="2926" y="76413"/>
                        </a:cubicBezTo>
                        <a:cubicBezTo>
                          <a:pt x="-1976" y="57731"/>
                          <a:pt x="-2333" y="32774"/>
                          <a:pt x="14738" y="11885"/>
                        </a:cubicBezTo>
                        <a:cubicBezTo>
                          <a:pt x="31808" y="-9003"/>
                          <a:pt x="48983" y="3998"/>
                          <a:pt x="48983" y="3998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5" name="Forme libre : forme 2504">
                    <a:extLst>
                      <a:ext uri="{FF2B5EF4-FFF2-40B4-BE49-F238E27FC236}">
                        <a16:creationId xmlns:a16="http://schemas.microsoft.com/office/drawing/2014/main" id="{FB594D80-3EAD-FA73-B535-0D9E0DBEFBF8}"/>
                      </a:ext>
                    </a:extLst>
                  </p:cNvPr>
                  <p:cNvSpPr/>
                  <p:nvPr/>
                </p:nvSpPr>
                <p:spPr>
                  <a:xfrm>
                    <a:off x="117389" y="1113755"/>
                    <a:ext cx="63580" cy="63788"/>
                  </a:xfrm>
                  <a:custGeom>
                    <a:avLst/>
                    <a:gdLst>
                      <a:gd name="connsiteX0" fmla="*/ 13202 w 63580"/>
                      <a:gd name="connsiteY0" fmla="*/ 63762 h 63788"/>
                      <a:gd name="connsiteX1" fmla="*/ 11894 w 63580"/>
                      <a:gd name="connsiteY1" fmla="*/ 62652 h 63788"/>
                      <a:gd name="connsiteX2" fmla="*/ 5869 w 63580"/>
                      <a:gd name="connsiteY2" fmla="*/ 32740 h 63788"/>
                      <a:gd name="connsiteX3" fmla="*/ 5869 w 63580"/>
                      <a:gd name="connsiteY3" fmla="*/ 0 h 63788"/>
                      <a:gd name="connsiteX4" fmla="*/ 40577 w 63580"/>
                      <a:gd name="connsiteY4" fmla="*/ 48277 h 63788"/>
                      <a:gd name="connsiteX5" fmla="*/ 53221 w 63580"/>
                      <a:gd name="connsiteY5" fmla="*/ 50285 h 63788"/>
                      <a:gd name="connsiteX6" fmla="*/ 62773 w 63580"/>
                      <a:gd name="connsiteY6" fmla="*/ 57142 h 63788"/>
                      <a:gd name="connsiteX7" fmla="*/ 59735 w 63580"/>
                      <a:gd name="connsiteY7" fmla="*/ 63339 h 63788"/>
                      <a:gd name="connsiteX8" fmla="*/ 40128 w 63580"/>
                      <a:gd name="connsiteY8" fmla="*/ 63524 h 63788"/>
                      <a:gd name="connsiteX9" fmla="*/ 27193 w 63580"/>
                      <a:gd name="connsiteY9" fmla="*/ 54830 h 63788"/>
                      <a:gd name="connsiteX10" fmla="*/ 10903 w 63580"/>
                      <a:gd name="connsiteY10" fmla="*/ 27957 h 63788"/>
                      <a:gd name="connsiteX11" fmla="*/ 14496 w 63580"/>
                      <a:gd name="connsiteY11" fmla="*/ 62348 h 63788"/>
                      <a:gd name="connsiteX12" fmla="*/ 13215 w 63580"/>
                      <a:gd name="connsiteY12" fmla="*/ 63788 h 637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63580" h="63788">
                        <a:moveTo>
                          <a:pt x="13202" y="63762"/>
                        </a:moveTo>
                        <a:cubicBezTo>
                          <a:pt x="12541" y="63762"/>
                          <a:pt x="11986" y="63299"/>
                          <a:pt x="11894" y="62652"/>
                        </a:cubicBezTo>
                        <a:cubicBezTo>
                          <a:pt x="11193" y="57711"/>
                          <a:pt x="8260" y="37866"/>
                          <a:pt x="5869" y="32740"/>
                        </a:cubicBezTo>
                        <a:cubicBezTo>
                          <a:pt x="3121" y="26860"/>
                          <a:pt x="-5837" y="2101"/>
                          <a:pt x="5869" y="0"/>
                        </a:cubicBezTo>
                        <a:cubicBezTo>
                          <a:pt x="5869" y="0"/>
                          <a:pt x="34988" y="42543"/>
                          <a:pt x="40577" y="48277"/>
                        </a:cubicBezTo>
                        <a:cubicBezTo>
                          <a:pt x="46166" y="54011"/>
                          <a:pt x="53221" y="50285"/>
                          <a:pt x="53221" y="50285"/>
                        </a:cubicBezTo>
                        <a:cubicBezTo>
                          <a:pt x="53221" y="50285"/>
                          <a:pt x="58664" y="51897"/>
                          <a:pt x="62773" y="57142"/>
                        </a:cubicBezTo>
                        <a:cubicBezTo>
                          <a:pt x="64729" y="59640"/>
                          <a:pt x="62906" y="63313"/>
                          <a:pt x="59735" y="63339"/>
                        </a:cubicBezTo>
                        <a:lnTo>
                          <a:pt x="40128" y="63524"/>
                        </a:lnTo>
                        <a:cubicBezTo>
                          <a:pt x="34433" y="63577"/>
                          <a:pt x="29307" y="60115"/>
                          <a:pt x="27193" y="54830"/>
                        </a:cubicBezTo>
                        <a:cubicBezTo>
                          <a:pt x="23745" y="46203"/>
                          <a:pt x="17813" y="33559"/>
                          <a:pt x="10903" y="27957"/>
                        </a:cubicBezTo>
                        <a:lnTo>
                          <a:pt x="14496" y="62348"/>
                        </a:lnTo>
                        <a:cubicBezTo>
                          <a:pt x="14576" y="63114"/>
                          <a:pt x="13981" y="63788"/>
                          <a:pt x="13215" y="63788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6" name="Forme libre : forme 2505">
                    <a:extLst>
                      <a:ext uri="{FF2B5EF4-FFF2-40B4-BE49-F238E27FC236}">
                        <a16:creationId xmlns:a16="http://schemas.microsoft.com/office/drawing/2014/main" id="{0F37CF45-1626-1BE0-3D88-BB315084638B}"/>
                      </a:ext>
                    </a:extLst>
                  </p:cNvPr>
                  <p:cNvSpPr/>
                  <p:nvPr/>
                </p:nvSpPr>
                <p:spPr>
                  <a:xfrm>
                    <a:off x="72010" y="722888"/>
                    <a:ext cx="147120" cy="213730"/>
                  </a:xfrm>
                  <a:custGeom>
                    <a:avLst/>
                    <a:gdLst>
                      <a:gd name="connsiteX0" fmla="*/ 102459 w 147120"/>
                      <a:gd name="connsiteY0" fmla="*/ 9711 h 213730"/>
                      <a:gd name="connsiteX1" fmla="*/ 104824 w 147120"/>
                      <a:gd name="connsiteY1" fmla="*/ 46996 h 213730"/>
                      <a:gd name="connsiteX2" fmla="*/ 146944 w 147120"/>
                      <a:gd name="connsiteY2" fmla="*/ 194060 h 213730"/>
                      <a:gd name="connsiteX3" fmla="*/ 144090 w 147120"/>
                      <a:gd name="connsiteY3" fmla="*/ 199596 h 213730"/>
                      <a:gd name="connsiteX4" fmla="*/ 33544 w 147120"/>
                      <a:gd name="connsiteY4" fmla="*/ 213006 h 213730"/>
                      <a:gd name="connsiteX5" fmla="*/ 27691 w 147120"/>
                      <a:gd name="connsiteY5" fmla="*/ 208012 h 213730"/>
                      <a:gd name="connsiteX6" fmla="*/ 8640 w 147120"/>
                      <a:gd name="connsiteY6" fmla="*/ 122291 h 213730"/>
                      <a:gd name="connsiteX7" fmla="*/ 36517 w 147120"/>
                      <a:gd name="connsiteY7" fmla="*/ 0 h 213730"/>
                      <a:gd name="connsiteX8" fmla="*/ 102446 w 147120"/>
                      <a:gd name="connsiteY8" fmla="*/ 9711 h 2137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7120" h="213730">
                        <a:moveTo>
                          <a:pt x="102459" y="9711"/>
                        </a:moveTo>
                        <a:cubicBezTo>
                          <a:pt x="102459" y="9711"/>
                          <a:pt x="98046" y="23795"/>
                          <a:pt x="104824" y="46996"/>
                        </a:cubicBezTo>
                        <a:lnTo>
                          <a:pt x="146944" y="194060"/>
                        </a:lnTo>
                        <a:cubicBezTo>
                          <a:pt x="147605" y="196372"/>
                          <a:pt x="146363" y="198790"/>
                          <a:pt x="144090" y="199596"/>
                        </a:cubicBezTo>
                        <a:cubicBezTo>
                          <a:pt x="131499" y="204114"/>
                          <a:pt x="90079" y="216890"/>
                          <a:pt x="33544" y="213006"/>
                        </a:cubicBezTo>
                        <a:cubicBezTo>
                          <a:pt x="30704" y="212808"/>
                          <a:pt x="28312" y="210799"/>
                          <a:pt x="27691" y="208012"/>
                        </a:cubicBezTo>
                        <a:cubicBezTo>
                          <a:pt x="23966" y="191245"/>
                          <a:pt x="11256" y="134037"/>
                          <a:pt x="8640" y="122291"/>
                        </a:cubicBezTo>
                        <a:cubicBezTo>
                          <a:pt x="-1336" y="77502"/>
                          <a:pt x="-12460" y="29199"/>
                          <a:pt x="36517" y="0"/>
                        </a:cubicBezTo>
                        <a:cubicBezTo>
                          <a:pt x="59083" y="9671"/>
                          <a:pt x="80144" y="15366"/>
                          <a:pt x="102446" y="9711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7" name="Forme libre : forme 2506">
                    <a:extLst>
                      <a:ext uri="{FF2B5EF4-FFF2-40B4-BE49-F238E27FC236}">
                        <a16:creationId xmlns:a16="http://schemas.microsoft.com/office/drawing/2014/main" id="{0664F878-E2E3-15ED-E555-E6D18BA0646F}"/>
                      </a:ext>
                    </a:extLst>
                  </p:cNvPr>
                  <p:cNvSpPr/>
                  <p:nvPr/>
                </p:nvSpPr>
                <p:spPr>
                  <a:xfrm>
                    <a:off x="37928" y="578919"/>
                    <a:ext cx="82364" cy="96827"/>
                  </a:xfrm>
                  <a:custGeom>
                    <a:avLst/>
                    <a:gdLst>
                      <a:gd name="connsiteX0" fmla="*/ 390 w 82364"/>
                      <a:gd name="connsiteY0" fmla="*/ 96814 h 96827"/>
                      <a:gd name="connsiteX1" fmla="*/ 72 w 82364"/>
                      <a:gd name="connsiteY1" fmla="*/ 96801 h 96827"/>
                      <a:gd name="connsiteX2" fmla="*/ 33552 w 82364"/>
                      <a:gd name="connsiteY2" fmla="*/ 92481 h 96827"/>
                      <a:gd name="connsiteX3" fmla="*/ 60954 w 82364"/>
                      <a:gd name="connsiteY3" fmla="*/ 55500 h 96827"/>
                      <a:gd name="connsiteX4" fmla="*/ 61601 w 82364"/>
                      <a:gd name="connsiteY4" fmla="*/ 54853 h 96827"/>
                      <a:gd name="connsiteX5" fmla="*/ 62130 w 82364"/>
                      <a:gd name="connsiteY5" fmla="*/ 54364 h 96827"/>
                      <a:gd name="connsiteX6" fmla="*/ 70282 w 82364"/>
                      <a:gd name="connsiteY6" fmla="*/ 47243 h 96827"/>
                      <a:gd name="connsiteX7" fmla="*/ 77628 w 82364"/>
                      <a:gd name="connsiteY7" fmla="*/ 37201 h 96827"/>
                      <a:gd name="connsiteX8" fmla="*/ 60201 w 82364"/>
                      <a:gd name="connsiteY8" fmla="*/ 3524 h 96827"/>
                      <a:gd name="connsiteX9" fmla="*/ 2385 w 82364"/>
                      <a:gd name="connsiteY9" fmla="*/ 87143 h 96827"/>
                      <a:gd name="connsiteX10" fmla="*/ 1856 w 82364"/>
                      <a:gd name="connsiteY10" fmla="*/ 88887 h 96827"/>
                      <a:gd name="connsiteX11" fmla="*/ 6 w 82364"/>
                      <a:gd name="connsiteY11" fmla="*/ 95335 h 96827"/>
                      <a:gd name="connsiteX12" fmla="*/ 99 w 82364"/>
                      <a:gd name="connsiteY12" fmla="*/ 95850 h 96827"/>
                      <a:gd name="connsiteX13" fmla="*/ 416 w 82364"/>
                      <a:gd name="connsiteY13" fmla="*/ 96828 h 968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82364" h="96827">
                        <a:moveTo>
                          <a:pt x="390" y="96814"/>
                        </a:moveTo>
                        <a:cubicBezTo>
                          <a:pt x="390" y="96814"/>
                          <a:pt x="72" y="96841"/>
                          <a:pt x="72" y="96801"/>
                        </a:cubicBezTo>
                        <a:cubicBezTo>
                          <a:pt x="5384" y="92639"/>
                          <a:pt x="33552" y="92481"/>
                          <a:pt x="33552" y="92481"/>
                        </a:cubicBezTo>
                        <a:cubicBezTo>
                          <a:pt x="33552" y="92481"/>
                          <a:pt x="54018" y="62846"/>
                          <a:pt x="60954" y="55500"/>
                        </a:cubicBezTo>
                        <a:cubicBezTo>
                          <a:pt x="61179" y="55276"/>
                          <a:pt x="61403" y="55051"/>
                          <a:pt x="61601" y="54853"/>
                        </a:cubicBezTo>
                        <a:cubicBezTo>
                          <a:pt x="61747" y="54694"/>
                          <a:pt x="61905" y="54549"/>
                          <a:pt x="62130" y="54364"/>
                        </a:cubicBezTo>
                        <a:cubicBezTo>
                          <a:pt x="64667" y="52012"/>
                          <a:pt x="67362" y="49660"/>
                          <a:pt x="70282" y="47243"/>
                        </a:cubicBezTo>
                        <a:cubicBezTo>
                          <a:pt x="73505" y="44547"/>
                          <a:pt x="76082" y="41099"/>
                          <a:pt x="77628" y="37201"/>
                        </a:cubicBezTo>
                        <a:cubicBezTo>
                          <a:pt x="88462" y="9918"/>
                          <a:pt x="79900" y="-7931"/>
                          <a:pt x="60201" y="3524"/>
                        </a:cubicBezTo>
                        <a:cubicBezTo>
                          <a:pt x="60201" y="3524"/>
                          <a:pt x="18556" y="38113"/>
                          <a:pt x="2385" y="87143"/>
                        </a:cubicBezTo>
                        <a:cubicBezTo>
                          <a:pt x="2200" y="87751"/>
                          <a:pt x="2041" y="88319"/>
                          <a:pt x="1856" y="88887"/>
                        </a:cubicBezTo>
                        <a:cubicBezTo>
                          <a:pt x="1209" y="91160"/>
                          <a:pt x="575" y="93326"/>
                          <a:pt x="6" y="95335"/>
                        </a:cubicBezTo>
                        <a:cubicBezTo>
                          <a:pt x="-33" y="95480"/>
                          <a:pt x="125" y="95705"/>
                          <a:pt x="99" y="95850"/>
                        </a:cubicBezTo>
                        <a:cubicBezTo>
                          <a:pt x="-20" y="96193"/>
                          <a:pt x="535" y="96484"/>
                          <a:pt x="416" y="96828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488" name="Forme libre : forme 2487">
                  <a:extLst>
                    <a:ext uri="{FF2B5EF4-FFF2-40B4-BE49-F238E27FC236}">
                      <a16:creationId xmlns:a16="http://schemas.microsoft.com/office/drawing/2014/main" id="{6BEB4630-ED9F-BA85-FF03-EC770C31288F}"/>
                    </a:ext>
                  </a:extLst>
                </p:cNvPr>
                <p:cNvSpPr/>
                <p:nvPr/>
              </p:nvSpPr>
              <p:spPr>
                <a:xfrm>
                  <a:off x="36279" y="668825"/>
                  <a:ext cx="111434" cy="62055"/>
                </a:xfrm>
                <a:custGeom>
                  <a:avLst/>
                  <a:gdLst>
                    <a:gd name="connsiteX0" fmla="*/ 105027 w 111434"/>
                    <a:gd name="connsiteY0" fmla="*/ 24718 h 62055"/>
                    <a:gd name="connsiteX1" fmla="*/ 40301 w 111434"/>
                    <a:gd name="connsiteY1" fmla="*/ 28708 h 62055"/>
                    <a:gd name="connsiteX2" fmla="*/ 35201 w 111434"/>
                    <a:gd name="connsiteY2" fmla="*/ 2562 h 62055"/>
                    <a:gd name="connsiteX3" fmla="*/ 1629 w 111434"/>
                    <a:gd name="connsiteY3" fmla="*/ 5402 h 62055"/>
                    <a:gd name="connsiteX4" fmla="*/ 5037 w 111434"/>
                    <a:gd name="connsiteY4" fmla="*/ 39529 h 62055"/>
                    <a:gd name="connsiteX5" fmla="*/ 111435 w 111434"/>
                    <a:gd name="connsiteY5" fmla="*/ 36636 h 62055"/>
                    <a:gd name="connsiteX6" fmla="*/ 105027 w 111434"/>
                    <a:gd name="connsiteY6" fmla="*/ 24705 h 62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1434" h="62055">
                      <a:moveTo>
                        <a:pt x="105027" y="24718"/>
                      </a:moveTo>
                      <a:cubicBezTo>
                        <a:pt x="105027" y="24718"/>
                        <a:pt x="56631" y="52067"/>
                        <a:pt x="40301" y="28708"/>
                      </a:cubicBezTo>
                      <a:cubicBezTo>
                        <a:pt x="36905" y="23859"/>
                        <a:pt x="34368" y="7159"/>
                        <a:pt x="35201" y="2562"/>
                      </a:cubicBezTo>
                      <a:cubicBezTo>
                        <a:pt x="20694" y="-4758"/>
                        <a:pt x="9781" y="5997"/>
                        <a:pt x="1629" y="5402"/>
                      </a:cubicBezTo>
                      <a:cubicBezTo>
                        <a:pt x="-512" y="16593"/>
                        <a:pt x="-1542" y="27493"/>
                        <a:pt x="5037" y="39529"/>
                      </a:cubicBezTo>
                      <a:cubicBezTo>
                        <a:pt x="33642" y="91849"/>
                        <a:pt x="111435" y="36636"/>
                        <a:pt x="111435" y="36636"/>
                      </a:cubicBezTo>
                      <a:lnTo>
                        <a:pt x="105027" y="24705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89" name="Graphique 4366">
                  <a:extLst>
                    <a:ext uri="{FF2B5EF4-FFF2-40B4-BE49-F238E27FC236}">
                      <a16:creationId xmlns:a16="http://schemas.microsoft.com/office/drawing/2014/main" id="{437B5313-6B65-E5D0-70E2-DCF387D72F4D}"/>
                    </a:ext>
                  </a:extLst>
                </p:cNvPr>
                <p:cNvGrpSpPr/>
                <p:nvPr/>
              </p:nvGrpSpPr>
              <p:grpSpPr>
                <a:xfrm>
                  <a:off x="135388" y="619285"/>
                  <a:ext cx="121013" cy="112890"/>
                  <a:chOff x="135388" y="619285"/>
                  <a:chExt cx="121013" cy="112890"/>
                </a:xfrm>
              </p:grpSpPr>
              <p:sp>
                <p:nvSpPr>
                  <p:cNvPr id="2490" name="Forme libre : forme 2489">
                    <a:extLst>
                      <a:ext uri="{FF2B5EF4-FFF2-40B4-BE49-F238E27FC236}">
                        <a16:creationId xmlns:a16="http://schemas.microsoft.com/office/drawing/2014/main" id="{1DD8BD8D-5539-ABA5-5365-5D0BFFF58E0D}"/>
                      </a:ext>
                    </a:extLst>
                  </p:cNvPr>
                  <p:cNvSpPr/>
                  <p:nvPr/>
                </p:nvSpPr>
                <p:spPr>
                  <a:xfrm>
                    <a:off x="135388" y="628246"/>
                    <a:ext cx="121013" cy="103929"/>
                  </a:xfrm>
                  <a:custGeom>
                    <a:avLst/>
                    <a:gdLst>
                      <a:gd name="connsiteX0" fmla="*/ 105 w 121013"/>
                      <a:gd name="connsiteY0" fmla="*/ 99900 h 103929"/>
                      <a:gd name="connsiteX1" fmla="*/ 26516 w 121013"/>
                      <a:gd name="connsiteY1" fmla="*/ 7666 h 103929"/>
                      <a:gd name="connsiteX2" fmla="*/ 28788 w 121013"/>
                      <a:gd name="connsiteY2" fmla="*/ 5724 h 103929"/>
                      <a:gd name="connsiteX3" fmla="*/ 63457 w 121013"/>
                      <a:gd name="connsiteY3" fmla="*/ 2249 h 103929"/>
                      <a:gd name="connsiteX4" fmla="*/ 118525 w 121013"/>
                      <a:gd name="connsiteY4" fmla="*/ 426 h 103929"/>
                      <a:gd name="connsiteX5" fmla="*/ 120731 w 121013"/>
                      <a:gd name="connsiteY5" fmla="*/ 4310 h 103929"/>
                      <a:gd name="connsiteX6" fmla="*/ 66139 w 121013"/>
                      <a:gd name="connsiteY6" fmla="*/ 102859 h 103929"/>
                      <a:gd name="connsiteX7" fmla="*/ 63959 w 121013"/>
                      <a:gd name="connsiteY7" fmla="*/ 103929 h 103929"/>
                      <a:gd name="connsiteX8" fmla="*/ 2681 w 121013"/>
                      <a:gd name="connsiteY8" fmla="*/ 103361 h 103929"/>
                      <a:gd name="connsiteX9" fmla="*/ 105 w 121013"/>
                      <a:gd name="connsiteY9" fmla="*/ 99926 h 1039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21013" h="103929">
                        <a:moveTo>
                          <a:pt x="105" y="99900"/>
                        </a:moveTo>
                        <a:lnTo>
                          <a:pt x="26516" y="7666"/>
                        </a:lnTo>
                        <a:cubicBezTo>
                          <a:pt x="26820" y="6622"/>
                          <a:pt x="27705" y="5856"/>
                          <a:pt x="28788" y="5724"/>
                        </a:cubicBezTo>
                        <a:cubicBezTo>
                          <a:pt x="33571" y="5169"/>
                          <a:pt x="47444" y="3596"/>
                          <a:pt x="63457" y="2249"/>
                        </a:cubicBezTo>
                        <a:cubicBezTo>
                          <a:pt x="82747" y="610"/>
                          <a:pt x="105141" y="-711"/>
                          <a:pt x="118525" y="426"/>
                        </a:cubicBezTo>
                        <a:cubicBezTo>
                          <a:pt x="120428" y="584"/>
                          <a:pt x="121577" y="2592"/>
                          <a:pt x="120731" y="4310"/>
                        </a:cubicBezTo>
                        <a:cubicBezTo>
                          <a:pt x="113121" y="19702"/>
                          <a:pt x="81822" y="82341"/>
                          <a:pt x="66139" y="102859"/>
                        </a:cubicBezTo>
                        <a:cubicBezTo>
                          <a:pt x="65624" y="103533"/>
                          <a:pt x="64818" y="103929"/>
                          <a:pt x="63959" y="103929"/>
                        </a:cubicBezTo>
                        <a:lnTo>
                          <a:pt x="2681" y="103361"/>
                        </a:lnTo>
                        <a:cubicBezTo>
                          <a:pt x="898" y="103348"/>
                          <a:pt x="-384" y="101630"/>
                          <a:pt x="105" y="99926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1" name="Forme libre : forme 2490">
                    <a:extLst>
                      <a:ext uri="{FF2B5EF4-FFF2-40B4-BE49-F238E27FC236}">
                        <a16:creationId xmlns:a16="http://schemas.microsoft.com/office/drawing/2014/main" id="{2250E003-B9D4-0942-D19A-51723827C68B}"/>
                      </a:ext>
                    </a:extLst>
                  </p:cNvPr>
                  <p:cNvSpPr/>
                  <p:nvPr/>
                </p:nvSpPr>
                <p:spPr>
                  <a:xfrm>
                    <a:off x="199242" y="619285"/>
                    <a:ext cx="23082" cy="10959"/>
                  </a:xfrm>
                  <a:custGeom>
                    <a:avLst/>
                    <a:gdLst>
                      <a:gd name="connsiteX0" fmla="*/ 2337 w 23082"/>
                      <a:gd name="connsiteY0" fmla="*/ 3204 h 10959"/>
                      <a:gd name="connsiteX1" fmla="*/ 21482 w 23082"/>
                      <a:gd name="connsiteY1" fmla="*/ 20 h 10959"/>
                      <a:gd name="connsiteX2" fmla="*/ 23014 w 23082"/>
                      <a:gd name="connsiteY2" fmla="*/ 1803 h 10959"/>
                      <a:gd name="connsiteX3" fmla="*/ 21112 w 23082"/>
                      <a:gd name="connsiteY3" fmla="*/ 7551 h 10959"/>
                      <a:gd name="connsiteX4" fmla="*/ 19989 w 23082"/>
                      <a:gd name="connsiteY4" fmla="*/ 8489 h 10959"/>
                      <a:gd name="connsiteX5" fmla="*/ 1558 w 23082"/>
                      <a:gd name="connsiteY5" fmla="*/ 10946 h 10959"/>
                      <a:gd name="connsiteX6" fmla="*/ 38 w 23082"/>
                      <a:gd name="connsiteY6" fmla="*/ 9268 h 10959"/>
                      <a:gd name="connsiteX7" fmla="*/ 1214 w 23082"/>
                      <a:gd name="connsiteY7" fmla="*/ 4248 h 10959"/>
                      <a:gd name="connsiteX8" fmla="*/ 2324 w 23082"/>
                      <a:gd name="connsiteY8" fmla="*/ 3204 h 109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3082" h="10959">
                        <a:moveTo>
                          <a:pt x="2337" y="3204"/>
                        </a:moveTo>
                        <a:lnTo>
                          <a:pt x="21482" y="20"/>
                        </a:lnTo>
                        <a:cubicBezTo>
                          <a:pt x="22499" y="-152"/>
                          <a:pt x="23331" y="826"/>
                          <a:pt x="23014" y="1803"/>
                        </a:cubicBezTo>
                        <a:lnTo>
                          <a:pt x="21112" y="7551"/>
                        </a:lnTo>
                        <a:cubicBezTo>
                          <a:pt x="20953" y="8053"/>
                          <a:pt x="20517" y="8409"/>
                          <a:pt x="19989" y="8489"/>
                        </a:cubicBezTo>
                        <a:lnTo>
                          <a:pt x="1558" y="10946"/>
                        </a:lnTo>
                        <a:cubicBezTo>
                          <a:pt x="607" y="11078"/>
                          <a:pt x="-186" y="10206"/>
                          <a:pt x="38" y="9268"/>
                        </a:cubicBezTo>
                        <a:lnTo>
                          <a:pt x="1214" y="4248"/>
                        </a:lnTo>
                        <a:cubicBezTo>
                          <a:pt x="1346" y="3706"/>
                          <a:pt x="1782" y="3296"/>
                          <a:pt x="2324" y="3204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2" name="Forme libre : forme 2491">
                    <a:extLst>
                      <a:ext uri="{FF2B5EF4-FFF2-40B4-BE49-F238E27FC236}">
                        <a16:creationId xmlns:a16="http://schemas.microsoft.com/office/drawing/2014/main" id="{13B613E8-4587-AB98-D01F-6F7D0AEAD862}"/>
                      </a:ext>
                    </a:extLst>
                  </p:cNvPr>
                  <p:cNvSpPr/>
                  <p:nvPr/>
                </p:nvSpPr>
                <p:spPr>
                  <a:xfrm>
                    <a:off x="187182" y="625015"/>
                    <a:ext cx="44059" cy="15946"/>
                  </a:xfrm>
                  <a:custGeom>
                    <a:avLst/>
                    <a:gdLst>
                      <a:gd name="connsiteX0" fmla="*/ 49 w 44059"/>
                      <a:gd name="connsiteY0" fmla="*/ 13685 h 15946"/>
                      <a:gd name="connsiteX1" fmla="*/ 1622 w 44059"/>
                      <a:gd name="connsiteY1" fmla="*/ 5467 h 15946"/>
                      <a:gd name="connsiteX2" fmla="*/ 3300 w 44059"/>
                      <a:gd name="connsiteY2" fmla="*/ 3934 h 15946"/>
                      <a:gd name="connsiteX3" fmla="*/ 41972 w 44059"/>
                      <a:gd name="connsiteY3" fmla="*/ 10 h 15946"/>
                      <a:gd name="connsiteX4" fmla="*/ 44006 w 44059"/>
                      <a:gd name="connsiteY4" fmla="*/ 2349 h 15946"/>
                      <a:gd name="connsiteX5" fmla="*/ 41549 w 44059"/>
                      <a:gd name="connsiteY5" fmla="*/ 12588 h 15946"/>
                      <a:gd name="connsiteX6" fmla="*/ 39792 w 44059"/>
                      <a:gd name="connsiteY6" fmla="*/ 14041 h 15946"/>
                      <a:gd name="connsiteX7" fmla="*/ 1992 w 44059"/>
                      <a:gd name="connsiteY7" fmla="*/ 15944 h 15946"/>
                      <a:gd name="connsiteX8" fmla="*/ 36 w 44059"/>
                      <a:gd name="connsiteY8" fmla="*/ 13685 h 159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4059" h="15946">
                        <a:moveTo>
                          <a:pt x="49" y="13685"/>
                        </a:moveTo>
                        <a:lnTo>
                          <a:pt x="1622" y="5467"/>
                        </a:lnTo>
                        <a:cubicBezTo>
                          <a:pt x="1780" y="4647"/>
                          <a:pt x="2454" y="4013"/>
                          <a:pt x="3300" y="3934"/>
                        </a:cubicBezTo>
                        <a:lnTo>
                          <a:pt x="41972" y="10"/>
                        </a:lnTo>
                        <a:cubicBezTo>
                          <a:pt x="43280" y="-122"/>
                          <a:pt x="44310" y="1067"/>
                          <a:pt x="44006" y="2349"/>
                        </a:cubicBezTo>
                        <a:lnTo>
                          <a:pt x="41549" y="12588"/>
                        </a:lnTo>
                        <a:cubicBezTo>
                          <a:pt x="41351" y="13407"/>
                          <a:pt x="40637" y="14002"/>
                          <a:pt x="39792" y="14041"/>
                        </a:cubicBezTo>
                        <a:lnTo>
                          <a:pt x="1992" y="15944"/>
                        </a:lnTo>
                        <a:cubicBezTo>
                          <a:pt x="763" y="16010"/>
                          <a:pt x="-202" y="14900"/>
                          <a:pt x="36" y="13685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3" name="Forme libre : forme 2492">
                    <a:extLst>
                      <a:ext uri="{FF2B5EF4-FFF2-40B4-BE49-F238E27FC236}">
                        <a16:creationId xmlns:a16="http://schemas.microsoft.com/office/drawing/2014/main" id="{5686B6B7-4678-71FE-6573-9EA925B50D30}"/>
                      </a:ext>
                    </a:extLst>
                  </p:cNvPr>
                  <p:cNvSpPr/>
                  <p:nvPr/>
                </p:nvSpPr>
                <p:spPr>
                  <a:xfrm>
                    <a:off x="139329" y="674407"/>
                    <a:ext cx="35178" cy="31622"/>
                  </a:xfrm>
                  <a:custGeom>
                    <a:avLst/>
                    <a:gdLst>
                      <a:gd name="connsiteX0" fmla="*/ 2545 w 35178"/>
                      <a:gd name="connsiteY0" fmla="*/ 31450 h 31622"/>
                      <a:gd name="connsiteX1" fmla="*/ 351 w 35178"/>
                      <a:gd name="connsiteY1" fmla="*/ 10958 h 31622"/>
                      <a:gd name="connsiteX2" fmla="*/ 14290 w 35178"/>
                      <a:gd name="connsiteY2" fmla="*/ 217 h 31622"/>
                      <a:gd name="connsiteX3" fmla="*/ 35179 w 35178"/>
                      <a:gd name="connsiteY3" fmla="*/ 5792 h 31622"/>
                      <a:gd name="connsiteX4" fmla="*/ 27317 w 35178"/>
                      <a:gd name="connsiteY4" fmla="*/ 10522 h 31622"/>
                      <a:gd name="connsiteX5" fmla="*/ 31836 w 35178"/>
                      <a:gd name="connsiteY5" fmla="*/ 14023 h 31622"/>
                      <a:gd name="connsiteX6" fmla="*/ 25032 w 35178"/>
                      <a:gd name="connsiteY6" fmla="*/ 16626 h 31622"/>
                      <a:gd name="connsiteX7" fmla="*/ 29233 w 35178"/>
                      <a:gd name="connsiteY7" fmla="*/ 21264 h 31622"/>
                      <a:gd name="connsiteX8" fmla="*/ 22059 w 35178"/>
                      <a:gd name="connsiteY8" fmla="*/ 22915 h 31622"/>
                      <a:gd name="connsiteX9" fmla="*/ 2518 w 35178"/>
                      <a:gd name="connsiteY9" fmla="*/ 31450 h 316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5178" h="31622">
                        <a:moveTo>
                          <a:pt x="2545" y="31450"/>
                        </a:moveTo>
                        <a:cubicBezTo>
                          <a:pt x="2545" y="31450"/>
                          <a:pt x="-1128" y="16322"/>
                          <a:pt x="351" y="10958"/>
                        </a:cubicBezTo>
                        <a:cubicBezTo>
                          <a:pt x="1831" y="5594"/>
                          <a:pt x="4711" y="-1316"/>
                          <a:pt x="14290" y="217"/>
                        </a:cubicBezTo>
                        <a:cubicBezTo>
                          <a:pt x="23869" y="1749"/>
                          <a:pt x="35179" y="5792"/>
                          <a:pt x="35179" y="5792"/>
                        </a:cubicBezTo>
                        <a:cubicBezTo>
                          <a:pt x="35179" y="5792"/>
                          <a:pt x="34610" y="12782"/>
                          <a:pt x="27317" y="10522"/>
                        </a:cubicBezTo>
                        <a:lnTo>
                          <a:pt x="31836" y="14023"/>
                        </a:lnTo>
                        <a:cubicBezTo>
                          <a:pt x="31836" y="14023"/>
                          <a:pt x="31188" y="19625"/>
                          <a:pt x="25032" y="16626"/>
                        </a:cubicBezTo>
                        <a:lnTo>
                          <a:pt x="29233" y="21264"/>
                        </a:lnTo>
                        <a:cubicBezTo>
                          <a:pt x="29233" y="21264"/>
                          <a:pt x="26591" y="25862"/>
                          <a:pt x="22059" y="22915"/>
                        </a:cubicBezTo>
                        <a:cubicBezTo>
                          <a:pt x="17527" y="19969"/>
                          <a:pt x="15360" y="33274"/>
                          <a:pt x="2518" y="31450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466" name="Graphique 4366">
                <a:extLst>
                  <a:ext uri="{FF2B5EF4-FFF2-40B4-BE49-F238E27FC236}">
                    <a16:creationId xmlns:a16="http://schemas.microsoft.com/office/drawing/2014/main" id="{BB580D7F-DB6A-2B05-5358-B613D9E1FBAA}"/>
                  </a:ext>
                </a:extLst>
              </p:cNvPr>
              <p:cNvGrpSpPr/>
              <p:nvPr/>
            </p:nvGrpSpPr>
            <p:grpSpPr>
              <a:xfrm>
                <a:off x="773828" y="461787"/>
                <a:ext cx="448495" cy="715013"/>
                <a:chOff x="773828" y="461787"/>
                <a:chExt cx="448495" cy="715013"/>
              </a:xfrm>
            </p:grpSpPr>
            <p:sp>
              <p:nvSpPr>
                <p:cNvPr id="2467" name="Forme libre : forme 2466">
                  <a:extLst>
                    <a:ext uri="{FF2B5EF4-FFF2-40B4-BE49-F238E27FC236}">
                      <a16:creationId xmlns:a16="http://schemas.microsoft.com/office/drawing/2014/main" id="{2AEB8351-BC45-210D-9F89-D26D8C23004C}"/>
                    </a:ext>
                  </a:extLst>
                </p:cNvPr>
                <p:cNvSpPr/>
                <p:nvPr/>
              </p:nvSpPr>
              <p:spPr>
                <a:xfrm>
                  <a:off x="1000817" y="1146032"/>
                  <a:ext cx="79540" cy="7699"/>
                </a:xfrm>
                <a:custGeom>
                  <a:avLst/>
                  <a:gdLst>
                    <a:gd name="connsiteX0" fmla="*/ 2237 w 79540"/>
                    <a:gd name="connsiteY0" fmla="*/ 0 h 7699"/>
                    <a:gd name="connsiteX1" fmla="*/ 58163 w 79540"/>
                    <a:gd name="connsiteY1" fmla="*/ 3911 h 7699"/>
                    <a:gd name="connsiteX2" fmla="*/ 79541 w 79540"/>
                    <a:gd name="connsiteY2" fmla="*/ 1823 h 7699"/>
                    <a:gd name="connsiteX3" fmla="*/ 79501 w 79540"/>
                    <a:gd name="connsiteY3" fmla="*/ 2999 h 7699"/>
                    <a:gd name="connsiteX4" fmla="*/ 75841 w 79540"/>
                    <a:gd name="connsiteY4" fmla="*/ 6646 h 7699"/>
                    <a:gd name="connsiteX5" fmla="*/ 2620 w 79540"/>
                    <a:gd name="connsiteY5" fmla="*/ 6725 h 7699"/>
                    <a:gd name="connsiteX6" fmla="*/ 387 w 79540"/>
                    <a:gd name="connsiteY6" fmla="*/ 2603 h 7699"/>
                    <a:gd name="connsiteX7" fmla="*/ 2250 w 79540"/>
                    <a:gd name="connsiteY7" fmla="*/ 13 h 76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9540" h="7699">
                      <a:moveTo>
                        <a:pt x="2237" y="0"/>
                      </a:moveTo>
                      <a:cubicBezTo>
                        <a:pt x="15858" y="1176"/>
                        <a:pt x="39508" y="3092"/>
                        <a:pt x="58163" y="3911"/>
                      </a:cubicBezTo>
                      <a:cubicBezTo>
                        <a:pt x="69367" y="4400"/>
                        <a:pt x="75828" y="3303"/>
                        <a:pt x="79541" y="1823"/>
                      </a:cubicBezTo>
                      <a:cubicBezTo>
                        <a:pt x="79541" y="2246"/>
                        <a:pt x="79527" y="2642"/>
                        <a:pt x="79501" y="2999"/>
                      </a:cubicBezTo>
                      <a:cubicBezTo>
                        <a:pt x="79409" y="4955"/>
                        <a:pt x="77823" y="6527"/>
                        <a:pt x="75841" y="6646"/>
                      </a:cubicBezTo>
                      <a:cubicBezTo>
                        <a:pt x="40618" y="8614"/>
                        <a:pt x="12595" y="7333"/>
                        <a:pt x="2620" y="6725"/>
                      </a:cubicBezTo>
                      <a:cubicBezTo>
                        <a:pt x="559" y="6593"/>
                        <a:pt x="-670" y="4360"/>
                        <a:pt x="387" y="2603"/>
                      </a:cubicBezTo>
                      <a:cubicBezTo>
                        <a:pt x="915" y="1718"/>
                        <a:pt x="1550" y="859"/>
                        <a:pt x="2250" y="13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8" name="Forme libre : forme 2467">
                  <a:extLst>
                    <a:ext uri="{FF2B5EF4-FFF2-40B4-BE49-F238E27FC236}">
                      <a16:creationId xmlns:a16="http://schemas.microsoft.com/office/drawing/2014/main" id="{002DAEDB-69A2-BC66-BB70-5F9D1AC0D331}"/>
                    </a:ext>
                  </a:extLst>
                </p:cNvPr>
                <p:cNvSpPr/>
                <p:nvPr/>
              </p:nvSpPr>
              <p:spPr>
                <a:xfrm>
                  <a:off x="1003053" y="1118511"/>
                  <a:ext cx="77308" cy="31541"/>
                </a:xfrm>
                <a:custGeom>
                  <a:avLst/>
                  <a:gdLst>
                    <a:gd name="connsiteX0" fmla="*/ 55927 w 77308"/>
                    <a:gd name="connsiteY0" fmla="*/ 31432 h 31541"/>
                    <a:gd name="connsiteX1" fmla="*/ 0 w 77308"/>
                    <a:gd name="connsiteY1" fmla="*/ 27521 h 31541"/>
                    <a:gd name="connsiteX2" fmla="*/ 55927 w 77308"/>
                    <a:gd name="connsiteY2" fmla="*/ 0 h 31541"/>
                    <a:gd name="connsiteX3" fmla="*/ 67937 w 77308"/>
                    <a:gd name="connsiteY3" fmla="*/ 0 h 31541"/>
                    <a:gd name="connsiteX4" fmla="*/ 77304 w 77308"/>
                    <a:gd name="connsiteY4" fmla="*/ 29331 h 31541"/>
                    <a:gd name="connsiteX5" fmla="*/ 55927 w 77308"/>
                    <a:gd name="connsiteY5" fmla="*/ 31418 h 315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7308" h="31541">
                      <a:moveTo>
                        <a:pt x="55927" y="31432"/>
                      </a:moveTo>
                      <a:cubicBezTo>
                        <a:pt x="37285" y="30612"/>
                        <a:pt x="13635" y="28697"/>
                        <a:pt x="0" y="27521"/>
                      </a:cubicBezTo>
                      <a:cubicBezTo>
                        <a:pt x="13397" y="11085"/>
                        <a:pt x="55927" y="0"/>
                        <a:pt x="55927" y="0"/>
                      </a:cubicBezTo>
                      <a:lnTo>
                        <a:pt x="67937" y="0"/>
                      </a:lnTo>
                      <a:cubicBezTo>
                        <a:pt x="76194" y="11904"/>
                        <a:pt x="77397" y="23240"/>
                        <a:pt x="77304" y="29331"/>
                      </a:cubicBezTo>
                      <a:cubicBezTo>
                        <a:pt x="73592" y="30824"/>
                        <a:pt x="67131" y="31920"/>
                        <a:pt x="55927" y="31418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9" name="Forme libre : forme 2468">
                  <a:extLst>
                    <a:ext uri="{FF2B5EF4-FFF2-40B4-BE49-F238E27FC236}">
                      <a16:creationId xmlns:a16="http://schemas.microsoft.com/office/drawing/2014/main" id="{F9E210E3-DAAD-80B1-FAF2-A3D65288B7F2}"/>
                    </a:ext>
                  </a:extLst>
                </p:cNvPr>
                <p:cNvSpPr/>
                <p:nvPr/>
              </p:nvSpPr>
              <p:spPr>
                <a:xfrm>
                  <a:off x="1050604" y="1098904"/>
                  <a:ext cx="22407" cy="27244"/>
                </a:xfrm>
                <a:custGeom>
                  <a:avLst/>
                  <a:gdLst>
                    <a:gd name="connsiteX0" fmla="*/ 22408 w 22407"/>
                    <a:gd name="connsiteY0" fmla="*/ 13 h 27244"/>
                    <a:gd name="connsiteX1" fmla="*/ 21285 w 22407"/>
                    <a:gd name="connsiteY1" fmla="*/ 22249 h 27244"/>
                    <a:gd name="connsiteX2" fmla="*/ 16951 w 22407"/>
                    <a:gd name="connsiteY2" fmla="*/ 27032 h 27244"/>
                    <a:gd name="connsiteX3" fmla="*/ 7927 w 22407"/>
                    <a:gd name="connsiteY3" fmla="*/ 26279 h 27244"/>
                    <a:gd name="connsiteX4" fmla="*/ 3884 w 22407"/>
                    <a:gd name="connsiteY4" fmla="*/ 21655 h 27244"/>
                    <a:gd name="connsiteX5" fmla="*/ 0 w 22407"/>
                    <a:gd name="connsiteY5" fmla="*/ 0 h 27244"/>
                    <a:gd name="connsiteX6" fmla="*/ 22408 w 22407"/>
                    <a:gd name="connsiteY6" fmla="*/ 0 h 27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407" h="27244">
                      <a:moveTo>
                        <a:pt x="22408" y="13"/>
                      </a:moveTo>
                      <a:lnTo>
                        <a:pt x="21285" y="22249"/>
                      </a:lnTo>
                      <a:cubicBezTo>
                        <a:pt x="21166" y="24654"/>
                        <a:pt x="19356" y="26675"/>
                        <a:pt x="16951" y="27032"/>
                      </a:cubicBezTo>
                      <a:cubicBezTo>
                        <a:pt x="14547" y="27376"/>
                        <a:pt x="11336" y="27415"/>
                        <a:pt x="7927" y="26279"/>
                      </a:cubicBezTo>
                      <a:cubicBezTo>
                        <a:pt x="5827" y="25579"/>
                        <a:pt x="4268" y="23808"/>
                        <a:pt x="3884" y="21655"/>
                      </a:cubicBezTo>
                      <a:lnTo>
                        <a:pt x="0" y="0"/>
                      </a:lnTo>
                      <a:lnTo>
                        <a:pt x="22408" y="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0" name="Graphique 4366">
                  <a:extLst>
                    <a:ext uri="{FF2B5EF4-FFF2-40B4-BE49-F238E27FC236}">
                      <a16:creationId xmlns:a16="http://schemas.microsoft.com/office/drawing/2014/main" id="{53E9059A-5E53-4E11-3220-7BA1FD6006EF}"/>
                    </a:ext>
                  </a:extLst>
                </p:cNvPr>
                <p:cNvGrpSpPr/>
                <p:nvPr/>
              </p:nvGrpSpPr>
              <p:grpSpPr>
                <a:xfrm>
                  <a:off x="1177370" y="1105759"/>
                  <a:ext cx="44953" cy="71041"/>
                  <a:chOff x="1177370" y="1105759"/>
                  <a:chExt cx="44953" cy="71041"/>
                </a:xfrm>
              </p:grpSpPr>
              <p:sp>
                <p:nvSpPr>
                  <p:cNvPr id="2485" name="Forme libre : forme 2484">
                    <a:extLst>
                      <a:ext uri="{FF2B5EF4-FFF2-40B4-BE49-F238E27FC236}">
                        <a16:creationId xmlns:a16="http://schemas.microsoft.com/office/drawing/2014/main" id="{C59C9CCC-AB5A-04CB-8257-F42E4A423590}"/>
                      </a:ext>
                    </a:extLst>
                  </p:cNvPr>
                  <p:cNvSpPr/>
                  <p:nvPr/>
                </p:nvSpPr>
                <p:spPr>
                  <a:xfrm>
                    <a:off x="1191828" y="1162415"/>
                    <a:ext cx="30495" cy="14385"/>
                  </a:xfrm>
                  <a:custGeom>
                    <a:avLst/>
                    <a:gdLst>
                      <a:gd name="connsiteX0" fmla="*/ 20571 w 30495"/>
                      <a:gd name="connsiteY0" fmla="*/ 9275 h 14385"/>
                      <a:gd name="connsiteX1" fmla="*/ 30269 w 30495"/>
                      <a:gd name="connsiteY1" fmla="*/ 0 h 14385"/>
                      <a:gd name="connsiteX2" fmla="*/ 30295 w 30495"/>
                      <a:gd name="connsiteY2" fmla="*/ 119 h 14385"/>
                      <a:gd name="connsiteX3" fmla="*/ 25116 w 30495"/>
                      <a:gd name="connsiteY3" fmla="*/ 11442 h 14385"/>
                      <a:gd name="connsiteX4" fmla="*/ 10781 w 30495"/>
                      <a:gd name="connsiteY4" fmla="*/ 14335 h 14385"/>
                      <a:gd name="connsiteX5" fmla="*/ 40 w 30495"/>
                      <a:gd name="connsiteY5" fmla="*/ 7927 h 14385"/>
                      <a:gd name="connsiteX6" fmla="*/ 0 w 30495"/>
                      <a:gd name="connsiteY6" fmla="*/ 7874 h 14385"/>
                      <a:gd name="connsiteX7" fmla="*/ 20558 w 30495"/>
                      <a:gd name="connsiteY7" fmla="*/ 9275 h 14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0495" h="14385">
                        <a:moveTo>
                          <a:pt x="20571" y="9275"/>
                        </a:moveTo>
                        <a:cubicBezTo>
                          <a:pt x="26477" y="8205"/>
                          <a:pt x="29159" y="4241"/>
                          <a:pt x="30269" y="0"/>
                        </a:cubicBezTo>
                        <a:cubicBezTo>
                          <a:pt x="30269" y="40"/>
                          <a:pt x="30282" y="79"/>
                          <a:pt x="30295" y="119"/>
                        </a:cubicBezTo>
                        <a:cubicBezTo>
                          <a:pt x="31167" y="4598"/>
                          <a:pt x="29146" y="9235"/>
                          <a:pt x="25116" y="11442"/>
                        </a:cubicBezTo>
                        <a:cubicBezTo>
                          <a:pt x="20241" y="14111"/>
                          <a:pt x="14916" y="14560"/>
                          <a:pt x="10781" y="14335"/>
                        </a:cubicBezTo>
                        <a:cubicBezTo>
                          <a:pt x="6342" y="14097"/>
                          <a:pt x="2273" y="11732"/>
                          <a:pt x="40" y="7927"/>
                        </a:cubicBezTo>
                        <a:lnTo>
                          <a:pt x="0" y="7874"/>
                        </a:lnTo>
                        <a:cubicBezTo>
                          <a:pt x="4452" y="10715"/>
                          <a:pt x="10702" y="11059"/>
                          <a:pt x="20558" y="9275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6" name="Forme libre : forme 2485">
                    <a:extLst>
                      <a:ext uri="{FF2B5EF4-FFF2-40B4-BE49-F238E27FC236}">
                        <a16:creationId xmlns:a16="http://schemas.microsoft.com/office/drawing/2014/main" id="{110926F2-0CEB-161B-8F8E-46E38DC15AF7}"/>
                      </a:ext>
                    </a:extLst>
                  </p:cNvPr>
                  <p:cNvSpPr/>
                  <p:nvPr/>
                </p:nvSpPr>
                <p:spPr>
                  <a:xfrm>
                    <a:off x="1177370" y="1105759"/>
                    <a:ext cx="44739" cy="67021"/>
                  </a:xfrm>
                  <a:custGeom>
                    <a:avLst/>
                    <a:gdLst>
                      <a:gd name="connsiteX0" fmla="*/ 7164 w 44739"/>
                      <a:gd name="connsiteY0" fmla="*/ 3 h 67021"/>
                      <a:gd name="connsiteX1" fmla="*/ 17074 w 44739"/>
                      <a:gd name="connsiteY1" fmla="*/ 3 h 67021"/>
                      <a:gd name="connsiteX2" fmla="*/ 44740 w 44739"/>
                      <a:gd name="connsiteY2" fmla="*/ 56656 h 67021"/>
                      <a:gd name="connsiteX3" fmla="*/ 35042 w 44739"/>
                      <a:gd name="connsiteY3" fmla="*/ 65931 h 67021"/>
                      <a:gd name="connsiteX4" fmla="*/ 14484 w 44739"/>
                      <a:gd name="connsiteY4" fmla="*/ 64531 h 67021"/>
                      <a:gd name="connsiteX5" fmla="*/ 347 w 44739"/>
                      <a:gd name="connsiteY5" fmla="*/ 18513 h 67021"/>
                      <a:gd name="connsiteX6" fmla="*/ 7178 w 44739"/>
                      <a:gd name="connsiteY6" fmla="*/ 3 h 670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4739" h="67021">
                        <a:moveTo>
                          <a:pt x="7164" y="3"/>
                        </a:moveTo>
                        <a:lnTo>
                          <a:pt x="17074" y="3"/>
                        </a:lnTo>
                        <a:cubicBezTo>
                          <a:pt x="32162" y="-394"/>
                          <a:pt x="41635" y="40723"/>
                          <a:pt x="44740" y="56656"/>
                        </a:cubicBezTo>
                        <a:cubicBezTo>
                          <a:pt x="43617" y="60898"/>
                          <a:pt x="40948" y="64861"/>
                          <a:pt x="35042" y="65931"/>
                        </a:cubicBezTo>
                        <a:cubicBezTo>
                          <a:pt x="25186" y="67702"/>
                          <a:pt x="18936" y="67371"/>
                          <a:pt x="14484" y="64531"/>
                        </a:cubicBezTo>
                        <a:cubicBezTo>
                          <a:pt x="6332" y="50671"/>
                          <a:pt x="2289" y="30364"/>
                          <a:pt x="347" y="18513"/>
                        </a:cubicBezTo>
                        <a:cubicBezTo>
                          <a:pt x="-1859" y="5037"/>
                          <a:pt x="7178" y="3"/>
                          <a:pt x="7178" y="3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471" name="Forme libre : forme 2470">
                  <a:extLst>
                    <a:ext uri="{FF2B5EF4-FFF2-40B4-BE49-F238E27FC236}">
                      <a16:creationId xmlns:a16="http://schemas.microsoft.com/office/drawing/2014/main" id="{F385A93E-ECB9-4A78-6046-515783EE184F}"/>
                    </a:ext>
                  </a:extLst>
                </p:cNvPr>
                <p:cNvSpPr/>
                <p:nvPr/>
              </p:nvSpPr>
              <p:spPr>
                <a:xfrm>
                  <a:off x="1172076" y="1085124"/>
                  <a:ext cx="26774" cy="31448"/>
                </a:xfrm>
                <a:custGeom>
                  <a:avLst/>
                  <a:gdLst>
                    <a:gd name="connsiteX0" fmla="*/ 21100 w 26774"/>
                    <a:gd name="connsiteY0" fmla="*/ 0 h 31448"/>
                    <a:gd name="connsiteX1" fmla="*/ 26596 w 26774"/>
                    <a:gd name="connsiteY1" fmla="*/ 21879 h 31448"/>
                    <a:gd name="connsiteX2" fmla="*/ 23504 w 26774"/>
                    <a:gd name="connsiteY2" fmla="*/ 28604 h 31448"/>
                    <a:gd name="connsiteX3" fmla="*/ 12116 w 26774"/>
                    <a:gd name="connsiteY3" fmla="*/ 31366 h 31448"/>
                    <a:gd name="connsiteX4" fmla="*/ 8073 w 26774"/>
                    <a:gd name="connsiteY4" fmla="*/ 28063 h 31448"/>
                    <a:gd name="connsiteX5" fmla="*/ 0 w 26774"/>
                    <a:gd name="connsiteY5" fmla="*/ 5047 h 31448"/>
                    <a:gd name="connsiteX6" fmla="*/ 21100 w 26774"/>
                    <a:gd name="connsiteY6" fmla="*/ 13 h 31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774" h="31448">
                      <a:moveTo>
                        <a:pt x="21100" y="0"/>
                      </a:moveTo>
                      <a:lnTo>
                        <a:pt x="26596" y="21879"/>
                      </a:lnTo>
                      <a:cubicBezTo>
                        <a:pt x="27270" y="24561"/>
                        <a:pt x="25988" y="27336"/>
                        <a:pt x="23504" y="28604"/>
                      </a:cubicBezTo>
                      <a:cubicBezTo>
                        <a:pt x="20426" y="30190"/>
                        <a:pt x="16092" y="31841"/>
                        <a:pt x="12116" y="31366"/>
                      </a:cubicBezTo>
                      <a:cubicBezTo>
                        <a:pt x="10239" y="31141"/>
                        <a:pt x="8694" y="29820"/>
                        <a:pt x="8073" y="28063"/>
                      </a:cubicBezTo>
                      <a:lnTo>
                        <a:pt x="0" y="5047"/>
                      </a:lnTo>
                      <a:lnTo>
                        <a:pt x="21100" y="13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2" name="Forme libre : forme 2471">
                  <a:extLst>
                    <a:ext uri="{FF2B5EF4-FFF2-40B4-BE49-F238E27FC236}">
                      <a16:creationId xmlns:a16="http://schemas.microsoft.com/office/drawing/2014/main" id="{4856518F-03D5-0E89-0B4F-9C213C82B466}"/>
                    </a:ext>
                  </a:extLst>
                </p:cNvPr>
                <p:cNvSpPr/>
                <p:nvPr/>
              </p:nvSpPr>
              <p:spPr>
                <a:xfrm>
                  <a:off x="999697" y="790824"/>
                  <a:ext cx="197758" cy="318102"/>
                </a:xfrm>
                <a:custGeom>
                  <a:avLst/>
                  <a:gdLst>
                    <a:gd name="connsiteX0" fmla="*/ 0 w 197758"/>
                    <a:gd name="connsiteY0" fmla="*/ 6196 h 318102"/>
                    <a:gd name="connsiteX1" fmla="*/ 48343 w 197758"/>
                    <a:gd name="connsiteY1" fmla="*/ 315109 h 318102"/>
                    <a:gd name="connsiteX2" fmla="*/ 76710 w 197758"/>
                    <a:gd name="connsiteY2" fmla="*/ 315902 h 318102"/>
                    <a:gd name="connsiteX3" fmla="*/ 61846 w 197758"/>
                    <a:gd name="connsiteY3" fmla="*/ 88706 h 318102"/>
                    <a:gd name="connsiteX4" fmla="*/ 172365 w 197758"/>
                    <a:gd name="connsiteY4" fmla="*/ 308635 h 318102"/>
                    <a:gd name="connsiteX5" fmla="*/ 197759 w 197758"/>
                    <a:gd name="connsiteY5" fmla="*/ 299413 h 318102"/>
                    <a:gd name="connsiteX6" fmla="*/ 83355 w 197758"/>
                    <a:gd name="connsiteY6" fmla="*/ 0 h 318102"/>
                    <a:gd name="connsiteX7" fmla="*/ 0 w 197758"/>
                    <a:gd name="connsiteY7" fmla="*/ 6210 h 318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7758" h="318102">
                      <a:moveTo>
                        <a:pt x="0" y="6196"/>
                      </a:moveTo>
                      <a:cubicBezTo>
                        <a:pt x="0" y="6196"/>
                        <a:pt x="49149" y="313418"/>
                        <a:pt x="48343" y="315109"/>
                      </a:cubicBezTo>
                      <a:cubicBezTo>
                        <a:pt x="48343" y="315109"/>
                        <a:pt x="61912" y="321279"/>
                        <a:pt x="76710" y="315902"/>
                      </a:cubicBezTo>
                      <a:cubicBezTo>
                        <a:pt x="76710" y="315902"/>
                        <a:pt x="72270" y="151675"/>
                        <a:pt x="61846" y="88706"/>
                      </a:cubicBezTo>
                      <a:cubicBezTo>
                        <a:pt x="61846" y="88706"/>
                        <a:pt x="145730" y="235493"/>
                        <a:pt x="172365" y="308635"/>
                      </a:cubicBezTo>
                      <a:cubicBezTo>
                        <a:pt x="172365" y="308635"/>
                        <a:pt x="186264" y="306984"/>
                        <a:pt x="197759" y="299413"/>
                      </a:cubicBezTo>
                      <a:cubicBezTo>
                        <a:pt x="197759" y="299413"/>
                        <a:pt x="107441" y="35197"/>
                        <a:pt x="83355" y="0"/>
                      </a:cubicBezTo>
                      <a:lnTo>
                        <a:pt x="0" y="6210"/>
                      </a:lnTo>
                      <a:close/>
                    </a:path>
                  </a:pathLst>
                </a:custGeom>
                <a:solidFill>
                  <a:srgbClr val="776ED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3" name="Forme libre : forme 2472">
                  <a:extLst>
                    <a:ext uri="{FF2B5EF4-FFF2-40B4-BE49-F238E27FC236}">
                      <a16:creationId xmlns:a16="http://schemas.microsoft.com/office/drawing/2014/main" id="{81B60DA9-89C1-103A-1F29-E1D97156445E}"/>
                    </a:ext>
                  </a:extLst>
                </p:cNvPr>
                <p:cNvSpPr/>
                <p:nvPr/>
              </p:nvSpPr>
              <p:spPr>
                <a:xfrm>
                  <a:off x="773828" y="496194"/>
                  <a:ext cx="121784" cy="131870"/>
                </a:xfrm>
                <a:custGeom>
                  <a:avLst/>
                  <a:gdLst>
                    <a:gd name="connsiteX0" fmla="*/ 339 w 121784"/>
                    <a:gd name="connsiteY0" fmla="*/ 0 h 131870"/>
                    <a:gd name="connsiteX1" fmla="*/ 53676 w 121784"/>
                    <a:gd name="connsiteY1" fmla="*/ 16634 h 131870"/>
                    <a:gd name="connsiteX2" fmla="*/ 62700 w 121784"/>
                    <a:gd name="connsiteY2" fmla="*/ 25711 h 131870"/>
                    <a:gd name="connsiteX3" fmla="*/ 121785 w 121784"/>
                    <a:gd name="connsiteY3" fmla="*/ 87874 h 131870"/>
                    <a:gd name="connsiteX4" fmla="*/ 105098 w 121784"/>
                    <a:gd name="connsiteY4" fmla="*/ 131870 h 131870"/>
                    <a:gd name="connsiteX5" fmla="*/ 57204 w 121784"/>
                    <a:gd name="connsiteY5" fmla="*/ 47233 h 131870"/>
                    <a:gd name="connsiteX6" fmla="*/ 42287 w 121784"/>
                    <a:gd name="connsiteY6" fmla="*/ 46824 h 131870"/>
                    <a:gd name="connsiteX7" fmla="*/ 29075 w 121784"/>
                    <a:gd name="connsiteY7" fmla="*/ 39319 h 131870"/>
                    <a:gd name="connsiteX8" fmla="*/ 21399 w 121784"/>
                    <a:gd name="connsiteY8" fmla="*/ 29001 h 131870"/>
                    <a:gd name="connsiteX9" fmla="*/ 20804 w 121784"/>
                    <a:gd name="connsiteY9" fmla="*/ 13027 h 131870"/>
                    <a:gd name="connsiteX10" fmla="*/ 3761 w 121784"/>
                    <a:gd name="connsiteY10" fmla="*/ 7742 h 131870"/>
                    <a:gd name="connsiteX11" fmla="*/ 352 w 121784"/>
                    <a:gd name="connsiteY11" fmla="*/ 0 h 1318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21784" h="131870">
                      <a:moveTo>
                        <a:pt x="339" y="0"/>
                      </a:moveTo>
                      <a:cubicBezTo>
                        <a:pt x="339" y="0"/>
                        <a:pt x="33501" y="7320"/>
                        <a:pt x="53676" y="16634"/>
                      </a:cubicBezTo>
                      <a:cubicBezTo>
                        <a:pt x="57679" y="18484"/>
                        <a:pt x="60877" y="21721"/>
                        <a:pt x="62700" y="25711"/>
                      </a:cubicBezTo>
                      <a:cubicBezTo>
                        <a:pt x="68738" y="38923"/>
                        <a:pt x="86786" y="72059"/>
                        <a:pt x="121785" y="87874"/>
                      </a:cubicBezTo>
                      <a:cubicBezTo>
                        <a:pt x="116738" y="94559"/>
                        <a:pt x="108625" y="108485"/>
                        <a:pt x="105098" y="131870"/>
                      </a:cubicBezTo>
                      <a:cubicBezTo>
                        <a:pt x="84077" y="116227"/>
                        <a:pt x="65924" y="90093"/>
                        <a:pt x="57204" y="47233"/>
                      </a:cubicBezTo>
                      <a:cubicBezTo>
                        <a:pt x="57204" y="47233"/>
                        <a:pt x="50571" y="50840"/>
                        <a:pt x="42287" y="46824"/>
                      </a:cubicBezTo>
                      <a:cubicBezTo>
                        <a:pt x="37914" y="44697"/>
                        <a:pt x="32867" y="41684"/>
                        <a:pt x="29075" y="39319"/>
                      </a:cubicBezTo>
                      <a:cubicBezTo>
                        <a:pt x="25296" y="36954"/>
                        <a:pt x="22482" y="33295"/>
                        <a:pt x="21399" y="29001"/>
                      </a:cubicBezTo>
                      <a:cubicBezTo>
                        <a:pt x="19959" y="23346"/>
                        <a:pt x="20804" y="18365"/>
                        <a:pt x="20804" y="13027"/>
                      </a:cubicBezTo>
                      <a:lnTo>
                        <a:pt x="3761" y="7742"/>
                      </a:lnTo>
                      <a:cubicBezTo>
                        <a:pt x="3761" y="7742"/>
                        <a:pt x="-1366" y="5813"/>
                        <a:pt x="352" y="0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4" name="Forme libre : forme 2473">
                  <a:extLst>
                    <a:ext uri="{FF2B5EF4-FFF2-40B4-BE49-F238E27FC236}">
                      <a16:creationId xmlns:a16="http://schemas.microsoft.com/office/drawing/2014/main" id="{FD138429-D75C-5D75-8FEA-C9B1793728ED}"/>
                    </a:ext>
                  </a:extLst>
                </p:cNvPr>
                <p:cNvSpPr/>
                <p:nvPr/>
              </p:nvSpPr>
              <p:spPr>
                <a:xfrm>
                  <a:off x="878872" y="581805"/>
                  <a:ext cx="288121" cy="223756"/>
                </a:xfrm>
                <a:custGeom>
                  <a:avLst/>
                  <a:gdLst>
                    <a:gd name="connsiteX0" fmla="*/ 40 w 288121"/>
                    <a:gd name="connsiteY0" fmla="*/ 46259 h 223756"/>
                    <a:gd name="connsiteX1" fmla="*/ 16727 w 288121"/>
                    <a:gd name="connsiteY1" fmla="*/ 2263 h 223756"/>
                    <a:gd name="connsiteX2" fmla="*/ 102777 w 288121"/>
                    <a:gd name="connsiteY2" fmla="*/ 2752 h 223756"/>
                    <a:gd name="connsiteX3" fmla="*/ 113069 w 288121"/>
                    <a:gd name="connsiteY3" fmla="*/ 717 h 223756"/>
                    <a:gd name="connsiteX4" fmla="*/ 247714 w 288121"/>
                    <a:gd name="connsiteY4" fmla="*/ 14814 h 223756"/>
                    <a:gd name="connsiteX5" fmla="*/ 272222 w 288121"/>
                    <a:gd name="connsiteY5" fmla="*/ 37130 h 223756"/>
                    <a:gd name="connsiteX6" fmla="*/ 245693 w 288121"/>
                    <a:gd name="connsiteY6" fmla="*/ 180825 h 223756"/>
                    <a:gd name="connsiteX7" fmla="*/ 230353 w 288121"/>
                    <a:gd name="connsiteY7" fmla="*/ 151784 h 223756"/>
                    <a:gd name="connsiteX8" fmla="*/ 225452 w 288121"/>
                    <a:gd name="connsiteY8" fmla="*/ 80214 h 223756"/>
                    <a:gd name="connsiteX9" fmla="*/ 204695 w 288121"/>
                    <a:gd name="connsiteY9" fmla="*/ 191275 h 223756"/>
                    <a:gd name="connsiteX10" fmla="*/ 208580 w 288121"/>
                    <a:gd name="connsiteY10" fmla="*/ 213485 h 223756"/>
                    <a:gd name="connsiteX11" fmla="*/ 208910 w 288121"/>
                    <a:gd name="connsiteY11" fmla="*/ 214251 h 223756"/>
                    <a:gd name="connsiteX12" fmla="*/ 207060 w 288121"/>
                    <a:gd name="connsiteY12" fmla="*/ 217845 h 223756"/>
                    <a:gd name="connsiteX13" fmla="*/ 122926 w 288121"/>
                    <a:gd name="connsiteY13" fmla="*/ 222786 h 223756"/>
                    <a:gd name="connsiteX14" fmla="*/ 118830 w 288121"/>
                    <a:gd name="connsiteY14" fmla="*/ 219285 h 223756"/>
                    <a:gd name="connsiteX15" fmla="*/ 105644 w 288121"/>
                    <a:gd name="connsiteY15" fmla="*/ 64320 h 223756"/>
                    <a:gd name="connsiteX16" fmla="*/ 0 w 288121"/>
                    <a:gd name="connsiteY16" fmla="*/ 46259 h 22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88121" h="223756">
                      <a:moveTo>
                        <a:pt x="40" y="46259"/>
                      </a:moveTo>
                      <a:cubicBezTo>
                        <a:pt x="3581" y="22861"/>
                        <a:pt x="11693" y="8948"/>
                        <a:pt x="16727" y="2263"/>
                      </a:cubicBezTo>
                      <a:cubicBezTo>
                        <a:pt x="38474" y="12093"/>
                        <a:pt x="66761" y="15224"/>
                        <a:pt x="102777" y="2752"/>
                      </a:cubicBezTo>
                      <a:cubicBezTo>
                        <a:pt x="106093" y="1602"/>
                        <a:pt x="109555" y="928"/>
                        <a:pt x="113069" y="717"/>
                      </a:cubicBezTo>
                      <a:cubicBezTo>
                        <a:pt x="132240" y="-406"/>
                        <a:pt x="195434" y="-2454"/>
                        <a:pt x="247714" y="14814"/>
                      </a:cubicBezTo>
                      <a:cubicBezTo>
                        <a:pt x="258720" y="18448"/>
                        <a:pt x="267625" y="26586"/>
                        <a:pt x="272222" y="37130"/>
                      </a:cubicBezTo>
                      <a:cubicBezTo>
                        <a:pt x="286373" y="69592"/>
                        <a:pt x="309269" y="143514"/>
                        <a:pt x="245693" y="180825"/>
                      </a:cubicBezTo>
                      <a:cubicBezTo>
                        <a:pt x="240804" y="168696"/>
                        <a:pt x="235176" y="158959"/>
                        <a:pt x="230353" y="151784"/>
                      </a:cubicBezTo>
                      <a:cubicBezTo>
                        <a:pt x="240593" y="134516"/>
                        <a:pt x="243618" y="110933"/>
                        <a:pt x="225452" y="80214"/>
                      </a:cubicBezTo>
                      <a:cubicBezTo>
                        <a:pt x="212200" y="115980"/>
                        <a:pt x="205990" y="168181"/>
                        <a:pt x="204695" y="191275"/>
                      </a:cubicBezTo>
                      <a:cubicBezTo>
                        <a:pt x="204273" y="198886"/>
                        <a:pt x="205607" y="206469"/>
                        <a:pt x="208580" y="213485"/>
                      </a:cubicBezTo>
                      <a:lnTo>
                        <a:pt x="208910" y="214251"/>
                      </a:lnTo>
                      <a:cubicBezTo>
                        <a:pt x="209544" y="215757"/>
                        <a:pt x="208672" y="217475"/>
                        <a:pt x="207060" y="217845"/>
                      </a:cubicBezTo>
                      <a:cubicBezTo>
                        <a:pt x="171269" y="225878"/>
                        <a:pt x="134050" y="223698"/>
                        <a:pt x="122926" y="222786"/>
                      </a:cubicBezTo>
                      <a:cubicBezTo>
                        <a:pt x="120944" y="222628"/>
                        <a:pt x="119292" y="221201"/>
                        <a:pt x="118830" y="219285"/>
                      </a:cubicBezTo>
                      <a:cubicBezTo>
                        <a:pt x="101429" y="145958"/>
                        <a:pt x="101390" y="95937"/>
                        <a:pt x="105644" y="64320"/>
                      </a:cubicBezTo>
                      <a:cubicBezTo>
                        <a:pt x="89367" y="67954"/>
                        <a:pt x="39584" y="75722"/>
                        <a:pt x="0" y="46259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5" name="Forme libre : forme 2474">
                  <a:extLst>
                    <a:ext uri="{FF2B5EF4-FFF2-40B4-BE49-F238E27FC236}">
                      <a16:creationId xmlns:a16="http://schemas.microsoft.com/office/drawing/2014/main" id="{15224278-2CE7-56D2-F08A-9C787D30713E}"/>
                    </a:ext>
                  </a:extLst>
                </p:cNvPr>
                <p:cNvSpPr/>
                <p:nvPr/>
              </p:nvSpPr>
              <p:spPr>
                <a:xfrm>
                  <a:off x="1037173" y="539781"/>
                  <a:ext cx="42579" cy="58325"/>
                </a:xfrm>
                <a:custGeom>
                  <a:avLst/>
                  <a:gdLst>
                    <a:gd name="connsiteX0" fmla="*/ 35627 w 42579"/>
                    <a:gd name="connsiteY0" fmla="*/ 13 h 58325"/>
                    <a:gd name="connsiteX1" fmla="*/ 42431 w 42579"/>
                    <a:gd name="connsiteY1" fmla="*/ 49612 h 58325"/>
                    <a:gd name="connsiteX2" fmla="*/ 40608 w 42579"/>
                    <a:gd name="connsiteY2" fmla="*/ 54038 h 58325"/>
                    <a:gd name="connsiteX3" fmla="*/ 4473 w 42579"/>
                    <a:gd name="connsiteY3" fmla="*/ 53469 h 58325"/>
                    <a:gd name="connsiteX4" fmla="*/ 7 w 42579"/>
                    <a:gd name="connsiteY4" fmla="*/ 45886 h 58325"/>
                    <a:gd name="connsiteX5" fmla="*/ 1566 w 42579"/>
                    <a:gd name="connsiteY5" fmla="*/ 8892 h 58325"/>
                    <a:gd name="connsiteX6" fmla="*/ 35627 w 42579"/>
                    <a:gd name="connsiteY6" fmla="*/ 0 h 58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2579" h="58325">
                      <a:moveTo>
                        <a:pt x="35627" y="13"/>
                      </a:moveTo>
                      <a:cubicBezTo>
                        <a:pt x="35627" y="13"/>
                        <a:pt x="39247" y="38289"/>
                        <a:pt x="42431" y="49612"/>
                      </a:cubicBezTo>
                      <a:cubicBezTo>
                        <a:pt x="42920" y="51329"/>
                        <a:pt x="42167" y="53139"/>
                        <a:pt x="40608" y="54038"/>
                      </a:cubicBezTo>
                      <a:cubicBezTo>
                        <a:pt x="35204" y="57129"/>
                        <a:pt x="22217" y="62176"/>
                        <a:pt x="4473" y="53469"/>
                      </a:cubicBezTo>
                      <a:cubicBezTo>
                        <a:pt x="1593" y="52056"/>
                        <a:pt x="-125" y="49057"/>
                        <a:pt x="7" y="45886"/>
                      </a:cubicBezTo>
                      <a:lnTo>
                        <a:pt x="1566" y="8892"/>
                      </a:lnTo>
                      <a:lnTo>
                        <a:pt x="35627" y="0"/>
                      </a:ln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6" name="Graphique 4366">
                  <a:extLst>
                    <a:ext uri="{FF2B5EF4-FFF2-40B4-BE49-F238E27FC236}">
                      <a16:creationId xmlns:a16="http://schemas.microsoft.com/office/drawing/2014/main" id="{A510B6CA-8494-E6B9-B5A9-4F15C2EBA71E}"/>
                    </a:ext>
                  </a:extLst>
                </p:cNvPr>
                <p:cNvGrpSpPr/>
                <p:nvPr/>
              </p:nvGrpSpPr>
              <p:grpSpPr>
                <a:xfrm>
                  <a:off x="1022962" y="461787"/>
                  <a:ext cx="82207" cy="95992"/>
                  <a:chOff x="1022962" y="461787"/>
                  <a:chExt cx="82207" cy="95992"/>
                </a:xfrm>
              </p:grpSpPr>
              <p:sp>
                <p:nvSpPr>
                  <p:cNvPr id="2482" name="Forme libre : forme 2481">
                    <a:extLst>
                      <a:ext uri="{FF2B5EF4-FFF2-40B4-BE49-F238E27FC236}">
                        <a16:creationId xmlns:a16="http://schemas.microsoft.com/office/drawing/2014/main" id="{EAF3D1D8-E53D-99F2-4A74-4A9D70A66C94}"/>
                      </a:ext>
                    </a:extLst>
                  </p:cNvPr>
                  <p:cNvSpPr/>
                  <p:nvPr/>
                </p:nvSpPr>
                <p:spPr>
                  <a:xfrm>
                    <a:off x="1024873" y="490817"/>
                    <a:ext cx="59535" cy="66962"/>
                  </a:xfrm>
                  <a:custGeom>
                    <a:avLst/>
                    <a:gdLst>
                      <a:gd name="connsiteX0" fmla="*/ 13087 w 59535"/>
                      <a:gd name="connsiteY0" fmla="*/ 13 h 66962"/>
                      <a:gd name="connsiteX1" fmla="*/ 733 w 59535"/>
                      <a:gd name="connsiteY1" fmla="*/ 40574 h 66962"/>
                      <a:gd name="connsiteX2" fmla="*/ 13087 w 59535"/>
                      <a:gd name="connsiteY2" fmla="*/ 66404 h 66962"/>
                      <a:gd name="connsiteX3" fmla="*/ 50200 w 59535"/>
                      <a:gd name="connsiteY3" fmla="*/ 47260 h 66962"/>
                      <a:gd name="connsiteX4" fmla="*/ 59157 w 59535"/>
                      <a:gd name="connsiteY4" fmla="*/ 17057 h 66962"/>
                      <a:gd name="connsiteX5" fmla="*/ 13087 w 59535"/>
                      <a:gd name="connsiteY5" fmla="*/ 0 h 669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9535" h="66962">
                        <a:moveTo>
                          <a:pt x="13087" y="13"/>
                        </a:moveTo>
                        <a:cubicBezTo>
                          <a:pt x="13087" y="13"/>
                          <a:pt x="1513" y="26609"/>
                          <a:pt x="733" y="40574"/>
                        </a:cubicBezTo>
                        <a:cubicBezTo>
                          <a:pt x="-46" y="54540"/>
                          <a:pt x="-3058" y="63590"/>
                          <a:pt x="13087" y="66404"/>
                        </a:cubicBezTo>
                        <a:cubicBezTo>
                          <a:pt x="29232" y="69218"/>
                          <a:pt x="42827" y="61172"/>
                          <a:pt x="50200" y="47260"/>
                        </a:cubicBezTo>
                        <a:cubicBezTo>
                          <a:pt x="50200" y="47260"/>
                          <a:pt x="61747" y="25830"/>
                          <a:pt x="59157" y="17057"/>
                        </a:cubicBezTo>
                        <a:cubicBezTo>
                          <a:pt x="56568" y="8284"/>
                          <a:pt x="13087" y="0"/>
                          <a:pt x="13087" y="0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3" name="Forme libre : forme 2482">
                    <a:extLst>
                      <a:ext uri="{FF2B5EF4-FFF2-40B4-BE49-F238E27FC236}">
                        <a16:creationId xmlns:a16="http://schemas.microsoft.com/office/drawing/2014/main" id="{055D58D0-45AD-5D00-BED9-AD51CA3B3A5B}"/>
                      </a:ext>
                    </a:extLst>
                  </p:cNvPr>
                  <p:cNvSpPr/>
                  <p:nvPr/>
                </p:nvSpPr>
                <p:spPr>
                  <a:xfrm>
                    <a:off x="1022962" y="461787"/>
                    <a:ext cx="82207" cy="81292"/>
                  </a:xfrm>
                  <a:custGeom>
                    <a:avLst/>
                    <a:gdLst>
                      <a:gd name="connsiteX0" fmla="*/ 46601 w 82207"/>
                      <a:gd name="connsiteY0" fmla="*/ 66301 h 81292"/>
                      <a:gd name="connsiteX1" fmla="*/ 45676 w 82207"/>
                      <a:gd name="connsiteY1" fmla="*/ 65891 h 81292"/>
                      <a:gd name="connsiteX2" fmla="*/ 44593 w 82207"/>
                      <a:gd name="connsiteY2" fmla="*/ 62852 h 81292"/>
                      <a:gd name="connsiteX3" fmla="*/ 45571 w 82207"/>
                      <a:gd name="connsiteY3" fmla="*/ 46020 h 81292"/>
                      <a:gd name="connsiteX4" fmla="*/ 2605 w 82207"/>
                      <a:gd name="connsiteY4" fmla="*/ 26638 h 81292"/>
                      <a:gd name="connsiteX5" fmla="*/ 9990 w 82207"/>
                      <a:gd name="connsiteY5" fmla="*/ 108 h 81292"/>
                      <a:gd name="connsiteX6" fmla="*/ 11444 w 82207"/>
                      <a:gd name="connsiteY6" fmla="*/ 584 h 81292"/>
                      <a:gd name="connsiteX7" fmla="*/ 12118 w 82207"/>
                      <a:gd name="connsiteY7" fmla="*/ 1852 h 81292"/>
                      <a:gd name="connsiteX8" fmla="*/ 14139 w 82207"/>
                      <a:gd name="connsiteY8" fmla="*/ 1641 h 81292"/>
                      <a:gd name="connsiteX9" fmla="*/ 16121 w 82207"/>
                      <a:gd name="connsiteY9" fmla="*/ 1363 h 81292"/>
                      <a:gd name="connsiteX10" fmla="*/ 37313 w 82207"/>
                      <a:gd name="connsiteY10" fmla="*/ 12091 h 81292"/>
                      <a:gd name="connsiteX11" fmla="*/ 70727 w 82207"/>
                      <a:gd name="connsiteY11" fmla="*/ 37591 h 81292"/>
                      <a:gd name="connsiteX12" fmla="*/ 72418 w 82207"/>
                      <a:gd name="connsiteY12" fmla="*/ 38502 h 81292"/>
                      <a:gd name="connsiteX13" fmla="*/ 79380 w 82207"/>
                      <a:gd name="connsiteY13" fmla="*/ 39837 h 81292"/>
                      <a:gd name="connsiteX14" fmla="*/ 70621 w 82207"/>
                      <a:gd name="connsiteY14" fmla="*/ 66182 h 81292"/>
                      <a:gd name="connsiteX15" fmla="*/ 70674 w 82207"/>
                      <a:gd name="connsiteY15" fmla="*/ 67939 h 81292"/>
                      <a:gd name="connsiteX16" fmla="*/ 67688 w 82207"/>
                      <a:gd name="connsiteY16" fmla="*/ 77214 h 81292"/>
                      <a:gd name="connsiteX17" fmla="*/ 50023 w 82207"/>
                      <a:gd name="connsiteY17" fmla="*/ 81059 h 81292"/>
                      <a:gd name="connsiteX18" fmla="*/ 49138 w 82207"/>
                      <a:gd name="connsiteY18" fmla="*/ 79737 h 81292"/>
                      <a:gd name="connsiteX19" fmla="*/ 51807 w 82207"/>
                      <a:gd name="connsiteY19" fmla="*/ 67648 h 81292"/>
                      <a:gd name="connsiteX20" fmla="*/ 50737 w 82207"/>
                      <a:gd name="connsiteY20" fmla="*/ 66314 h 81292"/>
                      <a:gd name="connsiteX21" fmla="*/ 46588 w 82207"/>
                      <a:gd name="connsiteY21" fmla="*/ 66314 h 812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82207" h="81292">
                        <a:moveTo>
                          <a:pt x="46601" y="66301"/>
                        </a:moveTo>
                        <a:lnTo>
                          <a:pt x="45676" y="65891"/>
                        </a:lnTo>
                        <a:cubicBezTo>
                          <a:pt x="44500" y="65376"/>
                          <a:pt x="44012" y="63989"/>
                          <a:pt x="44593" y="62852"/>
                        </a:cubicBezTo>
                        <a:cubicBezTo>
                          <a:pt x="46865" y="58453"/>
                          <a:pt x="51305" y="48372"/>
                          <a:pt x="45571" y="46020"/>
                        </a:cubicBezTo>
                        <a:cubicBezTo>
                          <a:pt x="38185" y="42995"/>
                          <a:pt x="8920" y="37023"/>
                          <a:pt x="2605" y="26638"/>
                        </a:cubicBezTo>
                        <a:cubicBezTo>
                          <a:pt x="-3460" y="16663"/>
                          <a:pt x="1918" y="3768"/>
                          <a:pt x="9990" y="108"/>
                        </a:cubicBezTo>
                        <a:cubicBezTo>
                          <a:pt x="10532" y="-143"/>
                          <a:pt x="11166" y="55"/>
                          <a:pt x="11444" y="584"/>
                        </a:cubicBezTo>
                        <a:lnTo>
                          <a:pt x="12118" y="1852"/>
                        </a:lnTo>
                        <a:cubicBezTo>
                          <a:pt x="12580" y="2724"/>
                          <a:pt x="13862" y="2592"/>
                          <a:pt x="14139" y="1641"/>
                        </a:cubicBezTo>
                        <a:cubicBezTo>
                          <a:pt x="14403" y="729"/>
                          <a:pt x="15619" y="557"/>
                          <a:pt x="16121" y="1363"/>
                        </a:cubicBezTo>
                        <a:cubicBezTo>
                          <a:pt x="18063" y="4468"/>
                          <a:pt x="23308" y="9502"/>
                          <a:pt x="37313" y="12091"/>
                        </a:cubicBezTo>
                        <a:cubicBezTo>
                          <a:pt x="57224" y="15764"/>
                          <a:pt x="70396" y="23824"/>
                          <a:pt x="70727" y="37591"/>
                        </a:cubicBezTo>
                        <a:cubicBezTo>
                          <a:pt x="70753" y="38463"/>
                          <a:pt x="71678" y="38952"/>
                          <a:pt x="72418" y="38502"/>
                        </a:cubicBezTo>
                        <a:cubicBezTo>
                          <a:pt x="73884" y="37604"/>
                          <a:pt x="76236" y="37181"/>
                          <a:pt x="79380" y="39837"/>
                        </a:cubicBezTo>
                        <a:cubicBezTo>
                          <a:pt x="84850" y="44435"/>
                          <a:pt x="82617" y="56365"/>
                          <a:pt x="70621" y="66182"/>
                        </a:cubicBezTo>
                        <a:cubicBezTo>
                          <a:pt x="70053" y="66644"/>
                          <a:pt x="70053" y="67543"/>
                          <a:pt x="70674" y="67939"/>
                        </a:cubicBezTo>
                        <a:cubicBezTo>
                          <a:pt x="72854" y="69353"/>
                          <a:pt x="76091" y="72722"/>
                          <a:pt x="67688" y="77214"/>
                        </a:cubicBezTo>
                        <a:cubicBezTo>
                          <a:pt x="59007" y="81851"/>
                          <a:pt x="52520" y="81481"/>
                          <a:pt x="50023" y="81059"/>
                        </a:cubicBezTo>
                        <a:cubicBezTo>
                          <a:pt x="49402" y="80953"/>
                          <a:pt x="49006" y="80358"/>
                          <a:pt x="49138" y="79737"/>
                        </a:cubicBezTo>
                        <a:lnTo>
                          <a:pt x="51807" y="67648"/>
                        </a:lnTo>
                        <a:cubicBezTo>
                          <a:pt x="51952" y="66961"/>
                          <a:pt x="51437" y="66314"/>
                          <a:pt x="50737" y="66314"/>
                        </a:cubicBezTo>
                        <a:lnTo>
                          <a:pt x="46588" y="66314"/>
                        </a:lnTo>
                        <a:close/>
                      </a:path>
                    </a:pathLst>
                  </a:custGeom>
                  <a:solidFill>
                    <a:srgbClr val="82471F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4" name="Forme libre : forme 2483">
                    <a:extLst>
                      <a:ext uri="{FF2B5EF4-FFF2-40B4-BE49-F238E27FC236}">
                        <a16:creationId xmlns:a16="http://schemas.microsoft.com/office/drawing/2014/main" id="{4BFEDC4B-9136-F5E1-89D0-4E0C918DBABC}"/>
                      </a:ext>
                    </a:extLst>
                  </p:cNvPr>
                  <p:cNvSpPr/>
                  <p:nvPr/>
                </p:nvSpPr>
                <p:spPr>
                  <a:xfrm>
                    <a:off x="1069061" y="517572"/>
                    <a:ext cx="14550" cy="20517"/>
                  </a:xfrm>
                  <a:custGeom>
                    <a:avLst/>
                    <a:gdLst>
                      <a:gd name="connsiteX0" fmla="*/ 0 w 14550"/>
                      <a:gd name="connsiteY0" fmla="*/ 13066 h 20517"/>
                      <a:gd name="connsiteX1" fmla="*/ 12036 w 14550"/>
                      <a:gd name="connsiteY1" fmla="*/ 844 h 20517"/>
                      <a:gd name="connsiteX2" fmla="*/ 1955 w 14550"/>
                      <a:gd name="connsiteY2" fmla="*/ 20517 h 20517"/>
                      <a:gd name="connsiteX3" fmla="*/ 0 w 14550"/>
                      <a:gd name="connsiteY3" fmla="*/ 13066 h 205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550" h="20517">
                        <a:moveTo>
                          <a:pt x="0" y="13066"/>
                        </a:moveTo>
                        <a:cubicBezTo>
                          <a:pt x="0" y="13066"/>
                          <a:pt x="4413" y="-3925"/>
                          <a:pt x="12036" y="844"/>
                        </a:cubicBezTo>
                        <a:cubicBezTo>
                          <a:pt x="19660" y="5614"/>
                          <a:pt x="8086" y="19883"/>
                          <a:pt x="1955" y="20517"/>
                        </a:cubicBezTo>
                        <a:lnTo>
                          <a:pt x="0" y="13066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477" name="Forme libre : forme 2476">
                  <a:extLst>
                    <a:ext uri="{FF2B5EF4-FFF2-40B4-BE49-F238E27FC236}">
                      <a16:creationId xmlns:a16="http://schemas.microsoft.com/office/drawing/2014/main" id="{4C28871E-1302-3FF3-D9C0-1EB1FA782646}"/>
                    </a:ext>
                  </a:extLst>
                </p:cNvPr>
                <p:cNvSpPr/>
                <p:nvPr/>
              </p:nvSpPr>
              <p:spPr>
                <a:xfrm>
                  <a:off x="1018432" y="733603"/>
                  <a:ext cx="106146" cy="48052"/>
                </a:xfrm>
                <a:custGeom>
                  <a:avLst/>
                  <a:gdLst>
                    <a:gd name="connsiteX0" fmla="*/ 51184 w 106146"/>
                    <a:gd name="connsiteY0" fmla="*/ 47418 h 48052"/>
                    <a:gd name="connsiteX1" fmla="*/ 0 w 106146"/>
                    <a:gd name="connsiteY1" fmla="*/ 48052 h 48052"/>
                    <a:gd name="connsiteX2" fmla="*/ 17916 w 106146"/>
                    <a:gd name="connsiteY2" fmla="*/ 31194 h 48052"/>
                    <a:gd name="connsiteX3" fmla="*/ 34299 w 106146"/>
                    <a:gd name="connsiteY3" fmla="*/ 29661 h 48052"/>
                    <a:gd name="connsiteX4" fmla="*/ 43402 w 106146"/>
                    <a:gd name="connsiteY4" fmla="*/ 37773 h 48052"/>
                    <a:gd name="connsiteX5" fmla="*/ 90807 w 106146"/>
                    <a:gd name="connsiteY5" fmla="*/ 0 h 48052"/>
                    <a:gd name="connsiteX6" fmla="*/ 106146 w 106146"/>
                    <a:gd name="connsiteY6" fmla="*/ 29040 h 48052"/>
                    <a:gd name="connsiteX7" fmla="*/ 51184 w 106146"/>
                    <a:gd name="connsiteY7" fmla="*/ 47432 h 48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6146" h="48052">
                      <a:moveTo>
                        <a:pt x="51184" y="47418"/>
                      </a:moveTo>
                      <a:lnTo>
                        <a:pt x="0" y="48052"/>
                      </a:lnTo>
                      <a:lnTo>
                        <a:pt x="17916" y="31194"/>
                      </a:lnTo>
                      <a:cubicBezTo>
                        <a:pt x="22368" y="27006"/>
                        <a:pt x="29159" y="26319"/>
                        <a:pt x="34299" y="29661"/>
                      </a:cubicBezTo>
                      <a:cubicBezTo>
                        <a:pt x="37311" y="31617"/>
                        <a:pt x="40574" y="34259"/>
                        <a:pt x="43402" y="37773"/>
                      </a:cubicBezTo>
                      <a:cubicBezTo>
                        <a:pt x="43402" y="37773"/>
                        <a:pt x="75336" y="26107"/>
                        <a:pt x="90807" y="0"/>
                      </a:cubicBezTo>
                      <a:cubicBezTo>
                        <a:pt x="95629" y="7161"/>
                        <a:pt x="101271" y="16912"/>
                        <a:pt x="106146" y="29040"/>
                      </a:cubicBezTo>
                      <a:cubicBezTo>
                        <a:pt x="92273" y="37192"/>
                        <a:pt x="74278" y="43587"/>
                        <a:pt x="51184" y="47432"/>
                      </a:cubicBezTo>
                      <a:close/>
                    </a:path>
                  </a:pathLst>
                </a:custGeom>
                <a:solidFill>
                  <a:srgbClr val="F4A392"/>
                </a:solidFill>
                <a:ln w="13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8" name="Graphique 4366">
                  <a:extLst>
                    <a:ext uri="{FF2B5EF4-FFF2-40B4-BE49-F238E27FC236}">
                      <a16:creationId xmlns:a16="http://schemas.microsoft.com/office/drawing/2014/main" id="{763359F2-DBA3-7414-F6C7-306E7776EC2B}"/>
                    </a:ext>
                  </a:extLst>
                </p:cNvPr>
                <p:cNvGrpSpPr/>
                <p:nvPr/>
              </p:nvGrpSpPr>
              <p:grpSpPr>
                <a:xfrm>
                  <a:off x="808432" y="670898"/>
                  <a:ext cx="261196" cy="116715"/>
                  <a:chOff x="808432" y="670898"/>
                  <a:chExt cx="261196" cy="116715"/>
                </a:xfrm>
              </p:grpSpPr>
              <p:sp>
                <p:nvSpPr>
                  <p:cNvPr id="2479" name="Forme libre : forme 2478">
                    <a:extLst>
                      <a:ext uri="{FF2B5EF4-FFF2-40B4-BE49-F238E27FC236}">
                        <a16:creationId xmlns:a16="http://schemas.microsoft.com/office/drawing/2014/main" id="{7905B936-FE67-05D3-2825-F069241225CC}"/>
                      </a:ext>
                    </a:extLst>
                  </p:cNvPr>
                  <p:cNvSpPr/>
                  <p:nvPr/>
                </p:nvSpPr>
                <p:spPr>
                  <a:xfrm>
                    <a:off x="928061" y="775960"/>
                    <a:ext cx="141567" cy="11653"/>
                  </a:xfrm>
                  <a:custGeom>
                    <a:avLst/>
                    <a:gdLst>
                      <a:gd name="connsiteX0" fmla="*/ 136045 w 141567"/>
                      <a:gd name="connsiteY0" fmla="*/ 11654 h 11653"/>
                      <a:gd name="connsiteX1" fmla="*/ 135741 w 141567"/>
                      <a:gd name="connsiteY1" fmla="*/ 11654 h 11653"/>
                      <a:gd name="connsiteX2" fmla="*/ 5813 w 141567"/>
                      <a:gd name="connsiteY2" fmla="*/ 11509 h 11653"/>
                      <a:gd name="connsiteX3" fmla="*/ 0 w 141567"/>
                      <a:gd name="connsiteY3" fmla="*/ 5748 h 11653"/>
                      <a:gd name="connsiteX4" fmla="*/ 5827 w 141567"/>
                      <a:gd name="connsiteY4" fmla="*/ 1 h 11653"/>
                      <a:gd name="connsiteX5" fmla="*/ 135755 w 141567"/>
                      <a:gd name="connsiteY5" fmla="*/ 146 h 11653"/>
                      <a:gd name="connsiteX6" fmla="*/ 141568 w 141567"/>
                      <a:gd name="connsiteY6" fmla="*/ 5907 h 11653"/>
                      <a:gd name="connsiteX7" fmla="*/ 136045 w 141567"/>
                      <a:gd name="connsiteY7" fmla="*/ 11654 h 116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41567" h="11653">
                        <a:moveTo>
                          <a:pt x="136045" y="11654"/>
                        </a:moveTo>
                        <a:cubicBezTo>
                          <a:pt x="135940" y="11654"/>
                          <a:pt x="135847" y="11654"/>
                          <a:pt x="135741" y="11654"/>
                        </a:cubicBezTo>
                        <a:lnTo>
                          <a:pt x="5813" y="11509"/>
                        </a:lnTo>
                        <a:cubicBezTo>
                          <a:pt x="2603" y="11509"/>
                          <a:pt x="0" y="8932"/>
                          <a:pt x="0" y="5748"/>
                        </a:cubicBezTo>
                        <a:cubicBezTo>
                          <a:pt x="0" y="2564"/>
                          <a:pt x="2616" y="-52"/>
                          <a:pt x="5827" y="1"/>
                        </a:cubicBezTo>
                        <a:lnTo>
                          <a:pt x="135755" y="146"/>
                        </a:lnTo>
                        <a:cubicBezTo>
                          <a:pt x="138965" y="146"/>
                          <a:pt x="141568" y="2722"/>
                          <a:pt x="141568" y="5907"/>
                        </a:cubicBezTo>
                        <a:cubicBezTo>
                          <a:pt x="141568" y="8985"/>
                          <a:pt x="139124" y="11495"/>
                          <a:pt x="136045" y="11654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0" name="Forme libre : forme 2479">
                    <a:extLst>
                      <a:ext uri="{FF2B5EF4-FFF2-40B4-BE49-F238E27FC236}">
                        <a16:creationId xmlns:a16="http://schemas.microsoft.com/office/drawing/2014/main" id="{D3B69C4C-BF4E-1FD6-A04D-864B63D9DA2B}"/>
                      </a:ext>
                    </a:extLst>
                  </p:cNvPr>
                  <p:cNvSpPr/>
                  <p:nvPr/>
                </p:nvSpPr>
                <p:spPr>
                  <a:xfrm>
                    <a:off x="808432" y="670898"/>
                    <a:ext cx="185531" cy="116649"/>
                  </a:xfrm>
                  <a:custGeom>
                    <a:avLst/>
                    <a:gdLst>
                      <a:gd name="connsiteX0" fmla="*/ 8648 w 185531"/>
                      <a:gd name="connsiteY0" fmla="*/ 0 h 116649"/>
                      <a:gd name="connsiteX1" fmla="*/ 116855 w 185531"/>
                      <a:gd name="connsiteY1" fmla="*/ 0 h 116649"/>
                      <a:gd name="connsiteX2" fmla="*/ 135510 w 185531"/>
                      <a:gd name="connsiteY2" fmla="*/ 11706 h 116649"/>
                      <a:gd name="connsiteX3" fmla="*/ 185531 w 185531"/>
                      <a:gd name="connsiteY3" fmla="*/ 116650 h 116649"/>
                      <a:gd name="connsiteX4" fmla="*/ 51059 w 185531"/>
                      <a:gd name="connsiteY4" fmla="*/ 116650 h 116649"/>
                      <a:gd name="connsiteX5" fmla="*/ 39405 w 185531"/>
                      <a:gd name="connsiteY5" fmla="*/ 108802 h 116649"/>
                      <a:gd name="connsiteX6" fmla="*/ 615 w 185531"/>
                      <a:gd name="connsiteY6" fmla="*/ 11693 h 116649"/>
                      <a:gd name="connsiteX7" fmla="*/ 8648 w 185531"/>
                      <a:gd name="connsiteY7" fmla="*/ 0 h 1166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5531" h="116649">
                        <a:moveTo>
                          <a:pt x="8648" y="0"/>
                        </a:moveTo>
                        <a:lnTo>
                          <a:pt x="116855" y="0"/>
                        </a:lnTo>
                        <a:cubicBezTo>
                          <a:pt x="124835" y="0"/>
                          <a:pt x="132102" y="4558"/>
                          <a:pt x="135510" y="11706"/>
                        </a:cubicBezTo>
                        <a:lnTo>
                          <a:pt x="185531" y="116650"/>
                        </a:lnTo>
                        <a:lnTo>
                          <a:pt x="51059" y="116650"/>
                        </a:lnTo>
                        <a:cubicBezTo>
                          <a:pt x="45919" y="116650"/>
                          <a:pt x="41295" y="113545"/>
                          <a:pt x="39405" y="108802"/>
                        </a:cubicBezTo>
                        <a:lnTo>
                          <a:pt x="615" y="11693"/>
                        </a:lnTo>
                        <a:cubicBezTo>
                          <a:pt x="-1631" y="6078"/>
                          <a:pt x="2557" y="0"/>
                          <a:pt x="8648" y="0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81" name="Forme libre : forme 2480">
                    <a:extLst>
                      <a:ext uri="{FF2B5EF4-FFF2-40B4-BE49-F238E27FC236}">
                        <a16:creationId xmlns:a16="http://schemas.microsoft.com/office/drawing/2014/main" id="{1A0A65C7-5C3A-F701-BFA1-5E48B91F4E0C}"/>
                      </a:ext>
                    </a:extLst>
                  </p:cNvPr>
                  <p:cNvSpPr/>
                  <p:nvPr/>
                </p:nvSpPr>
                <p:spPr>
                  <a:xfrm rot="-1094400">
                    <a:off x="876660" y="713610"/>
                    <a:ext cx="17043" cy="27454"/>
                  </a:xfrm>
                  <a:custGeom>
                    <a:avLst/>
                    <a:gdLst>
                      <a:gd name="connsiteX0" fmla="*/ 17044 w 17043"/>
                      <a:gd name="connsiteY0" fmla="*/ 13727 h 27454"/>
                      <a:gd name="connsiteX1" fmla="*/ 8522 w 17043"/>
                      <a:gd name="connsiteY1" fmla="*/ 27455 h 27454"/>
                      <a:gd name="connsiteX2" fmla="*/ 0 w 17043"/>
                      <a:gd name="connsiteY2" fmla="*/ 13727 h 27454"/>
                      <a:gd name="connsiteX3" fmla="*/ 8522 w 17043"/>
                      <a:gd name="connsiteY3" fmla="*/ 0 h 27454"/>
                      <a:gd name="connsiteX4" fmla="*/ 17044 w 17043"/>
                      <a:gd name="connsiteY4" fmla="*/ 13727 h 274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043" h="27454">
                        <a:moveTo>
                          <a:pt x="17044" y="13727"/>
                        </a:moveTo>
                        <a:cubicBezTo>
                          <a:pt x="17044" y="21309"/>
                          <a:pt x="13228" y="27455"/>
                          <a:pt x="8522" y="27455"/>
                        </a:cubicBezTo>
                        <a:cubicBezTo>
                          <a:pt x="3815" y="27455"/>
                          <a:pt x="0" y="21309"/>
                          <a:pt x="0" y="13727"/>
                        </a:cubicBezTo>
                        <a:cubicBezTo>
                          <a:pt x="0" y="6146"/>
                          <a:pt x="3815" y="0"/>
                          <a:pt x="8522" y="0"/>
                        </a:cubicBezTo>
                        <a:cubicBezTo>
                          <a:pt x="13228" y="0"/>
                          <a:pt x="17044" y="6146"/>
                          <a:pt x="17044" y="13727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20" name="Graphique 1982">
              <a:extLst>
                <a:ext uri="{FF2B5EF4-FFF2-40B4-BE49-F238E27FC236}">
                  <a16:creationId xmlns:a16="http://schemas.microsoft.com/office/drawing/2014/main" id="{3F8241CD-FB6D-6E19-87EC-F291899E62F5}"/>
                </a:ext>
              </a:extLst>
            </p:cNvPr>
            <p:cNvGrpSpPr/>
            <p:nvPr/>
          </p:nvGrpSpPr>
          <p:grpSpPr>
            <a:xfrm>
              <a:off x="10031921" y="4353683"/>
              <a:ext cx="1029709" cy="721387"/>
              <a:chOff x="0" y="0"/>
              <a:chExt cx="1895835" cy="1177107"/>
            </a:xfrm>
          </p:grpSpPr>
          <p:grpSp>
            <p:nvGrpSpPr>
              <p:cNvPr id="26" name="Graphique 1982">
                <a:extLst>
                  <a:ext uri="{FF2B5EF4-FFF2-40B4-BE49-F238E27FC236}">
                    <a16:creationId xmlns:a16="http://schemas.microsoft.com/office/drawing/2014/main" id="{3DEE80DA-F861-9355-52D7-2959C4CB3D29}"/>
                  </a:ext>
                </a:extLst>
              </p:cNvPr>
              <p:cNvGrpSpPr/>
              <p:nvPr/>
            </p:nvGrpSpPr>
            <p:grpSpPr>
              <a:xfrm>
                <a:off x="1564246" y="580500"/>
                <a:ext cx="331589" cy="331334"/>
                <a:chOff x="1564246" y="580500"/>
                <a:chExt cx="331589" cy="331334"/>
              </a:xfrm>
            </p:grpSpPr>
            <p:grpSp>
              <p:nvGrpSpPr>
                <p:cNvPr id="2451" name="Graphique 1982">
                  <a:extLst>
                    <a:ext uri="{FF2B5EF4-FFF2-40B4-BE49-F238E27FC236}">
                      <a16:creationId xmlns:a16="http://schemas.microsoft.com/office/drawing/2014/main" id="{E57E3C48-61A0-5302-F8AB-96C0F37DD357}"/>
                    </a:ext>
                  </a:extLst>
                </p:cNvPr>
                <p:cNvGrpSpPr/>
                <p:nvPr/>
              </p:nvGrpSpPr>
              <p:grpSpPr>
                <a:xfrm>
                  <a:off x="1597456" y="580500"/>
                  <a:ext cx="298379" cy="161901"/>
                  <a:chOff x="1597456" y="580500"/>
                  <a:chExt cx="298379" cy="161901"/>
                </a:xfrm>
                <a:solidFill>
                  <a:srgbClr val="B1ABE5"/>
                </a:solidFill>
              </p:grpSpPr>
              <p:sp>
                <p:nvSpPr>
                  <p:cNvPr id="2460" name="Forme libre : forme 2459">
                    <a:extLst>
                      <a:ext uri="{FF2B5EF4-FFF2-40B4-BE49-F238E27FC236}">
                        <a16:creationId xmlns:a16="http://schemas.microsoft.com/office/drawing/2014/main" id="{E1AEA1C7-D196-B998-FD25-7A66076CAA89}"/>
                      </a:ext>
                    </a:extLst>
                  </p:cNvPr>
                  <p:cNvSpPr/>
                  <p:nvPr/>
                </p:nvSpPr>
                <p:spPr>
                  <a:xfrm>
                    <a:off x="1597456" y="640450"/>
                    <a:ext cx="6980" cy="8040"/>
                  </a:xfrm>
                  <a:custGeom>
                    <a:avLst/>
                    <a:gdLst>
                      <a:gd name="connsiteX0" fmla="*/ 1556 w 6980"/>
                      <a:gd name="connsiteY0" fmla="*/ 8041 h 8040"/>
                      <a:gd name="connsiteX1" fmla="*/ 618 w 6980"/>
                      <a:gd name="connsiteY1" fmla="*/ 7724 h 8040"/>
                      <a:gd name="connsiteX2" fmla="*/ 314 w 6980"/>
                      <a:gd name="connsiteY2" fmla="*/ 5530 h 8040"/>
                      <a:gd name="connsiteX3" fmla="*/ 4211 w 6980"/>
                      <a:gd name="connsiteY3" fmla="*/ 576 h 8040"/>
                      <a:gd name="connsiteX4" fmla="*/ 6404 w 6980"/>
                      <a:gd name="connsiteY4" fmla="*/ 351 h 8040"/>
                      <a:gd name="connsiteX5" fmla="*/ 6629 w 6980"/>
                      <a:gd name="connsiteY5" fmla="*/ 2544 h 8040"/>
                      <a:gd name="connsiteX6" fmla="*/ 2798 w 6980"/>
                      <a:gd name="connsiteY6" fmla="*/ 7407 h 8040"/>
                      <a:gd name="connsiteX7" fmla="*/ 1542 w 6980"/>
                      <a:gd name="connsiteY7" fmla="*/ 8027 h 80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980" h="8040">
                        <a:moveTo>
                          <a:pt x="1556" y="8041"/>
                        </a:moveTo>
                        <a:cubicBezTo>
                          <a:pt x="1225" y="8041"/>
                          <a:pt x="895" y="7935"/>
                          <a:pt x="618" y="7724"/>
                        </a:cubicBezTo>
                        <a:cubicBezTo>
                          <a:pt x="-69" y="7208"/>
                          <a:pt x="-202" y="6217"/>
                          <a:pt x="314" y="5530"/>
                        </a:cubicBezTo>
                        <a:cubicBezTo>
                          <a:pt x="1582" y="3852"/>
                          <a:pt x="2890" y="2188"/>
                          <a:pt x="4211" y="576"/>
                        </a:cubicBezTo>
                        <a:cubicBezTo>
                          <a:pt x="4753" y="-98"/>
                          <a:pt x="5744" y="-190"/>
                          <a:pt x="6404" y="351"/>
                        </a:cubicBezTo>
                        <a:cubicBezTo>
                          <a:pt x="7078" y="893"/>
                          <a:pt x="7171" y="1884"/>
                          <a:pt x="6629" y="2544"/>
                        </a:cubicBezTo>
                        <a:cubicBezTo>
                          <a:pt x="5334" y="4130"/>
                          <a:pt x="4040" y="5768"/>
                          <a:pt x="2798" y="7407"/>
                        </a:cubicBezTo>
                        <a:cubicBezTo>
                          <a:pt x="2494" y="7816"/>
                          <a:pt x="2018" y="8027"/>
                          <a:pt x="1542" y="8027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61" name="Forme libre : forme 2460">
                    <a:extLst>
                      <a:ext uri="{FF2B5EF4-FFF2-40B4-BE49-F238E27FC236}">
                        <a16:creationId xmlns:a16="http://schemas.microsoft.com/office/drawing/2014/main" id="{A6E9491D-072F-F24C-A7D4-FADF72EDB9E4}"/>
                      </a:ext>
                    </a:extLst>
                  </p:cNvPr>
                  <p:cNvSpPr/>
                  <p:nvPr/>
                </p:nvSpPr>
                <p:spPr>
                  <a:xfrm>
                    <a:off x="1615521" y="580500"/>
                    <a:ext cx="277240" cy="134909"/>
                  </a:xfrm>
                  <a:custGeom>
                    <a:avLst/>
                    <a:gdLst>
                      <a:gd name="connsiteX0" fmla="*/ 275663 w 277240"/>
                      <a:gd name="connsiteY0" fmla="*/ 134909 h 134909"/>
                      <a:gd name="connsiteX1" fmla="*/ 274131 w 277240"/>
                      <a:gd name="connsiteY1" fmla="*/ 133654 h 134909"/>
                      <a:gd name="connsiteX2" fmla="*/ 271158 w 277240"/>
                      <a:gd name="connsiteY2" fmla="*/ 121274 h 134909"/>
                      <a:gd name="connsiteX3" fmla="*/ 272241 w 277240"/>
                      <a:gd name="connsiteY3" fmla="*/ 119345 h 134909"/>
                      <a:gd name="connsiteX4" fmla="*/ 274170 w 277240"/>
                      <a:gd name="connsiteY4" fmla="*/ 120429 h 134909"/>
                      <a:gd name="connsiteX5" fmla="*/ 277209 w 277240"/>
                      <a:gd name="connsiteY5" fmla="*/ 133046 h 134909"/>
                      <a:gd name="connsiteX6" fmla="*/ 275980 w 277240"/>
                      <a:gd name="connsiteY6" fmla="*/ 134883 h 134909"/>
                      <a:gd name="connsiteX7" fmla="*/ 275677 w 277240"/>
                      <a:gd name="connsiteY7" fmla="*/ 134909 h 134909"/>
                      <a:gd name="connsiteX8" fmla="*/ 265701 w 277240"/>
                      <a:gd name="connsiteY8" fmla="*/ 102738 h 134909"/>
                      <a:gd name="connsiteX9" fmla="*/ 264261 w 277240"/>
                      <a:gd name="connsiteY9" fmla="*/ 101786 h 134909"/>
                      <a:gd name="connsiteX10" fmla="*/ 258805 w 277240"/>
                      <a:gd name="connsiteY10" fmla="*/ 90279 h 134909"/>
                      <a:gd name="connsiteX11" fmla="*/ 259465 w 277240"/>
                      <a:gd name="connsiteY11" fmla="*/ 88165 h 134909"/>
                      <a:gd name="connsiteX12" fmla="*/ 261579 w 277240"/>
                      <a:gd name="connsiteY12" fmla="*/ 88825 h 134909"/>
                      <a:gd name="connsiteX13" fmla="*/ 267141 w 277240"/>
                      <a:gd name="connsiteY13" fmla="*/ 100544 h 134909"/>
                      <a:gd name="connsiteX14" fmla="*/ 266322 w 277240"/>
                      <a:gd name="connsiteY14" fmla="*/ 102592 h 134909"/>
                      <a:gd name="connsiteX15" fmla="*/ 265715 w 277240"/>
                      <a:gd name="connsiteY15" fmla="*/ 102711 h 134909"/>
                      <a:gd name="connsiteX16" fmla="*/ 249384 w 277240"/>
                      <a:gd name="connsiteY16" fmla="*/ 73275 h 134909"/>
                      <a:gd name="connsiteX17" fmla="*/ 248103 w 277240"/>
                      <a:gd name="connsiteY17" fmla="*/ 72601 h 134909"/>
                      <a:gd name="connsiteX18" fmla="*/ 240440 w 277240"/>
                      <a:gd name="connsiteY18" fmla="*/ 62441 h 134909"/>
                      <a:gd name="connsiteX19" fmla="*/ 240664 w 277240"/>
                      <a:gd name="connsiteY19" fmla="*/ 60247 h 134909"/>
                      <a:gd name="connsiteX20" fmla="*/ 242857 w 277240"/>
                      <a:gd name="connsiteY20" fmla="*/ 60472 h 134909"/>
                      <a:gd name="connsiteX21" fmla="*/ 250666 w 277240"/>
                      <a:gd name="connsiteY21" fmla="*/ 70830 h 134909"/>
                      <a:gd name="connsiteX22" fmla="*/ 250269 w 277240"/>
                      <a:gd name="connsiteY22" fmla="*/ 73010 h 134909"/>
                      <a:gd name="connsiteX23" fmla="*/ 249384 w 277240"/>
                      <a:gd name="connsiteY23" fmla="*/ 73288 h 134909"/>
                      <a:gd name="connsiteX24" fmla="*/ 1565 w 277240"/>
                      <a:gd name="connsiteY24" fmla="*/ 47815 h 134909"/>
                      <a:gd name="connsiteX25" fmla="*/ 428 w 277240"/>
                      <a:gd name="connsiteY25" fmla="*/ 47326 h 134909"/>
                      <a:gd name="connsiteX26" fmla="*/ 494 w 277240"/>
                      <a:gd name="connsiteY26" fmla="*/ 45120 h 134909"/>
                      <a:gd name="connsiteX27" fmla="*/ 10258 w 277240"/>
                      <a:gd name="connsiteY27" fmla="*/ 36585 h 134909"/>
                      <a:gd name="connsiteX28" fmla="*/ 12451 w 277240"/>
                      <a:gd name="connsiteY28" fmla="*/ 36822 h 134909"/>
                      <a:gd name="connsiteX29" fmla="*/ 12214 w 277240"/>
                      <a:gd name="connsiteY29" fmla="*/ 39016 h 134909"/>
                      <a:gd name="connsiteX30" fmla="*/ 2635 w 277240"/>
                      <a:gd name="connsiteY30" fmla="*/ 47392 h 134909"/>
                      <a:gd name="connsiteX31" fmla="*/ 1565 w 277240"/>
                      <a:gd name="connsiteY31" fmla="*/ 47815 h 134909"/>
                      <a:gd name="connsiteX32" fmla="*/ 227439 w 277240"/>
                      <a:gd name="connsiteY32" fmla="*/ 47722 h 134909"/>
                      <a:gd name="connsiteX33" fmla="*/ 226369 w 277240"/>
                      <a:gd name="connsiteY33" fmla="*/ 47300 h 134909"/>
                      <a:gd name="connsiteX34" fmla="*/ 216803 w 277240"/>
                      <a:gd name="connsiteY34" fmla="*/ 38923 h 134909"/>
                      <a:gd name="connsiteX35" fmla="*/ 216565 w 277240"/>
                      <a:gd name="connsiteY35" fmla="*/ 36730 h 134909"/>
                      <a:gd name="connsiteX36" fmla="*/ 218759 w 277240"/>
                      <a:gd name="connsiteY36" fmla="*/ 36492 h 134909"/>
                      <a:gd name="connsiteX37" fmla="*/ 228509 w 277240"/>
                      <a:gd name="connsiteY37" fmla="*/ 45027 h 134909"/>
                      <a:gd name="connsiteX38" fmla="*/ 228575 w 277240"/>
                      <a:gd name="connsiteY38" fmla="*/ 47234 h 134909"/>
                      <a:gd name="connsiteX39" fmla="*/ 227439 w 277240"/>
                      <a:gd name="connsiteY39" fmla="*/ 47722 h 134909"/>
                      <a:gd name="connsiteX40" fmla="*/ 28280 w 277240"/>
                      <a:gd name="connsiteY40" fmla="*/ 27296 h 134909"/>
                      <a:gd name="connsiteX41" fmla="*/ 26945 w 277240"/>
                      <a:gd name="connsiteY41" fmla="*/ 26557 h 134909"/>
                      <a:gd name="connsiteX42" fmla="*/ 27460 w 277240"/>
                      <a:gd name="connsiteY42" fmla="*/ 24403 h 134909"/>
                      <a:gd name="connsiteX43" fmla="*/ 38757 w 277240"/>
                      <a:gd name="connsiteY43" fmla="*/ 18022 h 134909"/>
                      <a:gd name="connsiteX44" fmla="*/ 40857 w 277240"/>
                      <a:gd name="connsiteY44" fmla="*/ 18695 h 134909"/>
                      <a:gd name="connsiteX45" fmla="*/ 40184 w 277240"/>
                      <a:gd name="connsiteY45" fmla="*/ 20796 h 134909"/>
                      <a:gd name="connsiteX46" fmla="*/ 29099 w 277240"/>
                      <a:gd name="connsiteY46" fmla="*/ 27059 h 134909"/>
                      <a:gd name="connsiteX47" fmla="*/ 28280 w 277240"/>
                      <a:gd name="connsiteY47" fmla="*/ 27296 h 134909"/>
                      <a:gd name="connsiteX48" fmla="*/ 200737 w 277240"/>
                      <a:gd name="connsiteY48" fmla="*/ 27217 h 134909"/>
                      <a:gd name="connsiteX49" fmla="*/ 199918 w 277240"/>
                      <a:gd name="connsiteY49" fmla="*/ 26979 h 134909"/>
                      <a:gd name="connsiteX50" fmla="*/ 188833 w 277240"/>
                      <a:gd name="connsiteY50" fmla="*/ 20743 h 134909"/>
                      <a:gd name="connsiteX51" fmla="*/ 188159 w 277240"/>
                      <a:gd name="connsiteY51" fmla="*/ 18642 h 134909"/>
                      <a:gd name="connsiteX52" fmla="*/ 190260 w 277240"/>
                      <a:gd name="connsiteY52" fmla="*/ 17969 h 134909"/>
                      <a:gd name="connsiteX53" fmla="*/ 201556 w 277240"/>
                      <a:gd name="connsiteY53" fmla="*/ 24324 h 134909"/>
                      <a:gd name="connsiteX54" fmla="*/ 202072 w 277240"/>
                      <a:gd name="connsiteY54" fmla="*/ 26477 h 134909"/>
                      <a:gd name="connsiteX55" fmla="*/ 200737 w 277240"/>
                      <a:gd name="connsiteY55" fmla="*/ 27217 h 134909"/>
                      <a:gd name="connsiteX56" fmla="*/ 58601 w 277240"/>
                      <a:gd name="connsiteY56" fmla="*/ 12605 h 134909"/>
                      <a:gd name="connsiteX57" fmla="*/ 57135 w 277240"/>
                      <a:gd name="connsiteY57" fmla="*/ 11574 h 134909"/>
                      <a:gd name="connsiteX58" fmla="*/ 58073 w 277240"/>
                      <a:gd name="connsiteY58" fmla="*/ 9566 h 134909"/>
                      <a:gd name="connsiteX59" fmla="*/ 70439 w 277240"/>
                      <a:gd name="connsiteY59" fmla="*/ 5615 h 134909"/>
                      <a:gd name="connsiteX60" fmla="*/ 72368 w 277240"/>
                      <a:gd name="connsiteY60" fmla="*/ 6712 h 134909"/>
                      <a:gd name="connsiteX61" fmla="*/ 71272 w 277240"/>
                      <a:gd name="connsiteY61" fmla="*/ 8641 h 134909"/>
                      <a:gd name="connsiteX62" fmla="*/ 59143 w 277240"/>
                      <a:gd name="connsiteY62" fmla="*/ 12512 h 134909"/>
                      <a:gd name="connsiteX63" fmla="*/ 58615 w 277240"/>
                      <a:gd name="connsiteY63" fmla="*/ 12605 h 134909"/>
                      <a:gd name="connsiteX64" fmla="*/ 170402 w 277240"/>
                      <a:gd name="connsiteY64" fmla="*/ 12605 h 134909"/>
                      <a:gd name="connsiteX65" fmla="*/ 169874 w 277240"/>
                      <a:gd name="connsiteY65" fmla="*/ 12512 h 134909"/>
                      <a:gd name="connsiteX66" fmla="*/ 157745 w 277240"/>
                      <a:gd name="connsiteY66" fmla="*/ 8667 h 134909"/>
                      <a:gd name="connsiteX67" fmla="*/ 156648 w 277240"/>
                      <a:gd name="connsiteY67" fmla="*/ 6752 h 134909"/>
                      <a:gd name="connsiteX68" fmla="*/ 158564 w 277240"/>
                      <a:gd name="connsiteY68" fmla="*/ 5655 h 134909"/>
                      <a:gd name="connsiteX69" fmla="*/ 170931 w 277240"/>
                      <a:gd name="connsiteY69" fmla="*/ 9579 h 134909"/>
                      <a:gd name="connsiteX70" fmla="*/ 171869 w 277240"/>
                      <a:gd name="connsiteY70" fmla="*/ 11574 h 134909"/>
                      <a:gd name="connsiteX71" fmla="*/ 170402 w 277240"/>
                      <a:gd name="connsiteY71" fmla="*/ 12605 h 134909"/>
                      <a:gd name="connsiteX72" fmla="*/ 137729 w 277240"/>
                      <a:gd name="connsiteY72" fmla="*/ 4466 h 134909"/>
                      <a:gd name="connsiteX73" fmla="*/ 137504 w 277240"/>
                      <a:gd name="connsiteY73" fmla="*/ 4453 h 134909"/>
                      <a:gd name="connsiteX74" fmla="*/ 124847 w 277240"/>
                      <a:gd name="connsiteY74" fmla="*/ 3145 h 134909"/>
                      <a:gd name="connsiteX75" fmla="*/ 123380 w 277240"/>
                      <a:gd name="connsiteY75" fmla="*/ 1480 h 134909"/>
                      <a:gd name="connsiteX76" fmla="*/ 125045 w 277240"/>
                      <a:gd name="connsiteY76" fmla="*/ 27 h 134909"/>
                      <a:gd name="connsiteX77" fmla="*/ 137953 w 277240"/>
                      <a:gd name="connsiteY77" fmla="*/ 1361 h 134909"/>
                      <a:gd name="connsiteX78" fmla="*/ 139275 w 277240"/>
                      <a:gd name="connsiteY78" fmla="*/ 3131 h 134909"/>
                      <a:gd name="connsiteX79" fmla="*/ 137729 w 277240"/>
                      <a:gd name="connsiteY79" fmla="*/ 4479 h 134909"/>
                      <a:gd name="connsiteX80" fmla="*/ 91288 w 277240"/>
                      <a:gd name="connsiteY80" fmla="*/ 4439 h 134909"/>
                      <a:gd name="connsiteX81" fmla="*/ 89742 w 277240"/>
                      <a:gd name="connsiteY81" fmla="*/ 3092 h 134909"/>
                      <a:gd name="connsiteX82" fmla="*/ 91063 w 277240"/>
                      <a:gd name="connsiteY82" fmla="*/ 1321 h 134909"/>
                      <a:gd name="connsiteX83" fmla="*/ 103972 w 277240"/>
                      <a:gd name="connsiteY83" fmla="*/ 0 h 134909"/>
                      <a:gd name="connsiteX84" fmla="*/ 105636 w 277240"/>
                      <a:gd name="connsiteY84" fmla="*/ 1467 h 134909"/>
                      <a:gd name="connsiteX85" fmla="*/ 104170 w 277240"/>
                      <a:gd name="connsiteY85" fmla="*/ 3118 h 134909"/>
                      <a:gd name="connsiteX86" fmla="*/ 91513 w 277240"/>
                      <a:gd name="connsiteY86" fmla="*/ 4413 h 134909"/>
                      <a:gd name="connsiteX87" fmla="*/ 91288 w 277240"/>
                      <a:gd name="connsiteY87" fmla="*/ 4426 h 1349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</a:cxnLst>
                    <a:rect l="l" t="t" r="r" b="b"/>
                    <a:pathLst>
                      <a:path w="277240" h="134909">
                        <a:moveTo>
                          <a:pt x="275663" y="134909"/>
                        </a:moveTo>
                        <a:cubicBezTo>
                          <a:pt x="274937" y="134909"/>
                          <a:pt x="274276" y="134394"/>
                          <a:pt x="274131" y="133654"/>
                        </a:cubicBezTo>
                        <a:cubicBezTo>
                          <a:pt x="273298" y="129505"/>
                          <a:pt x="272307" y="125344"/>
                          <a:pt x="271158" y="121274"/>
                        </a:cubicBezTo>
                        <a:cubicBezTo>
                          <a:pt x="270920" y="120442"/>
                          <a:pt x="271409" y="119583"/>
                          <a:pt x="272241" y="119345"/>
                        </a:cubicBezTo>
                        <a:cubicBezTo>
                          <a:pt x="273074" y="119094"/>
                          <a:pt x="273932" y="119596"/>
                          <a:pt x="274170" y="120429"/>
                        </a:cubicBezTo>
                        <a:cubicBezTo>
                          <a:pt x="275346" y="124577"/>
                          <a:pt x="276363" y="128818"/>
                          <a:pt x="277209" y="133046"/>
                        </a:cubicBezTo>
                        <a:cubicBezTo>
                          <a:pt x="277381" y="133892"/>
                          <a:pt x="276826" y="134711"/>
                          <a:pt x="275980" y="134883"/>
                        </a:cubicBezTo>
                        <a:cubicBezTo>
                          <a:pt x="275875" y="134909"/>
                          <a:pt x="275769" y="134909"/>
                          <a:pt x="275677" y="134909"/>
                        </a:cubicBezTo>
                        <a:close/>
                        <a:moveTo>
                          <a:pt x="265701" y="102738"/>
                        </a:moveTo>
                        <a:cubicBezTo>
                          <a:pt x="265094" y="102738"/>
                          <a:pt x="264512" y="102381"/>
                          <a:pt x="264261" y="101786"/>
                        </a:cubicBezTo>
                        <a:cubicBezTo>
                          <a:pt x="262610" y="97915"/>
                          <a:pt x="260773" y="94044"/>
                          <a:pt x="258805" y="90279"/>
                        </a:cubicBezTo>
                        <a:cubicBezTo>
                          <a:pt x="258408" y="89512"/>
                          <a:pt x="258699" y="88574"/>
                          <a:pt x="259465" y="88165"/>
                        </a:cubicBezTo>
                        <a:cubicBezTo>
                          <a:pt x="260231" y="87755"/>
                          <a:pt x="261169" y="88059"/>
                          <a:pt x="261579" y="88825"/>
                        </a:cubicBezTo>
                        <a:cubicBezTo>
                          <a:pt x="263574" y="92657"/>
                          <a:pt x="265450" y="96594"/>
                          <a:pt x="267141" y="100544"/>
                        </a:cubicBezTo>
                        <a:cubicBezTo>
                          <a:pt x="267485" y="101337"/>
                          <a:pt x="267115" y="102262"/>
                          <a:pt x="266322" y="102592"/>
                        </a:cubicBezTo>
                        <a:cubicBezTo>
                          <a:pt x="266124" y="102672"/>
                          <a:pt x="265913" y="102711"/>
                          <a:pt x="265715" y="102711"/>
                        </a:cubicBezTo>
                        <a:close/>
                        <a:moveTo>
                          <a:pt x="249384" y="73275"/>
                        </a:moveTo>
                        <a:cubicBezTo>
                          <a:pt x="248896" y="73275"/>
                          <a:pt x="248407" y="73037"/>
                          <a:pt x="248103" y="72601"/>
                        </a:cubicBezTo>
                        <a:cubicBezTo>
                          <a:pt x="245685" y="69126"/>
                          <a:pt x="243109" y="65704"/>
                          <a:pt x="240440" y="62441"/>
                        </a:cubicBezTo>
                        <a:cubicBezTo>
                          <a:pt x="239898" y="61767"/>
                          <a:pt x="239991" y="60789"/>
                          <a:pt x="240664" y="60247"/>
                        </a:cubicBezTo>
                        <a:cubicBezTo>
                          <a:pt x="241338" y="59706"/>
                          <a:pt x="242316" y="59798"/>
                          <a:pt x="242857" y="60472"/>
                        </a:cubicBezTo>
                        <a:cubicBezTo>
                          <a:pt x="245579" y="63802"/>
                          <a:pt x="248208" y="67290"/>
                          <a:pt x="250666" y="70830"/>
                        </a:cubicBezTo>
                        <a:cubicBezTo>
                          <a:pt x="251155" y="71544"/>
                          <a:pt x="250983" y="72508"/>
                          <a:pt x="250269" y="73010"/>
                        </a:cubicBezTo>
                        <a:cubicBezTo>
                          <a:pt x="249992" y="73195"/>
                          <a:pt x="249688" y="73288"/>
                          <a:pt x="249384" y="73288"/>
                        </a:cubicBezTo>
                        <a:close/>
                        <a:moveTo>
                          <a:pt x="1565" y="47815"/>
                        </a:moveTo>
                        <a:cubicBezTo>
                          <a:pt x="1155" y="47815"/>
                          <a:pt x="732" y="47656"/>
                          <a:pt x="428" y="47326"/>
                        </a:cubicBezTo>
                        <a:cubicBezTo>
                          <a:pt x="-166" y="46705"/>
                          <a:pt x="-140" y="45714"/>
                          <a:pt x="494" y="45120"/>
                        </a:cubicBezTo>
                        <a:cubicBezTo>
                          <a:pt x="3626" y="42160"/>
                          <a:pt x="6902" y="39293"/>
                          <a:pt x="10258" y="36585"/>
                        </a:cubicBezTo>
                        <a:cubicBezTo>
                          <a:pt x="10932" y="36043"/>
                          <a:pt x="11910" y="36149"/>
                          <a:pt x="12451" y="36822"/>
                        </a:cubicBezTo>
                        <a:cubicBezTo>
                          <a:pt x="12993" y="37496"/>
                          <a:pt x="12887" y="38474"/>
                          <a:pt x="12214" y="39016"/>
                        </a:cubicBezTo>
                        <a:cubicBezTo>
                          <a:pt x="8924" y="41671"/>
                          <a:pt x="5700" y="44485"/>
                          <a:pt x="2635" y="47392"/>
                        </a:cubicBezTo>
                        <a:cubicBezTo>
                          <a:pt x="2331" y="47683"/>
                          <a:pt x="1948" y="47815"/>
                          <a:pt x="1565" y="47815"/>
                        </a:cubicBezTo>
                        <a:close/>
                        <a:moveTo>
                          <a:pt x="227439" y="47722"/>
                        </a:moveTo>
                        <a:cubicBezTo>
                          <a:pt x="227056" y="47722"/>
                          <a:pt x="226659" y="47577"/>
                          <a:pt x="226369" y="47300"/>
                        </a:cubicBezTo>
                        <a:cubicBezTo>
                          <a:pt x="223304" y="44393"/>
                          <a:pt x="220080" y="41579"/>
                          <a:pt x="216803" y="38923"/>
                        </a:cubicBezTo>
                        <a:cubicBezTo>
                          <a:pt x="216129" y="38381"/>
                          <a:pt x="216024" y="37390"/>
                          <a:pt x="216565" y="36730"/>
                        </a:cubicBezTo>
                        <a:cubicBezTo>
                          <a:pt x="217107" y="36056"/>
                          <a:pt x="218098" y="35950"/>
                          <a:pt x="218759" y="36492"/>
                        </a:cubicBezTo>
                        <a:cubicBezTo>
                          <a:pt x="222115" y="39201"/>
                          <a:pt x="225391" y="42068"/>
                          <a:pt x="228509" y="45027"/>
                        </a:cubicBezTo>
                        <a:cubicBezTo>
                          <a:pt x="229130" y="45622"/>
                          <a:pt x="229157" y="46613"/>
                          <a:pt x="228575" y="47234"/>
                        </a:cubicBezTo>
                        <a:cubicBezTo>
                          <a:pt x="228271" y="47564"/>
                          <a:pt x="227849" y="47722"/>
                          <a:pt x="227439" y="47722"/>
                        </a:cubicBezTo>
                        <a:close/>
                        <a:moveTo>
                          <a:pt x="28280" y="27296"/>
                        </a:moveTo>
                        <a:cubicBezTo>
                          <a:pt x="27751" y="27296"/>
                          <a:pt x="27249" y="27032"/>
                          <a:pt x="26945" y="26557"/>
                        </a:cubicBezTo>
                        <a:cubicBezTo>
                          <a:pt x="26496" y="25817"/>
                          <a:pt x="26720" y="24865"/>
                          <a:pt x="27460" y="24403"/>
                        </a:cubicBezTo>
                        <a:cubicBezTo>
                          <a:pt x="31133" y="22131"/>
                          <a:pt x="34938" y="19990"/>
                          <a:pt x="38757" y="18022"/>
                        </a:cubicBezTo>
                        <a:cubicBezTo>
                          <a:pt x="39523" y="17625"/>
                          <a:pt x="40461" y="17929"/>
                          <a:pt x="40857" y="18695"/>
                        </a:cubicBezTo>
                        <a:cubicBezTo>
                          <a:pt x="41254" y="19462"/>
                          <a:pt x="40950" y="20400"/>
                          <a:pt x="40184" y="20796"/>
                        </a:cubicBezTo>
                        <a:cubicBezTo>
                          <a:pt x="36431" y="22725"/>
                          <a:pt x="32706" y="24839"/>
                          <a:pt x="29099" y="27059"/>
                        </a:cubicBezTo>
                        <a:cubicBezTo>
                          <a:pt x="28848" y="27217"/>
                          <a:pt x="28557" y="27296"/>
                          <a:pt x="28280" y="27296"/>
                        </a:cubicBezTo>
                        <a:close/>
                        <a:moveTo>
                          <a:pt x="200737" y="27217"/>
                        </a:moveTo>
                        <a:cubicBezTo>
                          <a:pt x="200460" y="27217"/>
                          <a:pt x="200169" y="27138"/>
                          <a:pt x="199918" y="26979"/>
                        </a:cubicBezTo>
                        <a:cubicBezTo>
                          <a:pt x="196338" y="24773"/>
                          <a:pt x="192599" y="22672"/>
                          <a:pt x="188833" y="20743"/>
                        </a:cubicBezTo>
                        <a:cubicBezTo>
                          <a:pt x="188067" y="20347"/>
                          <a:pt x="187763" y="19409"/>
                          <a:pt x="188159" y="18642"/>
                        </a:cubicBezTo>
                        <a:cubicBezTo>
                          <a:pt x="188556" y="17876"/>
                          <a:pt x="189494" y="17572"/>
                          <a:pt x="190260" y="17969"/>
                        </a:cubicBezTo>
                        <a:cubicBezTo>
                          <a:pt x="194105" y="19937"/>
                          <a:pt x="197910" y="22078"/>
                          <a:pt x="201556" y="24324"/>
                        </a:cubicBezTo>
                        <a:cubicBezTo>
                          <a:pt x="202296" y="24773"/>
                          <a:pt x="202521" y="25737"/>
                          <a:pt x="202072" y="26477"/>
                        </a:cubicBezTo>
                        <a:cubicBezTo>
                          <a:pt x="201781" y="26953"/>
                          <a:pt x="201266" y="27217"/>
                          <a:pt x="200737" y="27217"/>
                        </a:cubicBezTo>
                        <a:close/>
                        <a:moveTo>
                          <a:pt x="58601" y="12605"/>
                        </a:moveTo>
                        <a:cubicBezTo>
                          <a:pt x="57967" y="12605"/>
                          <a:pt x="57359" y="12208"/>
                          <a:pt x="57135" y="11574"/>
                        </a:cubicBezTo>
                        <a:cubicBezTo>
                          <a:pt x="56844" y="10768"/>
                          <a:pt x="57254" y="9870"/>
                          <a:pt x="58073" y="9566"/>
                        </a:cubicBezTo>
                        <a:cubicBezTo>
                          <a:pt x="62129" y="8099"/>
                          <a:pt x="66278" y="6765"/>
                          <a:pt x="70439" y="5615"/>
                        </a:cubicBezTo>
                        <a:cubicBezTo>
                          <a:pt x="71272" y="5391"/>
                          <a:pt x="72131" y="5866"/>
                          <a:pt x="72368" y="6712"/>
                        </a:cubicBezTo>
                        <a:cubicBezTo>
                          <a:pt x="72593" y="7544"/>
                          <a:pt x="72104" y="8403"/>
                          <a:pt x="71272" y="8641"/>
                        </a:cubicBezTo>
                        <a:cubicBezTo>
                          <a:pt x="67202" y="9764"/>
                          <a:pt x="63120" y="11072"/>
                          <a:pt x="59143" y="12512"/>
                        </a:cubicBezTo>
                        <a:cubicBezTo>
                          <a:pt x="58971" y="12578"/>
                          <a:pt x="58786" y="12605"/>
                          <a:pt x="58615" y="12605"/>
                        </a:cubicBezTo>
                        <a:close/>
                        <a:moveTo>
                          <a:pt x="170402" y="12605"/>
                        </a:moveTo>
                        <a:cubicBezTo>
                          <a:pt x="170231" y="12605"/>
                          <a:pt x="170046" y="12578"/>
                          <a:pt x="169874" y="12512"/>
                        </a:cubicBezTo>
                        <a:cubicBezTo>
                          <a:pt x="165897" y="11085"/>
                          <a:pt x="161814" y="9790"/>
                          <a:pt x="157745" y="8667"/>
                        </a:cubicBezTo>
                        <a:cubicBezTo>
                          <a:pt x="156913" y="8443"/>
                          <a:pt x="156424" y="7584"/>
                          <a:pt x="156648" y="6752"/>
                        </a:cubicBezTo>
                        <a:cubicBezTo>
                          <a:pt x="156873" y="5919"/>
                          <a:pt x="157732" y="5430"/>
                          <a:pt x="158564" y="5655"/>
                        </a:cubicBezTo>
                        <a:cubicBezTo>
                          <a:pt x="162713" y="6791"/>
                          <a:pt x="166875" y="8112"/>
                          <a:pt x="170931" y="9579"/>
                        </a:cubicBezTo>
                        <a:cubicBezTo>
                          <a:pt x="171737" y="9870"/>
                          <a:pt x="172159" y="10768"/>
                          <a:pt x="171869" y="11574"/>
                        </a:cubicBezTo>
                        <a:cubicBezTo>
                          <a:pt x="171644" y="12208"/>
                          <a:pt x="171036" y="12605"/>
                          <a:pt x="170402" y="12605"/>
                        </a:cubicBezTo>
                        <a:close/>
                        <a:moveTo>
                          <a:pt x="137729" y="4466"/>
                        </a:moveTo>
                        <a:cubicBezTo>
                          <a:pt x="137649" y="4466"/>
                          <a:pt x="137583" y="4466"/>
                          <a:pt x="137504" y="4453"/>
                        </a:cubicBezTo>
                        <a:cubicBezTo>
                          <a:pt x="133329" y="3858"/>
                          <a:pt x="129062" y="3409"/>
                          <a:pt x="124847" y="3145"/>
                        </a:cubicBezTo>
                        <a:cubicBezTo>
                          <a:pt x="123988" y="3092"/>
                          <a:pt x="123327" y="2352"/>
                          <a:pt x="123380" y="1480"/>
                        </a:cubicBezTo>
                        <a:cubicBezTo>
                          <a:pt x="123433" y="621"/>
                          <a:pt x="124186" y="-13"/>
                          <a:pt x="125045" y="27"/>
                        </a:cubicBezTo>
                        <a:cubicBezTo>
                          <a:pt x="129352" y="304"/>
                          <a:pt x="133699" y="753"/>
                          <a:pt x="137953" y="1361"/>
                        </a:cubicBezTo>
                        <a:cubicBezTo>
                          <a:pt x="138812" y="1480"/>
                          <a:pt x="139407" y="2273"/>
                          <a:pt x="139275" y="3131"/>
                        </a:cubicBezTo>
                        <a:cubicBezTo>
                          <a:pt x="139169" y="3911"/>
                          <a:pt x="138495" y="4479"/>
                          <a:pt x="137729" y="4479"/>
                        </a:cubicBezTo>
                        <a:close/>
                        <a:moveTo>
                          <a:pt x="91288" y="4439"/>
                        </a:moveTo>
                        <a:cubicBezTo>
                          <a:pt x="90522" y="4439"/>
                          <a:pt x="89848" y="3871"/>
                          <a:pt x="89742" y="3092"/>
                        </a:cubicBezTo>
                        <a:cubicBezTo>
                          <a:pt x="89623" y="2233"/>
                          <a:pt x="90218" y="1440"/>
                          <a:pt x="91063" y="1321"/>
                        </a:cubicBezTo>
                        <a:cubicBezTo>
                          <a:pt x="95331" y="714"/>
                          <a:pt x="99678" y="264"/>
                          <a:pt x="103972" y="0"/>
                        </a:cubicBezTo>
                        <a:cubicBezTo>
                          <a:pt x="104844" y="-13"/>
                          <a:pt x="105570" y="608"/>
                          <a:pt x="105636" y="1467"/>
                        </a:cubicBezTo>
                        <a:cubicBezTo>
                          <a:pt x="105689" y="2326"/>
                          <a:pt x="105042" y="3065"/>
                          <a:pt x="104170" y="3118"/>
                        </a:cubicBezTo>
                        <a:cubicBezTo>
                          <a:pt x="99955" y="3383"/>
                          <a:pt x="95688" y="3818"/>
                          <a:pt x="91513" y="4413"/>
                        </a:cubicBezTo>
                        <a:cubicBezTo>
                          <a:pt x="91433" y="4413"/>
                          <a:pt x="91367" y="4426"/>
                          <a:pt x="91288" y="4426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62" name="Forme libre : forme 2461">
                    <a:extLst>
                      <a:ext uri="{FF2B5EF4-FFF2-40B4-BE49-F238E27FC236}">
                        <a16:creationId xmlns:a16="http://schemas.microsoft.com/office/drawing/2014/main" id="{8376EE42-8CA4-BDF8-6142-B7B23E79E1E7}"/>
                      </a:ext>
                    </a:extLst>
                  </p:cNvPr>
                  <p:cNvSpPr/>
                  <p:nvPr/>
                </p:nvSpPr>
                <p:spPr>
                  <a:xfrm>
                    <a:off x="1892395" y="733034"/>
                    <a:ext cx="3440" cy="9367"/>
                  </a:xfrm>
                  <a:custGeom>
                    <a:avLst/>
                    <a:gdLst>
                      <a:gd name="connsiteX0" fmla="*/ 1867 w 3440"/>
                      <a:gd name="connsiteY0" fmla="*/ 9368 h 9367"/>
                      <a:gd name="connsiteX1" fmla="*/ 309 w 3440"/>
                      <a:gd name="connsiteY1" fmla="*/ 7848 h 9367"/>
                      <a:gd name="connsiteX2" fmla="*/ 5 w 3440"/>
                      <a:gd name="connsiteY2" fmla="*/ 1665 h 9367"/>
                      <a:gd name="connsiteX3" fmla="*/ 1458 w 3440"/>
                      <a:gd name="connsiteY3" fmla="*/ 0 h 9367"/>
                      <a:gd name="connsiteX4" fmla="*/ 3123 w 3440"/>
                      <a:gd name="connsiteY4" fmla="*/ 1454 h 9367"/>
                      <a:gd name="connsiteX5" fmla="*/ 3440 w 3440"/>
                      <a:gd name="connsiteY5" fmla="*/ 7756 h 9367"/>
                      <a:gd name="connsiteX6" fmla="*/ 1920 w 3440"/>
                      <a:gd name="connsiteY6" fmla="*/ 9368 h 9367"/>
                      <a:gd name="connsiteX7" fmla="*/ 1867 w 3440"/>
                      <a:gd name="connsiteY7" fmla="*/ 9368 h 93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440" h="9367">
                        <a:moveTo>
                          <a:pt x="1867" y="9368"/>
                        </a:moveTo>
                        <a:cubicBezTo>
                          <a:pt x="1022" y="9368"/>
                          <a:pt x="335" y="8694"/>
                          <a:pt x="309" y="7848"/>
                        </a:cubicBezTo>
                        <a:cubicBezTo>
                          <a:pt x="242" y="5800"/>
                          <a:pt x="137" y="3713"/>
                          <a:pt x="5" y="1665"/>
                        </a:cubicBezTo>
                        <a:cubicBezTo>
                          <a:pt x="-61" y="806"/>
                          <a:pt x="599" y="53"/>
                          <a:pt x="1458" y="0"/>
                        </a:cubicBezTo>
                        <a:cubicBezTo>
                          <a:pt x="2317" y="-13"/>
                          <a:pt x="3070" y="595"/>
                          <a:pt x="3123" y="1454"/>
                        </a:cubicBezTo>
                        <a:cubicBezTo>
                          <a:pt x="3268" y="3541"/>
                          <a:pt x="3374" y="5668"/>
                          <a:pt x="3440" y="7756"/>
                        </a:cubicBezTo>
                        <a:cubicBezTo>
                          <a:pt x="3466" y="8614"/>
                          <a:pt x="2792" y="9341"/>
                          <a:pt x="1920" y="9368"/>
                        </a:cubicBezTo>
                        <a:lnTo>
                          <a:pt x="1867" y="9368"/>
                        </a:ln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452" name="Graphique 1982">
                  <a:extLst>
                    <a:ext uri="{FF2B5EF4-FFF2-40B4-BE49-F238E27FC236}">
                      <a16:creationId xmlns:a16="http://schemas.microsoft.com/office/drawing/2014/main" id="{0D73FF49-51DB-8995-9DD0-F12BB71D5F48}"/>
                    </a:ext>
                  </a:extLst>
                </p:cNvPr>
                <p:cNvGrpSpPr/>
                <p:nvPr/>
              </p:nvGrpSpPr>
              <p:grpSpPr>
                <a:xfrm>
                  <a:off x="1564246" y="741966"/>
                  <a:ext cx="289634" cy="169868"/>
                  <a:chOff x="1564246" y="741966"/>
                  <a:chExt cx="289634" cy="169868"/>
                </a:xfrm>
                <a:solidFill>
                  <a:srgbClr val="B1ABE5"/>
                </a:solidFill>
              </p:grpSpPr>
              <p:sp>
                <p:nvSpPr>
                  <p:cNvPr id="2457" name="Forme libre : forme 2456">
                    <a:extLst>
                      <a:ext uri="{FF2B5EF4-FFF2-40B4-BE49-F238E27FC236}">
                        <a16:creationId xmlns:a16="http://schemas.microsoft.com/office/drawing/2014/main" id="{388A190C-3DFA-505E-9ACE-003F1485E042}"/>
                      </a:ext>
                    </a:extLst>
                  </p:cNvPr>
                  <p:cNvSpPr/>
                  <p:nvPr/>
                </p:nvSpPr>
                <p:spPr>
                  <a:xfrm>
                    <a:off x="1846476" y="854245"/>
                    <a:ext cx="7404" cy="7686"/>
                  </a:xfrm>
                  <a:custGeom>
                    <a:avLst/>
                    <a:gdLst>
                      <a:gd name="connsiteX0" fmla="*/ 1558 w 7404"/>
                      <a:gd name="connsiteY0" fmla="*/ 7674 h 7686"/>
                      <a:gd name="connsiteX1" fmla="*/ 474 w 7404"/>
                      <a:gd name="connsiteY1" fmla="*/ 7238 h 7686"/>
                      <a:gd name="connsiteX2" fmla="*/ 448 w 7404"/>
                      <a:gd name="connsiteY2" fmla="*/ 5031 h 7686"/>
                      <a:gd name="connsiteX3" fmla="*/ 4676 w 7404"/>
                      <a:gd name="connsiteY3" fmla="*/ 513 h 7686"/>
                      <a:gd name="connsiteX4" fmla="*/ 6882 w 7404"/>
                      <a:gd name="connsiteY4" fmla="*/ 394 h 7686"/>
                      <a:gd name="connsiteX5" fmla="*/ 7001 w 7404"/>
                      <a:gd name="connsiteY5" fmla="*/ 2600 h 7686"/>
                      <a:gd name="connsiteX6" fmla="*/ 2694 w 7404"/>
                      <a:gd name="connsiteY6" fmla="*/ 7211 h 7686"/>
                      <a:gd name="connsiteX7" fmla="*/ 1571 w 7404"/>
                      <a:gd name="connsiteY7" fmla="*/ 7687 h 76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7404" h="7686">
                        <a:moveTo>
                          <a:pt x="1558" y="7674"/>
                        </a:moveTo>
                        <a:cubicBezTo>
                          <a:pt x="1161" y="7674"/>
                          <a:pt x="778" y="7528"/>
                          <a:pt x="474" y="7238"/>
                        </a:cubicBezTo>
                        <a:cubicBezTo>
                          <a:pt x="-147" y="6630"/>
                          <a:pt x="-160" y="5639"/>
                          <a:pt x="448" y="5031"/>
                        </a:cubicBezTo>
                        <a:cubicBezTo>
                          <a:pt x="1888" y="3551"/>
                          <a:pt x="3315" y="2019"/>
                          <a:pt x="4676" y="513"/>
                        </a:cubicBezTo>
                        <a:cubicBezTo>
                          <a:pt x="5257" y="-122"/>
                          <a:pt x="6248" y="-174"/>
                          <a:pt x="6882" y="394"/>
                        </a:cubicBezTo>
                        <a:cubicBezTo>
                          <a:pt x="7529" y="975"/>
                          <a:pt x="7582" y="1966"/>
                          <a:pt x="7001" y="2600"/>
                        </a:cubicBezTo>
                        <a:cubicBezTo>
                          <a:pt x="5614" y="4146"/>
                          <a:pt x="4160" y="5692"/>
                          <a:pt x="2694" y="7211"/>
                        </a:cubicBezTo>
                        <a:cubicBezTo>
                          <a:pt x="2390" y="7528"/>
                          <a:pt x="1980" y="7687"/>
                          <a:pt x="1571" y="7687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58" name="Forme libre : forme 2457">
                    <a:extLst>
                      <a:ext uri="{FF2B5EF4-FFF2-40B4-BE49-F238E27FC236}">
                        <a16:creationId xmlns:a16="http://schemas.microsoft.com/office/drawing/2014/main" id="{4C77008E-0EF9-421C-129C-4035EF864D26}"/>
                      </a:ext>
                    </a:extLst>
                  </p:cNvPr>
                  <p:cNvSpPr/>
                  <p:nvPr/>
                </p:nvSpPr>
                <p:spPr>
                  <a:xfrm>
                    <a:off x="1566029" y="768729"/>
                    <a:ext cx="268353" cy="143105"/>
                  </a:xfrm>
                  <a:custGeom>
                    <a:avLst/>
                    <a:gdLst>
                      <a:gd name="connsiteX0" fmla="*/ 164205 w 268353"/>
                      <a:gd name="connsiteY0" fmla="*/ 143106 h 143105"/>
                      <a:gd name="connsiteX1" fmla="*/ 162792 w 268353"/>
                      <a:gd name="connsiteY1" fmla="*/ 143106 h 143105"/>
                      <a:gd name="connsiteX2" fmla="*/ 161246 w 268353"/>
                      <a:gd name="connsiteY2" fmla="*/ 141520 h 143105"/>
                      <a:gd name="connsiteX3" fmla="*/ 162805 w 268353"/>
                      <a:gd name="connsiteY3" fmla="*/ 139974 h 143105"/>
                      <a:gd name="connsiteX4" fmla="*/ 164205 w 268353"/>
                      <a:gd name="connsiteY4" fmla="*/ 139974 h 143105"/>
                      <a:gd name="connsiteX5" fmla="*/ 175343 w 268353"/>
                      <a:gd name="connsiteY5" fmla="*/ 139604 h 143105"/>
                      <a:gd name="connsiteX6" fmla="*/ 177008 w 268353"/>
                      <a:gd name="connsiteY6" fmla="*/ 141058 h 143105"/>
                      <a:gd name="connsiteX7" fmla="*/ 175555 w 268353"/>
                      <a:gd name="connsiteY7" fmla="*/ 142723 h 143105"/>
                      <a:gd name="connsiteX8" fmla="*/ 164205 w 268353"/>
                      <a:gd name="connsiteY8" fmla="*/ 143106 h 143105"/>
                      <a:gd name="connsiteX9" fmla="*/ 142326 w 268353"/>
                      <a:gd name="connsiteY9" fmla="*/ 141639 h 143105"/>
                      <a:gd name="connsiteX10" fmla="*/ 142115 w 268353"/>
                      <a:gd name="connsiteY10" fmla="*/ 141626 h 143105"/>
                      <a:gd name="connsiteX11" fmla="*/ 129537 w 268353"/>
                      <a:gd name="connsiteY11" fmla="*/ 139446 h 143105"/>
                      <a:gd name="connsiteX12" fmla="*/ 128334 w 268353"/>
                      <a:gd name="connsiteY12" fmla="*/ 137596 h 143105"/>
                      <a:gd name="connsiteX13" fmla="*/ 130184 w 268353"/>
                      <a:gd name="connsiteY13" fmla="*/ 136394 h 143105"/>
                      <a:gd name="connsiteX14" fmla="*/ 142524 w 268353"/>
                      <a:gd name="connsiteY14" fmla="*/ 138534 h 143105"/>
                      <a:gd name="connsiteX15" fmla="*/ 143872 w 268353"/>
                      <a:gd name="connsiteY15" fmla="*/ 140292 h 143105"/>
                      <a:gd name="connsiteX16" fmla="*/ 142326 w 268353"/>
                      <a:gd name="connsiteY16" fmla="*/ 141652 h 143105"/>
                      <a:gd name="connsiteX17" fmla="*/ 195809 w 268353"/>
                      <a:gd name="connsiteY17" fmla="*/ 140027 h 143105"/>
                      <a:gd name="connsiteX18" fmla="*/ 194276 w 268353"/>
                      <a:gd name="connsiteY18" fmla="*/ 138772 h 143105"/>
                      <a:gd name="connsiteX19" fmla="*/ 195505 w 268353"/>
                      <a:gd name="connsiteY19" fmla="*/ 136936 h 143105"/>
                      <a:gd name="connsiteX20" fmla="*/ 207687 w 268353"/>
                      <a:gd name="connsiteY20" fmla="*/ 134042 h 143105"/>
                      <a:gd name="connsiteX21" fmla="*/ 209615 w 268353"/>
                      <a:gd name="connsiteY21" fmla="*/ 135126 h 143105"/>
                      <a:gd name="connsiteX22" fmla="*/ 208532 w 268353"/>
                      <a:gd name="connsiteY22" fmla="*/ 137055 h 143105"/>
                      <a:gd name="connsiteX23" fmla="*/ 196113 w 268353"/>
                      <a:gd name="connsiteY23" fmla="*/ 140001 h 143105"/>
                      <a:gd name="connsiteX24" fmla="*/ 195809 w 268353"/>
                      <a:gd name="connsiteY24" fmla="*/ 140027 h 143105"/>
                      <a:gd name="connsiteX25" fmla="*/ 110075 w 268353"/>
                      <a:gd name="connsiteY25" fmla="*/ 133963 h 143105"/>
                      <a:gd name="connsiteX26" fmla="*/ 109560 w 268353"/>
                      <a:gd name="connsiteY26" fmla="*/ 133870 h 143105"/>
                      <a:gd name="connsiteX27" fmla="*/ 97669 w 268353"/>
                      <a:gd name="connsiteY27" fmla="*/ 129220 h 143105"/>
                      <a:gd name="connsiteX28" fmla="*/ 96863 w 268353"/>
                      <a:gd name="connsiteY28" fmla="*/ 127159 h 143105"/>
                      <a:gd name="connsiteX29" fmla="*/ 98924 w 268353"/>
                      <a:gd name="connsiteY29" fmla="*/ 126353 h 143105"/>
                      <a:gd name="connsiteX30" fmla="*/ 110591 w 268353"/>
                      <a:gd name="connsiteY30" fmla="*/ 130911 h 143105"/>
                      <a:gd name="connsiteX31" fmla="*/ 111555 w 268353"/>
                      <a:gd name="connsiteY31" fmla="*/ 132906 h 143105"/>
                      <a:gd name="connsiteX32" fmla="*/ 110075 w 268353"/>
                      <a:gd name="connsiteY32" fmla="*/ 133950 h 143105"/>
                      <a:gd name="connsiteX33" fmla="*/ 227505 w 268353"/>
                      <a:gd name="connsiteY33" fmla="*/ 130343 h 143105"/>
                      <a:gd name="connsiteX34" fmla="*/ 226065 w 268353"/>
                      <a:gd name="connsiteY34" fmla="*/ 129378 h 143105"/>
                      <a:gd name="connsiteX35" fmla="*/ 226897 w 268353"/>
                      <a:gd name="connsiteY35" fmla="*/ 127330 h 143105"/>
                      <a:gd name="connsiteX36" fmla="*/ 238246 w 268353"/>
                      <a:gd name="connsiteY36" fmla="*/ 122032 h 143105"/>
                      <a:gd name="connsiteX37" fmla="*/ 240347 w 268353"/>
                      <a:gd name="connsiteY37" fmla="*/ 122706 h 143105"/>
                      <a:gd name="connsiteX38" fmla="*/ 239673 w 268353"/>
                      <a:gd name="connsiteY38" fmla="*/ 124807 h 143105"/>
                      <a:gd name="connsiteX39" fmla="*/ 228099 w 268353"/>
                      <a:gd name="connsiteY39" fmla="*/ 130197 h 143105"/>
                      <a:gd name="connsiteX40" fmla="*/ 227491 w 268353"/>
                      <a:gd name="connsiteY40" fmla="*/ 130316 h 143105"/>
                      <a:gd name="connsiteX41" fmla="*/ 80018 w 268353"/>
                      <a:gd name="connsiteY41" fmla="*/ 119984 h 143105"/>
                      <a:gd name="connsiteX42" fmla="*/ 79225 w 268353"/>
                      <a:gd name="connsiteY42" fmla="*/ 119760 h 143105"/>
                      <a:gd name="connsiteX43" fmla="*/ 68510 w 268353"/>
                      <a:gd name="connsiteY43" fmla="*/ 112823 h 143105"/>
                      <a:gd name="connsiteX44" fmla="*/ 68127 w 268353"/>
                      <a:gd name="connsiteY44" fmla="*/ 110644 h 143105"/>
                      <a:gd name="connsiteX45" fmla="*/ 70307 w 268353"/>
                      <a:gd name="connsiteY45" fmla="*/ 110260 h 143105"/>
                      <a:gd name="connsiteX46" fmla="*/ 80811 w 268353"/>
                      <a:gd name="connsiteY46" fmla="*/ 117065 h 143105"/>
                      <a:gd name="connsiteX47" fmla="*/ 81352 w 268353"/>
                      <a:gd name="connsiteY47" fmla="*/ 119205 h 143105"/>
                      <a:gd name="connsiteX48" fmla="*/ 80005 w 268353"/>
                      <a:gd name="connsiteY48" fmla="*/ 119971 h 143105"/>
                      <a:gd name="connsiteX49" fmla="*/ 256624 w 268353"/>
                      <a:gd name="connsiteY49" fmla="*/ 114488 h 143105"/>
                      <a:gd name="connsiteX50" fmla="*/ 255330 w 268353"/>
                      <a:gd name="connsiteY50" fmla="*/ 113801 h 143105"/>
                      <a:gd name="connsiteX51" fmla="*/ 255739 w 268353"/>
                      <a:gd name="connsiteY51" fmla="*/ 111634 h 143105"/>
                      <a:gd name="connsiteX52" fmla="*/ 265820 w 268353"/>
                      <a:gd name="connsiteY52" fmla="*/ 104196 h 143105"/>
                      <a:gd name="connsiteX53" fmla="*/ 268013 w 268353"/>
                      <a:gd name="connsiteY53" fmla="*/ 104447 h 143105"/>
                      <a:gd name="connsiteX54" fmla="*/ 267762 w 268353"/>
                      <a:gd name="connsiteY54" fmla="*/ 106640 h 143105"/>
                      <a:gd name="connsiteX55" fmla="*/ 257496 w 268353"/>
                      <a:gd name="connsiteY55" fmla="*/ 114224 h 143105"/>
                      <a:gd name="connsiteX56" fmla="*/ 256611 w 268353"/>
                      <a:gd name="connsiteY56" fmla="*/ 114501 h 143105"/>
                      <a:gd name="connsiteX57" fmla="*/ 53395 w 268353"/>
                      <a:gd name="connsiteY57" fmla="*/ 100259 h 143105"/>
                      <a:gd name="connsiteX58" fmla="*/ 52338 w 268353"/>
                      <a:gd name="connsiteY58" fmla="*/ 99849 h 143105"/>
                      <a:gd name="connsiteX59" fmla="*/ 43249 w 268353"/>
                      <a:gd name="connsiteY59" fmla="*/ 90891 h 143105"/>
                      <a:gd name="connsiteX60" fmla="*/ 43315 w 268353"/>
                      <a:gd name="connsiteY60" fmla="*/ 88685 h 143105"/>
                      <a:gd name="connsiteX61" fmla="*/ 45521 w 268353"/>
                      <a:gd name="connsiteY61" fmla="*/ 88751 h 143105"/>
                      <a:gd name="connsiteX62" fmla="*/ 54439 w 268353"/>
                      <a:gd name="connsiteY62" fmla="*/ 97537 h 143105"/>
                      <a:gd name="connsiteX63" fmla="*/ 54545 w 268353"/>
                      <a:gd name="connsiteY63" fmla="*/ 99744 h 143105"/>
                      <a:gd name="connsiteX64" fmla="*/ 53395 w 268353"/>
                      <a:gd name="connsiteY64" fmla="*/ 100259 h 143105"/>
                      <a:gd name="connsiteX65" fmla="*/ 31305 w 268353"/>
                      <a:gd name="connsiteY65" fmla="*/ 75565 h 143105"/>
                      <a:gd name="connsiteX66" fmla="*/ 30036 w 268353"/>
                      <a:gd name="connsiteY66" fmla="*/ 74918 h 143105"/>
                      <a:gd name="connsiteX67" fmla="*/ 24355 w 268353"/>
                      <a:gd name="connsiteY67" fmla="*/ 66607 h 143105"/>
                      <a:gd name="connsiteX68" fmla="*/ 22915 w 268353"/>
                      <a:gd name="connsiteY68" fmla="*/ 64322 h 143105"/>
                      <a:gd name="connsiteX69" fmla="*/ 23430 w 268353"/>
                      <a:gd name="connsiteY69" fmla="*/ 62168 h 143105"/>
                      <a:gd name="connsiteX70" fmla="*/ 25584 w 268353"/>
                      <a:gd name="connsiteY70" fmla="*/ 62670 h 143105"/>
                      <a:gd name="connsiteX71" fmla="*/ 26998 w 268353"/>
                      <a:gd name="connsiteY71" fmla="*/ 64916 h 143105"/>
                      <a:gd name="connsiteX72" fmla="*/ 32573 w 268353"/>
                      <a:gd name="connsiteY72" fmla="*/ 73081 h 143105"/>
                      <a:gd name="connsiteX73" fmla="*/ 32230 w 268353"/>
                      <a:gd name="connsiteY73" fmla="*/ 75261 h 143105"/>
                      <a:gd name="connsiteX74" fmla="*/ 31305 w 268353"/>
                      <a:gd name="connsiteY74" fmla="*/ 75565 h 143105"/>
                      <a:gd name="connsiteX75" fmla="*/ 14565 w 268353"/>
                      <a:gd name="connsiteY75" fmla="*/ 46948 h 143105"/>
                      <a:gd name="connsiteX76" fmla="*/ 13138 w 268353"/>
                      <a:gd name="connsiteY76" fmla="*/ 46036 h 143105"/>
                      <a:gd name="connsiteX77" fmla="*/ 8276 w 268353"/>
                      <a:gd name="connsiteY77" fmla="*/ 34225 h 143105"/>
                      <a:gd name="connsiteX78" fmla="*/ 9201 w 268353"/>
                      <a:gd name="connsiteY78" fmla="*/ 32216 h 143105"/>
                      <a:gd name="connsiteX79" fmla="*/ 11209 w 268353"/>
                      <a:gd name="connsiteY79" fmla="*/ 33141 h 143105"/>
                      <a:gd name="connsiteX80" fmla="*/ 15979 w 268353"/>
                      <a:gd name="connsiteY80" fmla="*/ 44728 h 143105"/>
                      <a:gd name="connsiteX81" fmla="*/ 15212 w 268353"/>
                      <a:gd name="connsiteY81" fmla="*/ 46803 h 143105"/>
                      <a:gd name="connsiteX82" fmla="*/ 14565 w 268353"/>
                      <a:gd name="connsiteY82" fmla="*/ 46948 h 143105"/>
                      <a:gd name="connsiteX83" fmla="*/ 3903 w 268353"/>
                      <a:gd name="connsiteY83" fmla="*/ 15556 h 143105"/>
                      <a:gd name="connsiteX84" fmla="*/ 2383 w 268353"/>
                      <a:gd name="connsiteY84" fmla="*/ 14340 h 143105"/>
                      <a:gd name="connsiteX85" fmla="*/ 18 w 268353"/>
                      <a:gd name="connsiteY85" fmla="*/ 1789 h 143105"/>
                      <a:gd name="connsiteX86" fmla="*/ 1340 w 268353"/>
                      <a:gd name="connsiteY86" fmla="*/ 18 h 143105"/>
                      <a:gd name="connsiteX87" fmla="*/ 3110 w 268353"/>
                      <a:gd name="connsiteY87" fmla="*/ 1340 h 143105"/>
                      <a:gd name="connsiteX88" fmla="*/ 5435 w 268353"/>
                      <a:gd name="connsiteY88" fmla="*/ 13653 h 143105"/>
                      <a:gd name="connsiteX89" fmla="*/ 4260 w 268353"/>
                      <a:gd name="connsiteY89" fmla="*/ 15529 h 143105"/>
                      <a:gd name="connsiteX90" fmla="*/ 3903 w 268353"/>
                      <a:gd name="connsiteY90" fmla="*/ 15569 h 1431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</a:cxnLst>
                    <a:rect l="l" t="t" r="r" b="b"/>
                    <a:pathLst>
                      <a:path w="268353" h="143105">
                        <a:moveTo>
                          <a:pt x="164205" y="143106"/>
                        </a:moveTo>
                        <a:lnTo>
                          <a:pt x="162792" y="143106"/>
                        </a:lnTo>
                        <a:cubicBezTo>
                          <a:pt x="161933" y="143092"/>
                          <a:pt x="161233" y="142379"/>
                          <a:pt x="161246" y="141520"/>
                        </a:cubicBezTo>
                        <a:cubicBezTo>
                          <a:pt x="161246" y="140661"/>
                          <a:pt x="161959" y="139974"/>
                          <a:pt x="162805" y="139974"/>
                        </a:cubicBezTo>
                        <a:lnTo>
                          <a:pt x="164205" y="139974"/>
                        </a:lnTo>
                        <a:cubicBezTo>
                          <a:pt x="167892" y="139974"/>
                          <a:pt x="171644" y="139856"/>
                          <a:pt x="175343" y="139604"/>
                        </a:cubicBezTo>
                        <a:cubicBezTo>
                          <a:pt x="176215" y="139591"/>
                          <a:pt x="176955" y="140199"/>
                          <a:pt x="177008" y="141058"/>
                        </a:cubicBezTo>
                        <a:cubicBezTo>
                          <a:pt x="177061" y="141917"/>
                          <a:pt x="176413" y="142670"/>
                          <a:pt x="175555" y="142723"/>
                        </a:cubicBezTo>
                        <a:cubicBezTo>
                          <a:pt x="171789" y="142974"/>
                          <a:pt x="167971" y="143106"/>
                          <a:pt x="164205" y="143106"/>
                        </a:cubicBezTo>
                        <a:close/>
                        <a:moveTo>
                          <a:pt x="142326" y="141639"/>
                        </a:moveTo>
                        <a:cubicBezTo>
                          <a:pt x="142260" y="141639"/>
                          <a:pt x="142181" y="141639"/>
                          <a:pt x="142115" y="141626"/>
                        </a:cubicBezTo>
                        <a:cubicBezTo>
                          <a:pt x="137913" y="141058"/>
                          <a:pt x="133685" y="140331"/>
                          <a:pt x="129537" y="139446"/>
                        </a:cubicBezTo>
                        <a:cubicBezTo>
                          <a:pt x="128691" y="139261"/>
                          <a:pt x="128150" y="138442"/>
                          <a:pt x="128334" y="137596"/>
                        </a:cubicBezTo>
                        <a:cubicBezTo>
                          <a:pt x="128519" y="136751"/>
                          <a:pt x="129339" y="136222"/>
                          <a:pt x="130184" y="136394"/>
                        </a:cubicBezTo>
                        <a:cubicBezTo>
                          <a:pt x="134254" y="137266"/>
                          <a:pt x="138402" y="137979"/>
                          <a:pt x="142524" y="138534"/>
                        </a:cubicBezTo>
                        <a:cubicBezTo>
                          <a:pt x="143383" y="138653"/>
                          <a:pt x="143978" y="139433"/>
                          <a:pt x="143872" y="140292"/>
                        </a:cubicBezTo>
                        <a:cubicBezTo>
                          <a:pt x="143766" y="141071"/>
                          <a:pt x="143092" y="141652"/>
                          <a:pt x="142326" y="141652"/>
                        </a:cubicBezTo>
                        <a:close/>
                        <a:moveTo>
                          <a:pt x="195809" y="140027"/>
                        </a:moveTo>
                        <a:cubicBezTo>
                          <a:pt x="195082" y="140027"/>
                          <a:pt x="194422" y="139512"/>
                          <a:pt x="194276" y="138772"/>
                        </a:cubicBezTo>
                        <a:cubicBezTo>
                          <a:pt x="194104" y="137927"/>
                          <a:pt x="194659" y="137107"/>
                          <a:pt x="195505" y="136936"/>
                        </a:cubicBezTo>
                        <a:cubicBezTo>
                          <a:pt x="199587" y="136130"/>
                          <a:pt x="203683" y="135152"/>
                          <a:pt x="207687" y="134042"/>
                        </a:cubicBezTo>
                        <a:cubicBezTo>
                          <a:pt x="208519" y="133804"/>
                          <a:pt x="209378" y="134293"/>
                          <a:pt x="209615" y="135126"/>
                        </a:cubicBezTo>
                        <a:cubicBezTo>
                          <a:pt x="209853" y="135958"/>
                          <a:pt x="209364" y="136817"/>
                          <a:pt x="208532" y="137055"/>
                        </a:cubicBezTo>
                        <a:cubicBezTo>
                          <a:pt x="204450" y="138191"/>
                          <a:pt x="200275" y="139182"/>
                          <a:pt x="196113" y="140001"/>
                        </a:cubicBezTo>
                        <a:cubicBezTo>
                          <a:pt x="196007" y="140014"/>
                          <a:pt x="195914" y="140027"/>
                          <a:pt x="195809" y="140027"/>
                        </a:cubicBezTo>
                        <a:close/>
                        <a:moveTo>
                          <a:pt x="110075" y="133963"/>
                        </a:moveTo>
                        <a:cubicBezTo>
                          <a:pt x="109904" y="133963"/>
                          <a:pt x="109732" y="133936"/>
                          <a:pt x="109560" y="133870"/>
                        </a:cubicBezTo>
                        <a:cubicBezTo>
                          <a:pt x="105544" y="132483"/>
                          <a:pt x="101554" y="130911"/>
                          <a:pt x="97669" y="129220"/>
                        </a:cubicBezTo>
                        <a:cubicBezTo>
                          <a:pt x="96876" y="128876"/>
                          <a:pt x="96520" y="127951"/>
                          <a:pt x="96863" y="127159"/>
                        </a:cubicBezTo>
                        <a:cubicBezTo>
                          <a:pt x="97207" y="126366"/>
                          <a:pt x="98132" y="126009"/>
                          <a:pt x="98924" y="126353"/>
                        </a:cubicBezTo>
                        <a:cubicBezTo>
                          <a:pt x="102730" y="128004"/>
                          <a:pt x="106653" y="129550"/>
                          <a:pt x="110591" y="130911"/>
                        </a:cubicBezTo>
                        <a:cubicBezTo>
                          <a:pt x="111410" y="131188"/>
                          <a:pt x="111833" y="132087"/>
                          <a:pt x="111555" y="132906"/>
                        </a:cubicBezTo>
                        <a:cubicBezTo>
                          <a:pt x="111330" y="133553"/>
                          <a:pt x="110723" y="133950"/>
                          <a:pt x="110075" y="133950"/>
                        </a:cubicBezTo>
                        <a:close/>
                        <a:moveTo>
                          <a:pt x="227505" y="130343"/>
                        </a:moveTo>
                        <a:cubicBezTo>
                          <a:pt x="226897" y="130343"/>
                          <a:pt x="226316" y="129986"/>
                          <a:pt x="226065" y="129378"/>
                        </a:cubicBezTo>
                        <a:cubicBezTo>
                          <a:pt x="225734" y="128586"/>
                          <a:pt x="226104" y="127661"/>
                          <a:pt x="226897" y="127330"/>
                        </a:cubicBezTo>
                        <a:cubicBezTo>
                          <a:pt x="230715" y="125732"/>
                          <a:pt x="234533" y="123948"/>
                          <a:pt x="238246" y="122032"/>
                        </a:cubicBezTo>
                        <a:cubicBezTo>
                          <a:pt x="239012" y="121636"/>
                          <a:pt x="239964" y="121940"/>
                          <a:pt x="240347" y="122706"/>
                        </a:cubicBezTo>
                        <a:cubicBezTo>
                          <a:pt x="240743" y="123472"/>
                          <a:pt x="240439" y="124411"/>
                          <a:pt x="239673" y="124807"/>
                        </a:cubicBezTo>
                        <a:cubicBezTo>
                          <a:pt x="235881" y="126749"/>
                          <a:pt x="231997" y="128572"/>
                          <a:pt x="228099" y="130197"/>
                        </a:cubicBezTo>
                        <a:cubicBezTo>
                          <a:pt x="227901" y="130277"/>
                          <a:pt x="227690" y="130316"/>
                          <a:pt x="227491" y="130316"/>
                        </a:cubicBezTo>
                        <a:close/>
                        <a:moveTo>
                          <a:pt x="80018" y="119984"/>
                        </a:moveTo>
                        <a:cubicBezTo>
                          <a:pt x="79740" y="119984"/>
                          <a:pt x="79476" y="119918"/>
                          <a:pt x="79225" y="119760"/>
                        </a:cubicBezTo>
                        <a:cubicBezTo>
                          <a:pt x="75592" y="117593"/>
                          <a:pt x="71985" y="115268"/>
                          <a:pt x="68510" y="112823"/>
                        </a:cubicBezTo>
                        <a:cubicBezTo>
                          <a:pt x="67810" y="112321"/>
                          <a:pt x="67638" y="111357"/>
                          <a:pt x="68127" y="110644"/>
                        </a:cubicBezTo>
                        <a:cubicBezTo>
                          <a:pt x="68629" y="109930"/>
                          <a:pt x="69593" y="109771"/>
                          <a:pt x="70307" y="110260"/>
                        </a:cubicBezTo>
                        <a:cubicBezTo>
                          <a:pt x="73702" y="112652"/>
                          <a:pt x="77243" y="114937"/>
                          <a:pt x="80811" y="117065"/>
                        </a:cubicBezTo>
                        <a:cubicBezTo>
                          <a:pt x="81550" y="117501"/>
                          <a:pt x="81801" y="118465"/>
                          <a:pt x="81352" y="119205"/>
                        </a:cubicBezTo>
                        <a:cubicBezTo>
                          <a:pt x="81062" y="119694"/>
                          <a:pt x="80546" y="119971"/>
                          <a:pt x="80005" y="119971"/>
                        </a:cubicBezTo>
                        <a:close/>
                        <a:moveTo>
                          <a:pt x="256624" y="114488"/>
                        </a:moveTo>
                        <a:cubicBezTo>
                          <a:pt x="256122" y="114488"/>
                          <a:pt x="255633" y="114250"/>
                          <a:pt x="255330" y="113801"/>
                        </a:cubicBezTo>
                        <a:cubicBezTo>
                          <a:pt x="254840" y="113088"/>
                          <a:pt x="255025" y="112110"/>
                          <a:pt x="255739" y="111634"/>
                        </a:cubicBezTo>
                        <a:cubicBezTo>
                          <a:pt x="259174" y="109296"/>
                          <a:pt x="262570" y="106786"/>
                          <a:pt x="265820" y="104196"/>
                        </a:cubicBezTo>
                        <a:cubicBezTo>
                          <a:pt x="266494" y="103654"/>
                          <a:pt x="267471" y="103773"/>
                          <a:pt x="268013" y="104447"/>
                        </a:cubicBezTo>
                        <a:cubicBezTo>
                          <a:pt x="268555" y="105121"/>
                          <a:pt x="268436" y="106099"/>
                          <a:pt x="267762" y="106640"/>
                        </a:cubicBezTo>
                        <a:cubicBezTo>
                          <a:pt x="264459" y="109283"/>
                          <a:pt x="260997" y="111833"/>
                          <a:pt x="257496" y="114224"/>
                        </a:cubicBezTo>
                        <a:cubicBezTo>
                          <a:pt x="257232" y="114409"/>
                          <a:pt x="256915" y="114501"/>
                          <a:pt x="256611" y="114501"/>
                        </a:cubicBezTo>
                        <a:close/>
                        <a:moveTo>
                          <a:pt x="53395" y="100259"/>
                        </a:moveTo>
                        <a:cubicBezTo>
                          <a:pt x="53025" y="100259"/>
                          <a:pt x="52642" y="100127"/>
                          <a:pt x="52338" y="99849"/>
                        </a:cubicBezTo>
                        <a:cubicBezTo>
                          <a:pt x="49220" y="96995"/>
                          <a:pt x="46155" y="93983"/>
                          <a:pt x="43249" y="90891"/>
                        </a:cubicBezTo>
                        <a:cubicBezTo>
                          <a:pt x="42654" y="90257"/>
                          <a:pt x="42694" y="89279"/>
                          <a:pt x="43315" y="88685"/>
                        </a:cubicBezTo>
                        <a:cubicBezTo>
                          <a:pt x="43949" y="88090"/>
                          <a:pt x="44927" y="88117"/>
                          <a:pt x="45521" y="88751"/>
                        </a:cubicBezTo>
                        <a:cubicBezTo>
                          <a:pt x="48375" y="91790"/>
                          <a:pt x="51374" y="94749"/>
                          <a:pt x="54439" y="97537"/>
                        </a:cubicBezTo>
                        <a:cubicBezTo>
                          <a:pt x="55073" y="98118"/>
                          <a:pt x="55126" y="99109"/>
                          <a:pt x="54545" y="99744"/>
                        </a:cubicBezTo>
                        <a:cubicBezTo>
                          <a:pt x="54241" y="100087"/>
                          <a:pt x="53818" y="100259"/>
                          <a:pt x="53395" y="100259"/>
                        </a:cubicBezTo>
                        <a:close/>
                        <a:moveTo>
                          <a:pt x="31305" y="75565"/>
                        </a:moveTo>
                        <a:cubicBezTo>
                          <a:pt x="30816" y="75565"/>
                          <a:pt x="30340" y="75341"/>
                          <a:pt x="30036" y="74918"/>
                        </a:cubicBezTo>
                        <a:cubicBezTo>
                          <a:pt x="28081" y="72223"/>
                          <a:pt x="26165" y="69422"/>
                          <a:pt x="24355" y="66607"/>
                        </a:cubicBezTo>
                        <a:cubicBezTo>
                          <a:pt x="23866" y="65841"/>
                          <a:pt x="23391" y="65088"/>
                          <a:pt x="22915" y="64322"/>
                        </a:cubicBezTo>
                        <a:cubicBezTo>
                          <a:pt x="22466" y="63582"/>
                          <a:pt x="22690" y="62617"/>
                          <a:pt x="23430" y="62168"/>
                        </a:cubicBezTo>
                        <a:cubicBezTo>
                          <a:pt x="24170" y="61719"/>
                          <a:pt x="25121" y="61944"/>
                          <a:pt x="25584" y="62670"/>
                        </a:cubicBezTo>
                        <a:cubicBezTo>
                          <a:pt x="26046" y="63423"/>
                          <a:pt x="26522" y="64163"/>
                          <a:pt x="26998" y="64916"/>
                        </a:cubicBezTo>
                        <a:cubicBezTo>
                          <a:pt x="28768" y="67691"/>
                          <a:pt x="30644" y="70426"/>
                          <a:pt x="32573" y="73081"/>
                        </a:cubicBezTo>
                        <a:cubicBezTo>
                          <a:pt x="33075" y="73782"/>
                          <a:pt x="32930" y="74759"/>
                          <a:pt x="32230" y="75261"/>
                        </a:cubicBezTo>
                        <a:cubicBezTo>
                          <a:pt x="31952" y="75460"/>
                          <a:pt x="31635" y="75565"/>
                          <a:pt x="31305" y="75565"/>
                        </a:cubicBezTo>
                        <a:close/>
                        <a:moveTo>
                          <a:pt x="14565" y="46948"/>
                        </a:moveTo>
                        <a:cubicBezTo>
                          <a:pt x="13970" y="46948"/>
                          <a:pt x="13402" y="46604"/>
                          <a:pt x="13138" y="46036"/>
                        </a:cubicBezTo>
                        <a:cubicBezTo>
                          <a:pt x="11381" y="42178"/>
                          <a:pt x="9743" y="38215"/>
                          <a:pt x="8276" y="34225"/>
                        </a:cubicBezTo>
                        <a:cubicBezTo>
                          <a:pt x="7985" y="33419"/>
                          <a:pt x="8395" y="32520"/>
                          <a:pt x="9201" y="32216"/>
                        </a:cubicBezTo>
                        <a:cubicBezTo>
                          <a:pt x="10007" y="31912"/>
                          <a:pt x="10905" y="32335"/>
                          <a:pt x="11209" y="33141"/>
                        </a:cubicBezTo>
                        <a:cubicBezTo>
                          <a:pt x="12636" y="37052"/>
                          <a:pt x="14248" y="40950"/>
                          <a:pt x="15979" y="44728"/>
                        </a:cubicBezTo>
                        <a:cubicBezTo>
                          <a:pt x="16335" y="45508"/>
                          <a:pt x="15979" y="46446"/>
                          <a:pt x="15212" y="46803"/>
                        </a:cubicBezTo>
                        <a:cubicBezTo>
                          <a:pt x="15001" y="46895"/>
                          <a:pt x="14776" y="46948"/>
                          <a:pt x="14565" y="46948"/>
                        </a:cubicBezTo>
                        <a:close/>
                        <a:moveTo>
                          <a:pt x="3903" y="15556"/>
                        </a:moveTo>
                        <a:cubicBezTo>
                          <a:pt x="3189" y="15556"/>
                          <a:pt x="2542" y="15067"/>
                          <a:pt x="2383" y="14340"/>
                        </a:cubicBezTo>
                        <a:cubicBezTo>
                          <a:pt x="1432" y="10218"/>
                          <a:pt x="639" y="5990"/>
                          <a:pt x="18" y="1789"/>
                        </a:cubicBezTo>
                        <a:cubicBezTo>
                          <a:pt x="-114" y="930"/>
                          <a:pt x="481" y="137"/>
                          <a:pt x="1340" y="18"/>
                        </a:cubicBezTo>
                        <a:cubicBezTo>
                          <a:pt x="2185" y="-114"/>
                          <a:pt x="2991" y="481"/>
                          <a:pt x="3110" y="1340"/>
                        </a:cubicBezTo>
                        <a:cubicBezTo>
                          <a:pt x="3718" y="5462"/>
                          <a:pt x="4511" y="9597"/>
                          <a:pt x="5435" y="13653"/>
                        </a:cubicBezTo>
                        <a:cubicBezTo>
                          <a:pt x="5634" y="14499"/>
                          <a:pt x="5105" y="15331"/>
                          <a:pt x="4260" y="15529"/>
                        </a:cubicBezTo>
                        <a:cubicBezTo>
                          <a:pt x="4141" y="15556"/>
                          <a:pt x="4022" y="15569"/>
                          <a:pt x="3903" y="15569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59" name="Forme libre : forme 2458">
                    <a:extLst>
                      <a:ext uri="{FF2B5EF4-FFF2-40B4-BE49-F238E27FC236}">
                        <a16:creationId xmlns:a16="http://schemas.microsoft.com/office/drawing/2014/main" id="{EBCBA2CE-545E-3EF9-45B3-E4B1513FE7AF}"/>
                      </a:ext>
                    </a:extLst>
                  </p:cNvPr>
                  <p:cNvSpPr/>
                  <p:nvPr/>
                </p:nvSpPr>
                <p:spPr>
                  <a:xfrm>
                    <a:off x="1564246" y="741966"/>
                    <a:ext cx="3148" cy="9380"/>
                  </a:xfrm>
                  <a:custGeom>
                    <a:avLst/>
                    <a:gdLst>
                      <a:gd name="connsiteX0" fmla="*/ 1603 w 3148"/>
                      <a:gd name="connsiteY0" fmla="*/ 9381 h 9380"/>
                      <a:gd name="connsiteX1" fmla="*/ 44 w 3148"/>
                      <a:gd name="connsiteY1" fmla="*/ 7848 h 9380"/>
                      <a:gd name="connsiteX2" fmla="*/ 17 w 3148"/>
                      <a:gd name="connsiteY2" fmla="*/ 1533 h 9380"/>
                      <a:gd name="connsiteX3" fmla="*/ 1603 w 3148"/>
                      <a:gd name="connsiteY3" fmla="*/ 0 h 9380"/>
                      <a:gd name="connsiteX4" fmla="*/ 3135 w 3148"/>
                      <a:gd name="connsiteY4" fmla="*/ 1585 h 9380"/>
                      <a:gd name="connsiteX5" fmla="*/ 3149 w 3148"/>
                      <a:gd name="connsiteY5" fmla="*/ 7782 h 9380"/>
                      <a:gd name="connsiteX6" fmla="*/ 1616 w 3148"/>
                      <a:gd name="connsiteY6" fmla="*/ 9381 h 9380"/>
                      <a:gd name="connsiteX7" fmla="*/ 1576 w 3148"/>
                      <a:gd name="connsiteY7" fmla="*/ 9381 h 9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48" h="9380">
                        <a:moveTo>
                          <a:pt x="1603" y="9381"/>
                        </a:moveTo>
                        <a:cubicBezTo>
                          <a:pt x="757" y="9381"/>
                          <a:pt x="57" y="8707"/>
                          <a:pt x="44" y="7848"/>
                        </a:cubicBezTo>
                        <a:cubicBezTo>
                          <a:pt x="-9" y="5760"/>
                          <a:pt x="-9" y="3646"/>
                          <a:pt x="17" y="1533"/>
                        </a:cubicBezTo>
                        <a:cubicBezTo>
                          <a:pt x="31" y="674"/>
                          <a:pt x="744" y="13"/>
                          <a:pt x="1603" y="0"/>
                        </a:cubicBezTo>
                        <a:cubicBezTo>
                          <a:pt x="2462" y="13"/>
                          <a:pt x="3162" y="727"/>
                          <a:pt x="3135" y="1585"/>
                        </a:cubicBezTo>
                        <a:cubicBezTo>
                          <a:pt x="3109" y="3646"/>
                          <a:pt x="3109" y="5734"/>
                          <a:pt x="3149" y="7782"/>
                        </a:cubicBezTo>
                        <a:cubicBezTo>
                          <a:pt x="3162" y="8641"/>
                          <a:pt x="2488" y="9354"/>
                          <a:pt x="1616" y="9381"/>
                        </a:cubicBezTo>
                        <a:lnTo>
                          <a:pt x="1576" y="9381"/>
                        </a:ln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453" name="Graphique 1982">
                  <a:extLst>
                    <a:ext uri="{FF2B5EF4-FFF2-40B4-BE49-F238E27FC236}">
                      <a16:creationId xmlns:a16="http://schemas.microsoft.com/office/drawing/2014/main" id="{01F3C26F-6E41-2400-9E59-8A99FD6A2458}"/>
                    </a:ext>
                  </a:extLst>
                </p:cNvPr>
                <p:cNvGrpSpPr/>
                <p:nvPr/>
              </p:nvGrpSpPr>
              <p:grpSpPr>
                <a:xfrm>
                  <a:off x="1605093" y="619177"/>
                  <a:ext cx="252197" cy="252210"/>
                  <a:chOff x="1605093" y="619177"/>
                  <a:chExt cx="252197" cy="252210"/>
                </a:xfrm>
              </p:grpSpPr>
              <p:sp>
                <p:nvSpPr>
                  <p:cNvPr id="2454" name="Forme libre : forme 2453">
                    <a:extLst>
                      <a:ext uri="{FF2B5EF4-FFF2-40B4-BE49-F238E27FC236}">
                        <a16:creationId xmlns:a16="http://schemas.microsoft.com/office/drawing/2014/main" id="{A71B9085-EF64-BA15-58F7-B6CC4B5058F5}"/>
                      </a:ext>
                    </a:extLst>
                  </p:cNvPr>
                  <p:cNvSpPr/>
                  <p:nvPr/>
                </p:nvSpPr>
                <p:spPr>
                  <a:xfrm>
                    <a:off x="1605093" y="619177"/>
                    <a:ext cx="252197" cy="252210"/>
                  </a:xfrm>
                  <a:custGeom>
                    <a:avLst/>
                    <a:gdLst>
                      <a:gd name="connsiteX0" fmla="*/ 62 w 252197"/>
                      <a:gd name="connsiteY0" fmla="*/ 109035 h 252210"/>
                      <a:gd name="connsiteX1" fmla="*/ 894 w 252197"/>
                      <a:gd name="connsiteY1" fmla="*/ 111163 h 252210"/>
                      <a:gd name="connsiteX2" fmla="*/ 20963 w 252197"/>
                      <a:gd name="connsiteY2" fmla="*/ 124322 h 252210"/>
                      <a:gd name="connsiteX3" fmla="*/ 25825 w 252197"/>
                      <a:gd name="connsiteY3" fmla="*/ 157828 h 252210"/>
                      <a:gd name="connsiteX4" fmla="*/ 10354 w 252197"/>
                      <a:gd name="connsiteY4" fmla="*/ 176140 h 252210"/>
                      <a:gd name="connsiteX5" fmla="*/ 10169 w 252197"/>
                      <a:gd name="connsiteY5" fmla="*/ 178425 h 252210"/>
                      <a:gd name="connsiteX6" fmla="*/ 24901 w 252197"/>
                      <a:gd name="connsiteY6" fmla="*/ 203145 h 252210"/>
                      <a:gd name="connsiteX7" fmla="*/ 27001 w 252197"/>
                      <a:gd name="connsiteY7" fmla="*/ 204070 h 252210"/>
                      <a:gd name="connsiteX8" fmla="*/ 50479 w 252197"/>
                      <a:gd name="connsiteY8" fmla="*/ 199182 h 252210"/>
                      <a:gd name="connsiteX9" fmla="*/ 77630 w 252197"/>
                      <a:gd name="connsiteY9" fmla="*/ 219423 h 252210"/>
                      <a:gd name="connsiteX10" fmla="*/ 79638 w 252197"/>
                      <a:gd name="connsiteY10" fmla="*/ 243337 h 252210"/>
                      <a:gd name="connsiteX11" fmla="*/ 81118 w 252197"/>
                      <a:gd name="connsiteY11" fmla="*/ 245081 h 252210"/>
                      <a:gd name="connsiteX12" fmla="*/ 109022 w 252197"/>
                      <a:gd name="connsiteY12" fmla="*/ 252149 h 252210"/>
                      <a:gd name="connsiteX13" fmla="*/ 111149 w 252197"/>
                      <a:gd name="connsiteY13" fmla="*/ 251317 h 252210"/>
                      <a:gd name="connsiteX14" fmla="*/ 124309 w 252197"/>
                      <a:gd name="connsiteY14" fmla="*/ 231248 h 252210"/>
                      <a:gd name="connsiteX15" fmla="*/ 157814 w 252197"/>
                      <a:gd name="connsiteY15" fmla="*/ 226385 h 252210"/>
                      <a:gd name="connsiteX16" fmla="*/ 176127 w 252197"/>
                      <a:gd name="connsiteY16" fmla="*/ 241857 h 252210"/>
                      <a:gd name="connsiteX17" fmla="*/ 178412 w 252197"/>
                      <a:gd name="connsiteY17" fmla="*/ 242042 h 252210"/>
                      <a:gd name="connsiteX18" fmla="*/ 203132 w 252197"/>
                      <a:gd name="connsiteY18" fmla="*/ 227310 h 252210"/>
                      <a:gd name="connsiteX19" fmla="*/ 204057 w 252197"/>
                      <a:gd name="connsiteY19" fmla="*/ 225210 h 252210"/>
                      <a:gd name="connsiteX20" fmla="*/ 199168 w 252197"/>
                      <a:gd name="connsiteY20" fmla="*/ 201732 h 252210"/>
                      <a:gd name="connsiteX21" fmla="*/ 219409 w 252197"/>
                      <a:gd name="connsiteY21" fmla="*/ 174581 h 252210"/>
                      <a:gd name="connsiteX22" fmla="*/ 243323 w 252197"/>
                      <a:gd name="connsiteY22" fmla="*/ 172573 h 252210"/>
                      <a:gd name="connsiteX23" fmla="*/ 245067 w 252197"/>
                      <a:gd name="connsiteY23" fmla="*/ 171093 h 252210"/>
                      <a:gd name="connsiteX24" fmla="*/ 252136 w 252197"/>
                      <a:gd name="connsiteY24" fmla="*/ 143189 h 252210"/>
                      <a:gd name="connsiteX25" fmla="*/ 251303 w 252197"/>
                      <a:gd name="connsiteY25" fmla="*/ 141062 h 252210"/>
                      <a:gd name="connsiteX26" fmla="*/ 231234 w 252197"/>
                      <a:gd name="connsiteY26" fmla="*/ 127902 h 252210"/>
                      <a:gd name="connsiteX27" fmla="*/ 226372 w 252197"/>
                      <a:gd name="connsiteY27" fmla="*/ 94396 h 252210"/>
                      <a:gd name="connsiteX28" fmla="*/ 241844 w 252197"/>
                      <a:gd name="connsiteY28" fmla="*/ 76084 h 252210"/>
                      <a:gd name="connsiteX29" fmla="*/ 242029 w 252197"/>
                      <a:gd name="connsiteY29" fmla="*/ 73799 h 252210"/>
                      <a:gd name="connsiteX30" fmla="*/ 227297 w 252197"/>
                      <a:gd name="connsiteY30" fmla="*/ 49066 h 252210"/>
                      <a:gd name="connsiteX31" fmla="*/ 225196 w 252197"/>
                      <a:gd name="connsiteY31" fmla="*/ 48141 h 252210"/>
                      <a:gd name="connsiteX32" fmla="*/ 201718 w 252197"/>
                      <a:gd name="connsiteY32" fmla="*/ 53029 h 252210"/>
                      <a:gd name="connsiteX33" fmla="*/ 174567 w 252197"/>
                      <a:gd name="connsiteY33" fmla="*/ 32788 h 252210"/>
                      <a:gd name="connsiteX34" fmla="*/ 172559 w 252197"/>
                      <a:gd name="connsiteY34" fmla="*/ 8874 h 252210"/>
                      <a:gd name="connsiteX35" fmla="*/ 171079 w 252197"/>
                      <a:gd name="connsiteY35" fmla="*/ 7130 h 252210"/>
                      <a:gd name="connsiteX36" fmla="*/ 143175 w 252197"/>
                      <a:gd name="connsiteY36" fmla="*/ 62 h 252210"/>
                      <a:gd name="connsiteX37" fmla="*/ 141048 w 252197"/>
                      <a:gd name="connsiteY37" fmla="*/ 894 h 252210"/>
                      <a:gd name="connsiteX38" fmla="*/ 127889 w 252197"/>
                      <a:gd name="connsiteY38" fmla="*/ 20963 h 252210"/>
                      <a:gd name="connsiteX39" fmla="*/ 94383 w 252197"/>
                      <a:gd name="connsiteY39" fmla="*/ 25825 h 252210"/>
                      <a:gd name="connsiteX40" fmla="*/ 76071 w 252197"/>
                      <a:gd name="connsiteY40" fmla="*/ 10354 h 252210"/>
                      <a:gd name="connsiteX41" fmla="*/ 73785 w 252197"/>
                      <a:gd name="connsiteY41" fmla="*/ 10169 h 252210"/>
                      <a:gd name="connsiteX42" fmla="*/ 49066 w 252197"/>
                      <a:gd name="connsiteY42" fmla="*/ 24901 h 252210"/>
                      <a:gd name="connsiteX43" fmla="*/ 48141 w 252197"/>
                      <a:gd name="connsiteY43" fmla="*/ 27001 h 252210"/>
                      <a:gd name="connsiteX44" fmla="*/ 53029 w 252197"/>
                      <a:gd name="connsiteY44" fmla="*/ 50479 h 252210"/>
                      <a:gd name="connsiteX45" fmla="*/ 32788 w 252197"/>
                      <a:gd name="connsiteY45" fmla="*/ 77630 h 252210"/>
                      <a:gd name="connsiteX46" fmla="*/ 8874 w 252197"/>
                      <a:gd name="connsiteY46" fmla="*/ 79638 h 252210"/>
                      <a:gd name="connsiteX47" fmla="*/ 7130 w 252197"/>
                      <a:gd name="connsiteY47" fmla="*/ 81118 h 252210"/>
                      <a:gd name="connsiteX48" fmla="*/ 62 w 252197"/>
                      <a:gd name="connsiteY48" fmla="*/ 109022 h 2522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252197" h="252210">
                        <a:moveTo>
                          <a:pt x="62" y="109035"/>
                        </a:moveTo>
                        <a:cubicBezTo>
                          <a:pt x="-150" y="109855"/>
                          <a:pt x="194" y="110713"/>
                          <a:pt x="894" y="111163"/>
                        </a:cubicBezTo>
                        <a:lnTo>
                          <a:pt x="20963" y="124322"/>
                        </a:lnTo>
                        <a:cubicBezTo>
                          <a:pt x="20765" y="135526"/>
                          <a:pt x="22337" y="146835"/>
                          <a:pt x="25825" y="157828"/>
                        </a:cubicBezTo>
                        <a:lnTo>
                          <a:pt x="10354" y="176140"/>
                        </a:lnTo>
                        <a:cubicBezTo>
                          <a:pt x="9812" y="176787"/>
                          <a:pt x="9733" y="177699"/>
                          <a:pt x="10169" y="178425"/>
                        </a:cubicBezTo>
                        <a:lnTo>
                          <a:pt x="24901" y="203145"/>
                        </a:lnTo>
                        <a:cubicBezTo>
                          <a:pt x="25337" y="203872"/>
                          <a:pt x="26169" y="204242"/>
                          <a:pt x="27001" y="204070"/>
                        </a:cubicBezTo>
                        <a:lnTo>
                          <a:pt x="50479" y="199182"/>
                        </a:lnTo>
                        <a:cubicBezTo>
                          <a:pt x="58486" y="207479"/>
                          <a:pt x="67681" y="214257"/>
                          <a:pt x="77630" y="219423"/>
                        </a:cubicBezTo>
                        <a:lnTo>
                          <a:pt x="79638" y="243337"/>
                        </a:lnTo>
                        <a:cubicBezTo>
                          <a:pt x="79704" y="244169"/>
                          <a:pt x="80299" y="244869"/>
                          <a:pt x="81118" y="245081"/>
                        </a:cubicBezTo>
                        <a:lnTo>
                          <a:pt x="109022" y="252149"/>
                        </a:lnTo>
                        <a:cubicBezTo>
                          <a:pt x="109841" y="252360"/>
                          <a:pt x="110700" y="252017"/>
                          <a:pt x="111149" y="251317"/>
                        </a:cubicBezTo>
                        <a:lnTo>
                          <a:pt x="124309" y="231248"/>
                        </a:lnTo>
                        <a:cubicBezTo>
                          <a:pt x="135512" y="231446"/>
                          <a:pt x="146822" y="229873"/>
                          <a:pt x="157814" y="226385"/>
                        </a:cubicBezTo>
                        <a:lnTo>
                          <a:pt x="176127" y="241857"/>
                        </a:lnTo>
                        <a:cubicBezTo>
                          <a:pt x="176774" y="242399"/>
                          <a:pt x="177686" y="242478"/>
                          <a:pt x="178412" y="242042"/>
                        </a:cubicBezTo>
                        <a:lnTo>
                          <a:pt x="203132" y="227310"/>
                        </a:lnTo>
                        <a:cubicBezTo>
                          <a:pt x="203859" y="226874"/>
                          <a:pt x="204229" y="226042"/>
                          <a:pt x="204057" y="225210"/>
                        </a:cubicBezTo>
                        <a:lnTo>
                          <a:pt x="199168" y="201732"/>
                        </a:lnTo>
                        <a:cubicBezTo>
                          <a:pt x="207466" y="193725"/>
                          <a:pt x="214244" y="184529"/>
                          <a:pt x="219409" y="174581"/>
                        </a:cubicBezTo>
                        <a:lnTo>
                          <a:pt x="243323" y="172573"/>
                        </a:lnTo>
                        <a:cubicBezTo>
                          <a:pt x="244156" y="172506"/>
                          <a:pt x="244856" y="171912"/>
                          <a:pt x="245067" y="171093"/>
                        </a:cubicBezTo>
                        <a:lnTo>
                          <a:pt x="252136" y="143189"/>
                        </a:lnTo>
                        <a:cubicBezTo>
                          <a:pt x="252347" y="142370"/>
                          <a:pt x="252004" y="141511"/>
                          <a:pt x="251303" y="141062"/>
                        </a:cubicBezTo>
                        <a:lnTo>
                          <a:pt x="231234" y="127902"/>
                        </a:lnTo>
                        <a:cubicBezTo>
                          <a:pt x="231432" y="116698"/>
                          <a:pt x="229860" y="105389"/>
                          <a:pt x="226372" y="94396"/>
                        </a:cubicBezTo>
                        <a:lnTo>
                          <a:pt x="241844" y="76084"/>
                        </a:lnTo>
                        <a:cubicBezTo>
                          <a:pt x="242385" y="75437"/>
                          <a:pt x="242465" y="74525"/>
                          <a:pt x="242029" y="73799"/>
                        </a:cubicBezTo>
                        <a:lnTo>
                          <a:pt x="227297" y="49066"/>
                        </a:lnTo>
                        <a:cubicBezTo>
                          <a:pt x="226861" y="48339"/>
                          <a:pt x="226029" y="47969"/>
                          <a:pt x="225196" y="48141"/>
                        </a:cubicBezTo>
                        <a:lnTo>
                          <a:pt x="201718" y="53029"/>
                        </a:lnTo>
                        <a:cubicBezTo>
                          <a:pt x="193712" y="44732"/>
                          <a:pt x="184516" y="37954"/>
                          <a:pt x="174567" y="32788"/>
                        </a:cubicBezTo>
                        <a:lnTo>
                          <a:pt x="172559" y="8874"/>
                        </a:lnTo>
                        <a:cubicBezTo>
                          <a:pt x="172493" y="8042"/>
                          <a:pt x="171899" y="7329"/>
                          <a:pt x="171079" y="7130"/>
                        </a:cubicBezTo>
                        <a:lnTo>
                          <a:pt x="143175" y="62"/>
                        </a:lnTo>
                        <a:cubicBezTo>
                          <a:pt x="142356" y="-150"/>
                          <a:pt x="141498" y="194"/>
                          <a:pt x="141048" y="894"/>
                        </a:cubicBezTo>
                        <a:lnTo>
                          <a:pt x="127889" y="20963"/>
                        </a:lnTo>
                        <a:cubicBezTo>
                          <a:pt x="116685" y="20765"/>
                          <a:pt x="105376" y="22337"/>
                          <a:pt x="94383" y="25825"/>
                        </a:cubicBezTo>
                        <a:lnTo>
                          <a:pt x="76071" y="10354"/>
                        </a:lnTo>
                        <a:cubicBezTo>
                          <a:pt x="75424" y="9812"/>
                          <a:pt x="74512" y="9733"/>
                          <a:pt x="73785" y="10169"/>
                        </a:cubicBezTo>
                        <a:lnTo>
                          <a:pt x="49066" y="24901"/>
                        </a:lnTo>
                        <a:cubicBezTo>
                          <a:pt x="48339" y="25337"/>
                          <a:pt x="47969" y="26169"/>
                          <a:pt x="48141" y="27001"/>
                        </a:cubicBezTo>
                        <a:lnTo>
                          <a:pt x="53029" y="50479"/>
                        </a:lnTo>
                        <a:cubicBezTo>
                          <a:pt x="44732" y="58486"/>
                          <a:pt x="37954" y="67681"/>
                          <a:pt x="32788" y="77630"/>
                        </a:cubicBezTo>
                        <a:lnTo>
                          <a:pt x="8874" y="79638"/>
                        </a:lnTo>
                        <a:cubicBezTo>
                          <a:pt x="8042" y="79704"/>
                          <a:pt x="7342" y="80299"/>
                          <a:pt x="7130" y="81118"/>
                        </a:cubicBezTo>
                        <a:lnTo>
                          <a:pt x="62" y="109022"/>
                        </a:ln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55" name="Forme libre : forme 2454">
                    <a:extLst>
                      <a:ext uri="{FF2B5EF4-FFF2-40B4-BE49-F238E27FC236}">
                        <a16:creationId xmlns:a16="http://schemas.microsoft.com/office/drawing/2014/main" id="{7787FA64-E250-6F83-20A8-97DCA48DF01F}"/>
                      </a:ext>
                    </a:extLst>
                  </p:cNvPr>
                  <p:cNvSpPr/>
                  <p:nvPr/>
                </p:nvSpPr>
                <p:spPr>
                  <a:xfrm>
                    <a:off x="1703281" y="717416"/>
                    <a:ext cx="55795" cy="55796"/>
                  </a:xfrm>
                  <a:custGeom>
                    <a:avLst/>
                    <a:gdLst>
                      <a:gd name="connsiteX0" fmla="*/ 27904 w 55795"/>
                      <a:gd name="connsiteY0" fmla="*/ 55796 h 55796"/>
                      <a:gd name="connsiteX1" fmla="*/ 27878 w 55795"/>
                      <a:gd name="connsiteY1" fmla="*/ 55796 h 55796"/>
                      <a:gd name="connsiteX2" fmla="*/ 8152 w 55795"/>
                      <a:gd name="connsiteY2" fmla="*/ 47605 h 55796"/>
                      <a:gd name="connsiteX3" fmla="*/ 0 w 55795"/>
                      <a:gd name="connsiteY3" fmla="*/ 27866 h 55796"/>
                      <a:gd name="connsiteX4" fmla="*/ 8192 w 55795"/>
                      <a:gd name="connsiteY4" fmla="*/ 8140 h 55796"/>
                      <a:gd name="connsiteX5" fmla="*/ 47643 w 55795"/>
                      <a:gd name="connsiteY5" fmla="*/ 8180 h 55796"/>
                      <a:gd name="connsiteX6" fmla="*/ 55795 w 55795"/>
                      <a:gd name="connsiteY6" fmla="*/ 27919 h 55796"/>
                      <a:gd name="connsiteX7" fmla="*/ 47603 w 55795"/>
                      <a:gd name="connsiteY7" fmla="*/ 47645 h 55796"/>
                      <a:gd name="connsiteX8" fmla="*/ 27891 w 55795"/>
                      <a:gd name="connsiteY8" fmla="*/ 55796 h 55796"/>
                      <a:gd name="connsiteX9" fmla="*/ 27904 w 55795"/>
                      <a:gd name="connsiteY9" fmla="*/ 4692 h 55796"/>
                      <a:gd name="connsiteX10" fmla="*/ 11508 w 55795"/>
                      <a:gd name="connsiteY10" fmla="*/ 11470 h 55796"/>
                      <a:gd name="connsiteX11" fmla="*/ 4690 w 55795"/>
                      <a:gd name="connsiteY11" fmla="*/ 27879 h 55796"/>
                      <a:gd name="connsiteX12" fmla="*/ 11468 w 55795"/>
                      <a:gd name="connsiteY12" fmla="*/ 44302 h 55796"/>
                      <a:gd name="connsiteX13" fmla="*/ 27878 w 55795"/>
                      <a:gd name="connsiteY13" fmla="*/ 51119 h 55796"/>
                      <a:gd name="connsiteX14" fmla="*/ 27904 w 55795"/>
                      <a:gd name="connsiteY14" fmla="*/ 51119 h 55796"/>
                      <a:gd name="connsiteX15" fmla="*/ 44300 w 55795"/>
                      <a:gd name="connsiteY15" fmla="*/ 44342 h 55796"/>
                      <a:gd name="connsiteX16" fmla="*/ 51118 w 55795"/>
                      <a:gd name="connsiteY16" fmla="*/ 27932 h 55796"/>
                      <a:gd name="connsiteX17" fmla="*/ 44340 w 55795"/>
                      <a:gd name="connsiteY17" fmla="*/ 11509 h 55796"/>
                      <a:gd name="connsiteX18" fmla="*/ 27930 w 55795"/>
                      <a:gd name="connsiteY18" fmla="*/ 4692 h 55796"/>
                      <a:gd name="connsiteX19" fmla="*/ 27904 w 55795"/>
                      <a:gd name="connsiteY19" fmla="*/ 4692 h 557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55795" h="55796">
                        <a:moveTo>
                          <a:pt x="27904" y="55796"/>
                        </a:moveTo>
                        <a:lnTo>
                          <a:pt x="27878" y="55796"/>
                        </a:lnTo>
                        <a:cubicBezTo>
                          <a:pt x="20426" y="55796"/>
                          <a:pt x="13424" y="52877"/>
                          <a:pt x="8152" y="47605"/>
                        </a:cubicBezTo>
                        <a:cubicBezTo>
                          <a:pt x="2894" y="42333"/>
                          <a:pt x="-13" y="35318"/>
                          <a:pt x="0" y="27866"/>
                        </a:cubicBezTo>
                        <a:cubicBezTo>
                          <a:pt x="0" y="20414"/>
                          <a:pt x="2920" y="13412"/>
                          <a:pt x="8192" y="8140"/>
                        </a:cubicBezTo>
                        <a:cubicBezTo>
                          <a:pt x="19078" y="-2733"/>
                          <a:pt x="36783" y="-2707"/>
                          <a:pt x="47643" y="8180"/>
                        </a:cubicBezTo>
                        <a:cubicBezTo>
                          <a:pt x="52901" y="13452"/>
                          <a:pt x="55808" y="20467"/>
                          <a:pt x="55795" y="27919"/>
                        </a:cubicBezTo>
                        <a:cubicBezTo>
                          <a:pt x="55795" y="35371"/>
                          <a:pt x="52875" y="42373"/>
                          <a:pt x="47603" y="47645"/>
                        </a:cubicBezTo>
                        <a:cubicBezTo>
                          <a:pt x="42332" y="52903"/>
                          <a:pt x="35342" y="55796"/>
                          <a:pt x="27891" y="55796"/>
                        </a:cubicBezTo>
                        <a:close/>
                        <a:moveTo>
                          <a:pt x="27904" y="4692"/>
                        </a:moveTo>
                        <a:cubicBezTo>
                          <a:pt x="21708" y="4692"/>
                          <a:pt x="15894" y="7097"/>
                          <a:pt x="11508" y="11470"/>
                        </a:cubicBezTo>
                        <a:cubicBezTo>
                          <a:pt x="7121" y="15856"/>
                          <a:pt x="4704" y="21670"/>
                          <a:pt x="4690" y="27879"/>
                        </a:cubicBezTo>
                        <a:cubicBezTo>
                          <a:pt x="4690" y="34076"/>
                          <a:pt x="7095" y="39915"/>
                          <a:pt x="11468" y="44302"/>
                        </a:cubicBezTo>
                        <a:cubicBezTo>
                          <a:pt x="15855" y="48688"/>
                          <a:pt x="21668" y="51106"/>
                          <a:pt x="27878" y="51119"/>
                        </a:cubicBezTo>
                        <a:lnTo>
                          <a:pt x="27904" y="51119"/>
                        </a:lnTo>
                        <a:cubicBezTo>
                          <a:pt x="34101" y="51119"/>
                          <a:pt x="39914" y="48715"/>
                          <a:pt x="44300" y="44342"/>
                        </a:cubicBezTo>
                        <a:cubicBezTo>
                          <a:pt x="48687" y="39968"/>
                          <a:pt x="51105" y="34142"/>
                          <a:pt x="51118" y="27932"/>
                        </a:cubicBezTo>
                        <a:cubicBezTo>
                          <a:pt x="51118" y="21736"/>
                          <a:pt x="48713" y="15896"/>
                          <a:pt x="44340" y="11509"/>
                        </a:cubicBezTo>
                        <a:cubicBezTo>
                          <a:pt x="39954" y="7123"/>
                          <a:pt x="34140" y="4705"/>
                          <a:pt x="27930" y="4692"/>
                        </a:cubicBezTo>
                        <a:lnTo>
                          <a:pt x="27904" y="4692"/>
                        </a:ln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56" name="Forme libre : forme 2455">
                    <a:extLst>
                      <a:ext uri="{FF2B5EF4-FFF2-40B4-BE49-F238E27FC236}">
                        <a16:creationId xmlns:a16="http://schemas.microsoft.com/office/drawing/2014/main" id="{92B56532-EC40-D927-ECB7-3BE3BC923FDF}"/>
                      </a:ext>
                    </a:extLst>
                  </p:cNvPr>
                  <p:cNvSpPr/>
                  <p:nvPr/>
                </p:nvSpPr>
                <p:spPr>
                  <a:xfrm>
                    <a:off x="1663711" y="673620"/>
                    <a:ext cx="139889" cy="143562"/>
                  </a:xfrm>
                  <a:custGeom>
                    <a:avLst/>
                    <a:gdLst>
                      <a:gd name="connsiteX0" fmla="*/ 68188 w 139889"/>
                      <a:gd name="connsiteY0" fmla="*/ 143563 h 143562"/>
                      <a:gd name="connsiteX1" fmla="*/ 6395 w 139889"/>
                      <a:gd name="connsiteY1" fmla="*/ 108524 h 143562"/>
                      <a:gd name="connsiteX2" fmla="*/ 0 w 139889"/>
                      <a:gd name="connsiteY2" fmla="*/ 94638 h 143562"/>
                      <a:gd name="connsiteX3" fmla="*/ 4439 w 139889"/>
                      <a:gd name="connsiteY3" fmla="*/ 93145 h 143562"/>
                      <a:gd name="connsiteX4" fmla="*/ 10411 w 139889"/>
                      <a:gd name="connsiteY4" fmla="*/ 106119 h 143562"/>
                      <a:gd name="connsiteX5" fmla="*/ 80964 w 139889"/>
                      <a:gd name="connsiteY5" fmla="*/ 137630 h 143562"/>
                      <a:gd name="connsiteX6" fmla="*/ 81109 w 139889"/>
                      <a:gd name="connsiteY6" fmla="*/ 137604 h 143562"/>
                      <a:gd name="connsiteX7" fmla="*/ 81268 w 139889"/>
                      <a:gd name="connsiteY7" fmla="*/ 137577 h 143562"/>
                      <a:gd name="connsiteX8" fmla="*/ 102394 w 139889"/>
                      <a:gd name="connsiteY8" fmla="*/ 129439 h 143562"/>
                      <a:gd name="connsiteX9" fmla="*/ 133099 w 139889"/>
                      <a:gd name="connsiteY9" fmla="*/ 88270 h 143562"/>
                      <a:gd name="connsiteX10" fmla="*/ 135186 w 139889"/>
                      <a:gd name="connsiteY10" fmla="*/ 71649 h 143562"/>
                      <a:gd name="connsiteX11" fmla="*/ 125713 w 139889"/>
                      <a:gd name="connsiteY11" fmla="*/ 37443 h 143562"/>
                      <a:gd name="connsiteX12" fmla="*/ 33731 w 139889"/>
                      <a:gd name="connsiteY12" fmla="*/ 14123 h 143562"/>
                      <a:gd name="connsiteX13" fmla="*/ 8998 w 139889"/>
                      <a:gd name="connsiteY13" fmla="*/ 39927 h 143562"/>
                      <a:gd name="connsiteX14" fmla="*/ 4862 w 139889"/>
                      <a:gd name="connsiteY14" fmla="*/ 37707 h 143562"/>
                      <a:gd name="connsiteX15" fmla="*/ 31326 w 139889"/>
                      <a:gd name="connsiteY15" fmla="*/ 10094 h 143562"/>
                      <a:gd name="connsiteX16" fmla="*/ 129743 w 139889"/>
                      <a:gd name="connsiteY16" fmla="*/ 35038 h 143562"/>
                      <a:gd name="connsiteX17" fmla="*/ 139890 w 139889"/>
                      <a:gd name="connsiteY17" fmla="*/ 71636 h 143562"/>
                      <a:gd name="connsiteX18" fmla="*/ 137657 w 139889"/>
                      <a:gd name="connsiteY18" fmla="*/ 89406 h 143562"/>
                      <a:gd name="connsiteX19" fmla="*/ 104799 w 139889"/>
                      <a:gd name="connsiteY19" fmla="*/ 133442 h 143562"/>
                      <a:gd name="connsiteX20" fmla="*/ 68188 w 139889"/>
                      <a:gd name="connsiteY20" fmla="*/ 143536 h 1435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139889" h="143562">
                        <a:moveTo>
                          <a:pt x="68188" y="143563"/>
                        </a:moveTo>
                        <a:cubicBezTo>
                          <a:pt x="43706" y="143563"/>
                          <a:pt x="19805" y="131051"/>
                          <a:pt x="6395" y="108524"/>
                        </a:cubicBezTo>
                        <a:cubicBezTo>
                          <a:pt x="3779" y="104124"/>
                          <a:pt x="1625" y="99447"/>
                          <a:pt x="0" y="94638"/>
                        </a:cubicBezTo>
                        <a:lnTo>
                          <a:pt x="4439" y="93145"/>
                        </a:lnTo>
                        <a:cubicBezTo>
                          <a:pt x="5959" y="97637"/>
                          <a:pt x="7967" y="102010"/>
                          <a:pt x="10411" y="106119"/>
                        </a:cubicBezTo>
                        <a:cubicBezTo>
                          <a:pt x="25288" y="131090"/>
                          <a:pt x="53945" y="142902"/>
                          <a:pt x="80964" y="137630"/>
                        </a:cubicBezTo>
                        <a:cubicBezTo>
                          <a:pt x="81017" y="137630"/>
                          <a:pt x="81070" y="137617"/>
                          <a:pt x="81109" y="137604"/>
                        </a:cubicBezTo>
                        <a:cubicBezTo>
                          <a:pt x="81162" y="137604"/>
                          <a:pt x="81215" y="137577"/>
                          <a:pt x="81268" y="137577"/>
                        </a:cubicBezTo>
                        <a:cubicBezTo>
                          <a:pt x="88534" y="136124"/>
                          <a:pt x="95682" y="133442"/>
                          <a:pt x="102394" y="129439"/>
                        </a:cubicBezTo>
                        <a:cubicBezTo>
                          <a:pt x="117786" y="120270"/>
                          <a:pt x="128699" y="105644"/>
                          <a:pt x="133099" y="88270"/>
                        </a:cubicBezTo>
                        <a:cubicBezTo>
                          <a:pt x="134499" y="82760"/>
                          <a:pt x="135186" y="77185"/>
                          <a:pt x="135186" y="71649"/>
                        </a:cubicBezTo>
                        <a:cubicBezTo>
                          <a:pt x="135186" y="59718"/>
                          <a:pt x="131976" y="47960"/>
                          <a:pt x="125713" y="37443"/>
                        </a:cubicBezTo>
                        <a:cubicBezTo>
                          <a:pt x="106780" y="5654"/>
                          <a:pt x="65519" y="-4810"/>
                          <a:pt x="33731" y="14123"/>
                        </a:cubicBezTo>
                        <a:cubicBezTo>
                          <a:pt x="23280" y="20346"/>
                          <a:pt x="14718" y="29265"/>
                          <a:pt x="8998" y="39927"/>
                        </a:cubicBezTo>
                        <a:lnTo>
                          <a:pt x="4862" y="37707"/>
                        </a:lnTo>
                        <a:cubicBezTo>
                          <a:pt x="10993" y="26305"/>
                          <a:pt x="20148" y="16766"/>
                          <a:pt x="31326" y="10094"/>
                        </a:cubicBezTo>
                        <a:cubicBezTo>
                          <a:pt x="65334" y="-10160"/>
                          <a:pt x="109489" y="1030"/>
                          <a:pt x="129743" y="35038"/>
                        </a:cubicBezTo>
                        <a:cubicBezTo>
                          <a:pt x="136442" y="46295"/>
                          <a:pt x="139877" y="58873"/>
                          <a:pt x="139890" y="71636"/>
                        </a:cubicBezTo>
                        <a:cubicBezTo>
                          <a:pt x="139890" y="77555"/>
                          <a:pt x="139150" y="83527"/>
                          <a:pt x="137657" y="89406"/>
                        </a:cubicBezTo>
                        <a:cubicBezTo>
                          <a:pt x="132940" y="107996"/>
                          <a:pt x="121274" y="123639"/>
                          <a:pt x="104799" y="133442"/>
                        </a:cubicBezTo>
                        <a:cubicBezTo>
                          <a:pt x="93317" y="140286"/>
                          <a:pt x="80673" y="143536"/>
                          <a:pt x="68188" y="143536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7" name="Graphique 1982">
                <a:extLst>
                  <a:ext uri="{FF2B5EF4-FFF2-40B4-BE49-F238E27FC236}">
                    <a16:creationId xmlns:a16="http://schemas.microsoft.com/office/drawing/2014/main" id="{BC8014DC-A92A-7054-6DC5-409F4A1AEB35}"/>
                  </a:ext>
                </a:extLst>
              </p:cNvPr>
              <p:cNvGrpSpPr/>
              <p:nvPr/>
            </p:nvGrpSpPr>
            <p:grpSpPr>
              <a:xfrm>
                <a:off x="5012" y="0"/>
                <a:ext cx="391406" cy="391078"/>
                <a:chOff x="5012" y="0"/>
                <a:chExt cx="391406" cy="391078"/>
              </a:xfrm>
            </p:grpSpPr>
            <p:grpSp>
              <p:nvGrpSpPr>
                <p:cNvPr id="2439" name="Graphique 1982">
                  <a:extLst>
                    <a:ext uri="{FF2B5EF4-FFF2-40B4-BE49-F238E27FC236}">
                      <a16:creationId xmlns:a16="http://schemas.microsoft.com/office/drawing/2014/main" id="{1709E30B-725A-6210-E1A8-3211DA3C00BB}"/>
                    </a:ext>
                  </a:extLst>
                </p:cNvPr>
                <p:cNvGrpSpPr/>
                <p:nvPr/>
              </p:nvGrpSpPr>
              <p:grpSpPr>
                <a:xfrm>
                  <a:off x="44214" y="0"/>
                  <a:ext cx="352204" cy="191113"/>
                  <a:chOff x="44214" y="0"/>
                  <a:chExt cx="352204" cy="191113"/>
                </a:xfrm>
                <a:solidFill>
                  <a:srgbClr val="B1ABE5"/>
                </a:solidFill>
              </p:grpSpPr>
              <p:sp>
                <p:nvSpPr>
                  <p:cNvPr id="2448" name="Forme libre : forme 2447">
                    <a:extLst>
                      <a:ext uri="{FF2B5EF4-FFF2-40B4-BE49-F238E27FC236}">
                        <a16:creationId xmlns:a16="http://schemas.microsoft.com/office/drawing/2014/main" id="{209F23D2-A0E9-C70D-07AC-BA020E276F5C}"/>
                      </a:ext>
                    </a:extLst>
                  </p:cNvPr>
                  <p:cNvSpPr/>
                  <p:nvPr/>
                </p:nvSpPr>
                <p:spPr>
                  <a:xfrm>
                    <a:off x="44214" y="70761"/>
                    <a:ext cx="8247" cy="9488"/>
                  </a:xfrm>
                  <a:custGeom>
                    <a:avLst/>
                    <a:gdLst>
                      <a:gd name="connsiteX0" fmla="*/ 1845 w 8247"/>
                      <a:gd name="connsiteY0" fmla="*/ 9489 h 9488"/>
                      <a:gd name="connsiteX1" fmla="*/ 736 w 8247"/>
                      <a:gd name="connsiteY1" fmla="*/ 9119 h 9488"/>
                      <a:gd name="connsiteX2" fmla="*/ 379 w 8247"/>
                      <a:gd name="connsiteY2" fmla="*/ 6529 h 9488"/>
                      <a:gd name="connsiteX3" fmla="*/ 4977 w 8247"/>
                      <a:gd name="connsiteY3" fmla="*/ 676 h 9488"/>
                      <a:gd name="connsiteX4" fmla="*/ 7566 w 8247"/>
                      <a:gd name="connsiteY4" fmla="*/ 412 h 9488"/>
                      <a:gd name="connsiteX5" fmla="*/ 7831 w 8247"/>
                      <a:gd name="connsiteY5" fmla="*/ 3015 h 9488"/>
                      <a:gd name="connsiteX6" fmla="*/ 3312 w 8247"/>
                      <a:gd name="connsiteY6" fmla="*/ 8762 h 9488"/>
                      <a:gd name="connsiteX7" fmla="*/ 1832 w 8247"/>
                      <a:gd name="connsiteY7" fmla="*/ 9489 h 94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247" h="9488">
                        <a:moveTo>
                          <a:pt x="1845" y="9489"/>
                        </a:moveTo>
                        <a:cubicBezTo>
                          <a:pt x="1462" y="9489"/>
                          <a:pt x="1066" y="9370"/>
                          <a:pt x="736" y="9119"/>
                        </a:cubicBezTo>
                        <a:cubicBezTo>
                          <a:pt x="-84" y="8498"/>
                          <a:pt x="-242" y="7348"/>
                          <a:pt x="379" y="6529"/>
                        </a:cubicBezTo>
                        <a:cubicBezTo>
                          <a:pt x="1872" y="4561"/>
                          <a:pt x="3418" y="2592"/>
                          <a:pt x="4977" y="676"/>
                        </a:cubicBezTo>
                        <a:cubicBezTo>
                          <a:pt x="5624" y="-117"/>
                          <a:pt x="6787" y="-222"/>
                          <a:pt x="7566" y="412"/>
                        </a:cubicBezTo>
                        <a:cubicBezTo>
                          <a:pt x="8359" y="1059"/>
                          <a:pt x="8478" y="2222"/>
                          <a:pt x="7831" y="3015"/>
                        </a:cubicBezTo>
                        <a:cubicBezTo>
                          <a:pt x="6298" y="4891"/>
                          <a:pt x="4779" y="6820"/>
                          <a:pt x="3312" y="8762"/>
                        </a:cubicBezTo>
                        <a:cubicBezTo>
                          <a:pt x="2955" y="9238"/>
                          <a:pt x="2400" y="9489"/>
                          <a:pt x="1832" y="9489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9" name="Forme libre : forme 2448">
                    <a:extLst>
                      <a:ext uri="{FF2B5EF4-FFF2-40B4-BE49-F238E27FC236}">
                        <a16:creationId xmlns:a16="http://schemas.microsoft.com/office/drawing/2014/main" id="{481D926F-CD9A-6048-C08C-678C5703667C}"/>
                      </a:ext>
                    </a:extLst>
                  </p:cNvPr>
                  <p:cNvSpPr/>
                  <p:nvPr/>
                </p:nvSpPr>
                <p:spPr>
                  <a:xfrm>
                    <a:off x="65561" y="0"/>
                    <a:ext cx="327206" cy="159232"/>
                  </a:xfrm>
                  <a:custGeom>
                    <a:avLst/>
                    <a:gdLst>
                      <a:gd name="connsiteX0" fmla="*/ 325374 w 327206"/>
                      <a:gd name="connsiteY0" fmla="*/ 159233 h 159232"/>
                      <a:gd name="connsiteX1" fmla="*/ 323564 w 327206"/>
                      <a:gd name="connsiteY1" fmla="*/ 157753 h 159232"/>
                      <a:gd name="connsiteX2" fmla="*/ 320050 w 327206"/>
                      <a:gd name="connsiteY2" fmla="*/ 143140 h 159232"/>
                      <a:gd name="connsiteX3" fmla="*/ 321318 w 327206"/>
                      <a:gd name="connsiteY3" fmla="*/ 140868 h 159232"/>
                      <a:gd name="connsiteX4" fmla="*/ 323590 w 327206"/>
                      <a:gd name="connsiteY4" fmla="*/ 142136 h 159232"/>
                      <a:gd name="connsiteX5" fmla="*/ 327171 w 327206"/>
                      <a:gd name="connsiteY5" fmla="*/ 157026 h 159232"/>
                      <a:gd name="connsiteX6" fmla="*/ 325718 w 327206"/>
                      <a:gd name="connsiteY6" fmla="*/ 159193 h 159232"/>
                      <a:gd name="connsiteX7" fmla="*/ 325361 w 327206"/>
                      <a:gd name="connsiteY7" fmla="*/ 159233 h 159232"/>
                      <a:gd name="connsiteX8" fmla="*/ 313615 w 327206"/>
                      <a:gd name="connsiteY8" fmla="*/ 121248 h 159232"/>
                      <a:gd name="connsiteX9" fmla="*/ 311911 w 327206"/>
                      <a:gd name="connsiteY9" fmla="*/ 120125 h 159232"/>
                      <a:gd name="connsiteX10" fmla="*/ 305477 w 327206"/>
                      <a:gd name="connsiteY10" fmla="*/ 106543 h 159232"/>
                      <a:gd name="connsiteX11" fmla="*/ 306256 w 327206"/>
                      <a:gd name="connsiteY11" fmla="*/ 104059 h 159232"/>
                      <a:gd name="connsiteX12" fmla="*/ 308740 w 327206"/>
                      <a:gd name="connsiteY12" fmla="*/ 104838 h 159232"/>
                      <a:gd name="connsiteX13" fmla="*/ 315306 w 327206"/>
                      <a:gd name="connsiteY13" fmla="*/ 118671 h 159232"/>
                      <a:gd name="connsiteX14" fmla="*/ 314329 w 327206"/>
                      <a:gd name="connsiteY14" fmla="*/ 121089 h 159232"/>
                      <a:gd name="connsiteX15" fmla="*/ 313602 w 327206"/>
                      <a:gd name="connsiteY15" fmla="*/ 121235 h 159232"/>
                      <a:gd name="connsiteX16" fmla="*/ 294352 w 327206"/>
                      <a:gd name="connsiteY16" fmla="*/ 86460 h 159232"/>
                      <a:gd name="connsiteX17" fmla="*/ 292833 w 327206"/>
                      <a:gd name="connsiteY17" fmla="*/ 85668 h 159232"/>
                      <a:gd name="connsiteX18" fmla="*/ 283796 w 327206"/>
                      <a:gd name="connsiteY18" fmla="*/ 73671 h 159232"/>
                      <a:gd name="connsiteX19" fmla="*/ 284060 w 327206"/>
                      <a:gd name="connsiteY19" fmla="*/ 71068 h 159232"/>
                      <a:gd name="connsiteX20" fmla="*/ 286649 w 327206"/>
                      <a:gd name="connsiteY20" fmla="*/ 71332 h 159232"/>
                      <a:gd name="connsiteX21" fmla="*/ 295858 w 327206"/>
                      <a:gd name="connsiteY21" fmla="*/ 83567 h 159232"/>
                      <a:gd name="connsiteX22" fmla="*/ 295396 w 327206"/>
                      <a:gd name="connsiteY22" fmla="*/ 86130 h 159232"/>
                      <a:gd name="connsiteX23" fmla="*/ 294339 w 327206"/>
                      <a:gd name="connsiteY23" fmla="*/ 86460 h 159232"/>
                      <a:gd name="connsiteX24" fmla="*/ 1849 w 327206"/>
                      <a:gd name="connsiteY24" fmla="*/ 56416 h 159232"/>
                      <a:gd name="connsiteX25" fmla="*/ 501 w 327206"/>
                      <a:gd name="connsiteY25" fmla="*/ 55835 h 159232"/>
                      <a:gd name="connsiteX26" fmla="*/ 581 w 327206"/>
                      <a:gd name="connsiteY26" fmla="*/ 53232 h 159232"/>
                      <a:gd name="connsiteX27" fmla="*/ 12115 w 327206"/>
                      <a:gd name="connsiteY27" fmla="*/ 43151 h 159232"/>
                      <a:gd name="connsiteX28" fmla="*/ 14704 w 327206"/>
                      <a:gd name="connsiteY28" fmla="*/ 43428 h 159232"/>
                      <a:gd name="connsiteX29" fmla="*/ 14427 w 327206"/>
                      <a:gd name="connsiteY29" fmla="*/ 46018 h 159232"/>
                      <a:gd name="connsiteX30" fmla="*/ 3117 w 327206"/>
                      <a:gd name="connsiteY30" fmla="*/ 55901 h 159232"/>
                      <a:gd name="connsiteX31" fmla="*/ 1849 w 327206"/>
                      <a:gd name="connsiteY31" fmla="*/ 56403 h 159232"/>
                      <a:gd name="connsiteX32" fmla="*/ 268470 w 327206"/>
                      <a:gd name="connsiteY32" fmla="*/ 56310 h 159232"/>
                      <a:gd name="connsiteX33" fmla="*/ 267201 w 327206"/>
                      <a:gd name="connsiteY33" fmla="*/ 55808 h 159232"/>
                      <a:gd name="connsiteX34" fmla="*/ 255905 w 327206"/>
                      <a:gd name="connsiteY34" fmla="*/ 45926 h 159232"/>
                      <a:gd name="connsiteX35" fmla="*/ 255627 w 327206"/>
                      <a:gd name="connsiteY35" fmla="*/ 43336 h 159232"/>
                      <a:gd name="connsiteX36" fmla="*/ 258217 w 327206"/>
                      <a:gd name="connsiteY36" fmla="*/ 43058 h 159232"/>
                      <a:gd name="connsiteX37" fmla="*/ 269738 w 327206"/>
                      <a:gd name="connsiteY37" fmla="*/ 53139 h 159232"/>
                      <a:gd name="connsiteX38" fmla="*/ 269804 w 327206"/>
                      <a:gd name="connsiteY38" fmla="*/ 55742 h 159232"/>
                      <a:gd name="connsiteX39" fmla="*/ 268470 w 327206"/>
                      <a:gd name="connsiteY39" fmla="*/ 56323 h 159232"/>
                      <a:gd name="connsiteX40" fmla="*/ 33386 w 327206"/>
                      <a:gd name="connsiteY40" fmla="*/ 32198 h 159232"/>
                      <a:gd name="connsiteX41" fmla="*/ 31814 w 327206"/>
                      <a:gd name="connsiteY41" fmla="*/ 31326 h 159232"/>
                      <a:gd name="connsiteX42" fmla="*/ 32409 w 327206"/>
                      <a:gd name="connsiteY42" fmla="*/ 28789 h 159232"/>
                      <a:gd name="connsiteX43" fmla="*/ 45740 w 327206"/>
                      <a:gd name="connsiteY43" fmla="*/ 21258 h 159232"/>
                      <a:gd name="connsiteX44" fmla="*/ 48224 w 327206"/>
                      <a:gd name="connsiteY44" fmla="*/ 22051 h 159232"/>
                      <a:gd name="connsiteX45" fmla="*/ 47431 w 327206"/>
                      <a:gd name="connsiteY45" fmla="*/ 24535 h 159232"/>
                      <a:gd name="connsiteX46" fmla="*/ 34351 w 327206"/>
                      <a:gd name="connsiteY46" fmla="*/ 31934 h 159232"/>
                      <a:gd name="connsiteX47" fmla="*/ 33386 w 327206"/>
                      <a:gd name="connsiteY47" fmla="*/ 32211 h 159232"/>
                      <a:gd name="connsiteX48" fmla="*/ 236945 w 327206"/>
                      <a:gd name="connsiteY48" fmla="*/ 32106 h 159232"/>
                      <a:gd name="connsiteX49" fmla="*/ 235981 w 327206"/>
                      <a:gd name="connsiteY49" fmla="*/ 31828 h 159232"/>
                      <a:gd name="connsiteX50" fmla="*/ 222888 w 327206"/>
                      <a:gd name="connsiteY50" fmla="*/ 24469 h 159232"/>
                      <a:gd name="connsiteX51" fmla="*/ 222082 w 327206"/>
                      <a:gd name="connsiteY51" fmla="*/ 21985 h 159232"/>
                      <a:gd name="connsiteX52" fmla="*/ 224566 w 327206"/>
                      <a:gd name="connsiteY52" fmla="*/ 21179 h 159232"/>
                      <a:gd name="connsiteX53" fmla="*/ 237910 w 327206"/>
                      <a:gd name="connsiteY53" fmla="*/ 28684 h 159232"/>
                      <a:gd name="connsiteX54" fmla="*/ 238518 w 327206"/>
                      <a:gd name="connsiteY54" fmla="*/ 31220 h 159232"/>
                      <a:gd name="connsiteX55" fmla="*/ 236945 w 327206"/>
                      <a:gd name="connsiteY55" fmla="*/ 32092 h 159232"/>
                      <a:gd name="connsiteX56" fmla="*/ 69178 w 327206"/>
                      <a:gd name="connsiteY56" fmla="*/ 14864 h 159232"/>
                      <a:gd name="connsiteX57" fmla="*/ 67447 w 327206"/>
                      <a:gd name="connsiteY57" fmla="*/ 13648 h 159232"/>
                      <a:gd name="connsiteX58" fmla="*/ 68557 w 327206"/>
                      <a:gd name="connsiteY58" fmla="*/ 11283 h 159232"/>
                      <a:gd name="connsiteX59" fmla="*/ 83143 w 327206"/>
                      <a:gd name="connsiteY59" fmla="*/ 6633 h 159232"/>
                      <a:gd name="connsiteX60" fmla="*/ 85416 w 327206"/>
                      <a:gd name="connsiteY60" fmla="*/ 7914 h 159232"/>
                      <a:gd name="connsiteX61" fmla="*/ 84134 w 327206"/>
                      <a:gd name="connsiteY61" fmla="*/ 10187 h 159232"/>
                      <a:gd name="connsiteX62" fmla="*/ 69825 w 327206"/>
                      <a:gd name="connsiteY62" fmla="*/ 14758 h 159232"/>
                      <a:gd name="connsiteX63" fmla="*/ 69191 w 327206"/>
                      <a:gd name="connsiteY63" fmla="*/ 14864 h 159232"/>
                      <a:gd name="connsiteX64" fmla="*/ 201141 w 327206"/>
                      <a:gd name="connsiteY64" fmla="*/ 14864 h 159232"/>
                      <a:gd name="connsiteX65" fmla="*/ 200520 w 327206"/>
                      <a:gd name="connsiteY65" fmla="*/ 14758 h 159232"/>
                      <a:gd name="connsiteX66" fmla="*/ 186198 w 327206"/>
                      <a:gd name="connsiteY66" fmla="*/ 10213 h 159232"/>
                      <a:gd name="connsiteX67" fmla="*/ 184903 w 327206"/>
                      <a:gd name="connsiteY67" fmla="*/ 7941 h 159232"/>
                      <a:gd name="connsiteX68" fmla="*/ 187175 w 327206"/>
                      <a:gd name="connsiteY68" fmla="*/ 6646 h 159232"/>
                      <a:gd name="connsiteX69" fmla="*/ 201762 w 327206"/>
                      <a:gd name="connsiteY69" fmla="*/ 11283 h 159232"/>
                      <a:gd name="connsiteX70" fmla="*/ 202871 w 327206"/>
                      <a:gd name="connsiteY70" fmla="*/ 13648 h 159232"/>
                      <a:gd name="connsiteX71" fmla="*/ 201141 w 327206"/>
                      <a:gd name="connsiteY71" fmla="*/ 14864 h 159232"/>
                      <a:gd name="connsiteX72" fmla="*/ 162574 w 327206"/>
                      <a:gd name="connsiteY72" fmla="*/ 5259 h 159232"/>
                      <a:gd name="connsiteX73" fmla="*/ 162310 w 327206"/>
                      <a:gd name="connsiteY73" fmla="*/ 5245 h 159232"/>
                      <a:gd name="connsiteX74" fmla="*/ 147367 w 327206"/>
                      <a:gd name="connsiteY74" fmla="*/ 3700 h 159232"/>
                      <a:gd name="connsiteX75" fmla="*/ 145650 w 327206"/>
                      <a:gd name="connsiteY75" fmla="*/ 1744 h 159232"/>
                      <a:gd name="connsiteX76" fmla="*/ 147605 w 327206"/>
                      <a:gd name="connsiteY76" fmla="*/ 27 h 159232"/>
                      <a:gd name="connsiteX77" fmla="*/ 162839 w 327206"/>
                      <a:gd name="connsiteY77" fmla="*/ 1599 h 159232"/>
                      <a:gd name="connsiteX78" fmla="*/ 164398 w 327206"/>
                      <a:gd name="connsiteY78" fmla="*/ 3686 h 159232"/>
                      <a:gd name="connsiteX79" fmla="*/ 162574 w 327206"/>
                      <a:gd name="connsiteY79" fmla="*/ 5272 h 159232"/>
                      <a:gd name="connsiteX80" fmla="*/ 107757 w 327206"/>
                      <a:gd name="connsiteY80" fmla="*/ 5232 h 159232"/>
                      <a:gd name="connsiteX81" fmla="*/ 105934 w 327206"/>
                      <a:gd name="connsiteY81" fmla="*/ 3647 h 159232"/>
                      <a:gd name="connsiteX82" fmla="*/ 107506 w 327206"/>
                      <a:gd name="connsiteY82" fmla="*/ 1559 h 159232"/>
                      <a:gd name="connsiteX83" fmla="*/ 122740 w 327206"/>
                      <a:gd name="connsiteY83" fmla="*/ 0 h 159232"/>
                      <a:gd name="connsiteX84" fmla="*/ 124695 w 327206"/>
                      <a:gd name="connsiteY84" fmla="*/ 1731 h 159232"/>
                      <a:gd name="connsiteX85" fmla="*/ 122964 w 327206"/>
                      <a:gd name="connsiteY85" fmla="*/ 3686 h 159232"/>
                      <a:gd name="connsiteX86" fmla="*/ 108022 w 327206"/>
                      <a:gd name="connsiteY86" fmla="*/ 5219 h 159232"/>
                      <a:gd name="connsiteX87" fmla="*/ 107757 w 327206"/>
                      <a:gd name="connsiteY87" fmla="*/ 5232 h 1592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</a:cxnLst>
                    <a:rect l="l" t="t" r="r" b="b"/>
                    <a:pathLst>
                      <a:path w="327206" h="159232">
                        <a:moveTo>
                          <a:pt x="325374" y="159233"/>
                        </a:moveTo>
                        <a:cubicBezTo>
                          <a:pt x="324515" y="159233"/>
                          <a:pt x="323736" y="158625"/>
                          <a:pt x="323564" y="157753"/>
                        </a:cubicBezTo>
                        <a:cubicBezTo>
                          <a:pt x="322586" y="152864"/>
                          <a:pt x="321410" y="147950"/>
                          <a:pt x="320050" y="143140"/>
                        </a:cubicBezTo>
                        <a:cubicBezTo>
                          <a:pt x="319772" y="142163"/>
                          <a:pt x="320340" y="141145"/>
                          <a:pt x="321318" y="140868"/>
                        </a:cubicBezTo>
                        <a:cubicBezTo>
                          <a:pt x="322296" y="140577"/>
                          <a:pt x="323313" y="141158"/>
                          <a:pt x="323590" y="142136"/>
                        </a:cubicBezTo>
                        <a:cubicBezTo>
                          <a:pt x="324978" y="147025"/>
                          <a:pt x="326180" y="152045"/>
                          <a:pt x="327171" y="157026"/>
                        </a:cubicBezTo>
                        <a:cubicBezTo>
                          <a:pt x="327369" y="158030"/>
                          <a:pt x="326722" y="158995"/>
                          <a:pt x="325718" y="159193"/>
                        </a:cubicBezTo>
                        <a:cubicBezTo>
                          <a:pt x="325599" y="159219"/>
                          <a:pt x="325480" y="159233"/>
                          <a:pt x="325361" y="159233"/>
                        </a:cubicBezTo>
                        <a:close/>
                        <a:moveTo>
                          <a:pt x="313615" y="121248"/>
                        </a:moveTo>
                        <a:cubicBezTo>
                          <a:pt x="312902" y="121248"/>
                          <a:pt x="312215" y="120825"/>
                          <a:pt x="311911" y="120125"/>
                        </a:cubicBezTo>
                        <a:cubicBezTo>
                          <a:pt x="309956" y="115553"/>
                          <a:pt x="307789" y="110982"/>
                          <a:pt x="305477" y="106543"/>
                        </a:cubicBezTo>
                        <a:cubicBezTo>
                          <a:pt x="305001" y="105644"/>
                          <a:pt x="305358" y="104521"/>
                          <a:pt x="306256" y="104059"/>
                        </a:cubicBezTo>
                        <a:cubicBezTo>
                          <a:pt x="307155" y="103583"/>
                          <a:pt x="308278" y="103940"/>
                          <a:pt x="308740" y="104838"/>
                        </a:cubicBezTo>
                        <a:cubicBezTo>
                          <a:pt x="311105" y="109357"/>
                          <a:pt x="313311" y="114008"/>
                          <a:pt x="315306" y="118671"/>
                        </a:cubicBezTo>
                        <a:cubicBezTo>
                          <a:pt x="315703" y="119610"/>
                          <a:pt x="315267" y="120693"/>
                          <a:pt x="314329" y="121089"/>
                        </a:cubicBezTo>
                        <a:cubicBezTo>
                          <a:pt x="314091" y="121195"/>
                          <a:pt x="313853" y="121235"/>
                          <a:pt x="313602" y="121235"/>
                        </a:cubicBezTo>
                        <a:close/>
                        <a:moveTo>
                          <a:pt x="294352" y="86460"/>
                        </a:moveTo>
                        <a:cubicBezTo>
                          <a:pt x="293771" y="86460"/>
                          <a:pt x="293189" y="86183"/>
                          <a:pt x="292833" y="85668"/>
                        </a:cubicBezTo>
                        <a:cubicBezTo>
                          <a:pt x="289979" y="81559"/>
                          <a:pt x="286940" y="77529"/>
                          <a:pt x="283796" y="73671"/>
                        </a:cubicBezTo>
                        <a:cubicBezTo>
                          <a:pt x="283148" y="72878"/>
                          <a:pt x="283267" y="71716"/>
                          <a:pt x="284060" y="71068"/>
                        </a:cubicBezTo>
                        <a:cubicBezTo>
                          <a:pt x="284853" y="70421"/>
                          <a:pt x="286015" y="70540"/>
                          <a:pt x="286649" y="71332"/>
                        </a:cubicBezTo>
                        <a:cubicBezTo>
                          <a:pt x="289860" y="75256"/>
                          <a:pt x="292965" y="79379"/>
                          <a:pt x="295858" y="83567"/>
                        </a:cubicBezTo>
                        <a:cubicBezTo>
                          <a:pt x="296440" y="84399"/>
                          <a:pt x="296228" y="85549"/>
                          <a:pt x="295396" y="86130"/>
                        </a:cubicBezTo>
                        <a:cubicBezTo>
                          <a:pt x="295079" y="86355"/>
                          <a:pt x="294709" y="86460"/>
                          <a:pt x="294339" y="86460"/>
                        </a:cubicBezTo>
                        <a:close/>
                        <a:moveTo>
                          <a:pt x="1849" y="56416"/>
                        </a:moveTo>
                        <a:cubicBezTo>
                          <a:pt x="1360" y="56416"/>
                          <a:pt x="871" y="56218"/>
                          <a:pt x="501" y="55835"/>
                        </a:cubicBezTo>
                        <a:cubicBezTo>
                          <a:pt x="-199" y="55095"/>
                          <a:pt x="-159" y="53932"/>
                          <a:pt x="581" y="53232"/>
                        </a:cubicBezTo>
                        <a:cubicBezTo>
                          <a:pt x="4267" y="49744"/>
                          <a:pt x="8151" y="46362"/>
                          <a:pt x="12115" y="43151"/>
                        </a:cubicBezTo>
                        <a:cubicBezTo>
                          <a:pt x="12908" y="42504"/>
                          <a:pt x="14070" y="42636"/>
                          <a:pt x="14704" y="43428"/>
                        </a:cubicBezTo>
                        <a:cubicBezTo>
                          <a:pt x="15339" y="44221"/>
                          <a:pt x="15220" y="45384"/>
                          <a:pt x="14427" y="46018"/>
                        </a:cubicBezTo>
                        <a:cubicBezTo>
                          <a:pt x="10543" y="49149"/>
                          <a:pt x="6737" y="52479"/>
                          <a:pt x="3117" y="55901"/>
                        </a:cubicBezTo>
                        <a:cubicBezTo>
                          <a:pt x="2761" y="56231"/>
                          <a:pt x="2298" y="56403"/>
                          <a:pt x="1849" y="56403"/>
                        </a:cubicBezTo>
                        <a:close/>
                        <a:moveTo>
                          <a:pt x="268470" y="56310"/>
                        </a:moveTo>
                        <a:cubicBezTo>
                          <a:pt x="268007" y="56310"/>
                          <a:pt x="267558" y="56138"/>
                          <a:pt x="267201" y="55808"/>
                        </a:cubicBezTo>
                        <a:cubicBezTo>
                          <a:pt x="263581" y="52386"/>
                          <a:pt x="259789" y="49057"/>
                          <a:pt x="255905" y="45926"/>
                        </a:cubicBezTo>
                        <a:cubicBezTo>
                          <a:pt x="255112" y="45278"/>
                          <a:pt x="254993" y="44129"/>
                          <a:pt x="255627" y="43336"/>
                        </a:cubicBezTo>
                        <a:cubicBezTo>
                          <a:pt x="256262" y="42543"/>
                          <a:pt x="257424" y="42424"/>
                          <a:pt x="258217" y="43058"/>
                        </a:cubicBezTo>
                        <a:cubicBezTo>
                          <a:pt x="262167" y="46256"/>
                          <a:pt x="266052" y="49638"/>
                          <a:pt x="269738" y="53139"/>
                        </a:cubicBezTo>
                        <a:cubicBezTo>
                          <a:pt x="270478" y="53840"/>
                          <a:pt x="270504" y="55002"/>
                          <a:pt x="269804" y="55742"/>
                        </a:cubicBezTo>
                        <a:cubicBezTo>
                          <a:pt x="269447" y="56125"/>
                          <a:pt x="268958" y="56323"/>
                          <a:pt x="268470" y="56323"/>
                        </a:cubicBezTo>
                        <a:close/>
                        <a:moveTo>
                          <a:pt x="33386" y="32198"/>
                        </a:moveTo>
                        <a:cubicBezTo>
                          <a:pt x="32765" y="32198"/>
                          <a:pt x="32158" y="31894"/>
                          <a:pt x="31814" y="31326"/>
                        </a:cubicBezTo>
                        <a:cubicBezTo>
                          <a:pt x="31272" y="30454"/>
                          <a:pt x="31550" y="29318"/>
                          <a:pt x="32409" y="28789"/>
                        </a:cubicBezTo>
                        <a:cubicBezTo>
                          <a:pt x="36742" y="26107"/>
                          <a:pt x="41234" y="23571"/>
                          <a:pt x="45740" y="21258"/>
                        </a:cubicBezTo>
                        <a:cubicBezTo>
                          <a:pt x="46651" y="20796"/>
                          <a:pt x="47761" y="21153"/>
                          <a:pt x="48224" y="22051"/>
                        </a:cubicBezTo>
                        <a:cubicBezTo>
                          <a:pt x="48686" y="22963"/>
                          <a:pt x="48329" y="24073"/>
                          <a:pt x="47431" y="24535"/>
                        </a:cubicBezTo>
                        <a:cubicBezTo>
                          <a:pt x="43005" y="26821"/>
                          <a:pt x="38605" y="29305"/>
                          <a:pt x="34351" y="31934"/>
                        </a:cubicBezTo>
                        <a:cubicBezTo>
                          <a:pt x="34047" y="32119"/>
                          <a:pt x="33717" y="32211"/>
                          <a:pt x="33386" y="32211"/>
                        </a:cubicBezTo>
                        <a:close/>
                        <a:moveTo>
                          <a:pt x="236945" y="32106"/>
                        </a:moveTo>
                        <a:cubicBezTo>
                          <a:pt x="236615" y="32106"/>
                          <a:pt x="236285" y="32013"/>
                          <a:pt x="235981" y="31828"/>
                        </a:cubicBezTo>
                        <a:cubicBezTo>
                          <a:pt x="231753" y="29225"/>
                          <a:pt x="227340" y="26742"/>
                          <a:pt x="222888" y="24469"/>
                        </a:cubicBezTo>
                        <a:cubicBezTo>
                          <a:pt x="221976" y="24007"/>
                          <a:pt x="221619" y="22897"/>
                          <a:pt x="222082" y="21985"/>
                        </a:cubicBezTo>
                        <a:cubicBezTo>
                          <a:pt x="222544" y="21074"/>
                          <a:pt x="223654" y="20717"/>
                          <a:pt x="224566" y="21179"/>
                        </a:cubicBezTo>
                        <a:cubicBezTo>
                          <a:pt x="229097" y="23505"/>
                          <a:pt x="233590" y="26028"/>
                          <a:pt x="237910" y="28684"/>
                        </a:cubicBezTo>
                        <a:cubicBezTo>
                          <a:pt x="238782" y="29225"/>
                          <a:pt x="239046" y="30348"/>
                          <a:pt x="238518" y="31220"/>
                        </a:cubicBezTo>
                        <a:cubicBezTo>
                          <a:pt x="238174" y="31789"/>
                          <a:pt x="237566" y="32092"/>
                          <a:pt x="236945" y="32092"/>
                        </a:cubicBezTo>
                        <a:close/>
                        <a:moveTo>
                          <a:pt x="69178" y="14864"/>
                        </a:moveTo>
                        <a:cubicBezTo>
                          <a:pt x="68425" y="14864"/>
                          <a:pt x="67711" y="14401"/>
                          <a:pt x="67447" y="13648"/>
                        </a:cubicBezTo>
                        <a:cubicBezTo>
                          <a:pt x="67104" y="12684"/>
                          <a:pt x="67592" y="11627"/>
                          <a:pt x="68557" y="11283"/>
                        </a:cubicBezTo>
                        <a:cubicBezTo>
                          <a:pt x="73340" y="9553"/>
                          <a:pt x="78241" y="7980"/>
                          <a:pt x="83143" y="6633"/>
                        </a:cubicBezTo>
                        <a:cubicBezTo>
                          <a:pt x="84121" y="6368"/>
                          <a:pt x="85138" y="6937"/>
                          <a:pt x="85416" y="7914"/>
                        </a:cubicBezTo>
                        <a:cubicBezTo>
                          <a:pt x="85693" y="8892"/>
                          <a:pt x="85112" y="9909"/>
                          <a:pt x="84134" y="10187"/>
                        </a:cubicBezTo>
                        <a:cubicBezTo>
                          <a:pt x="79325" y="11521"/>
                          <a:pt x="74516" y="13054"/>
                          <a:pt x="69825" y="14758"/>
                        </a:cubicBezTo>
                        <a:cubicBezTo>
                          <a:pt x="69614" y="14837"/>
                          <a:pt x="69403" y="14864"/>
                          <a:pt x="69191" y="14864"/>
                        </a:cubicBezTo>
                        <a:close/>
                        <a:moveTo>
                          <a:pt x="201141" y="14864"/>
                        </a:moveTo>
                        <a:cubicBezTo>
                          <a:pt x="200929" y="14864"/>
                          <a:pt x="200718" y="14824"/>
                          <a:pt x="200520" y="14758"/>
                        </a:cubicBezTo>
                        <a:cubicBezTo>
                          <a:pt x="195829" y="13067"/>
                          <a:pt x="191020" y="11534"/>
                          <a:pt x="186198" y="10213"/>
                        </a:cubicBezTo>
                        <a:cubicBezTo>
                          <a:pt x="185220" y="9949"/>
                          <a:pt x="184639" y="8932"/>
                          <a:pt x="184903" y="7941"/>
                        </a:cubicBezTo>
                        <a:cubicBezTo>
                          <a:pt x="185167" y="6963"/>
                          <a:pt x="186184" y="6382"/>
                          <a:pt x="187175" y="6646"/>
                        </a:cubicBezTo>
                        <a:cubicBezTo>
                          <a:pt x="192077" y="7994"/>
                          <a:pt x="196992" y="9553"/>
                          <a:pt x="201762" y="11283"/>
                        </a:cubicBezTo>
                        <a:cubicBezTo>
                          <a:pt x="202726" y="11627"/>
                          <a:pt x="203215" y="12684"/>
                          <a:pt x="202871" y="13648"/>
                        </a:cubicBezTo>
                        <a:cubicBezTo>
                          <a:pt x="202594" y="14401"/>
                          <a:pt x="201894" y="14864"/>
                          <a:pt x="201141" y="14864"/>
                        </a:cubicBezTo>
                        <a:close/>
                        <a:moveTo>
                          <a:pt x="162574" y="5259"/>
                        </a:moveTo>
                        <a:cubicBezTo>
                          <a:pt x="162482" y="5259"/>
                          <a:pt x="162403" y="5259"/>
                          <a:pt x="162310" y="5245"/>
                        </a:cubicBezTo>
                        <a:cubicBezTo>
                          <a:pt x="157382" y="4532"/>
                          <a:pt x="152348" y="4017"/>
                          <a:pt x="147367" y="3700"/>
                        </a:cubicBezTo>
                        <a:cubicBezTo>
                          <a:pt x="146350" y="3634"/>
                          <a:pt x="145584" y="2762"/>
                          <a:pt x="145650" y="1744"/>
                        </a:cubicBezTo>
                        <a:cubicBezTo>
                          <a:pt x="145716" y="727"/>
                          <a:pt x="146614" y="-13"/>
                          <a:pt x="147605" y="27"/>
                        </a:cubicBezTo>
                        <a:cubicBezTo>
                          <a:pt x="152692" y="357"/>
                          <a:pt x="157818" y="885"/>
                          <a:pt x="162839" y="1599"/>
                        </a:cubicBezTo>
                        <a:cubicBezTo>
                          <a:pt x="163843" y="1744"/>
                          <a:pt x="164543" y="2682"/>
                          <a:pt x="164398" y="3686"/>
                        </a:cubicBezTo>
                        <a:cubicBezTo>
                          <a:pt x="164266" y="4611"/>
                          <a:pt x="163473" y="5272"/>
                          <a:pt x="162574" y="5272"/>
                        </a:cubicBezTo>
                        <a:close/>
                        <a:moveTo>
                          <a:pt x="107757" y="5232"/>
                        </a:moveTo>
                        <a:cubicBezTo>
                          <a:pt x="106859" y="5232"/>
                          <a:pt x="106066" y="4572"/>
                          <a:pt x="105934" y="3647"/>
                        </a:cubicBezTo>
                        <a:cubicBezTo>
                          <a:pt x="105789" y="2643"/>
                          <a:pt x="106489" y="1705"/>
                          <a:pt x="107506" y="1559"/>
                        </a:cubicBezTo>
                        <a:cubicBezTo>
                          <a:pt x="112540" y="846"/>
                          <a:pt x="117666" y="317"/>
                          <a:pt x="122740" y="0"/>
                        </a:cubicBezTo>
                        <a:cubicBezTo>
                          <a:pt x="123770" y="-13"/>
                          <a:pt x="124629" y="714"/>
                          <a:pt x="124695" y="1731"/>
                        </a:cubicBezTo>
                        <a:cubicBezTo>
                          <a:pt x="124761" y="2748"/>
                          <a:pt x="123982" y="3620"/>
                          <a:pt x="122964" y="3686"/>
                        </a:cubicBezTo>
                        <a:cubicBezTo>
                          <a:pt x="117983" y="4003"/>
                          <a:pt x="112963" y="4519"/>
                          <a:pt x="108022" y="5219"/>
                        </a:cubicBezTo>
                        <a:cubicBezTo>
                          <a:pt x="107929" y="5219"/>
                          <a:pt x="107850" y="5232"/>
                          <a:pt x="107757" y="5232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50" name="Forme libre : forme 2449">
                    <a:extLst>
                      <a:ext uri="{FF2B5EF4-FFF2-40B4-BE49-F238E27FC236}">
                        <a16:creationId xmlns:a16="http://schemas.microsoft.com/office/drawing/2014/main" id="{D0CE33BE-3C3C-9954-C988-693378CAEA50}"/>
                      </a:ext>
                    </a:extLst>
                  </p:cNvPr>
                  <p:cNvSpPr/>
                  <p:nvPr/>
                </p:nvSpPr>
                <p:spPr>
                  <a:xfrm>
                    <a:off x="392358" y="180054"/>
                    <a:ext cx="4060" cy="11059"/>
                  </a:xfrm>
                  <a:custGeom>
                    <a:avLst/>
                    <a:gdLst>
                      <a:gd name="connsiteX0" fmla="*/ 2210 w 4060"/>
                      <a:gd name="connsiteY0" fmla="*/ 11046 h 11059"/>
                      <a:gd name="connsiteX1" fmla="*/ 361 w 4060"/>
                      <a:gd name="connsiteY1" fmla="*/ 9262 h 11059"/>
                      <a:gd name="connsiteX2" fmla="*/ 4 w 4060"/>
                      <a:gd name="connsiteY2" fmla="*/ 1969 h 11059"/>
                      <a:gd name="connsiteX3" fmla="*/ 1722 w 4060"/>
                      <a:gd name="connsiteY3" fmla="*/ 1 h 11059"/>
                      <a:gd name="connsiteX4" fmla="*/ 3690 w 4060"/>
                      <a:gd name="connsiteY4" fmla="*/ 1718 h 11059"/>
                      <a:gd name="connsiteX5" fmla="*/ 4060 w 4060"/>
                      <a:gd name="connsiteY5" fmla="*/ 9157 h 11059"/>
                      <a:gd name="connsiteX6" fmla="*/ 2276 w 4060"/>
                      <a:gd name="connsiteY6" fmla="*/ 11059 h 11059"/>
                      <a:gd name="connsiteX7" fmla="*/ 2224 w 4060"/>
                      <a:gd name="connsiteY7" fmla="*/ 11059 h 110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60" h="11059">
                        <a:moveTo>
                          <a:pt x="2210" y="11046"/>
                        </a:moveTo>
                        <a:cubicBezTo>
                          <a:pt x="1219" y="11046"/>
                          <a:pt x="400" y="10253"/>
                          <a:pt x="361" y="9262"/>
                        </a:cubicBezTo>
                        <a:cubicBezTo>
                          <a:pt x="281" y="6845"/>
                          <a:pt x="163" y="4387"/>
                          <a:pt x="4" y="1969"/>
                        </a:cubicBezTo>
                        <a:cubicBezTo>
                          <a:pt x="-62" y="952"/>
                          <a:pt x="704" y="67"/>
                          <a:pt x="1722" y="1"/>
                        </a:cubicBezTo>
                        <a:cubicBezTo>
                          <a:pt x="2739" y="-26"/>
                          <a:pt x="3624" y="701"/>
                          <a:pt x="3690" y="1718"/>
                        </a:cubicBezTo>
                        <a:cubicBezTo>
                          <a:pt x="3862" y="4189"/>
                          <a:pt x="3981" y="6686"/>
                          <a:pt x="4060" y="9157"/>
                        </a:cubicBezTo>
                        <a:cubicBezTo>
                          <a:pt x="4087" y="10174"/>
                          <a:pt x="3294" y="11020"/>
                          <a:pt x="2276" y="11059"/>
                        </a:cubicBezTo>
                        <a:lnTo>
                          <a:pt x="2224" y="11059"/>
                        </a:ln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440" name="Graphique 1982">
                  <a:extLst>
                    <a:ext uri="{FF2B5EF4-FFF2-40B4-BE49-F238E27FC236}">
                      <a16:creationId xmlns:a16="http://schemas.microsoft.com/office/drawing/2014/main" id="{B78B7EC6-BB0B-5775-4432-D181F96F1DBD}"/>
                    </a:ext>
                  </a:extLst>
                </p:cNvPr>
                <p:cNvGrpSpPr/>
                <p:nvPr/>
              </p:nvGrpSpPr>
              <p:grpSpPr>
                <a:xfrm>
                  <a:off x="5012" y="190585"/>
                  <a:ext cx="341863" cy="200493"/>
                  <a:chOff x="5012" y="190585"/>
                  <a:chExt cx="341863" cy="200493"/>
                </a:xfrm>
                <a:solidFill>
                  <a:srgbClr val="B1ABE5"/>
                </a:solidFill>
              </p:grpSpPr>
              <p:sp>
                <p:nvSpPr>
                  <p:cNvPr id="2445" name="Forme libre : forme 2444">
                    <a:extLst>
                      <a:ext uri="{FF2B5EF4-FFF2-40B4-BE49-F238E27FC236}">
                        <a16:creationId xmlns:a16="http://schemas.microsoft.com/office/drawing/2014/main" id="{BED0B8AB-F4C0-E6AE-8E6D-E257D33626D6}"/>
                      </a:ext>
                    </a:extLst>
                  </p:cNvPr>
                  <p:cNvSpPr/>
                  <p:nvPr/>
                </p:nvSpPr>
                <p:spPr>
                  <a:xfrm>
                    <a:off x="338147" y="323099"/>
                    <a:ext cx="8728" cy="9066"/>
                  </a:xfrm>
                  <a:custGeom>
                    <a:avLst/>
                    <a:gdLst>
                      <a:gd name="connsiteX0" fmla="*/ 1842 w 8728"/>
                      <a:gd name="connsiteY0" fmla="*/ 9066 h 9066"/>
                      <a:gd name="connsiteX1" fmla="*/ 560 w 8728"/>
                      <a:gd name="connsiteY1" fmla="*/ 8551 h 9066"/>
                      <a:gd name="connsiteX2" fmla="*/ 521 w 8728"/>
                      <a:gd name="connsiteY2" fmla="*/ 5948 h 9066"/>
                      <a:gd name="connsiteX3" fmla="*/ 5515 w 8728"/>
                      <a:gd name="connsiteY3" fmla="*/ 611 h 9066"/>
                      <a:gd name="connsiteX4" fmla="*/ 8117 w 8728"/>
                      <a:gd name="connsiteY4" fmla="*/ 465 h 9066"/>
                      <a:gd name="connsiteX5" fmla="*/ 8263 w 8728"/>
                      <a:gd name="connsiteY5" fmla="*/ 3068 h 9066"/>
                      <a:gd name="connsiteX6" fmla="*/ 3176 w 8728"/>
                      <a:gd name="connsiteY6" fmla="*/ 8512 h 9066"/>
                      <a:gd name="connsiteX7" fmla="*/ 1855 w 8728"/>
                      <a:gd name="connsiteY7" fmla="*/ 9066 h 9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728" h="9066">
                        <a:moveTo>
                          <a:pt x="1842" y="9066"/>
                        </a:moveTo>
                        <a:cubicBezTo>
                          <a:pt x="1379" y="9066"/>
                          <a:pt x="917" y="8895"/>
                          <a:pt x="560" y="8551"/>
                        </a:cubicBezTo>
                        <a:cubicBezTo>
                          <a:pt x="-167" y="7838"/>
                          <a:pt x="-193" y="6675"/>
                          <a:pt x="521" y="5948"/>
                        </a:cubicBezTo>
                        <a:cubicBezTo>
                          <a:pt x="2225" y="4191"/>
                          <a:pt x="3903" y="2394"/>
                          <a:pt x="5515" y="611"/>
                        </a:cubicBezTo>
                        <a:cubicBezTo>
                          <a:pt x="6189" y="-142"/>
                          <a:pt x="7364" y="-208"/>
                          <a:pt x="8117" y="465"/>
                        </a:cubicBezTo>
                        <a:cubicBezTo>
                          <a:pt x="8871" y="1152"/>
                          <a:pt x="8937" y="2315"/>
                          <a:pt x="8263" y="3068"/>
                        </a:cubicBezTo>
                        <a:cubicBezTo>
                          <a:pt x="6624" y="4891"/>
                          <a:pt x="4907" y="6728"/>
                          <a:pt x="3176" y="8512"/>
                        </a:cubicBezTo>
                        <a:cubicBezTo>
                          <a:pt x="2819" y="8881"/>
                          <a:pt x="2331" y="9066"/>
                          <a:pt x="1855" y="9066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6" name="Forme libre : forme 2445">
                    <a:extLst>
                      <a:ext uri="{FF2B5EF4-FFF2-40B4-BE49-F238E27FC236}">
                        <a16:creationId xmlns:a16="http://schemas.microsoft.com/office/drawing/2014/main" id="{9EE54ED2-C2D5-237D-FCB7-DF13841C5F40}"/>
                      </a:ext>
                    </a:extLst>
                  </p:cNvPr>
                  <p:cNvSpPr/>
                  <p:nvPr/>
                </p:nvSpPr>
                <p:spPr>
                  <a:xfrm>
                    <a:off x="7130" y="222182"/>
                    <a:ext cx="316745" cy="168896"/>
                  </a:xfrm>
                  <a:custGeom>
                    <a:avLst/>
                    <a:gdLst>
                      <a:gd name="connsiteX0" fmla="*/ 193815 w 316745"/>
                      <a:gd name="connsiteY0" fmla="*/ 168897 h 168896"/>
                      <a:gd name="connsiteX1" fmla="*/ 192150 w 316745"/>
                      <a:gd name="connsiteY1" fmla="*/ 168897 h 168896"/>
                      <a:gd name="connsiteX2" fmla="*/ 190327 w 316745"/>
                      <a:gd name="connsiteY2" fmla="*/ 167021 h 168896"/>
                      <a:gd name="connsiteX3" fmla="*/ 192176 w 316745"/>
                      <a:gd name="connsiteY3" fmla="*/ 165197 h 168896"/>
                      <a:gd name="connsiteX4" fmla="*/ 193828 w 316745"/>
                      <a:gd name="connsiteY4" fmla="*/ 165197 h 168896"/>
                      <a:gd name="connsiteX5" fmla="*/ 206974 w 316745"/>
                      <a:gd name="connsiteY5" fmla="*/ 164748 h 168896"/>
                      <a:gd name="connsiteX6" fmla="*/ 208943 w 316745"/>
                      <a:gd name="connsiteY6" fmla="*/ 166466 h 168896"/>
                      <a:gd name="connsiteX7" fmla="*/ 207225 w 316745"/>
                      <a:gd name="connsiteY7" fmla="*/ 168434 h 168896"/>
                      <a:gd name="connsiteX8" fmla="*/ 193828 w 316745"/>
                      <a:gd name="connsiteY8" fmla="*/ 168897 h 168896"/>
                      <a:gd name="connsiteX9" fmla="*/ 167985 w 316745"/>
                      <a:gd name="connsiteY9" fmla="*/ 167166 h 168896"/>
                      <a:gd name="connsiteX10" fmla="*/ 167734 w 316745"/>
                      <a:gd name="connsiteY10" fmla="*/ 167153 h 168896"/>
                      <a:gd name="connsiteX11" fmla="*/ 152884 w 316745"/>
                      <a:gd name="connsiteY11" fmla="*/ 164576 h 168896"/>
                      <a:gd name="connsiteX12" fmla="*/ 151470 w 316745"/>
                      <a:gd name="connsiteY12" fmla="*/ 162383 h 168896"/>
                      <a:gd name="connsiteX13" fmla="*/ 153663 w 316745"/>
                      <a:gd name="connsiteY13" fmla="*/ 160956 h 168896"/>
                      <a:gd name="connsiteX14" fmla="*/ 168223 w 316745"/>
                      <a:gd name="connsiteY14" fmla="*/ 163480 h 168896"/>
                      <a:gd name="connsiteX15" fmla="*/ 169808 w 316745"/>
                      <a:gd name="connsiteY15" fmla="*/ 165554 h 168896"/>
                      <a:gd name="connsiteX16" fmla="*/ 167985 w 316745"/>
                      <a:gd name="connsiteY16" fmla="*/ 167153 h 168896"/>
                      <a:gd name="connsiteX17" fmla="*/ 231113 w 316745"/>
                      <a:gd name="connsiteY17" fmla="*/ 165263 h 168896"/>
                      <a:gd name="connsiteX18" fmla="*/ 229303 w 316745"/>
                      <a:gd name="connsiteY18" fmla="*/ 163770 h 168896"/>
                      <a:gd name="connsiteX19" fmla="*/ 230756 w 316745"/>
                      <a:gd name="connsiteY19" fmla="*/ 161604 h 168896"/>
                      <a:gd name="connsiteX20" fmla="*/ 245144 w 316745"/>
                      <a:gd name="connsiteY20" fmla="*/ 158195 h 168896"/>
                      <a:gd name="connsiteX21" fmla="*/ 247416 w 316745"/>
                      <a:gd name="connsiteY21" fmla="*/ 159476 h 168896"/>
                      <a:gd name="connsiteX22" fmla="*/ 246135 w 316745"/>
                      <a:gd name="connsiteY22" fmla="*/ 161749 h 168896"/>
                      <a:gd name="connsiteX23" fmla="*/ 231469 w 316745"/>
                      <a:gd name="connsiteY23" fmla="*/ 165237 h 168896"/>
                      <a:gd name="connsiteX24" fmla="*/ 231113 w 316745"/>
                      <a:gd name="connsiteY24" fmla="*/ 165277 h 168896"/>
                      <a:gd name="connsiteX25" fmla="*/ 129921 w 316745"/>
                      <a:gd name="connsiteY25" fmla="*/ 158116 h 168896"/>
                      <a:gd name="connsiteX26" fmla="*/ 129313 w 316745"/>
                      <a:gd name="connsiteY26" fmla="*/ 158010 h 168896"/>
                      <a:gd name="connsiteX27" fmla="*/ 115282 w 316745"/>
                      <a:gd name="connsiteY27" fmla="*/ 152527 h 168896"/>
                      <a:gd name="connsiteX28" fmla="*/ 114331 w 316745"/>
                      <a:gd name="connsiteY28" fmla="*/ 150096 h 168896"/>
                      <a:gd name="connsiteX29" fmla="*/ 116762 w 316745"/>
                      <a:gd name="connsiteY29" fmla="*/ 149145 h 168896"/>
                      <a:gd name="connsiteX30" fmla="*/ 130529 w 316745"/>
                      <a:gd name="connsiteY30" fmla="*/ 154522 h 168896"/>
                      <a:gd name="connsiteX31" fmla="*/ 131665 w 316745"/>
                      <a:gd name="connsiteY31" fmla="*/ 156874 h 168896"/>
                      <a:gd name="connsiteX32" fmla="*/ 129921 w 316745"/>
                      <a:gd name="connsiteY32" fmla="*/ 158116 h 168896"/>
                      <a:gd name="connsiteX33" fmla="*/ 268529 w 316745"/>
                      <a:gd name="connsiteY33" fmla="*/ 153848 h 168896"/>
                      <a:gd name="connsiteX34" fmla="*/ 266825 w 316745"/>
                      <a:gd name="connsiteY34" fmla="*/ 152712 h 168896"/>
                      <a:gd name="connsiteX35" fmla="*/ 267816 w 316745"/>
                      <a:gd name="connsiteY35" fmla="*/ 150294 h 168896"/>
                      <a:gd name="connsiteX36" fmla="*/ 281213 w 316745"/>
                      <a:gd name="connsiteY36" fmla="*/ 144045 h 168896"/>
                      <a:gd name="connsiteX37" fmla="*/ 283697 w 316745"/>
                      <a:gd name="connsiteY37" fmla="*/ 144837 h 168896"/>
                      <a:gd name="connsiteX38" fmla="*/ 282904 w 316745"/>
                      <a:gd name="connsiteY38" fmla="*/ 147321 h 168896"/>
                      <a:gd name="connsiteX39" fmla="*/ 269243 w 316745"/>
                      <a:gd name="connsiteY39" fmla="*/ 153690 h 168896"/>
                      <a:gd name="connsiteX40" fmla="*/ 268529 w 316745"/>
                      <a:gd name="connsiteY40" fmla="*/ 153835 h 168896"/>
                      <a:gd name="connsiteX41" fmla="*/ 94446 w 316745"/>
                      <a:gd name="connsiteY41" fmla="*/ 141627 h 168896"/>
                      <a:gd name="connsiteX42" fmla="*/ 93508 w 316745"/>
                      <a:gd name="connsiteY42" fmla="*/ 141363 h 168896"/>
                      <a:gd name="connsiteX43" fmla="*/ 80864 w 316745"/>
                      <a:gd name="connsiteY43" fmla="*/ 133171 h 168896"/>
                      <a:gd name="connsiteX44" fmla="*/ 80415 w 316745"/>
                      <a:gd name="connsiteY44" fmla="*/ 130608 h 168896"/>
                      <a:gd name="connsiteX45" fmla="*/ 82991 w 316745"/>
                      <a:gd name="connsiteY45" fmla="*/ 130159 h 168896"/>
                      <a:gd name="connsiteX46" fmla="*/ 95398 w 316745"/>
                      <a:gd name="connsiteY46" fmla="*/ 138192 h 168896"/>
                      <a:gd name="connsiteX47" fmla="*/ 96045 w 316745"/>
                      <a:gd name="connsiteY47" fmla="*/ 140715 h 168896"/>
                      <a:gd name="connsiteX48" fmla="*/ 94460 w 316745"/>
                      <a:gd name="connsiteY48" fmla="*/ 141614 h 168896"/>
                      <a:gd name="connsiteX49" fmla="*/ 302907 w 316745"/>
                      <a:gd name="connsiteY49" fmla="*/ 135140 h 168896"/>
                      <a:gd name="connsiteX50" fmla="*/ 301375 w 316745"/>
                      <a:gd name="connsiteY50" fmla="*/ 134334 h 168896"/>
                      <a:gd name="connsiteX51" fmla="*/ 301863 w 316745"/>
                      <a:gd name="connsiteY51" fmla="*/ 131771 h 168896"/>
                      <a:gd name="connsiteX52" fmla="*/ 313754 w 316745"/>
                      <a:gd name="connsiteY52" fmla="*/ 122985 h 168896"/>
                      <a:gd name="connsiteX53" fmla="*/ 316344 w 316745"/>
                      <a:gd name="connsiteY53" fmla="*/ 123275 h 168896"/>
                      <a:gd name="connsiteX54" fmla="*/ 316053 w 316745"/>
                      <a:gd name="connsiteY54" fmla="*/ 125865 h 168896"/>
                      <a:gd name="connsiteX55" fmla="*/ 303938 w 316745"/>
                      <a:gd name="connsiteY55" fmla="*/ 134823 h 168896"/>
                      <a:gd name="connsiteX56" fmla="*/ 302894 w 316745"/>
                      <a:gd name="connsiteY56" fmla="*/ 135140 h 168896"/>
                      <a:gd name="connsiteX57" fmla="*/ 63028 w 316745"/>
                      <a:gd name="connsiteY57" fmla="*/ 118334 h 168896"/>
                      <a:gd name="connsiteX58" fmla="*/ 61786 w 316745"/>
                      <a:gd name="connsiteY58" fmla="*/ 117845 h 168896"/>
                      <a:gd name="connsiteX59" fmla="*/ 51058 w 316745"/>
                      <a:gd name="connsiteY59" fmla="*/ 107275 h 168896"/>
                      <a:gd name="connsiteX60" fmla="*/ 51137 w 316745"/>
                      <a:gd name="connsiteY60" fmla="*/ 104673 h 168896"/>
                      <a:gd name="connsiteX61" fmla="*/ 53740 w 316745"/>
                      <a:gd name="connsiteY61" fmla="*/ 104752 h 168896"/>
                      <a:gd name="connsiteX62" fmla="*/ 64270 w 316745"/>
                      <a:gd name="connsiteY62" fmla="*/ 115123 h 168896"/>
                      <a:gd name="connsiteX63" fmla="*/ 64389 w 316745"/>
                      <a:gd name="connsiteY63" fmla="*/ 117726 h 168896"/>
                      <a:gd name="connsiteX64" fmla="*/ 63028 w 316745"/>
                      <a:gd name="connsiteY64" fmla="*/ 118334 h 168896"/>
                      <a:gd name="connsiteX65" fmla="*/ 36947 w 316745"/>
                      <a:gd name="connsiteY65" fmla="*/ 89175 h 168896"/>
                      <a:gd name="connsiteX66" fmla="*/ 35454 w 316745"/>
                      <a:gd name="connsiteY66" fmla="*/ 88408 h 168896"/>
                      <a:gd name="connsiteX67" fmla="*/ 28756 w 316745"/>
                      <a:gd name="connsiteY67" fmla="*/ 78592 h 168896"/>
                      <a:gd name="connsiteX68" fmla="*/ 27065 w 316745"/>
                      <a:gd name="connsiteY68" fmla="*/ 75897 h 168896"/>
                      <a:gd name="connsiteX69" fmla="*/ 27672 w 316745"/>
                      <a:gd name="connsiteY69" fmla="*/ 73360 h 168896"/>
                      <a:gd name="connsiteX70" fmla="*/ 30209 w 316745"/>
                      <a:gd name="connsiteY70" fmla="*/ 73954 h 168896"/>
                      <a:gd name="connsiteX71" fmla="*/ 31874 w 316745"/>
                      <a:gd name="connsiteY71" fmla="*/ 76597 h 168896"/>
                      <a:gd name="connsiteX72" fmla="*/ 38453 w 316745"/>
                      <a:gd name="connsiteY72" fmla="*/ 86228 h 168896"/>
                      <a:gd name="connsiteX73" fmla="*/ 38044 w 316745"/>
                      <a:gd name="connsiteY73" fmla="*/ 88805 h 168896"/>
                      <a:gd name="connsiteX74" fmla="*/ 36960 w 316745"/>
                      <a:gd name="connsiteY74" fmla="*/ 89162 h 168896"/>
                      <a:gd name="connsiteX75" fmla="*/ 17195 w 316745"/>
                      <a:gd name="connsiteY75" fmla="*/ 55405 h 168896"/>
                      <a:gd name="connsiteX76" fmla="*/ 15517 w 316745"/>
                      <a:gd name="connsiteY76" fmla="*/ 54321 h 168896"/>
                      <a:gd name="connsiteX77" fmla="*/ 9783 w 316745"/>
                      <a:gd name="connsiteY77" fmla="*/ 40382 h 168896"/>
                      <a:gd name="connsiteX78" fmla="*/ 10880 w 316745"/>
                      <a:gd name="connsiteY78" fmla="*/ 38017 h 168896"/>
                      <a:gd name="connsiteX79" fmla="*/ 13245 w 316745"/>
                      <a:gd name="connsiteY79" fmla="*/ 39114 h 168896"/>
                      <a:gd name="connsiteX80" fmla="*/ 18873 w 316745"/>
                      <a:gd name="connsiteY80" fmla="*/ 52789 h 168896"/>
                      <a:gd name="connsiteX81" fmla="*/ 17961 w 316745"/>
                      <a:gd name="connsiteY81" fmla="*/ 55233 h 168896"/>
                      <a:gd name="connsiteX82" fmla="*/ 17195 w 316745"/>
                      <a:gd name="connsiteY82" fmla="*/ 55405 h 168896"/>
                      <a:gd name="connsiteX83" fmla="*/ 4617 w 316745"/>
                      <a:gd name="connsiteY83" fmla="*/ 18358 h 168896"/>
                      <a:gd name="connsiteX84" fmla="*/ 2820 w 316745"/>
                      <a:gd name="connsiteY84" fmla="*/ 16931 h 168896"/>
                      <a:gd name="connsiteX85" fmla="*/ 19 w 316745"/>
                      <a:gd name="connsiteY85" fmla="*/ 2120 h 168896"/>
                      <a:gd name="connsiteX86" fmla="*/ 1578 w 316745"/>
                      <a:gd name="connsiteY86" fmla="*/ 19 h 168896"/>
                      <a:gd name="connsiteX87" fmla="*/ 3679 w 316745"/>
                      <a:gd name="connsiteY87" fmla="*/ 1578 h 168896"/>
                      <a:gd name="connsiteX88" fmla="*/ 6427 w 316745"/>
                      <a:gd name="connsiteY88" fmla="*/ 16112 h 168896"/>
                      <a:gd name="connsiteX89" fmla="*/ 5040 w 316745"/>
                      <a:gd name="connsiteY89" fmla="*/ 18318 h 168896"/>
                      <a:gd name="connsiteX90" fmla="*/ 4630 w 316745"/>
                      <a:gd name="connsiteY90" fmla="*/ 18371 h 16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</a:cxnLst>
                    <a:rect l="l" t="t" r="r" b="b"/>
                    <a:pathLst>
                      <a:path w="316745" h="168896">
                        <a:moveTo>
                          <a:pt x="193815" y="168897"/>
                        </a:moveTo>
                        <a:lnTo>
                          <a:pt x="192150" y="168897"/>
                        </a:lnTo>
                        <a:cubicBezTo>
                          <a:pt x="191133" y="168884"/>
                          <a:pt x="190314" y="168038"/>
                          <a:pt x="190327" y="167021"/>
                        </a:cubicBezTo>
                        <a:cubicBezTo>
                          <a:pt x="190327" y="166003"/>
                          <a:pt x="191159" y="165197"/>
                          <a:pt x="192176" y="165197"/>
                        </a:cubicBezTo>
                        <a:lnTo>
                          <a:pt x="193828" y="165197"/>
                        </a:lnTo>
                        <a:cubicBezTo>
                          <a:pt x="198188" y="165197"/>
                          <a:pt x="202601" y="165052"/>
                          <a:pt x="206974" y="164748"/>
                        </a:cubicBezTo>
                        <a:cubicBezTo>
                          <a:pt x="207991" y="164722"/>
                          <a:pt x="208877" y="165448"/>
                          <a:pt x="208943" y="166466"/>
                        </a:cubicBezTo>
                        <a:cubicBezTo>
                          <a:pt x="209009" y="167483"/>
                          <a:pt x="208242" y="168368"/>
                          <a:pt x="207225" y="168434"/>
                        </a:cubicBezTo>
                        <a:cubicBezTo>
                          <a:pt x="202786" y="168738"/>
                          <a:pt x="198280" y="168897"/>
                          <a:pt x="193828" y="168897"/>
                        </a:cubicBezTo>
                        <a:close/>
                        <a:moveTo>
                          <a:pt x="167985" y="167166"/>
                        </a:moveTo>
                        <a:cubicBezTo>
                          <a:pt x="167906" y="167166"/>
                          <a:pt x="167826" y="167166"/>
                          <a:pt x="167734" y="167153"/>
                        </a:cubicBezTo>
                        <a:cubicBezTo>
                          <a:pt x="162779" y="166492"/>
                          <a:pt x="157785" y="165620"/>
                          <a:pt x="152884" y="164576"/>
                        </a:cubicBezTo>
                        <a:cubicBezTo>
                          <a:pt x="151893" y="164365"/>
                          <a:pt x="151245" y="163387"/>
                          <a:pt x="151470" y="162383"/>
                        </a:cubicBezTo>
                        <a:cubicBezTo>
                          <a:pt x="151681" y="161379"/>
                          <a:pt x="152659" y="160758"/>
                          <a:pt x="153663" y="160956"/>
                        </a:cubicBezTo>
                        <a:cubicBezTo>
                          <a:pt x="158472" y="161974"/>
                          <a:pt x="163374" y="162832"/>
                          <a:pt x="168223" y="163480"/>
                        </a:cubicBezTo>
                        <a:cubicBezTo>
                          <a:pt x="169227" y="163612"/>
                          <a:pt x="169940" y="164550"/>
                          <a:pt x="169808" y="165554"/>
                        </a:cubicBezTo>
                        <a:cubicBezTo>
                          <a:pt x="169689" y="166479"/>
                          <a:pt x="168897" y="167153"/>
                          <a:pt x="167985" y="167153"/>
                        </a:cubicBezTo>
                        <a:close/>
                        <a:moveTo>
                          <a:pt x="231113" y="165263"/>
                        </a:moveTo>
                        <a:cubicBezTo>
                          <a:pt x="230254" y="165263"/>
                          <a:pt x="229474" y="164656"/>
                          <a:pt x="229303" y="163770"/>
                        </a:cubicBezTo>
                        <a:cubicBezTo>
                          <a:pt x="229104" y="162766"/>
                          <a:pt x="229752" y="161802"/>
                          <a:pt x="230756" y="161604"/>
                        </a:cubicBezTo>
                        <a:cubicBezTo>
                          <a:pt x="235578" y="160652"/>
                          <a:pt x="240414" y="159503"/>
                          <a:pt x="245144" y="158195"/>
                        </a:cubicBezTo>
                        <a:cubicBezTo>
                          <a:pt x="246122" y="157917"/>
                          <a:pt x="247139" y="158499"/>
                          <a:pt x="247416" y="159476"/>
                        </a:cubicBezTo>
                        <a:cubicBezTo>
                          <a:pt x="247694" y="160454"/>
                          <a:pt x="247112" y="161472"/>
                          <a:pt x="246135" y="161749"/>
                        </a:cubicBezTo>
                        <a:cubicBezTo>
                          <a:pt x="241326" y="163097"/>
                          <a:pt x="236384" y="164259"/>
                          <a:pt x="231469" y="165237"/>
                        </a:cubicBezTo>
                        <a:cubicBezTo>
                          <a:pt x="231350" y="165263"/>
                          <a:pt x="231231" y="165277"/>
                          <a:pt x="231113" y="165277"/>
                        </a:cubicBezTo>
                        <a:close/>
                        <a:moveTo>
                          <a:pt x="129921" y="158116"/>
                        </a:moveTo>
                        <a:cubicBezTo>
                          <a:pt x="129723" y="158116"/>
                          <a:pt x="129511" y="158089"/>
                          <a:pt x="129313" y="158010"/>
                        </a:cubicBezTo>
                        <a:cubicBezTo>
                          <a:pt x="124583" y="156372"/>
                          <a:pt x="119853" y="154522"/>
                          <a:pt x="115282" y="152527"/>
                        </a:cubicBezTo>
                        <a:cubicBezTo>
                          <a:pt x="114344" y="152117"/>
                          <a:pt x="113921" y="151034"/>
                          <a:pt x="114331" y="150096"/>
                        </a:cubicBezTo>
                        <a:cubicBezTo>
                          <a:pt x="114740" y="149158"/>
                          <a:pt x="115824" y="148735"/>
                          <a:pt x="116762" y="149145"/>
                        </a:cubicBezTo>
                        <a:cubicBezTo>
                          <a:pt x="121254" y="151100"/>
                          <a:pt x="125878" y="152910"/>
                          <a:pt x="130529" y="154522"/>
                        </a:cubicBezTo>
                        <a:cubicBezTo>
                          <a:pt x="131493" y="154852"/>
                          <a:pt x="131995" y="155909"/>
                          <a:pt x="131665" y="156874"/>
                        </a:cubicBezTo>
                        <a:cubicBezTo>
                          <a:pt x="131401" y="157640"/>
                          <a:pt x="130687" y="158116"/>
                          <a:pt x="129921" y="158116"/>
                        </a:cubicBezTo>
                        <a:close/>
                        <a:moveTo>
                          <a:pt x="268529" y="153848"/>
                        </a:moveTo>
                        <a:cubicBezTo>
                          <a:pt x="267803" y="153848"/>
                          <a:pt x="267129" y="153425"/>
                          <a:pt x="266825" y="152712"/>
                        </a:cubicBezTo>
                        <a:cubicBezTo>
                          <a:pt x="266429" y="151774"/>
                          <a:pt x="266878" y="150690"/>
                          <a:pt x="267816" y="150294"/>
                        </a:cubicBezTo>
                        <a:cubicBezTo>
                          <a:pt x="272321" y="148405"/>
                          <a:pt x="276826" y="146304"/>
                          <a:pt x="281213" y="144045"/>
                        </a:cubicBezTo>
                        <a:cubicBezTo>
                          <a:pt x="282111" y="143582"/>
                          <a:pt x="283234" y="143939"/>
                          <a:pt x="283697" y="144837"/>
                        </a:cubicBezTo>
                        <a:cubicBezTo>
                          <a:pt x="284159" y="145749"/>
                          <a:pt x="283802" y="146859"/>
                          <a:pt x="282904" y="147321"/>
                        </a:cubicBezTo>
                        <a:cubicBezTo>
                          <a:pt x="278438" y="149620"/>
                          <a:pt x="273841" y="151761"/>
                          <a:pt x="269243" y="153690"/>
                        </a:cubicBezTo>
                        <a:cubicBezTo>
                          <a:pt x="269005" y="153795"/>
                          <a:pt x="268767" y="153835"/>
                          <a:pt x="268529" y="153835"/>
                        </a:cubicBezTo>
                        <a:close/>
                        <a:moveTo>
                          <a:pt x="94446" y="141627"/>
                        </a:moveTo>
                        <a:cubicBezTo>
                          <a:pt x="94129" y="141627"/>
                          <a:pt x="93799" y="141548"/>
                          <a:pt x="93508" y="141363"/>
                        </a:cubicBezTo>
                        <a:cubicBezTo>
                          <a:pt x="89214" y="138813"/>
                          <a:pt x="84960" y="136051"/>
                          <a:pt x="80864" y="133171"/>
                        </a:cubicBezTo>
                        <a:cubicBezTo>
                          <a:pt x="80032" y="132590"/>
                          <a:pt x="79834" y="131440"/>
                          <a:pt x="80415" y="130608"/>
                        </a:cubicBezTo>
                        <a:cubicBezTo>
                          <a:pt x="80996" y="129776"/>
                          <a:pt x="82146" y="129577"/>
                          <a:pt x="82991" y="130159"/>
                        </a:cubicBezTo>
                        <a:cubicBezTo>
                          <a:pt x="87008" y="132986"/>
                          <a:pt x="91183" y="135681"/>
                          <a:pt x="95398" y="138192"/>
                        </a:cubicBezTo>
                        <a:cubicBezTo>
                          <a:pt x="96270" y="138707"/>
                          <a:pt x="96560" y="139843"/>
                          <a:pt x="96045" y="140715"/>
                        </a:cubicBezTo>
                        <a:cubicBezTo>
                          <a:pt x="95702" y="141297"/>
                          <a:pt x="95081" y="141614"/>
                          <a:pt x="94460" y="141614"/>
                        </a:cubicBezTo>
                        <a:close/>
                        <a:moveTo>
                          <a:pt x="302907" y="135140"/>
                        </a:moveTo>
                        <a:cubicBezTo>
                          <a:pt x="302313" y="135140"/>
                          <a:pt x="301731" y="134862"/>
                          <a:pt x="301375" y="134334"/>
                        </a:cubicBezTo>
                        <a:cubicBezTo>
                          <a:pt x="300806" y="133488"/>
                          <a:pt x="301018" y="132339"/>
                          <a:pt x="301863" y="131771"/>
                        </a:cubicBezTo>
                        <a:cubicBezTo>
                          <a:pt x="305920" y="129009"/>
                          <a:pt x="309923" y="126050"/>
                          <a:pt x="313754" y="122985"/>
                        </a:cubicBezTo>
                        <a:cubicBezTo>
                          <a:pt x="314547" y="122350"/>
                          <a:pt x="315710" y="122483"/>
                          <a:pt x="316344" y="123275"/>
                        </a:cubicBezTo>
                        <a:cubicBezTo>
                          <a:pt x="316978" y="124068"/>
                          <a:pt x="316846" y="125231"/>
                          <a:pt x="316053" y="125865"/>
                        </a:cubicBezTo>
                        <a:cubicBezTo>
                          <a:pt x="312142" y="128983"/>
                          <a:pt x="308073" y="131995"/>
                          <a:pt x="303938" y="134823"/>
                        </a:cubicBezTo>
                        <a:cubicBezTo>
                          <a:pt x="303621" y="135034"/>
                          <a:pt x="303264" y="135140"/>
                          <a:pt x="302894" y="135140"/>
                        </a:cubicBezTo>
                        <a:close/>
                        <a:moveTo>
                          <a:pt x="63028" y="118334"/>
                        </a:moveTo>
                        <a:cubicBezTo>
                          <a:pt x="62579" y="118334"/>
                          <a:pt x="62143" y="118175"/>
                          <a:pt x="61786" y="117845"/>
                        </a:cubicBezTo>
                        <a:cubicBezTo>
                          <a:pt x="58100" y="114489"/>
                          <a:pt x="54493" y="110922"/>
                          <a:pt x="51058" y="107275"/>
                        </a:cubicBezTo>
                        <a:cubicBezTo>
                          <a:pt x="50358" y="106535"/>
                          <a:pt x="50397" y="105360"/>
                          <a:pt x="51137" y="104673"/>
                        </a:cubicBezTo>
                        <a:cubicBezTo>
                          <a:pt x="51877" y="103972"/>
                          <a:pt x="53053" y="104012"/>
                          <a:pt x="53740" y="104752"/>
                        </a:cubicBezTo>
                        <a:cubicBezTo>
                          <a:pt x="57109" y="108346"/>
                          <a:pt x="60650" y="111834"/>
                          <a:pt x="64270" y="115123"/>
                        </a:cubicBezTo>
                        <a:cubicBezTo>
                          <a:pt x="65023" y="115810"/>
                          <a:pt x="65076" y="116973"/>
                          <a:pt x="64389" y="117726"/>
                        </a:cubicBezTo>
                        <a:cubicBezTo>
                          <a:pt x="64019" y="118123"/>
                          <a:pt x="63530" y="118334"/>
                          <a:pt x="63028" y="118334"/>
                        </a:cubicBezTo>
                        <a:close/>
                        <a:moveTo>
                          <a:pt x="36947" y="89175"/>
                        </a:moveTo>
                        <a:cubicBezTo>
                          <a:pt x="36379" y="89175"/>
                          <a:pt x="35811" y="88911"/>
                          <a:pt x="35454" y="88408"/>
                        </a:cubicBezTo>
                        <a:cubicBezTo>
                          <a:pt x="33142" y="85224"/>
                          <a:pt x="30883" y="81921"/>
                          <a:pt x="28756" y="78592"/>
                        </a:cubicBezTo>
                        <a:cubicBezTo>
                          <a:pt x="28188" y="77693"/>
                          <a:pt x="27619" y="76795"/>
                          <a:pt x="27065" y="75897"/>
                        </a:cubicBezTo>
                        <a:cubicBezTo>
                          <a:pt x="26536" y="75025"/>
                          <a:pt x="26800" y="73888"/>
                          <a:pt x="27672" y="73360"/>
                        </a:cubicBezTo>
                        <a:cubicBezTo>
                          <a:pt x="28544" y="72818"/>
                          <a:pt x="29681" y="73096"/>
                          <a:pt x="30209" y="73954"/>
                        </a:cubicBezTo>
                        <a:cubicBezTo>
                          <a:pt x="30751" y="74840"/>
                          <a:pt x="31306" y="75725"/>
                          <a:pt x="31874" y="76597"/>
                        </a:cubicBezTo>
                        <a:cubicBezTo>
                          <a:pt x="33961" y="79873"/>
                          <a:pt x="36181" y="83110"/>
                          <a:pt x="38453" y="86228"/>
                        </a:cubicBezTo>
                        <a:cubicBezTo>
                          <a:pt x="39048" y="87048"/>
                          <a:pt x="38876" y="88210"/>
                          <a:pt x="38044" y="88805"/>
                        </a:cubicBezTo>
                        <a:cubicBezTo>
                          <a:pt x="37714" y="89043"/>
                          <a:pt x="37330" y="89162"/>
                          <a:pt x="36960" y="89162"/>
                        </a:cubicBezTo>
                        <a:close/>
                        <a:moveTo>
                          <a:pt x="17195" y="55405"/>
                        </a:moveTo>
                        <a:cubicBezTo>
                          <a:pt x="16495" y="55405"/>
                          <a:pt x="15821" y="55008"/>
                          <a:pt x="15517" y="54321"/>
                        </a:cubicBezTo>
                        <a:cubicBezTo>
                          <a:pt x="13443" y="49776"/>
                          <a:pt x="11514" y="45086"/>
                          <a:pt x="9783" y="40382"/>
                        </a:cubicBezTo>
                        <a:cubicBezTo>
                          <a:pt x="9426" y="39431"/>
                          <a:pt x="9928" y="38361"/>
                          <a:pt x="10880" y="38017"/>
                        </a:cubicBezTo>
                        <a:cubicBezTo>
                          <a:pt x="11831" y="37661"/>
                          <a:pt x="12901" y="38163"/>
                          <a:pt x="13245" y="39114"/>
                        </a:cubicBezTo>
                        <a:cubicBezTo>
                          <a:pt x="14936" y="43725"/>
                          <a:pt x="16825" y="48323"/>
                          <a:pt x="18873" y="52789"/>
                        </a:cubicBezTo>
                        <a:cubicBezTo>
                          <a:pt x="19296" y="53713"/>
                          <a:pt x="18886" y="54810"/>
                          <a:pt x="17961" y="55233"/>
                        </a:cubicBezTo>
                        <a:cubicBezTo>
                          <a:pt x="17710" y="55352"/>
                          <a:pt x="17446" y="55405"/>
                          <a:pt x="17195" y="55405"/>
                        </a:cubicBezTo>
                        <a:close/>
                        <a:moveTo>
                          <a:pt x="4617" y="18358"/>
                        </a:moveTo>
                        <a:cubicBezTo>
                          <a:pt x="3772" y="18358"/>
                          <a:pt x="3019" y="17776"/>
                          <a:pt x="2820" y="16931"/>
                        </a:cubicBezTo>
                        <a:cubicBezTo>
                          <a:pt x="1697" y="12056"/>
                          <a:pt x="759" y="7075"/>
                          <a:pt x="19" y="2120"/>
                        </a:cubicBezTo>
                        <a:cubicBezTo>
                          <a:pt x="-126" y="1116"/>
                          <a:pt x="561" y="178"/>
                          <a:pt x="1578" y="19"/>
                        </a:cubicBezTo>
                        <a:cubicBezTo>
                          <a:pt x="2569" y="-126"/>
                          <a:pt x="3521" y="561"/>
                          <a:pt x="3679" y="1578"/>
                        </a:cubicBezTo>
                        <a:cubicBezTo>
                          <a:pt x="4406" y="6440"/>
                          <a:pt x="5331" y="11329"/>
                          <a:pt x="6427" y="16112"/>
                        </a:cubicBezTo>
                        <a:cubicBezTo>
                          <a:pt x="6652" y="17103"/>
                          <a:pt x="6031" y="18094"/>
                          <a:pt x="5040" y="18318"/>
                        </a:cubicBezTo>
                        <a:cubicBezTo>
                          <a:pt x="4908" y="18345"/>
                          <a:pt x="4763" y="18371"/>
                          <a:pt x="4630" y="18371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7" name="Forme libre : forme 2446">
                    <a:extLst>
                      <a:ext uri="{FF2B5EF4-FFF2-40B4-BE49-F238E27FC236}">
                        <a16:creationId xmlns:a16="http://schemas.microsoft.com/office/drawing/2014/main" id="{37367FED-0EAC-49F9-AFB3-A15B795B83D2}"/>
                      </a:ext>
                    </a:extLst>
                  </p:cNvPr>
                  <p:cNvSpPr/>
                  <p:nvPr/>
                </p:nvSpPr>
                <p:spPr>
                  <a:xfrm>
                    <a:off x="5012" y="190585"/>
                    <a:ext cx="3736" cy="11071"/>
                  </a:xfrm>
                  <a:custGeom>
                    <a:avLst/>
                    <a:gdLst>
                      <a:gd name="connsiteX0" fmla="*/ 1899 w 3736"/>
                      <a:gd name="connsiteY0" fmla="*/ 11072 h 11071"/>
                      <a:gd name="connsiteX1" fmla="*/ 49 w 3736"/>
                      <a:gd name="connsiteY1" fmla="*/ 9262 h 11071"/>
                      <a:gd name="connsiteX2" fmla="*/ 23 w 3736"/>
                      <a:gd name="connsiteY2" fmla="*/ 1810 h 11071"/>
                      <a:gd name="connsiteX3" fmla="*/ 1899 w 3736"/>
                      <a:gd name="connsiteY3" fmla="*/ 0 h 11071"/>
                      <a:gd name="connsiteX4" fmla="*/ 3709 w 3736"/>
                      <a:gd name="connsiteY4" fmla="*/ 1876 h 11071"/>
                      <a:gd name="connsiteX5" fmla="*/ 3736 w 3736"/>
                      <a:gd name="connsiteY5" fmla="*/ 9182 h 11071"/>
                      <a:gd name="connsiteX6" fmla="*/ 1939 w 3736"/>
                      <a:gd name="connsiteY6" fmla="*/ 11072 h 11071"/>
                      <a:gd name="connsiteX7" fmla="*/ 1899 w 3736"/>
                      <a:gd name="connsiteY7" fmla="*/ 11072 h 110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736" h="11071">
                        <a:moveTo>
                          <a:pt x="1899" y="11072"/>
                        </a:moveTo>
                        <a:cubicBezTo>
                          <a:pt x="895" y="11072"/>
                          <a:pt x="76" y="10266"/>
                          <a:pt x="49" y="9262"/>
                        </a:cubicBezTo>
                        <a:cubicBezTo>
                          <a:pt x="-3" y="6804"/>
                          <a:pt x="-17" y="4294"/>
                          <a:pt x="23" y="1810"/>
                        </a:cubicBezTo>
                        <a:cubicBezTo>
                          <a:pt x="36" y="793"/>
                          <a:pt x="882" y="13"/>
                          <a:pt x="1899" y="0"/>
                        </a:cubicBezTo>
                        <a:cubicBezTo>
                          <a:pt x="2917" y="13"/>
                          <a:pt x="3736" y="859"/>
                          <a:pt x="3709" y="1876"/>
                        </a:cubicBezTo>
                        <a:cubicBezTo>
                          <a:pt x="3670" y="4320"/>
                          <a:pt x="3683" y="6778"/>
                          <a:pt x="3736" y="9182"/>
                        </a:cubicBezTo>
                        <a:cubicBezTo>
                          <a:pt x="3762" y="10200"/>
                          <a:pt x="2956" y="11045"/>
                          <a:pt x="1939" y="11072"/>
                        </a:cubicBezTo>
                        <a:lnTo>
                          <a:pt x="1899" y="11072"/>
                        </a:ln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441" name="Graphique 1982">
                  <a:extLst>
                    <a:ext uri="{FF2B5EF4-FFF2-40B4-BE49-F238E27FC236}">
                      <a16:creationId xmlns:a16="http://schemas.microsoft.com/office/drawing/2014/main" id="{29DD1DB3-AD8B-198F-68DD-F16AF279C4D1}"/>
                    </a:ext>
                  </a:extLst>
                </p:cNvPr>
                <p:cNvGrpSpPr/>
                <p:nvPr/>
              </p:nvGrpSpPr>
              <p:grpSpPr>
                <a:xfrm>
                  <a:off x="53243" y="45737"/>
                  <a:ext cx="297649" cy="297636"/>
                  <a:chOff x="53243" y="45737"/>
                  <a:chExt cx="297649" cy="297636"/>
                </a:xfrm>
              </p:grpSpPr>
              <p:sp>
                <p:nvSpPr>
                  <p:cNvPr id="2442" name="Forme libre : forme 2441">
                    <a:extLst>
                      <a:ext uri="{FF2B5EF4-FFF2-40B4-BE49-F238E27FC236}">
                        <a16:creationId xmlns:a16="http://schemas.microsoft.com/office/drawing/2014/main" id="{BD74B9E6-E10A-084D-814D-8BEE0124D8BA}"/>
                      </a:ext>
                    </a:extLst>
                  </p:cNvPr>
                  <p:cNvSpPr/>
                  <p:nvPr/>
                </p:nvSpPr>
                <p:spPr>
                  <a:xfrm>
                    <a:off x="53243" y="45737"/>
                    <a:ext cx="297649" cy="297636"/>
                  </a:xfrm>
                  <a:custGeom>
                    <a:avLst/>
                    <a:gdLst>
                      <a:gd name="connsiteX0" fmla="*/ 70 w 297649"/>
                      <a:gd name="connsiteY0" fmla="*/ 128624 h 297636"/>
                      <a:gd name="connsiteX1" fmla="*/ 1047 w 297649"/>
                      <a:gd name="connsiteY1" fmla="*/ 131147 h 297636"/>
                      <a:gd name="connsiteX2" fmla="*/ 24737 w 297649"/>
                      <a:gd name="connsiteY2" fmla="*/ 146671 h 297636"/>
                      <a:gd name="connsiteX3" fmla="*/ 30484 w 297649"/>
                      <a:gd name="connsiteY3" fmla="*/ 186228 h 297636"/>
                      <a:gd name="connsiteX4" fmla="*/ 12212 w 297649"/>
                      <a:gd name="connsiteY4" fmla="*/ 207843 h 297636"/>
                      <a:gd name="connsiteX5" fmla="*/ 11987 w 297649"/>
                      <a:gd name="connsiteY5" fmla="*/ 210539 h 297636"/>
                      <a:gd name="connsiteX6" fmla="*/ 29374 w 297649"/>
                      <a:gd name="connsiteY6" fmla="*/ 239724 h 297636"/>
                      <a:gd name="connsiteX7" fmla="*/ 31845 w 297649"/>
                      <a:gd name="connsiteY7" fmla="*/ 240808 h 297636"/>
                      <a:gd name="connsiteX8" fmla="*/ 59551 w 297649"/>
                      <a:gd name="connsiteY8" fmla="*/ 235047 h 297636"/>
                      <a:gd name="connsiteX9" fmla="*/ 91590 w 297649"/>
                      <a:gd name="connsiteY9" fmla="*/ 258935 h 297636"/>
                      <a:gd name="connsiteX10" fmla="*/ 93968 w 297649"/>
                      <a:gd name="connsiteY10" fmla="*/ 287156 h 297636"/>
                      <a:gd name="connsiteX11" fmla="*/ 95712 w 297649"/>
                      <a:gd name="connsiteY11" fmla="*/ 289217 h 297636"/>
                      <a:gd name="connsiteX12" fmla="*/ 128637 w 297649"/>
                      <a:gd name="connsiteY12" fmla="*/ 297567 h 297636"/>
                      <a:gd name="connsiteX13" fmla="*/ 131160 w 297649"/>
                      <a:gd name="connsiteY13" fmla="*/ 296589 h 297636"/>
                      <a:gd name="connsiteX14" fmla="*/ 146684 w 297649"/>
                      <a:gd name="connsiteY14" fmla="*/ 272900 h 297636"/>
                      <a:gd name="connsiteX15" fmla="*/ 186242 w 297649"/>
                      <a:gd name="connsiteY15" fmla="*/ 267153 h 297636"/>
                      <a:gd name="connsiteX16" fmla="*/ 207857 w 297649"/>
                      <a:gd name="connsiteY16" fmla="*/ 285425 h 297636"/>
                      <a:gd name="connsiteX17" fmla="*/ 210552 w 297649"/>
                      <a:gd name="connsiteY17" fmla="*/ 285650 h 297636"/>
                      <a:gd name="connsiteX18" fmla="*/ 239737 w 297649"/>
                      <a:gd name="connsiteY18" fmla="*/ 268262 h 297636"/>
                      <a:gd name="connsiteX19" fmla="*/ 240821 w 297649"/>
                      <a:gd name="connsiteY19" fmla="*/ 265792 h 297636"/>
                      <a:gd name="connsiteX20" fmla="*/ 235060 w 297649"/>
                      <a:gd name="connsiteY20" fmla="*/ 238086 h 297636"/>
                      <a:gd name="connsiteX21" fmla="*/ 258948 w 297649"/>
                      <a:gd name="connsiteY21" fmla="*/ 206047 h 297636"/>
                      <a:gd name="connsiteX22" fmla="*/ 287169 w 297649"/>
                      <a:gd name="connsiteY22" fmla="*/ 203682 h 297636"/>
                      <a:gd name="connsiteX23" fmla="*/ 289230 w 297649"/>
                      <a:gd name="connsiteY23" fmla="*/ 201938 h 297636"/>
                      <a:gd name="connsiteX24" fmla="*/ 297580 w 297649"/>
                      <a:gd name="connsiteY24" fmla="*/ 169013 h 297636"/>
                      <a:gd name="connsiteX25" fmla="*/ 296602 w 297649"/>
                      <a:gd name="connsiteY25" fmla="*/ 166489 h 297636"/>
                      <a:gd name="connsiteX26" fmla="*/ 272913 w 297649"/>
                      <a:gd name="connsiteY26" fmla="*/ 150965 h 297636"/>
                      <a:gd name="connsiteX27" fmla="*/ 267166 w 297649"/>
                      <a:gd name="connsiteY27" fmla="*/ 111408 h 297636"/>
                      <a:gd name="connsiteX28" fmla="*/ 285438 w 297649"/>
                      <a:gd name="connsiteY28" fmla="*/ 89793 h 297636"/>
                      <a:gd name="connsiteX29" fmla="*/ 285663 w 297649"/>
                      <a:gd name="connsiteY29" fmla="*/ 87098 h 297636"/>
                      <a:gd name="connsiteX30" fmla="*/ 268276 w 297649"/>
                      <a:gd name="connsiteY30" fmla="*/ 57912 h 297636"/>
                      <a:gd name="connsiteX31" fmla="*/ 265805 w 297649"/>
                      <a:gd name="connsiteY31" fmla="*/ 56829 h 297636"/>
                      <a:gd name="connsiteX32" fmla="*/ 238099 w 297649"/>
                      <a:gd name="connsiteY32" fmla="*/ 62589 h 297636"/>
                      <a:gd name="connsiteX33" fmla="*/ 206060 w 297649"/>
                      <a:gd name="connsiteY33" fmla="*/ 38702 h 297636"/>
                      <a:gd name="connsiteX34" fmla="*/ 203682 w 297649"/>
                      <a:gd name="connsiteY34" fmla="*/ 10481 h 297636"/>
                      <a:gd name="connsiteX35" fmla="*/ 201938 w 297649"/>
                      <a:gd name="connsiteY35" fmla="*/ 8420 h 297636"/>
                      <a:gd name="connsiteX36" fmla="*/ 169013 w 297649"/>
                      <a:gd name="connsiteY36" fmla="*/ 70 h 297636"/>
                      <a:gd name="connsiteX37" fmla="*/ 166489 w 297649"/>
                      <a:gd name="connsiteY37" fmla="*/ 1047 h 297636"/>
                      <a:gd name="connsiteX38" fmla="*/ 150965 w 297649"/>
                      <a:gd name="connsiteY38" fmla="*/ 24737 h 297636"/>
                      <a:gd name="connsiteX39" fmla="*/ 111408 w 297649"/>
                      <a:gd name="connsiteY39" fmla="*/ 30484 h 297636"/>
                      <a:gd name="connsiteX40" fmla="*/ 89793 w 297649"/>
                      <a:gd name="connsiteY40" fmla="*/ 12212 h 297636"/>
                      <a:gd name="connsiteX41" fmla="*/ 87098 w 297649"/>
                      <a:gd name="connsiteY41" fmla="*/ 11987 h 297636"/>
                      <a:gd name="connsiteX42" fmla="*/ 57912 w 297649"/>
                      <a:gd name="connsiteY42" fmla="*/ 29374 h 297636"/>
                      <a:gd name="connsiteX43" fmla="*/ 56829 w 297649"/>
                      <a:gd name="connsiteY43" fmla="*/ 31845 h 297636"/>
                      <a:gd name="connsiteX44" fmla="*/ 62589 w 297649"/>
                      <a:gd name="connsiteY44" fmla="*/ 59551 h 297636"/>
                      <a:gd name="connsiteX45" fmla="*/ 38702 w 297649"/>
                      <a:gd name="connsiteY45" fmla="*/ 91590 h 297636"/>
                      <a:gd name="connsiteX46" fmla="*/ 10481 w 297649"/>
                      <a:gd name="connsiteY46" fmla="*/ 93968 h 297636"/>
                      <a:gd name="connsiteX47" fmla="*/ 8420 w 297649"/>
                      <a:gd name="connsiteY47" fmla="*/ 95712 h 297636"/>
                      <a:gd name="connsiteX48" fmla="*/ 70 w 297649"/>
                      <a:gd name="connsiteY48" fmla="*/ 128637 h 2976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</a:cxnLst>
                    <a:rect l="l" t="t" r="r" b="b"/>
                    <a:pathLst>
                      <a:path w="297649" h="297636">
                        <a:moveTo>
                          <a:pt x="70" y="128624"/>
                        </a:moveTo>
                        <a:cubicBezTo>
                          <a:pt x="-168" y="129588"/>
                          <a:pt x="215" y="130592"/>
                          <a:pt x="1047" y="131147"/>
                        </a:cubicBezTo>
                        <a:lnTo>
                          <a:pt x="24737" y="146671"/>
                        </a:lnTo>
                        <a:cubicBezTo>
                          <a:pt x="24499" y="159897"/>
                          <a:pt x="26362" y="173254"/>
                          <a:pt x="30484" y="186228"/>
                        </a:cubicBezTo>
                        <a:lnTo>
                          <a:pt x="12212" y="207843"/>
                        </a:lnTo>
                        <a:cubicBezTo>
                          <a:pt x="11564" y="208596"/>
                          <a:pt x="11485" y="209680"/>
                          <a:pt x="11987" y="210539"/>
                        </a:cubicBezTo>
                        <a:lnTo>
                          <a:pt x="29374" y="239724"/>
                        </a:lnTo>
                        <a:cubicBezTo>
                          <a:pt x="29876" y="240583"/>
                          <a:pt x="30880" y="241019"/>
                          <a:pt x="31845" y="240808"/>
                        </a:cubicBezTo>
                        <a:lnTo>
                          <a:pt x="59551" y="235047"/>
                        </a:lnTo>
                        <a:cubicBezTo>
                          <a:pt x="68997" y="244837"/>
                          <a:pt x="79858" y="252844"/>
                          <a:pt x="91590" y="258935"/>
                        </a:cubicBezTo>
                        <a:lnTo>
                          <a:pt x="93968" y="287156"/>
                        </a:lnTo>
                        <a:cubicBezTo>
                          <a:pt x="94047" y="288147"/>
                          <a:pt x="94748" y="288966"/>
                          <a:pt x="95712" y="289217"/>
                        </a:cubicBezTo>
                        <a:lnTo>
                          <a:pt x="128637" y="297567"/>
                        </a:lnTo>
                        <a:cubicBezTo>
                          <a:pt x="129601" y="297805"/>
                          <a:pt x="130605" y="297422"/>
                          <a:pt x="131160" y="296589"/>
                        </a:cubicBezTo>
                        <a:lnTo>
                          <a:pt x="146684" y="272900"/>
                        </a:lnTo>
                        <a:cubicBezTo>
                          <a:pt x="159910" y="273138"/>
                          <a:pt x="173267" y="271275"/>
                          <a:pt x="186242" y="267153"/>
                        </a:cubicBezTo>
                        <a:lnTo>
                          <a:pt x="207857" y="285425"/>
                        </a:lnTo>
                        <a:cubicBezTo>
                          <a:pt x="208610" y="286059"/>
                          <a:pt x="209693" y="286152"/>
                          <a:pt x="210552" y="285650"/>
                        </a:cubicBezTo>
                        <a:lnTo>
                          <a:pt x="239737" y="268262"/>
                        </a:lnTo>
                        <a:cubicBezTo>
                          <a:pt x="240596" y="267760"/>
                          <a:pt x="241032" y="266756"/>
                          <a:pt x="240821" y="265792"/>
                        </a:cubicBezTo>
                        <a:lnTo>
                          <a:pt x="235060" y="238086"/>
                        </a:lnTo>
                        <a:cubicBezTo>
                          <a:pt x="244864" y="228639"/>
                          <a:pt x="252857" y="217779"/>
                          <a:pt x="258948" y="206047"/>
                        </a:cubicBezTo>
                        <a:lnTo>
                          <a:pt x="287169" y="203682"/>
                        </a:lnTo>
                        <a:cubicBezTo>
                          <a:pt x="288160" y="203602"/>
                          <a:pt x="288979" y="202902"/>
                          <a:pt x="289230" y="201938"/>
                        </a:cubicBezTo>
                        <a:lnTo>
                          <a:pt x="297580" y="169013"/>
                        </a:lnTo>
                        <a:cubicBezTo>
                          <a:pt x="297818" y="168048"/>
                          <a:pt x="297435" y="167044"/>
                          <a:pt x="296602" y="166489"/>
                        </a:cubicBezTo>
                        <a:lnTo>
                          <a:pt x="272913" y="150965"/>
                        </a:lnTo>
                        <a:cubicBezTo>
                          <a:pt x="273151" y="137740"/>
                          <a:pt x="271288" y="124382"/>
                          <a:pt x="267166" y="111408"/>
                        </a:cubicBezTo>
                        <a:lnTo>
                          <a:pt x="285438" y="89793"/>
                        </a:lnTo>
                        <a:cubicBezTo>
                          <a:pt x="286072" y="89040"/>
                          <a:pt x="286165" y="87957"/>
                          <a:pt x="285663" y="87098"/>
                        </a:cubicBezTo>
                        <a:lnTo>
                          <a:pt x="268276" y="57912"/>
                        </a:lnTo>
                        <a:cubicBezTo>
                          <a:pt x="267774" y="57053"/>
                          <a:pt x="266769" y="56617"/>
                          <a:pt x="265805" y="56829"/>
                        </a:cubicBezTo>
                        <a:lnTo>
                          <a:pt x="238099" y="62589"/>
                        </a:lnTo>
                        <a:cubicBezTo>
                          <a:pt x="228652" y="52786"/>
                          <a:pt x="217792" y="44793"/>
                          <a:pt x="206060" y="38702"/>
                        </a:cubicBezTo>
                        <a:lnTo>
                          <a:pt x="203682" y="10481"/>
                        </a:lnTo>
                        <a:cubicBezTo>
                          <a:pt x="203602" y="9490"/>
                          <a:pt x="202902" y="8657"/>
                          <a:pt x="201938" y="8420"/>
                        </a:cubicBezTo>
                        <a:lnTo>
                          <a:pt x="169013" y="70"/>
                        </a:lnTo>
                        <a:cubicBezTo>
                          <a:pt x="168048" y="-168"/>
                          <a:pt x="167044" y="215"/>
                          <a:pt x="166489" y="1047"/>
                        </a:cubicBezTo>
                        <a:lnTo>
                          <a:pt x="150965" y="24737"/>
                        </a:lnTo>
                        <a:cubicBezTo>
                          <a:pt x="137740" y="24499"/>
                          <a:pt x="124382" y="26362"/>
                          <a:pt x="111408" y="30484"/>
                        </a:cubicBezTo>
                        <a:lnTo>
                          <a:pt x="89793" y="12212"/>
                        </a:lnTo>
                        <a:cubicBezTo>
                          <a:pt x="89040" y="11577"/>
                          <a:pt x="87957" y="11485"/>
                          <a:pt x="87098" y="11987"/>
                        </a:cubicBezTo>
                        <a:lnTo>
                          <a:pt x="57912" y="29374"/>
                        </a:lnTo>
                        <a:cubicBezTo>
                          <a:pt x="57053" y="29876"/>
                          <a:pt x="56617" y="30880"/>
                          <a:pt x="56829" y="31845"/>
                        </a:cubicBezTo>
                        <a:lnTo>
                          <a:pt x="62589" y="59551"/>
                        </a:lnTo>
                        <a:cubicBezTo>
                          <a:pt x="52786" y="68997"/>
                          <a:pt x="44793" y="79858"/>
                          <a:pt x="38702" y="91590"/>
                        </a:cubicBezTo>
                        <a:lnTo>
                          <a:pt x="10481" y="93968"/>
                        </a:lnTo>
                        <a:cubicBezTo>
                          <a:pt x="9490" y="94047"/>
                          <a:pt x="8671" y="94748"/>
                          <a:pt x="8420" y="95712"/>
                        </a:cubicBezTo>
                        <a:lnTo>
                          <a:pt x="70" y="128637"/>
                        </a:ln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3" name="Forme libre : forme 2442">
                    <a:extLst>
                      <a:ext uri="{FF2B5EF4-FFF2-40B4-BE49-F238E27FC236}">
                        <a16:creationId xmlns:a16="http://schemas.microsoft.com/office/drawing/2014/main" id="{BDA439E0-E99E-8DEB-13EA-72D115591FD6}"/>
                      </a:ext>
                    </a:extLst>
                  </p:cNvPr>
                  <p:cNvSpPr/>
                  <p:nvPr/>
                </p:nvSpPr>
                <p:spPr>
                  <a:xfrm>
                    <a:off x="169143" y="161622"/>
                    <a:ext cx="65862" cy="65850"/>
                  </a:xfrm>
                  <a:custGeom>
                    <a:avLst/>
                    <a:gdLst>
                      <a:gd name="connsiteX0" fmla="*/ 32925 w 65862"/>
                      <a:gd name="connsiteY0" fmla="*/ 65851 h 65850"/>
                      <a:gd name="connsiteX1" fmla="*/ 32898 w 65862"/>
                      <a:gd name="connsiteY1" fmla="*/ 65851 h 65850"/>
                      <a:gd name="connsiteX2" fmla="*/ 9618 w 65862"/>
                      <a:gd name="connsiteY2" fmla="*/ 56180 h 65850"/>
                      <a:gd name="connsiteX3" fmla="*/ 0 w 65862"/>
                      <a:gd name="connsiteY3" fmla="*/ 32887 h 65850"/>
                      <a:gd name="connsiteX4" fmla="*/ 9671 w 65862"/>
                      <a:gd name="connsiteY4" fmla="*/ 9607 h 65850"/>
                      <a:gd name="connsiteX5" fmla="*/ 56244 w 65862"/>
                      <a:gd name="connsiteY5" fmla="*/ 9647 h 65850"/>
                      <a:gd name="connsiteX6" fmla="*/ 65862 w 65862"/>
                      <a:gd name="connsiteY6" fmla="*/ 32939 h 65850"/>
                      <a:gd name="connsiteX7" fmla="*/ 56191 w 65862"/>
                      <a:gd name="connsiteY7" fmla="*/ 56219 h 65850"/>
                      <a:gd name="connsiteX8" fmla="*/ 32925 w 65862"/>
                      <a:gd name="connsiteY8" fmla="*/ 65838 h 65850"/>
                      <a:gd name="connsiteX9" fmla="*/ 32925 w 65862"/>
                      <a:gd name="connsiteY9" fmla="*/ 5524 h 65850"/>
                      <a:gd name="connsiteX10" fmla="*/ 13569 w 65862"/>
                      <a:gd name="connsiteY10" fmla="*/ 13531 h 65850"/>
                      <a:gd name="connsiteX11" fmla="*/ 5523 w 65862"/>
                      <a:gd name="connsiteY11" fmla="*/ 32900 h 65850"/>
                      <a:gd name="connsiteX12" fmla="*/ 13529 w 65862"/>
                      <a:gd name="connsiteY12" fmla="*/ 52282 h 65850"/>
                      <a:gd name="connsiteX13" fmla="*/ 32898 w 65862"/>
                      <a:gd name="connsiteY13" fmla="*/ 60328 h 65850"/>
                      <a:gd name="connsiteX14" fmla="*/ 32925 w 65862"/>
                      <a:gd name="connsiteY14" fmla="*/ 60328 h 65850"/>
                      <a:gd name="connsiteX15" fmla="*/ 52280 w 65862"/>
                      <a:gd name="connsiteY15" fmla="*/ 52322 h 65850"/>
                      <a:gd name="connsiteX16" fmla="*/ 60327 w 65862"/>
                      <a:gd name="connsiteY16" fmla="*/ 32953 h 65850"/>
                      <a:gd name="connsiteX17" fmla="*/ 52320 w 65862"/>
                      <a:gd name="connsiteY17" fmla="*/ 13571 h 65850"/>
                      <a:gd name="connsiteX18" fmla="*/ 32951 w 65862"/>
                      <a:gd name="connsiteY18" fmla="*/ 5524 h 65850"/>
                      <a:gd name="connsiteX19" fmla="*/ 32925 w 65862"/>
                      <a:gd name="connsiteY19" fmla="*/ 5524 h 658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65862" h="65850">
                        <a:moveTo>
                          <a:pt x="32925" y="65851"/>
                        </a:moveTo>
                        <a:lnTo>
                          <a:pt x="32898" y="65851"/>
                        </a:lnTo>
                        <a:cubicBezTo>
                          <a:pt x="24099" y="65851"/>
                          <a:pt x="15841" y="62403"/>
                          <a:pt x="9618" y="56180"/>
                        </a:cubicBezTo>
                        <a:cubicBezTo>
                          <a:pt x="3409" y="49957"/>
                          <a:pt x="-13" y="41686"/>
                          <a:pt x="0" y="32887"/>
                        </a:cubicBezTo>
                        <a:cubicBezTo>
                          <a:pt x="0" y="24087"/>
                          <a:pt x="3435" y="15817"/>
                          <a:pt x="9671" y="9607"/>
                        </a:cubicBezTo>
                        <a:cubicBezTo>
                          <a:pt x="22527" y="-3222"/>
                          <a:pt x="43415" y="-3196"/>
                          <a:pt x="56244" y="9647"/>
                        </a:cubicBezTo>
                        <a:cubicBezTo>
                          <a:pt x="62454" y="15869"/>
                          <a:pt x="65876" y="24140"/>
                          <a:pt x="65862" y="32939"/>
                        </a:cubicBezTo>
                        <a:cubicBezTo>
                          <a:pt x="65862" y="41739"/>
                          <a:pt x="62427" y="50010"/>
                          <a:pt x="56191" y="56219"/>
                        </a:cubicBezTo>
                        <a:cubicBezTo>
                          <a:pt x="49968" y="62429"/>
                          <a:pt x="41711" y="65838"/>
                          <a:pt x="32925" y="65838"/>
                        </a:cubicBezTo>
                        <a:close/>
                        <a:moveTo>
                          <a:pt x="32925" y="5524"/>
                        </a:moveTo>
                        <a:cubicBezTo>
                          <a:pt x="25618" y="5524"/>
                          <a:pt x="18748" y="8365"/>
                          <a:pt x="13569" y="13531"/>
                        </a:cubicBezTo>
                        <a:cubicBezTo>
                          <a:pt x="8390" y="18697"/>
                          <a:pt x="5536" y="25580"/>
                          <a:pt x="5523" y="32900"/>
                        </a:cubicBezTo>
                        <a:cubicBezTo>
                          <a:pt x="5523" y="40219"/>
                          <a:pt x="8363" y="47103"/>
                          <a:pt x="13529" y="52282"/>
                        </a:cubicBezTo>
                        <a:cubicBezTo>
                          <a:pt x="18695" y="57461"/>
                          <a:pt x="25579" y="60315"/>
                          <a:pt x="32898" y="60328"/>
                        </a:cubicBezTo>
                        <a:lnTo>
                          <a:pt x="32925" y="60328"/>
                        </a:lnTo>
                        <a:cubicBezTo>
                          <a:pt x="40231" y="60328"/>
                          <a:pt x="47101" y="57488"/>
                          <a:pt x="52280" y="52322"/>
                        </a:cubicBezTo>
                        <a:cubicBezTo>
                          <a:pt x="57460" y="47156"/>
                          <a:pt x="60313" y="40272"/>
                          <a:pt x="60327" y="32953"/>
                        </a:cubicBezTo>
                        <a:cubicBezTo>
                          <a:pt x="60327" y="25633"/>
                          <a:pt x="57486" y="18750"/>
                          <a:pt x="52320" y="13571"/>
                        </a:cubicBezTo>
                        <a:cubicBezTo>
                          <a:pt x="47154" y="8391"/>
                          <a:pt x="40271" y="5538"/>
                          <a:pt x="32951" y="5524"/>
                        </a:cubicBezTo>
                        <a:lnTo>
                          <a:pt x="32925" y="5524"/>
                        </a:ln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4" name="Forme libre : forme 2443">
                    <a:extLst>
                      <a:ext uri="{FF2B5EF4-FFF2-40B4-BE49-F238E27FC236}">
                        <a16:creationId xmlns:a16="http://schemas.microsoft.com/office/drawing/2014/main" id="{34B94859-78CE-EE90-A335-472C46BA5677}"/>
                      </a:ext>
                    </a:extLst>
                  </p:cNvPr>
                  <p:cNvSpPr/>
                  <p:nvPr/>
                </p:nvSpPr>
                <p:spPr>
                  <a:xfrm>
                    <a:off x="122438" y="109943"/>
                    <a:ext cx="165111" cy="169427"/>
                  </a:xfrm>
                  <a:custGeom>
                    <a:avLst/>
                    <a:gdLst>
                      <a:gd name="connsiteX0" fmla="*/ 80488 w 165111"/>
                      <a:gd name="connsiteY0" fmla="*/ 169427 h 169427"/>
                      <a:gd name="connsiteX1" fmla="*/ 7544 w 165111"/>
                      <a:gd name="connsiteY1" fmla="*/ 128073 h 169427"/>
                      <a:gd name="connsiteX2" fmla="*/ 0 w 165111"/>
                      <a:gd name="connsiteY2" fmla="*/ 111690 h 169427"/>
                      <a:gd name="connsiteX3" fmla="*/ 5245 w 165111"/>
                      <a:gd name="connsiteY3" fmla="*/ 109920 h 169427"/>
                      <a:gd name="connsiteX4" fmla="*/ 12300 w 165111"/>
                      <a:gd name="connsiteY4" fmla="*/ 125246 h 169427"/>
                      <a:gd name="connsiteX5" fmla="*/ 95576 w 165111"/>
                      <a:gd name="connsiteY5" fmla="*/ 162451 h 169427"/>
                      <a:gd name="connsiteX6" fmla="*/ 95761 w 165111"/>
                      <a:gd name="connsiteY6" fmla="*/ 162412 h 169427"/>
                      <a:gd name="connsiteX7" fmla="*/ 95946 w 165111"/>
                      <a:gd name="connsiteY7" fmla="*/ 162372 h 169427"/>
                      <a:gd name="connsiteX8" fmla="*/ 120891 w 165111"/>
                      <a:gd name="connsiteY8" fmla="*/ 152754 h 169427"/>
                      <a:gd name="connsiteX9" fmla="*/ 157132 w 165111"/>
                      <a:gd name="connsiteY9" fmla="*/ 104173 h 169427"/>
                      <a:gd name="connsiteX10" fmla="*/ 159589 w 165111"/>
                      <a:gd name="connsiteY10" fmla="*/ 84566 h 169427"/>
                      <a:gd name="connsiteX11" fmla="*/ 148399 w 165111"/>
                      <a:gd name="connsiteY11" fmla="*/ 44190 h 169427"/>
                      <a:gd name="connsiteX12" fmla="*/ 39821 w 165111"/>
                      <a:gd name="connsiteY12" fmla="*/ 16669 h 169427"/>
                      <a:gd name="connsiteX13" fmla="*/ 10623 w 165111"/>
                      <a:gd name="connsiteY13" fmla="*/ 47123 h 169427"/>
                      <a:gd name="connsiteX14" fmla="*/ 5747 w 165111"/>
                      <a:gd name="connsiteY14" fmla="*/ 44494 h 169427"/>
                      <a:gd name="connsiteX15" fmla="*/ 36981 w 165111"/>
                      <a:gd name="connsiteY15" fmla="*/ 11912 h 169427"/>
                      <a:gd name="connsiteX16" fmla="*/ 153142 w 165111"/>
                      <a:gd name="connsiteY16" fmla="*/ 41349 h 169427"/>
                      <a:gd name="connsiteX17" fmla="*/ 165112 w 165111"/>
                      <a:gd name="connsiteY17" fmla="*/ 84539 h 169427"/>
                      <a:gd name="connsiteX18" fmla="*/ 162483 w 165111"/>
                      <a:gd name="connsiteY18" fmla="*/ 105520 h 169427"/>
                      <a:gd name="connsiteX19" fmla="*/ 123705 w 165111"/>
                      <a:gd name="connsiteY19" fmla="*/ 157510 h 169427"/>
                      <a:gd name="connsiteX20" fmla="*/ 80488 w 165111"/>
                      <a:gd name="connsiteY20" fmla="*/ 169427 h 169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165111" h="169427">
                        <a:moveTo>
                          <a:pt x="80488" y="169427"/>
                        </a:moveTo>
                        <a:cubicBezTo>
                          <a:pt x="51580" y="169427"/>
                          <a:pt x="23385" y="154656"/>
                          <a:pt x="7544" y="128073"/>
                        </a:cubicBezTo>
                        <a:cubicBezTo>
                          <a:pt x="4452" y="122881"/>
                          <a:pt x="1916" y="117372"/>
                          <a:pt x="0" y="111690"/>
                        </a:cubicBezTo>
                        <a:lnTo>
                          <a:pt x="5245" y="109920"/>
                        </a:lnTo>
                        <a:cubicBezTo>
                          <a:pt x="7029" y="115231"/>
                          <a:pt x="9407" y="120384"/>
                          <a:pt x="12300" y="125246"/>
                        </a:cubicBezTo>
                        <a:cubicBezTo>
                          <a:pt x="29859" y="154722"/>
                          <a:pt x="63682" y="168661"/>
                          <a:pt x="95576" y="162451"/>
                        </a:cubicBezTo>
                        <a:cubicBezTo>
                          <a:pt x="95643" y="162451"/>
                          <a:pt x="95695" y="162425"/>
                          <a:pt x="95761" y="162412"/>
                        </a:cubicBezTo>
                        <a:cubicBezTo>
                          <a:pt x="95828" y="162412"/>
                          <a:pt x="95880" y="162385"/>
                          <a:pt x="95946" y="162372"/>
                        </a:cubicBezTo>
                        <a:cubicBezTo>
                          <a:pt x="104521" y="160655"/>
                          <a:pt x="112950" y="157484"/>
                          <a:pt x="120891" y="152754"/>
                        </a:cubicBezTo>
                        <a:cubicBezTo>
                          <a:pt x="139071" y="141933"/>
                          <a:pt x="151939" y="124678"/>
                          <a:pt x="157132" y="104173"/>
                        </a:cubicBezTo>
                        <a:cubicBezTo>
                          <a:pt x="158783" y="97672"/>
                          <a:pt x="159589" y="91093"/>
                          <a:pt x="159589" y="84566"/>
                        </a:cubicBezTo>
                        <a:cubicBezTo>
                          <a:pt x="159589" y="70482"/>
                          <a:pt x="155797" y="56609"/>
                          <a:pt x="148399" y="44190"/>
                        </a:cubicBezTo>
                        <a:cubicBezTo>
                          <a:pt x="126044" y="6667"/>
                          <a:pt x="77344" y="-5673"/>
                          <a:pt x="39821" y="16669"/>
                        </a:cubicBezTo>
                        <a:cubicBezTo>
                          <a:pt x="27481" y="24015"/>
                          <a:pt x="17387" y="34545"/>
                          <a:pt x="10623" y="47123"/>
                        </a:cubicBezTo>
                        <a:lnTo>
                          <a:pt x="5747" y="44494"/>
                        </a:lnTo>
                        <a:cubicBezTo>
                          <a:pt x="12988" y="31044"/>
                          <a:pt x="23782" y="19774"/>
                          <a:pt x="36981" y="11912"/>
                        </a:cubicBezTo>
                        <a:cubicBezTo>
                          <a:pt x="77119" y="-11988"/>
                          <a:pt x="129228" y="1211"/>
                          <a:pt x="153142" y="41349"/>
                        </a:cubicBezTo>
                        <a:cubicBezTo>
                          <a:pt x="161056" y="54627"/>
                          <a:pt x="165112" y="69478"/>
                          <a:pt x="165112" y="84539"/>
                        </a:cubicBezTo>
                        <a:cubicBezTo>
                          <a:pt x="165112" y="91529"/>
                          <a:pt x="164240" y="98571"/>
                          <a:pt x="162483" y="105520"/>
                        </a:cubicBezTo>
                        <a:cubicBezTo>
                          <a:pt x="156920" y="127466"/>
                          <a:pt x="143153" y="145923"/>
                          <a:pt x="123705" y="157510"/>
                        </a:cubicBezTo>
                        <a:cubicBezTo>
                          <a:pt x="110149" y="165583"/>
                          <a:pt x="95220" y="169427"/>
                          <a:pt x="80488" y="169427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28" name="Graphique 1982">
                <a:extLst>
                  <a:ext uri="{FF2B5EF4-FFF2-40B4-BE49-F238E27FC236}">
                    <a16:creationId xmlns:a16="http://schemas.microsoft.com/office/drawing/2014/main" id="{25D6C8FC-5965-C91E-D5F5-53BE5D865DA0}"/>
                  </a:ext>
                </a:extLst>
              </p:cNvPr>
              <p:cNvGrpSpPr/>
              <p:nvPr/>
            </p:nvGrpSpPr>
            <p:grpSpPr>
              <a:xfrm>
                <a:off x="104021" y="201221"/>
                <a:ext cx="1288314" cy="928639"/>
                <a:chOff x="104021" y="201221"/>
                <a:chExt cx="1288314" cy="928639"/>
              </a:xfrm>
            </p:grpSpPr>
            <p:sp>
              <p:nvSpPr>
                <p:cNvPr id="2433" name="Forme libre : forme 2432">
                  <a:extLst>
                    <a:ext uri="{FF2B5EF4-FFF2-40B4-BE49-F238E27FC236}">
                      <a16:creationId xmlns:a16="http://schemas.microsoft.com/office/drawing/2014/main" id="{F59501D0-3317-E9C9-2269-8A71DBCFC64A}"/>
                    </a:ext>
                  </a:extLst>
                </p:cNvPr>
                <p:cNvSpPr/>
                <p:nvPr/>
              </p:nvSpPr>
              <p:spPr>
                <a:xfrm>
                  <a:off x="644502" y="879636"/>
                  <a:ext cx="268694" cy="207707"/>
                </a:xfrm>
                <a:custGeom>
                  <a:avLst/>
                  <a:gdLst>
                    <a:gd name="connsiteX0" fmla="*/ 23161 w 268694"/>
                    <a:gd name="connsiteY0" fmla="*/ 0 h 207707"/>
                    <a:gd name="connsiteX1" fmla="*/ 0 w 268694"/>
                    <a:gd name="connsiteY1" fmla="*/ 207708 h 207707"/>
                    <a:gd name="connsiteX2" fmla="*/ 268695 w 268694"/>
                    <a:gd name="connsiteY2" fmla="*/ 207708 h 207707"/>
                    <a:gd name="connsiteX3" fmla="*/ 233696 w 268694"/>
                    <a:gd name="connsiteY3" fmla="*/ 0 h 207707"/>
                    <a:gd name="connsiteX4" fmla="*/ 23161 w 268694"/>
                    <a:gd name="connsiteY4" fmla="*/ 0 h 2077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8694" h="207707">
                      <a:moveTo>
                        <a:pt x="23161" y="0"/>
                      </a:moveTo>
                      <a:lnTo>
                        <a:pt x="0" y="207708"/>
                      </a:lnTo>
                      <a:lnTo>
                        <a:pt x="268695" y="207708"/>
                      </a:lnTo>
                      <a:lnTo>
                        <a:pt x="233696" y="0"/>
                      </a:lnTo>
                      <a:lnTo>
                        <a:pt x="23161" y="0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4" name="Forme libre : forme 2433">
                  <a:extLst>
                    <a:ext uri="{FF2B5EF4-FFF2-40B4-BE49-F238E27FC236}">
                      <a16:creationId xmlns:a16="http://schemas.microsoft.com/office/drawing/2014/main" id="{41226E17-1044-8EE2-F3C3-59A59B061CD5}"/>
                    </a:ext>
                  </a:extLst>
                </p:cNvPr>
                <p:cNvSpPr/>
                <p:nvPr/>
              </p:nvSpPr>
              <p:spPr>
                <a:xfrm>
                  <a:off x="104021" y="201221"/>
                  <a:ext cx="1288314" cy="737698"/>
                </a:xfrm>
                <a:custGeom>
                  <a:avLst/>
                  <a:gdLst>
                    <a:gd name="connsiteX0" fmla="*/ 0 w 1288314"/>
                    <a:gd name="connsiteY0" fmla="*/ 63721 h 737698"/>
                    <a:gd name="connsiteX1" fmla="*/ 0 w 1288314"/>
                    <a:gd name="connsiteY1" fmla="*/ 635119 h 737698"/>
                    <a:gd name="connsiteX2" fmla="*/ 84452 w 1288314"/>
                    <a:gd name="connsiteY2" fmla="*/ 721777 h 737698"/>
                    <a:gd name="connsiteX3" fmla="*/ 1221764 w 1288314"/>
                    <a:gd name="connsiteY3" fmla="*/ 737275 h 737698"/>
                    <a:gd name="connsiteX4" fmla="*/ 1284561 w 1288314"/>
                    <a:gd name="connsiteY4" fmla="*/ 675310 h 737698"/>
                    <a:gd name="connsiteX5" fmla="*/ 1271587 w 1288314"/>
                    <a:gd name="connsiteY5" fmla="*/ 75163 h 737698"/>
                    <a:gd name="connsiteX6" fmla="*/ 1208830 w 1288314"/>
                    <a:gd name="connsiteY6" fmla="*/ 19606 h 737698"/>
                    <a:gd name="connsiteX7" fmla="*/ 61595 w 1288314"/>
                    <a:gd name="connsiteY7" fmla="*/ 712 h 737698"/>
                    <a:gd name="connsiteX8" fmla="*/ 0 w 1288314"/>
                    <a:gd name="connsiteY8" fmla="*/ 63708 h 7376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88314" h="737698">
                      <a:moveTo>
                        <a:pt x="0" y="63721"/>
                      </a:moveTo>
                      <a:lnTo>
                        <a:pt x="0" y="635119"/>
                      </a:lnTo>
                      <a:cubicBezTo>
                        <a:pt x="0" y="682127"/>
                        <a:pt x="37456" y="720562"/>
                        <a:pt x="84452" y="721777"/>
                      </a:cubicBezTo>
                      <a:cubicBezTo>
                        <a:pt x="293150" y="727154"/>
                        <a:pt x="1023094" y="740208"/>
                        <a:pt x="1221764" y="737275"/>
                      </a:cubicBezTo>
                      <a:cubicBezTo>
                        <a:pt x="1255904" y="736773"/>
                        <a:pt x="1283571" y="709450"/>
                        <a:pt x="1284561" y="675310"/>
                      </a:cubicBezTo>
                      <a:cubicBezTo>
                        <a:pt x="1288393" y="542568"/>
                        <a:pt x="1294616" y="223363"/>
                        <a:pt x="1271587" y="75163"/>
                      </a:cubicBezTo>
                      <a:cubicBezTo>
                        <a:pt x="1266738" y="43956"/>
                        <a:pt x="1240393" y="20623"/>
                        <a:pt x="1208830" y="19606"/>
                      </a:cubicBezTo>
                      <a:cubicBezTo>
                        <a:pt x="1033967" y="14017"/>
                        <a:pt x="260173" y="-3753"/>
                        <a:pt x="61595" y="712"/>
                      </a:cubicBezTo>
                      <a:cubicBezTo>
                        <a:pt x="27349" y="1479"/>
                        <a:pt x="0" y="29462"/>
                        <a:pt x="0" y="63708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5" name="Forme libre : forme 2434">
                  <a:extLst>
                    <a:ext uri="{FF2B5EF4-FFF2-40B4-BE49-F238E27FC236}">
                      <a16:creationId xmlns:a16="http://schemas.microsoft.com/office/drawing/2014/main" id="{2D19F76A-F7E4-5328-DDF7-2757008DEF16}"/>
                    </a:ext>
                  </a:extLst>
                </p:cNvPr>
                <p:cNvSpPr/>
                <p:nvPr/>
              </p:nvSpPr>
              <p:spPr>
                <a:xfrm>
                  <a:off x="139878" y="223431"/>
                  <a:ext cx="1208790" cy="645508"/>
                </a:xfrm>
                <a:custGeom>
                  <a:avLst/>
                  <a:gdLst>
                    <a:gd name="connsiteX0" fmla="*/ 0 w 1208790"/>
                    <a:gd name="connsiteY0" fmla="*/ 38723 h 645508"/>
                    <a:gd name="connsiteX1" fmla="*/ 0 w 1208790"/>
                    <a:gd name="connsiteY1" fmla="*/ 581596 h 645508"/>
                    <a:gd name="connsiteX2" fmla="*/ 49466 w 1208790"/>
                    <a:gd name="connsiteY2" fmla="*/ 631815 h 645508"/>
                    <a:gd name="connsiteX3" fmla="*/ 1157329 w 1208790"/>
                    <a:gd name="connsiteY3" fmla="*/ 645503 h 645508"/>
                    <a:gd name="connsiteX4" fmla="*/ 1206940 w 1208790"/>
                    <a:gd name="connsiteY4" fmla="*/ 596816 h 645508"/>
                    <a:gd name="connsiteX5" fmla="*/ 1208790 w 1208790"/>
                    <a:gd name="connsiteY5" fmla="*/ 58792 h 645508"/>
                    <a:gd name="connsiteX6" fmla="*/ 1173910 w 1208790"/>
                    <a:gd name="connsiteY6" fmla="*/ 22921 h 645508"/>
                    <a:gd name="connsiteX7" fmla="*/ 39676 w 1208790"/>
                    <a:gd name="connsiteY7" fmla="*/ 12 h 645508"/>
                    <a:gd name="connsiteX8" fmla="*/ 0 w 1208790"/>
                    <a:gd name="connsiteY8" fmla="*/ 38736 h 645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08790" h="645508">
                      <a:moveTo>
                        <a:pt x="0" y="38723"/>
                      </a:moveTo>
                      <a:lnTo>
                        <a:pt x="0" y="581596"/>
                      </a:lnTo>
                      <a:cubicBezTo>
                        <a:pt x="0" y="609038"/>
                        <a:pt x="22025" y="631406"/>
                        <a:pt x="49466" y="631815"/>
                      </a:cubicBezTo>
                      <a:lnTo>
                        <a:pt x="1157329" y="645503"/>
                      </a:lnTo>
                      <a:cubicBezTo>
                        <a:pt x="1184533" y="645913"/>
                        <a:pt x="1206835" y="624020"/>
                        <a:pt x="1206940" y="596816"/>
                      </a:cubicBezTo>
                      <a:lnTo>
                        <a:pt x="1208790" y="58792"/>
                      </a:lnTo>
                      <a:cubicBezTo>
                        <a:pt x="1208856" y="39331"/>
                        <a:pt x="1193358" y="23397"/>
                        <a:pt x="1173910" y="22921"/>
                      </a:cubicBezTo>
                      <a:lnTo>
                        <a:pt x="39676" y="12"/>
                      </a:lnTo>
                      <a:cubicBezTo>
                        <a:pt x="17929" y="-517"/>
                        <a:pt x="0" y="16976"/>
                        <a:pt x="0" y="38736"/>
                      </a:cubicBezTo>
                      <a:close/>
                    </a:path>
                  </a:pathLst>
                </a:custGeom>
                <a:solidFill>
                  <a:srgbClr val="4438B7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6" name="Forme libre : forme 2435">
                  <a:extLst>
                    <a:ext uri="{FF2B5EF4-FFF2-40B4-BE49-F238E27FC236}">
                      <a16:creationId xmlns:a16="http://schemas.microsoft.com/office/drawing/2014/main" id="{46382C6F-D585-0343-D10D-CC26EBB79E9D}"/>
                    </a:ext>
                  </a:extLst>
                </p:cNvPr>
                <p:cNvSpPr/>
                <p:nvPr/>
              </p:nvSpPr>
              <p:spPr>
                <a:xfrm>
                  <a:off x="745958" y="888739"/>
                  <a:ext cx="27084" cy="27084"/>
                </a:xfrm>
                <a:custGeom>
                  <a:avLst/>
                  <a:gdLst>
                    <a:gd name="connsiteX0" fmla="*/ 13542 w 27084"/>
                    <a:gd name="connsiteY0" fmla="*/ 27085 h 27084"/>
                    <a:gd name="connsiteX1" fmla="*/ 0 w 27084"/>
                    <a:gd name="connsiteY1" fmla="*/ 13542 h 27084"/>
                    <a:gd name="connsiteX2" fmla="*/ 13542 w 27084"/>
                    <a:gd name="connsiteY2" fmla="*/ 0 h 27084"/>
                    <a:gd name="connsiteX3" fmla="*/ 27085 w 27084"/>
                    <a:gd name="connsiteY3" fmla="*/ 13542 h 27084"/>
                    <a:gd name="connsiteX4" fmla="*/ 13542 w 27084"/>
                    <a:gd name="connsiteY4" fmla="*/ 27085 h 27084"/>
                    <a:gd name="connsiteX5" fmla="*/ 13542 w 27084"/>
                    <a:gd name="connsiteY5" fmla="*/ 1797 h 27084"/>
                    <a:gd name="connsiteX6" fmla="*/ 1797 w 27084"/>
                    <a:gd name="connsiteY6" fmla="*/ 13556 h 27084"/>
                    <a:gd name="connsiteX7" fmla="*/ 13542 w 27084"/>
                    <a:gd name="connsiteY7" fmla="*/ 25301 h 27084"/>
                    <a:gd name="connsiteX8" fmla="*/ 25301 w 27084"/>
                    <a:gd name="connsiteY8" fmla="*/ 13556 h 27084"/>
                    <a:gd name="connsiteX9" fmla="*/ 13542 w 27084"/>
                    <a:gd name="connsiteY9" fmla="*/ 1797 h 27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7084" h="27084">
                      <a:moveTo>
                        <a:pt x="13542" y="27085"/>
                      </a:moveTo>
                      <a:cubicBezTo>
                        <a:pt x="6078" y="27085"/>
                        <a:pt x="0" y="21007"/>
                        <a:pt x="0" y="13542"/>
                      </a:cubicBezTo>
                      <a:cubicBezTo>
                        <a:pt x="0" y="6078"/>
                        <a:pt x="6078" y="0"/>
                        <a:pt x="13542" y="0"/>
                      </a:cubicBezTo>
                      <a:cubicBezTo>
                        <a:pt x="21007" y="0"/>
                        <a:pt x="27085" y="6078"/>
                        <a:pt x="27085" y="13542"/>
                      </a:cubicBezTo>
                      <a:cubicBezTo>
                        <a:pt x="27085" y="21007"/>
                        <a:pt x="21007" y="27085"/>
                        <a:pt x="13542" y="27085"/>
                      </a:cubicBezTo>
                      <a:close/>
                      <a:moveTo>
                        <a:pt x="13542" y="1797"/>
                      </a:moveTo>
                      <a:cubicBezTo>
                        <a:pt x="7069" y="1797"/>
                        <a:pt x="1797" y="7069"/>
                        <a:pt x="1797" y="13556"/>
                      </a:cubicBezTo>
                      <a:cubicBezTo>
                        <a:pt x="1797" y="20043"/>
                        <a:pt x="7069" y="25301"/>
                        <a:pt x="13542" y="25301"/>
                      </a:cubicBezTo>
                      <a:cubicBezTo>
                        <a:pt x="20016" y="25301"/>
                        <a:pt x="25301" y="20030"/>
                        <a:pt x="25301" y="13556"/>
                      </a:cubicBezTo>
                      <a:cubicBezTo>
                        <a:pt x="25301" y="7082"/>
                        <a:pt x="20030" y="1797"/>
                        <a:pt x="13542" y="1797"/>
                      </a:cubicBezTo>
                      <a:close/>
                    </a:path>
                  </a:pathLst>
                </a:custGeom>
                <a:solidFill>
                  <a:srgbClr val="FFFFFF">
                    <a:alpha val="65000"/>
                  </a:srgbClr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7" name="Forme libre : forme 2436">
                  <a:extLst>
                    <a:ext uri="{FF2B5EF4-FFF2-40B4-BE49-F238E27FC236}">
                      <a16:creationId xmlns:a16="http://schemas.microsoft.com/office/drawing/2014/main" id="{562D5837-1BAC-B64A-9A31-85581C4B93A1}"/>
                    </a:ext>
                  </a:extLst>
                </p:cNvPr>
                <p:cNvSpPr/>
                <p:nvPr/>
              </p:nvSpPr>
              <p:spPr>
                <a:xfrm>
                  <a:off x="560849" y="1071638"/>
                  <a:ext cx="427199" cy="58222"/>
                </a:xfrm>
                <a:custGeom>
                  <a:avLst/>
                  <a:gdLst>
                    <a:gd name="connsiteX0" fmla="*/ 410230 w 427199"/>
                    <a:gd name="connsiteY0" fmla="*/ 58210 h 58222"/>
                    <a:gd name="connsiteX1" fmla="*/ 16972 w 427199"/>
                    <a:gd name="connsiteY1" fmla="*/ 58210 h 58222"/>
                    <a:gd name="connsiteX2" fmla="*/ 324 w 427199"/>
                    <a:gd name="connsiteY2" fmla="*/ 42434 h 58222"/>
                    <a:gd name="connsiteX3" fmla="*/ 5371 w 427199"/>
                    <a:gd name="connsiteY3" fmla="*/ 22484 h 58222"/>
                    <a:gd name="connsiteX4" fmla="*/ 21332 w 427199"/>
                    <a:gd name="connsiteY4" fmla="*/ 11835 h 58222"/>
                    <a:gd name="connsiteX5" fmla="*/ 400453 w 427199"/>
                    <a:gd name="connsiteY5" fmla="*/ 10 h 58222"/>
                    <a:gd name="connsiteX6" fmla="*/ 417682 w 427199"/>
                    <a:gd name="connsiteY6" fmla="*/ 10342 h 58222"/>
                    <a:gd name="connsiteX7" fmla="*/ 426785 w 427199"/>
                    <a:gd name="connsiteY7" fmla="*/ 42131 h 58222"/>
                    <a:gd name="connsiteX8" fmla="*/ 410230 w 427199"/>
                    <a:gd name="connsiteY8" fmla="*/ 58223 h 582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7199" h="58222">
                      <a:moveTo>
                        <a:pt x="410230" y="58210"/>
                      </a:moveTo>
                      <a:lnTo>
                        <a:pt x="16972" y="58210"/>
                      </a:lnTo>
                      <a:cubicBezTo>
                        <a:pt x="6283" y="58210"/>
                        <a:pt x="-1737" y="50600"/>
                        <a:pt x="324" y="42434"/>
                      </a:cubicBezTo>
                      <a:lnTo>
                        <a:pt x="5371" y="22484"/>
                      </a:lnTo>
                      <a:cubicBezTo>
                        <a:pt x="6891" y="16486"/>
                        <a:pt x="13497" y="12073"/>
                        <a:pt x="21332" y="11835"/>
                      </a:cubicBezTo>
                      <a:lnTo>
                        <a:pt x="400453" y="10"/>
                      </a:lnTo>
                      <a:cubicBezTo>
                        <a:pt x="408645" y="-241"/>
                        <a:pt x="415898" y="4106"/>
                        <a:pt x="417682" y="10342"/>
                      </a:cubicBezTo>
                      <a:lnTo>
                        <a:pt x="426785" y="42131"/>
                      </a:lnTo>
                      <a:cubicBezTo>
                        <a:pt x="429150" y="50388"/>
                        <a:pt x="421091" y="58223"/>
                        <a:pt x="410230" y="58223"/>
                      </a:cubicBezTo>
                      <a:close/>
                    </a:path>
                  </a:pathLst>
                </a:custGeom>
                <a:solidFill>
                  <a:srgbClr val="332989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8" name="Forme libre : forme 2437">
                  <a:extLst>
                    <a:ext uri="{FF2B5EF4-FFF2-40B4-BE49-F238E27FC236}">
                      <a16:creationId xmlns:a16="http://schemas.microsoft.com/office/drawing/2014/main" id="{781403F0-3C65-36E6-36F7-CDB6D9749276}"/>
                    </a:ext>
                  </a:extLst>
                </p:cNvPr>
                <p:cNvSpPr/>
                <p:nvPr/>
              </p:nvSpPr>
              <p:spPr>
                <a:xfrm>
                  <a:off x="170818" y="258360"/>
                  <a:ext cx="1149497" cy="592652"/>
                </a:xfrm>
                <a:custGeom>
                  <a:avLst/>
                  <a:gdLst>
                    <a:gd name="connsiteX0" fmla="*/ 1096028 w 1149497"/>
                    <a:gd name="connsiteY0" fmla="*/ 13043 h 592652"/>
                    <a:gd name="connsiteX1" fmla="*/ 37301 w 1149497"/>
                    <a:gd name="connsiteY1" fmla="*/ 2 h 592652"/>
                    <a:gd name="connsiteX2" fmla="*/ 6807 w 1149497"/>
                    <a:gd name="connsiteY2" fmla="*/ 30522 h 592652"/>
                    <a:gd name="connsiteX3" fmla="*/ 3 w 1149497"/>
                    <a:gd name="connsiteY3" fmla="*/ 523572 h 592652"/>
                    <a:gd name="connsiteX4" fmla="*/ 29242 w 1149497"/>
                    <a:gd name="connsiteY4" fmla="*/ 554951 h 592652"/>
                    <a:gd name="connsiteX5" fmla="*/ 1093980 w 1149497"/>
                    <a:gd name="connsiteY5" fmla="*/ 592619 h 592652"/>
                    <a:gd name="connsiteX6" fmla="*/ 1133326 w 1149497"/>
                    <a:gd name="connsiteY6" fmla="*/ 576949 h 592652"/>
                    <a:gd name="connsiteX7" fmla="*/ 1149497 w 1149497"/>
                    <a:gd name="connsiteY7" fmla="*/ 536732 h 592652"/>
                    <a:gd name="connsiteX8" fmla="*/ 1149497 w 1149497"/>
                    <a:gd name="connsiteY8" fmla="*/ 68943 h 592652"/>
                    <a:gd name="connsiteX9" fmla="*/ 1096015 w 1149497"/>
                    <a:gd name="connsiteY9" fmla="*/ 13043 h 5926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49497" h="592652">
                      <a:moveTo>
                        <a:pt x="1096028" y="13043"/>
                      </a:moveTo>
                      <a:lnTo>
                        <a:pt x="37301" y="2"/>
                      </a:lnTo>
                      <a:cubicBezTo>
                        <a:pt x="20614" y="-209"/>
                        <a:pt x="7045" y="13452"/>
                        <a:pt x="6807" y="30522"/>
                      </a:cubicBezTo>
                      <a:lnTo>
                        <a:pt x="3" y="523572"/>
                      </a:lnTo>
                      <a:cubicBezTo>
                        <a:pt x="-235" y="540418"/>
                        <a:pt x="12779" y="554370"/>
                        <a:pt x="29242" y="554951"/>
                      </a:cubicBezTo>
                      <a:lnTo>
                        <a:pt x="1093980" y="592619"/>
                      </a:lnTo>
                      <a:cubicBezTo>
                        <a:pt x="1108791" y="593147"/>
                        <a:pt x="1122677" y="587493"/>
                        <a:pt x="1133326" y="576949"/>
                      </a:cubicBezTo>
                      <a:cubicBezTo>
                        <a:pt x="1143988" y="566419"/>
                        <a:pt x="1149497" y="551899"/>
                        <a:pt x="1149497" y="536732"/>
                      </a:cubicBezTo>
                      <a:lnTo>
                        <a:pt x="1149497" y="68943"/>
                      </a:lnTo>
                      <a:cubicBezTo>
                        <a:pt x="1149497" y="38331"/>
                        <a:pt x="1125940" y="13400"/>
                        <a:pt x="1096015" y="13043"/>
                      </a:cubicBezTo>
                      <a:close/>
                    </a:path>
                  </a:pathLst>
                </a:custGeom>
                <a:solidFill>
                  <a:srgbClr val="FFFFFF">
                    <a:alpha val="28000"/>
                  </a:srgbClr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" name="Graphique 1982">
                <a:extLst>
                  <a:ext uri="{FF2B5EF4-FFF2-40B4-BE49-F238E27FC236}">
                    <a16:creationId xmlns:a16="http://schemas.microsoft.com/office/drawing/2014/main" id="{B1F6A2D5-18DB-062E-C5FF-3612726FBC62}"/>
                  </a:ext>
                </a:extLst>
              </p:cNvPr>
              <p:cNvGrpSpPr/>
              <p:nvPr/>
            </p:nvGrpSpPr>
            <p:grpSpPr>
              <a:xfrm>
                <a:off x="188961" y="284100"/>
                <a:ext cx="521103" cy="521432"/>
                <a:chOff x="188961" y="284100"/>
                <a:chExt cx="521103" cy="521432"/>
              </a:xfrm>
            </p:grpSpPr>
            <p:grpSp>
              <p:nvGrpSpPr>
                <p:cNvPr id="2421" name="Graphique 1982">
                  <a:extLst>
                    <a:ext uri="{FF2B5EF4-FFF2-40B4-BE49-F238E27FC236}">
                      <a16:creationId xmlns:a16="http://schemas.microsoft.com/office/drawing/2014/main" id="{A5AB659D-030E-E134-7A9E-92FB3A106A1E}"/>
                    </a:ext>
                  </a:extLst>
                </p:cNvPr>
                <p:cNvGrpSpPr/>
                <p:nvPr/>
              </p:nvGrpSpPr>
              <p:grpSpPr>
                <a:xfrm>
                  <a:off x="188961" y="284100"/>
                  <a:ext cx="521103" cy="521432"/>
                  <a:chOff x="188961" y="284100"/>
                  <a:chExt cx="521103" cy="521432"/>
                </a:xfrm>
              </p:grpSpPr>
              <p:sp>
                <p:nvSpPr>
                  <p:cNvPr id="2431" name="Forme libre : forme 2430">
                    <a:extLst>
                      <a:ext uri="{FF2B5EF4-FFF2-40B4-BE49-F238E27FC236}">
                        <a16:creationId xmlns:a16="http://schemas.microsoft.com/office/drawing/2014/main" id="{DF8A2CFC-082D-FC58-A652-183F69E3A3A7}"/>
                      </a:ext>
                    </a:extLst>
                  </p:cNvPr>
                  <p:cNvSpPr/>
                  <p:nvPr/>
                </p:nvSpPr>
                <p:spPr>
                  <a:xfrm>
                    <a:off x="188961" y="284100"/>
                    <a:ext cx="521103" cy="521432"/>
                  </a:xfrm>
                  <a:custGeom>
                    <a:avLst/>
                    <a:gdLst>
                      <a:gd name="connsiteX0" fmla="*/ 23333 w 521103"/>
                      <a:gd name="connsiteY0" fmla="*/ 13 h 521432"/>
                      <a:gd name="connsiteX1" fmla="*/ 497965 w 521103"/>
                      <a:gd name="connsiteY1" fmla="*/ 13 h 521432"/>
                      <a:gd name="connsiteX2" fmla="*/ 521099 w 521103"/>
                      <a:gd name="connsiteY2" fmla="*/ 29067 h 521432"/>
                      <a:gd name="connsiteX3" fmla="*/ 514427 w 521103"/>
                      <a:gd name="connsiteY3" fmla="*/ 483273 h 521432"/>
                      <a:gd name="connsiteX4" fmla="*/ 482533 w 521103"/>
                      <a:gd name="connsiteY4" fmla="*/ 521430 h 521432"/>
                      <a:gd name="connsiteX5" fmla="*/ 22844 w 521103"/>
                      <a:gd name="connsiteY5" fmla="*/ 514308 h 521432"/>
                      <a:gd name="connsiteX6" fmla="*/ 0 w 521103"/>
                      <a:gd name="connsiteY6" fmla="*/ 485757 h 521432"/>
                      <a:gd name="connsiteX7" fmla="*/ 225 w 521103"/>
                      <a:gd name="connsiteY7" fmla="*/ 28525 h 521432"/>
                      <a:gd name="connsiteX8" fmla="*/ 23359 w 521103"/>
                      <a:gd name="connsiteY8" fmla="*/ 0 h 5214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21103" h="521432">
                        <a:moveTo>
                          <a:pt x="23333" y="13"/>
                        </a:moveTo>
                        <a:lnTo>
                          <a:pt x="497965" y="13"/>
                        </a:lnTo>
                        <a:cubicBezTo>
                          <a:pt x="510913" y="13"/>
                          <a:pt x="521337" y="13106"/>
                          <a:pt x="521099" y="29067"/>
                        </a:cubicBezTo>
                        <a:lnTo>
                          <a:pt x="514427" y="483273"/>
                        </a:lnTo>
                        <a:cubicBezTo>
                          <a:pt x="514110" y="504650"/>
                          <a:pt x="499854" y="521694"/>
                          <a:pt x="482533" y="521430"/>
                        </a:cubicBezTo>
                        <a:lnTo>
                          <a:pt x="22844" y="514308"/>
                        </a:lnTo>
                        <a:cubicBezTo>
                          <a:pt x="10173" y="514110"/>
                          <a:pt x="-13" y="501387"/>
                          <a:pt x="0" y="485757"/>
                        </a:cubicBezTo>
                        <a:lnTo>
                          <a:pt x="225" y="28525"/>
                        </a:lnTo>
                        <a:cubicBezTo>
                          <a:pt x="225" y="12776"/>
                          <a:pt x="10583" y="0"/>
                          <a:pt x="23359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32" name="Forme libre : forme 2431">
                    <a:extLst>
                      <a:ext uri="{FF2B5EF4-FFF2-40B4-BE49-F238E27FC236}">
                        <a16:creationId xmlns:a16="http://schemas.microsoft.com/office/drawing/2014/main" id="{7898D292-7C16-4123-F6AD-4C238A176503}"/>
                      </a:ext>
                    </a:extLst>
                  </p:cNvPr>
                  <p:cNvSpPr/>
                  <p:nvPr/>
                </p:nvSpPr>
                <p:spPr>
                  <a:xfrm>
                    <a:off x="197378" y="297497"/>
                    <a:ext cx="500386" cy="499751"/>
                  </a:xfrm>
                  <a:custGeom>
                    <a:avLst/>
                    <a:gdLst>
                      <a:gd name="connsiteX0" fmla="*/ 22421 w 500386"/>
                      <a:gd name="connsiteY0" fmla="*/ 0 h 499751"/>
                      <a:gd name="connsiteX1" fmla="*/ 478173 w 500386"/>
                      <a:gd name="connsiteY1" fmla="*/ 0 h 499751"/>
                      <a:gd name="connsiteX2" fmla="*/ 500383 w 500386"/>
                      <a:gd name="connsiteY2" fmla="*/ 27851 h 499751"/>
                      <a:gd name="connsiteX3" fmla="*/ 493975 w 500386"/>
                      <a:gd name="connsiteY3" fmla="*/ 463177 h 499751"/>
                      <a:gd name="connsiteX4" fmla="*/ 463349 w 500386"/>
                      <a:gd name="connsiteY4" fmla="*/ 499749 h 499751"/>
                      <a:gd name="connsiteX5" fmla="*/ 21932 w 500386"/>
                      <a:gd name="connsiteY5" fmla="*/ 492931 h 499751"/>
                      <a:gd name="connsiteX6" fmla="*/ 0 w 500386"/>
                      <a:gd name="connsiteY6" fmla="*/ 465569 h 499751"/>
                      <a:gd name="connsiteX7" fmla="*/ 211 w 500386"/>
                      <a:gd name="connsiteY7" fmla="*/ 27349 h 499751"/>
                      <a:gd name="connsiteX8" fmla="*/ 22421 w 500386"/>
                      <a:gd name="connsiteY8" fmla="*/ 13 h 4997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00386" h="499751">
                        <a:moveTo>
                          <a:pt x="22421" y="0"/>
                        </a:moveTo>
                        <a:lnTo>
                          <a:pt x="478173" y="0"/>
                        </a:lnTo>
                        <a:cubicBezTo>
                          <a:pt x="490606" y="0"/>
                          <a:pt x="500607" y="12552"/>
                          <a:pt x="500383" y="27851"/>
                        </a:cubicBezTo>
                        <a:lnTo>
                          <a:pt x="493975" y="463177"/>
                        </a:lnTo>
                        <a:cubicBezTo>
                          <a:pt x="493671" y="483669"/>
                          <a:pt x="479983" y="500013"/>
                          <a:pt x="463349" y="499749"/>
                        </a:cubicBezTo>
                        <a:lnTo>
                          <a:pt x="21932" y="492931"/>
                        </a:lnTo>
                        <a:cubicBezTo>
                          <a:pt x="9764" y="492746"/>
                          <a:pt x="-13" y="480538"/>
                          <a:pt x="0" y="465569"/>
                        </a:cubicBezTo>
                        <a:lnTo>
                          <a:pt x="211" y="27349"/>
                        </a:lnTo>
                        <a:cubicBezTo>
                          <a:pt x="211" y="12248"/>
                          <a:pt x="10160" y="13"/>
                          <a:pt x="22421" y="1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422" name="Graphique 1982">
                  <a:extLst>
                    <a:ext uri="{FF2B5EF4-FFF2-40B4-BE49-F238E27FC236}">
                      <a16:creationId xmlns:a16="http://schemas.microsoft.com/office/drawing/2014/main" id="{7672F4EC-CC10-FB07-2692-DB41A5D8F63A}"/>
                    </a:ext>
                  </a:extLst>
                </p:cNvPr>
                <p:cNvGrpSpPr/>
                <p:nvPr/>
              </p:nvGrpSpPr>
              <p:grpSpPr>
                <a:xfrm>
                  <a:off x="214685" y="309560"/>
                  <a:ext cx="463983" cy="476561"/>
                  <a:chOff x="214685" y="309560"/>
                  <a:chExt cx="463983" cy="476561"/>
                </a:xfrm>
                <a:solidFill>
                  <a:srgbClr val="DAD9FC"/>
                </a:solidFill>
              </p:grpSpPr>
              <p:sp>
                <p:nvSpPr>
                  <p:cNvPr id="2423" name="Forme libre : forme 2422">
                    <a:extLst>
                      <a:ext uri="{FF2B5EF4-FFF2-40B4-BE49-F238E27FC236}">
                        <a16:creationId xmlns:a16="http://schemas.microsoft.com/office/drawing/2014/main" id="{476F0BFA-0280-4FCE-E399-E4EADA19FBD6}"/>
                      </a:ext>
                    </a:extLst>
                  </p:cNvPr>
                  <p:cNvSpPr/>
                  <p:nvPr/>
                </p:nvSpPr>
                <p:spPr>
                  <a:xfrm>
                    <a:off x="218345" y="309560"/>
                    <a:ext cx="327901" cy="39662"/>
                  </a:xfrm>
                  <a:custGeom>
                    <a:avLst/>
                    <a:gdLst>
                      <a:gd name="connsiteX0" fmla="*/ 315241 w 327901"/>
                      <a:gd name="connsiteY0" fmla="*/ 39663 h 39662"/>
                      <a:gd name="connsiteX1" fmla="*/ 315109 w 327901"/>
                      <a:gd name="connsiteY1" fmla="*/ 39663 h 39662"/>
                      <a:gd name="connsiteX2" fmla="*/ 14124 w 327901"/>
                      <a:gd name="connsiteY2" fmla="*/ 36307 h 39662"/>
                      <a:gd name="connsiteX3" fmla="*/ 0 w 327901"/>
                      <a:gd name="connsiteY3" fmla="*/ 22606 h 39662"/>
                      <a:gd name="connsiteX4" fmla="*/ 0 w 327901"/>
                      <a:gd name="connsiteY4" fmla="*/ 10808 h 39662"/>
                      <a:gd name="connsiteX5" fmla="*/ 3316 w 327901"/>
                      <a:gd name="connsiteY5" fmla="*/ 3144 h 39662"/>
                      <a:gd name="connsiteX6" fmla="*/ 11244 w 327901"/>
                      <a:gd name="connsiteY6" fmla="*/ 0 h 39662"/>
                      <a:gd name="connsiteX7" fmla="*/ 317276 w 327901"/>
                      <a:gd name="connsiteY7" fmla="*/ 0 h 39662"/>
                      <a:gd name="connsiteX8" fmla="*/ 325216 w 327901"/>
                      <a:gd name="connsiteY8" fmla="*/ 3422 h 39662"/>
                      <a:gd name="connsiteX9" fmla="*/ 327872 w 327901"/>
                      <a:gd name="connsiteY9" fmla="*/ 10953 h 39662"/>
                      <a:gd name="connsiteX10" fmla="*/ 326432 w 327901"/>
                      <a:gd name="connsiteY10" fmla="*/ 29688 h 39662"/>
                      <a:gd name="connsiteX11" fmla="*/ 315241 w 327901"/>
                      <a:gd name="connsiteY11" fmla="*/ 39663 h 39662"/>
                      <a:gd name="connsiteX12" fmla="*/ 11244 w 327901"/>
                      <a:gd name="connsiteY12" fmla="*/ 2682 h 39662"/>
                      <a:gd name="connsiteX13" fmla="*/ 5153 w 327901"/>
                      <a:gd name="connsiteY13" fmla="*/ 5087 h 39662"/>
                      <a:gd name="connsiteX14" fmla="*/ 2669 w 327901"/>
                      <a:gd name="connsiteY14" fmla="*/ 10808 h 39662"/>
                      <a:gd name="connsiteX15" fmla="*/ 2669 w 327901"/>
                      <a:gd name="connsiteY15" fmla="*/ 22606 h 39662"/>
                      <a:gd name="connsiteX16" fmla="*/ 14150 w 327901"/>
                      <a:gd name="connsiteY16" fmla="*/ 33625 h 39662"/>
                      <a:gd name="connsiteX17" fmla="*/ 315135 w 327901"/>
                      <a:gd name="connsiteY17" fmla="*/ 36981 h 39662"/>
                      <a:gd name="connsiteX18" fmla="*/ 323763 w 327901"/>
                      <a:gd name="connsiteY18" fmla="*/ 29476 h 39662"/>
                      <a:gd name="connsiteX19" fmla="*/ 325203 w 327901"/>
                      <a:gd name="connsiteY19" fmla="*/ 10741 h 39662"/>
                      <a:gd name="connsiteX20" fmla="*/ 323261 w 327901"/>
                      <a:gd name="connsiteY20" fmla="*/ 5232 h 39662"/>
                      <a:gd name="connsiteX21" fmla="*/ 317289 w 327901"/>
                      <a:gd name="connsiteY21" fmla="*/ 2669 h 39662"/>
                      <a:gd name="connsiteX22" fmla="*/ 11257 w 327901"/>
                      <a:gd name="connsiteY22" fmla="*/ 2669 h 396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327901" h="39662">
                        <a:moveTo>
                          <a:pt x="315241" y="39663"/>
                        </a:moveTo>
                        <a:cubicBezTo>
                          <a:pt x="315241" y="39663"/>
                          <a:pt x="315149" y="39663"/>
                          <a:pt x="315109" y="39663"/>
                        </a:cubicBezTo>
                        <a:lnTo>
                          <a:pt x="14124" y="36307"/>
                        </a:lnTo>
                        <a:cubicBezTo>
                          <a:pt x="6329" y="36214"/>
                          <a:pt x="0" y="30071"/>
                          <a:pt x="0" y="22606"/>
                        </a:cubicBezTo>
                        <a:lnTo>
                          <a:pt x="0" y="10808"/>
                        </a:lnTo>
                        <a:cubicBezTo>
                          <a:pt x="0" y="7914"/>
                          <a:pt x="1176" y="5192"/>
                          <a:pt x="3316" y="3144"/>
                        </a:cubicBezTo>
                        <a:cubicBezTo>
                          <a:pt x="5443" y="1123"/>
                          <a:pt x="8258" y="0"/>
                          <a:pt x="11244" y="0"/>
                        </a:cubicBezTo>
                        <a:lnTo>
                          <a:pt x="317276" y="0"/>
                        </a:lnTo>
                        <a:cubicBezTo>
                          <a:pt x="320315" y="0"/>
                          <a:pt x="323208" y="1242"/>
                          <a:pt x="325216" y="3422"/>
                        </a:cubicBezTo>
                        <a:cubicBezTo>
                          <a:pt x="327145" y="5496"/>
                          <a:pt x="328083" y="8178"/>
                          <a:pt x="327872" y="10953"/>
                        </a:cubicBezTo>
                        <a:lnTo>
                          <a:pt x="326432" y="29688"/>
                        </a:lnTo>
                        <a:cubicBezTo>
                          <a:pt x="325996" y="35303"/>
                          <a:pt x="321094" y="39663"/>
                          <a:pt x="315241" y="39663"/>
                        </a:cubicBezTo>
                        <a:close/>
                        <a:moveTo>
                          <a:pt x="11244" y="2682"/>
                        </a:moveTo>
                        <a:cubicBezTo>
                          <a:pt x="8945" y="2682"/>
                          <a:pt x="6778" y="3541"/>
                          <a:pt x="5153" y="5087"/>
                        </a:cubicBezTo>
                        <a:cubicBezTo>
                          <a:pt x="3554" y="6619"/>
                          <a:pt x="2669" y="8654"/>
                          <a:pt x="2669" y="10808"/>
                        </a:cubicBezTo>
                        <a:lnTo>
                          <a:pt x="2669" y="22606"/>
                        </a:lnTo>
                        <a:cubicBezTo>
                          <a:pt x="2669" y="28617"/>
                          <a:pt x="7822" y="33559"/>
                          <a:pt x="14150" y="33625"/>
                        </a:cubicBezTo>
                        <a:lnTo>
                          <a:pt x="315135" y="36981"/>
                        </a:lnTo>
                        <a:cubicBezTo>
                          <a:pt x="319680" y="37020"/>
                          <a:pt x="323433" y="33731"/>
                          <a:pt x="323763" y="29476"/>
                        </a:cubicBezTo>
                        <a:lnTo>
                          <a:pt x="325203" y="10741"/>
                        </a:lnTo>
                        <a:cubicBezTo>
                          <a:pt x="325362" y="8720"/>
                          <a:pt x="324661" y="6765"/>
                          <a:pt x="323261" y="5232"/>
                        </a:cubicBezTo>
                        <a:cubicBezTo>
                          <a:pt x="321755" y="3607"/>
                          <a:pt x="319575" y="2669"/>
                          <a:pt x="317289" y="2669"/>
                        </a:cubicBezTo>
                        <a:lnTo>
                          <a:pt x="11257" y="2669"/>
                        </a:ln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4" name="Forme libre : forme 2423">
                    <a:extLst>
                      <a:ext uri="{FF2B5EF4-FFF2-40B4-BE49-F238E27FC236}">
                        <a16:creationId xmlns:a16="http://schemas.microsoft.com/office/drawing/2014/main" id="{4F8135E4-5135-1341-D720-54D334779205}"/>
                      </a:ext>
                    </a:extLst>
                  </p:cNvPr>
                  <p:cNvSpPr/>
                  <p:nvPr/>
                </p:nvSpPr>
                <p:spPr>
                  <a:xfrm>
                    <a:off x="225506" y="316562"/>
                    <a:ext cx="315503" cy="27072"/>
                  </a:xfrm>
                  <a:custGeom>
                    <a:avLst/>
                    <a:gdLst>
                      <a:gd name="connsiteX0" fmla="*/ 304394 w 315503"/>
                      <a:gd name="connsiteY0" fmla="*/ 27072 h 27072"/>
                      <a:gd name="connsiteX1" fmla="*/ 12419 w 315503"/>
                      <a:gd name="connsiteY1" fmla="*/ 24614 h 27072"/>
                      <a:gd name="connsiteX2" fmla="*/ 0 w 315503"/>
                      <a:gd name="connsiteY2" fmla="*/ 15564 h 27072"/>
                      <a:gd name="connsiteX3" fmla="*/ 0 w 315503"/>
                      <a:gd name="connsiteY3" fmla="*/ 6923 h 27072"/>
                      <a:gd name="connsiteX4" fmla="*/ 9618 w 315503"/>
                      <a:gd name="connsiteY4" fmla="*/ 0 h 27072"/>
                      <a:gd name="connsiteX5" fmla="*/ 306495 w 315503"/>
                      <a:gd name="connsiteY5" fmla="*/ 0 h 27072"/>
                      <a:gd name="connsiteX6" fmla="*/ 315479 w 315503"/>
                      <a:gd name="connsiteY6" fmla="*/ 6963 h 27072"/>
                      <a:gd name="connsiteX7" fmla="*/ 314078 w 315503"/>
                      <a:gd name="connsiteY7" fmla="*/ 20677 h 27072"/>
                      <a:gd name="connsiteX8" fmla="*/ 304407 w 315503"/>
                      <a:gd name="connsiteY8" fmla="*/ 27072 h 27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15503" h="27072">
                        <a:moveTo>
                          <a:pt x="304394" y="27072"/>
                        </a:moveTo>
                        <a:lnTo>
                          <a:pt x="12419" y="24614"/>
                        </a:lnTo>
                        <a:cubicBezTo>
                          <a:pt x="5536" y="24561"/>
                          <a:pt x="0" y="20518"/>
                          <a:pt x="0" y="15564"/>
                        </a:cubicBezTo>
                        <a:lnTo>
                          <a:pt x="0" y="6923"/>
                        </a:lnTo>
                        <a:cubicBezTo>
                          <a:pt x="0" y="3092"/>
                          <a:pt x="4307" y="0"/>
                          <a:pt x="9618" y="0"/>
                        </a:cubicBezTo>
                        <a:lnTo>
                          <a:pt x="306495" y="0"/>
                        </a:lnTo>
                        <a:cubicBezTo>
                          <a:pt x="311727" y="0"/>
                          <a:pt x="315862" y="3211"/>
                          <a:pt x="315479" y="6963"/>
                        </a:cubicBezTo>
                        <a:lnTo>
                          <a:pt x="314078" y="20677"/>
                        </a:lnTo>
                        <a:cubicBezTo>
                          <a:pt x="313709" y="24310"/>
                          <a:pt x="309467" y="27125"/>
                          <a:pt x="304407" y="27072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5" name="Forme libre : forme 2424">
                    <a:extLst>
                      <a:ext uri="{FF2B5EF4-FFF2-40B4-BE49-F238E27FC236}">
                        <a16:creationId xmlns:a16="http://schemas.microsoft.com/office/drawing/2014/main" id="{55BBD69F-6B2A-34B1-D0BE-0D0CBF1CFE56}"/>
                      </a:ext>
                    </a:extLst>
                  </p:cNvPr>
                  <p:cNvSpPr/>
                  <p:nvPr/>
                </p:nvSpPr>
                <p:spPr>
                  <a:xfrm>
                    <a:off x="214857" y="368922"/>
                    <a:ext cx="419947" cy="25393"/>
                  </a:xfrm>
                  <a:custGeom>
                    <a:avLst/>
                    <a:gdLst>
                      <a:gd name="connsiteX0" fmla="*/ 415019 w 419947"/>
                      <a:gd name="connsiteY0" fmla="*/ 25381 h 25393"/>
                      <a:gd name="connsiteX1" fmla="*/ 4928 w 419947"/>
                      <a:gd name="connsiteY1" fmla="*/ 25381 h 25393"/>
                      <a:gd name="connsiteX2" fmla="*/ 0 w 419947"/>
                      <a:gd name="connsiteY2" fmla="*/ 19951 h 25393"/>
                      <a:gd name="connsiteX3" fmla="*/ 0 w 419947"/>
                      <a:gd name="connsiteY3" fmla="*/ 5430 h 25393"/>
                      <a:gd name="connsiteX4" fmla="*/ 4968 w 419947"/>
                      <a:gd name="connsiteY4" fmla="*/ 0 h 25393"/>
                      <a:gd name="connsiteX5" fmla="*/ 415059 w 419947"/>
                      <a:gd name="connsiteY5" fmla="*/ 4003 h 25393"/>
                      <a:gd name="connsiteX6" fmla="*/ 419947 w 419947"/>
                      <a:gd name="connsiteY6" fmla="*/ 9434 h 25393"/>
                      <a:gd name="connsiteX7" fmla="*/ 419947 w 419947"/>
                      <a:gd name="connsiteY7" fmla="*/ 19964 h 25393"/>
                      <a:gd name="connsiteX8" fmla="*/ 415019 w 419947"/>
                      <a:gd name="connsiteY8" fmla="*/ 25394 h 253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19947" h="25393">
                        <a:moveTo>
                          <a:pt x="415019" y="25381"/>
                        </a:moveTo>
                        <a:lnTo>
                          <a:pt x="4928" y="25381"/>
                        </a:lnTo>
                        <a:cubicBezTo>
                          <a:pt x="2206" y="25381"/>
                          <a:pt x="0" y="22950"/>
                          <a:pt x="0" y="19951"/>
                        </a:cubicBezTo>
                        <a:lnTo>
                          <a:pt x="0" y="5430"/>
                        </a:lnTo>
                        <a:cubicBezTo>
                          <a:pt x="0" y="2418"/>
                          <a:pt x="2233" y="-26"/>
                          <a:pt x="4968" y="0"/>
                        </a:cubicBezTo>
                        <a:lnTo>
                          <a:pt x="415059" y="4003"/>
                        </a:lnTo>
                        <a:cubicBezTo>
                          <a:pt x="417767" y="4030"/>
                          <a:pt x="419947" y="6448"/>
                          <a:pt x="419947" y="9434"/>
                        </a:cubicBezTo>
                        <a:lnTo>
                          <a:pt x="419947" y="19964"/>
                        </a:lnTo>
                        <a:cubicBezTo>
                          <a:pt x="419947" y="22963"/>
                          <a:pt x="417741" y="25394"/>
                          <a:pt x="415019" y="25394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6" name="Forme libre : forme 2425">
                    <a:extLst>
                      <a:ext uri="{FF2B5EF4-FFF2-40B4-BE49-F238E27FC236}">
                        <a16:creationId xmlns:a16="http://schemas.microsoft.com/office/drawing/2014/main" id="{0FBC628A-6D8B-63BF-57B2-19E6067167B9}"/>
                      </a:ext>
                    </a:extLst>
                  </p:cNvPr>
                  <p:cNvSpPr/>
                  <p:nvPr/>
                </p:nvSpPr>
                <p:spPr>
                  <a:xfrm>
                    <a:off x="216628" y="399930"/>
                    <a:ext cx="460283" cy="93293"/>
                  </a:xfrm>
                  <a:custGeom>
                    <a:avLst/>
                    <a:gdLst>
                      <a:gd name="connsiteX0" fmla="*/ 445711 w 460283"/>
                      <a:gd name="connsiteY0" fmla="*/ 93279 h 93293"/>
                      <a:gd name="connsiteX1" fmla="*/ 13846 w 460283"/>
                      <a:gd name="connsiteY1" fmla="*/ 87518 h 93293"/>
                      <a:gd name="connsiteX2" fmla="*/ 0 w 460283"/>
                      <a:gd name="connsiteY2" fmla="*/ 73487 h 93293"/>
                      <a:gd name="connsiteX3" fmla="*/ 0 w 460283"/>
                      <a:gd name="connsiteY3" fmla="*/ 14191 h 93293"/>
                      <a:gd name="connsiteX4" fmla="*/ 14348 w 460283"/>
                      <a:gd name="connsiteY4" fmla="*/ 1 h 93293"/>
                      <a:gd name="connsiteX5" fmla="*/ 444958 w 460283"/>
                      <a:gd name="connsiteY5" fmla="*/ 4612 h 93293"/>
                      <a:gd name="connsiteX6" fmla="*/ 460284 w 460283"/>
                      <a:gd name="connsiteY6" fmla="*/ 20110 h 93293"/>
                      <a:gd name="connsiteX7" fmla="*/ 460284 w 460283"/>
                      <a:gd name="connsiteY7" fmla="*/ 78917 h 93293"/>
                      <a:gd name="connsiteX8" fmla="*/ 445711 w 460283"/>
                      <a:gd name="connsiteY8" fmla="*/ 93292 h 932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60283" h="93293">
                        <a:moveTo>
                          <a:pt x="445711" y="93279"/>
                        </a:moveTo>
                        <a:lnTo>
                          <a:pt x="13846" y="87518"/>
                        </a:lnTo>
                        <a:cubicBezTo>
                          <a:pt x="6170" y="87412"/>
                          <a:pt x="0" y="81163"/>
                          <a:pt x="0" y="73487"/>
                        </a:cubicBezTo>
                        <a:lnTo>
                          <a:pt x="0" y="14191"/>
                        </a:lnTo>
                        <a:cubicBezTo>
                          <a:pt x="0" y="6290"/>
                          <a:pt x="6448" y="-91"/>
                          <a:pt x="14348" y="1"/>
                        </a:cubicBezTo>
                        <a:lnTo>
                          <a:pt x="444958" y="4612"/>
                        </a:lnTo>
                        <a:cubicBezTo>
                          <a:pt x="453453" y="4705"/>
                          <a:pt x="460284" y="11614"/>
                          <a:pt x="460284" y="20110"/>
                        </a:cubicBezTo>
                        <a:lnTo>
                          <a:pt x="460284" y="78917"/>
                        </a:lnTo>
                        <a:cubicBezTo>
                          <a:pt x="460284" y="86937"/>
                          <a:pt x="453731" y="93397"/>
                          <a:pt x="445711" y="93292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7" name="Forme libre : forme 2426">
                    <a:extLst>
                      <a:ext uri="{FF2B5EF4-FFF2-40B4-BE49-F238E27FC236}">
                        <a16:creationId xmlns:a16="http://schemas.microsoft.com/office/drawing/2014/main" id="{893115DB-48FB-63C9-C6FC-2920DC6A25C0}"/>
                      </a:ext>
                    </a:extLst>
                  </p:cNvPr>
                  <p:cNvSpPr/>
                  <p:nvPr/>
                </p:nvSpPr>
                <p:spPr>
                  <a:xfrm>
                    <a:off x="214685" y="511982"/>
                    <a:ext cx="382411" cy="25393"/>
                  </a:xfrm>
                  <a:custGeom>
                    <a:avLst/>
                    <a:gdLst>
                      <a:gd name="connsiteX0" fmla="*/ 377919 w 382411"/>
                      <a:gd name="connsiteY0" fmla="*/ 25381 h 25393"/>
                      <a:gd name="connsiteX1" fmla="*/ 4492 w 382411"/>
                      <a:gd name="connsiteY1" fmla="*/ 25381 h 25393"/>
                      <a:gd name="connsiteX2" fmla="*/ 0 w 382411"/>
                      <a:gd name="connsiteY2" fmla="*/ 19951 h 25393"/>
                      <a:gd name="connsiteX3" fmla="*/ 0 w 382411"/>
                      <a:gd name="connsiteY3" fmla="*/ 5430 h 25393"/>
                      <a:gd name="connsiteX4" fmla="*/ 4532 w 382411"/>
                      <a:gd name="connsiteY4" fmla="*/ 0 h 25393"/>
                      <a:gd name="connsiteX5" fmla="*/ 377959 w 382411"/>
                      <a:gd name="connsiteY5" fmla="*/ 4003 h 25393"/>
                      <a:gd name="connsiteX6" fmla="*/ 382412 w 382411"/>
                      <a:gd name="connsiteY6" fmla="*/ 9434 h 25393"/>
                      <a:gd name="connsiteX7" fmla="*/ 382412 w 382411"/>
                      <a:gd name="connsiteY7" fmla="*/ 19964 h 25393"/>
                      <a:gd name="connsiteX8" fmla="*/ 377919 w 382411"/>
                      <a:gd name="connsiteY8" fmla="*/ 25394 h 253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82411" h="25393">
                        <a:moveTo>
                          <a:pt x="377919" y="25381"/>
                        </a:moveTo>
                        <a:lnTo>
                          <a:pt x="4492" y="25381"/>
                        </a:lnTo>
                        <a:cubicBezTo>
                          <a:pt x="2008" y="25381"/>
                          <a:pt x="0" y="22950"/>
                          <a:pt x="0" y="19951"/>
                        </a:cubicBezTo>
                        <a:lnTo>
                          <a:pt x="0" y="5430"/>
                        </a:lnTo>
                        <a:cubicBezTo>
                          <a:pt x="0" y="2418"/>
                          <a:pt x="2035" y="-26"/>
                          <a:pt x="4532" y="0"/>
                        </a:cubicBezTo>
                        <a:lnTo>
                          <a:pt x="377959" y="4003"/>
                        </a:lnTo>
                        <a:cubicBezTo>
                          <a:pt x="380417" y="4030"/>
                          <a:pt x="382412" y="6448"/>
                          <a:pt x="382412" y="9434"/>
                        </a:cubicBezTo>
                        <a:lnTo>
                          <a:pt x="382412" y="19964"/>
                        </a:lnTo>
                        <a:cubicBezTo>
                          <a:pt x="382412" y="22963"/>
                          <a:pt x="380403" y="25394"/>
                          <a:pt x="377919" y="25394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8" name="Forme libre : forme 2427">
                    <a:extLst>
                      <a:ext uri="{FF2B5EF4-FFF2-40B4-BE49-F238E27FC236}">
                        <a16:creationId xmlns:a16="http://schemas.microsoft.com/office/drawing/2014/main" id="{39BBFB18-45F0-5B8E-F27D-E0CBE78FE2B3}"/>
                      </a:ext>
                    </a:extLst>
                  </p:cNvPr>
                  <p:cNvSpPr/>
                  <p:nvPr/>
                </p:nvSpPr>
                <p:spPr>
                  <a:xfrm>
                    <a:off x="216456" y="543017"/>
                    <a:ext cx="460283" cy="102145"/>
                  </a:xfrm>
                  <a:custGeom>
                    <a:avLst/>
                    <a:gdLst>
                      <a:gd name="connsiteX0" fmla="*/ 445711 w 460283"/>
                      <a:gd name="connsiteY0" fmla="*/ 102131 h 102145"/>
                      <a:gd name="connsiteX1" fmla="*/ 13846 w 460283"/>
                      <a:gd name="connsiteY1" fmla="*/ 95828 h 102145"/>
                      <a:gd name="connsiteX2" fmla="*/ 0 w 460283"/>
                      <a:gd name="connsiteY2" fmla="*/ 80463 h 102145"/>
                      <a:gd name="connsiteX3" fmla="*/ 0 w 460283"/>
                      <a:gd name="connsiteY3" fmla="*/ 15538 h 102145"/>
                      <a:gd name="connsiteX4" fmla="*/ 14348 w 460283"/>
                      <a:gd name="connsiteY4" fmla="*/ 1 h 102145"/>
                      <a:gd name="connsiteX5" fmla="*/ 444958 w 460283"/>
                      <a:gd name="connsiteY5" fmla="*/ 5048 h 102145"/>
                      <a:gd name="connsiteX6" fmla="*/ 460284 w 460283"/>
                      <a:gd name="connsiteY6" fmla="*/ 22012 h 102145"/>
                      <a:gd name="connsiteX7" fmla="*/ 460284 w 460283"/>
                      <a:gd name="connsiteY7" fmla="*/ 86408 h 102145"/>
                      <a:gd name="connsiteX8" fmla="*/ 445711 w 460283"/>
                      <a:gd name="connsiteY8" fmla="*/ 102144 h 1021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60283" h="102145">
                        <a:moveTo>
                          <a:pt x="445711" y="102131"/>
                        </a:moveTo>
                        <a:lnTo>
                          <a:pt x="13846" y="95828"/>
                        </a:lnTo>
                        <a:cubicBezTo>
                          <a:pt x="6170" y="95723"/>
                          <a:pt x="0" y="88866"/>
                          <a:pt x="0" y="80463"/>
                        </a:cubicBezTo>
                        <a:lnTo>
                          <a:pt x="0" y="15538"/>
                        </a:lnTo>
                        <a:cubicBezTo>
                          <a:pt x="0" y="6884"/>
                          <a:pt x="6448" y="-92"/>
                          <a:pt x="14348" y="1"/>
                        </a:cubicBezTo>
                        <a:lnTo>
                          <a:pt x="444958" y="5048"/>
                        </a:lnTo>
                        <a:cubicBezTo>
                          <a:pt x="453453" y="5154"/>
                          <a:pt x="460284" y="12711"/>
                          <a:pt x="460284" y="22012"/>
                        </a:cubicBezTo>
                        <a:lnTo>
                          <a:pt x="460284" y="86408"/>
                        </a:lnTo>
                        <a:cubicBezTo>
                          <a:pt x="460284" y="95181"/>
                          <a:pt x="453731" y="102263"/>
                          <a:pt x="445711" y="102144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9" name="Forme libre : forme 2428">
                    <a:extLst>
                      <a:ext uri="{FF2B5EF4-FFF2-40B4-BE49-F238E27FC236}">
                        <a16:creationId xmlns:a16="http://schemas.microsoft.com/office/drawing/2014/main" id="{C9C0E661-9F0D-E3AE-64DF-61D7D857E7BB}"/>
                      </a:ext>
                    </a:extLst>
                  </p:cNvPr>
                  <p:cNvSpPr/>
                  <p:nvPr/>
                </p:nvSpPr>
                <p:spPr>
                  <a:xfrm>
                    <a:off x="215571" y="666353"/>
                    <a:ext cx="463097" cy="25393"/>
                  </a:xfrm>
                  <a:custGeom>
                    <a:avLst/>
                    <a:gdLst>
                      <a:gd name="connsiteX0" fmla="*/ 457655 w 463097"/>
                      <a:gd name="connsiteY0" fmla="*/ 25381 h 25393"/>
                      <a:gd name="connsiteX1" fmla="*/ 5430 w 463097"/>
                      <a:gd name="connsiteY1" fmla="*/ 25381 h 25393"/>
                      <a:gd name="connsiteX2" fmla="*/ 0 w 463097"/>
                      <a:gd name="connsiteY2" fmla="*/ 19951 h 25393"/>
                      <a:gd name="connsiteX3" fmla="*/ 0 w 463097"/>
                      <a:gd name="connsiteY3" fmla="*/ 5430 h 25393"/>
                      <a:gd name="connsiteX4" fmla="*/ 5483 w 463097"/>
                      <a:gd name="connsiteY4" fmla="*/ 0 h 25393"/>
                      <a:gd name="connsiteX5" fmla="*/ 457707 w 463097"/>
                      <a:gd name="connsiteY5" fmla="*/ 4004 h 25393"/>
                      <a:gd name="connsiteX6" fmla="*/ 463098 w 463097"/>
                      <a:gd name="connsiteY6" fmla="*/ 9434 h 25393"/>
                      <a:gd name="connsiteX7" fmla="*/ 463098 w 463097"/>
                      <a:gd name="connsiteY7" fmla="*/ 19964 h 25393"/>
                      <a:gd name="connsiteX8" fmla="*/ 457668 w 463097"/>
                      <a:gd name="connsiteY8" fmla="*/ 25394 h 253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63097" h="25393">
                        <a:moveTo>
                          <a:pt x="457655" y="25381"/>
                        </a:moveTo>
                        <a:lnTo>
                          <a:pt x="5430" y="25381"/>
                        </a:lnTo>
                        <a:cubicBezTo>
                          <a:pt x="2431" y="25381"/>
                          <a:pt x="0" y="22950"/>
                          <a:pt x="0" y="19951"/>
                        </a:cubicBezTo>
                        <a:lnTo>
                          <a:pt x="0" y="5430"/>
                        </a:lnTo>
                        <a:cubicBezTo>
                          <a:pt x="0" y="2418"/>
                          <a:pt x="2457" y="-26"/>
                          <a:pt x="5483" y="0"/>
                        </a:cubicBezTo>
                        <a:lnTo>
                          <a:pt x="457707" y="4004"/>
                        </a:lnTo>
                        <a:cubicBezTo>
                          <a:pt x="460693" y="4030"/>
                          <a:pt x="463098" y="6448"/>
                          <a:pt x="463098" y="9434"/>
                        </a:cubicBezTo>
                        <a:lnTo>
                          <a:pt x="463098" y="19964"/>
                        </a:lnTo>
                        <a:cubicBezTo>
                          <a:pt x="463098" y="22963"/>
                          <a:pt x="460667" y="25394"/>
                          <a:pt x="457668" y="25394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30" name="Forme libre : forme 2429">
                    <a:extLst>
                      <a:ext uri="{FF2B5EF4-FFF2-40B4-BE49-F238E27FC236}">
                        <a16:creationId xmlns:a16="http://schemas.microsoft.com/office/drawing/2014/main" id="{B45E166A-0465-71B5-8F70-71D8770FF07F}"/>
                      </a:ext>
                    </a:extLst>
                  </p:cNvPr>
                  <p:cNvSpPr/>
                  <p:nvPr/>
                </p:nvSpPr>
                <p:spPr>
                  <a:xfrm>
                    <a:off x="217328" y="697348"/>
                    <a:ext cx="460283" cy="88773"/>
                  </a:xfrm>
                  <a:custGeom>
                    <a:avLst/>
                    <a:gdLst>
                      <a:gd name="connsiteX0" fmla="*/ 445711 w 460283"/>
                      <a:gd name="connsiteY0" fmla="*/ 88773 h 88773"/>
                      <a:gd name="connsiteX1" fmla="*/ 13846 w 460283"/>
                      <a:gd name="connsiteY1" fmla="*/ 83290 h 88773"/>
                      <a:gd name="connsiteX2" fmla="*/ 0 w 460283"/>
                      <a:gd name="connsiteY2" fmla="*/ 69933 h 88773"/>
                      <a:gd name="connsiteX3" fmla="*/ 0 w 460283"/>
                      <a:gd name="connsiteY3" fmla="*/ 13504 h 88773"/>
                      <a:gd name="connsiteX4" fmla="*/ 14348 w 460283"/>
                      <a:gd name="connsiteY4" fmla="*/ 1 h 88773"/>
                      <a:gd name="connsiteX5" fmla="*/ 444958 w 460283"/>
                      <a:gd name="connsiteY5" fmla="*/ 4387 h 88773"/>
                      <a:gd name="connsiteX6" fmla="*/ 460284 w 460283"/>
                      <a:gd name="connsiteY6" fmla="*/ 19132 h 88773"/>
                      <a:gd name="connsiteX7" fmla="*/ 460284 w 460283"/>
                      <a:gd name="connsiteY7" fmla="*/ 75085 h 88773"/>
                      <a:gd name="connsiteX8" fmla="*/ 445711 w 460283"/>
                      <a:gd name="connsiteY8" fmla="*/ 88760 h 88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60283" h="88773">
                        <a:moveTo>
                          <a:pt x="445711" y="88773"/>
                        </a:moveTo>
                        <a:lnTo>
                          <a:pt x="13846" y="83290"/>
                        </a:lnTo>
                        <a:cubicBezTo>
                          <a:pt x="6170" y="83197"/>
                          <a:pt x="0" y="77239"/>
                          <a:pt x="0" y="69933"/>
                        </a:cubicBezTo>
                        <a:lnTo>
                          <a:pt x="0" y="13504"/>
                        </a:lnTo>
                        <a:cubicBezTo>
                          <a:pt x="0" y="5986"/>
                          <a:pt x="6448" y="-79"/>
                          <a:pt x="14348" y="1"/>
                        </a:cubicBezTo>
                        <a:lnTo>
                          <a:pt x="444958" y="4387"/>
                        </a:lnTo>
                        <a:cubicBezTo>
                          <a:pt x="453453" y="4480"/>
                          <a:pt x="460284" y="11046"/>
                          <a:pt x="460284" y="19132"/>
                        </a:cubicBezTo>
                        <a:lnTo>
                          <a:pt x="460284" y="75085"/>
                        </a:lnTo>
                        <a:cubicBezTo>
                          <a:pt x="460284" y="82709"/>
                          <a:pt x="453731" y="88866"/>
                          <a:pt x="445711" y="88760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0" name="Graphique 1982">
                <a:extLst>
                  <a:ext uri="{FF2B5EF4-FFF2-40B4-BE49-F238E27FC236}">
                    <a16:creationId xmlns:a16="http://schemas.microsoft.com/office/drawing/2014/main" id="{77F9F17C-640E-F83F-7D42-9CD3898EDEAC}"/>
                  </a:ext>
                </a:extLst>
              </p:cNvPr>
              <p:cNvGrpSpPr/>
              <p:nvPr/>
            </p:nvGrpSpPr>
            <p:grpSpPr>
              <a:xfrm>
                <a:off x="746751" y="520689"/>
                <a:ext cx="463233" cy="467553"/>
                <a:chOff x="746751" y="520689"/>
                <a:chExt cx="463233" cy="467553"/>
              </a:xfrm>
            </p:grpSpPr>
            <p:grpSp>
              <p:nvGrpSpPr>
                <p:cNvPr id="2403" name="Graphique 1982">
                  <a:extLst>
                    <a:ext uri="{FF2B5EF4-FFF2-40B4-BE49-F238E27FC236}">
                      <a16:creationId xmlns:a16="http://schemas.microsoft.com/office/drawing/2014/main" id="{E19AA017-5F05-0E52-F94F-C92E783A2966}"/>
                    </a:ext>
                  </a:extLst>
                </p:cNvPr>
                <p:cNvGrpSpPr/>
                <p:nvPr/>
              </p:nvGrpSpPr>
              <p:grpSpPr>
                <a:xfrm>
                  <a:off x="746751" y="520689"/>
                  <a:ext cx="463233" cy="467553"/>
                  <a:chOff x="746751" y="520689"/>
                  <a:chExt cx="463233" cy="467553"/>
                </a:xfrm>
              </p:grpSpPr>
              <p:sp>
                <p:nvSpPr>
                  <p:cNvPr id="2419" name="Forme libre : forme 2418">
                    <a:extLst>
                      <a:ext uri="{FF2B5EF4-FFF2-40B4-BE49-F238E27FC236}">
                        <a16:creationId xmlns:a16="http://schemas.microsoft.com/office/drawing/2014/main" id="{FAFB4DDB-6963-0161-7345-84E3BEB4809C}"/>
                      </a:ext>
                    </a:extLst>
                  </p:cNvPr>
                  <p:cNvSpPr/>
                  <p:nvPr/>
                </p:nvSpPr>
                <p:spPr>
                  <a:xfrm>
                    <a:off x="746751" y="520689"/>
                    <a:ext cx="463233" cy="467553"/>
                  </a:xfrm>
                  <a:custGeom>
                    <a:avLst/>
                    <a:gdLst>
                      <a:gd name="connsiteX0" fmla="*/ 20769 w 463233"/>
                      <a:gd name="connsiteY0" fmla="*/ 0 h 467553"/>
                      <a:gd name="connsiteX1" fmla="*/ 442672 w 463233"/>
                      <a:gd name="connsiteY1" fmla="*/ 0 h 467553"/>
                      <a:gd name="connsiteX2" fmla="*/ 463230 w 463233"/>
                      <a:gd name="connsiteY2" fmla="*/ 26054 h 467553"/>
                      <a:gd name="connsiteX3" fmla="*/ 457298 w 463233"/>
                      <a:gd name="connsiteY3" fmla="*/ 433331 h 467553"/>
                      <a:gd name="connsiteX4" fmla="*/ 418415 w 463233"/>
                      <a:gd name="connsiteY4" fmla="*/ 467551 h 467553"/>
                      <a:gd name="connsiteX5" fmla="*/ 9777 w 463233"/>
                      <a:gd name="connsiteY5" fmla="*/ 461169 h 467553"/>
                      <a:gd name="connsiteX6" fmla="*/ 0 w 463233"/>
                      <a:gd name="connsiteY6" fmla="*/ 435564 h 467553"/>
                      <a:gd name="connsiteX7" fmla="*/ 198 w 463233"/>
                      <a:gd name="connsiteY7" fmla="*/ 25579 h 467553"/>
                      <a:gd name="connsiteX8" fmla="*/ 20769 w 463233"/>
                      <a:gd name="connsiteY8" fmla="*/ 0 h 4675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63233" h="467553">
                        <a:moveTo>
                          <a:pt x="20769" y="0"/>
                        </a:moveTo>
                        <a:lnTo>
                          <a:pt x="442672" y="0"/>
                        </a:lnTo>
                        <a:cubicBezTo>
                          <a:pt x="454180" y="0"/>
                          <a:pt x="463441" y="11746"/>
                          <a:pt x="463230" y="26054"/>
                        </a:cubicBezTo>
                        <a:lnTo>
                          <a:pt x="457298" y="433331"/>
                        </a:lnTo>
                        <a:cubicBezTo>
                          <a:pt x="457020" y="452502"/>
                          <a:pt x="444350" y="467788"/>
                          <a:pt x="418415" y="467551"/>
                        </a:cubicBezTo>
                        <a:lnTo>
                          <a:pt x="9777" y="461169"/>
                        </a:lnTo>
                        <a:cubicBezTo>
                          <a:pt x="9037" y="460997"/>
                          <a:pt x="-13" y="449582"/>
                          <a:pt x="0" y="435564"/>
                        </a:cubicBezTo>
                        <a:lnTo>
                          <a:pt x="198" y="25579"/>
                        </a:lnTo>
                        <a:cubicBezTo>
                          <a:pt x="198" y="11455"/>
                          <a:pt x="9407" y="0"/>
                          <a:pt x="20769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0" name="Forme libre : forme 2419">
                    <a:extLst>
                      <a:ext uri="{FF2B5EF4-FFF2-40B4-BE49-F238E27FC236}">
                        <a16:creationId xmlns:a16="http://schemas.microsoft.com/office/drawing/2014/main" id="{3530975B-B7F2-B782-A6B6-12BFC1291DA7}"/>
                      </a:ext>
                    </a:extLst>
                  </p:cNvPr>
                  <p:cNvSpPr/>
                  <p:nvPr/>
                </p:nvSpPr>
                <p:spPr>
                  <a:xfrm>
                    <a:off x="756884" y="531722"/>
                    <a:ext cx="444816" cy="444246"/>
                  </a:xfrm>
                  <a:custGeom>
                    <a:avLst/>
                    <a:gdLst>
                      <a:gd name="connsiteX0" fmla="*/ 19950 w 444816"/>
                      <a:gd name="connsiteY0" fmla="*/ 0 h 444246"/>
                      <a:gd name="connsiteX1" fmla="*/ 425073 w 444816"/>
                      <a:gd name="connsiteY1" fmla="*/ 0 h 444246"/>
                      <a:gd name="connsiteX2" fmla="*/ 444812 w 444816"/>
                      <a:gd name="connsiteY2" fmla="*/ 24760 h 444246"/>
                      <a:gd name="connsiteX3" fmla="*/ 439118 w 444816"/>
                      <a:gd name="connsiteY3" fmla="*/ 411729 h 444246"/>
                      <a:gd name="connsiteX4" fmla="*/ 411888 w 444816"/>
                      <a:gd name="connsiteY4" fmla="*/ 444244 h 444246"/>
                      <a:gd name="connsiteX5" fmla="*/ 19501 w 444816"/>
                      <a:gd name="connsiteY5" fmla="*/ 438180 h 444246"/>
                      <a:gd name="connsiteX6" fmla="*/ 0 w 444816"/>
                      <a:gd name="connsiteY6" fmla="*/ 413857 h 444246"/>
                      <a:gd name="connsiteX7" fmla="*/ 185 w 444816"/>
                      <a:gd name="connsiteY7" fmla="*/ 24310 h 444246"/>
                      <a:gd name="connsiteX8" fmla="*/ 19937 w 444816"/>
                      <a:gd name="connsiteY8" fmla="*/ 13 h 444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44816" h="444246">
                        <a:moveTo>
                          <a:pt x="19950" y="0"/>
                        </a:moveTo>
                        <a:lnTo>
                          <a:pt x="425073" y="0"/>
                        </a:lnTo>
                        <a:cubicBezTo>
                          <a:pt x="436119" y="0"/>
                          <a:pt x="445024" y="11151"/>
                          <a:pt x="444812" y="24760"/>
                        </a:cubicBezTo>
                        <a:lnTo>
                          <a:pt x="439118" y="411729"/>
                        </a:lnTo>
                        <a:cubicBezTo>
                          <a:pt x="438854" y="429936"/>
                          <a:pt x="426685" y="444469"/>
                          <a:pt x="411888" y="444244"/>
                        </a:cubicBezTo>
                        <a:lnTo>
                          <a:pt x="19501" y="438180"/>
                        </a:lnTo>
                        <a:cubicBezTo>
                          <a:pt x="8694" y="438008"/>
                          <a:pt x="0" y="427174"/>
                          <a:pt x="0" y="413857"/>
                        </a:cubicBezTo>
                        <a:lnTo>
                          <a:pt x="185" y="24310"/>
                        </a:lnTo>
                        <a:cubicBezTo>
                          <a:pt x="185" y="10887"/>
                          <a:pt x="9037" y="13"/>
                          <a:pt x="19937" y="1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404" name="Graphique 1982">
                  <a:extLst>
                    <a:ext uri="{FF2B5EF4-FFF2-40B4-BE49-F238E27FC236}">
                      <a16:creationId xmlns:a16="http://schemas.microsoft.com/office/drawing/2014/main" id="{159B1166-876C-64A9-65CE-BBB0F83FBE1B}"/>
                    </a:ext>
                  </a:extLst>
                </p:cNvPr>
                <p:cNvGrpSpPr/>
                <p:nvPr/>
              </p:nvGrpSpPr>
              <p:grpSpPr>
                <a:xfrm>
                  <a:off x="756898" y="531722"/>
                  <a:ext cx="444191" cy="435248"/>
                  <a:chOff x="756898" y="531722"/>
                  <a:chExt cx="444191" cy="435248"/>
                </a:xfrm>
              </p:grpSpPr>
              <p:sp>
                <p:nvSpPr>
                  <p:cNvPr id="2405" name="Forme libre : forme 2404">
                    <a:extLst>
                      <a:ext uri="{FF2B5EF4-FFF2-40B4-BE49-F238E27FC236}">
                        <a16:creationId xmlns:a16="http://schemas.microsoft.com/office/drawing/2014/main" id="{4E97B789-8795-63DE-02CB-678AFD07B0C9}"/>
                      </a:ext>
                    </a:extLst>
                  </p:cNvPr>
                  <p:cNvSpPr/>
                  <p:nvPr/>
                </p:nvSpPr>
                <p:spPr>
                  <a:xfrm>
                    <a:off x="756898" y="531722"/>
                    <a:ext cx="444191" cy="66483"/>
                  </a:xfrm>
                  <a:custGeom>
                    <a:avLst/>
                    <a:gdLst>
                      <a:gd name="connsiteX0" fmla="*/ 34219 w 444191"/>
                      <a:gd name="connsiteY0" fmla="*/ 0 h 66483"/>
                      <a:gd name="connsiteX1" fmla="*/ 411888 w 444191"/>
                      <a:gd name="connsiteY1" fmla="*/ 0 h 66483"/>
                      <a:gd name="connsiteX2" fmla="*/ 444191 w 444191"/>
                      <a:gd name="connsiteY2" fmla="*/ 32304 h 66483"/>
                      <a:gd name="connsiteX3" fmla="*/ 444191 w 444191"/>
                      <a:gd name="connsiteY3" fmla="*/ 66483 h 66483"/>
                      <a:gd name="connsiteX4" fmla="*/ 0 w 444191"/>
                      <a:gd name="connsiteY4" fmla="*/ 66483 h 66483"/>
                      <a:gd name="connsiteX5" fmla="*/ 0 w 444191"/>
                      <a:gd name="connsiteY5" fmla="*/ 34233 h 66483"/>
                      <a:gd name="connsiteX6" fmla="*/ 34233 w 444191"/>
                      <a:gd name="connsiteY6" fmla="*/ 0 h 664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44191" h="66483">
                        <a:moveTo>
                          <a:pt x="34219" y="0"/>
                        </a:moveTo>
                        <a:lnTo>
                          <a:pt x="411888" y="0"/>
                        </a:lnTo>
                        <a:cubicBezTo>
                          <a:pt x="429711" y="0"/>
                          <a:pt x="444191" y="14481"/>
                          <a:pt x="444191" y="32304"/>
                        </a:cubicBezTo>
                        <a:lnTo>
                          <a:pt x="444191" y="66483"/>
                        </a:lnTo>
                        <a:lnTo>
                          <a:pt x="0" y="66483"/>
                        </a:lnTo>
                        <a:lnTo>
                          <a:pt x="0" y="34233"/>
                        </a:lnTo>
                        <a:cubicBezTo>
                          <a:pt x="0" y="15339"/>
                          <a:pt x="15339" y="0"/>
                          <a:pt x="34233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6" name="Forme libre : forme 2405">
                    <a:extLst>
                      <a:ext uri="{FF2B5EF4-FFF2-40B4-BE49-F238E27FC236}">
                        <a16:creationId xmlns:a16="http://schemas.microsoft.com/office/drawing/2014/main" id="{0EA5F296-3176-6E84-B7B5-9F974FD01A54}"/>
                      </a:ext>
                    </a:extLst>
                  </p:cNvPr>
                  <p:cNvSpPr/>
                  <p:nvPr/>
                </p:nvSpPr>
                <p:spPr>
                  <a:xfrm>
                    <a:off x="911360" y="545792"/>
                    <a:ext cx="249015" cy="24085"/>
                  </a:xfrm>
                  <a:custGeom>
                    <a:avLst/>
                    <a:gdLst>
                      <a:gd name="connsiteX0" fmla="*/ 240249 w 249015"/>
                      <a:gd name="connsiteY0" fmla="*/ 24072 h 24085"/>
                      <a:gd name="connsiteX1" fmla="*/ 9803 w 249015"/>
                      <a:gd name="connsiteY1" fmla="*/ 21892 h 24085"/>
                      <a:gd name="connsiteX2" fmla="*/ 0 w 249015"/>
                      <a:gd name="connsiteY2" fmla="*/ 13846 h 24085"/>
                      <a:gd name="connsiteX3" fmla="*/ 0 w 249015"/>
                      <a:gd name="connsiteY3" fmla="*/ 6157 h 24085"/>
                      <a:gd name="connsiteX4" fmla="*/ 7584 w 249015"/>
                      <a:gd name="connsiteY4" fmla="*/ 0 h 24085"/>
                      <a:gd name="connsiteX5" fmla="*/ 241901 w 249015"/>
                      <a:gd name="connsiteY5" fmla="*/ 0 h 24085"/>
                      <a:gd name="connsiteX6" fmla="*/ 248996 w 249015"/>
                      <a:gd name="connsiteY6" fmla="*/ 6196 h 24085"/>
                      <a:gd name="connsiteX7" fmla="*/ 247886 w 249015"/>
                      <a:gd name="connsiteY7" fmla="*/ 18391 h 24085"/>
                      <a:gd name="connsiteX8" fmla="*/ 240249 w 249015"/>
                      <a:gd name="connsiteY8" fmla="*/ 24086 h 240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49015" h="24085">
                        <a:moveTo>
                          <a:pt x="240249" y="24072"/>
                        </a:moveTo>
                        <a:lnTo>
                          <a:pt x="9803" y="21892"/>
                        </a:lnTo>
                        <a:cubicBezTo>
                          <a:pt x="4373" y="21840"/>
                          <a:pt x="0" y="18259"/>
                          <a:pt x="0" y="13846"/>
                        </a:cubicBezTo>
                        <a:lnTo>
                          <a:pt x="0" y="6157"/>
                        </a:lnTo>
                        <a:cubicBezTo>
                          <a:pt x="0" y="2761"/>
                          <a:pt x="3396" y="0"/>
                          <a:pt x="7584" y="0"/>
                        </a:cubicBezTo>
                        <a:lnTo>
                          <a:pt x="241901" y="0"/>
                        </a:lnTo>
                        <a:cubicBezTo>
                          <a:pt x="246036" y="0"/>
                          <a:pt x="249299" y="2854"/>
                          <a:pt x="248996" y="6196"/>
                        </a:cubicBezTo>
                        <a:lnTo>
                          <a:pt x="247886" y="18391"/>
                        </a:lnTo>
                        <a:cubicBezTo>
                          <a:pt x="247595" y="21628"/>
                          <a:pt x="244252" y="24112"/>
                          <a:pt x="240249" y="24086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7" name="Forme libre : forme 2406">
                    <a:extLst>
                      <a:ext uri="{FF2B5EF4-FFF2-40B4-BE49-F238E27FC236}">
                        <a16:creationId xmlns:a16="http://schemas.microsoft.com/office/drawing/2014/main" id="{98F757FF-2EFF-38F1-C48A-B9801BFB3F60}"/>
                      </a:ext>
                    </a:extLst>
                  </p:cNvPr>
                  <p:cNvSpPr/>
                  <p:nvPr/>
                </p:nvSpPr>
                <p:spPr>
                  <a:xfrm>
                    <a:off x="772435" y="615380"/>
                    <a:ext cx="413090" cy="22553"/>
                  </a:xfrm>
                  <a:custGeom>
                    <a:avLst/>
                    <a:gdLst>
                      <a:gd name="connsiteX0" fmla="*/ 408241 w 413090"/>
                      <a:gd name="connsiteY0" fmla="*/ 22553 h 22553"/>
                      <a:gd name="connsiteX1" fmla="*/ 4849 w 413090"/>
                      <a:gd name="connsiteY1" fmla="*/ 22553 h 22553"/>
                      <a:gd name="connsiteX2" fmla="*/ 0 w 413090"/>
                      <a:gd name="connsiteY2" fmla="*/ 17731 h 22553"/>
                      <a:gd name="connsiteX3" fmla="*/ 0 w 413090"/>
                      <a:gd name="connsiteY3" fmla="*/ 4823 h 22553"/>
                      <a:gd name="connsiteX4" fmla="*/ 4888 w 413090"/>
                      <a:gd name="connsiteY4" fmla="*/ 0 h 22553"/>
                      <a:gd name="connsiteX5" fmla="*/ 408281 w 413090"/>
                      <a:gd name="connsiteY5" fmla="*/ 3554 h 22553"/>
                      <a:gd name="connsiteX6" fmla="*/ 413090 w 413090"/>
                      <a:gd name="connsiteY6" fmla="*/ 8377 h 22553"/>
                      <a:gd name="connsiteX7" fmla="*/ 413090 w 413090"/>
                      <a:gd name="connsiteY7" fmla="*/ 17731 h 22553"/>
                      <a:gd name="connsiteX8" fmla="*/ 408241 w 413090"/>
                      <a:gd name="connsiteY8" fmla="*/ 22553 h 225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13090" h="22553">
                        <a:moveTo>
                          <a:pt x="408241" y="22553"/>
                        </a:moveTo>
                        <a:lnTo>
                          <a:pt x="4849" y="22553"/>
                        </a:lnTo>
                        <a:cubicBezTo>
                          <a:pt x="2167" y="22553"/>
                          <a:pt x="0" y="20387"/>
                          <a:pt x="0" y="17731"/>
                        </a:cubicBezTo>
                        <a:lnTo>
                          <a:pt x="0" y="4823"/>
                        </a:lnTo>
                        <a:cubicBezTo>
                          <a:pt x="0" y="2141"/>
                          <a:pt x="2193" y="-26"/>
                          <a:pt x="4888" y="0"/>
                        </a:cubicBezTo>
                        <a:lnTo>
                          <a:pt x="408281" y="3554"/>
                        </a:lnTo>
                        <a:cubicBezTo>
                          <a:pt x="410936" y="3581"/>
                          <a:pt x="413090" y="5734"/>
                          <a:pt x="413090" y="8377"/>
                        </a:cubicBezTo>
                        <a:lnTo>
                          <a:pt x="413090" y="17731"/>
                        </a:lnTo>
                        <a:cubicBezTo>
                          <a:pt x="413090" y="20400"/>
                          <a:pt x="410923" y="22553"/>
                          <a:pt x="408241" y="22553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8" name="Forme libre : forme 2407">
                    <a:extLst>
                      <a:ext uri="{FF2B5EF4-FFF2-40B4-BE49-F238E27FC236}">
                        <a16:creationId xmlns:a16="http://schemas.microsoft.com/office/drawing/2014/main" id="{21BE4292-D11E-7BA0-603F-81A3773038DC}"/>
                      </a:ext>
                    </a:extLst>
                  </p:cNvPr>
                  <p:cNvSpPr/>
                  <p:nvPr/>
                </p:nvSpPr>
                <p:spPr>
                  <a:xfrm>
                    <a:off x="861670" y="544048"/>
                    <a:ext cx="24046" cy="24046"/>
                  </a:xfrm>
                  <a:custGeom>
                    <a:avLst/>
                    <a:gdLst>
                      <a:gd name="connsiteX0" fmla="*/ 12023 w 24046"/>
                      <a:gd name="connsiteY0" fmla="*/ 24046 h 24046"/>
                      <a:gd name="connsiteX1" fmla="*/ 0 w 24046"/>
                      <a:gd name="connsiteY1" fmla="*/ 12023 h 24046"/>
                      <a:gd name="connsiteX2" fmla="*/ 12023 w 24046"/>
                      <a:gd name="connsiteY2" fmla="*/ 0 h 24046"/>
                      <a:gd name="connsiteX3" fmla="*/ 24046 w 24046"/>
                      <a:gd name="connsiteY3" fmla="*/ 12023 h 24046"/>
                      <a:gd name="connsiteX4" fmla="*/ 12023 w 24046"/>
                      <a:gd name="connsiteY4" fmla="*/ 24046 h 24046"/>
                      <a:gd name="connsiteX5" fmla="*/ 12023 w 24046"/>
                      <a:gd name="connsiteY5" fmla="*/ 1770 h 24046"/>
                      <a:gd name="connsiteX6" fmla="*/ 1784 w 24046"/>
                      <a:gd name="connsiteY6" fmla="*/ 12010 h 24046"/>
                      <a:gd name="connsiteX7" fmla="*/ 12023 w 24046"/>
                      <a:gd name="connsiteY7" fmla="*/ 22249 h 24046"/>
                      <a:gd name="connsiteX8" fmla="*/ 22262 w 24046"/>
                      <a:gd name="connsiteY8" fmla="*/ 12010 h 24046"/>
                      <a:gd name="connsiteX9" fmla="*/ 12023 w 24046"/>
                      <a:gd name="connsiteY9" fmla="*/ 1770 h 240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4046" h="24046">
                        <a:moveTo>
                          <a:pt x="12023" y="24046"/>
                        </a:moveTo>
                        <a:cubicBezTo>
                          <a:pt x="5391" y="24046"/>
                          <a:pt x="0" y="18656"/>
                          <a:pt x="0" y="12023"/>
                        </a:cubicBezTo>
                        <a:cubicBezTo>
                          <a:pt x="0" y="5391"/>
                          <a:pt x="5391" y="0"/>
                          <a:pt x="12023" y="0"/>
                        </a:cubicBezTo>
                        <a:cubicBezTo>
                          <a:pt x="18656" y="0"/>
                          <a:pt x="24046" y="5391"/>
                          <a:pt x="24046" y="12023"/>
                        </a:cubicBezTo>
                        <a:cubicBezTo>
                          <a:pt x="24046" y="18656"/>
                          <a:pt x="18656" y="24046"/>
                          <a:pt x="12023" y="24046"/>
                        </a:cubicBezTo>
                        <a:close/>
                        <a:moveTo>
                          <a:pt x="12023" y="1770"/>
                        </a:moveTo>
                        <a:cubicBezTo>
                          <a:pt x="6381" y="1770"/>
                          <a:pt x="1784" y="6368"/>
                          <a:pt x="1784" y="12010"/>
                        </a:cubicBezTo>
                        <a:cubicBezTo>
                          <a:pt x="1784" y="17651"/>
                          <a:pt x="6381" y="22249"/>
                          <a:pt x="12023" y="22249"/>
                        </a:cubicBezTo>
                        <a:cubicBezTo>
                          <a:pt x="17665" y="22249"/>
                          <a:pt x="22262" y="17651"/>
                          <a:pt x="22262" y="12010"/>
                        </a:cubicBezTo>
                        <a:cubicBezTo>
                          <a:pt x="22262" y="6368"/>
                          <a:pt x="17665" y="1770"/>
                          <a:pt x="12023" y="1770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9" name="Forme libre : forme 2408">
                    <a:extLst>
                      <a:ext uri="{FF2B5EF4-FFF2-40B4-BE49-F238E27FC236}">
                        <a16:creationId xmlns:a16="http://schemas.microsoft.com/office/drawing/2014/main" id="{4DBEE27C-FAA8-6473-D685-9468384EAAE3}"/>
                      </a:ext>
                    </a:extLst>
                  </p:cNvPr>
                  <p:cNvSpPr/>
                  <p:nvPr/>
                </p:nvSpPr>
                <p:spPr>
                  <a:xfrm>
                    <a:off x="823130" y="544960"/>
                    <a:ext cx="24045" cy="24046"/>
                  </a:xfrm>
                  <a:custGeom>
                    <a:avLst/>
                    <a:gdLst>
                      <a:gd name="connsiteX0" fmla="*/ 12023 w 24045"/>
                      <a:gd name="connsiteY0" fmla="*/ 24046 h 24046"/>
                      <a:gd name="connsiteX1" fmla="*/ 0 w 24045"/>
                      <a:gd name="connsiteY1" fmla="*/ 12023 h 24046"/>
                      <a:gd name="connsiteX2" fmla="*/ 12023 w 24045"/>
                      <a:gd name="connsiteY2" fmla="*/ 0 h 24046"/>
                      <a:gd name="connsiteX3" fmla="*/ 24046 w 24045"/>
                      <a:gd name="connsiteY3" fmla="*/ 12023 h 24046"/>
                      <a:gd name="connsiteX4" fmla="*/ 12023 w 24045"/>
                      <a:gd name="connsiteY4" fmla="*/ 24046 h 24046"/>
                      <a:gd name="connsiteX5" fmla="*/ 12023 w 24045"/>
                      <a:gd name="connsiteY5" fmla="*/ 1770 h 24046"/>
                      <a:gd name="connsiteX6" fmla="*/ 1784 w 24045"/>
                      <a:gd name="connsiteY6" fmla="*/ 12010 h 24046"/>
                      <a:gd name="connsiteX7" fmla="*/ 12023 w 24045"/>
                      <a:gd name="connsiteY7" fmla="*/ 22249 h 24046"/>
                      <a:gd name="connsiteX8" fmla="*/ 22262 w 24045"/>
                      <a:gd name="connsiteY8" fmla="*/ 12010 h 24046"/>
                      <a:gd name="connsiteX9" fmla="*/ 12023 w 24045"/>
                      <a:gd name="connsiteY9" fmla="*/ 1770 h 240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4045" h="24046">
                        <a:moveTo>
                          <a:pt x="12023" y="24046"/>
                        </a:moveTo>
                        <a:cubicBezTo>
                          <a:pt x="5390" y="24046"/>
                          <a:pt x="0" y="18656"/>
                          <a:pt x="0" y="12023"/>
                        </a:cubicBezTo>
                        <a:cubicBezTo>
                          <a:pt x="0" y="5391"/>
                          <a:pt x="5390" y="0"/>
                          <a:pt x="12023" y="0"/>
                        </a:cubicBezTo>
                        <a:cubicBezTo>
                          <a:pt x="18656" y="0"/>
                          <a:pt x="24046" y="5391"/>
                          <a:pt x="24046" y="12023"/>
                        </a:cubicBezTo>
                        <a:cubicBezTo>
                          <a:pt x="24046" y="18656"/>
                          <a:pt x="18656" y="24046"/>
                          <a:pt x="12023" y="24046"/>
                        </a:cubicBezTo>
                        <a:close/>
                        <a:moveTo>
                          <a:pt x="12023" y="1770"/>
                        </a:moveTo>
                        <a:cubicBezTo>
                          <a:pt x="6381" y="1770"/>
                          <a:pt x="1784" y="6368"/>
                          <a:pt x="1784" y="12010"/>
                        </a:cubicBezTo>
                        <a:cubicBezTo>
                          <a:pt x="1784" y="17651"/>
                          <a:pt x="6381" y="22249"/>
                          <a:pt x="12023" y="22249"/>
                        </a:cubicBezTo>
                        <a:cubicBezTo>
                          <a:pt x="17665" y="22249"/>
                          <a:pt x="22262" y="17651"/>
                          <a:pt x="22262" y="12010"/>
                        </a:cubicBezTo>
                        <a:cubicBezTo>
                          <a:pt x="22262" y="6368"/>
                          <a:pt x="17665" y="1770"/>
                          <a:pt x="12023" y="1770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0" name="Forme libre : forme 2409">
                    <a:extLst>
                      <a:ext uri="{FF2B5EF4-FFF2-40B4-BE49-F238E27FC236}">
                        <a16:creationId xmlns:a16="http://schemas.microsoft.com/office/drawing/2014/main" id="{3C008408-4673-9F28-6AEF-79634FEF6856}"/>
                      </a:ext>
                    </a:extLst>
                  </p:cNvPr>
                  <p:cNvSpPr/>
                  <p:nvPr/>
                </p:nvSpPr>
                <p:spPr>
                  <a:xfrm>
                    <a:off x="786096" y="544960"/>
                    <a:ext cx="24046" cy="24046"/>
                  </a:xfrm>
                  <a:custGeom>
                    <a:avLst/>
                    <a:gdLst>
                      <a:gd name="connsiteX0" fmla="*/ 12023 w 24046"/>
                      <a:gd name="connsiteY0" fmla="*/ 24046 h 24046"/>
                      <a:gd name="connsiteX1" fmla="*/ 0 w 24046"/>
                      <a:gd name="connsiteY1" fmla="*/ 12023 h 24046"/>
                      <a:gd name="connsiteX2" fmla="*/ 12023 w 24046"/>
                      <a:gd name="connsiteY2" fmla="*/ 0 h 24046"/>
                      <a:gd name="connsiteX3" fmla="*/ 24046 w 24046"/>
                      <a:gd name="connsiteY3" fmla="*/ 12023 h 24046"/>
                      <a:gd name="connsiteX4" fmla="*/ 12023 w 24046"/>
                      <a:gd name="connsiteY4" fmla="*/ 24046 h 24046"/>
                      <a:gd name="connsiteX5" fmla="*/ 12023 w 24046"/>
                      <a:gd name="connsiteY5" fmla="*/ 1770 h 24046"/>
                      <a:gd name="connsiteX6" fmla="*/ 1784 w 24046"/>
                      <a:gd name="connsiteY6" fmla="*/ 12010 h 24046"/>
                      <a:gd name="connsiteX7" fmla="*/ 12023 w 24046"/>
                      <a:gd name="connsiteY7" fmla="*/ 22249 h 24046"/>
                      <a:gd name="connsiteX8" fmla="*/ 22262 w 24046"/>
                      <a:gd name="connsiteY8" fmla="*/ 12010 h 24046"/>
                      <a:gd name="connsiteX9" fmla="*/ 12023 w 24046"/>
                      <a:gd name="connsiteY9" fmla="*/ 1770 h 240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4046" h="24046">
                        <a:moveTo>
                          <a:pt x="12023" y="24046"/>
                        </a:moveTo>
                        <a:cubicBezTo>
                          <a:pt x="5391" y="24046"/>
                          <a:pt x="0" y="18656"/>
                          <a:pt x="0" y="12023"/>
                        </a:cubicBezTo>
                        <a:cubicBezTo>
                          <a:pt x="0" y="5391"/>
                          <a:pt x="5391" y="0"/>
                          <a:pt x="12023" y="0"/>
                        </a:cubicBezTo>
                        <a:cubicBezTo>
                          <a:pt x="18656" y="0"/>
                          <a:pt x="24046" y="5391"/>
                          <a:pt x="24046" y="12023"/>
                        </a:cubicBezTo>
                        <a:cubicBezTo>
                          <a:pt x="24046" y="18656"/>
                          <a:pt x="18656" y="24046"/>
                          <a:pt x="12023" y="24046"/>
                        </a:cubicBezTo>
                        <a:close/>
                        <a:moveTo>
                          <a:pt x="12023" y="1770"/>
                        </a:moveTo>
                        <a:cubicBezTo>
                          <a:pt x="6381" y="1770"/>
                          <a:pt x="1784" y="6368"/>
                          <a:pt x="1784" y="12010"/>
                        </a:cubicBezTo>
                        <a:cubicBezTo>
                          <a:pt x="1784" y="17651"/>
                          <a:pt x="6381" y="22249"/>
                          <a:pt x="12023" y="22249"/>
                        </a:cubicBezTo>
                        <a:cubicBezTo>
                          <a:pt x="17665" y="22249"/>
                          <a:pt x="22262" y="17651"/>
                          <a:pt x="22262" y="12010"/>
                        </a:cubicBezTo>
                        <a:cubicBezTo>
                          <a:pt x="22262" y="6368"/>
                          <a:pt x="17665" y="1770"/>
                          <a:pt x="12023" y="1770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1" name="Forme libre : forme 2410">
                    <a:extLst>
                      <a:ext uri="{FF2B5EF4-FFF2-40B4-BE49-F238E27FC236}">
                        <a16:creationId xmlns:a16="http://schemas.microsoft.com/office/drawing/2014/main" id="{E32B0E70-DB2D-D922-2413-43DB62C2117D}"/>
                      </a:ext>
                    </a:extLst>
                  </p:cNvPr>
                  <p:cNvSpPr/>
                  <p:nvPr/>
                </p:nvSpPr>
                <p:spPr>
                  <a:xfrm>
                    <a:off x="941537" y="663722"/>
                    <a:ext cx="84042" cy="13161"/>
                  </a:xfrm>
                  <a:custGeom>
                    <a:avLst/>
                    <a:gdLst>
                      <a:gd name="connsiteX0" fmla="*/ 79683 w 84042"/>
                      <a:gd name="connsiteY0" fmla="*/ 13148 h 13161"/>
                      <a:gd name="connsiteX1" fmla="*/ 4241 w 84042"/>
                      <a:gd name="connsiteY1" fmla="*/ 12527 h 13161"/>
                      <a:gd name="connsiteX2" fmla="*/ 0 w 84042"/>
                      <a:gd name="connsiteY2" fmla="*/ 8206 h 13161"/>
                      <a:gd name="connsiteX3" fmla="*/ 0 w 84042"/>
                      <a:gd name="connsiteY3" fmla="*/ 6106 h 13161"/>
                      <a:gd name="connsiteX4" fmla="*/ 4188 w 84042"/>
                      <a:gd name="connsiteY4" fmla="*/ 1865 h 13161"/>
                      <a:gd name="connsiteX5" fmla="*/ 79656 w 84042"/>
                      <a:gd name="connsiteY5" fmla="*/ 2 h 13161"/>
                      <a:gd name="connsiteX6" fmla="*/ 84043 w 84042"/>
                      <a:gd name="connsiteY6" fmla="*/ 4322 h 13161"/>
                      <a:gd name="connsiteX7" fmla="*/ 84003 w 84042"/>
                      <a:gd name="connsiteY7" fmla="*/ 8920 h 13161"/>
                      <a:gd name="connsiteX8" fmla="*/ 79683 w 84042"/>
                      <a:gd name="connsiteY8" fmla="*/ 13161 h 13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4042" h="13161">
                        <a:moveTo>
                          <a:pt x="79683" y="13148"/>
                        </a:moveTo>
                        <a:lnTo>
                          <a:pt x="4241" y="12527"/>
                        </a:lnTo>
                        <a:cubicBezTo>
                          <a:pt x="1876" y="12514"/>
                          <a:pt x="-26" y="10571"/>
                          <a:pt x="0" y="8206"/>
                        </a:cubicBezTo>
                        <a:lnTo>
                          <a:pt x="0" y="6106"/>
                        </a:lnTo>
                        <a:cubicBezTo>
                          <a:pt x="40" y="3793"/>
                          <a:pt x="1890" y="1917"/>
                          <a:pt x="4188" y="1865"/>
                        </a:cubicBezTo>
                        <a:lnTo>
                          <a:pt x="79656" y="2"/>
                        </a:lnTo>
                        <a:cubicBezTo>
                          <a:pt x="82074" y="-64"/>
                          <a:pt x="84056" y="1891"/>
                          <a:pt x="84043" y="4322"/>
                        </a:cubicBezTo>
                        <a:lnTo>
                          <a:pt x="84003" y="8920"/>
                        </a:lnTo>
                        <a:cubicBezTo>
                          <a:pt x="83990" y="11285"/>
                          <a:pt x="82047" y="13187"/>
                          <a:pt x="79683" y="13161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2" name="Forme libre : forme 2411">
                    <a:extLst>
                      <a:ext uri="{FF2B5EF4-FFF2-40B4-BE49-F238E27FC236}">
                        <a16:creationId xmlns:a16="http://schemas.microsoft.com/office/drawing/2014/main" id="{59613398-9C7E-7EAA-7CCD-B4EB9513AF67}"/>
                      </a:ext>
                    </a:extLst>
                  </p:cNvPr>
                  <p:cNvSpPr/>
                  <p:nvPr/>
                </p:nvSpPr>
                <p:spPr>
                  <a:xfrm>
                    <a:off x="919671" y="688193"/>
                    <a:ext cx="125594" cy="125766"/>
                  </a:xfrm>
                  <a:custGeom>
                    <a:avLst/>
                    <a:gdLst>
                      <a:gd name="connsiteX0" fmla="*/ 117813 w 125594"/>
                      <a:gd name="connsiteY0" fmla="*/ 125766 h 125766"/>
                      <a:gd name="connsiteX1" fmla="*/ 6738 w 125594"/>
                      <a:gd name="connsiteY1" fmla="*/ 124841 h 125766"/>
                      <a:gd name="connsiteX2" fmla="*/ 0 w 125594"/>
                      <a:gd name="connsiteY2" fmla="*/ 117984 h 125766"/>
                      <a:gd name="connsiteX3" fmla="*/ 925 w 125594"/>
                      <a:gd name="connsiteY3" fmla="*/ 6738 h 125766"/>
                      <a:gd name="connsiteX4" fmla="*/ 7597 w 125594"/>
                      <a:gd name="connsiteY4" fmla="*/ 0 h 125766"/>
                      <a:gd name="connsiteX5" fmla="*/ 117284 w 125594"/>
                      <a:gd name="connsiteY5" fmla="*/ 2087 h 125766"/>
                      <a:gd name="connsiteX6" fmla="*/ 125595 w 125594"/>
                      <a:gd name="connsiteY6" fmla="*/ 10636 h 125766"/>
                      <a:gd name="connsiteX7" fmla="*/ 124656 w 125594"/>
                      <a:gd name="connsiteY7" fmla="*/ 119028 h 125766"/>
                      <a:gd name="connsiteX8" fmla="*/ 117799 w 125594"/>
                      <a:gd name="connsiteY8" fmla="*/ 125766 h 1257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5594" h="125766">
                        <a:moveTo>
                          <a:pt x="117813" y="125766"/>
                        </a:moveTo>
                        <a:lnTo>
                          <a:pt x="6738" y="124841"/>
                        </a:lnTo>
                        <a:cubicBezTo>
                          <a:pt x="2986" y="124815"/>
                          <a:pt x="-26" y="121737"/>
                          <a:pt x="0" y="117984"/>
                        </a:cubicBezTo>
                        <a:lnTo>
                          <a:pt x="925" y="6738"/>
                        </a:lnTo>
                        <a:cubicBezTo>
                          <a:pt x="951" y="3052"/>
                          <a:pt x="3924" y="66"/>
                          <a:pt x="7597" y="0"/>
                        </a:cubicBezTo>
                        <a:lnTo>
                          <a:pt x="117284" y="2087"/>
                        </a:lnTo>
                        <a:cubicBezTo>
                          <a:pt x="121935" y="2180"/>
                          <a:pt x="125634" y="5985"/>
                          <a:pt x="125595" y="10636"/>
                        </a:cubicBezTo>
                        <a:lnTo>
                          <a:pt x="124656" y="119028"/>
                        </a:lnTo>
                        <a:cubicBezTo>
                          <a:pt x="124630" y="122780"/>
                          <a:pt x="121552" y="125793"/>
                          <a:pt x="117799" y="125766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3" name="Forme libre : forme 2412">
                    <a:extLst>
                      <a:ext uri="{FF2B5EF4-FFF2-40B4-BE49-F238E27FC236}">
                        <a16:creationId xmlns:a16="http://schemas.microsoft.com/office/drawing/2014/main" id="{E868ABE4-DFFF-DECD-F65A-E9102A0309BE}"/>
                      </a:ext>
                    </a:extLst>
                  </p:cNvPr>
                  <p:cNvSpPr/>
                  <p:nvPr/>
                </p:nvSpPr>
                <p:spPr>
                  <a:xfrm>
                    <a:off x="801184" y="663722"/>
                    <a:ext cx="84042" cy="13161"/>
                  </a:xfrm>
                  <a:custGeom>
                    <a:avLst/>
                    <a:gdLst>
                      <a:gd name="connsiteX0" fmla="*/ 79683 w 84042"/>
                      <a:gd name="connsiteY0" fmla="*/ 13148 h 13161"/>
                      <a:gd name="connsiteX1" fmla="*/ 4241 w 84042"/>
                      <a:gd name="connsiteY1" fmla="*/ 12527 h 13161"/>
                      <a:gd name="connsiteX2" fmla="*/ 0 w 84042"/>
                      <a:gd name="connsiteY2" fmla="*/ 8206 h 13161"/>
                      <a:gd name="connsiteX3" fmla="*/ 0 w 84042"/>
                      <a:gd name="connsiteY3" fmla="*/ 6106 h 13161"/>
                      <a:gd name="connsiteX4" fmla="*/ 4189 w 84042"/>
                      <a:gd name="connsiteY4" fmla="*/ 1865 h 13161"/>
                      <a:gd name="connsiteX5" fmla="*/ 79656 w 84042"/>
                      <a:gd name="connsiteY5" fmla="*/ 2 h 13161"/>
                      <a:gd name="connsiteX6" fmla="*/ 84043 w 84042"/>
                      <a:gd name="connsiteY6" fmla="*/ 4322 h 13161"/>
                      <a:gd name="connsiteX7" fmla="*/ 84003 w 84042"/>
                      <a:gd name="connsiteY7" fmla="*/ 8920 h 13161"/>
                      <a:gd name="connsiteX8" fmla="*/ 79683 w 84042"/>
                      <a:gd name="connsiteY8" fmla="*/ 13161 h 13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4042" h="13161">
                        <a:moveTo>
                          <a:pt x="79683" y="13148"/>
                        </a:moveTo>
                        <a:lnTo>
                          <a:pt x="4241" y="12527"/>
                        </a:lnTo>
                        <a:cubicBezTo>
                          <a:pt x="1876" y="12514"/>
                          <a:pt x="-26" y="10571"/>
                          <a:pt x="0" y="8206"/>
                        </a:cubicBezTo>
                        <a:lnTo>
                          <a:pt x="0" y="6106"/>
                        </a:lnTo>
                        <a:cubicBezTo>
                          <a:pt x="40" y="3793"/>
                          <a:pt x="1890" y="1917"/>
                          <a:pt x="4189" y="1865"/>
                        </a:cubicBezTo>
                        <a:lnTo>
                          <a:pt x="79656" y="2"/>
                        </a:lnTo>
                        <a:cubicBezTo>
                          <a:pt x="82074" y="-64"/>
                          <a:pt x="84056" y="1891"/>
                          <a:pt x="84043" y="4322"/>
                        </a:cubicBezTo>
                        <a:lnTo>
                          <a:pt x="84003" y="8920"/>
                        </a:lnTo>
                        <a:cubicBezTo>
                          <a:pt x="83990" y="11285"/>
                          <a:pt x="82048" y="13187"/>
                          <a:pt x="79683" y="13161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4" name="Forme libre : forme 2413">
                    <a:extLst>
                      <a:ext uri="{FF2B5EF4-FFF2-40B4-BE49-F238E27FC236}">
                        <a16:creationId xmlns:a16="http://schemas.microsoft.com/office/drawing/2014/main" id="{84B87254-539A-3487-4770-F86335F71F9A}"/>
                      </a:ext>
                    </a:extLst>
                  </p:cNvPr>
                  <p:cNvSpPr/>
                  <p:nvPr/>
                </p:nvSpPr>
                <p:spPr>
                  <a:xfrm>
                    <a:off x="779305" y="688193"/>
                    <a:ext cx="125594" cy="125766"/>
                  </a:xfrm>
                  <a:custGeom>
                    <a:avLst/>
                    <a:gdLst>
                      <a:gd name="connsiteX0" fmla="*/ 117813 w 125594"/>
                      <a:gd name="connsiteY0" fmla="*/ 125766 h 125766"/>
                      <a:gd name="connsiteX1" fmla="*/ 6738 w 125594"/>
                      <a:gd name="connsiteY1" fmla="*/ 124841 h 125766"/>
                      <a:gd name="connsiteX2" fmla="*/ 0 w 125594"/>
                      <a:gd name="connsiteY2" fmla="*/ 117984 h 125766"/>
                      <a:gd name="connsiteX3" fmla="*/ 925 w 125594"/>
                      <a:gd name="connsiteY3" fmla="*/ 6738 h 125766"/>
                      <a:gd name="connsiteX4" fmla="*/ 7597 w 125594"/>
                      <a:gd name="connsiteY4" fmla="*/ 0 h 125766"/>
                      <a:gd name="connsiteX5" fmla="*/ 117284 w 125594"/>
                      <a:gd name="connsiteY5" fmla="*/ 2087 h 125766"/>
                      <a:gd name="connsiteX6" fmla="*/ 125595 w 125594"/>
                      <a:gd name="connsiteY6" fmla="*/ 10636 h 125766"/>
                      <a:gd name="connsiteX7" fmla="*/ 124657 w 125594"/>
                      <a:gd name="connsiteY7" fmla="*/ 119028 h 125766"/>
                      <a:gd name="connsiteX8" fmla="*/ 117799 w 125594"/>
                      <a:gd name="connsiteY8" fmla="*/ 125766 h 1257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5594" h="125766">
                        <a:moveTo>
                          <a:pt x="117813" y="125766"/>
                        </a:moveTo>
                        <a:lnTo>
                          <a:pt x="6738" y="124841"/>
                        </a:lnTo>
                        <a:cubicBezTo>
                          <a:pt x="2986" y="124815"/>
                          <a:pt x="-26" y="121737"/>
                          <a:pt x="0" y="117984"/>
                        </a:cubicBezTo>
                        <a:lnTo>
                          <a:pt x="925" y="6738"/>
                        </a:lnTo>
                        <a:cubicBezTo>
                          <a:pt x="951" y="3052"/>
                          <a:pt x="3924" y="66"/>
                          <a:pt x="7597" y="0"/>
                        </a:cubicBezTo>
                        <a:lnTo>
                          <a:pt x="117284" y="2087"/>
                        </a:lnTo>
                        <a:cubicBezTo>
                          <a:pt x="121935" y="2180"/>
                          <a:pt x="125634" y="5985"/>
                          <a:pt x="125595" y="10636"/>
                        </a:cubicBezTo>
                        <a:lnTo>
                          <a:pt x="124657" y="119028"/>
                        </a:lnTo>
                        <a:cubicBezTo>
                          <a:pt x="124630" y="122780"/>
                          <a:pt x="121552" y="125793"/>
                          <a:pt x="117799" y="125766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5" name="Forme libre : forme 2414">
                    <a:extLst>
                      <a:ext uri="{FF2B5EF4-FFF2-40B4-BE49-F238E27FC236}">
                        <a16:creationId xmlns:a16="http://schemas.microsoft.com/office/drawing/2014/main" id="{A5E5E27E-A82C-D298-02D4-55B24D7E16B4}"/>
                      </a:ext>
                    </a:extLst>
                  </p:cNvPr>
                  <p:cNvSpPr/>
                  <p:nvPr/>
                </p:nvSpPr>
                <p:spPr>
                  <a:xfrm>
                    <a:off x="1082299" y="666351"/>
                    <a:ext cx="84042" cy="13161"/>
                  </a:xfrm>
                  <a:custGeom>
                    <a:avLst/>
                    <a:gdLst>
                      <a:gd name="connsiteX0" fmla="*/ 79683 w 84042"/>
                      <a:gd name="connsiteY0" fmla="*/ 13148 h 13161"/>
                      <a:gd name="connsiteX1" fmla="*/ 4241 w 84042"/>
                      <a:gd name="connsiteY1" fmla="*/ 12527 h 13161"/>
                      <a:gd name="connsiteX2" fmla="*/ 0 w 84042"/>
                      <a:gd name="connsiteY2" fmla="*/ 8206 h 13161"/>
                      <a:gd name="connsiteX3" fmla="*/ 0 w 84042"/>
                      <a:gd name="connsiteY3" fmla="*/ 6106 h 13161"/>
                      <a:gd name="connsiteX4" fmla="*/ 4188 w 84042"/>
                      <a:gd name="connsiteY4" fmla="*/ 1865 h 13161"/>
                      <a:gd name="connsiteX5" fmla="*/ 79656 w 84042"/>
                      <a:gd name="connsiteY5" fmla="*/ 2 h 13161"/>
                      <a:gd name="connsiteX6" fmla="*/ 84043 w 84042"/>
                      <a:gd name="connsiteY6" fmla="*/ 4322 h 13161"/>
                      <a:gd name="connsiteX7" fmla="*/ 84003 w 84042"/>
                      <a:gd name="connsiteY7" fmla="*/ 8920 h 13161"/>
                      <a:gd name="connsiteX8" fmla="*/ 79683 w 84042"/>
                      <a:gd name="connsiteY8" fmla="*/ 13161 h 13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4042" h="13161">
                        <a:moveTo>
                          <a:pt x="79683" y="13148"/>
                        </a:moveTo>
                        <a:lnTo>
                          <a:pt x="4241" y="12527"/>
                        </a:lnTo>
                        <a:cubicBezTo>
                          <a:pt x="1876" y="12514"/>
                          <a:pt x="-26" y="10571"/>
                          <a:pt x="0" y="8206"/>
                        </a:cubicBezTo>
                        <a:lnTo>
                          <a:pt x="0" y="6106"/>
                        </a:lnTo>
                        <a:cubicBezTo>
                          <a:pt x="40" y="3794"/>
                          <a:pt x="1890" y="1917"/>
                          <a:pt x="4188" y="1865"/>
                        </a:cubicBezTo>
                        <a:lnTo>
                          <a:pt x="79656" y="2"/>
                        </a:lnTo>
                        <a:cubicBezTo>
                          <a:pt x="82074" y="-64"/>
                          <a:pt x="84056" y="1891"/>
                          <a:pt x="84043" y="4322"/>
                        </a:cubicBezTo>
                        <a:lnTo>
                          <a:pt x="84003" y="8920"/>
                        </a:lnTo>
                        <a:cubicBezTo>
                          <a:pt x="83990" y="11285"/>
                          <a:pt x="82048" y="13187"/>
                          <a:pt x="79683" y="13161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6" name="Forme libre : forme 2415">
                    <a:extLst>
                      <a:ext uri="{FF2B5EF4-FFF2-40B4-BE49-F238E27FC236}">
                        <a16:creationId xmlns:a16="http://schemas.microsoft.com/office/drawing/2014/main" id="{247EA24B-8771-9E86-557B-53DABD1EFF4A}"/>
                      </a:ext>
                    </a:extLst>
                  </p:cNvPr>
                  <p:cNvSpPr/>
                  <p:nvPr/>
                </p:nvSpPr>
                <p:spPr>
                  <a:xfrm>
                    <a:off x="1060433" y="690822"/>
                    <a:ext cx="125594" cy="125766"/>
                  </a:xfrm>
                  <a:custGeom>
                    <a:avLst/>
                    <a:gdLst>
                      <a:gd name="connsiteX0" fmla="*/ 117813 w 125594"/>
                      <a:gd name="connsiteY0" fmla="*/ 125766 h 125766"/>
                      <a:gd name="connsiteX1" fmla="*/ 6738 w 125594"/>
                      <a:gd name="connsiteY1" fmla="*/ 124841 h 125766"/>
                      <a:gd name="connsiteX2" fmla="*/ 0 w 125594"/>
                      <a:gd name="connsiteY2" fmla="*/ 117984 h 125766"/>
                      <a:gd name="connsiteX3" fmla="*/ 925 w 125594"/>
                      <a:gd name="connsiteY3" fmla="*/ 6738 h 125766"/>
                      <a:gd name="connsiteX4" fmla="*/ 7597 w 125594"/>
                      <a:gd name="connsiteY4" fmla="*/ 0 h 125766"/>
                      <a:gd name="connsiteX5" fmla="*/ 117284 w 125594"/>
                      <a:gd name="connsiteY5" fmla="*/ 2088 h 125766"/>
                      <a:gd name="connsiteX6" fmla="*/ 125595 w 125594"/>
                      <a:gd name="connsiteY6" fmla="*/ 10636 h 125766"/>
                      <a:gd name="connsiteX7" fmla="*/ 124656 w 125594"/>
                      <a:gd name="connsiteY7" fmla="*/ 119028 h 125766"/>
                      <a:gd name="connsiteX8" fmla="*/ 117799 w 125594"/>
                      <a:gd name="connsiteY8" fmla="*/ 125766 h 1257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5594" h="125766">
                        <a:moveTo>
                          <a:pt x="117813" y="125766"/>
                        </a:moveTo>
                        <a:lnTo>
                          <a:pt x="6738" y="124841"/>
                        </a:lnTo>
                        <a:cubicBezTo>
                          <a:pt x="2986" y="124815"/>
                          <a:pt x="-26" y="121737"/>
                          <a:pt x="0" y="117984"/>
                        </a:cubicBezTo>
                        <a:lnTo>
                          <a:pt x="925" y="6738"/>
                        </a:lnTo>
                        <a:cubicBezTo>
                          <a:pt x="951" y="3052"/>
                          <a:pt x="3924" y="66"/>
                          <a:pt x="7597" y="0"/>
                        </a:cubicBezTo>
                        <a:lnTo>
                          <a:pt x="117284" y="2088"/>
                        </a:lnTo>
                        <a:cubicBezTo>
                          <a:pt x="121935" y="2180"/>
                          <a:pt x="125634" y="5985"/>
                          <a:pt x="125595" y="10636"/>
                        </a:cubicBezTo>
                        <a:lnTo>
                          <a:pt x="124656" y="119028"/>
                        </a:lnTo>
                        <a:cubicBezTo>
                          <a:pt x="124630" y="122780"/>
                          <a:pt x="121552" y="125793"/>
                          <a:pt x="117799" y="125766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7" name="Forme libre : forme 2416">
                    <a:extLst>
                      <a:ext uri="{FF2B5EF4-FFF2-40B4-BE49-F238E27FC236}">
                        <a16:creationId xmlns:a16="http://schemas.microsoft.com/office/drawing/2014/main" id="{2C2FBAD7-0B13-827B-24B5-CA4640B4CC2E}"/>
                      </a:ext>
                    </a:extLst>
                  </p:cNvPr>
                  <p:cNvSpPr/>
                  <p:nvPr/>
                </p:nvSpPr>
                <p:spPr>
                  <a:xfrm>
                    <a:off x="772435" y="824581"/>
                    <a:ext cx="410910" cy="96093"/>
                  </a:xfrm>
                  <a:custGeom>
                    <a:avLst/>
                    <a:gdLst>
                      <a:gd name="connsiteX0" fmla="*/ 410910 w 410910"/>
                      <a:gd name="connsiteY0" fmla="*/ 82721 h 96093"/>
                      <a:gd name="connsiteX1" fmla="*/ 397341 w 410910"/>
                      <a:gd name="connsiteY1" fmla="*/ 96092 h 96093"/>
                      <a:gd name="connsiteX2" fmla="*/ 11587 w 410910"/>
                      <a:gd name="connsiteY2" fmla="*/ 90437 h 96093"/>
                      <a:gd name="connsiteX3" fmla="*/ 0 w 410910"/>
                      <a:gd name="connsiteY3" fmla="*/ 78679 h 96093"/>
                      <a:gd name="connsiteX4" fmla="*/ 0 w 410910"/>
                      <a:gd name="connsiteY4" fmla="*/ 11759 h 96093"/>
                      <a:gd name="connsiteX5" fmla="*/ 11851 w 410910"/>
                      <a:gd name="connsiteY5" fmla="*/ 0 h 96093"/>
                      <a:gd name="connsiteX6" fmla="*/ 399244 w 410910"/>
                      <a:gd name="connsiteY6" fmla="*/ 3264 h 96093"/>
                      <a:gd name="connsiteX7" fmla="*/ 410897 w 410910"/>
                      <a:gd name="connsiteY7" fmla="*/ 14705 h 96093"/>
                      <a:gd name="connsiteX8" fmla="*/ 410897 w 410910"/>
                      <a:gd name="connsiteY8" fmla="*/ 82708 h 96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10910" h="96093">
                        <a:moveTo>
                          <a:pt x="410910" y="82721"/>
                        </a:moveTo>
                        <a:cubicBezTo>
                          <a:pt x="410910" y="90186"/>
                          <a:pt x="404806" y="96198"/>
                          <a:pt x="397341" y="96092"/>
                        </a:cubicBezTo>
                        <a:lnTo>
                          <a:pt x="11587" y="90437"/>
                        </a:lnTo>
                        <a:cubicBezTo>
                          <a:pt x="5166" y="90345"/>
                          <a:pt x="0" y="85113"/>
                          <a:pt x="0" y="78679"/>
                        </a:cubicBezTo>
                        <a:lnTo>
                          <a:pt x="0" y="11759"/>
                        </a:lnTo>
                        <a:cubicBezTo>
                          <a:pt x="0" y="5232"/>
                          <a:pt x="5324" y="-52"/>
                          <a:pt x="11851" y="0"/>
                        </a:cubicBezTo>
                        <a:lnTo>
                          <a:pt x="399244" y="3264"/>
                        </a:lnTo>
                        <a:cubicBezTo>
                          <a:pt x="405572" y="3317"/>
                          <a:pt x="410725" y="8377"/>
                          <a:pt x="410897" y="14705"/>
                        </a:cubicBezTo>
                        <a:lnTo>
                          <a:pt x="410897" y="82708"/>
                        </a:ln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8" name="Forme libre : forme 2417">
                    <a:extLst>
                      <a:ext uri="{FF2B5EF4-FFF2-40B4-BE49-F238E27FC236}">
                        <a16:creationId xmlns:a16="http://schemas.microsoft.com/office/drawing/2014/main" id="{D855E52F-E850-3CA8-115F-3D3A6D634CBE}"/>
                      </a:ext>
                    </a:extLst>
                  </p:cNvPr>
                  <p:cNvSpPr/>
                  <p:nvPr/>
                </p:nvSpPr>
                <p:spPr>
                  <a:xfrm>
                    <a:off x="772435" y="928481"/>
                    <a:ext cx="413076" cy="38489"/>
                  </a:xfrm>
                  <a:custGeom>
                    <a:avLst/>
                    <a:gdLst>
                      <a:gd name="connsiteX0" fmla="*/ 394527 w 413076"/>
                      <a:gd name="connsiteY0" fmla="*/ 38488 h 38489"/>
                      <a:gd name="connsiteX1" fmla="*/ 10596 w 413076"/>
                      <a:gd name="connsiteY1" fmla="*/ 33546 h 38489"/>
                      <a:gd name="connsiteX2" fmla="*/ 0 w 413076"/>
                      <a:gd name="connsiteY2" fmla="*/ 22818 h 38489"/>
                      <a:gd name="connsiteX3" fmla="*/ 0 w 413076"/>
                      <a:gd name="connsiteY3" fmla="*/ 7188 h 38489"/>
                      <a:gd name="connsiteX4" fmla="*/ 7280 w 413076"/>
                      <a:gd name="connsiteY4" fmla="*/ 1 h 38489"/>
                      <a:gd name="connsiteX5" fmla="*/ 402904 w 413076"/>
                      <a:gd name="connsiteY5" fmla="*/ 5206 h 38489"/>
                      <a:gd name="connsiteX6" fmla="*/ 413077 w 413076"/>
                      <a:gd name="connsiteY6" fmla="*/ 15512 h 38489"/>
                      <a:gd name="connsiteX7" fmla="*/ 413077 w 413076"/>
                      <a:gd name="connsiteY7" fmla="*/ 20162 h 38489"/>
                      <a:gd name="connsiteX8" fmla="*/ 394514 w 413076"/>
                      <a:gd name="connsiteY8" fmla="*/ 38488 h 384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13076" h="38489">
                        <a:moveTo>
                          <a:pt x="394527" y="38488"/>
                        </a:moveTo>
                        <a:lnTo>
                          <a:pt x="10596" y="33546"/>
                        </a:lnTo>
                        <a:cubicBezTo>
                          <a:pt x="4717" y="33467"/>
                          <a:pt x="0" y="28684"/>
                          <a:pt x="0" y="22818"/>
                        </a:cubicBezTo>
                        <a:lnTo>
                          <a:pt x="0" y="7188"/>
                        </a:lnTo>
                        <a:cubicBezTo>
                          <a:pt x="0" y="3185"/>
                          <a:pt x="3277" y="-52"/>
                          <a:pt x="7280" y="1"/>
                        </a:cubicBezTo>
                        <a:lnTo>
                          <a:pt x="402904" y="5206"/>
                        </a:lnTo>
                        <a:cubicBezTo>
                          <a:pt x="408545" y="5285"/>
                          <a:pt x="413077" y="9870"/>
                          <a:pt x="413077" y="15512"/>
                        </a:cubicBezTo>
                        <a:lnTo>
                          <a:pt x="413077" y="20162"/>
                        </a:lnTo>
                        <a:cubicBezTo>
                          <a:pt x="413077" y="30375"/>
                          <a:pt x="404727" y="38620"/>
                          <a:pt x="394514" y="38488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1" name="Graphique 1982">
                <a:extLst>
                  <a:ext uri="{FF2B5EF4-FFF2-40B4-BE49-F238E27FC236}">
                    <a16:creationId xmlns:a16="http://schemas.microsoft.com/office/drawing/2014/main" id="{22216B04-3859-EE25-87BB-D8E605598C42}"/>
                  </a:ext>
                </a:extLst>
              </p:cNvPr>
              <p:cNvGrpSpPr/>
              <p:nvPr/>
            </p:nvGrpSpPr>
            <p:grpSpPr>
              <a:xfrm>
                <a:off x="0" y="746907"/>
                <a:ext cx="341482" cy="430200"/>
                <a:chOff x="0" y="746907"/>
                <a:chExt cx="341482" cy="430200"/>
              </a:xfrm>
              <a:solidFill>
                <a:srgbClr val="8078D5"/>
              </a:solidFill>
            </p:grpSpPr>
            <p:sp>
              <p:nvSpPr>
                <p:cNvPr id="2393" name="Forme libre : forme 2392">
                  <a:extLst>
                    <a:ext uri="{FF2B5EF4-FFF2-40B4-BE49-F238E27FC236}">
                      <a16:creationId xmlns:a16="http://schemas.microsoft.com/office/drawing/2014/main" id="{8FBDED92-7170-8B6F-685C-D5CBAF7E9CE8}"/>
                    </a:ext>
                  </a:extLst>
                </p:cNvPr>
                <p:cNvSpPr/>
                <p:nvPr/>
              </p:nvSpPr>
              <p:spPr>
                <a:xfrm>
                  <a:off x="327609" y="749404"/>
                  <a:ext cx="7002" cy="425047"/>
                </a:xfrm>
                <a:custGeom>
                  <a:avLst/>
                  <a:gdLst>
                    <a:gd name="connsiteX0" fmla="*/ 3501 w 7002"/>
                    <a:gd name="connsiteY0" fmla="*/ 425047 h 425047"/>
                    <a:gd name="connsiteX1" fmla="*/ 0 w 7002"/>
                    <a:gd name="connsiteY1" fmla="*/ 421546 h 425047"/>
                    <a:gd name="connsiteX2" fmla="*/ 0 w 7002"/>
                    <a:gd name="connsiteY2" fmla="*/ 3501 h 425047"/>
                    <a:gd name="connsiteX3" fmla="*/ 3501 w 7002"/>
                    <a:gd name="connsiteY3" fmla="*/ 0 h 425047"/>
                    <a:gd name="connsiteX4" fmla="*/ 7002 w 7002"/>
                    <a:gd name="connsiteY4" fmla="*/ 3501 h 425047"/>
                    <a:gd name="connsiteX5" fmla="*/ 7002 w 7002"/>
                    <a:gd name="connsiteY5" fmla="*/ 421546 h 425047"/>
                    <a:gd name="connsiteX6" fmla="*/ 3501 w 7002"/>
                    <a:gd name="connsiteY6" fmla="*/ 425047 h 425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002" h="425047">
                      <a:moveTo>
                        <a:pt x="3501" y="425047"/>
                      </a:moveTo>
                      <a:cubicBezTo>
                        <a:pt x="1572" y="425047"/>
                        <a:pt x="0" y="423488"/>
                        <a:pt x="0" y="421546"/>
                      </a:cubicBezTo>
                      <a:lnTo>
                        <a:pt x="0" y="3501"/>
                      </a:lnTo>
                      <a:cubicBezTo>
                        <a:pt x="0" y="1572"/>
                        <a:pt x="1572" y="0"/>
                        <a:pt x="3501" y="0"/>
                      </a:cubicBezTo>
                      <a:cubicBezTo>
                        <a:pt x="5430" y="0"/>
                        <a:pt x="7002" y="1559"/>
                        <a:pt x="7002" y="3501"/>
                      </a:cubicBezTo>
                      <a:lnTo>
                        <a:pt x="7002" y="421546"/>
                      </a:lnTo>
                      <a:cubicBezTo>
                        <a:pt x="7002" y="423475"/>
                        <a:pt x="5430" y="425047"/>
                        <a:pt x="3501" y="425047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4" name="Forme libre : forme 2393">
                  <a:extLst>
                    <a:ext uri="{FF2B5EF4-FFF2-40B4-BE49-F238E27FC236}">
                      <a16:creationId xmlns:a16="http://schemas.microsoft.com/office/drawing/2014/main" id="{9B5C1795-1A6C-9092-BD73-00C13BC7EBD8}"/>
                    </a:ext>
                  </a:extLst>
                </p:cNvPr>
                <p:cNvSpPr/>
                <p:nvPr/>
              </p:nvSpPr>
              <p:spPr>
                <a:xfrm>
                  <a:off x="232839" y="749404"/>
                  <a:ext cx="7002" cy="425047"/>
                </a:xfrm>
                <a:custGeom>
                  <a:avLst/>
                  <a:gdLst>
                    <a:gd name="connsiteX0" fmla="*/ 3501 w 7002"/>
                    <a:gd name="connsiteY0" fmla="*/ 425047 h 425047"/>
                    <a:gd name="connsiteX1" fmla="*/ 0 w 7002"/>
                    <a:gd name="connsiteY1" fmla="*/ 421546 h 425047"/>
                    <a:gd name="connsiteX2" fmla="*/ 0 w 7002"/>
                    <a:gd name="connsiteY2" fmla="*/ 3501 h 425047"/>
                    <a:gd name="connsiteX3" fmla="*/ 3501 w 7002"/>
                    <a:gd name="connsiteY3" fmla="*/ 0 h 425047"/>
                    <a:gd name="connsiteX4" fmla="*/ 7002 w 7002"/>
                    <a:gd name="connsiteY4" fmla="*/ 3501 h 425047"/>
                    <a:gd name="connsiteX5" fmla="*/ 7002 w 7002"/>
                    <a:gd name="connsiteY5" fmla="*/ 421546 h 425047"/>
                    <a:gd name="connsiteX6" fmla="*/ 3501 w 7002"/>
                    <a:gd name="connsiteY6" fmla="*/ 425047 h 425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002" h="425047">
                      <a:moveTo>
                        <a:pt x="3501" y="425047"/>
                      </a:moveTo>
                      <a:cubicBezTo>
                        <a:pt x="1572" y="425047"/>
                        <a:pt x="0" y="423488"/>
                        <a:pt x="0" y="421546"/>
                      </a:cubicBezTo>
                      <a:lnTo>
                        <a:pt x="0" y="3501"/>
                      </a:lnTo>
                      <a:cubicBezTo>
                        <a:pt x="0" y="1572"/>
                        <a:pt x="1559" y="0"/>
                        <a:pt x="3501" y="0"/>
                      </a:cubicBezTo>
                      <a:cubicBezTo>
                        <a:pt x="5443" y="0"/>
                        <a:pt x="7002" y="1559"/>
                        <a:pt x="7002" y="3501"/>
                      </a:cubicBezTo>
                      <a:lnTo>
                        <a:pt x="7002" y="421546"/>
                      </a:lnTo>
                      <a:cubicBezTo>
                        <a:pt x="7002" y="423475"/>
                        <a:pt x="5443" y="425047"/>
                        <a:pt x="3501" y="425047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5" name="Forme libre : forme 2394">
                  <a:extLst>
                    <a:ext uri="{FF2B5EF4-FFF2-40B4-BE49-F238E27FC236}">
                      <a16:creationId xmlns:a16="http://schemas.microsoft.com/office/drawing/2014/main" id="{76DEB932-5FF2-1802-7818-69B99F4AE8DB}"/>
                    </a:ext>
                  </a:extLst>
                </p:cNvPr>
                <p:cNvSpPr/>
                <p:nvPr/>
              </p:nvSpPr>
              <p:spPr>
                <a:xfrm>
                  <a:off x="0" y="749429"/>
                  <a:ext cx="185845" cy="427678"/>
                </a:xfrm>
                <a:custGeom>
                  <a:avLst/>
                  <a:gdLst>
                    <a:gd name="connsiteX0" fmla="*/ 3490 w 185845"/>
                    <a:gd name="connsiteY0" fmla="*/ 427678 h 427678"/>
                    <a:gd name="connsiteX1" fmla="*/ 2129 w 185845"/>
                    <a:gd name="connsiteY1" fmla="*/ 427401 h 427678"/>
                    <a:gd name="connsiteX2" fmla="*/ 280 w 185845"/>
                    <a:gd name="connsiteY2" fmla="*/ 422816 h 427678"/>
                    <a:gd name="connsiteX3" fmla="*/ 179132 w 185845"/>
                    <a:gd name="connsiteY3" fmla="*/ 2129 h 427678"/>
                    <a:gd name="connsiteX4" fmla="*/ 183717 w 185845"/>
                    <a:gd name="connsiteY4" fmla="*/ 280 h 427678"/>
                    <a:gd name="connsiteX5" fmla="*/ 185566 w 185845"/>
                    <a:gd name="connsiteY5" fmla="*/ 4864 h 427678"/>
                    <a:gd name="connsiteX6" fmla="*/ 6701 w 185845"/>
                    <a:gd name="connsiteY6" fmla="*/ 425551 h 427678"/>
                    <a:gd name="connsiteX7" fmla="*/ 3477 w 185845"/>
                    <a:gd name="connsiteY7" fmla="*/ 427678 h 427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845" h="427678">
                      <a:moveTo>
                        <a:pt x="3490" y="427678"/>
                      </a:moveTo>
                      <a:cubicBezTo>
                        <a:pt x="3028" y="427678"/>
                        <a:pt x="2565" y="427586"/>
                        <a:pt x="2129" y="427401"/>
                      </a:cubicBezTo>
                      <a:cubicBezTo>
                        <a:pt x="346" y="426648"/>
                        <a:pt x="-474" y="424587"/>
                        <a:pt x="280" y="422816"/>
                      </a:cubicBezTo>
                      <a:lnTo>
                        <a:pt x="179132" y="2129"/>
                      </a:lnTo>
                      <a:cubicBezTo>
                        <a:pt x="179885" y="346"/>
                        <a:pt x="181946" y="-474"/>
                        <a:pt x="183717" y="280"/>
                      </a:cubicBezTo>
                      <a:cubicBezTo>
                        <a:pt x="185500" y="1033"/>
                        <a:pt x="186319" y="3094"/>
                        <a:pt x="185566" y="4864"/>
                      </a:cubicBezTo>
                      <a:lnTo>
                        <a:pt x="6701" y="425551"/>
                      </a:lnTo>
                      <a:cubicBezTo>
                        <a:pt x="6133" y="426886"/>
                        <a:pt x="4838" y="427678"/>
                        <a:pt x="3477" y="427678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6" name="Forme libre : forme 2395">
                  <a:extLst>
                    <a:ext uri="{FF2B5EF4-FFF2-40B4-BE49-F238E27FC236}">
                      <a16:creationId xmlns:a16="http://schemas.microsoft.com/office/drawing/2014/main" id="{4DD0943A-185C-52F3-871D-D5D95459871B}"/>
                    </a:ext>
                  </a:extLst>
                </p:cNvPr>
                <p:cNvSpPr/>
                <p:nvPr/>
              </p:nvSpPr>
              <p:spPr>
                <a:xfrm>
                  <a:off x="110466" y="749429"/>
                  <a:ext cx="185845" cy="427678"/>
                </a:xfrm>
                <a:custGeom>
                  <a:avLst/>
                  <a:gdLst>
                    <a:gd name="connsiteX0" fmla="*/ 3490 w 185845"/>
                    <a:gd name="connsiteY0" fmla="*/ 427678 h 427678"/>
                    <a:gd name="connsiteX1" fmla="*/ 2129 w 185845"/>
                    <a:gd name="connsiteY1" fmla="*/ 427401 h 427678"/>
                    <a:gd name="connsiteX2" fmla="*/ 280 w 185845"/>
                    <a:gd name="connsiteY2" fmla="*/ 422816 h 427678"/>
                    <a:gd name="connsiteX3" fmla="*/ 179132 w 185845"/>
                    <a:gd name="connsiteY3" fmla="*/ 2129 h 427678"/>
                    <a:gd name="connsiteX4" fmla="*/ 183717 w 185845"/>
                    <a:gd name="connsiteY4" fmla="*/ 280 h 427678"/>
                    <a:gd name="connsiteX5" fmla="*/ 185566 w 185845"/>
                    <a:gd name="connsiteY5" fmla="*/ 4864 h 427678"/>
                    <a:gd name="connsiteX6" fmla="*/ 6714 w 185845"/>
                    <a:gd name="connsiteY6" fmla="*/ 425551 h 427678"/>
                    <a:gd name="connsiteX7" fmla="*/ 3490 w 185845"/>
                    <a:gd name="connsiteY7" fmla="*/ 427678 h 427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5845" h="427678">
                      <a:moveTo>
                        <a:pt x="3490" y="427678"/>
                      </a:moveTo>
                      <a:cubicBezTo>
                        <a:pt x="3028" y="427678"/>
                        <a:pt x="2565" y="427586"/>
                        <a:pt x="2129" y="427401"/>
                      </a:cubicBezTo>
                      <a:cubicBezTo>
                        <a:pt x="346" y="426648"/>
                        <a:pt x="-474" y="424587"/>
                        <a:pt x="280" y="422816"/>
                      </a:cubicBezTo>
                      <a:lnTo>
                        <a:pt x="179132" y="2129"/>
                      </a:lnTo>
                      <a:cubicBezTo>
                        <a:pt x="179885" y="346"/>
                        <a:pt x="181946" y="-474"/>
                        <a:pt x="183717" y="280"/>
                      </a:cubicBezTo>
                      <a:cubicBezTo>
                        <a:pt x="185500" y="1033"/>
                        <a:pt x="186319" y="3094"/>
                        <a:pt x="185566" y="4864"/>
                      </a:cubicBezTo>
                      <a:lnTo>
                        <a:pt x="6714" y="425551"/>
                      </a:lnTo>
                      <a:cubicBezTo>
                        <a:pt x="6146" y="426886"/>
                        <a:pt x="4851" y="427678"/>
                        <a:pt x="3490" y="427678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7" name="Forme libre : forme 2396">
                  <a:extLst>
                    <a:ext uri="{FF2B5EF4-FFF2-40B4-BE49-F238E27FC236}">
                      <a16:creationId xmlns:a16="http://schemas.microsoft.com/office/drawing/2014/main" id="{A72920FE-23C8-9893-3A6C-1574228E11A6}"/>
                    </a:ext>
                  </a:extLst>
                </p:cNvPr>
                <p:cNvSpPr/>
                <p:nvPr/>
              </p:nvSpPr>
              <p:spPr>
                <a:xfrm>
                  <a:off x="167796" y="746907"/>
                  <a:ext cx="173686" cy="9856"/>
                </a:xfrm>
                <a:custGeom>
                  <a:avLst/>
                  <a:gdLst>
                    <a:gd name="connsiteX0" fmla="*/ 171176 w 173686"/>
                    <a:gd name="connsiteY0" fmla="*/ 0 h 9856"/>
                    <a:gd name="connsiteX1" fmla="*/ 173687 w 173686"/>
                    <a:gd name="connsiteY1" fmla="*/ 2510 h 9856"/>
                    <a:gd name="connsiteX2" fmla="*/ 173687 w 173686"/>
                    <a:gd name="connsiteY2" fmla="*/ 7346 h 9856"/>
                    <a:gd name="connsiteX3" fmla="*/ 171176 w 173686"/>
                    <a:gd name="connsiteY3" fmla="*/ 9856 h 9856"/>
                    <a:gd name="connsiteX4" fmla="*/ 2510 w 173686"/>
                    <a:gd name="connsiteY4" fmla="*/ 9856 h 9856"/>
                    <a:gd name="connsiteX5" fmla="*/ 0 w 173686"/>
                    <a:gd name="connsiteY5" fmla="*/ 7346 h 9856"/>
                    <a:gd name="connsiteX6" fmla="*/ 0 w 173686"/>
                    <a:gd name="connsiteY6" fmla="*/ 2510 h 9856"/>
                    <a:gd name="connsiteX7" fmla="*/ 2510 w 173686"/>
                    <a:gd name="connsiteY7" fmla="*/ 0 h 9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3686" h="9856">
                      <a:moveTo>
                        <a:pt x="171176" y="0"/>
                      </a:moveTo>
                      <a:cubicBezTo>
                        <a:pt x="172563" y="0"/>
                        <a:pt x="173687" y="1124"/>
                        <a:pt x="173687" y="2510"/>
                      </a:cubicBezTo>
                      <a:lnTo>
                        <a:pt x="173687" y="7346"/>
                      </a:lnTo>
                      <a:cubicBezTo>
                        <a:pt x="173687" y="8732"/>
                        <a:pt x="172563" y="9856"/>
                        <a:pt x="171176" y="9856"/>
                      </a:cubicBezTo>
                      <a:lnTo>
                        <a:pt x="2510" y="9856"/>
                      </a:lnTo>
                      <a:cubicBezTo>
                        <a:pt x="1124" y="9856"/>
                        <a:pt x="0" y="8732"/>
                        <a:pt x="0" y="7346"/>
                      </a:cubicBezTo>
                      <a:lnTo>
                        <a:pt x="0" y="2510"/>
                      </a:lnTo>
                      <a:cubicBezTo>
                        <a:pt x="0" y="1124"/>
                        <a:pt x="1124" y="0"/>
                        <a:pt x="2510" y="0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8" name="Forme libre : forme 2397">
                  <a:extLst>
                    <a:ext uri="{FF2B5EF4-FFF2-40B4-BE49-F238E27FC236}">
                      <a16:creationId xmlns:a16="http://schemas.microsoft.com/office/drawing/2014/main" id="{D7474AC3-59E6-6498-6B3D-14ACDB968230}"/>
                    </a:ext>
                  </a:extLst>
                </p:cNvPr>
                <p:cNvSpPr/>
                <p:nvPr/>
              </p:nvSpPr>
              <p:spPr>
                <a:xfrm>
                  <a:off x="151492" y="813734"/>
                  <a:ext cx="117799" cy="7002"/>
                </a:xfrm>
                <a:custGeom>
                  <a:avLst/>
                  <a:gdLst>
                    <a:gd name="connsiteX0" fmla="*/ 114298 w 117799"/>
                    <a:gd name="connsiteY0" fmla="*/ 7002 h 7002"/>
                    <a:gd name="connsiteX1" fmla="*/ 3501 w 117799"/>
                    <a:gd name="connsiteY1" fmla="*/ 7002 h 7002"/>
                    <a:gd name="connsiteX2" fmla="*/ 0 w 117799"/>
                    <a:gd name="connsiteY2" fmla="*/ 3501 h 7002"/>
                    <a:gd name="connsiteX3" fmla="*/ 3501 w 117799"/>
                    <a:gd name="connsiteY3" fmla="*/ 0 h 7002"/>
                    <a:gd name="connsiteX4" fmla="*/ 114298 w 117799"/>
                    <a:gd name="connsiteY4" fmla="*/ 0 h 7002"/>
                    <a:gd name="connsiteX5" fmla="*/ 117799 w 117799"/>
                    <a:gd name="connsiteY5" fmla="*/ 3501 h 7002"/>
                    <a:gd name="connsiteX6" fmla="*/ 114298 w 117799"/>
                    <a:gd name="connsiteY6" fmla="*/ 7002 h 7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7799" h="7002">
                      <a:moveTo>
                        <a:pt x="114298" y="7002"/>
                      </a:moveTo>
                      <a:lnTo>
                        <a:pt x="3501" y="7002"/>
                      </a:lnTo>
                      <a:cubicBezTo>
                        <a:pt x="1572" y="7002"/>
                        <a:pt x="0" y="5430"/>
                        <a:pt x="0" y="3501"/>
                      </a:cubicBezTo>
                      <a:cubicBezTo>
                        <a:pt x="0" y="1572"/>
                        <a:pt x="1572" y="0"/>
                        <a:pt x="3501" y="0"/>
                      </a:cubicBezTo>
                      <a:lnTo>
                        <a:pt x="114298" y="0"/>
                      </a:lnTo>
                      <a:cubicBezTo>
                        <a:pt x="116227" y="0"/>
                        <a:pt x="117799" y="1572"/>
                        <a:pt x="117799" y="3501"/>
                      </a:cubicBezTo>
                      <a:cubicBezTo>
                        <a:pt x="117799" y="5430"/>
                        <a:pt x="116240" y="7002"/>
                        <a:pt x="114298" y="7002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9" name="Forme libre : forme 2398">
                  <a:extLst>
                    <a:ext uri="{FF2B5EF4-FFF2-40B4-BE49-F238E27FC236}">
                      <a16:creationId xmlns:a16="http://schemas.microsoft.com/office/drawing/2014/main" id="{ED5734A7-DFD9-76E9-2631-9E89176842BE}"/>
                    </a:ext>
                  </a:extLst>
                </p:cNvPr>
                <p:cNvSpPr/>
                <p:nvPr/>
              </p:nvSpPr>
              <p:spPr>
                <a:xfrm>
                  <a:off x="120985" y="893311"/>
                  <a:ext cx="110796" cy="6989"/>
                </a:xfrm>
                <a:custGeom>
                  <a:avLst/>
                  <a:gdLst>
                    <a:gd name="connsiteX0" fmla="*/ 0 w 110796"/>
                    <a:gd name="connsiteY0" fmla="*/ 0 h 6989"/>
                    <a:gd name="connsiteX1" fmla="*/ 110797 w 110796"/>
                    <a:gd name="connsiteY1" fmla="*/ 0 h 6989"/>
                    <a:gd name="connsiteX2" fmla="*/ 110797 w 110796"/>
                    <a:gd name="connsiteY2" fmla="*/ 6989 h 6989"/>
                    <a:gd name="connsiteX3" fmla="*/ 0 w 110796"/>
                    <a:gd name="connsiteY3" fmla="*/ 6989 h 6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0796" h="6989">
                      <a:moveTo>
                        <a:pt x="0" y="0"/>
                      </a:moveTo>
                      <a:lnTo>
                        <a:pt x="110797" y="0"/>
                      </a:lnTo>
                      <a:lnTo>
                        <a:pt x="110797" y="6989"/>
                      </a:lnTo>
                      <a:lnTo>
                        <a:pt x="0" y="6989"/>
                      </a:ln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0" name="Forme libre : forme 2399">
                  <a:extLst>
                    <a:ext uri="{FF2B5EF4-FFF2-40B4-BE49-F238E27FC236}">
                      <a16:creationId xmlns:a16="http://schemas.microsoft.com/office/drawing/2014/main" id="{1F739357-1917-5C41-FE7A-DE02166AFE95}"/>
                    </a:ext>
                  </a:extLst>
                </p:cNvPr>
                <p:cNvSpPr/>
                <p:nvPr/>
              </p:nvSpPr>
              <p:spPr>
                <a:xfrm>
                  <a:off x="88074" y="972874"/>
                  <a:ext cx="110796" cy="6989"/>
                </a:xfrm>
                <a:custGeom>
                  <a:avLst/>
                  <a:gdLst>
                    <a:gd name="connsiteX0" fmla="*/ 0 w 110796"/>
                    <a:gd name="connsiteY0" fmla="*/ 0 h 6989"/>
                    <a:gd name="connsiteX1" fmla="*/ 110797 w 110796"/>
                    <a:gd name="connsiteY1" fmla="*/ 0 h 6989"/>
                    <a:gd name="connsiteX2" fmla="*/ 110797 w 110796"/>
                    <a:gd name="connsiteY2" fmla="*/ 6989 h 6989"/>
                    <a:gd name="connsiteX3" fmla="*/ 0 w 110796"/>
                    <a:gd name="connsiteY3" fmla="*/ 6989 h 6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0796" h="6989">
                      <a:moveTo>
                        <a:pt x="0" y="0"/>
                      </a:moveTo>
                      <a:lnTo>
                        <a:pt x="110797" y="0"/>
                      </a:lnTo>
                      <a:lnTo>
                        <a:pt x="110797" y="6989"/>
                      </a:lnTo>
                      <a:lnTo>
                        <a:pt x="0" y="6989"/>
                      </a:ln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1" name="Forme libre : forme 2400">
                  <a:extLst>
                    <a:ext uri="{FF2B5EF4-FFF2-40B4-BE49-F238E27FC236}">
                      <a16:creationId xmlns:a16="http://schemas.microsoft.com/office/drawing/2014/main" id="{9F75FB87-D70A-2B2A-135D-510BFC826533}"/>
                    </a:ext>
                  </a:extLst>
                </p:cNvPr>
                <p:cNvSpPr/>
                <p:nvPr/>
              </p:nvSpPr>
              <p:spPr>
                <a:xfrm>
                  <a:off x="50062" y="1052424"/>
                  <a:ext cx="117799" cy="7002"/>
                </a:xfrm>
                <a:custGeom>
                  <a:avLst/>
                  <a:gdLst>
                    <a:gd name="connsiteX0" fmla="*/ 114298 w 117799"/>
                    <a:gd name="connsiteY0" fmla="*/ 7002 h 7002"/>
                    <a:gd name="connsiteX1" fmla="*/ 3501 w 117799"/>
                    <a:gd name="connsiteY1" fmla="*/ 7002 h 7002"/>
                    <a:gd name="connsiteX2" fmla="*/ 0 w 117799"/>
                    <a:gd name="connsiteY2" fmla="*/ 3501 h 7002"/>
                    <a:gd name="connsiteX3" fmla="*/ 3501 w 117799"/>
                    <a:gd name="connsiteY3" fmla="*/ 0 h 7002"/>
                    <a:gd name="connsiteX4" fmla="*/ 114298 w 117799"/>
                    <a:gd name="connsiteY4" fmla="*/ 0 h 7002"/>
                    <a:gd name="connsiteX5" fmla="*/ 117799 w 117799"/>
                    <a:gd name="connsiteY5" fmla="*/ 3501 h 7002"/>
                    <a:gd name="connsiteX6" fmla="*/ 114298 w 117799"/>
                    <a:gd name="connsiteY6" fmla="*/ 7002 h 7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7799" h="7002">
                      <a:moveTo>
                        <a:pt x="114298" y="7002"/>
                      </a:moveTo>
                      <a:lnTo>
                        <a:pt x="3501" y="7002"/>
                      </a:lnTo>
                      <a:cubicBezTo>
                        <a:pt x="1572" y="7002"/>
                        <a:pt x="0" y="5443"/>
                        <a:pt x="0" y="3501"/>
                      </a:cubicBezTo>
                      <a:cubicBezTo>
                        <a:pt x="0" y="1559"/>
                        <a:pt x="1559" y="0"/>
                        <a:pt x="3501" y="0"/>
                      </a:cubicBezTo>
                      <a:lnTo>
                        <a:pt x="114298" y="0"/>
                      </a:lnTo>
                      <a:cubicBezTo>
                        <a:pt x="116227" y="0"/>
                        <a:pt x="117799" y="1559"/>
                        <a:pt x="117799" y="3501"/>
                      </a:cubicBezTo>
                      <a:cubicBezTo>
                        <a:pt x="117799" y="5443"/>
                        <a:pt x="116240" y="7002"/>
                        <a:pt x="114298" y="7002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2" name="Forme libre : forme 2401">
                  <a:extLst>
                    <a:ext uri="{FF2B5EF4-FFF2-40B4-BE49-F238E27FC236}">
                      <a16:creationId xmlns:a16="http://schemas.microsoft.com/office/drawing/2014/main" id="{D8116AA9-8F8D-B86C-905D-AE8C15119D68}"/>
                    </a:ext>
                  </a:extLst>
                </p:cNvPr>
                <p:cNvSpPr/>
                <p:nvPr/>
              </p:nvSpPr>
              <p:spPr>
                <a:xfrm>
                  <a:off x="16689" y="1131988"/>
                  <a:ext cx="117799" cy="7002"/>
                </a:xfrm>
                <a:custGeom>
                  <a:avLst/>
                  <a:gdLst>
                    <a:gd name="connsiteX0" fmla="*/ 114298 w 117799"/>
                    <a:gd name="connsiteY0" fmla="*/ 7002 h 7002"/>
                    <a:gd name="connsiteX1" fmla="*/ 3501 w 117799"/>
                    <a:gd name="connsiteY1" fmla="*/ 7002 h 7002"/>
                    <a:gd name="connsiteX2" fmla="*/ 0 w 117799"/>
                    <a:gd name="connsiteY2" fmla="*/ 3501 h 7002"/>
                    <a:gd name="connsiteX3" fmla="*/ 3501 w 117799"/>
                    <a:gd name="connsiteY3" fmla="*/ 0 h 7002"/>
                    <a:gd name="connsiteX4" fmla="*/ 114298 w 117799"/>
                    <a:gd name="connsiteY4" fmla="*/ 0 h 7002"/>
                    <a:gd name="connsiteX5" fmla="*/ 117799 w 117799"/>
                    <a:gd name="connsiteY5" fmla="*/ 3501 h 7002"/>
                    <a:gd name="connsiteX6" fmla="*/ 114298 w 117799"/>
                    <a:gd name="connsiteY6" fmla="*/ 7002 h 7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7799" h="7002">
                      <a:moveTo>
                        <a:pt x="114298" y="7002"/>
                      </a:moveTo>
                      <a:lnTo>
                        <a:pt x="3501" y="7002"/>
                      </a:lnTo>
                      <a:cubicBezTo>
                        <a:pt x="1572" y="7002"/>
                        <a:pt x="0" y="5430"/>
                        <a:pt x="0" y="3501"/>
                      </a:cubicBezTo>
                      <a:cubicBezTo>
                        <a:pt x="0" y="1572"/>
                        <a:pt x="1559" y="0"/>
                        <a:pt x="3501" y="0"/>
                      </a:cubicBezTo>
                      <a:lnTo>
                        <a:pt x="114298" y="0"/>
                      </a:lnTo>
                      <a:cubicBezTo>
                        <a:pt x="116227" y="0"/>
                        <a:pt x="117799" y="1559"/>
                        <a:pt x="117799" y="3501"/>
                      </a:cubicBezTo>
                      <a:cubicBezTo>
                        <a:pt x="117799" y="5443"/>
                        <a:pt x="116240" y="7002"/>
                        <a:pt x="114298" y="7002"/>
                      </a:cubicBezTo>
                      <a:close/>
                    </a:path>
                  </a:pathLst>
                </a:custGeom>
                <a:solidFill>
                  <a:srgbClr val="8078D5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" name="Graphique 1982">
                <a:extLst>
                  <a:ext uri="{FF2B5EF4-FFF2-40B4-BE49-F238E27FC236}">
                    <a16:creationId xmlns:a16="http://schemas.microsoft.com/office/drawing/2014/main" id="{1CBA09BF-1C11-FE3C-57D3-59B93A532E96}"/>
                  </a:ext>
                </a:extLst>
              </p:cNvPr>
              <p:cNvGrpSpPr/>
              <p:nvPr/>
            </p:nvGrpSpPr>
            <p:grpSpPr>
              <a:xfrm>
                <a:off x="175014" y="263714"/>
                <a:ext cx="509151" cy="485343"/>
                <a:chOff x="175014" y="263714"/>
                <a:chExt cx="509151" cy="485343"/>
              </a:xfrm>
            </p:grpSpPr>
            <p:grpSp>
              <p:nvGrpSpPr>
                <p:cNvPr id="2363" name="Graphique 1982">
                  <a:extLst>
                    <a:ext uri="{FF2B5EF4-FFF2-40B4-BE49-F238E27FC236}">
                      <a16:creationId xmlns:a16="http://schemas.microsoft.com/office/drawing/2014/main" id="{7ED8BE0E-705D-A5DD-A2B9-05D88503BE3C}"/>
                    </a:ext>
                  </a:extLst>
                </p:cNvPr>
                <p:cNvGrpSpPr/>
                <p:nvPr/>
              </p:nvGrpSpPr>
              <p:grpSpPr>
                <a:xfrm>
                  <a:off x="175014" y="263714"/>
                  <a:ext cx="509151" cy="485343"/>
                  <a:chOff x="175014" y="263714"/>
                  <a:chExt cx="509151" cy="485343"/>
                </a:xfrm>
              </p:grpSpPr>
              <p:grpSp>
                <p:nvGrpSpPr>
                  <p:cNvPr id="2365" name="Graphique 1982">
                    <a:extLst>
                      <a:ext uri="{FF2B5EF4-FFF2-40B4-BE49-F238E27FC236}">
                        <a16:creationId xmlns:a16="http://schemas.microsoft.com/office/drawing/2014/main" id="{6FEFE3D9-7A0B-2DE7-229A-B7B074C5347B}"/>
                      </a:ext>
                    </a:extLst>
                  </p:cNvPr>
                  <p:cNvGrpSpPr/>
                  <p:nvPr/>
                </p:nvGrpSpPr>
                <p:grpSpPr>
                  <a:xfrm>
                    <a:off x="175014" y="338032"/>
                    <a:ext cx="255848" cy="411025"/>
                    <a:chOff x="175014" y="338032"/>
                    <a:chExt cx="255848" cy="411025"/>
                  </a:xfrm>
                </p:grpSpPr>
                <p:grpSp>
                  <p:nvGrpSpPr>
                    <p:cNvPr id="2375" name="Graphique 1982">
                      <a:extLst>
                        <a:ext uri="{FF2B5EF4-FFF2-40B4-BE49-F238E27FC236}">
                          <a16:creationId xmlns:a16="http://schemas.microsoft.com/office/drawing/2014/main" id="{E0636884-5FD6-2EC5-9DA0-96C384C65D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6462" y="713983"/>
                      <a:ext cx="50878" cy="35062"/>
                      <a:chOff x="276462" y="713983"/>
                      <a:chExt cx="50878" cy="35062"/>
                    </a:xfrm>
                  </p:grpSpPr>
                  <p:sp>
                    <p:nvSpPr>
                      <p:cNvPr id="2390" name="Forme libre : forme 2389">
                        <a:extLst>
                          <a:ext uri="{FF2B5EF4-FFF2-40B4-BE49-F238E27FC236}">
                            <a16:creationId xmlns:a16="http://schemas.microsoft.com/office/drawing/2014/main" id="{48C3800E-5AD0-FACA-33C7-03EB22BAF3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6465" y="744120"/>
                        <a:ext cx="50875" cy="4925"/>
                      </a:xfrm>
                      <a:custGeom>
                        <a:avLst/>
                        <a:gdLst>
                          <a:gd name="connsiteX0" fmla="*/ 49453 w 50875"/>
                          <a:gd name="connsiteY0" fmla="*/ 13 h 4925"/>
                          <a:gd name="connsiteX1" fmla="*/ 13675 w 50875"/>
                          <a:gd name="connsiteY1" fmla="*/ 2510 h 4925"/>
                          <a:gd name="connsiteX2" fmla="*/ 0 w 50875"/>
                          <a:gd name="connsiteY2" fmla="*/ 1176 h 4925"/>
                          <a:gd name="connsiteX3" fmla="*/ 26 w 50875"/>
                          <a:gd name="connsiteY3" fmla="*/ 1929 h 4925"/>
                          <a:gd name="connsiteX4" fmla="*/ 2365 w 50875"/>
                          <a:gd name="connsiteY4" fmla="*/ 4254 h 4925"/>
                          <a:gd name="connsiteX5" fmla="*/ 49202 w 50875"/>
                          <a:gd name="connsiteY5" fmla="*/ 4307 h 4925"/>
                          <a:gd name="connsiteX6" fmla="*/ 50629 w 50875"/>
                          <a:gd name="connsiteY6" fmla="*/ 1665 h 4925"/>
                          <a:gd name="connsiteX7" fmla="*/ 49440 w 50875"/>
                          <a:gd name="connsiteY7" fmla="*/ 0 h 49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50875" h="4925">
                            <a:moveTo>
                              <a:pt x="49453" y="13"/>
                            </a:moveTo>
                            <a:cubicBezTo>
                              <a:pt x="40733" y="766"/>
                              <a:pt x="25605" y="1995"/>
                              <a:pt x="13675" y="2510"/>
                            </a:cubicBezTo>
                            <a:cubicBezTo>
                              <a:pt x="6500" y="2827"/>
                              <a:pt x="2378" y="2127"/>
                              <a:pt x="0" y="1176"/>
                            </a:cubicBezTo>
                            <a:cubicBezTo>
                              <a:pt x="0" y="1440"/>
                              <a:pt x="0" y="1691"/>
                              <a:pt x="26" y="1929"/>
                            </a:cubicBezTo>
                            <a:cubicBezTo>
                              <a:pt x="79" y="3184"/>
                              <a:pt x="1097" y="4188"/>
                              <a:pt x="2365" y="4254"/>
                            </a:cubicBezTo>
                            <a:cubicBezTo>
                              <a:pt x="24905" y="5510"/>
                              <a:pt x="42820" y="4690"/>
                              <a:pt x="49202" y="4307"/>
                            </a:cubicBezTo>
                            <a:cubicBezTo>
                              <a:pt x="50523" y="4228"/>
                              <a:pt x="51303" y="2788"/>
                              <a:pt x="50629" y="1665"/>
                            </a:cubicBezTo>
                            <a:cubicBezTo>
                              <a:pt x="50285" y="1097"/>
                              <a:pt x="49876" y="555"/>
                              <a:pt x="49440" y="0"/>
                            </a:cubicBezTo>
                            <a:close/>
                          </a:path>
                        </a:pathLst>
                      </a:custGeom>
                      <a:solidFill>
                        <a:srgbClr val="4438B7"/>
                      </a:solidFill>
                      <a:ln w="132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391" name="Forme libre : forme 2390">
                        <a:extLst>
                          <a:ext uri="{FF2B5EF4-FFF2-40B4-BE49-F238E27FC236}">
                            <a16:creationId xmlns:a16="http://schemas.microsoft.com/office/drawing/2014/main" id="{97AD2FA5-23B3-623F-7EBB-DA43D3EBD4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6462" y="726534"/>
                        <a:ext cx="49456" cy="20172"/>
                      </a:xfrm>
                      <a:custGeom>
                        <a:avLst/>
                        <a:gdLst>
                          <a:gd name="connsiteX0" fmla="*/ 13678 w 49456"/>
                          <a:gd name="connsiteY0" fmla="*/ 20096 h 20172"/>
                          <a:gd name="connsiteX1" fmla="*/ 49457 w 49456"/>
                          <a:gd name="connsiteY1" fmla="*/ 17599 h 20172"/>
                          <a:gd name="connsiteX2" fmla="*/ 13678 w 49456"/>
                          <a:gd name="connsiteY2" fmla="*/ 0 h 20172"/>
                          <a:gd name="connsiteX3" fmla="*/ 5989 w 49456"/>
                          <a:gd name="connsiteY3" fmla="*/ 0 h 20172"/>
                          <a:gd name="connsiteX4" fmla="*/ 4 w 49456"/>
                          <a:gd name="connsiteY4" fmla="*/ 18761 h 20172"/>
                          <a:gd name="connsiteX5" fmla="*/ 13678 w 49456"/>
                          <a:gd name="connsiteY5" fmla="*/ 20096 h 2017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49456" h="20172">
                            <a:moveTo>
                              <a:pt x="13678" y="20096"/>
                            </a:moveTo>
                            <a:cubicBezTo>
                              <a:pt x="25609" y="19567"/>
                              <a:pt x="40737" y="18352"/>
                              <a:pt x="49457" y="17599"/>
                            </a:cubicBezTo>
                            <a:cubicBezTo>
                              <a:pt x="40882" y="7082"/>
                              <a:pt x="13678" y="0"/>
                              <a:pt x="13678" y="0"/>
                            </a:cubicBezTo>
                            <a:lnTo>
                              <a:pt x="5989" y="0"/>
                            </a:lnTo>
                            <a:cubicBezTo>
                              <a:pt x="704" y="7623"/>
                              <a:pt x="-62" y="14864"/>
                              <a:pt x="4" y="18761"/>
                            </a:cubicBezTo>
                            <a:cubicBezTo>
                              <a:pt x="2382" y="19713"/>
                              <a:pt x="6504" y="20413"/>
                              <a:pt x="13678" y="20096"/>
                            </a:cubicBezTo>
                            <a:close/>
                          </a:path>
                        </a:pathLst>
                      </a:custGeom>
                      <a:solidFill>
                        <a:srgbClr val="332989"/>
                      </a:solidFill>
                      <a:ln w="132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392" name="Forme libre : forme 2391">
                        <a:extLst>
                          <a:ext uri="{FF2B5EF4-FFF2-40B4-BE49-F238E27FC236}">
                            <a16:creationId xmlns:a16="http://schemas.microsoft.com/office/drawing/2014/main" id="{01829432-2BE0-A40A-D0F9-6C4C5AD4A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1156" y="713983"/>
                        <a:ext cx="14335" cy="17421"/>
                      </a:xfrm>
                      <a:custGeom>
                        <a:avLst/>
                        <a:gdLst>
                          <a:gd name="connsiteX0" fmla="*/ 0 w 14335"/>
                          <a:gd name="connsiteY0" fmla="*/ 0 h 17421"/>
                          <a:gd name="connsiteX1" fmla="*/ 713 w 14335"/>
                          <a:gd name="connsiteY1" fmla="*/ 14229 h 17421"/>
                          <a:gd name="connsiteX2" fmla="*/ 3488 w 14335"/>
                          <a:gd name="connsiteY2" fmla="*/ 17281 h 17421"/>
                          <a:gd name="connsiteX3" fmla="*/ 9262 w 14335"/>
                          <a:gd name="connsiteY3" fmla="*/ 16806 h 17421"/>
                          <a:gd name="connsiteX4" fmla="*/ 11851 w 14335"/>
                          <a:gd name="connsiteY4" fmla="*/ 13846 h 17421"/>
                          <a:gd name="connsiteX5" fmla="*/ 14335 w 14335"/>
                          <a:gd name="connsiteY5" fmla="*/ 0 h 17421"/>
                          <a:gd name="connsiteX6" fmla="*/ 0 w 14335"/>
                          <a:gd name="connsiteY6" fmla="*/ 0 h 17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335" h="17421">
                            <a:moveTo>
                              <a:pt x="0" y="0"/>
                            </a:moveTo>
                            <a:lnTo>
                              <a:pt x="713" y="14229"/>
                            </a:lnTo>
                            <a:cubicBezTo>
                              <a:pt x="793" y="15775"/>
                              <a:pt x="1942" y="17070"/>
                              <a:pt x="3488" y="17281"/>
                            </a:cubicBezTo>
                            <a:cubicBezTo>
                              <a:pt x="5021" y="17506"/>
                              <a:pt x="7082" y="17533"/>
                              <a:pt x="9262" y="16806"/>
                            </a:cubicBezTo>
                            <a:cubicBezTo>
                              <a:pt x="10609" y="16357"/>
                              <a:pt x="11600" y="15234"/>
                              <a:pt x="11851" y="13846"/>
                            </a:cubicBezTo>
                            <a:lnTo>
                              <a:pt x="14335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4A392"/>
                      </a:solidFill>
                      <a:ln w="132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grpSp>
                  <p:nvGrpSpPr>
                    <p:cNvPr id="2376" name="Graphique 1982">
                      <a:extLst>
                        <a:ext uri="{FF2B5EF4-FFF2-40B4-BE49-F238E27FC236}">
                          <a16:creationId xmlns:a16="http://schemas.microsoft.com/office/drawing/2014/main" id="{3EBF36FD-F582-4A6B-29E1-C6807A12EA4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5014" y="700691"/>
                      <a:ext cx="32153" cy="48366"/>
                      <a:chOff x="175014" y="700691"/>
                      <a:chExt cx="32153" cy="48366"/>
                    </a:xfrm>
                  </p:grpSpPr>
                  <p:grpSp>
                    <p:nvGrpSpPr>
                      <p:cNvPr id="2386" name="Graphique 1982">
                        <a:extLst>
                          <a:ext uri="{FF2B5EF4-FFF2-40B4-BE49-F238E27FC236}">
                            <a16:creationId xmlns:a16="http://schemas.microsoft.com/office/drawing/2014/main" id="{BC22E521-DC9B-D57B-7A8C-9B01121A6C7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5014" y="713877"/>
                        <a:ext cx="28756" cy="35180"/>
                        <a:chOff x="175014" y="713877"/>
                        <a:chExt cx="28756" cy="35180"/>
                      </a:xfrm>
                    </p:grpSpPr>
                    <p:sp>
                      <p:nvSpPr>
                        <p:cNvPr id="2388" name="Forme libre : forme 2387">
                          <a:extLst>
                            <a:ext uri="{FF2B5EF4-FFF2-40B4-BE49-F238E27FC236}">
                              <a16:creationId xmlns:a16="http://schemas.microsoft.com/office/drawing/2014/main" id="{ED23A047-AFFA-AA3E-7D00-A8CE312863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75014" y="741940"/>
                          <a:ext cx="19509" cy="7117"/>
                        </a:xfrm>
                        <a:custGeom>
                          <a:avLst/>
                          <a:gdLst>
                            <a:gd name="connsiteX0" fmla="*/ 6351 w 19509"/>
                            <a:gd name="connsiteY0" fmla="*/ 4585 h 7117"/>
                            <a:gd name="connsiteX1" fmla="*/ 141 w 19509"/>
                            <a:gd name="connsiteY1" fmla="*/ 0 h 7117"/>
                            <a:gd name="connsiteX2" fmla="*/ 128 w 19509"/>
                            <a:gd name="connsiteY2" fmla="*/ 53 h 7117"/>
                            <a:gd name="connsiteX3" fmla="*/ 3444 w 19509"/>
                            <a:gd name="connsiteY3" fmla="*/ 5655 h 7117"/>
                            <a:gd name="connsiteX4" fmla="*/ 12613 w 19509"/>
                            <a:gd name="connsiteY4" fmla="*/ 7095 h 7117"/>
                            <a:gd name="connsiteX5" fmla="*/ 19483 w 19509"/>
                            <a:gd name="connsiteY5" fmla="*/ 3924 h 7117"/>
                            <a:gd name="connsiteX6" fmla="*/ 19510 w 19509"/>
                            <a:gd name="connsiteY6" fmla="*/ 3898 h 7117"/>
                            <a:gd name="connsiteX7" fmla="*/ 6364 w 19509"/>
                            <a:gd name="connsiteY7" fmla="*/ 4598 h 71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</a:cxnLst>
                          <a:rect l="l" t="t" r="r" b="b"/>
                          <a:pathLst>
                            <a:path w="19509" h="7117">
                              <a:moveTo>
                                <a:pt x="6351" y="4585"/>
                              </a:moveTo>
                              <a:cubicBezTo>
                                <a:pt x="2572" y="4056"/>
                                <a:pt x="854" y="2088"/>
                                <a:pt x="141" y="0"/>
                              </a:cubicBezTo>
                              <a:cubicBezTo>
                                <a:pt x="141" y="13"/>
                                <a:pt x="141" y="40"/>
                                <a:pt x="128" y="53"/>
                              </a:cubicBezTo>
                              <a:cubicBezTo>
                                <a:pt x="-427" y="2272"/>
                                <a:pt x="854" y="4558"/>
                                <a:pt x="3444" y="5655"/>
                              </a:cubicBezTo>
                              <a:cubicBezTo>
                                <a:pt x="6562" y="6976"/>
                                <a:pt x="9971" y="7201"/>
                                <a:pt x="12613" y="7095"/>
                              </a:cubicBezTo>
                              <a:cubicBezTo>
                                <a:pt x="15454" y="6976"/>
                                <a:pt x="18056" y="5800"/>
                                <a:pt x="19483" y="3924"/>
                              </a:cubicBezTo>
                              <a:lnTo>
                                <a:pt x="19510" y="3898"/>
                              </a:lnTo>
                              <a:cubicBezTo>
                                <a:pt x="16656" y="5311"/>
                                <a:pt x="12666" y="5470"/>
                                <a:pt x="6364" y="459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4438B7"/>
                        </a:solidFill>
                        <a:ln w="1321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fr-FR" kern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2389" name="Forme libre : forme 2388">
                          <a:extLst>
                            <a:ext uri="{FF2B5EF4-FFF2-40B4-BE49-F238E27FC236}">
                              <a16:creationId xmlns:a16="http://schemas.microsoft.com/office/drawing/2014/main" id="{3766AE1D-C70B-9CA5-4888-8E6594B5A73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75155" y="713877"/>
                          <a:ext cx="28615" cy="33177"/>
                        </a:xfrm>
                        <a:custGeom>
                          <a:avLst/>
                          <a:gdLst>
                            <a:gd name="connsiteX0" fmla="*/ 24033 w 28615"/>
                            <a:gd name="connsiteY0" fmla="*/ 13 h 33177"/>
                            <a:gd name="connsiteX1" fmla="*/ 17691 w 28615"/>
                            <a:gd name="connsiteY1" fmla="*/ 13 h 33177"/>
                            <a:gd name="connsiteX2" fmla="*/ 0 w 28615"/>
                            <a:gd name="connsiteY2" fmla="*/ 28049 h 33177"/>
                            <a:gd name="connsiteX3" fmla="*/ 6210 w 28615"/>
                            <a:gd name="connsiteY3" fmla="*/ 32634 h 33177"/>
                            <a:gd name="connsiteX4" fmla="*/ 19356 w 28615"/>
                            <a:gd name="connsiteY4" fmla="*/ 31934 h 33177"/>
                            <a:gd name="connsiteX5" fmla="*/ 28393 w 28615"/>
                            <a:gd name="connsiteY5" fmla="*/ 9156 h 33177"/>
                            <a:gd name="connsiteX6" fmla="*/ 24020 w 28615"/>
                            <a:gd name="connsiteY6" fmla="*/ 0 h 3317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8615" h="33177">
                              <a:moveTo>
                                <a:pt x="24033" y="13"/>
                              </a:moveTo>
                              <a:lnTo>
                                <a:pt x="17691" y="13"/>
                              </a:lnTo>
                              <a:cubicBezTo>
                                <a:pt x="8046" y="-185"/>
                                <a:pt x="1982" y="20175"/>
                                <a:pt x="0" y="28049"/>
                              </a:cubicBezTo>
                              <a:cubicBezTo>
                                <a:pt x="713" y="30150"/>
                                <a:pt x="2431" y="32119"/>
                                <a:pt x="6210" y="32634"/>
                              </a:cubicBezTo>
                              <a:cubicBezTo>
                                <a:pt x="12512" y="33519"/>
                                <a:pt x="16515" y="33347"/>
                                <a:pt x="19356" y="31934"/>
                              </a:cubicBezTo>
                              <a:cubicBezTo>
                                <a:pt x="24575" y="25077"/>
                                <a:pt x="27151" y="15022"/>
                                <a:pt x="28393" y="9156"/>
                              </a:cubicBezTo>
                              <a:cubicBezTo>
                                <a:pt x="29807" y="2484"/>
                                <a:pt x="24020" y="0"/>
                                <a:pt x="2402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2989"/>
                        </a:solidFill>
                        <a:ln w="1321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 defTabSz="1219170">
                            <a:buClr>
                              <a:srgbClr val="000000"/>
                            </a:buClr>
                          </a:pPr>
                          <a:endParaRPr lang="fr-FR" kern="0">
                            <a:solidFill>
                              <a:srgbClr val="000000"/>
                            </a:solidFill>
                            <a:latin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  <p:sp>
                    <p:nvSpPr>
                      <p:cNvPr id="2387" name="Forme libre : forme 2386">
                        <a:extLst>
                          <a:ext uri="{FF2B5EF4-FFF2-40B4-BE49-F238E27FC236}">
                            <a16:creationId xmlns:a16="http://schemas.microsoft.com/office/drawing/2014/main" id="{8D4F59F1-9303-9419-BA0C-594AD465EA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0035" y="700691"/>
                        <a:ext cx="17132" cy="20121"/>
                      </a:xfrm>
                      <a:custGeom>
                        <a:avLst/>
                        <a:gdLst>
                          <a:gd name="connsiteX0" fmla="*/ 3630 w 17132"/>
                          <a:gd name="connsiteY0" fmla="*/ 0 h 20121"/>
                          <a:gd name="connsiteX1" fmla="*/ 115 w 17132"/>
                          <a:gd name="connsiteY1" fmla="*/ 13992 h 20121"/>
                          <a:gd name="connsiteX2" fmla="*/ 2097 w 17132"/>
                          <a:gd name="connsiteY2" fmla="*/ 18299 h 20121"/>
                          <a:gd name="connsiteX3" fmla="*/ 9377 w 17132"/>
                          <a:gd name="connsiteY3" fmla="*/ 20069 h 20121"/>
                          <a:gd name="connsiteX4" fmla="*/ 11966 w 17132"/>
                          <a:gd name="connsiteY4" fmla="*/ 17955 h 20121"/>
                          <a:gd name="connsiteX5" fmla="*/ 17132 w 17132"/>
                          <a:gd name="connsiteY5" fmla="*/ 3237 h 20121"/>
                          <a:gd name="connsiteX6" fmla="*/ 3630 w 17132"/>
                          <a:gd name="connsiteY6" fmla="*/ 13 h 201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7132" h="20121">
                            <a:moveTo>
                              <a:pt x="3630" y="0"/>
                            </a:moveTo>
                            <a:lnTo>
                              <a:pt x="115" y="13992"/>
                            </a:lnTo>
                            <a:cubicBezTo>
                              <a:pt x="-321" y="15709"/>
                              <a:pt x="512" y="17480"/>
                              <a:pt x="2097" y="18299"/>
                            </a:cubicBezTo>
                            <a:cubicBezTo>
                              <a:pt x="4066" y="19303"/>
                              <a:pt x="6840" y="20373"/>
                              <a:pt x="9377" y="20069"/>
                            </a:cubicBezTo>
                            <a:cubicBezTo>
                              <a:pt x="10579" y="19924"/>
                              <a:pt x="11570" y="19078"/>
                              <a:pt x="11966" y="17955"/>
                            </a:cubicBezTo>
                            <a:lnTo>
                              <a:pt x="17132" y="3237"/>
                            </a:lnTo>
                            <a:lnTo>
                              <a:pt x="3630" y="13"/>
                            </a:lnTo>
                            <a:close/>
                          </a:path>
                        </a:pathLst>
                      </a:custGeom>
                      <a:solidFill>
                        <a:srgbClr val="F4A392"/>
                      </a:solidFill>
                      <a:ln w="132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2377" name="Forme libre : forme 2376">
                      <a:extLst>
                        <a:ext uri="{FF2B5EF4-FFF2-40B4-BE49-F238E27FC236}">
                          <a16:creationId xmlns:a16="http://schemas.microsoft.com/office/drawing/2014/main" id="{7B41C24D-03A0-C463-9C10-05E662C6BE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9463" y="505773"/>
                      <a:ext cx="135265" cy="213755"/>
                    </a:xfrm>
                    <a:custGeom>
                      <a:avLst/>
                      <a:gdLst>
                        <a:gd name="connsiteX0" fmla="*/ 13 w 135265"/>
                        <a:gd name="connsiteY0" fmla="*/ 198961 h 213755"/>
                        <a:gd name="connsiteX1" fmla="*/ 18629 w 135265"/>
                        <a:gd name="connsiteY1" fmla="*/ 203361 h 213755"/>
                        <a:gd name="connsiteX2" fmla="*/ 90899 w 135265"/>
                        <a:gd name="connsiteY2" fmla="*/ 62771 h 213755"/>
                        <a:gd name="connsiteX3" fmla="*/ 89710 w 135265"/>
                        <a:gd name="connsiteY3" fmla="*/ 212094 h 213755"/>
                        <a:gd name="connsiteX4" fmla="*/ 109079 w 135265"/>
                        <a:gd name="connsiteY4" fmla="*/ 212094 h 213755"/>
                        <a:gd name="connsiteX5" fmla="*/ 135266 w 135265"/>
                        <a:gd name="connsiteY5" fmla="*/ 17400 h 213755"/>
                        <a:gd name="connsiteX6" fmla="*/ 76141 w 135265"/>
                        <a:gd name="connsiteY6" fmla="*/ 0 h 213755"/>
                        <a:gd name="connsiteX7" fmla="*/ 0 w 135265"/>
                        <a:gd name="connsiteY7" fmla="*/ 198961 h 21375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35265" h="213755">
                          <a:moveTo>
                            <a:pt x="13" y="198961"/>
                          </a:moveTo>
                          <a:cubicBezTo>
                            <a:pt x="4386" y="202846"/>
                            <a:pt x="18629" y="203361"/>
                            <a:pt x="18629" y="203361"/>
                          </a:cubicBezTo>
                          <a:cubicBezTo>
                            <a:pt x="69919" y="80264"/>
                            <a:pt x="90899" y="62771"/>
                            <a:pt x="90899" y="62771"/>
                          </a:cubicBezTo>
                          <a:cubicBezTo>
                            <a:pt x="83487" y="109238"/>
                            <a:pt x="89710" y="212094"/>
                            <a:pt x="89710" y="212094"/>
                          </a:cubicBezTo>
                          <a:cubicBezTo>
                            <a:pt x="98179" y="215833"/>
                            <a:pt x="109079" y="212094"/>
                            <a:pt x="109079" y="212094"/>
                          </a:cubicBezTo>
                          <a:cubicBezTo>
                            <a:pt x="109766" y="136032"/>
                            <a:pt x="121459" y="69694"/>
                            <a:pt x="135266" y="17400"/>
                          </a:cubicBezTo>
                          <a:cubicBezTo>
                            <a:pt x="100597" y="16621"/>
                            <a:pt x="82166" y="4756"/>
                            <a:pt x="76141" y="0"/>
                          </a:cubicBezTo>
                          <a:cubicBezTo>
                            <a:pt x="47247" y="46586"/>
                            <a:pt x="0" y="198961"/>
                            <a:pt x="0" y="198961"/>
                          </a:cubicBez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78" name="Forme libre : forme 2377">
                      <a:extLst>
                        <a:ext uri="{FF2B5EF4-FFF2-40B4-BE49-F238E27FC236}">
                          <a16:creationId xmlns:a16="http://schemas.microsoft.com/office/drawing/2014/main" id="{C548CE7A-4315-C927-13A1-2629BCF089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2382" y="363364"/>
                      <a:ext cx="108853" cy="163381"/>
                    </a:xfrm>
                    <a:custGeom>
                      <a:avLst/>
                      <a:gdLst>
                        <a:gd name="connsiteX0" fmla="*/ 12035 w 108853"/>
                        <a:gd name="connsiteY0" fmla="*/ 841 h 163381"/>
                        <a:gd name="connsiteX1" fmla="*/ 9367 w 108853"/>
                        <a:gd name="connsiteY1" fmla="*/ 118865 h 163381"/>
                        <a:gd name="connsiteX2" fmla="*/ 316 w 108853"/>
                        <a:gd name="connsiteY2" fmla="*/ 143889 h 163381"/>
                        <a:gd name="connsiteX3" fmla="*/ 1215 w 108853"/>
                        <a:gd name="connsiteY3" fmla="*/ 147020 h 163381"/>
                        <a:gd name="connsiteX4" fmla="*/ 60194 w 108853"/>
                        <a:gd name="connsiteY4" fmla="*/ 163377 h 163381"/>
                        <a:gd name="connsiteX5" fmla="*/ 64197 w 108853"/>
                        <a:gd name="connsiteY5" fmla="*/ 160404 h 163381"/>
                        <a:gd name="connsiteX6" fmla="*/ 108854 w 108853"/>
                        <a:gd name="connsiteY6" fmla="*/ 33964 h 163381"/>
                        <a:gd name="connsiteX7" fmla="*/ 12022 w 108853"/>
                        <a:gd name="connsiteY7" fmla="*/ 841 h 1633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08853" h="163381">
                          <a:moveTo>
                            <a:pt x="12035" y="841"/>
                          </a:moveTo>
                          <a:cubicBezTo>
                            <a:pt x="5469" y="33568"/>
                            <a:pt x="7821" y="92150"/>
                            <a:pt x="9367" y="118865"/>
                          </a:cubicBezTo>
                          <a:cubicBezTo>
                            <a:pt x="9803" y="126370"/>
                            <a:pt x="4557" y="136781"/>
                            <a:pt x="316" y="143889"/>
                          </a:cubicBezTo>
                          <a:cubicBezTo>
                            <a:pt x="-344" y="144999"/>
                            <a:pt x="65" y="146426"/>
                            <a:pt x="1215" y="147020"/>
                          </a:cubicBezTo>
                          <a:cubicBezTo>
                            <a:pt x="8310" y="150667"/>
                            <a:pt x="32342" y="161963"/>
                            <a:pt x="60194" y="163377"/>
                          </a:cubicBezTo>
                          <a:cubicBezTo>
                            <a:pt x="62057" y="163469"/>
                            <a:pt x="63708" y="162201"/>
                            <a:pt x="64197" y="160404"/>
                          </a:cubicBezTo>
                          <a:cubicBezTo>
                            <a:pt x="84861" y="83259"/>
                            <a:pt x="108854" y="33964"/>
                            <a:pt x="108854" y="33964"/>
                          </a:cubicBezTo>
                          <a:cubicBezTo>
                            <a:pt x="82364" y="-8341"/>
                            <a:pt x="12022" y="841"/>
                            <a:pt x="12022" y="841"/>
                          </a:cubicBezTo>
                          <a:close/>
                        </a:path>
                      </a:pathLst>
                    </a:custGeom>
                    <a:solidFill>
                      <a:srgbClr val="FFD040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2379" name="Graphique 1982">
                      <a:extLst>
                        <a:ext uri="{FF2B5EF4-FFF2-40B4-BE49-F238E27FC236}">
                          <a16:creationId xmlns:a16="http://schemas.microsoft.com/office/drawing/2014/main" id="{1F2B04EA-0FBF-55ED-85BF-D6D7F4E558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2405" y="364205"/>
                      <a:ext cx="49332" cy="143470"/>
                      <a:chOff x="232405" y="364205"/>
                      <a:chExt cx="49332" cy="143470"/>
                    </a:xfrm>
                  </p:grpSpPr>
                  <p:sp>
                    <p:nvSpPr>
                      <p:cNvPr id="2384" name="Forme libre : forme 2383">
                        <a:extLst>
                          <a:ext uri="{FF2B5EF4-FFF2-40B4-BE49-F238E27FC236}">
                            <a16:creationId xmlns:a16="http://schemas.microsoft.com/office/drawing/2014/main" id="{A54C3553-4F01-4893-80EF-0E294F8A5A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3262" y="455858"/>
                        <a:ext cx="25525" cy="51817"/>
                      </a:xfrm>
                      <a:custGeom>
                        <a:avLst/>
                        <a:gdLst>
                          <a:gd name="connsiteX0" fmla="*/ 0 w 25525"/>
                          <a:gd name="connsiteY0" fmla="*/ 2272 h 51817"/>
                          <a:gd name="connsiteX1" fmla="*/ 20796 w 25525"/>
                          <a:gd name="connsiteY1" fmla="*/ 51817 h 51817"/>
                          <a:gd name="connsiteX2" fmla="*/ 25526 w 25525"/>
                          <a:gd name="connsiteY2" fmla="*/ 47959 h 51817"/>
                          <a:gd name="connsiteX3" fmla="*/ 23161 w 25525"/>
                          <a:gd name="connsiteY3" fmla="*/ 607 h 51817"/>
                          <a:gd name="connsiteX4" fmla="*/ 0 w 25525"/>
                          <a:gd name="connsiteY4" fmla="*/ 2272 h 5181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5525" h="51817">
                            <a:moveTo>
                              <a:pt x="0" y="2272"/>
                            </a:moveTo>
                            <a:cubicBezTo>
                              <a:pt x="2114" y="17519"/>
                              <a:pt x="8337" y="34153"/>
                              <a:pt x="20796" y="51817"/>
                            </a:cubicBezTo>
                            <a:lnTo>
                              <a:pt x="25526" y="47959"/>
                            </a:lnTo>
                            <a:cubicBezTo>
                              <a:pt x="25526" y="47959"/>
                              <a:pt x="20056" y="25776"/>
                              <a:pt x="23161" y="607"/>
                            </a:cubicBezTo>
                            <a:cubicBezTo>
                              <a:pt x="15471" y="-886"/>
                              <a:pt x="6408" y="647"/>
                              <a:pt x="0" y="2272"/>
                            </a:cubicBezTo>
                            <a:close/>
                          </a:path>
                        </a:pathLst>
                      </a:custGeom>
                      <a:solidFill>
                        <a:srgbClr val="F4A392"/>
                      </a:solidFill>
                      <a:ln w="132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385" name="Forme libre : forme 2384">
                        <a:extLst>
                          <a:ext uri="{FF2B5EF4-FFF2-40B4-BE49-F238E27FC236}">
                            <a16:creationId xmlns:a16="http://schemas.microsoft.com/office/drawing/2014/main" id="{5351BCED-BFC7-3C71-BB32-9E19F414EF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2405" y="364205"/>
                        <a:ext cx="49332" cy="93924"/>
                      </a:xfrm>
                      <a:custGeom>
                        <a:avLst/>
                        <a:gdLst>
                          <a:gd name="connsiteX0" fmla="*/ 49332 w 49332"/>
                          <a:gd name="connsiteY0" fmla="*/ 40376 h 93924"/>
                          <a:gd name="connsiteX1" fmla="*/ 41999 w 49332"/>
                          <a:gd name="connsiteY1" fmla="*/ 0 h 93924"/>
                          <a:gd name="connsiteX2" fmla="*/ 844 w 49332"/>
                          <a:gd name="connsiteY2" fmla="*/ 93925 h 93924"/>
                          <a:gd name="connsiteX3" fmla="*/ 24004 w 49332"/>
                          <a:gd name="connsiteY3" fmla="*/ 92260 h 93924"/>
                          <a:gd name="connsiteX4" fmla="*/ 49319 w 49332"/>
                          <a:gd name="connsiteY4" fmla="*/ 40376 h 9392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9332" h="93924">
                            <a:moveTo>
                              <a:pt x="49332" y="40376"/>
                            </a:moveTo>
                            <a:lnTo>
                              <a:pt x="41999" y="0"/>
                            </a:lnTo>
                            <a:cubicBezTo>
                              <a:pt x="41999" y="0"/>
                              <a:pt x="-6965" y="37430"/>
                              <a:pt x="844" y="93925"/>
                            </a:cubicBezTo>
                            <a:cubicBezTo>
                              <a:pt x="7252" y="92300"/>
                              <a:pt x="16328" y="90754"/>
                              <a:pt x="24004" y="92260"/>
                            </a:cubicBezTo>
                            <a:cubicBezTo>
                              <a:pt x="26237" y="74133"/>
                              <a:pt x="32936" y="54447"/>
                              <a:pt x="49319" y="40376"/>
                            </a:cubicBezTo>
                            <a:close/>
                          </a:path>
                        </a:pathLst>
                      </a:custGeom>
                      <a:solidFill>
                        <a:srgbClr val="FFD040"/>
                      </a:solidFill>
                      <a:ln w="132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grpSp>
                  <p:nvGrpSpPr>
                    <p:cNvPr id="2380" name="Graphique 1982">
                      <a:extLst>
                        <a:ext uri="{FF2B5EF4-FFF2-40B4-BE49-F238E27FC236}">
                          <a16:creationId xmlns:a16="http://schemas.microsoft.com/office/drawing/2014/main" id="{4E0E972B-9BF9-F7AC-4923-975DA29705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2329" y="397328"/>
                      <a:ext cx="78533" cy="84191"/>
                      <a:chOff x="352329" y="397328"/>
                      <a:chExt cx="78533" cy="84191"/>
                    </a:xfrm>
                  </p:grpSpPr>
                  <p:sp>
                    <p:nvSpPr>
                      <p:cNvPr id="2382" name="Forme libre : forme 2381">
                        <a:extLst>
                          <a:ext uri="{FF2B5EF4-FFF2-40B4-BE49-F238E27FC236}">
                            <a16:creationId xmlns:a16="http://schemas.microsoft.com/office/drawing/2014/main" id="{56F04F9C-2B3C-CD1C-4D2F-B20E7703C2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2329" y="397328"/>
                        <a:ext cx="36835" cy="79986"/>
                      </a:xfrm>
                      <a:custGeom>
                        <a:avLst/>
                        <a:gdLst>
                          <a:gd name="connsiteX0" fmla="*/ 18907 w 36835"/>
                          <a:gd name="connsiteY0" fmla="*/ 0 h 79986"/>
                          <a:gd name="connsiteX1" fmla="*/ 0 w 36835"/>
                          <a:gd name="connsiteY1" fmla="*/ 40707 h 79986"/>
                          <a:gd name="connsiteX2" fmla="*/ 30494 w 36835"/>
                          <a:gd name="connsiteY2" fmla="*/ 79986 h 79986"/>
                          <a:gd name="connsiteX3" fmla="*/ 36835 w 36835"/>
                          <a:gd name="connsiteY3" fmla="*/ 53483 h 79986"/>
                          <a:gd name="connsiteX4" fmla="*/ 18893 w 36835"/>
                          <a:gd name="connsiteY4" fmla="*/ 13 h 7998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36835" h="79986">
                            <a:moveTo>
                              <a:pt x="18907" y="0"/>
                            </a:moveTo>
                            <a:lnTo>
                              <a:pt x="0" y="40707"/>
                            </a:lnTo>
                            <a:cubicBezTo>
                              <a:pt x="3052" y="65281"/>
                              <a:pt x="16251" y="75904"/>
                              <a:pt x="30494" y="79986"/>
                            </a:cubicBezTo>
                            <a:cubicBezTo>
                              <a:pt x="31379" y="68782"/>
                              <a:pt x="34219" y="59732"/>
                              <a:pt x="36835" y="53483"/>
                            </a:cubicBezTo>
                            <a:cubicBezTo>
                              <a:pt x="18642" y="34708"/>
                              <a:pt x="18893" y="13"/>
                              <a:pt x="18893" y="13"/>
                            </a:cubicBezTo>
                            <a:close/>
                          </a:path>
                        </a:pathLst>
                      </a:custGeom>
                      <a:solidFill>
                        <a:srgbClr val="FFD040"/>
                      </a:solidFill>
                      <a:ln w="132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383" name="Forme libre : forme 2382">
                        <a:extLst>
                          <a:ext uri="{FF2B5EF4-FFF2-40B4-BE49-F238E27FC236}">
                            <a16:creationId xmlns:a16="http://schemas.microsoft.com/office/drawing/2014/main" id="{911CFCAD-4E08-86A5-D72F-420496D9F9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2836" y="450784"/>
                        <a:ext cx="48026" cy="30735"/>
                      </a:xfrm>
                      <a:custGeom>
                        <a:avLst/>
                        <a:gdLst>
                          <a:gd name="connsiteX0" fmla="*/ 6342 w 48026"/>
                          <a:gd name="connsiteY0" fmla="*/ 13 h 30735"/>
                          <a:gd name="connsiteX1" fmla="*/ 0 w 48026"/>
                          <a:gd name="connsiteY1" fmla="*/ 26517 h 30735"/>
                          <a:gd name="connsiteX2" fmla="*/ 48026 w 48026"/>
                          <a:gd name="connsiteY2" fmla="*/ 12670 h 30735"/>
                          <a:gd name="connsiteX3" fmla="*/ 41010 w 48026"/>
                          <a:gd name="connsiteY3" fmla="*/ 11428 h 30735"/>
                          <a:gd name="connsiteX4" fmla="*/ 6355 w 48026"/>
                          <a:gd name="connsiteY4" fmla="*/ 0 h 3073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8026" h="30735">
                            <a:moveTo>
                              <a:pt x="6342" y="13"/>
                            </a:moveTo>
                            <a:cubicBezTo>
                              <a:pt x="3713" y="6276"/>
                              <a:pt x="885" y="15326"/>
                              <a:pt x="0" y="26517"/>
                            </a:cubicBezTo>
                            <a:cubicBezTo>
                              <a:pt x="37972" y="41248"/>
                              <a:pt x="48026" y="12670"/>
                              <a:pt x="48026" y="12670"/>
                            </a:cubicBezTo>
                            <a:lnTo>
                              <a:pt x="41010" y="11428"/>
                            </a:lnTo>
                            <a:cubicBezTo>
                              <a:pt x="25156" y="13093"/>
                              <a:pt x="14084" y="7993"/>
                              <a:pt x="6355" y="0"/>
                            </a:cubicBezTo>
                            <a:close/>
                          </a:path>
                        </a:pathLst>
                      </a:custGeom>
                      <a:solidFill>
                        <a:srgbClr val="F4A392"/>
                      </a:solidFill>
                      <a:ln w="132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defTabSz="1219170">
                          <a:buClr>
                            <a:srgbClr val="000000"/>
                          </a:buClr>
                        </a:pPr>
                        <a:endParaRPr lang="fr-FR" kern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2381" name="Forme libre : forme 2380">
                      <a:extLst>
                        <a:ext uri="{FF2B5EF4-FFF2-40B4-BE49-F238E27FC236}">
                          <a16:creationId xmlns:a16="http://schemas.microsoft.com/office/drawing/2014/main" id="{EA46680B-2505-B9A9-1D31-43A1CDD5D0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217" y="338032"/>
                      <a:ext cx="35605" cy="47395"/>
                    </a:xfrm>
                    <a:custGeom>
                      <a:avLst/>
                      <a:gdLst>
                        <a:gd name="connsiteX0" fmla="*/ 35605 w 35605"/>
                        <a:gd name="connsiteY0" fmla="*/ 9037 h 47395"/>
                        <a:gd name="connsiteX1" fmla="*/ 26476 w 35605"/>
                        <a:gd name="connsiteY1" fmla="*/ 42583 h 47395"/>
                        <a:gd name="connsiteX2" fmla="*/ 17743 w 35605"/>
                        <a:gd name="connsiteY2" fmla="*/ 46929 h 47395"/>
                        <a:gd name="connsiteX3" fmla="*/ 4597 w 35605"/>
                        <a:gd name="connsiteY3" fmla="*/ 40918 h 47395"/>
                        <a:gd name="connsiteX4" fmla="*/ 1492 w 35605"/>
                        <a:gd name="connsiteY4" fmla="*/ 28287 h 47395"/>
                        <a:gd name="connsiteX5" fmla="*/ 20464 w 35605"/>
                        <a:gd name="connsiteY5" fmla="*/ 0 h 47395"/>
                        <a:gd name="connsiteX6" fmla="*/ 35592 w 35605"/>
                        <a:gd name="connsiteY6" fmla="*/ 9050 h 473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35605" h="47395">
                          <a:moveTo>
                            <a:pt x="35605" y="9037"/>
                          </a:moveTo>
                          <a:lnTo>
                            <a:pt x="26476" y="42583"/>
                          </a:lnTo>
                          <a:cubicBezTo>
                            <a:pt x="25445" y="46348"/>
                            <a:pt x="21376" y="48370"/>
                            <a:pt x="17743" y="46929"/>
                          </a:cubicBezTo>
                          <a:cubicBezTo>
                            <a:pt x="13832" y="45370"/>
                            <a:pt x="8864" y="43230"/>
                            <a:pt x="4597" y="40918"/>
                          </a:cubicBezTo>
                          <a:cubicBezTo>
                            <a:pt x="38" y="38460"/>
                            <a:pt x="-1388" y="32581"/>
                            <a:pt x="1492" y="28287"/>
                          </a:cubicBezTo>
                          <a:lnTo>
                            <a:pt x="20464" y="0"/>
                          </a:lnTo>
                          <a:lnTo>
                            <a:pt x="35592" y="9050"/>
                          </a:ln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366" name="Forme libre : forme 2365">
                    <a:extLst>
                      <a:ext uri="{FF2B5EF4-FFF2-40B4-BE49-F238E27FC236}">
                        <a16:creationId xmlns:a16="http://schemas.microsoft.com/office/drawing/2014/main" id="{63A40A59-425B-B8FF-8571-7C40BB90F139}"/>
                      </a:ext>
                    </a:extLst>
                  </p:cNvPr>
                  <p:cNvSpPr/>
                  <p:nvPr/>
                </p:nvSpPr>
                <p:spPr>
                  <a:xfrm>
                    <a:off x="202662" y="441020"/>
                    <a:ext cx="251479" cy="120646"/>
                  </a:xfrm>
                  <a:custGeom>
                    <a:avLst/>
                    <a:gdLst>
                      <a:gd name="connsiteX0" fmla="*/ 245600 w 251479"/>
                      <a:gd name="connsiteY0" fmla="*/ 0 h 120646"/>
                      <a:gd name="connsiteX1" fmla="*/ 11785 w 251479"/>
                      <a:gd name="connsiteY1" fmla="*/ 85099 h 120646"/>
                      <a:gd name="connsiteX2" fmla="*/ 1612 w 251479"/>
                      <a:gd name="connsiteY2" fmla="*/ 109330 h 120646"/>
                      <a:gd name="connsiteX3" fmla="*/ 2325 w 251479"/>
                      <a:gd name="connsiteY3" fmla="*/ 110889 h 120646"/>
                      <a:gd name="connsiteX4" fmla="*/ 24456 w 251479"/>
                      <a:gd name="connsiteY4" fmla="*/ 119107 h 120646"/>
                      <a:gd name="connsiteX5" fmla="*/ 251480 w 251479"/>
                      <a:gd name="connsiteY5" fmla="*/ 14084 h 120646"/>
                      <a:gd name="connsiteX6" fmla="*/ 245587 w 251479"/>
                      <a:gd name="connsiteY6" fmla="*/ 0 h 1206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51479" h="120646">
                        <a:moveTo>
                          <a:pt x="245600" y="0"/>
                        </a:moveTo>
                        <a:lnTo>
                          <a:pt x="11785" y="85099"/>
                        </a:lnTo>
                        <a:cubicBezTo>
                          <a:pt x="1982" y="88667"/>
                          <a:pt x="-2708" y="99831"/>
                          <a:pt x="1612" y="109330"/>
                        </a:cubicBezTo>
                        <a:lnTo>
                          <a:pt x="2325" y="110889"/>
                        </a:lnTo>
                        <a:cubicBezTo>
                          <a:pt x="6144" y="119292"/>
                          <a:pt x="16079" y="122978"/>
                          <a:pt x="24456" y="119107"/>
                        </a:cubicBezTo>
                        <a:lnTo>
                          <a:pt x="251480" y="14084"/>
                        </a:lnTo>
                        <a:lnTo>
                          <a:pt x="245587" y="0"/>
                        </a:lnTo>
                        <a:close/>
                      </a:path>
                    </a:pathLst>
                  </a:custGeom>
                  <a:solidFill>
                    <a:srgbClr val="1A184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7" name="Forme libre : forme 2366">
                    <a:extLst>
                      <a:ext uri="{FF2B5EF4-FFF2-40B4-BE49-F238E27FC236}">
                        <a16:creationId xmlns:a16="http://schemas.microsoft.com/office/drawing/2014/main" id="{3A97A58E-CD63-BEC5-13D7-6A5A5BDE92ED}"/>
                      </a:ext>
                    </a:extLst>
                  </p:cNvPr>
                  <p:cNvSpPr/>
                  <p:nvPr/>
                </p:nvSpPr>
                <p:spPr>
                  <a:xfrm>
                    <a:off x="440309" y="276490"/>
                    <a:ext cx="230842" cy="226667"/>
                  </a:xfrm>
                  <a:custGeom>
                    <a:avLst/>
                    <a:gdLst>
                      <a:gd name="connsiteX0" fmla="*/ 230842 w 230842"/>
                      <a:gd name="connsiteY0" fmla="*/ 113334 h 226667"/>
                      <a:gd name="connsiteX1" fmla="*/ 115421 w 230842"/>
                      <a:gd name="connsiteY1" fmla="*/ 226667 h 226667"/>
                      <a:gd name="connsiteX2" fmla="*/ 0 w 230842"/>
                      <a:gd name="connsiteY2" fmla="*/ 113334 h 226667"/>
                      <a:gd name="connsiteX3" fmla="*/ 115421 w 230842"/>
                      <a:gd name="connsiteY3" fmla="*/ 0 h 226667"/>
                      <a:gd name="connsiteX4" fmla="*/ 230842 w 230842"/>
                      <a:gd name="connsiteY4" fmla="*/ 113334 h 2266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0842" h="226667">
                        <a:moveTo>
                          <a:pt x="230842" y="113334"/>
                        </a:moveTo>
                        <a:cubicBezTo>
                          <a:pt x="230842" y="175926"/>
                          <a:pt x="179166" y="226667"/>
                          <a:pt x="115421" y="226667"/>
                        </a:cubicBezTo>
                        <a:cubicBezTo>
                          <a:pt x="51676" y="226667"/>
                          <a:pt x="0" y="175926"/>
                          <a:pt x="0" y="113334"/>
                        </a:cubicBezTo>
                        <a:cubicBezTo>
                          <a:pt x="0" y="50741"/>
                          <a:pt x="51676" y="0"/>
                          <a:pt x="115421" y="0"/>
                        </a:cubicBezTo>
                        <a:cubicBezTo>
                          <a:pt x="179166" y="0"/>
                          <a:pt x="230842" y="50741"/>
                          <a:pt x="230842" y="113334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8" name="Forme libre : forme 2367">
                    <a:extLst>
                      <a:ext uri="{FF2B5EF4-FFF2-40B4-BE49-F238E27FC236}">
                        <a16:creationId xmlns:a16="http://schemas.microsoft.com/office/drawing/2014/main" id="{30D13EDE-C1E2-78C2-A5F5-9C5D483EFBC8}"/>
                      </a:ext>
                    </a:extLst>
                  </p:cNvPr>
                  <p:cNvSpPr/>
                  <p:nvPr/>
                </p:nvSpPr>
                <p:spPr>
                  <a:xfrm>
                    <a:off x="427295" y="263714"/>
                    <a:ext cx="256870" cy="252219"/>
                  </a:xfrm>
                  <a:custGeom>
                    <a:avLst/>
                    <a:gdLst>
                      <a:gd name="connsiteX0" fmla="*/ 128435 w 256870"/>
                      <a:gd name="connsiteY0" fmla="*/ 0 h 252219"/>
                      <a:gd name="connsiteX1" fmla="*/ 0 w 256870"/>
                      <a:gd name="connsiteY1" fmla="*/ 126110 h 252219"/>
                      <a:gd name="connsiteX2" fmla="*/ 128435 w 256870"/>
                      <a:gd name="connsiteY2" fmla="*/ 252219 h 252219"/>
                      <a:gd name="connsiteX3" fmla="*/ 256870 w 256870"/>
                      <a:gd name="connsiteY3" fmla="*/ 126110 h 252219"/>
                      <a:gd name="connsiteX4" fmla="*/ 128435 w 256870"/>
                      <a:gd name="connsiteY4" fmla="*/ 0 h 252219"/>
                      <a:gd name="connsiteX5" fmla="*/ 128435 w 256870"/>
                      <a:gd name="connsiteY5" fmla="*/ 233696 h 252219"/>
                      <a:gd name="connsiteX6" fmla="*/ 18867 w 256870"/>
                      <a:gd name="connsiteY6" fmla="*/ 126110 h 252219"/>
                      <a:gd name="connsiteX7" fmla="*/ 128435 w 256870"/>
                      <a:gd name="connsiteY7" fmla="*/ 18523 h 252219"/>
                      <a:gd name="connsiteX8" fmla="*/ 238003 w 256870"/>
                      <a:gd name="connsiteY8" fmla="*/ 126110 h 252219"/>
                      <a:gd name="connsiteX9" fmla="*/ 128435 w 256870"/>
                      <a:gd name="connsiteY9" fmla="*/ 233696 h 2522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56870" h="252219">
                        <a:moveTo>
                          <a:pt x="128435" y="0"/>
                        </a:moveTo>
                        <a:cubicBezTo>
                          <a:pt x="57499" y="0"/>
                          <a:pt x="0" y="56469"/>
                          <a:pt x="0" y="126110"/>
                        </a:cubicBezTo>
                        <a:cubicBezTo>
                          <a:pt x="0" y="195751"/>
                          <a:pt x="57499" y="252219"/>
                          <a:pt x="128435" y="252219"/>
                        </a:cubicBezTo>
                        <a:cubicBezTo>
                          <a:pt x="199371" y="252219"/>
                          <a:pt x="256870" y="195751"/>
                          <a:pt x="256870" y="126110"/>
                        </a:cubicBezTo>
                        <a:cubicBezTo>
                          <a:pt x="256870" y="56469"/>
                          <a:pt x="199371" y="0"/>
                          <a:pt x="128435" y="0"/>
                        </a:cubicBezTo>
                        <a:close/>
                        <a:moveTo>
                          <a:pt x="128435" y="233696"/>
                        </a:moveTo>
                        <a:cubicBezTo>
                          <a:pt x="67923" y="233696"/>
                          <a:pt x="18867" y="185525"/>
                          <a:pt x="18867" y="126110"/>
                        </a:cubicBezTo>
                        <a:cubicBezTo>
                          <a:pt x="18867" y="66695"/>
                          <a:pt x="67923" y="18523"/>
                          <a:pt x="128435" y="18523"/>
                        </a:cubicBezTo>
                        <a:cubicBezTo>
                          <a:pt x="188946" y="18523"/>
                          <a:pt x="238003" y="66695"/>
                          <a:pt x="238003" y="126110"/>
                        </a:cubicBezTo>
                        <a:cubicBezTo>
                          <a:pt x="238003" y="185525"/>
                          <a:pt x="188946" y="233696"/>
                          <a:pt x="128435" y="233696"/>
                        </a:cubicBezTo>
                        <a:close/>
                      </a:path>
                    </a:pathLst>
                  </a:custGeom>
                  <a:solidFill>
                    <a:srgbClr val="1A184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69" name="Forme libre : forme 2368">
                    <a:extLst>
                      <a:ext uri="{FF2B5EF4-FFF2-40B4-BE49-F238E27FC236}">
                        <a16:creationId xmlns:a16="http://schemas.microsoft.com/office/drawing/2014/main" id="{D7D1762E-BB83-07EC-754D-207F011D9A85}"/>
                      </a:ext>
                    </a:extLst>
                  </p:cNvPr>
                  <p:cNvSpPr/>
                  <p:nvPr/>
                </p:nvSpPr>
                <p:spPr>
                  <a:xfrm>
                    <a:off x="252499" y="501347"/>
                    <a:ext cx="36016" cy="10716"/>
                  </a:xfrm>
                  <a:custGeom>
                    <a:avLst/>
                    <a:gdLst>
                      <a:gd name="connsiteX0" fmla="*/ 4334 w 36016"/>
                      <a:gd name="connsiteY0" fmla="*/ 1797 h 10716"/>
                      <a:gd name="connsiteX1" fmla="*/ 26437 w 36016"/>
                      <a:gd name="connsiteY1" fmla="*/ 0 h 10716"/>
                      <a:gd name="connsiteX2" fmla="*/ 36016 w 36016"/>
                      <a:gd name="connsiteY2" fmla="*/ 8826 h 10716"/>
                      <a:gd name="connsiteX3" fmla="*/ 26675 w 36016"/>
                      <a:gd name="connsiteY3" fmla="*/ 10160 h 10716"/>
                      <a:gd name="connsiteX4" fmla="*/ 9896 w 36016"/>
                      <a:gd name="connsiteY4" fmla="*/ 7914 h 10716"/>
                      <a:gd name="connsiteX5" fmla="*/ 0 w 36016"/>
                      <a:gd name="connsiteY5" fmla="*/ 4069 h 10716"/>
                      <a:gd name="connsiteX6" fmla="*/ 4347 w 36016"/>
                      <a:gd name="connsiteY6" fmla="*/ 1797 h 10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6016" h="10716">
                        <a:moveTo>
                          <a:pt x="4334" y="1797"/>
                        </a:moveTo>
                        <a:lnTo>
                          <a:pt x="26437" y="0"/>
                        </a:lnTo>
                        <a:lnTo>
                          <a:pt x="36016" y="8826"/>
                        </a:lnTo>
                        <a:cubicBezTo>
                          <a:pt x="36016" y="8826"/>
                          <a:pt x="33757" y="11957"/>
                          <a:pt x="26675" y="10160"/>
                        </a:cubicBezTo>
                        <a:cubicBezTo>
                          <a:pt x="19594" y="8363"/>
                          <a:pt x="9896" y="7914"/>
                          <a:pt x="9896" y="7914"/>
                        </a:cubicBezTo>
                        <a:cubicBezTo>
                          <a:pt x="9896" y="7914"/>
                          <a:pt x="119" y="12327"/>
                          <a:pt x="0" y="4069"/>
                        </a:cubicBezTo>
                        <a:lnTo>
                          <a:pt x="4347" y="1797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70" name="Forme libre : forme 2369">
                    <a:extLst>
                      <a:ext uri="{FF2B5EF4-FFF2-40B4-BE49-F238E27FC236}">
                        <a16:creationId xmlns:a16="http://schemas.microsoft.com/office/drawing/2014/main" id="{10969F97-4F29-F95F-9D10-C884846B789E}"/>
                      </a:ext>
                    </a:extLst>
                  </p:cNvPr>
                  <p:cNvSpPr/>
                  <p:nvPr/>
                </p:nvSpPr>
                <p:spPr>
                  <a:xfrm>
                    <a:off x="425775" y="451958"/>
                    <a:ext cx="17188" cy="17119"/>
                  </a:xfrm>
                  <a:custGeom>
                    <a:avLst/>
                    <a:gdLst>
                      <a:gd name="connsiteX0" fmla="*/ 2273 w 17188"/>
                      <a:gd name="connsiteY0" fmla="*/ 16729 h 17119"/>
                      <a:gd name="connsiteX1" fmla="*/ 14745 w 17188"/>
                      <a:gd name="connsiteY1" fmla="*/ 12950 h 17119"/>
                      <a:gd name="connsiteX2" fmla="*/ 16978 w 17188"/>
                      <a:gd name="connsiteY2" fmla="*/ 7507 h 17119"/>
                      <a:gd name="connsiteX3" fmla="*/ 12433 w 17188"/>
                      <a:gd name="connsiteY3" fmla="*/ 42 h 17119"/>
                      <a:gd name="connsiteX4" fmla="*/ 2286 w 17188"/>
                      <a:gd name="connsiteY4" fmla="*/ 16729 h 171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88" h="17119">
                        <a:moveTo>
                          <a:pt x="2273" y="16729"/>
                        </a:moveTo>
                        <a:cubicBezTo>
                          <a:pt x="4189" y="18222"/>
                          <a:pt x="10729" y="15104"/>
                          <a:pt x="14745" y="12950"/>
                        </a:cubicBezTo>
                        <a:cubicBezTo>
                          <a:pt x="16701" y="11893"/>
                          <a:pt x="17639" y="9621"/>
                          <a:pt x="16978" y="7507"/>
                        </a:cubicBezTo>
                        <a:cubicBezTo>
                          <a:pt x="16014" y="4468"/>
                          <a:pt x="14402" y="544"/>
                          <a:pt x="12433" y="42"/>
                        </a:cubicBezTo>
                        <a:cubicBezTo>
                          <a:pt x="9143" y="-777"/>
                          <a:pt x="-5588" y="10572"/>
                          <a:pt x="2286" y="16729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371" name="Graphique 1982">
                    <a:extLst>
                      <a:ext uri="{FF2B5EF4-FFF2-40B4-BE49-F238E27FC236}">
                        <a16:creationId xmlns:a16="http://schemas.microsoft.com/office/drawing/2014/main" id="{01A2092F-9E3A-4F60-29BC-25C6C1F2162B}"/>
                      </a:ext>
                    </a:extLst>
                  </p:cNvPr>
                  <p:cNvGrpSpPr/>
                  <p:nvPr/>
                </p:nvGrpSpPr>
                <p:grpSpPr>
                  <a:xfrm>
                    <a:off x="311971" y="295195"/>
                    <a:ext cx="53615" cy="62609"/>
                    <a:chOff x="311971" y="295195"/>
                    <a:chExt cx="53615" cy="62609"/>
                  </a:xfrm>
                </p:grpSpPr>
                <p:sp>
                  <p:nvSpPr>
                    <p:cNvPr id="2372" name="Forme libre : forme 2371">
                      <a:extLst>
                        <a:ext uri="{FF2B5EF4-FFF2-40B4-BE49-F238E27FC236}">
                          <a16:creationId xmlns:a16="http://schemas.microsoft.com/office/drawing/2014/main" id="{CE1E9287-FD5C-B66B-65B6-BFDA07EE1E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5512" y="314131"/>
                      <a:ext cx="38826" cy="43673"/>
                    </a:xfrm>
                    <a:custGeom>
                      <a:avLst/>
                      <a:gdLst>
                        <a:gd name="connsiteX0" fmla="*/ 30292 w 38826"/>
                        <a:gd name="connsiteY0" fmla="*/ 13 h 43673"/>
                        <a:gd name="connsiteX1" fmla="*/ 38351 w 38826"/>
                        <a:gd name="connsiteY1" fmla="*/ 26464 h 43673"/>
                        <a:gd name="connsiteX2" fmla="*/ 30292 w 38826"/>
                        <a:gd name="connsiteY2" fmla="*/ 43309 h 43673"/>
                        <a:gd name="connsiteX3" fmla="*/ 6087 w 38826"/>
                        <a:gd name="connsiteY3" fmla="*/ 30824 h 43673"/>
                        <a:gd name="connsiteX4" fmla="*/ 247 w 38826"/>
                        <a:gd name="connsiteY4" fmla="*/ 11125 h 43673"/>
                        <a:gd name="connsiteX5" fmla="*/ 30292 w 38826"/>
                        <a:gd name="connsiteY5" fmla="*/ 0 h 436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38826" h="43673">
                          <a:moveTo>
                            <a:pt x="30292" y="13"/>
                          </a:moveTo>
                          <a:cubicBezTo>
                            <a:pt x="30292" y="13"/>
                            <a:pt x="37849" y="17361"/>
                            <a:pt x="38351" y="26464"/>
                          </a:cubicBezTo>
                          <a:cubicBezTo>
                            <a:pt x="38853" y="35567"/>
                            <a:pt x="40822" y="41473"/>
                            <a:pt x="30292" y="43309"/>
                          </a:cubicBezTo>
                          <a:cubicBezTo>
                            <a:pt x="19762" y="45146"/>
                            <a:pt x="10896" y="39901"/>
                            <a:pt x="6087" y="30824"/>
                          </a:cubicBezTo>
                          <a:cubicBezTo>
                            <a:pt x="6087" y="30824"/>
                            <a:pt x="-1444" y="16845"/>
                            <a:pt x="247" y="11125"/>
                          </a:cubicBezTo>
                          <a:cubicBezTo>
                            <a:pt x="1939" y="5404"/>
                            <a:pt x="30292" y="0"/>
                            <a:pt x="30292" y="0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73" name="Forme libre : forme 2372">
                      <a:extLst>
                        <a:ext uri="{FF2B5EF4-FFF2-40B4-BE49-F238E27FC236}">
                          <a16:creationId xmlns:a16="http://schemas.microsoft.com/office/drawing/2014/main" id="{D7C1F6A2-2AC8-8DF2-1625-DBF73BDCBC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971" y="295195"/>
                      <a:ext cx="53615" cy="52905"/>
                    </a:xfrm>
                    <a:custGeom>
                      <a:avLst/>
                      <a:gdLst>
                        <a:gd name="connsiteX0" fmla="*/ 23222 w 53615"/>
                        <a:gd name="connsiteY0" fmla="*/ 43247 h 52905"/>
                        <a:gd name="connsiteX1" fmla="*/ 24556 w 53615"/>
                        <a:gd name="connsiteY1" fmla="*/ 43247 h 52905"/>
                        <a:gd name="connsiteX2" fmla="*/ 23896 w 53615"/>
                        <a:gd name="connsiteY2" fmla="*/ 30021 h 52905"/>
                        <a:gd name="connsiteX3" fmla="*/ 51918 w 53615"/>
                        <a:gd name="connsiteY3" fmla="*/ 17377 h 52905"/>
                        <a:gd name="connsiteX4" fmla="*/ 47056 w 53615"/>
                        <a:gd name="connsiteY4" fmla="*/ 56 h 52905"/>
                        <a:gd name="connsiteX5" fmla="*/ 46158 w 53615"/>
                        <a:gd name="connsiteY5" fmla="*/ 387 h 52905"/>
                        <a:gd name="connsiteX6" fmla="*/ 45722 w 53615"/>
                        <a:gd name="connsiteY6" fmla="*/ 1219 h 52905"/>
                        <a:gd name="connsiteX7" fmla="*/ 44401 w 53615"/>
                        <a:gd name="connsiteY7" fmla="*/ 1087 h 52905"/>
                        <a:gd name="connsiteX8" fmla="*/ 44401 w 53615"/>
                        <a:gd name="connsiteY8" fmla="*/ 1087 h 52905"/>
                        <a:gd name="connsiteX9" fmla="*/ 43119 w 53615"/>
                        <a:gd name="connsiteY9" fmla="*/ 889 h 52905"/>
                        <a:gd name="connsiteX10" fmla="*/ 29286 w 53615"/>
                        <a:gd name="connsiteY10" fmla="*/ 7891 h 52905"/>
                        <a:gd name="connsiteX11" fmla="*/ 7499 w 53615"/>
                        <a:gd name="connsiteY11" fmla="*/ 24525 h 52905"/>
                        <a:gd name="connsiteX12" fmla="*/ 6389 w 53615"/>
                        <a:gd name="connsiteY12" fmla="*/ 25106 h 52905"/>
                        <a:gd name="connsiteX13" fmla="*/ 1845 w 53615"/>
                        <a:gd name="connsiteY13" fmla="*/ 25978 h 52905"/>
                        <a:gd name="connsiteX14" fmla="*/ 7552 w 53615"/>
                        <a:gd name="connsiteY14" fmla="*/ 43154 h 52905"/>
                        <a:gd name="connsiteX15" fmla="*/ 7513 w 53615"/>
                        <a:gd name="connsiteY15" fmla="*/ 44304 h 52905"/>
                        <a:gd name="connsiteX16" fmla="*/ 9455 w 53615"/>
                        <a:gd name="connsiteY16" fmla="*/ 50355 h 52905"/>
                        <a:gd name="connsiteX17" fmla="*/ 19628 w 53615"/>
                        <a:gd name="connsiteY17" fmla="*/ 52707 h 52905"/>
                        <a:gd name="connsiteX18" fmla="*/ 20170 w 53615"/>
                        <a:gd name="connsiteY18" fmla="*/ 51967 h 52905"/>
                        <a:gd name="connsiteX19" fmla="*/ 19681 w 53615"/>
                        <a:gd name="connsiteY19" fmla="*/ 44013 h 52905"/>
                        <a:gd name="connsiteX20" fmla="*/ 20394 w 53615"/>
                        <a:gd name="connsiteY20" fmla="*/ 43260 h 52905"/>
                        <a:gd name="connsiteX21" fmla="*/ 23235 w 53615"/>
                        <a:gd name="connsiteY21" fmla="*/ 43260 h 529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</a:cxnLst>
                      <a:rect l="l" t="t" r="r" b="b"/>
                      <a:pathLst>
                        <a:path w="53615" h="52905">
                          <a:moveTo>
                            <a:pt x="23222" y="43247"/>
                          </a:moveTo>
                          <a:lnTo>
                            <a:pt x="24556" y="43247"/>
                          </a:lnTo>
                          <a:cubicBezTo>
                            <a:pt x="24556" y="43247"/>
                            <a:pt x="19073" y="32003"/>
                            <a:pt x="23896" y="30021"/>
                          </a:cubicBezTo>
                          <a:cubicBezTo>
                            <a:pt x="28718" y="28040"/>
                            <a:pt x="47796" y="24155"/>
                            <a:pt x="51918" y="17377"/>
                          </a:cubicBezTo>
                          <a:cubicBezTo>
                            <a:pt x="55882" y="10851"/>
                            <a:pt x="52341" y="2408"/>
                            <a:pt x="47056" y="56"/>
                          </a:cubicBezTo>
                          <a:cubicBezTo>
                            <a:pt x="46726" y="-89"/>
                            <a:pt x="46330" y="56"/>
                            <a:pt x="46158" y="387"/>
                          </a:cubicBezTo>
                          <a:lnTo>
                            <a:pt x="45722" y="1219"/>
                          </a:lnTo>
                          <a:cubicBezTo>
                            <a:pt x="45418" y="1787"/>
                            <a:pt x="44586" y="1708"/>
                            <a:pt x="44401" y="1087"/>
                          </a:cubicBezTo>
                          <a:lnTo>
                            <a:pt x="44401" y="1087"/>
                          </a:lnTo>
                          <a:cubicBezTo>
                            <a:pt x="44229" y="506"/>
                            <a:pt x="43436" y="373"/>
                            <a:pt x="43119" y="889"/>
                          </a:cubicBezTo>
                          <a:cubicBezTo>
                            <a:pt x="41864" y="2910"/>
                            <a:pt x="38442" y="6213"/>
                            <a:pt x="29286" y="7891"/>
                          </a:cubicBezTo>
                          <a:cubicBezTo>
                            <a:pt x="16299" y="10282"/>
                            <a:pt x="7711" y="15541"/>
                            <a:pt x="7499" y="24525"/>
                          </a:cubicBezTo>
                          <a:cubicBezTo>
                            <a:pt x="7486" y="25093"/>
                            <a:pt x="6878" y="25410"/>
                            <a:pt x="6389" y="25106"/>
                          </a:cubicBezTo>
                          <a:cubicBezTo>
                            <a:pt x="5425" y="24525"/>
                            <a:pt x="3892" y="24248"/>
                            <a:pt x="1845" y="25978"/>
                          </a:cubicBezTo>
                          <a:cubicBezTo>
                            <a:pt x="-1723" y="28978"/>
                            <a:pt x="-269" y="36760"/>
                            <a:pt x="7552" y="43154"/>
                          </a:cubicBezTo>
                          <a:cubicBezTo>
                            <a:pt x="7922" y="43458"/>
                            <a:pt x="7922" y="44039"/>
                            <a:pt x="7513" y="44304"/>
                          </a:cubicBezTo>
                          <a:cubicBezTo>
                            <a:pt x="6099" y="45229"/>
                            <a:pt x="3985" y="47422"/>
                            <a:pt x="9455" y="50355"/>
                          </a:cubicBezTo>
                          <a:cubicBezTo>
                            <a:pt x="15057" y="53354"/>
                            <a:pt x="18373" y="53024"/>
                            <a:pt x="19628" y="52707"/>
                          </a:cubicBezTo>
                          <a:cubicBezTo>
                            <a:pt x="19958" y="52614"/>
                            <a:pt x="20196" y="52310"/>
                            <a:pt x="20170" y="51967"/>
                          </a:cubicBezTo>
                          <a:lnTo>
                            <a:pt x="19681" y="44013"/>
                          </a:lnTo>
                          <a:cubicBezTo>
                            <a:pt x="19654" y="43603"/>
                            <a:pt x="19985" y="43260"/>
                            <a:pt x="20394" y="43260"/>
                          </a:cubicBezTo>
                          <a:lnTo>
                            <a:pt x="23235" y="43260"/>
                          </a:lnTo>
                          <a:close/>
                        </a:path>
                      </a:pathLst>
                    </a:custGeom>
                    <a:solidFill>
                      <a:srgbClr val="E9552B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74" name="Forme libre : forme 2373">
                      <a:extLst>
                        <a:ext uri="{FF2B5EF4-FFF2-40B4-BE49-F238E27FC236}">
                          <a16:creationId xmlns:a16="http://schemas.microsoft.com/office/drawing/2014/main" id="{4F7C406B-2592-5689-803D-D2B92E6C93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38" y="331577"/>
                      <a:ext cx="9485" cy="13377"/>
                    </a:xfrm>
                    <a:custGeom>
                      <a:avLst/>
                      <a:gdLst>
                        <a:gd name="connsiteX0" fmla="*/ 9486 w 9485"/>
                        <a:gd name="connsiteY0" fmla="*/ 8529 h 13377"/>
                        <a:gd name="connsiteX1" fmla="*/ 1638 w 9485"/>
                        <a:gd name="connsiteY1" fmla="*/ 549 h 13377"/>
                        <a:gd name="connsiteX2" fmla="*/ 8204 w 9485"/>
                        <a:gd name="connsiteY2" fmla="*/ 13378 h 13377"/>
                        <a:gd name="connsiteX3" fmla="*/ 9486 w 9485"/>
                        <a:gd name="connsiteY3" fmla="*/ 8516 h 133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485" h="13377">
                          <a:moveTo>
                            <a:pt x="9486" y="8529"/>
                          </a:moveTo>
                          <a:cubicBezTo>
                            <a:pt x="9486" y="8529"/>
                            <a:pt x="6606" y="-2556"/>
                            <a:pt x="1638" y="549"/>
                          </a:cubicBezTo>
                          <a:cubicBezTo>
                            <a:pt x="-3330" y="3654"/>
                            <a:pt x="4214" y="12968"/>
                            <a:pt x="8204" y="13378"/>
                          </a:cubicBezTo>
                          <a:lnTo>
                            <a:pt x="9486" y="8516"/>
                          </a:ln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2364" name="Forme libre : forme 2363">
                  <a:extLst>
                    <a:ext uri="{FF2B5EF4-FFF2-40B4-BE49-F238E27FC236}">
                      <a16:creationId xmlns:a16="http://schemas.microsoft.com/office/drawing/2014/main" id="{C9BB4FB1-DC64-A0E1-AE42-D336C046817C}"/>
                    </a:ext>
                  </a:extLst>
                </p:cNvPr>
                <p:cNvSpPr/>
                <p:nvPr/>
              </p:nvSpPr>
              <p:spPr>
                <a:xfrm>
                  <a:off x="461726" y="335574"/>
                  <a:ext cx="173171" cy="135146"/>
                </a:xfrm>
                <a:custGeom>
                  <a:avLst/>
                  <a:gdLst>
                    <a:gd name="connsiteX0" fmla="*/ 23914 w 173171"/>
                    <a:gd name="connsiteY0" fmla="*/ 34761 h 135146"/>
                    <a:gd name="connsiteX1" fmla="*/ 67620 w 173171"/>
                    <a:gd name="connsiteY1" fmla="*/ 68769 h 135146"/>
                    <a:gd name="connsiteX2" fmla="*/ 151517 w 173171"/>
                    <a:gd name="connsiteY2" fmla="*/ 0 h 135146"/>
                    <a:gd name="connsiteX3" fmla="*/ 173171 w 173171"/>
                    <a:gd name="connsiteY3" fmla="*/ 24720 h 135146"/>
                    <a:gd name="connsiteX4" fmla="*/ 67620 w 173171"/>
                    <a:gd name="connsiteY4" fmla="*/ 135147 h 135146"/>
                    <a:gd name="connsiteX5" fmla="*/ 0 w 173171"/>
                    <a:gd name="connsiteY5" fmla="*/ 61080 h 135146"/>
                    <a:gd name="connsiteX6" fmla="*/ 23914 w 173171"/>
                    <a:gd name="connsiteY6" fmla="*/ 34761 h 1351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3171" h="135146">
                      <a:moveTo>
                        <a:pt x="23914" y="34761"/>
                      </a:moveTo>
                      <a:lnTo>
                        <a:pt x="67620" y="68769"/>
                      </a:lnTo>
                      <a:lnTo>
                        <a:pt x="151517" y="0"/>
                      </a:lnTo>
                      <a:lnTo>
                        <a:pt x="173171" y="24720"/>
                      </a:lnTo>
                      <a:lnTo>
                        <a:pt x="67620" y="135147"/>
                      </a:lnTo>
                      <a:lnTo>
                        <a:pt x="0" y="61080"/>
                      </a:lnTo>
                      <a:lnTo>
                        <a:pt x="23914" y="34761"/>
                      </a:lnTo>
                      <a:close/>
                    </a:path>
                  </a:pathLst>
                </a:custGeom>
                <a:solidFill>
                  <a:srgbClr val="332989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" name="Graphique 1982">
                <a:extLst>
                  <a:ext uri="{FF2B5EF4-FFF2-40B4-BE49-F238E27FC236}">
                    <a16:creationId xmlns:a16="http://schemas.microsoft.com/office/drawing/2014/main" id="{37649B9F-A71D-943C-4F88-D1F9A51AC459}"/>
                  </a:ext>
                </a:extLst>
              </p:cNvPr>
              <p:cNvGrpSpPr/>
              <p:nvPr/>
            </p:nvGrpSpPr>
            <p:grpSpPr>
              <a:xfrm>
                <a:off x="1248917" y="306362"/>
                <a:ext cx="463233" cy="467553"/>
                <a:chOff x="1248917" y="306362"/>
                <a:chExt cx="463233" cy="467553"/>
              </a:xfrm>
            </p:grpSpPr>
            <p:grpSp>
              <p:nvGrpSpPr>
                <p:cNvPr id="2340" name="Graphique 1982">
                  <a:extLst>
                    <a:ext uri="{FF2B5EF4-FFF2-40B4-BE49-F238E27FC236}">
                      <a16:creationId xmlns:a16="http://schemas.microsoft.com/office/drawing/2014/main" id="{19F3E830-3B7F-95F7-6576-4E858CCB57BD}"/>
                    </a:ext>
                  </a:extLst>
                </p:cNvPr>
                <p:cNvGrpSpPr/>
                <p:nvPr/>
              </p:nvGrpSpPr>
              <p:grpSpPr>
                <a:xfrm>
                  <a:off x="1248917" y="306362"/>
                  <a:ext cx="463233" cy="467553"/>
                  <a:chOff x="1248917" y="306362"/>
                  <a:chExt cx="463233" cy="467553"/>
                </a:xfrm>
              </p:grpSpPr>
              <p:grpSp>
                <p:nvGrpSpPr>
                  <p:cNvPr id="2348" name="Graphique 1982">
                    <a:extLst>
                      <a:ext uri="{FF2B5EF4-FFF2-40B4-BE49-F238E27FC236}">
                        <a16:creationId xmlns:a16="http://schemas.microsoft.com/office/drawing/2014/main" id="{037BA545-6741-F7C9-22D3-4864AECF1D38}"/>
                      </a:ext>
                    </a:extLst>
                  </p:cNvPr>
                  <p:cNvGrpSpPr/>
                  <p:nvPr/>
                </p:nvGrpSpPr>
                <p:grpSpPr>
                  <a:xfrm>
                    <a:off x="1248917" y="306362"/>
                    <a:ext cx="463233" cy="467553"/>
                    <a:chOff x="1248917" y="306362"/>
                    <a:chExt cx="463233" cy="467553"/>
                  </a:xfrm>
                </p:grpSpPr>
                <p:sp>
                  <p:nvSpPr>
                    <p:cNvPr id="2361" name="Forme libre : forme 2360">
                      <a:extLst>
                        <a:ext uri="{FF2B5EF4-FFF2-40B4-BE49-F238E27FC236}">
                          <a16:creationId xmlns:a16="http://schemas.microsoft.com/office/drawing/2014/main" id="{98CD6C3C-E15A-9D3C-CCAD-251433317C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48917" y="306362"/>
                      <a:ext cx="463233" cy="467553"/>
                    </a:xfrm>
                    <a:custGeom>
                      <a:avLst/>
                      <a:gdLst>
                        <a:gd name="connsiteX0" fmla="*/ 20770 w 463233"/>
                        <a:gd name="connsiteY0" fmla="*/ 0 h 467553"/>
                        <a:gd name="connsiteX1" fmla="*/ 442672 w 463233"/>
                        <a:gd name="connsiteY1" fmla="*/ 0 h 467553"/>
                        <a:gd name="connsiteX2" fmla="*/ 463230 w 463233"/>
                        <a:gd name="connsiteY2" fmla="*/ 26054 h 467553"/>
                        <a:gd name="connsiteX3" fmla="*/ 457298 w 463233"/>
                        <a:gd name="connsiteY3" fmla="*/ 433331 h 467553"/>
                        <a:gd name="connsiteX4" fmla="*/ 418415 w 463233"/>
                        <a:gd name="connsiteY4" fmla="*/ 467551 h 467553"/>
                        <a:gd name="connsiteX5" fmla="*/ 9777 w 463233"/>
                        <a:gd name="connsiteY5" fmla="*/ 461169 h 467553"/>
                        <a:gd name="connsiteX6" fmla="*/ 0 w 463233"/>
                        <a:gd name="connsiteY6" fmla="*/ 435564 h 467553"/>
                        <a:gd name="connsiteX7" fmla="*/ 198 w 463233"/>
                        <a:gd name="connsiteY7" fmla="*/ 25579 h 467553"/>
                        <a:gd name="connsiteX8" fmla="*/ 20770 w 463233"/>
                        <a:gd name="connsiteY8" fmla="*/ 0 h 46755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63233" h="467553">
                          <a:moveTo>
                            <a:pt x="20770" y="0"/>
                          </a:moveTo>
                          <a:lnTo>
                            <a:pt x="442672" y="0"/>
                          </a:lnTo>
                          <a:cubicBezTo>
                            <a:pt x="454180" y="0"/>
                            <a:pt x="463442" y="11746"/>
                            <a:pt x="463230" y="26054"/>
                          </a:cubicBezTo>
                          <a:lnTo>
                            <a:pt x="457298" y="433331"/>
                          </a:lnTo>
                          <a:cubicBezTo>
                            <a:pt x="457020" y="452502"/>
                            <a:pt x="444350" y="467788"/>
                            <a:pt x="418415" y="467551"/>
                          </a:cubicBezTo>
                          <a:lnTo>
                            <a:pt x="9777" y="461169"/>
                          </a:lnTo>
                          <a:cubicBezTo>
                            <a:pt x="9037" y="460997"/>
                            <a:pt x="-13" y="449582"/>
                            <a:pt x="0" y="435564"/>
                          </a:cubicBezTo>
                          <a:lnTo>
                            <a:pt x="198" y="25579"/>
                          </a:lnTo>
                          <a:cubicBezTo>
                            <a:pt x="198" y="11455"/>
                            <a:pt x="9407" y="0"/>
                            <a:pt x="20770" y="0"/>
                          </a:cubicBezTo>
                          <a:close/>
                        </a:path>
                      </a:pathLst>
                    </a:custGeom>
                    <a:solidFill>
                      <a:srgbClr val="4438B7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62" name="Forme libre : forme 2361">
                      <a:extLst>
                        <a:ext uri="{FF2B5EF4-FFF2-40B4-BE49-F238E27FC236}">
                          <a16:creationId xmlns:a16="http://schemas.microsoft.com/office/drawing/2014/main" id="{6E925A5F-71D6-7389-7544-E136B138BA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59037" y="317395"/>
                      <a:ext cx="444816" cy="444246"/>
                    </a:xfrm>
                    <a:custGeom>
                      <a:avLst/>
                      <a:gdLst>
                        <a:gd name="connsiteX0" fmla="*/ 19950 w 444816"/>
                        <a:gd name="connsiteY0" fmla="*/ 0 h 444246"/>
                        <a:gd name="connsiteX1" fmla="*/ 425074 w 444816"/>
                        <a:gd name="connsiteY1" fmla="*/ 0 h 444246"/>
                        <a:gd name="connsiteX2" fmla="*/ 444812 w 444816"/>
                        <a:gd name="connsiteY2" fmla="*/ 24760 h 444246"/>
                        <a:gd name="connsiteX3" fmla="*/ 439118 w 444816"/>
                        <a:gd name="connsiteY3" fmla="*/ 411729 h 444246"/>
                        <a:gd name="connsiteX4" fmla="*/ 411888 w 444816"/>
                        <a:gd name="connsiteY4" fmla="*/ 444244 h 444246"/>
                        <a:gd name="connsiteX5" fmla="*/ 19501 w 444816"/>
                        <a:gd name="connsiteY5" fmla="*/ 438180 h 444246"/>
                        <a:gd name="connsiteX6" fmla="*/ 0 w 444816"/>
                        <a:gd name="connsiteY6" fmla="*/ 413856 h 444246"/>
                        <a:gd name="connsiteX7" fmla="*/ 185 w 444816"/>
                        <a:gd name="connsiteY7" fmla="*/ 24310 h 444246"/>
                        <a:gd name="connsiteX8" fmla="*/ 19937 w 444816"/>
                        <a:gd name="connsiteY8" fmla="*/ 13 h 4442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44816" h="444246">
                          <a:moveTo>
                            <a:pt x="19950" y="0"/>
                          </a:moveTo>
                          <a:lnTo>
                            <a:pt x="425074" y="0"/>
                          </a:lnTo>
                          <a:cubicBezTo>
                            <a:pt x="436119" y="0"/>
                            <a:pt x="445024" y="11151"/>
                            <a:pt x="444812" y="24760"/>
                          </a:cubicBezTo>
                          <a:lnTo>
                            <a:pt x="439118" y="411729"/>
                          </a:lnTo>
                          <a:cubicBezTo>
                            <a:pt x="438854" y="429936"/>
                            <a:pt x="426685" y="444469"/>
                            <a:pt x="411888" y="444244"/>
                          </a:cubicBezTo>
                          <a:lnTo>
                            <a:pt x="19501" y="438180"/>
                          </a:lnTo>
                          <a:cubicBezTo>
                            <a:pt x="8694" y="438008"/>
                            <a:pt x="0" y="427174"/>
                            <a:pt x="0" y="413856"/>
                          </a:cubicBezTo>
                          <a:lnTo>
                            <a:pt x="185" y="24310"/>
                          </a:lnTo>
                          <a:cubicBezTo>
                            <a:pt x="185" y="10887"/>
                            <a:pt x="9037" y="13"/>
                            <a:pt x="19937" y="13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349" name="Graphique 1982">
                    <a:extLst>
                      <a:ext uri="{FF2B5EF4-FFF2-40B4-BE49-F238E27FC236}">
                        <a16:creationId xmlns:a16="http://schemas.microsoft.com/office/drawing/2014/main" id="{896782F1-E54F-F8F3-13C2-9478BC071071}"/>
                      </a:ext>
                    </a:extLst>
                  </p:cNvPr>
                  <p:cNvGrpSpPr/>
                  <p:nvPr/>
                </p:nvGrpSpPr>
                <p:grpSpPr>
                  <a:xfrm>
                    <a:off x="1259051" y="317395"/>
                    <a:ext cx="444191" cy="423329"/>
                    <a:chOff x="1259051" y="317395"/>
                    <a:chExt cx="444191" cy="423329"/>
                  </a:xfrm>
                </p:grpSpPr>
                <p:sp>
                  <p:nvSpPr>
                    <p:cNvPr id="2350" name="Forme libre : forme 2349">
                      <a:extLst>
                        <a:ext uri="{FF2B5EF4-FFF2-40B4-BE49-F238E27FC236}">
                          <a16:creationId xmlns:a16="http://schemas.microsoft.com/office/drawing/2014/main" id="{7DE585BB-7D64-B95D-3162-8BB2C0B272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0269" y="405836"/>
                      <a:ext cx="405149" cy="50179"/>
                    </a:xfrm>
                    <a:custGeom>
                      <a:avLst/>
                      <a:gdLst>
                        <a:gd name="connsiteX0" fmla="*/ 395201 w 405149"/>
                        <a:gd name="connsiteY0" fmla="*/ 50180 h 50179"/>
                        <a:gd name="connsiteX1" fmla="*/ 9103 w 405149"/>
                        <a:gd name="connsiteY1" fmla="*/ 47022 h 50179"/>
                        <a:gd name="connsiteX2" fmla="*/ 0 w 405149"/>
                        <a:gd name="connsiteY2" fmla="*/ 37840 h 50179"/>
                        <a:gd name="connsiteX3" fmla="*/ 0 w 405149"/>
                        <a:gd name="connsiteY3" fmla="*/ 9315 h 50179"/>
                        <a:gd name="connsiteX4" fmla="*/ 9315 w 405149"/>
                        <a:gd name="connsiteY4" fmla="*/ 0 h 50179"/>
                        <a:gd name="connsiteX5" fmla="*/ 392928 w 405149"/>
                        <a:gd name="connsiteY5" fmla="*/ 0 h 50179"/>
                        <a:gd name="connsiteX6" fmla="*/ 405150 w 405149"/>
                        <a:gd name="connsiteY6" fmla="*/ 12221 h 50179"/>
                        <a:gd name="connsiteX7" fmla="*/ 405150 w 405149"/>
                        <a:gd name="connsiteY7" fmla="*/ 40310 h 50179"/>
                        <a:gd name="connsiteX8" fmla="*/ 395201 w 405149"/>
                        <a:gd name="connsiteY8" fmla="*/ 50180 h 501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05149" h="50179">
                          <a:moveTo>
                            <a:pt x="395201" y="50180"/>
                          </a:moveTo>
                          <a:lnTo>
                            <a:pt x="9103" y="47022"/>
                          </a:lnTo>
                          <a:cubicBezTo>
                            <a:pt x="4069" y="46982"/>
                            <a:pt x="0" y="42887"/>
                            <a:pt x="0" y="37840"/>
                          </a:cubicBezTo>
                          <a:lnTo>
                            <a:pt x="0" y="9315"/>
                          </a:lnTo>
                          <a:cubicBezTo>
                            <a:pt x="0" y="4175"/>
                            <a:pt x="4162" y="0"/>
                            <a:pt x="9315" y="0"/>
                          </a:cubicBezTo>
                          <a:lnTo>
                            <a:pt x="392928" y="0"/>
                          </a:lnTo>
                          <a:cubicBezTo>
                            <a:pt x="399680" y="0"/>
                            <a:pt x="405150" y="5470"/>
                            <a:pt x="405150" y="12221"/>
                          </a:cubicBezTo>
                          <a:lnTo>
                            <a:pt x="405150" y="40310"/>
                          </a:lnTo>
                          <a:cubicBezTo>
                            <a:pt x="405150" y="45793"/>
                            <a:pt x="400684" y="50219"/>
                            <a:pt x="395201" y="50180"/>
                          </a:cubicBez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51" name="Forme libre : forme 2350">
                      <a:extLst>
                        <a:ext uri="{FF2B5EF4-FFF2-40B4-BE49-F238E27FC236}">
                          <a16:creationId xmlns:a16="http://schemas.microsoft.com/office/drawing/2014/main" id="{85DCE5F9-C0F5-51BD-090D-68592B8190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59051" y="317395"/>
                      <a:ext cx="444191" cy="77436"/>
                    </a:xfrm>
                    <a:custGeom>
                      <a:avLst/>
                      <a:gdLst>
                        <a:gd name="connsiteX0" fmla="*/ 32092 w 444191"/>
                        <a:gd name="connsiteY0" fmla="*/ 0 h 77436"/>
                        <a:gd name="connsiteX1" fmla="*/ 415151 w 444191"/>
                        <a:gd name="connsiteY1" fmla="*/ 0 h 77436"/>
                        <a:gd name="connsiteX2" fmla="*/ 444191 w 444191"/>
                        <a:gd name="connsiteY2" fmla="*/ 29040 h 77436"/>
                        <a:gd name="connsiteX3" fmla="*/ 444191 w 444191"/>
                        <a:gd name="connsiteY3" fmla="*/ 77436 h 77436"/>
                        <a:gd name="connsiteX4" fmla="*/ 0 w 444191"/>
                        <a:gd name="connsiteY4" fmla="*/ 77436 h 77436"/>
                        <a:gd name="connsiteX5" fmla="*/ 0 w 444191"/>
                        <a:gd name="connsiteY5" fmla="*/ 32092 h 77436"/>
                        <a:gd name="connsiteX6" fmla="*/ 32092 w 444191"/>
                        <a:gd name="connsiteY6" fmla="*/ 0 h 774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444191" h="77436">
                          <a:moveTo>
                            <a:pt x="32092" y="0"/>
                          </a:moveTo>
                          <a:lnTo>
                            <a:pt x="415151" y="0"/>
                          </a:lnTo>
                          <a:cubicBezTo>
                            <a:pt x="431178" y="0"/>
                            <a:pt x="444191" y="13014"/>
                            <a:pt x="444191" y="29040"/>
                          </a:cubicBezTo>
                          <a:lnTo>
                            <a:pt x="444191" y="77436"/>
                          </a:lnTo>
                          <a:lnTo>
                            <a:pt x="0" y="77436"/>
                          </a:lnTo>
                          <a:lnTo>
                            <a:pt x="0" y="32092"/>
                          </a:lnTo>
                          <a:cubicBezTo>
                            <a:pt x="0" y="14375"/>
                            <a:pt x="14388" y="0"/>
                            <a:pt x="32092" y="0"/>
                          </a:cubicBezTo>
                          <a:close/>
                        </a:path>
                      </a:pathLst>
                    </a:custGeom>
                    <a:solidFill>
                      <a:srgbClr val="4438B7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52" name="Forme libre : forme 2351">
                      <a:extLst>
                        <a:ext uri="{FF2B5EF4-FFF2-40B4-BE49-F238E27FC236}">
                          <a16:creationId xmlns:a16="http://schemas.microsoft.com/office/drawing/2014/main" id="{DE1B0516-3E33-EA24-89CF-623FE53ECD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1698" y="341322"/>
                      <a:ext cx="219669" cy="21232"/>
                    </a:xfrm>
                    <a:custGeom>
                      <a:avLst/>
                      <a:gdLst>
                        <a:gd name="connsiteX0" fmla="*/ 211949 w 219669"/>
                        <a:gd name="connsiteY0" fmla="*/ 21232 h 21232"/>
                        <a:gd name="connsiteX1" fmla="*/ 8654 w 219669"/>
                        <a:gd name="connsiteY1" fmla="*/ 19303 h 21232"/>
                        <a:gd name="connsiteX2" fmla="*/ 0 w 219669"/>
                        <a:gd name="connsiteY2" fmla="*/ 12208 h 21232"/>
                        <a:gd name="connsiteX3" fmla="*/ 0 w 219669"/>
                        <a:gd name="connsiteY3" fmla="*/ 5430 h 21232"/>
                        <a:gd name="connsiteX4" fmla="*/ 6699 w 219669"/>
                        <a:gd name="connsiteY4" fmla="*/ 0 h 21232"/>
                        <a:gd name="connsiteX5" fmla="*/ 213402 w 219669"/>
                        <a:gd name="connsiteY5" fmla="*/ 0 h 21232"/>
                        <a:gd name="connsiteX6" fmla="*/ 219651 w 219669"/>
                        <a:gd name="connsiteY6" fmla="*/ 5457 h 21232"/>
                        <a:gd name="connsiteX7" fmla="*/ 218674 w 219669"/>
                        <a:gd name="connsiteY7" fmla="*/ 16211 h 21232"/>
                        <a:gd name="connsiteX8" fmla="*/ 211936 w 219669"/>
                        <a:gd name="connsiteY8" fmla="*/ 21232 h 212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19669" h="21232">
                          <a:moveTo>
                            <a:pt x="211949" y="21232"/>
                          </a:moveTo>
                          <a:lnTo>
                            <a:pt x="8654" y="19303"/>
                          </a:lnTo>
                          <a:cubicBezTo>
                            <a:pt x="3858" y="19263"/>
                            <a:pt x="0" y="16092"/>
                            <a:pt x="0" y="12208"/>
                          </a:cubicBezTo>
                          <a:lnTo>
                            <a:pt x="0" y="5430"/>
                          </a:lnTo>
                          <a:cubicBezTo>
                            <a:pt x="0" y="2431"/>
                            <a:pt x="2999" y="0"/>
                            <a:pt x="6699" y="0"/>
                          </a:cubicBezTo>
                          <a:lnTo>
                            <a:pt x="213402" y="0"/>
                          </a:lnTo>
                          <a:cubicBezTo>
                            <a:pt x="217049" y="0"/>
                            <a:pt x="219929" y="2510"/>
                            <a:pt x="219651" y="5457"/>
                          </a:cubicBezTo>
                          <a:lnTo>
                            <a:pt x="218674" y="16211"/>
                          </a:lnTo>
                          <a:cubicBezTo>
                            <a:pt x="218410" y="19065"/>
                            <a:pt x="215463" y="21258"/>
                            <a:pt x="211936" y="21232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53" name="Forme libre : forme 2352">
                      <a:extLst>
                        <a:ext uri="{FF2B5EF4-FFF2-40B4-BE49-F238E27FC236}">
                          <a16:creationId xmlns:a16="http://schemas.microsoft.com/office/drawing/2014/main" id="{BFB69222-9A0C-9627-E807-441698360E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39829" y="418044"/>
                      <a:ext cx="261362" cy="22553"/>
                    </a:xfrm>
                    <a:custGeom>
                      <a:avLst/>
                      <a:gdLst>
                        <a:gd name="connsiteX0" fmla="*/ 258297 w 261362"/>
                        <a:gd name="connsiteY0" fmla="*/ 22553 h 22553"/>
                        <a:gd name="connsiteX1" fmla="*/ 3065 w 261362"/>
                        <a:gd name="connsiteY1" fmla="*/ 22553 h 22553"/>
                        <a:gd name="connsiteX2" fmla="*/ 0 w 261362"/>
                        <a:gd name="connsiteY2" fmla="*/ 17731 h 22553"/>
                        <a:gd name="connsiteX3" fmla="*/ 0 w 261362"/>
                        <a:gd name="connsiteY3" fmla="*/ 4823 h 22553"/>
                        <a:gd name="connsiteX4" fmla="*/ 3092 w 261362"/>
                        <a:gd name="connsiteY4" fmla="*/ 0 h 22553"/>
                        <a:gd name="connsiteX5" fmla="*/ 258323 w 261362"/>
                        <a:gd name="connsiteY5" fmla="*/ 3554 h 22553"/>
                        <a:gd name="connsiteX6" fmla="*/ 261362 w 261362"/>
                        <a:gd name="connsiteY6" fmla="*/ 8377 h 22553"/>
                        <a:gd name="connsiteX7" fmla="*/ 261362 w 261362"/>
                        <a:gd name="connsiteY7" fmla="*/ 17731 h 22553"/>
                        <a:gd name="connsiteX8" fmla="*/ 258297 w 261362"/>
                        <a:gd name="connsiteY8" fmla="*/ 22553 h 2255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61362" h="22553">
                          <a:moveTo>
                            <a:pt x="258297" y="22553"/>
                          </a:moveTo>
                          <a:lnTo>
                            <a:pt x="3065" y="22553"/>
                          </a:lnTo>
                          <a:cubicBezTo>
                            <a:pt x="1374" y="22553"/>
                            <a:pt x="0" y="20387"/>
                            <a:pt x="0" y="17731"/>
                          </a:cubicBezTo>
                          <a:lnTo>
                            <a:pt x="0" y="4823"/>
                          </a:lnTo>
                          <a:cubicBezTo>
                            <a:pt x="0" y="2141"/>
                            <a:pt x="1387" y="-26"/>
                            <a:pt x="3092" y="0"/>
                          </a:cubicBezTo>
                          <a:lnTo>
                            <a:pt x="258323" y="3554"/>
                          </a:lnTo>
                          <a:cubicBezTo>
                            <a:pt x="260001" y="3581"/>
                            <a:pt x="261362" y="5734"/>
                            <a:pt x="261362" y="8377"/>
                          </a:cubicBezTo>
                          <a:lnTo>
                            <a:pt x="261362" y="17731"/>
                          </a:lnTo>
                          <a:cubicBezTo>
                            <a:pt x="261362" y="20400"/>
                            <a:pt x="259988" y="22553"/>
                            <a:pt x="258297" y="2255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54" name="Forme libre : forme 2353">
                      <a:extLst>
                        <a:ext uri="{FF2B5EF4-FFF2-40B4-BE49-F238E27FC236}">
                          <a16:creationId xmlns:a16="http://schemas.microsoft.com/office/drawing/2014/main" id="{FBFB7F8E-938D-187F-A291-554277896D89}"/>
                        </a:ext>
                      </a:extLst>
                    </p:cNvPr>
                    <p:cNvSpPr/>
                    <p:nvPr/>
                  </p:nvSpPr>
                  <p:spPr>
                    <a:xfrm rot="-2700000">
                      <a:off x="1365582" y="337626"/>
                      <a:ext cx="22275" cy="22275"/>
                    </a:xfrm>
                    <a:custGeom>
                      <a:avLst/>
                      <a:gdLst>
                        <a:gd name="connsiteX0" fmla="*/ 22276 w 22275"/>
                        <a:gd name="connsiteY0" fmla="*/ 11138 h 22275"/>
                        <a:gd name="connsiteX1" fmla="*/ 11138 w 22275"/>
                        <a:gd name="connsiteY1" fmla="*/ 22276 h 22275"/>
                        <a:gd name="connsiteX2" fmla="*/ 0 w 22275"/>
                        <a:gd name="connsiteY2" fmla="*/ 11138 h 22275"/>
                        <a:gd name="connsiteX3" fmla="*/ 11138 w 22275"/>
                        <a:gd name="connsiteY3" fmla="*/ 0 h 22275"/>
                        <a:gd name="connsiteX4" fmla="*/ 22276 w 22275"/>
                        <a:gd name="connsiteY4" fmla="*/ 11138 h 222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275" h="22275">
                          <a:moveTo>
                            <a:pt x="22276" y="11138"/>
                          </a:moveTo>
                          <a:cubicBezTo>
                            <a:pt x="22276" y="17289"/>
                            <a:pt x="17289" y="22276"/>
                            <a:pt x="11138" y="22276"/>
                          </a:cubicBezTo>
                          <a:cubicBezTo>
                            <a:pt x="4986" y="22276"/>
                            <a:pt x="0" y="17289"/>
                            <a:pt x="0" y="11138"/>
                          </a:cubicBezTo>
                          <a:cubicBezTo>
                            <a:pt x="0" y="4987"/>
                            <a:pt x="4986" y="0"/>
                            <a:pt x="11138" y="0"/>
                          </a:cubicBezTo>
                          <a:cubicBezTo>
                            <a:pt x="17289" y="0"/>
                            <a:pt x="22276" y="4987"/>
                            <a:pt x="22276" y="11138"/>
                          </a:cubicBezTo>
                          <a:close/>
                        </a:path>
                      </a:pathLst>
                    </a:custGeom>
                    <a:solidFill>
                      <a:srgbClr val="B1ABE5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55" name="Forme libre : forme 2354">
                      <a:extLst>
                        <a:ext uri="{FF2B5EF4-FFF2-40B4-BE49-F238E27FC236}">
                          <a16:creationId xmlns:a16="http://schemas.microsoft.com/office/drawing/2014/main" id="{222BFE5E-54F3-C5CD-71EF-9EBFA2513E74}"/>
                        </a:ext>
                      </a:extLst>
                    </p:cNvPr>
                    <p:cNvSpPr/>
                    <p:nvPr/>
                  </p:nvSpPr>
                  <p:spPr>
                    <a:xfrm rot="-4603200">
                      <a:off x="1326993" y="338497"/>
                      <a:ext cx="22275" cy="22275"/>
                    </a:xfrm>
                    <a:custGeom>
                      <a:avLst/>
                      <a:gdLst>
                        <a:gd name="connsiteX0" fmla="*/ 22276 w 22275"/>
                        <a:gd name="connsiteY0" fmla="*/ 11138 h 22275"/>
                        <a:gd name="connsiteX1" fmla="*/ 11138 w 22275"/>
                        <a:gd name="connsiteY1" fmla="*/ 22276 h 22275"/>
                        <a:gd name="connsiteX2" fmla="*/ 0 w 22275"/>
                        <a:gd name="connsiteY2" fmla="*/ 11138 h 22275"/>
                        <a:gd name="connsiteX3" fmla="*/ 11138 w 22275"/>
                        <a:gd name="connsiteY3" fmla="*/ 0 h 22275"/>
                        <a:gd name="connsiteX4" fmla="*/ 22276 w 22275"/>
                        <a:gd name="connsiteY4" fmla="*/ 11138 h 222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275" h="22275">
                          <a:moveTo>
                            <a:pt x="22276" y="11138"/>
                          </a:moveTo>
                          <a:cubicBezTo>
                            <a:pt x="22276" y="17289"/>
                            <a:pt x="17289" y="22276"/>
                            <a:pt x="11138" y="22276"/>
                          </a:cubicBezTo>
                          <a:cubicBezTo>
                            <a:pt x="4987" y="22276"/>
                            <a:pt x="0" y="17289"/>
                            <a:pt x="0" y="11138"/>
                          </a:cubicBezTo>
                          <a:cubicBezTo>
                            <a:pt x="0" y="4987"/>
                            <a:pt x="4987" y="0"/>
                            <a:pt x="11138" y="0"/>
                          </a:cubicBezTo>
                          <a:cubicBezTo>
                            <a:pt x="17289" y="0"/>
                            <a:pt x="22276" y="4987"/>
                            <a:pt x="22276" y="11138"/>
                          </a:cubicBezTo>
                          <a:close/>
                        </a:path>
                      </a:pathLst>
                    </a:custGeom>
                    <a:solidFill>
                      <a:srgbClr val="FFD040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56" name="Forme libre : forme 2355">
                      <a:extLst>
                        <a:ext uri="{FF2B5EF4-FFF2-40B4-BE49-F238E27FC236}">
                          <a16:creationId xmlns:a16="http://schemas.microsoft.com/office/drawing/2014/main" id="{29501493-6923-E8BC-437D-E2D506C48060}"/>
                        </a:ext>
                      </a:extLst>
                    </p:cNvPr>
                    <p:cNvSpPr/>
                    <p:nvPr/>
                  </p:nvSpPr>
                  <p:spPr>
                    <a:xfrm rot="-3959400">
                      <a:off x="1290084" y="338581"/>
                      <a:ext cx="22275" cy="22275"/>
                    </a:xfrm>
                    <a:custGeom>
                      <a:avLst/>
                      <a:gdLst>
                        <a:gd name="connsiteX0" fmla="*/ 22276 w 22275"/>
                        <a:gd name="connsiteY0" fmla="*/ 11138 h 22275"/>
                        <a:gd name="connsiteX1" fmla="*/ 11138 w 22275"/>
                        <a:gd name="connsiteY1" fmla="*/ 22276 h 22275"/>
                        <a:gd name="connsiteX2" fmla="*/ 0 w 22275"/>
                        <a:gd name="connsiteY2" fmla="*/ 11138 h 22275"/>
                        <a:gd name="connsiteX3" fmla="*/ 11138 w 22275"/>
                        <a:gd name="connsiteY3" fmla="*/ 0 h 22275"/>
                        <a:gd name="connsiteX4" fmla="*/ 22276 w 22275"/>
                        <a:gd name="connsiteY4" fmla="*/ 11138 h 222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275" h="22275">
                          <a:moveTo>
                            <a:pt x="22276" y="11138"/>
                          </a:moveTo>
                          <a:cubicBezTo>
                            <a:pt x="22276" y="17289"/>
                            <a:pt x="17289" y="22276"/>
                            <a:pt x="11138" y="22276"/>
                          </a:cubicBezTo>
                          <a:cubicBezTo>
                            <a:pt x="4987" y="22276"/>
                            <a:pt x="0" y="17289"/>
                            <a:pt x="0" y="11138"/>
                          </a:cubicBezTo>
                          <a:cubicBezTo>
                            <a:pt x="0" y="4987"/>
                            <a:pt x="4987" y="0"/>
                            <a:pt x="11138" y="0"/>
                          </a:cubicBezTo>
                          <a:cubicBezTo>
                            <a:pt x="17289" y="0"/>
                            <a:pt x="22276" y="4987"/>
                            <a:pt x="22276" y="11138"/>
                          </a:cubicBez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57" name="Forme libre : forme 2356">
                      <a:extLst>
                        <a:ext uri="{FF2B5EF4-FFF2-40B4-BE49-F238E27FC236}">
                          <a16:creationId xmlns:a16="http://schemas.microsoft.com/office/drawing/2014/main" id="{E4E989AA-C63C-19E0-AA0B-27E6B238EA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1471" y="473905"/>
                      <a:ext cx="209253" cy="126387"/>
                    </a:xfrm>
                    <a:custGeom>
                      <a:avLst/>
                      <a:gdLst>
                        <a:gd name="connsiteX0" fmla="*/ 196874 w 209253"/>
                        <a:gd name="connsiteY0" fmla="*/ 126387 h 126387"/>
                        <a:gd name="connsiteX1" fmla="*/ 11296 w 209253"/>
                        <a:gd name="connsiteY1" fmla="*/ 124841 h 126387"/>
                        <a:gd name="connsiteX2" fmla="*/ 0 w 209253"/>
                        <a:gd name="connsiteY2" fmla="*/ 117945 h 126387"/>
                        <a:gd name="connsiteX3" fmla="*/ 925 w 209253"/>
                        <a:gd name="connsiteY3" fmla="*/ 6699 h 126387"/>
                        <a:gd name="connsiteX4" fmla="*/ 12050 w 209253"/>
                        <a:gd name="connsiteY4" fmla="*/ 0 h 126387"/>
                        <a:gd name="connsiteX5" fmla="*/ 195315 w 209253"/>
                        <a:gd name="connsiteY5" fmla="*/ 2695 h 126387"/>
                        <a:gd name="connsiteX6" fmla="*/ 209254 w 209253"/>
                        <a:gd name="connsiteY6" fmla="*/ 11283 h 126387"/>
                        <a:gd name="connsiteX7" fmla="*/ 208302 w 209253"/>
                        <a:gd name="connsiteY7" fmla="*/ 119675 h 126387"/>
                        <a:gd name="connsiteX8" fmla="*/ 196887 w 209253"/>
                        <a:gd name="connsiteY8" fmla="*/ 126374 h 1263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9253" h="126387">
                          <a:moveTo>
                            <a:pt x="196874" y="126387"/>
                          </a:moveTo>
                          <a:lnTo>
                            <a:pt x="11296" y="124841"/>
                          </a:lnTo>
                          <a:cubicBezTo>
                            <a:pt x="5021" y="124788"/>
                            <a:pt x="-26" y="121710"/>
                            <a:pt x="0" y="117945"/>
                          </a:cubicBezTo>
                          <a:lnTo>
                            <a:pt x="925" y="6699"/>
                          </a:lnTo>
                          <a:cubicBezTo>
                            <a:pt x="951" y="3012"/>
                            <a:pt x="5893" y="40"/>
                            <a:pt x="12050" y="0"/>
                          </a:cubicBezTo>
                          <a:lnTo>
                            <a:pt x="195315" y="2695"/>
                          </a:lnTo>
                          <a:cubicBezTo>
                            <a:pt x="203070" y="2814"/>
                            <a:pt x="209293" y="6646"/>
                            <a:pt x="209254" y="11283"/>
                          </a:cubicBezTo>
                          <a:lnTo>
                            <a:pt x="208302" y="119675"/>
                          </a:lnTo>
                          <a:cubicBezTo>
                            <a:pt x="208276" y="123428"/>
                            <a:pt x="203163" y="126427"/>
                            <a:pt x="196887" y="126374"/>
                          </a:cubicBez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58" name="Forme libre : forme 2357">
                      <a:extLst>
                        <a:ext uri="{FF2B5EF4-FFF2-40B4-BE49-F238E27FC236}">
                          <a16:creationId xmlns:a16="http://schemas.microsoft.com/office/drawing/2014/main" id="{CE96E33F-524F-9AFC-3A6E-23FF3E645D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4135" y="475596"/>
                      <a:ext cx="172973" cy="126110"/>
                    </a:xfrm>
                    <a:custGeom>
                      <a:avLst/>
                      <a:gdLst>
                        <a:gd name="connsiteX0" fmla="*/ 162602 w 172973"/>
                        <a:gd name="connsiteY0" fmla="*/ 126096 h 126110"/>
                        <a:gd name="connsiteX1" fmla="*/ 9328 w 172973"/>
                        <a:gd name="connsiteY1" fmla="*/ 124828 h 126110"/>
                        <a:gd name="connsiteX2" fmla="*/ 0 w 172973"/>
                        <a:gd name="connsiteY2" fmla="*/ 117958 h 126110"/>
                        <a:gd name="connsiteX3" fmla="*/ 925 w 172973"/>
                        <a:gd name="connsiteY3" fmla="*/ 6712 h 126110"/>
                        <a:gd name="connsiteX4" fmla="*/ 10121 w 172973"/>
                        <a:gd name="connsiteY4" fmla="*/ 0 h 126110"/>
                        <a:gd name="connsiteX5" fmla="*/ 161479 w 172973"/>
                        <a:gd name="connsiteY5" fmla="*/ 2431 h 126110"/>
                        <a:gd name="connsiteX6" fmla="*/ 172973 w 172973"/>
                        <a:gd name="connsiteY6" fmla="*/ 11006 h 126110"/>
                        <a:gd name="connsiteX7" fmla="*/ 172022 w 172973"/>
                        <a:gd name="connsiteY7" fmla="*/ 119398 h 126110"/>
                        <a:gd name="connsiteX8" fmla="*/ 162589 w 172973"/>
                        <a:gd name="connsiteY8" fmla="*/ 126110 h 1261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72973" h="126110">
                          <a:moveTo>
                            <a:pt x="162602" y="126096"/>
                          </a:moveTo>
                          <a:lnTo>
                            <a:pt x="9328" y="124828"/>
                          </a:lnTo>
                          <a:cubicBezTo>
                            <a:pt x="4149" y="124788"/>
                            <a:pt x="-26" y="121710"/>
                            <a:pt x="0" y="117958"/>
                          </a:cubicBezTo>
                          <a:lnTo>
                            <a:pt x="925" y="6712"/>
                          </a:lnTo>
                          <a:cubicBezTo>
                            <a:pt x="952" y="3026"/>
                            <a:pt x="5034" y="53"/>
                            <a:pt x="10121" y="0"/>
                          </a:cubicBezTo>
                          <a:lnTo>
                            <a:pt x="161479" y="2431"/>
                          </a:lnTo>
                          <a:cubicBezTo>
                            <a:pt x="167887" y="2537"/>
                            <a:pt x="173013" y="6355"/>
                            <a:pt x="172973" y="11006"/>
                          </a:cubicBezTo>
                          <a:lnTo>
                            <a:pt x="172022" y="119398"/>
                          </a:lnTo>
                          <a:cubicBezTo>
                            <a:pt x="171996" y="123150"/>
                            <a:pt x="167768" y="126163"/>
                            <a:pt x="162589" y="126110"/>
                          </a:cubicBez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59" name="Forme libre : forme 2358">
                      <a:extLst>
                        <a:ext uri="{FF2B5EF4-FFF2-40B4-BE49-F238E27FC236}">
                          <a16:creationId xmlns:a16="http://schemas.microsoft.com/office/drawing/2014/main" id="{CFBAB333-A09D-F46E-A57A-B7CA584A24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7800" y="610267"/>
                      <a:ext cx="382398" cy="130457"/>
                    </a:xfrm>
                    <a:custGeom>
                      <a:avLst/>
                      <a:gdLst>
                        <a:gd name="connsiteX0" fmla="*/ 382028 w 382398"/>
                        <a:gd name="connsiteY0" fmla="*/ 117628 h 130457"/>
                        <a:gd name="connsiteX1" fmla="*/ 369041 w 382398"/>
                        <a:gd name="connsiteY1" fmla="*/ 130457 h 130457"/>
                        <a:gd name="connsiteX2" fmla="*/ 10781 w 382398"/>
                        <a:gd name="connsiteY2" fmla="*/ 127841 h 130457"/>
                        <a:gd name="connsiteX3" fmla="*/ 0 w 382398"/>
                        <a:gd name="connsiteY3" fmla="*/ 111220 h 130457"/>
                        <a:gd name="connsiteX4" fmla="*/ 0 w 382398"/>
                        <a:gd name="connsiteY4" fmla="*/ 16621 h 130457"/>
                        <a:gd name="connsiteX5" fmla="*/ 11032 w 382398"/>
                        <a:gd name="connsiteY5" fmla="*/ 1 h 130457"/>
                        <a:gd name="connsiteX6" fmla="*/ 371551 w 382398"/>
                        <a:gd name="connsiteY6" fmla="*/ 4625 h 130457"/>
                        <a:gd name="connsiteX7" fmla="*/ 382398 w 382398"/>
                        <a:gd name="connsiteY7" fmla="*/ 20810 h 130457"/>
                        <a:gd name="connsiteX8" fmla="*/ 382015 w 382398"/>
                        <a:gd name="connsiteY8" fmla="*/ 117641 h 1304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82398" h="130457">
                          <a:moveTo>
                            <a:pt x="382028" y="117628"/>
                          </a:moveTo>
                          <a:cubicBezTo>
                            <a:pt x="382002" y="124763"/>
                            <a:pt x="376175" y="130510"/>
                            <a:pt x="369041" y="130457"/>
                          </a:cubicBezTo>
                          <a:lnTo>
                            <a:pt x="10781" y="127841"/>
                          </a:lnTo>
                          <a:cubicBezTo>
                            <a:pt x="4796" y="127709"/>
                            <a:pt x="0" y="120310"/>
                            <a:pt x="0" y="111220"/>
                          </a:cubicBezTo>
                          <a:lnTo>
                            <a:pt x="0" y="16621"/>
                          </a:lnTo>
                          <a:cubicBezTo>
                            <a:pt x="0" y="7386"/>
                            <a:pt x="4955" y="-79"/>
                            <a:pt x="11032" y="1"/>
                          </a:cubicBezTo>
                          <a:lnTo>
                            <a:pt x="371551" y="4625"/>
                          </a:lnTo>
                          <a:cubicBezTo>
                            <a:pt x="377444" y="4704"/>
                            <a:pt x="382240" y="11852"/>
                            <a:pt x="382398" y="20810"/>
                          </a:cubicBezTo>
                          <a:lnTo>
                            <a:pt x="382015" y="117641"/>
                          </a:lnTo>
                          <a:close/>
                        </a:path>
                      </a:pathLst>
                    </a:custGeom>
                    <a:solidFill>
                      <a:srgbClr val="DAD9FC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60" name="Forme libre : forme 2359">
                      <a:extLst>
                        <a:ext uri="{FF2B5EF4-FFF2-40B4-BE49-F238E27FC236}">
                          <a16:creationId xmlns:a16="http://schemas.microsoft.com/office/drawing/2014/main" id="{BF5B7794-851D-9ED2-499C-871569AE26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60647" y="415189"/>
                      <a:ext cx="45238" cy="43257"/>
                    </a:xfrm>
                    <a:custGeom>
                      <a:avLst/>
                      <a:gdLst>
                        <a:gd name="connsiteX0" fmla="*/ 17926 w 45238"/>
                        <a:gd name="connsiteY0" fmla="*/ 32306 h 43257"/>
                        <a:gd name="connsiteX1" fmla="*/ 26752 w 45238"/>
                        <a:gd name="connsiteY1" fmla="*/ 28144 h 43257"/>
                        <a:gd name="connsiteX2" fmla="*/ 41510 w 45238"/>
                        <a:gd name="connsiteY2" fmla="*/ 42677 h 43257"/>
                        <a:gd name="connsiteX3" fmla="*/ 44482 w 45238"/>
                        <a:gd name="connsiteY3" fmla="*/ 42598 h 43257"/>
                        <a:gd name="connsiteX4" fmla="*/ 44628 w 45238"/>
                        <a:gd name="connsiteY4" fmla="*/ 42439 h 43257"/>
                        <a:gd name="connsiteX5" fmla="*/ 44403 w 45238"/>
                        <a:gd name="connsiteY5" fmla="*/ 39123 h 43257"/>
                        <a:gd name="connsiteX6" fmla="*/ 28165 w 45238"/>
                        <a:gd name="connsiteY6" fmla="*/ 26624 h 43257"/>
                        <a:gd name="connsiteX7" fmla="*/ 31719 w 45238"/>
                        <a:gd name="connsiteY7" fmla="*/ 14231 h 43257"/>
                        <a:gd name="connsiteX8" fmla="*/ 13909 w 45238"/>
                        <a:gd name="connsiteY8" fmla="*/ 121 h 43257"/>
                        <a:gd name="connsiteX9" fmla="*/ 129 w 45238"/>
                        <a:gd name="connsiteY9" fmla="*/ 18182 h 43257"/>
                        <a:gd name="connsiteX10" fmla="*/ 17939 w 45238"/>
                        <a:gd name="connsiteY10" fmla="*/ 32292 h 43257"/>
                        <a:gd name="connsiteX11" fmla="*/ 4344 w 45238"/>
                        <a:gd name="connsiteY11" fmla="*/ 17667 h 43257"/>
                        <a:gd name="connsiteX12" fmla="*/ 14438 w 45238"/>
                        <a:gd name="connsiteY12" fmla="*/ 4428 h 43257"/>
                        <a:gd name="connsiteX13" fmla="*/ 27478 w 45238"/>
                        <a:gd name="connsiteY13" fmla="*/ 14760 h 43257"/>
                        <a:gd name="connsiteX14" fmla="*/ 17384 w 45238"/>
                        <a:gd name="connsiteY14" fmla="*/ 27999 h 43257"/>
                        <a:gd name="connsiteX15" fmla="*/ 4344 w 45238"/>
                        <a:gd name="connsiteY15" fmla="*/ 17667 h 432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45238" h="43257">
                          <a:moveTo>
                            <a:pt x="17926" y="32306"/>
                          </a:moveTo>
                          <a:cubicBezTo>
                            <a:pt x="21361" y="31870"/>
                            <a:pt x="24386" y="30363"/>
                            <a:pt x="26752" y="28144"/>
                          </a:cubicBezTo>
                          <a:lnTo>
                            <a:pt x="41510" y="42677"/>
                          </a:lnTo>
                          <a:cubicBezTo>
                            <a:pt x="42355" y="43483"/>
                            <a:pt x="43690" y="43444"/>
                            <a:pt x="44482" y="42598"/>
                          </a:cubicBezTo>
                          <a:lnTo>
                            <a:pt x="44628" y="42439"/>
                          </a:lnTo>
                          <a:cubicBezTo>
                            <a:pt x="45526" y="41475"/>
                            <a:pt x="45420" y="39955"/>
                            <a:pt x="44403" y="39123"/>
                          </a:cubicBezTo>
                          <a:lnTo>
                            <a:pt x="28165" y="26624"/>
                          </a:lnTo>
                          <a:cubicBezTo>
                            <a:pt x="30887" y="23295"/>
                            <a:pt x="32301" y="18882"/>
                            <a:pt x="31719" y="14231"/>
                          </a:cubicBezTo>
                          <a:cubicBezTo>
                            <a:pt x="30610" y="5353"/>
                            <a:pt x="22629" y="-962"/>
                            <a:pt x="13909" y="121"/>
                          </a:cubicBezTo>
                          <a:cubicBezTo>
                            <a:pt x="5189" y="1218"/>
                            <a:pt x="-981" y="9303"/>
                            <a:pt x="129" y="18182"/>
                          </a:cubicBezTo>
                          <a:cubicBezTo>
                            <a:pt x="1239" y="27060"/>
                            <a:pt x="9219" y="33376"/>
                            <a:pt x="17939" y="32292"/>
                          </a:cubicBezTo>
                          <a:close/>
                          <a:moveTo>
                            <a:pt x="4344" y="17667"/>
                          </a:moveTo>
                          <a:cubicBezTo>
                            <a:pt x="3525" y="11153"/>
                            <a:pt x="8043" y="5234"/>
                            <a:pt x="14438" y="4428"/>
                          </a:cubicBezTo>
                          <a:cubicBezTo>
                            <a:pt x="20833" y="3622"/>
                            <a:pt x="26672" y="8260"/>
                            <a:pt x="27478" y="14760"/>
                          </a:cubicBezTo>
                          <a:cubicBezTo>
                            <a:pt x="28297" y="21274"/>
                            <a:pt x="23779" y="27193"/>
                            <a:pt x="17384" y="27999"/>
                          </a:cubicBezTo>
                          <a:cubicBezTo>
                            <a:pt x="10990" y="28804"/>
                            <a:pt x="5150" y="24167"/>
                            <a:pt x="4344" y="17667"/>
                          </a:cubicBezTo>
                          <a:close/>
                        </a:path>
                      </a:pathLst>
                    </a:custGeom>
                    <a:solidFill>
                      <a:srgbClr val="332989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2341" name="Graphique 1982">
                  <a:extLst>
                    <a:ext uri="{FF2B5EF4-FFF2-40B4-BE49-F238E27FC236}">
                      <a16:creationId xmlns:a16="http://schemas.microsoft.com/office/drawing/2014/main" id="{A7418D8B-6115-D1EF-9441-984C48057ED4}"/>
                    </a:ext>
                  </a:extLst>
                </p:cNvPr>
                <p:cNvGrpSpPr/>
                <p:nvPr/>
              </p:nvGrpSpPr>
              <p:grpSpPr>
                <a:xfrm>
                  <a:off x="1301250" y="619106"/>
                  <a:ext cx="355511" cy="112765"/>
                  <a:chOff x="1301250" y="619106"/>
                  <a:chExt cx="355511" cy="112765"/>
                </a:xfrm>
                <a:solidFill>
                  <a:srgbClr val="FFFFFF"/>
                </a:solidFill>
              </p:grpSpPr>
              <p:sp>
                <p:nvSpPr>
                  <p:cNvPr id="2342" name="Forme libre : forme 2341">
                    <a:extLst>
                      <a:ext uri="{FF2B5EF4-FFF2-40B4-BE49-F238E27FC236}">
                        <a16:creationId xmlns:a16="http://schemas.microsoft.com/office/drawing/2014/main" id="{5E6823D1-F3AD-C3CF-DB68-9DD7B2F1FDAA}"/>
                      </a:ext>
                    </a:extLst>
                  </p:cNvPr>
                  <p:cNvSpPr/>
                  <p:nvPr/>
                </p:nvSpPr>
                <p:spPr>
                  <a:xfrm>
                    <a:off x="1302399" y="619106"/>
                    <a:ext cx="354362" cy="14455"/>
                  </a:xfrm>
                  <a:custGeom>
                    <a:avLst/>
                    <a:gdLst>
                      <a:gd name="connsiteX0" fmla="*/ 350702 w 354362"/>
                      <a:gd name="connsiteY0" fmla="*/ 14455 h 14455"/>
                      <a:gd name="connsiteX1" fmla="*/ 3514 w 354362"/>
                      <a:gd name="connsiteY1" fmla="*/ 10901 h 14455"/>
                      <a:gd name="connsiteX2" fmla="*/ 0 w 354362"/>
                      <a:gd name="connsiteY2" fmla="*/ 9540 h 14455"/>
                      <a:gd name="connsiteX3" fmla="*/ 53 w 354362"/>
                      <a:gd name="connsiteY3" fmla="*/ 1309 h 14455"/>
                      <a:gd name="connsiteX4" fmla="*/ 3660 w 354362"/>
                      <a:gd name="connsiteY4" fmla="*/ 1 h 14455"/>
                      <a:gd name="connsiteX5" fmla="*/ 350848 w 354362"/>
                      <a:gd name="connsiteY5" fmla="*/ 3766 h 14455"/>
                      <a:gd name="connsiteX6" fmla="*/ 354362 w 354362"/>
                      <a:gd name="connsiteY6" fmla="*/ 5127 h 14455"/>
                      <a:gd name="connsiteX7" fmla="*/ 354309 w 354362"/>
                      <a:gd name="connsiteY7" fmla="*/ 13147 h 14455"/>
                      <a:gd name="connsiteX8" fmla="*/ 350702 w 354362"/>
                      <a:gd name="connsiteY8" fmla="*/ 14455 h 144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54362" h="14455">
                        <a:moveTo>
                          <a:pt x="350702" y="14455"/>
                        </a:moveTo>
                        <a:lnTo>
                          <a:pt x="3514" y="10901"/>
                        </a:lnTo>
                        <a:cubicBezTo>
                          <a:pt x="1559" y="10874"/>
                          <a:pt x="-13" y="10280"/>
                          <a:pt x="0" y="9540"/>
                        </a:cubicBezTo>
                        <a:lnTo>
                          <a:pt x="53" y="1309"/>
                        </a:lnTo>
                        <a:cubicBezTo>
                          <a:pt x="53" y="569"/>
                          <a:pt x="1678" y="-26"/>
                          <a:pt x="3660" y="1"/>
                        </a:cubicBezTo>
                        <a:lnTo>
                          <a:pt x="350848" y="3766"/>
                        </a:lnTo>
                        <a:cubicBezTo>
                          <a:pt x="352803" y="3793"/>
                          <a:pt x="354362" y="4387"/>
                          <a:pt x="354362" y="5127"/>
                        </a:cubicBezTo>
                        <a:lnTo>
                          <a:pt x="354309" y="13147"/>
                        </a:lnTo>
                        <a:cubicBezTo>
                          <a:pt x="354309" y="13887"/>
                          <a:pt x="352684" y="14468"/>
                          <a:pt x="350702" y="1445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3" name="Forme libre : forme 2342">
                    <a:extLst>
                      <a:ext uri="{FF2B5EF4-FFF2-40B4-BE49-F238E27FC236}">
                        <a16:creationId xmlns:a16="http://schemas.microsoft.com/office/drawing/2014/main" id="{D9A3125B-E29C-4225-1EE1-E6FD1A0E61D6}"/>
                      </a:ext>
                    </a:extLst>
                  </p:cNvPr>
                  <p:cNvSpPr/>
                  <p:nvPr/>
                </p:nvSpPr>
                <p:spPr>
                  <a:xfrm>
                    <a:off x="1301395" y="638977"/>
                    <a:ext cx="354362" cy="14455"/>
                  </a:xfrm>
                  <a:custGeom>
                    <a:avLst/>
                    <a:gdLst>
                      <a:gd name="connsiteX0" fmla="*/ 350702 w 354362"/>
                      <a:gd name="connsiteY0" fmla="*/ 14455 h 14455"/>
                      <a:gd name="connsiteX1" fmla="*/ 3514 w 354362"/>
                      <a:gd name="connsiteY1" fmla="*/ 10901 h 14455"/>
                      <a:gd name="connsiteX2" fmla="*/ 0 w 354362"/>
                      <a:gd name="connsiteY2" fmla="*/ 9540 h 14455"/>
                      <a:gd name="connsiteX3" fmla="*/ 53 w 354362"/>
                      <a:gd name="connsiteY3" fmla="*/ 1309 h 14455"/>
                      <a:gd name="connsiteX4" fmla="*/ 3660 w 354362"/>
                      <a:gd name="connsiteY4" fmla="*/ 1 h 14455"/>
                      <a:gd name="connsiteX5" fmla="*/ 350848 w 354362"/>
                      <a:gd name="connsiteY5" fmla="*/ 3766 h 14455"/>
                      <a:gd name="connsiteX6" fmla="*/ 354362 w 354362"/>
                      <a:gd name="connsiteY6" fmla="*/ 5127 h 14455"/>
                      <a:gd name="connsiteX7" fmla="*/ 354310 w 354362"/>
                      <a:gd name="connsiteY7" fmla="*/ 13147 h 14455"/>
                      <a:gd name="connsiteX8" fmla="*/ 350702 w 354362"/>
                      <a:gd name="connsiteY8" fmla="*/ 14455 h 144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54362" h="14455">
                        <a:moveTo>
                          <a:pt x="350702" y="14455"/>
                        </a:moveTo>
                        <a:lnTo>
                          <a:pt x="3514" y="10901"/>
                        </a:lnTo>
                        <a:cubicBezTo>
                          <a:pt x="1559" y="10874"/>
                          <a:pt x="-13" y="10280"/>
                          <a:pt x="0" y="9540"/>
                        </a:cubicBezTo>
                        <a:lnTo>
                          <a:pt x="53" y="1309"/>
                        </a:lnTo>
                        <a:cubicBezTo>
                          <a:pt x="53" y="569"/>
                          <a:pt x="1678" y="-26"/>
                          <a:pt x="3660" y="1"/>
                        </a:cubicBezTo>
                        <a:lnTo>
                          <a:pt x="350848" y="3766"/>
                        </a:lnTo>
                        <a:cubicBezTo>
                          <a:pt x="352803" y="3793"/>
                          <a:pt x="354362" y="4387"/>
                          <a:pt x="354362" y="5127"/>
                        </a:cubicBezTo>
                        <a:lnTo>
                          <a:pt x="354310" y="13147"/>
                        </a:lnTo>
                        <a:cubicBezTo>
                          <a:pt x="354310" y="13887"/>
                          <a:pt x="352684" y="14468"/>
                          <a:pt x="350702" y="1445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4" name="Forme libre : forme 2343">
                    <a:extLst>
                      <a:ext uri="{FF2B5EF4-FFF2-40B4-BE49-F238E27FC236}">
                        <a16:creationId xmlns:a16="http://schemas.microsoft.com/office/drawing/2014/main" id="{0401A4D7-72CE-6B7C-141B-7E2724E121F9}"/>
                      </a:ext>
                    </a:extLst>
                  </p:cNvPr>
                  <p:cNvSpPr/>
                  <p:nvPr/>
                </p:nvSpPr>
                <p:spPr>
                  <a:xfrm>
                    <a:off x="1301263" y="658848"/>
                    <a:ext cx="354362" cy="14455"/>
                  </a:xfrm>
                  <a:custGeom>
                    <a:avLst/>
                    <a:gdLst>
                      <a:gd name="connsiteX0" fmla="*/ 350703 w 354362"/>
                      <a:gd name="connsiteY0" fmla="*/ 14455 h 14455"/>
                      <a:gd name="connsiteX1" fmla="*/ 3515 w 354362"/>
                      <a:gd name="connsiteY1" fmla="*/ 10901 h 14455"/>
                      <a:gd name="connsiteX2" fmla="*/ 0 w 354362"/>
                      <a:gd name="connsiteY2" fmla="*/ 9540 h 14455"/>
                      <a:gd name="connsiteX3" fmla="*/ 53 w 354362"/>
                      <a:gd name="connsiteY3" fmla="*/ 1309 h 14455"/>
                      <a:gd name="connsiteX4" fmla="*/ 3660 w 354362"/>
                      <a:gd name="connsiteY4" fmla="*/ 1 h 14455"/>
                      <a:gd name="connsiteX5" fmla="*/ 350848 w 354362"/>
                      <a:gd name="connsiteY5" fmla="*/ 3766 h 14455"/>
                      <a:gd name="connsiteX6" fmla="*/ 354362 w 354362"/>
                      <a:gd name="connsiteY6" fmla="*/ 5127 h 14455"/>
                      <a:gd name="connsiteX7" fmla="*/ 354309 w 354362"/>
                      <a:gd name="connsiteY7" fmla="*/ 13147 h 14455"/>
                      <a:gd name="connsiteX8" fmla="*/ 350703 w 354362"/>
                      <a:gd name="connsiteY8" fmla="*/ 14455 h 144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54362" h="14455">
                        <a:moveTo>
                          <a:pt x="350703" y="14455"/>
                        </a:moveTo>
                        <a:lnTo>
                          <a:pt x="3515" y="10901"/>
                        </a:lnTo>
                        <a:cubicBezTo>
                          <a:pt x="1559" y="10874"/>
                          <a:pt x="-13" y="10280"/>
                          <a:pt x="0" y="9540"/>
                        </a:cubicBezTo>
                        <a:lnTo>
                          <a:pt x="53" y="1309"/>
                        </a:lnTo>
                        <a:cubicBezTo>
                          <a:pt x="53" y="569"/>
                          <a:pt x="1678" y="-26"/>
                          <a:pt x="3660" y="1"/>
                        </a:cubicBezTo>
                        <a:lnTo>
                          <a:pt x="350848" y="3766"/>
                        </a:lnTo>
                        <a:cubicBezTo>
                          <a:pt x="352803" y="3793"/>
                          <a:pt x="354362" y="4387"/>
                          <a:pt x="354362" y="5127"/>
                        </a:cubicBezTo>
                        <a:lnTo>
                          <a:pt x="354309" y="13147"/>
                        </a:lnTo>
                        <a:cubicBezTo>
                          <a:pt x="354309" y="13887"/>
                          <a:pt x="352684" y="14468"/>
                          <a:pt x="350703" y="1445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5" name="Forme libre : forme 2344">
                    <a:extLst>
                      <a:ext uri="{FF2B5EF4-FFF2-40B4-BE49-F238E27FC236}">
                        <a16:creationId xmlns:a16="http://schemas.microsoft.com/office/drawing/2014/main" id="{DF4B0C09-9B77-CDE0-8EF3-59AFC7B589FB}"/>
                      </a:ext>
                    </a:extLst>
                  </p:cNvPr>
                  <p:cNvSpPr/>
                  <p:nvPr/>
                </p:nvSpPr>
                <p:spPr>
                  <a:xfrm>
                    <a:off x="1301263" y="678732"/>
                    <a:ext cx="354362" cy="14455"/>
                  </a:xfrm>
                  <a:custGeom>
                    <a:avLst/>
                    <a:gdLst>
                      <a:gd name="connsiteX0" fmla="*/ 350703 w 354362"/>
                      <a:gd name="connsiteY0" fmla="*/ 14455 h 14455"/>
                      <a:gd name="connsiteX1" fmla="*/ 3515 w 354362"/>
                      <a:gd name="connsiteY1" fmla="*/ 10901 h 14455"/>
                      <a:gd name="connsiteX2" fmla="*/ 0 w 354362"/>
                      <a:gd name="connsiteY2" fmla="*/ 9540 h 14455"/>
                      <a:gd name="connsiteX3" fmla="*/ 53 w 354362"/>
                      <a:gd name="connsiteY3" fmla="*/ 1309 h 14455"/>
                      <a:gd name="connsiteX4" fmla="*/ 3660 w 354362"/>
                      <a:gd name="connsiteY4" fmla="*/ 1 h 14455"/>
                      <a:gd name="connsiteX5" fmla="*/ 350848 w 354362"/>
                      <a:gd name="connsiteY5" fmla="*/ 3766 h 14455"/>
                      <a:gd name="connsiteX6" fmla="*/ 354362 w 354362"/>
                      <a:gd name="connsiteY6" fmla="*/ 5127 h 14455"/>
                      <a:gd name="connsiteX7" fmla="*/ 354309 w 354362"/>
                      <a:gd name="connsiteY7" fmla="*/ 13147 h 14455"/>
                      <a:gd name="connsiteX8" fmla="*/ 350703 w 354362"/>
                      <a:gd name="connsiteY8" fmla="*/ 14455 h 144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54362" h="14455">
                        <a:moveTo>
                          <a:pt x="350703" y="14455"/>
                        </a:moveTo>
                        <a:lnTo>
                          <a:pt x="3515" y="10901"/>
                        </a:lnTo>
                        <a:cubicBezTo>
                          <a:pt x="1559" y="10874"/>
                          <a:pt x="-13" y="10280"/>
                          <a:pt x="0" y="9540"/>
                        </a:cubicBezTo>
                        <a:lnTo>
                          <a:pt x="53" y="1309"/>
                        </a:lnTo>
                        <a:cubicBezTo>
                          <a:pt x="53" y="569"/>
                          <a:pt x="1678" y="-26"/>
                          <a:pt x="3660" y="1"/>
                        </a:cubicBezTo>
                        <a:lnTo>
                          <a:pt x="350848" y="3766"/>
                        </a:lnTo>
                        <a:cubicBezTo>
                          <a:pt x="352803" y="3793"/>
                          <a:pt x="354362" y="4387"/>
                          <a:pt x="354362" y="5127"/>
                        </a:cubicBezTo>
                        <a:lnTo>
                          <a:pt x="354309" y="13147"/>
                        </a:lnTo>
                        <a:cubicBezTo>
                          <a:pt x="354309" y="13887"/>
                          <a:pt x="352684" y="14468"/>
                          <a:pt x="350703" y="1445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6" name="Forme libre : forme 2345">
                    <a:extLst>
                      <a:ext uri="{FF2B5EF4-FFF2-40B4-BE49-F238E27FC236}">
                        <a16:creationId xmlns:a16="http://schemas.microsoft.com/office/drawing/2014/main" id="{92EEB0ED-0ADB-8772-208D-DEC8550C471B}"/>
                      </a:ext>
                    </a:extLst>
                  </p:cNvPr>
                  <p:cNvSpPr/>
                  <p:nvPr/>
                </p:nvSpPr>
                <p:spPr>
                  <a:xfrm>
                    <a:off x="1301263" y="698273"/>
                    <a:ext cx="354362" cy="14455"/>
                  </a:xfrm>
                  <a:custGeom>
                    <a:avLst/>
                    <a:gdLst>
                      <a:gd name="connsiteX0" fmla="*/ 350703 w 354362"/>
                      <a:gd name="connsiteY0" fmla="*/ 14455 h 14455"/>
                      <a:gd name="connsiteX1" fmla="*/ 3515 w 354362"/>
                      <a:gd name="connsiteY1" fmla="*/ 10901 h 14455"/>
                      <a:gd name="connsiteX2" fmla="*/ 0 w 354362"/>
                      <a:gd name="connsiteY2" fmla="*/ 9540 h 14455"/>
                      <a:gd name="connsiteX3" fmla="*/ 53 w 354362"/>
                      <a:gd name="connsiteY3" fmla="*/ 1309 h 14455"/>
                      <a:gd name="connsiteX4" fmla="*/ 3660 w 354362"/>
                      <a:gd name="connsiteY4" fmla="*/ 1 h 14455"/>
                      <a:gd name="connsiteX5" fmla="*/ 350848 w 354362"/>
                      <a:gd name="connsiteY5" fmla="*/ 3766 h 14455"/>
                      <a:gd name="connsiteX6" fmla="*/ 354362 w 354362"/>
                      <a:gd name="connsiteY6" fmla="*/ 5127 h 14455"/>
                      <a:gd name="connsiteX7" fmla="*/ 354309 w 354362"/>
                      <a:gd name="connsiteY7" fmla="*/ 13147 h 14455"/>
                      <a:gd name="connsiteX8" fmla="*/ 350703 w 354362"/>
                      <a:gd name="connsiteY8" fmla="*/ 14455 h 144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54362" h="14455">
                        <a:moveTo>
                          <a:pt x="350703" y="14455"/>
                        </a:moveTo>
                        <a:lnTo>
                          <a:pt x="3515" y="10901"/>
                        </a:lnTo>
                        <a:cubicBezTo>
                          <a:pt x="1559" y="10874"/>
                          <a:pt x="-13" y="10280"/>
                          <a:pt x="0" y="9540"/>
                        </a:cubicBezTo>
                        <a:lnTo>
                          <a:pt x="53" y="1309"/>
                        </a:lnTo>
                        <a:cubicBezTo>
                          <a:pt x="53" y="569"/>
                          <a:pt x="1678" y="-26"/>
                          <a:pt x="3660" y="1"/>
                        </a:cubicBezTo>
                        <a:lnTo>
                          <a:pt x="350848" y="3766"/>
                        </a:lnTo>
                        <a:cubicBezTo>
                          <a:pt x="352803" y="3793"/>
                          <a:pt x="354362" y="4387"/>
                          <a:pt x="354362" y="5127"/>
                        </a:cubicBezTo>
                        <a:lnTo>
                          <a:pt x="354309" y="13147"/>
                        </a:lnTo>
                        <a:cubicBezTo>
                          <a:pt x="354309" y="13887"/>
                          <a:pt x="352684" y="14468"/>
                          <a:pt x="350703" y="1445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7" name="Forme libre : forme 2346">
                    <a:extLst>
                      <a:ext uri="{FF2B5EF4-FFF2-40B4-BE49-F238E27FC236}">
                        <a16:creationId xmlns:a16="http://schemas.microsoft.com/office/drawing/2014/main" id="{1800ADB2-C4AB-979B-3CE8-10258EB14A7C}"/>
                      </a:ext>
                    </a:extLst>
                  </p:cNvPr>
                  <p:cNvSpPr/>
                  <p:nvPr/>
                </p:nvSpPr>
                <p:spPr>
                  <a:xfrm>
                    <a:off x="1301250" y="718461"/>
                    <a:ext cx="193570" cy="13410"/>
                  </a:xfrm>
                  <a:custGeom>
                    <a:avLst/>
                    <a:gdLst>
                      <a:gd name="connsiteX0" fmla="*/ 191536 w 193570"/>
                      <a:gd name="connsiteY0" fmla="*/ 13411 h 13410"/>
                      <a:gd name="connsiteX1" fmla="*/ 1916 w 193570"/>
                      <a:gd name="connsiteY1" fmla="*/ 10900 h 13410"/>
                      <a:gd name="connsiteX2" fmla="*/ 0 w 193570"/>
                      <a:gd name="connsiteY2" fmla="*/ 9553 h 13410"/>
                      <a:gd name="connsiteX3" fmla="*/ 53 w 193570"/>
                      <a:gd name="connsiteY3" fmla="*/ 1321 h 13410"/>
                      <a:gd name="connsiteX4" fmla="*/ 2035 w 193570"/>
                      <a:gd name="connsiteY4" fmla="*/ 0 h 13410"/>
                      <a:gd name="connsiteX5" fmla="*/ 191655 w 193570"/>
                      <a:gd name="connsiteY5" fmla="*/ 2722 h 13410"/>
                      <a:gd name="connsiteX6" fmla="*/ 193571 w 193570"/>
                      <a:gd name="connsiteY6" fmla="*/ 4070 h 13410"/>
                      <a:gd name="connsiteX7" fmla="*/ 193518 w 193570"/>
                      <a:gd name="connsiteY7" fmla="*/ 12089 h 13410"/>
                      <a:gd name="connsiteX8" fmla="*/ 191549 w 193570"/>
                      <a:gd name="connsiteY8" fmla="*/ 13411 h 134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3570" h="13410">
                        <a:moveTo>
                          <a:pt x="191536" y="13411"/>
                        </a:moveTo>
                        <a:lnTo>
                          <a:pt x="1916" y="10900"/>
                        </a:lnTo>
                        <a:cubicBezTo>
                          <a:pt x="846" y="10887"/>
                          <a:pt x="-13" y="10293"/>
                          <a:pt x="0" y="9553"/>
                        </a:cubicBezTo>
                        <a:lnTo>
                          <a:pt x="53" y="1321"/>
                        </a:lnTo>
                        <a:cubicBezTo>
                          <a:pt x="53" y="582"/>
                          <a:pt x="951" y="-13"/>
                          <a:pt x="2035" y="0"/>
                        </a:cubicBezTo>
                        <a:lnTo>
                          <a:pt x="191655" y="2722"/>
                        </a:lnTo>
                        <a:cubicBezTo>
                          <a:pt x="192725" y="2735"/>
                          <a:pt x="193571" y="3343"/>
                          <a:pt x="193571" y="4070"/>
                        </a:cubicBezTo>
                        <a:lnTo>
                          <a:pt x="193518" y="12089"/>
                        </a:lnTo>
                        <a:cubicBezTo>
                          <a:pt x="193518" y="12829"/>
                          <a:pt x="192633" y="13424"/>
                          <a:pt x="191549" y="1341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4" name="Graphique 1982">
                <a:extLst>
                  <a:ext uri="{FF2B5EF4-FFF2-40B4-BE49-F238E27FC236}">
                    <a16:creationId xmlns:a16="http://schemas.microsoft.com/office/drawing/2014/main" id="{74966468-0982-D5BF-5EF9-256E4D0F91EE}"/>
                  </a:ext>
                </a:extLst>
              </p:cNvPr>
              <p:cNvGrpSpPr/>
              <p:nvPr/>
            </p:nvGrpSpPr>
            <p:grpSpPr>
              <a:xfrm>
                <a:off x="745839" y="9116"/>
                <a:ext cx="463233" cy="467553"/>
                <a:chOff x="745839" y="9116"/>
                <a:chExt cx="463233" cy="467553"/>
              </a:xfrm>
            </p:grpSpPr>
            <p:grpSp>
              <p:nvGrpSpPr>
                <p:cNvPr id="2321" name="Graphique 1982">
                  <a:extLst>
                    <a:ext uri="{FF2B5EF4-FFF2-40B4-BE49-F238E27FC236}">
                      <a16:creationId xmlns:a16="http://schemas.microsoft.com/office/drawing/2014/main" id="{71092220-1783-BC95-93F3-9C2728838627}"/>
                    </a:ext>
                  </a:extLst>
                </p:cNvPr>
                <p:cNvGrpSpPr/>
                <p:nvPr/>
              </p:nvGrpSpPr>
              <p:grpSpPr>
                <a:xfrm>
                  <a:off x="745839" y="9116"/>
                  <a:ext cx="463233" cy="467553"/>
                  <a:chOff x="745839" y="9116"/>
                  <a:chExt cx="463233" cy="467553"/>
                </a:xfrm>
              </p:grpSpPr>
              <p:sp>
                <p:nvSpPr>
                  <p:cNvPr id="2338" name="Forme libre : forme 2337">
                    <a:extLst>
                      <a:ext uri="{FF2B5EF4-FFF2-40B4-BE49-F238E27FC236}">
                        <a16:creationId xmlns:a16="http://schemas.microsoft.com/office/drawing/2014/main" id="{25E7977E-212C-C214-F26E-AD8D37DC603A}"/>
                      </a:ext>
                    </a:extLst>
                  </p:cNvPr>
                  <p:cNvSpPr/>
                  <p:nvPr/>
                </p:nvSpPr>
                <p:spPr>
                  <a:xfrm>
                    <a:off x="745839" y="9116"/>
                    <a:ext cx="463233" cy="467553"/>
                  </a:xfrm>
                  <a:custGeom>
                    <a:avLst/>
                    <a:gdLst>
                      <a:gd name="connsiteX0" fmla="*/ 20769 w 463233"/>
                      <a:gd name="connsiteY0" fmla="*/ 0 h 467553"/>
                      <a:gd name="connsiteX1" fmla="*/ 442672 w 463233"/>
                      <a:gd name="connsiteY1" fmla="*/ 0 h 467553"/>
                      <a:gd name="connsiteX2" fmla="*/ 463230 w 463233"/>
                      <a:gd name="connsiteY2" fmla="*/ 26054 h 467553"/>
                      <a:gd name="connsiteX3" fmla="*/ 457298 w 463233"/>
                      <a:gd name="connsiteY3" fmla="*/ 433331 h 467553"/>
                      <a:gd name="connsiteX4" fmla="*/ 418415 w 463233"/>
                      <a:gd name="connsiteY4" fmla="*/ 467551 h 467553"/>
                      <a:gd name="connsiteX5" fmla="*/ 25645 w 463233"/>
                      <a:gd name="connsiteY5" fmla="*/ 461420 h 467553"/>
                      <a:gd name="connsiteX6" fmla="*/ 26 w 463233"/>
                      <a:gd name="connsiteY6" fmla="*/ 436872 h 467553"/>
                      <a:gd name="connsiteX7" fmla="*/ 0 w 463233"/>
                      <a:gd name="connsiteY7" fmla="*/ 435564 h 467553"/>
                      <a:gd name="connsiteX8" fmla="*/ 198 w 463233"/>
                      <a:gd name="connsiteY8" fmla="*/ 25579 h 467553"/>
                      <a:gd name="connsiteX9" fmla="*/ 20769 w 463233"/>
                      <a:gd name="connsiteY9" fmla="*/ 0 h 4675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63233" h="467553">
                        <a:moveTo>
                          <a:pt x="20769" y="0"/>
                        </a:moveTo>
                        <a:lnTo>
                          <a:pt x="442672" y="0"/>
                        </a:lnTo>
                        <a:cubicBezTo>
                          <a:pt x="454180" y="0"/>
                          <a:pt x="463441" y="11746"/>
                          <a:pt x="463230" y="26054"/>
                        </a:cubicBezTo>
                        <a:lnTo>
                          <a:pt x="457298" y="433331"/>
                        </a:lnTo>
                        <a:cubicBezTo>
                          <a:pt x="457020" y="452502"/>
                          <a:pt x="444350" y="467788"/>
                          <a:pt x="418415" y="467551"/>
                        </a:cubicBezTo>
                        <a:lnTo>
                          <a:pt x="25645" y="461420"/>
                        </a:lnTo>
                        <a:cubicBezTo>
                          <a:pt x="11997" y="461209"/>
                          <a:pt x="568" y="450520"/>
                          <a:pt x="26" y="436872"/>
                        </a:cubicBezTo>
                        <a:cubicBezTo>
                          <a:pt x="13" y="436436"/>
                          <a:pt x="0" y="436000"/>
                          <a:pt x="0" y="435564"/>
                        </a:cubicBezTo>
                        <a:lnTo>
                          <a:pt x="198" y="25579"/>
                        </a:lnTo>
                        <a:cubicBezTo>
                          <a:pt x="198" y="11455"/>
                          <a:pt x="9407" y="0"/>
                          <a:pt x="20769" y="0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9" name="Forme libre : forme 2338">
                    <a:extLst>
                      <a:ext uri="{FF2B5EF4-FFF2-40B4-BE49-F238E27FC236}">
                        <a16:creationId xmlns:a16="http://schemas.microsoft.com/office/drawing/2014/main" id="{71C4E866-08A2-E419-118C-47E526701D00}"/>
                      </a:ext>
                    </a:extLst>
                  </p:cNvPr>
                  <p:cNvSpPr/>
                  <p:nvPr/>
                </p:nvSpPr>
                <p:spPr>
                  <a:xfrm>
                    <a:off x="755959" y="20135"/>
                    <a:ext cx="444816" cy="444246"/>
                  </a:xfrm>
                  <a:custGeom>
                    <a:avLst/>
                    <a:gdLst>
                      <a:gd name="connsiteX0" fmla="*/ 19950 w 444816"/>
                      <a:gd name="connsiteY0" fmla="*/ 0 h 444246"/>
                      <a:gd name="connsiteX1" fmla="*/ 425073 w 444816"/>
                      <a:gd name="connsiteY1" fmla="*/ 0 h 444246"/>
                      <a:gd name="connsiteX2" fmla="*/ 444812 w 444816"/>
                      <a:gd name="connsiteY2" fmla="*/ 24760 h 444246"/>
                      <a:gd name="connsiteX3" fmla="*/ 439118 w 444816"/>
                      <a:gd name="connsiteY3" fmla="*/ 411729 h 444246"/>
                      <a:gd name="connsiteX4" fmla="*/ 411888 w 444816"/>
                      <a:gd name="connsiteY4" fmla="*/ 444244 h 444246"/>
                      <a:gd name="connsiteX5" fmla="*/ 19501 w 444816"/>
                      <a:gd name="connsiteY5" fmla="*/ 438180 h 444246"/>
                      <a:gd name="connsiteX6" fmla="*/ 0 w 444816"/>
                      <a:gd name="connsiteY6" fmla="*/ 413856 h 444246"/>
                      <a:gd name="connsiteX7" fmla="*/ 185 w 444816"/>
                      <a:gd name="connsiteY7" fmla="*/ 24310 h 444246"/>
                      <a:gd name="connsiteX8" fmla="*/ 19937 w 444816"/>
                      <a:gd name="connsiteY8" fmla="*/ 13 h 444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44816" h="444246">
                        <a:moveTo>
                          <a:pt x="19950" y="0"/>
                        </a:moveTo>
                        <a:lnTo>
                          <a:pt x="425073" y="0"/>
                        </a:lnTo>
                        <a:cubicBezTo>
                          <a:pt x="436119" y="0"/>
                          <a:pt x="445024" y="11151"/>
                          <a:pt x="444812" y="24760"/>
                        </a:cubicBezTo>
                        <a:lnTo>
                          <a:pt x="439118" y="411729"/>
                        </a:lnTo>
                        <a:cubicBezTo>
                          <a:pt x="438854" y="429936"/>
                          <a:pt x="426685" y="444469"/>
                          <a:pt x="411888" y="444244"/>
                        </a:cubicBezTo>
                        <a:lnTo>
                          <a:pt x="19501" y="438180"/>
                        </a:lnTo>
                        <a:cubicBezTo>
                          <a:pt x="8694" y="438008"/>
                          <a:pt x="0" y="427174"/>
                          <a:pt x="0" y="413856"/>
                        </a:cubicBezTo>
                        <a:lnTo>
                          <a:pt x="185" y="24310"/>
                        </a:lnTo>
                        <a:cubicBezTo>
                          <a:pt x="185" y="10887"/>
                          <a:pt x="9037" y="13"/>
                          <a:pt x="19937" y="13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322" name="Graphique 1982">
                  <a:extLst>
                    <a:ext uri="{FF2B5EF4-FFF2-40B4-BE49-F238E27FC236}">
                      <a16:creationId xmlns:a16="http://schemas.microsoft.com/office/drawing/2014/main" id="{D8F17C1F-8858-9AE3-56EF-B8ACC4A5929C}"/>
                    </a:ext>
                  </a:extLst>
                </p:cNvPr>
                <p:cNvGrpSpPr/>
                <p:nvPr/>
              </p:nvGrpSpPr>
              <p:grpSpPr>
                <a:xfrm>
                  <a:off x="781987" y="29172"/>
                  <a:ext cx="386124" cy="416103"/>
                  <a:chOff x="781987" y="29172"/>
                  <a:chExt cx="386124" cy="416103"/>
                </a:xfrm>
              </p:grpSpPr>
              <p:sp>
                <p:nvSpPr>
                  <p:cNvPr id="2327" name="Forme libre : forme 2326">
                    <a:extLst>
                      <a:ext uri="{FF2B5EF4-FFF2-40B4-BE49-F238E27FC236}">
                        <a16:creationId xmlns:a16="http://schemas.microsoft.com/office/drawing/2014/main" id="{3B3C850C-D98C-9662-F711-250FBCCC9EC3}"/>
                      </a:ext>
                    </a:extLst>
                  </p:cNvPr>
                  <p:cNvSpPr/>
                  <p:nvPr/>
                </p:nvSpPr>
                <p:spPr>
                  <a:xfrm>
                    <a:off x="782001" y="61529"/>
                    <a:ext cx="386110" cy="36861"/>
                  </a:xfrm>
                  <a:custGeom>
                    <a:avLst/>
                    <a:gdLst>
                      <a:gd name="connsiteX0" fmla="*/ 9011 w 386110"/>
                      <a:gd name="connsiteY0" fmla="*/ 0 h 36861"/>
                      <a:gd name="connsiteX1" fmla="*/ 377298 w 386110"/>
                      <a:gd name="connsiteY1" fmla="*/ 0 h 36861"/>
                      <a:gd name="connsiteX2" fmla="*/ 386111 w 386110"/>
                      <a:gd name="connsiteY2" fmla="*/ 8812 h 36861"/>
                      <a:gd name="connsiteX3" fmla="*/ 386111 w 386110"/>
                      <a:gd name="connsiteY3" fmla="*/ 29582 h 36861"/>
                      <a:gd name="connsiteX4" fmla="*/ 378831 w 386110"/>
                      <a:gd name="connsiteY4" fmla="*/ 36862 h 36861"/>
                      <a:gd name="connsiteX5" fmla="*/ 8601 w 386110"/>
                      <a:gd name="connsiteY5" fmla="*/ 36862 h 36861"/>
                      <a:gd name="connsiteX6" fmla="*/ 0 w 386110"/>
                      <a:gd name="connsiteY6" fmla="*/ 28261 h 36861"/>
                      <a:gd name="connsiteX7" fmla="*/ 0 w 386110"/>
                      <a:gd name="connsiteY7" fmla="*/ 9037 h 36861"/>
                      <a:gd name="connsiteX8" fmla="*/ 9024 w 386110"/>
                      <a:gd name="connsiteY8" fmla="*/ 13 h 368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86110" h="36861">
                        <a:moveTo>
                          <a:pt x="9011" y="0"/>
                        </a:moveTo>
                        <a:lnTo>
                          <a:pt x="377298" y="0"/>
                        </a:lnTo>
                        <a:cubicBezTo>
                          <a:pt x="382161" y="0"/>
                          <a:pt x="386111" y="3950"/>
                          <a:pt x="386111" y="8812"/>
                        </a:cubicBezTo>
                        <a:lnTo>
                          <a:pt x="386111" y="29582"/>
                        </a:lnTo>
                        <a:cubicBezTo>
                          <a:pt x="386111" y="33598"/>
                          <a:pt x="382848" y="36862"/>
                          <a:pt x="378831" y="36862"/>
                        </a:cubicBezTo>
                        <a:lnTo>
                          <a:pt x="8601" y="36862"/>
                        </a:lnTo>
                        <a:cubicBezTo>
                          <a:pt x="3858" y="36862"/>
                          <a:pt x="0" y="33004"/>
                          <a:pt x="0" y="28261"/>
                        </a:cubicBezTo>
                        <a:lnTo>
                          <a:pt x="0" y="9037"/>
                        </a:lnTo>
                        <a:cubicBezTo>
                          <a:pt x="0" y="4056"/>
                          <a:pt x="4043" y="13"/>
                          <a:pt x="9024" y="13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8" name="Forme libre : forme 2327">
                    <a:extLst>
                      <a:ext uri="{FF2B5EF4-FFF2-40B4-BE49-F238E27FC236}">
                        <a16:creationId xmlns:a16="http://schemas.microsoft.com/office/drawing/2014/main" id="{E1BD46FF-CF60-58B3-199B-3AEF1EB073CF}"/>
                      </a:ext>
                    </a:extLst>
                  </p:cNvPr>
                  <p:cNvSpPr/>
                  <p:nvPr/>
                </p:nvSpPr>
                <p:spPr>
                  <a:xfrm>
                    <a:off x="991096" y="71755"/>
                    <a:ext cx="149970" cy="15619"/>
                  </a:xfrm>
                  <a:custGeom>
                    <a:avLst/>
                    <a:gdLst>
                      <a:gd name="connsiteX0" fmla="*/ 145743 w 149970"/>
                      <a:gd name="connsiteY0" fmla="*/ 15419 h 15619"/>
                      <a:gd name="connsiteX1" fmla="*/ 4228 w 149970"/>
                      <a:gd name="connsiteY1" fmla="*/ 15419 h 15619"/>
                      <a:gd name="connsiteX2" fmla="*/ 0 w 149970"/>
                      <a:gd name="connsiteY2" fmla="*/ 11613 h 15619"/>
                      <a:gd name="connsiteX3" fmla="*/ 0 w 149970"/>
                      <a:gd name="connsiteY3" fmla="*/ 4677 h 15619"/>
                      <a:gd name="connsiteX4" fmla="*/ 4228 w 149970"/>
                      <a:gd name="connsiteY4" fmla="*/ 0 h 15619"/>
                      <a:gd name="connsiteX5" fmla="*/ 145743 w 149970"/>
                      <a:gd name="connsiteY5" fmla="*/ 0 h 15619"/>
                      <a:gd name="connsiteX6" fmla="*/ 149971 w 149970"/>
                      <a:gd name="connsiteY6" fmla="*/ 4677 h 15619"/>
                      <a:gd name="connsiteX7" fmla="*/ 149971 w 149970"/>
                      <a:gd name="connsiteY7" fmla="*/ 11613 h 15619"/>
                      <a:gd name="connsiteX8" fmla="*/ 145743 w 149970"/>
                      <a:gd name="connsiteY8" fmla="*/ 15419 h 156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9970" h="15619">
                        <a:moveTo>
                          <a:pt x="145743" y="15419"/>
                        </a:moveTo>
                        <a:lnTo>
                          <a:pt x="4228" y="15419"/>
                        </a:lnTo>
                        <a:cubicBezTo>
                          <a:pt x="1889" y="16291"/>
                          <a:pt x="0" y="14203"/>
                          <a:pt x="0" y="11613"/>
                        </a:cubicBezTo>
                        <a:lnTo>
                          <a:pt x="0" y="4677"/>
                        </a:lnTo>
                        <a:cubicBezTo>
                          <a:pt x="0" y="2088"/>
                          <a:pt x="1889" y="0"/>
                          <a:pt x="4228" y="0"/>
                        </a:cubicBezTo>
                        <a:lnTo>
                          <a:pt x="145743" y="0"/>
                        </a:lnTo>
                        <a:cubicBezTo>
                          <a:pt x="148081" y="0"/>
                          <a:pt x="149971" y="2101"/>
                          <a:pt x="149971" y="4677"/>
                        </a:cubicBezTo>
                        <a:lnTo>
                          <a:pt x="149971" y="11613"/>
                        </a:lnTo>
                        <a:cubicBezTo>
                          <a:pt x="149971" y="14203"/>
                          <a:pt x="148081" y="16291"/>
                          <a:pt x="145743" y="15419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9" name="Forme libre : forme 2328">
                    <a:extLst>
                      <a:ext uri="{FF2B5EF4-FFF2-40B4-BE49-F238E27FC236}">
                        <a16:creationId xmlns:a16="http://schemas.microsoft.com/office/drawing/2014/main" id="{EF31A306-7EC9-13BD-A4F0-CE8680FAAD05}"/>
                      </a:ext>
                    </a:extLst>
                  </p:cNvPr>
                  <p:cNvSpPr/>
                  <p:nvPr/>
                </p:nvSpPr>
                <p:spPr>
                  <a:xfrm>
                    <a:off x="783811" y="144896"/>
                    <a:ext cx="275684" cy="154794"/>
                  </a:xfrm>
                  <a:custGeom>
                    <a:avLst/>
                    <a:gdLst>
                      <a:gd name="connsiteX0" fmla="*/ 275684 w 275684"/>
                      <a:gd name="connsiteY0" fmla="*/ 136694 h 154794"/>
                      <a:gd name="connsiteX1" fmla="*/ 258125 w 275684"/>
                      <a:gd name="connsiteY1" fmla="*/ 154293 h 154794"/>
                      <a:gd name="connsiteX2" fmla="*/ 11666 w 275684"/>
                      <a:gd name="connsiteY2" fmla="*/ 154795 h 154794"/>
                      <a:gd name="connsiteX3" fmla="*/ 0 w 275684"/>
                      <a:gd name="connsiteY3" fmla="*/ 142864 h 154794"/>
                      <a:gd name="connsiteX4" fmla="*/ 0 w 275684"/>
                      <a:gd name="connsiteY4" fmla="*/ 11932 h 154794"/>
                      <a:gd name="connsiteX5" fmla="*/ 11838 w 275684"/>
                      <a:gd name="connsiteY5" fmla="*/ 2 h 154794"/>
                      <a:gd name="connsiteX6" fmla="*/ 264189 w 275684"/>
                      <a:gd name="connsiteY6" fmla="*/ 4018 h 154794"/>
                      <a:gd name="connsiteX7" fmla="*/ 275671 w 275684"/>
                      <a:gd name="connsiteY7" fmla="*/ 15949 h 154794"/>
                      <a:gd name="connsiteX8" fmla="*/ 275671 w 275684"/>
                      <a:gd name="connsiteY8" fmla="*/ 136694 h 1547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75684" h="154794">
                        <a:moveTo>
                          <a:pt x="275684" y="136694"/>
                        </a:moveTo>
                        <a:cubicBezTo>
                          <a:pt x="275684" y="146405"/>
                          <a:pt x="267823" y="154266"/>
                          <a:pt x="258125" y="154293"/>
                        </a:cubicBezTo>
                        <a:lnTo>
                          <a:pt x="11666" y="154795"/>
                        </a:lnTo>
                        <a:cubicBezTo>
                          <a:pt x="5219" y="154795"/>
                          <a:pt x="0" y="149457"/>
                          <a:pt x="0" y="142864"/>
                        </a:cubicBezTo>
                        <a:lnTo>
                          <a:pt x="0" y="11932"/>
                        </a:lnTo>
                        <a:cubicBezTo>
                          <a:pt x="0" y="5273"/>
                          <a:pt x="5338" y="-104"/>
                          <a:pt x="11838" y="2"/>
                        </a:cubicBezTo>
                        <a:lnTo>
                          <a:pt x="264189" y="4018"/>
                        </a:lnTo>
                        <a:cubicBezTo>
                          <a:pt x="270558" y="4124"/>
                          <a:pt x="275671" y="9435"/>
                          <a:pt x="275671" y="15949"/>
                        </a:cubicBezTo>
                        <a:lnTo>
                          <a:pt x="275671" y="136694"/>
                        </a:lnTo>
                        <a:close/>
                      </a:path>
                    </a:pathLst>
                  </a:custGeom>
                  <a:solidFill>
                    <a:srgbClr val="4438B7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0" name="Forme libre : forme 2329">
                    <a:extLst>
                      <a:ext uri="{FF2B5EF4-FFF2-40B4-BE49-F238E27FC236}">
                        <a16:creationId xmlns:a16="http://schemas.microsoft.com/office/drawing/2014/main" id="{0AA17461-AB98-4C9A-1B14-B54B9D5F848C}"/>
                      </a:ext>
                    </a:extLst>
                  </p:cNvPr>
                  <p:cNvSpPr/>
                  <p:nvPr/>
                </p:nvSpPr>
                <p:spPr>
                  <a:xfrm>
                    <a:off x="916103" y="323366"/>
                    <a:ext cx="119226" cy="119398"/>
                  </a:xfrm>
                  <a:custGeom>
                    <a:avLst/>
                    <a:gdLst>
                      <a:gd name="connsiteX0" fmla="*/ 111841 w 119226"/>
                      <a:gd name="connsiteY0" fmla="*/ 119385 h 119398"/>
                      <a:gd name="connsiteX1" fmla="*/ 6395 w 119226"/>
                      <a:gd name="connsiteY1" fmla="*/ 118513 h 119398"/>
                      <a:gd name="connsiteX2" fmla="*/ 0 w 119226"/>
                      <a:gd name="connsiteY2" fmla="*/ 112012 h 119398"/>
                      <a:gd name="connsiteX3" fmla="*/ 872 w 119226"/>
                      <a:gd name="connsiteY3" fmla="*/ 6395 h 119398"/>
                      <a:gd name="connsiteX4" fmla="*/ 7214 w 119226"/>
                      <a:gd name="connsiteY4" fmla="*/ 0 h 119398"/>
                      <a:gd name="connsiteX5" fmla="*/ 111339 w 119226"/>
                      <a:gd name="connsiteY5" fmla="*/ 1982 h 119398"/>
                      <a:gd name="connsiteX6" fmla="*/ 119227 w 119226"/>
                      <a:gd name="connsiteY6" fmla="*/ 10094 h 119398"/>
                      <a:gd name="connsiteX7" fmla="*/ 118341 w 119226"/>
                      <a:gd name="connsiteY7" fmla="*/ 113003 h 119398"/>
                      <a:gd name="connsiteX8" fmla="*/ 111841 w 119226"/>
                      <a:gd name="connsiteY8" fmla="*/ 119398 h 11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9226" h="119398">
                        <a:moveTo>
                          <a:pt x="111841" y="119385"/>
                        </a:moveTo>
                        <a:lnTo>
                          <a:pt x="6395" y="118513"/>
                        </a:lnTo>
                        <a:cubicBezTo>
                          <a:pt x="2828" y="118486"/>
                          <a:pt x="-39" y="115566"/>
                          <a:pt x="0" y="112012"/>
                        </a:cubicBezTo>
                        <a:lnTo>
                          <a:pt x="872" y="6395"/>
                        </a:lnTo>
                        <a:cubicBezTo>
                          <a:pt x="899" y="2893"/>
                          <a:pt x="3713" y="53"/>
                          <a:pt x="7214" y="0"/>
                        </a:cubicBezTo>
                        <a:lnTo>
                          <a:pt x="111339" y="1982"/>
                        </a:lnTo>
                        <a:cubicBezTo>
                          <a:pt x="115752" y="2061"/>
                          <a:pt x="119266" y="5681"/>
                          <a:pt x="119227" y="10094"/>
                        </a:cubicBezTo>
                        <a:lnTo>
                          <a:pt x="118341" y="113003"/>
                        </a:lnTo>
                        <a:cubicBezTo>
                          <a:pt x="118315" y="116571"/>
                          <a:pt x="115395" y="119438"/>
                          <a:pt x="111841" y="119398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1" name="Forme libre : forme 2330">
                    <a:extLst>
                      <a:ext uri="{FF2B5EF4-FFF2-40B4-BE49-F238E27FC236}">
                        <a16:creationId xmlns:a16="http://schemas.microsoft.com/office/drawing/2014/main" id="{CADEB54C-68E5-D8D1-103F-C1C590690006}"/>
                      </a:ext>
                    </a:extLst>
                  </p:cNvPr>
                  <p:cNvSpPr/>
                  <p:nvPr/>
                </p:nvSpPr>
                <p:spPr>
                  <a:xfrm>
                    <a:off x="781987" y="323366"/>
                    <a:ext cx="119226" cy="119398"/>
                  </a:xfrm>
                  <a:custGeom>
                    <a:avLst/>
                    <a:gdLst>
                      <a:gd name="connsiteX0" fmla="*/ 111841 w 119226"/>
                      <a:gd name="connsiteY0" fmla="*/ 119385 h 119398"/>
                      <a:gd name="connsiteX1" fmla="*/ 6395 w 119226"/>
                      <a:gd name="connsiteY1" fmla="*/ 118513 h 119398"/>
                      <a:gd name="connsiteX2" fmla="*/ 0 w 119226"/>
                      <a:gd name="connsiteY2" fmla="*/ 112012 h 119398"/>
                      <a:gd name="connsiteX3" fmla="*/ 872 w 119226"/>
                      <a:gd name="connsiteY3" fmla="*/ 6395 h 119398"/>
                      <a:gd name="connsiteX4" fmla="*/ 7214 w 119226"/>
                      <a:gd name="connsiteY4" fmla="*/ 0 h 119398"/>
                      <a:gd name="connsiteX5" fmla="*/ 111339 w 119226"/>
                      <a:gd name="connsiteY5" fmla="*/ 1982 h 119398"/>
                      <a:gd name="connsiteX6" fmla="*/ 119227 w 119226"/>
                      <a:gd name="connsiteY6" fmla="*/ 10094 h 119398"/>
                      <a:gd name="connsiteX7" fmla="*/ 118341 w 119226"/>
                      <a:gd name="connsiteY7" fmla="*/ 113003 h 119398"/>
                      <a:gd name="connsiteX8" fmla="*/ 111841 w 119226"/>
                      <a:gd name="connsiteY8" fmla="*/ 119398 h 11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9226" h="119398">
                        <a:moveTo>
                          <a:pt x="111841" y="119385"/>
                        </a:moveTo>
                        <a:lnTo>
                          <a:pt x="6395" y="118513"/>
                        </a:lnTo>
                        <a:cubicBezTo>
                          <a:pt x="2828" y="118486"/>
                          <a:pt x="-39" y="115566"/>
                          <a:pt x="0" y="112012"/>
                        </a:cubicBezTo>
                        <a:lnTo>
                          <a:pt x="872" y="6395"/>
                        </a:lnTo>
                        <a:cubicBezTo>
                          <a:pt x="899" y="2893"/>
                          <a:pt x="3713" y="53"/>
                          <a:pt x="7214" y="0"/>
                        </a:cubicBezTo>
                        <a:lnTo>
                          <a:pt x="111339" y="1982"/>
                        </a:lnTo>
                        <a:cubicBezTo>
                          <a:pt x="115752" y="2061"/>
                          <a:pt x="119266" y="5681"/>
                          <a:pt x="119227" y="10094"/>
                        </a:cubicBezTo>
                        <a:lnTo>
                          <a:pt x="118341" y="113003"/>
                        </a:lnTo>
                        <a:cubicBezTo>
                          <a:pt x="118315" y="116571"/>
                          <a:pt x="115395" y="119438"/>
                          <a:pt x="111841" y="119398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2" name="Forme libre : forme 2331">
                    <a:extLst>
                      <a:ext uri="{FF2B5EF4-FFF2-40B4-BE49-F238E27FC236}">
                        <a16:creationId xmlns:a16="http://schemas.microsoft.com/office/drawing/2014/main" id="{5DFD3019-5854-A868-489D-B1CCE2780819}"/>
                      </a:ext>
                    </a:extLst>
                  </p:cNvPr>
                  <p:cNvSpPr/>
                  <p:nvPr/>
                </p:nvSpPr>
                <p:spPr>
                  <a:xfrm>
                    <a:off x="1048872" y="325877"/>
                    <a:ext cx="119226" cy="119398"/>
                  </a:xfrm>
                  <a:custGeom>
                    <a:avLst/>
                    <a:gdLst>
                      <a:gd name="connsiteX0" fmla="*/ 111841 w 119226"/>
                      <a:gd name="connsiteY0" fmla="*/ 119385 h 119398"/>
                      <a:gd name="connsiteX1" fmla="*/ 6395 w 119226"/>
                      <a:gd name="connsiteY1" fmla="*/ 118513 h 119398"/>
                      <a:gd name="connsiteX2" fmla="*/ 0 w 119226"/>
                      <a:gd name="connsiteY2" fmla="*/ 112012 h 119398"/>
                      <a:gd name="connsiteX3" fmla="*/ 872 w 119226"/>
                      <a:gd name="connsiteY3" fmla="*/ 6395 h 119398"/>
                      <a:gd name="connsiteX4" fmla="*/ 7214 w 119226"/>
                      <a:gd name="connsiteY4" fmla="*/ 0 h 119398"/>
                      <a:gd name="connsiteX5" fmla="*/ 111339 w 119226"/>
                      <a:gd name="connsiteY5" fmla="*/ 1982 h 119398"/>
                      <a:gd name="connsiteX6" fmla="*/ 119227 w 119226"/>
                      <a:gd name="connsiteY6" fmla="*/ 10094 h 119398"/>
                      <a:gd name="connsiteX7" fmla="*/ 118341 w 119226"/>
                      <a:gd name="connsiteY7" fmla="*/ 113003 h 119398"/>
                      <a:gd name="connsiteX8" fmla="*/ 111841 w 119226"/>
                      <a:gd name="connsiteY8" fmla="*/ 119398 h 11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9226" h="119398">
                        <a:moveTo>
                          <a:pt x="111841" y="119385"/>
                        </a:moveTo>
                        <a:lnTo>
                          <a:pt x="6395" y="118513"/>
                        </a:lnTo>
                        <a:cubicBezTo>
                          <a:pt x="2828" y="118486"/>
                          <a:pt x="-39" y="115566"/>
                          <a:pt x="0" y="112012"/>
                        </a:cubicBezTo>
                        <a:lnTo>
                          <a:pt x="872" y="6395"/>
                        </a:lnTo>
                        <a:cubicBezTo>
                          <a:pt x="899" y="2893"/>
                          <a:pt x="3713" y="53"/>
                          <a:pt x="7214" y="0"/>
                        </a:cubicBezTo>
                        <a:lnTo>
                          <a:pt x="111339" y="1982"/>
                        </a:lnTo>
                        <a:cubicBezTo>
                          <a:pt x="115752" y="2061"/>
                          <a:pt x="119266" y="5681"/>
                          <a:pt x="119227" y="10094"/>
                        </a:cubicBezTo>
                        <a:lnTo>
                          <a:pt x="118341" y="113003"/>
                        </a:lnTo>
                        <a:cubicBezTo>
                          <a:pt x="118315" y="116571"/>
                          <a:pt x="115395" y="119438"/>
                          <a:pt x="111841" y="119398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3" name="Forme libre : forme 2332">
                    <a:extLst>
                      <a:ext uri="{FF2B5EF4-FFF2-40B4-BE49-F238E27FC236}">
                        <a16:creationId xmlns:a16="http://schemas.microsoft.com/office/drawing/2014/main" id="{1BDB5372-771E-6B0E-3684-F3AE055811C3}"/>
                      </a:ext>
                    </a:extLst>
                  </p:cNvPr>
                  <p:cNvSpPr/>
                  <p:nvPr/>
                </p:nvSpPr>
                <p:spPr>
                  <a:xfrm>
                    <a:off x="1074121" y="149376"/>
                    <a:ext cx="93977" cy="156193"/>
                  </a:xfrm>
                  <a:custGeom>
                    <a:avLst/>
                    <a:gdLst>
                      <a:gd name="connsiteX0" fmla="*/ 85112 w 93977"/>
                      <a:gd name="connsiteY0" fmla="*/ 156194 h 156193"/>
                      <a:gd name="connsiteX1" fmla="*/ 8865 w 93977"/>
                      <a:gd name="connsiteY1" fmla="*/ 156194 h 156193"/>
                      <a:gd name="connsiteX2" fmla="*/ 0 w 93977"/>
                      <a:gd name="connsiteY2" fmla="*/ 147276 h 156193"/>
                      <a:gd name="connsiteX3" fmla="*/ 0 w 93977"/>
                      <a:gd name="connsiteY3" fmla="*/ 7967 h 156193"/>
                      <a:gd name="connsiteX4" fmla="*/ 7201 w 93977"/>
                      <a:gd name="connsiteY4" fmla="*/ 436 h 156193"/>
                      <a:gd name="connsiteX5" fmla="*/ 85496 w 93977"/>
                      <a:gd name="connsiteY5" fmla="*/ 0 h 156193"/>
                      <a:gd name="connsiteX6" fmla="*/ 93978 w 93977"/>
                      <a:gd name="connsiteY6" fmla="*/ 8918 h 156193"/>
                      <a:gd name="connsiteX7" fmla="*/ 93978 w 93977"/>
                      <a:gd name="connsiteY7" fmla="*/ 147276 h 156193"/>
                      <a:gd name="connsiteX8" fmla="*/ 85112 w 93977"/>
                      <a:gd name="connsiteY8" fmla="*/ 156194 h 156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3977" h="156193">
                        <a:moveTo>
                          <a:pt x="85112" y="156194"/>
                        </a:moveTo>
                        <a:lnTo>
                          <a:pt x="8865" y="156194"/>
                        </a:lnTo>
                        <a:cubicBezTo>
                          <a:pt x="3964" y="156194"/>
                          <a:pt x="0" y="152204"/>
                          <a:pt x="0" y="147276"/>
                        </a:cubicBezTo>
                        <a:lnTo>
                          <a:pt x="0" y="7967"/>
                        </a:lnTo>
                        <a:cubicBezTo>
                          <a:pt x="0" y="3832"/>
                          <a:pt x="3224" y="462"/>
                          <a:pt x="7201" y="436"/>
                        </a:cubicBezTo>
                        <a:lnTo>
                          <a:pt x="85496" y="0"/>
                        </a:lnTo>
                        <a:cubicBezTo>
                          <a:pt x="90239" y="211"/>
                          <a:pt x="93978" y="4135"/>
                          <a:pt x="93978" y="8918"/>
                        </a:cubicBezTo>
                        <a:lnTo>
                          <a:pt x="93978" y="147276"/>
                        </a:lnTo>
                        <a:cubicBezTo>
                          <a:pt x="93978" y="152204"/>
                          <a:pt x="90014" y="156194"/>
                          <a:pt x="85112" y="156194"/>
                        </a:cubicBezTo>
                        <a:close/>
                      </a:path>
                    </a:pathLst>
                  </a:custGeom>
                  <a:solidFill>
                    <a:srgbClr val="DAD9FC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334" name="Graphique 1982">
                    <a:extLst>
                      <a:ext uri="{FF2B5EF4-FFF2-40B4-BE49-F238E27FC236}">
                        <a16:creationId xmlns:a16="http://schemas.microsoft.com/office/drawing/2014/main" id="{5029E84A-4513-C555-1821-07CF21DA8E87}"/>
                      </a:ext>
                    </a:extLst>
                  </p:cNvPr>
                  <p:cNvGrpSpPr/>
                  <p:nvPr/>
                </p:nvGrpSpPr>
                <p:grpSpPr>
                  <a:xfrm>
                    <a:off x="782939" y="29172"/>
                    <a:ext cx="99619" cy="24945"/>
                    <a:chOff x="782939" y="29172"/>
                    <a:chExt cx="99619" cy="24945"/>
                  </a:xfrm>
                  <a:solidFill>
                    <a:srgbClr val="FFFFFF"/>
                  </a:solidFill>
                </p:grpSpPr>
                <p:sp>
                  <p:nvSpPr>
                    <p:cNvPr id="2335" name="Forme libre : forme 2334">
                      <a:extLst>
                        <a:ext uri="{FF2B5EF4-FFF2-40B4-BE49-F238E27FC236}">
                          <a16:creationId xmlns:a16="http://schemas.microsoft.com/office/drawing/2014/main" id="{16CCE657-82C0-FB80-AF9B-59FCE2568D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512" y="29172"/>
                      <a:ext cx="24046" cy="24046"/>
                    </a:xfrm>
                    <a:custGeom>
                      <a:avLst/>
                      <a:gdLst>
                        <a:gd name="connsiteX0" fmla="*/ 12023 w 24046"/>
                        <a:gd name="connsiteY0" fmla="*/ 24046 h 24046"/>
                        <a:gd name="connsiteX1" fmla="*/ 0 w 24046"/>
                        <a:gd name="connsiteY1" fmla="*/ 12023 h 24046"/>
                        <a:gd name="connsiteX2" fmla="*/ 12023 w 24046"/>
                        <a:gd name="connsiteY2" fmla="*/ 0 h 24046"/>
                        <a:gd name="connsiteX3" fmla="*/ 24046 w 24046"/>
                        <a:gd name="connsiteY3" fmla="*/ 12023 h 24046"/>
                        <a:gd name="connsiteX4" fmla="*/ 12023 w 24046"/>
                        <a:gd name="connsiteY4" fmla="*/ 24046 h 24046"/>
                        <a:gd name="connsiteX5" fmla="*/ 12023 w 24046"/>
                        <a:gd name="connsiteY5" fmla="*/ 1770 h 24046"/>
                        <a:gd name="connsiteX6" fmla="*/ 1784 w 24046"/>
                        <a:gd name="connsiteY6" fmla="*/ 12010 h 24046"/>
                        <a:gd name="connsiteX7" fmla="*/ 12023 w 24046"/>
                        <a:gd name="connsiteY7" fmla="*/ 22249 h 24046"/>
                        <a:gd name="connsiteX8" fmla="*/ 22262 w 24046"/>
                        <a:gd name="connsiteY8" fmla="*/ 12010 h 24046"/>
                        <a:gd name="connsiteX9" fmla="*/ 12023 w 24046"/>
                        <a:gd name="connsiteY9" fmla="*/ 1770 h 240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4046" h="24046">
                          <a:moveTo>
                            <a:pt x="12023" y="24046"/>
                          </a:moveTo>
                          <a:cubicBezTo>
                            <a:pt x="5391" y="24046"/>
                            <a:pt x="0" y="18656"/>
                            <a:pt x="0" y="12023"/>
                          </a:cubicBezTo>
                          <a:cubicBezTo>
                            <a:pt x="0" y="5391"/>
                            <a:pt x="5391" y="0"/>
                            <a:pt x="12023" y="0"/>
                          </a:cubicBezTo>
                          <a:cubicBezTo>
                            <a:pt x="18656" y="0"/>
                            <a:pt x="24046" y="5391"/>
                            <a:pt x="24046" y="12023"/>
                          </a:cubicBezTo>
                          <a:cubicBezTo>
                            <a:pt x="24046" y="18656"/>
                            <a:pt x="18656" y="24046"/>
                            <a:pt x="12023" y="24046"/>
                          </a:cubicBezTo>
                          <a:close/>
                          <a:moveTo>
                            <a:pt x="12023" y="1770"/>
                          </a:moveTo>
                          <a:cubicBezTo>
                            <a:pt x="6381" y="1770"/>
                            <a:pt x="1784" y="6368"/>
                            <a:pt x="1784" y="12010"/>
                          </a:cubicBezTo>
                          <a:cubicBezTo>
                            <a:pt x="1784" y="17651"/>
                            <a:pt x="6381" y="22249"/>
                            <a:pt x="12023" y="22249"/>
                          </a:cubicBezTo>
                          <a:cubicBezTo>
                            <a:pt x="17665" y="22249"/>
                            <a:pt x="22262" y="17651"/>
                            <a:pt x="22262" y="12010"/>
                          </a:cubicBezTo>
                          <a:cubicBezTo>
                            <a:pt x="22262" y="6368"/>
                            <a:pt x="17665" y="1770"/>
                            <a:pt x="12023" y="177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36" name="Forme libre : forme 2335">
                      <a:extLst>
                        <a:ext uri="{FF2B5EF4-FFF2-40B4-BE49-F238E27FC236}">
                          <a16:creationId xmlns:a16="http://schemas.microsoft.com/office/drawing/2014/main" id="{DA853132-903D-B0E3-AF0A-CAF5E69410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9972" y="30071"/>
                      <a:ext cx="24046" cy="24046"/>
                    </a:xfrm>
                    <a:custGeom>
                      <a:avLst/>
                      <a:gdLst>
                        <a:gd name="connsiteX0" fmla="*/ 12023 w 24046"/>
                        <a:gd name="connsiteY0" fmla="*/ 24046 h 24046"/>
                        <a:gd name="connsiteX1" fmla="*/ 0 w 24046"/>
                        <a:gd name="connsiteY1" fmla="*/ 12023 h 24046"/>
                        <a:gd name="connsiteX2" fmla="*/ 12023 w 24046"/>
                        <a:gd name="connsiteY2" fmla="*/ 0 h 24046"/>
                        <a:gd name="connsiteX3" fmla="*/ 24046 w 24046"/>
                        <a:gd name="connsiteY3" fmla="*/ 12023 h 24046"/>
                        <a:gd name="connsiteX4" fmla="*/ 12023 w 24046"/>
                        <a:gd name="connsiteY4" fmla="*/ 24046 h 24046"/>
                        <a:gd name="connsiteX5" fmla="*/ 12023 w 24046"/>
                        <a:gd name="connsiteY5" fmla="*/ 1770 h 24046"/>
                        <a:gd name="connsiteX6" fmla="*/ 1784 w 24046"/>
                        <a:gd name="connsiteY6" fmla="*/ 12010 h 24046"/>
                        <a:gd name="connsiteX7" fmla="*/ 12023 w 24046"/>
                        <a:gd name="connsiteY7" fmla="*/ 22249 h 24046"/>
                        <a:gd name="connsiteX8" fmla="*/ 22262 w 24046"/>
                        <a:gd name="connsiteY8" fmla="*/ 12010 h 24046"/>
                        <a:gd name="connsiteX9" fmla="*/ 12023 w 24046"/>
                        <a:gd name="connsiteY9" fmla="*/ 1770 h 240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4046" h="24046">
                          <a:moveTo>
                            <a:pt x="12023" y="24046"/>
                          </a:moveTo>
                          <a:cubicBezTo>
                            <a:pt x="5391" y="24046"/>
                            <a:pt x="0" y="18656"/>
                            <a:pt x="0" y="12023"/>
                          </a:cubicBezTo>
                          <a:cubicBezTo>
                            <a:pt x="0" y="5391"/>
                            <a:pt x="5391" y="0"/>
                            <a:pt x="12023" y="0"/>
                          </a:cubicBezTo>
                          <a:cubicBezTo>
                            <a:pt x="18656" y="0"/>
                            <a:pt x="24046" y="5391"/>
                            <a:pt x="24046" y="12023"/>
                          </a:cubicBezTo>
                          <a:cubicBezTo>
                            <a:pt x="24046" y="18656"/>
                            <a:pt x="18656" y="24046"/>
                            <a:pt x="12023" y="24046"/>
                          </a:cubicBezTo>
                          <a:close/>
                          <a:moveTo>
                            <a:pt x="12023" y="1770"/>
                          </a:moveTo>
                          <a:cubicBezTo>
                            <a:pt x="6381" y="1770"/>
                            <a:pt x="1784" y="6368"/>
                            <a:pt x="1784" y="12010"/>
                          </a:cubicBezTo>
                          <a:cubicBezTo>
                            <a:pt x="1784" y="17651"/>
                            <a:pt x="6381" y="22249"/>
                            <a:pt x="12023" y="22249"/>
                          </a:cubicBezTo>
                          <a:cubicBezTo>
                            <a:pt x="17665" y="22249"/>
                            <a:pt x="22262" y="17651"/>
                            <a:pt x="22262" y="12010"/>
                          </a:cubicBezTo>
                          <a:cubicBezTo>
                            <a:pt x="22262" y="6368"/>
                            <a:pt x="17665" y="1770"/>
                            <a:pt x="12023" y="177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37" name="Forme libre : forme 2336">
                      <a:extLst>
                        <a:ext uri="{FF2B5EF4-FFF2-40B4-BE49-F238E27FC236}">
                          <a16:creationId xmlns:a16="http://schemas.microsoft.com/office/drawing/2014/main" id="{0BA7E79F-D3FB-8154-3A00-A5264F10FD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2939" y="30071"/>
                      <a:ext cx="24046" cy="24046"/>
                    </a:xfrm>
                    <a:custGeom>
                      <a:avLst/>
                      <a:gdLst>
                        <a:gd name="connsiteX0" fmla="*/ 12023 w 24046"/>
                        <a:gd name="connsiteY0" fmla="*/ 24046 h 24046"/>
                        <a:gd name="connsiteX1" fmla="*/ 0 w 24046"/>
                        <a:gd name="connsiteY1" fmla="*/ 12023 h 24046"/>
                        <a:gd name="connsiteX2" fmla="*/ 12023 w 24046"/>
                        <a:gd name="connsiteY2" fmla="*/ 0 h 24046"/>
                        <a:gd name="connsiteX3" fmla="*/ 24046 w 24046"/>
                        <a:gd name="connsiteY3" fmla="*/ 12023 h 24046"/>
                        <a:gd name="connsiteX4" fmla="*/ 12023 w 24046"/>
                        <a:gd name="connsiteY4" fmla="*/ 24046 h 24046"/>
                        <a:gd name="connsiteX5" fmla="*/ 12023 w 24046"/>
                        <a:gd name="connsiteY5" fmla="*/ 1770 h 24046"/>
                        <a:gd name="connsiteX6" fmla="*/ 1784 w 24046"/>
                        <a:gd name="connsiteY6" fmla="*/ 12010 h 24046"/>
                        <a:gd name="connsiteX7" fmla="*/ 12023 w 24046"/>
                        <a:gd name="connsiteY7" fmla="*/ 22249 h 24046"/>
                        <a:gd name="connsiteX8" fmla="*/ 22262 w 24046"/>
                        <a:gd name="connsiteY8" fmla="*/ 12010 h 24046"/>
                        <a:gd name="connsiteX9" fmla="*/ 12023 w 24046"/>
                        <a:gd name="connsiteY9" fmla="*/ 1770 h 240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4046" h="24046">
                          <a:moveTo>
                            <a:pt x="12023" y="24046"/>
                          </a:moveTo>
                          <a:cubicBezTo>
                            <a:pt x="5391" y="24046"/>
                            <a:pt x="0" y="18656"/>
                            <a:pt x="0" y="12023"/>
                          </a:cubicBezTo>
                          <a:cubicBezTo>
                            <a:pt x="0" y="5391"/>
                            <a:pt x="5391" y="0"/>
                            <a:pt x="12023" y="0"/>
                          </a:cubicBezTo>
                          <a:cubicBezTo>
                            <a:pt x="18656" y="0"/>
                            <a:pt x="24046" y="5391"/>
                            <a:pt x="24046" y="12023"/>
                          </a:cubicBezTo>
                          <a:cubicBezTo>
                            <a:pt x="24046" y="18656"/>
                            <a:pt x="18656" y="24046"/>
                            <a:pt x="12023" y="24046"/>
                          </a:cubicBezTo>
                          <a:close/>
                          <a:moveTo>
                            <a:pt x="12023" y="1770"/>
                          </a:moveTo>
                          <a:cubicBezTo>
                            <a:pt x="6381" y="1770"/>
                            <a:pt x="1784" y="6368"/>
                            <a:pt x="1784" y="12010"/>
                          </a:cubicBezTo>
                          <a:cubicBezTo>
                            <a:pt x="1784" y="17651"/>
                            <a:pt x="6381" y="22249"/>
                            <a:pt x="12023" y="22249"/>
                          </a:cubicBezTo>
                          <a:cubicBezTo>
                            <a:pt x="17665" y="22249"/>
                            <a:pt x="22262" y="17651"/>
                            <a:pt x="22262" y="12010"/>
                          </a:cubicBezTo>
                          <a:cubicBezTo>
                            <a:pt x="22262" y="6368"/>
                            <a:pt x="17665" y="1770"/>
                            <a:pt x="12023" y="177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2324" name="Graphique 1982">
                  <a:extLst>
                    <a:ext uri="{FF2B5EF4-FFF2-40B4-BE49-F238E27FC236}">
                      <a16:creationId xmlns:a16="http://schemas.microsoft.com/office/drawing/2014/main" id="{B094FD63-BC7B-80E8-4D79-119F21CC3DAE}"/>
                    </a:ext>
                  </a:extLst>
                </p:cNvPr>
                <p:cNvGrpSpPr/>
                <p:nvPr/>
              </p:nvGrpSpPr>
              <p:grpSpPr>
                <a:xfrm>
                  <a:off x="897659" y="188801"/>
                  <a:ext cx="59414" cy="59414"/>
                  <a:chOff x="897659" y="188801"/>
                  <a:chExt cx="59414" cy="59414"/>
                </a:xfrm>
                <a:solidFill>
                  <a:srgbClr val="FFFFFF"/>
                </a:solidFill>
              </p:grpSpPr>
              <p:sp>
                <p:nvSpPr>
                  <p:cNvPr id="2325" name="Forme libre : forme 2324">
                    <a:extLst>
                      <a:ext uri="{FF2B5EF4-FFF2-40B4-BE49-F238E27FC236}">
                        <a16:creationId xmlns:a16="http://schemas.microsoft.com/office/drawing/2014/main" id="{341EDFA6-6698-8FE4-0AF5-59D37C1531DD}"/>
                      </a:ext>
                    </a:extLst>
                  </p:cNvPr>
                  <p:cNvSpPr/>
                  <p:nvPr/>
                </p:nvSpPr>
                <p:spPr>
                  <a:xfrm>
                    <a:off x="897659" y="188801"/>
                    <a:ext cx="59414" cy="59414"/>
                  </a:xfrm>
                  <a:custGeom>
                    <a:avLst/>
                    <a:gdLst>
                      <a:gd name="connsiteX0" fmla="*/ 29727 w 59414"/>
                      <a:gd name="connsiteY0" fmla="*/ 59415 h 59414"/>
                      <a:gd name="connsiteX1" fmla="*/ 0 w 59414"/>
                      <a:gd name="connsiteY1" fmla="*/ 29727 h 59414"/>
                      <a:gd name="connsiteX2" fmla="*/ 29688 w 59414"/>
                      <a:gd name="connsiteY2" fmla="*/ 0 h 59414"/>
                      <a:gd name="connsiteX3" fmla="*/ 59415 w 59414"/>
                      <a:gd name="connsiteY3" fmla="*/ 29688 h 59414"/>
                      <a:gd name="connsiteX4" fmla="*/ 59415 w 59414"/>
                      <a:gd name="connsiteY4" fmla="*/ 29714 h 59414"/>
                      <a:gd name="connsiteX5" fmla="*/ 29727 w 59414"/>
                      <a:gd name="connsiteY5" fmla="*/ 59402 h 59414"/>
                      <a:gd name="connsiteX6" fmla="*/ 29727 w 59414"/>
                      <a:gd name="connsiteY6" fmla="*/ 1757 h 59414"/>
                      <a:gd name="connsiteX7" fmla="*/ 1757 w 59414"/>
                      <a:gd name="connsiteY7" fmla="*/ 29701 h 59414"/>
                      <a:gd name="connsiteX8" fmla="*/ 29701 w 59414"/>
                      <a:gd name="connsiteY8" fmla="*/ 57671 h 59414"/>
                      <a:gd name="connsiteX9" fmla="*/ 57671 w 59414"/>
                      <a:gd name="connsiteY9" fmla="*/ 29727 h 59414"/>
                      <a:gd name="connsiteX10" fmla="*/ 57671 w 59414"/>
                      <a:gd name="connsiteY10" fmla="*/ 29701 h 59414"/>
                      <a:gd name="connsiteX11" fmla="*/ 29727 w 59414"/>
                      <a:gd name="connsiteY11" fmla="*/ 1757 h 594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59414" h="59414">
                        <a:moveTo>
                          <a:pt x="29727" y="59415"/>
                        </a:moveTo>
                        <a:cubicBezTo>
                          <a:pt x="13318" y="59415"/>
                          <a:pt x="0" y="46097"/>
                          <a:pt x="0" y="29727"/>
                        </a:cubicBezTo>
                        <a:cubicBezTo>
                          <a:pt x="0" y="13357"/>
                          <a:pt x="13318" y="0"/>
                          <a:pt x="29688" y="0"/>
                        </a:cubicBezTo>
                        <a:cubicBezTo>
                          <a:pt x="46057" y="0"/>
                          <a:pt x="59415" y="13318"/>
                          <a:pt x="59415" y="29688"/>
                        </a:cubicBezTo>
                        <a:lnTo>
                          <a:pt x="59415" y="29714"/>
                        </a:lnTo>
                        <a:cubicBezTo>
                          <a:pt x="59415" y="46084"/>
                          <a:pt x="46097" y="59402"/>
                          <a:pt x="29727" y="59402"/>
                        </a:cubicBezTo>
                        <a:close/>
                        <a:moveTo>
                          <a:pt x="29727" y="1757"/>
                        </a:moveTo>
                        <a:cubicBezTo>
                          <a:pt x="14296" y="1757"/>
                          <a:pt x="1757" y="14296"/>
                          <a:pt x="1757" y="29701"/>
                        </a:cubicBezTo>
                        <a:cubicBezTo>
                          <a:pt x="1757" y="45106"/>
                          <a:pt x="14296" y="57671"/>
                          <a:pt x="29701" y="57671"/>
                        </a:cubicBezTo>
                        <a:cubicBezTo>
                          <a:pt x="45106" y="57671"/>
                          <a:pt x="57671" y="45133"/>
                          <a:pt x="57671" y="29727"/>
                        </a:cubicBezTo>
                        <a:lnTo>
                          <a:pt x="57671" y="29701"/>
                        </a:lnTo>
                        <a:cubicBezTo>
                          <a:pt x="57671" y="14296"/>
                          <a:pt x="45133" y="1757"/>
                          <a:pt x="29727" y="175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6" name="Forme libre : forme 2325">
                    <a:extLst>
                      <a:ext uri="{FF2B5EF4-FFF2-40B4-BE49-F238E27FC236}">
                        <a16:creationId xmlns:a16="http://schemas.microsoft.com/office/drawing/2014/main" id="{D59C6C8C-8A1F-A10D-92FE-FA517686960F}"/>
                      </a:ext>
                    </a:extLst>
                  </p:cNvPr>
                  <p:cNvSpPr/>
                  <p:nvPr/>
                </p:nvSpPr>
                <p:spPr>
                  <a:xfrm>
                    <a:off x="916948" y="203163"/>
                    <a:ext cx="30865" cy="30268"/>
                  </a:xfrm>
                  <a:custGeom>
                    <a:avLst/>
                    <a:gdLst>
                      <a:gd name="connsiteX0" fmla="*/ 2234 w 30865"/>
                      <a:gd name="connsiteY0" fmla="*/ 30269 h 30268"/>
                      <a:gd name="connsiteX1" fmla="*/ 701 w 30865"/>
                      <a:gd name="connsiteY1" fmla="*/ 28776 h 30268"/>
                      <a:gd name="connsiteX2" fmla="*/ 1 w 30865"/>
                      <a:gd name="connsiteY2" fmla="*/ 2550 h 30268"/>
                      <a:gd name="connsiteX3" fmla="*/ 1124 w 30865"/>
                      <a:gd name="connsiteY3" fmla="*/ 409 h 30268"/>
                      <a:gd name="connsiteX4" fmla="*/ 3529 w 30865"/>
                      <a:gd name="connsiteY4" fmla="*/ 237 h 30268"/>
                      <a:gd name="connsiteX5" fmla="*/ 29438 w 30865"/>
                      <a:gd name="connsiteY5" fmla="*/ 12353 h 30268"/>
                      <a:gd name="connsiteX6" fmla="*/ 30865 w 30865"/>
                      <a:gd name="connsiteY6" fmla="*/ 14533 h 30268"/>
                      <a:gd name="connsiteX7" fmla="*/ 29557 w 30865"/>
                      <a:gd name="connsiteY7" fmla="*/ 16779 h 30268"/>
                      <a:gd name="connsiteX8" fmla="*/ 6687 w 30865"/>
                      <a:gd name="connsiteY8" fmla="*/ 28974 h 30268"/>
                      <a:gd name="connsiteX9" fmla="*/ 4612 w 30865"/>
                      <a:gd name="connsiteY9" fmla="*/ 28340 h 30268"/>
                      <a:gd name="connsiteX10" fmla="*/ 5246 w 30865"/>
                      <a:gd name="connsiteY10" fmla="*/ 26265 h 30268"/>
                      <a:gd name="connsiteX11" fmla="*/ 27060 w 30865"/>
                      <a:gd name="connsiteY11" fmla="*/ 14639 h 30268"/>
                      <a:gd name="connsiteX12" fmla="*/ 3119 w 30865"/>
                      <a:gd name="connsiteY12" fmla="*/ 3435 h 30268"/>
                      <a:gd name="connsiteX13" fmla="*/ 3793 w 30865"/>
                      <a:gd name="connsiteY13" fmla="*/ 28696 h 30268"/>
                      <a:gd name="connsiteX14" fmla="*/ 2300 w 30865"/>
                      <a:gd name="connsiteY14" fmla="*/ 30269 h 30268"/>
                      <a:gd name="connsiteX15" fmla="*/ 2260 w 30865"/>
                      <a:gd name="connsiteY15" fmla="*/ 30269 h 302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0865" h="30268">
                        <a:moveTo>
                          <a:pt x="2234" y="30269"/>
                        </a:moveTo>
                        <a:cubicBezTo>
                          <a:pt x="1402" y="30269"/>
                          <a:pt x="715" y="29608"/>
                          <a:pt x="701" y="28776"/>
                        </a:cubicBezTo>
                        <a:lnTo>
                          <a:pt x="1" y="2550"/>
                        </a:lnTo>
                        <a:cubicBezTo>
                          <a:pt x="-25" y="1691"/>
                          <a:pt x="398" y="885"/>
                          <a:pt x="1124" y="409"/>
                        </a:cubicBezTo>
                        <a:cubicBezTo>
                          <a:pt x="1851" y="-66"/>
                          <a:pt x="2749" y="-132"/>
                          <a:pt x="3529" y="237"/>
                        </a:cubicBezTo>
                        <a:lnTo>
                          <a:pt x="29438" y="12353"/>
                        </a:lnTo>
                        <a:cubicBezTo>
                          <a:pt x="30297" y="12749"/>
                          <a:pt x="30838" y="13582"/>
                          <a:pt x="30865" y="14533"/>
                        </a:cubicBezTo>
                        <a:cubicBezTo>
                          <a:pt x="30891" y="15471"/>
                          <a:pt x="30389" y="16343"/>
                          <a:pt x="29557" y="16779"/>
                        </a:cubicBezTo>
                        <a:lnTo>
                          <a:pt x="6687" y="28974"/>
                        </a:lnTo>
                        <a:cubicBezTo>
                          <a:pt x="5933" y="29370"/>
                          <a:pt x="5009" y="29093"/>
                          <a:pt x="4612" y="28340"/>
                        </a:cubicBezTo>
                        <a:cubicBezTo>
                          <a:pt x="4216" y="27587"/>
                          <a:pt x="4493" y="26662"/>
                          <a:pt x="5246" y="26265"/>
                        </a:cubicBezTo>
                        <a:lnTo>
                          <a:pt x="27060" y="14639"/>
                        </a:lnTo>
                        <a:lnTo>
                          <a:pt x="3119" y="3435"/>
                        </a:lnTo>
                        <a:lnTo>
                          <a:pt x="3793" y="28696"/>
                        </a:lnTo>
                        <a:cubicBezTo>
                          <a:pt x="3819" y="29542"/>
                          <a:pt x="3146" y="30255"/>
                          <a:pt x="2300" y="30269"/>
                        </a:cubicBezTo>
                        <a:cubicBezTo>
                          <a:pt x="2287" y="30269"/>
                          <a:pt x="2274" y="30269"/>
                          <a:pt x="2260" y="3026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5" name="Graphique 1982">
                <a:extLst>
                  <a:ext uri="{FF2B5EF4-FFF2-40B4-BE49-F238E27FC236}">
                    <a16:creationId xmlns:a16="http://schemas.microsoft.com/office/drawing/2014/main" id="{F716A6C8-959F-43F3-29A6-084076BC9201}"/>
                  </a:ext>
                </a:extLst>
              </p:cNvPr>
              <p:cNvGrpSpPr/>
              <p:nvPr/>
            </p:nvGrpSpPr>
            <p:grpSpPr>
              <a:xfrm>
                <a:off x="500980" y="819746"/>
                <a:ext cx="209080" cy="139820"/>
                <a:chOff x="500980" y="819746"/>
                <a:chExt cx="209080" cy="139820"/>
              </a:xfrm>
              <a:solidFill>
                <a:srgbClr val="FFD040"/>
              </a:solidFill>
            </p:grpSpPr>
            <p:sp>
              <p:nvSpPr>
                <p:cNvPr id="2319" name="Forme libre : forme 2318">
                  <a:extLst>
                    <a:ext uri="{FF2B5EF4-FFF2-40B4-BE49-F238E27FC236}">
                      <a16:creationId xmlns:a16="http://schemas.microsoft.com/office/drawing/2014/main" id="{AEF040BE-6660-6112-D0F0-0790C407495C}"/>
                    </a:ext>
                  </a:extLst>
                </p:cNvPr>
                <p:cNvSpPr/>
                <p:nvPr/>
              </p:nvSpPr>
              <p:spPr>
                <a:xfrm>
                  <a:off x="500980" y="819746"/>
                  <a:ext cx="172720" cy="107658"/>
                </a:xfrm>
                <a:custGeom>
                  <a:avLst/>
                  <a:gdLst>
                    <a:gd name="connsiteX0" fmla="*/ 303 w 172720"/>
                    <a:gd name="connsiteY0" fmla="*/ 5100 h 107658"/>
                    <a:gd name="connsiteX1" fmla="*/ 158624 w 172720"/>
                    <a:gd name="connsiteY1" fmla="*/ 107652 h 107658"/>
                    <a:gd name="connsiteX2" fmla="*/ 172721 w 172720"/>
                    <a:gd name="connsiteY2" fmla="*/ 85892 h 107658"/>
                    <a:gd name="connsiteX3" fmla="*/ 69283 w 172720"/>
                    <a:gd name="connsiteY3" fmla="*/ 4426 h 107658"/>
                    <a:gd name="connsiteX4" fmla="*/ 62823 w 172720"/>
                    <a:gd name="connsiteY4" fmla="*/ 0 h 107658"/>
                    <a:gd name="connsiteX5" fmla="*/ 3672 w 172720"/>
                    <a:gd name="connsiteY5" fmla="*/ 0 h 107658"/>
                    <a:gd name="connsiteX6" fmla="*/ 303 w 172720"/>
                    <a:gd name="connsiteY6" fmla="*/ 5100 h 1076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2720" h="107658">
                      <a:moveTo>
                        <a:pt x="303" y="5100"/>
                      </a:moveTo>
                      <a:cubicBezTo>
                        <a:pt x="29515" y="72283"/>
                        <a:pt x="106859" y="108207"/>
                        <a:pt x="158624" y="107652"/>
                      </a:cubicBezTo>
                      <a:lnTo>
                        <a:pt x="172721" y="85892"/>
                      </a:lnTo>
                      <a:cubicBezTo>
                        <a:pt x="122925" y="68901"/>
                        <a:pt x="88520" y="53483"/>
                        <a:pt x="69283" y="4426"/>
                      </a:cubicBezTo>
                      <a:cubicBezTo>
                        <a:pt x="68240" y="1770"/>
                        <a:pt x="65676" y="0"/>
                        <a:pt x="62823" y="0"/>
                      </a:cubicBezTo>
                      <a:lnTo>
                        <a:pt x="3672" y="0"/>
                      </a:lnTo>
                      <a:cubicBezTo>
                        <a:pt x="1043" y="0"/>
                        <a:pt x="-741" y="2695"/>
                        <a:pt x="303" y="5100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0" name="Forme libre : forme 2319">
                  <a:extLst>
                    <a:ext uri="{FF2B5EF4-FFF2-40B4-BE49-F238E27FC236}">
                      <a16:creationId xmlns:a16="http://schemas.microsoft.com/office/drawing/2014/main" id="{103C989D-BD11-2A39-5AE0-E8F697DD8EF8}"/>
                    </a:ext>
                  </a:extLst>
                </p:cNvPr>
                <p:cNvSpPr/>
                <p:nvPr/>
              </p:nvSpPr>
              <p:spPr>
                <a:xfrm>
                  <a:off x="637324" y="885252"/>
                  <a:ext cx="72736" cy="74314"/>
                </a:xfrm>
                <a:custGeom>
                  <a:avLst/>
                  <a:gdLst>
                    <a:gd name="connsiteX0" fmla="*/ 4364 w 72736"/>
                    <a:gd name="connsiteY0" fmla="*/ 73895 h 74314"/>
                    <a:gd name="connsiteX1" fmla="*/ 71667 w 72736"/>
                    <a:gd name="connsiteY1" fmla="*/ 34642 h 74314"/>
                    <a:gd name="connsiteX2" fmla="*/ 71772 w 72736"/>
                    <a:gd name="connsiteY2" fmla="*/ 30982 h 74314"/>
                    <a:gd name="connsiteX3" fmla="*/ 26204 w 72736"/>
                    <a:gd name="connsiteY3" fmla="*/ 541 h 74314"/>
                    <a:gd name="connsiteX4" fmla="*/ 21355 w 72736"/>
                    <a:gd name="connsiteY4" fmla="*/ 2259 h 74314"/>
                    <a:gd name="connsiteX5" fmla="*/ 136 w 72736"/>
                    <a:gd name="connsiteY5" fmla="*/ 70552 h 74314"/>
                    <a:gd name="connsiteX6" fmla="*/ 4351 w 72736"/>
                    <a:gd name="connsiteY6" fmla="*/ 73908 h 74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2736" h="74314">
                      <a:moveTo>
                        <a:pt x="4364" y="73895"/>
                      </a:moveTo>
                      <a:lnTo>
                        <a:pt x="71667" y="34642"/>
                      </a:lnTo>
                      <a:cubicBezTo>
                        <a:pt x="73041" y="33836"/>
                        <a:pt x="73107" y="31867"/>
                        <a:pt x="71772" y="30982"/>
                      </a:cubicBezTo>
                      <a:lnTo>
                        <a:pt x="26204" y="541"/>
                      </a:lnTo>
                      <a:cubicBezTo>
                        <a:pt x="24420" y="-648"/>
                        <a:pt x="21989" y="211"/>
                        <a:pt x="21355" y="2259"/>
                      </a:cubicBezTo>
                      <a:lnTo>
                        <a:pt x="136" y="70552"/>
                      </a:lnTo>
                      <a:cubicBezTo>
                        <a:pt x="-643" y="73076"/>
                        <a:pt x="2078" y="75242"/>
                        <a:pt x="4351" y="73908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" name="Graphique 1982">
                <a:extLst>
                  <a:ext uri="{FF2B5EF4-FFF2-40B4-BE49-F238E27FC236}">
                    <a16:creationId xmlns:a16="http://schemas.microsoft.com/office/drawing/2014/main" id="{44512C0A-B8ED-350A-1885-545B93146B2D}"/>
                  </a:ext>
                </a:extLst>
              </p:cNvPr>
              <p:cNvGrpSpPr/>
              <p:nvPr/>
            </p:nvGrpSpPr>
            <p:grpSpPr>
              <a:xfrm>
                <a:off x="513231" y="56400"/>
                <a:ext cx="224923" cy="135962"/>
                <a:chOff x="513231" y="56400"/>
                <a:chExt cx="224923" cy="135962"/>
              </a:xfrm>
              <a:solidFill>
                <a:srgbClr val="FFD040"/>
              </a:solidFill>
            </p:grpSpPr>
            <p:sp>
              <p:nvSpPr>
                <p:cNvPr id="2317" name="Forme libre : forme 2316">
                  <a:extLst>
                    <a:ext uri="{FF2B5EF4-FFF2-40B4-BE49-F238E27FC236}">
                      <a16:creationId xmlns:a16="http://schemas.microsoft.com/office/drawing/2014/main" id="{C91AFC9C-DE22-C00E-22C1-938C2455DF27}"/>
                    </a:ext>
                  </a:extLst>
                </p:cNvPr>
                <p:cNvSpPr/>
                <p:nvPr/>
              </p:nvSpPr>
              <p:spPr>
                <a:xfrm>
                  <a:off x="513231" y="89259"/>
                  <a:ext cx="176509" cy="103103"/>
                </a:xfrm>
                <a:custGeom>
                  <a:avLst/>
                  <a:gdLst>
                    <a:gd name="connsiteX0" fmla="*/ 378 w 176509"/>
                    <a:gd name="connsiteY0" fmla="*/ 94958 h 103103"/>
                    <a:gd name="connsiteX1" fmla="*/ 163482 w 176509"/>
                    <a:gd name="connsiteY1" fmla="*/ 200 h 103103"/>
                    <a:gd name="connsiteX2" fmla="*/ 176509 w 176509"/>
                    <a:gd name="connsiteY2" fmla="*/ 22621 h 103103"/>
                    <a:gd name="connsiteX3" fmla="*/ 69240 w 176509"/>
                    <a:gd name="connsiteY3" fmla="*/ 98987 h 103103"/>
                    <a:gd name="connsiteX4" fmla="*/ 62581 w 176509"/>
                    <a:gd name="connsiteY4" fmla="*/ 103096 h 103103"/>
                    <a:gd name="connsiteX5" fmla="*/ 3496 w 176509"/>
                    <a:gd name="connsiteY5" fmla="*/ 100229 h 103103"/>
                    <a:gd name="connsiteX6" fmla="*/ 378 w 176509"/>
                    <a:gd name="connsiteY6" fmla="*/ 94971 h 1031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6509" h="103103">
                      <a:moveTo>
                        <a:pt x="378" y="94958"/>
                      </a:moveTo>
                      <a:cubicBezTo>
                        <a:pt x="32801" y="29267"/>
                        <a:pt x="111796" y="-2865"/>
                        <a:pt x="163482" y="200"/>
                      </a:cubicBezTo>
                      <a:lnTo>
                        <a:pt x="176509" y="22621"/>
                      </a:lnTo>
                      <a:cubicBezTo>
                        <a:pt x="125946" y="37181"/>
                        <a:pt x="90829" y="50908"/>
                        <a:pt x="69240" y="98987"/>
                      </a:cubicBezTo>
                      <a:cubicBezTo>
                        <a:pt x="68064" y="101590"/>
                        <a:pt x="65435" y="103228"/>
                        <a:pt x="62581" y="103096"/>
                      </a:cubicBezTo>
                      <a:lnTo>
                        <a:pt x="3496" y="100229"/>
                      </a:lnTo>
                      <a:cubicBezTo>
                        <a:pt x="867" y="100097"/>
                        <a:pt x="-784" y="97323"/>
                        <a:pt x="378" y="94971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8" name="Forme libre : forme 2317">
                  <a:extLst>
                    <a:ext uri="{FF2B5EF4-FFF2-40B4-BE49-F238E27FC236}">
                      <a16:creationId xmlns:a16="http://schemas.microsoft.com/office/drawing/2014/main" id="{B266B088-7E6E-18D6-540E-F18C4ED73F76}"/>
                    </a:ext>
                  </a:extLst>
                </p:cNvPr>
                <p:cNvSpPr/>
                <p:nvPr/>
              </p:nvSpPr>
              <p:spPr>
                <a:xfrm>
                  <a:off x="655873" y="56400"/>
                  <a:ext cx="82281" cy="75272"/>
                </a:xfrm>
                <a:custGeom>
                  <a:avLst/>
                  <a:gdLst>
                    <a:gd name="connsiteX0" fmla="*/ 4484 w 82281"/>
                    <a:gd name="connsiteY0" fmla="*/ 478 h 75272"/>
                    <a:gd name="connsiteX1" fmla="*/ 77785 w 82281"/>
                    <a:gd name="connsiteY1" fmla="*/ 22860 h 75272"/>
                    <a:gd name="connsiteX2" fmla="*/ 79621 w 82281"/>
                    <a:gd name="connsiteY2" fmla="*/ 34090 h 75272"/>
                    <a:gd name="connsiteX3" fmla="*/ 22743 w 82281"/>
                    <a:gd name="connsiteY3" fmla="*/ 74810 h 75272"/>
                    <a:gd name="connsiteX4" fmla="*/ 17987 w 82281"/>
                    <a:gd name="connsiteY4" fmla="*/ 72867 h 75272"/>
                    <a:gd name="connsiteX5" fmla="*/ 98 w 82281"/>
                    <a:gd name="connsiteY5" fmla="*/ 3623 h 75272"/>
                    <a:gd name="connsiteX6" fmla="*/ 4471 w 82281"/>
                    <a:gd name="connsiteY6" fmla="*/ 478 h 75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2281" h="75272">
                      <a:moveTo>
                        <a:pt x="4484" y="478"/>
                      </a:moveTo>
                      <a:lnTo>
                        <a:pt x="77785" y="22860"/>
                      </a:lnTo>
                      <a:cubicBezTo>
                        <a:pt x="82819" y="24392"/>
                        <a:pt x="83902" y="31038"/>
                        <a:pt x="79621" y="34090"/>
                      </a:cubicBezTo>
                      <a:lnTo>
                        <a:pt x="22743" y="74810"/>
                      </a:lnTo>
                      <a:cubicBezTo>
                        <a:pt x="20907" y="75919"/>
                        <a:pt x="18529" y="74942"/>
                        <a:pt x="17987" y="72867"/>
                      </a:cubicBezTo>
                      <a:lnTo>
                        <a:pt x="98" y="3623"/>
                      </a:lnTo>
                      <a:cubicBezTo>
                        <a:pt x="-563" y="1073"/>
                        <a:pt x="2264" y="-962"/>
                        <a:pt x="4471" y="478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" name="Graphique 1982">
                <a:extLst>
                  <a:ext uri="{FF2B5EF4-FFF2-40B4-BE49-F238E27FC236}">
                    <a16:creationId xmlns:a16="http://schemas.microsoft.com/office/drawing/2014/main" id="{D3D85E7F-03FC-22E0-4EE0-265C09B56F97}"/>
                  </a:ext>
                </a:extLst>
              </p:cNvPr>
              <p:cNvGrpSpPr/>
              <p:nvPr/>
            </p:nvGrpSpPr>
            <p:grpSpPr>
              <a:xfrm>
                <a:off x="1244861" y="86956"/>
                <a:ext cx="207611" cy="141870"/>
                <a:chOff x="1244861" y="86956"/>
                <a:chExt cx="207611" cy="141870"/>
              </a:xfrm>
              <a:solidFill>
                <a:srgbClr val="FFD040"/>
              </a:solidFill>
            </p:grpSpPr>
            <p:sp>
              <p:nvSpPr>
                <p:cNvPr id="2315" name="Forme libre : forme 2314">
                  <a:extLst>
                    <a:ext uri="{FF2B5EF4-FFF2-40B4-BE49-F238E27FC236}">
                      <a16:creationId xmlns:a16="http://schemas.microsoft.com/office/drawing/2014/main" id="{33E34DD7-894A-05FC-B49B-44A016C9C347}"/>
                    </a:ext>
                  </a:extLst>
                </p:cNvPr>
                <p:cNvSpPr/>
                <p:nvPr/>
              </p:nvSpPr>
              <p:spPr>
                <a:xfrm>
                  <a:off x="1244861" y="86956"/>
                  <a:ext cx="169088" cy="113379"/>
                </a:xfrm>
                <a:custGeom>
                  <a:avLst/>
                  <a:gdLst>
                    <a:gd name="connsiteX0" fmla="*/ 3330 w 169088"/>
                    <a:gd name="connsiteY0" fmla="*/ 561 h 113379"/>
                    <a:gd name="connsiteX1" fmla="*/ 169089 w 169088"/>
                    <a:gd name="connsiteY1" fmla="*/ 90588 h 113379"/>
                    <a:gd name="connsiteX2" fmla="*/ 156709 w 169088"/>
                    <a:gd name="connsiteY2" fmla="*/ 113379 h 113379"/>
                    <a:gd name="connsiteX3" fmla="*/ 35699 w 169088"/>
                    <a:gd name="connsiteY3" fmla="*/ 61469 h 113379"/>
                    <a:gd name="connsiteX4" fmla="*/ 28723 w 169088"/>
                    <a:gd name="connsiteY4" fmla="*/ 57915 h 113379"/>
                    <a:gd name="connsiteX5" fmla="*/ 449 w 169088"/>
                    <a:gd name="connsiteY5" fmla="*/ 5965 h 113379"/>
                    <a:gd name="connsiteX6" fmla="*/ 3330 w 169088"/>
                    <a:gd name="connsiteY6" fmla="*/ 561 h 1133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088" h="113379">
                      <a:moveTo>
                        <a:pt x="3330" y="561"/>
                      </a:moveTo>
                      <a:cubicBezTo>
                        <a:pt x="76300" y="-5913"/>
                        <a:pt x="144818" y="44861"/>
                        <a:pt x="169089" y="90588"/>
                      </a:cubicBezTo>
                      <a:lnTo>
                        <a:pt x="156709" y="113379"/>
                      </a:lnTo>
                      <a:cubicBezTo>
                        <a:pt x="117984" y="77759"/>
                        <a:pt x="87993" y="54916"/>
                        <a:pt x="35699" y="61469"/>
                      </a:cubicBezTo>
                      <a:cubicBezTo>
                        <a:pt x="32859" y="61826"/>
                        <a:pt x="30097" y="60425"/>
                        <a:pt x="28723" y="57915"/>
                      </a:cubicBezTo>
                      <a:lnTo>
                        <a:pt x="449" y="5965"/>
                      </a:lnTo>
                      <a:cubicBezTo>
                        <a:pt x="-806" y="3653"/>
                        <a:pt x="700" y="799"/>
                        <a:pt x="3330" y="561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6" name="Forme libre : forme 2315">
                  <a:extLst>
                    <a:ext uri="{FF2B5EF4-FFF2-40B4-BE49-F238E27FC236}">
                      <a16:creationId xmlns:a16="http://schemas.microsoft.com/office/drawing/2014/main" id="{5CCFAFDD-93FB-032E-45A8-37EAB8368B5D}"/>
                    </a:ext>
                  </a:extLst>
                </p:cNvPr>
                <p:cNvSpPr/>
                <p:nvPr/>
              </p:nvSpPr>
              <p:spPr>
                <a:xfrm>
                  <a:off x="1377552" y="143657"/>
                  <a:ext cx="74920" cy="85169"/>
                </a:xfrm>
                <a:custGeom>
                  <a:avLst/>
                  <a:gdLst>
                    <a:gd name="connsiteX0" fmla="*/ 55714 w 74920"/>
                    <a:gd name="connsiteY0" fmla="*/ 2984 h 85169"/>
                    <a:gd name="connsiteX1" fmla="*/ 74713 w 74920"/>
                    <a:gd name="connsiteY1" fmla="*/ 77236 h 85169"/>
                    <a:gd name="connsiteX2" fmla="*/ 66072 w 74920"/>
                    <a:gd name="connsiteY2" fmla="*/ 84648 h 85169"/>
                    <a:gd name="connsiteX3" fmla="*/ 1716 w 74920"/>
                    <a:gd name="connsiteY3" fmla="*/ 57246 h 85169"/>
                    <a:gd name="connsiteX4" fmla="*/ 910 w 74920"/>
                    <a:gd name="connsiteY4" fmla="*/ 52173 h 85169"/>
                    <a:gd name="connsiteX5" fmla="*/ 50746 w 74920"/>
                    <a:gd name="connsiteY5" fmla="*/ 883 h 85169"/>
                    <a:gd name="connsiteX6" fmla="*/ 55714 w 74920"/>
                    <a:gd name="connsiteY6" fmla="*/ 2984 h 85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4920" h="85169">
                      <a:moveTo>
                        <a:pt x="55714" y="2984"/>
                      </a:moveTo>
                      <a:lnTo>
                        <a:pt x="74713" y="77236"/>
                      </a:lnTo>
                      <a:cubicBezTo>
                        <a:pt x="76021" y="82336"/>
                        <a:pt x="70921" y="86709"/>
                        <a:pt x="66072" y="84648"/>
                      </a:cubicBezTo>
                      <a:lnTo>
                        <a:pt x="1716" y="57246"/>
                      </a:lnTo>
                      <a:cubicBezTo>
                        <a:pt x="-187" y="56255"/>
                        <a:pt x="-583" y="53705"/>
                        <a:pt x="910" y="52173"/>
                      </a:cubicBezTo>
                      <a:lnTo>
                        <a:pt x="50746" y="883"/>
                      </a:lnTo>
                      <a:cubicBezTo>
                        <a:pt x="52583" y="-1006"/>
                        <a:pt x="55793" y="341"/>
                        <a:pt x="55714" y="2984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" name="Graphique 1982">
                <a:extLst>
                  <a:ext uri="{FF2B5EF4-FFF2-40B4-BE49-F238E27FC236}">
                    <a16:creationId xmlns:a16="http://schemas.microsoft.com/office/drawing/2014/main" id="{0C4100FA-F39A-F036-4E53-F3FCDFE52FF9}"/>
                  </a:ext>
                </a:extLst>
              </p:cNvPr>
              <p:cNvGrpSpPr/>
              <p:nvPr/>
            </p:nvGrpSpPr>
            <p:grpSpPr>
              <a:xfrm>
                <a:off x="1149430" y="673169"/>
                <a:ext cx="178921" cy="162999"/>
                <a:chOff x="1149430" y="673169"/>
                <a:chExt cx="178921" cy="162999"/>
              </a:xfrm>
              <a:solidFill>
                <a:srgbClr val="FFD040"/>
              </a:solidFill>
            </p:grpSpPr>
            <p:sp>
              <p:nvSpPr>
                <p:cNvPr id="2313" name="Forme libre : forme 2312">
                  <a:extLst>
                    <a:ext uri="{FF2B5EF4-FFF2-40B4-BE49-F238E27FC236}">
                      <a16:creationId xmlns:a16="http://schemas.microsoft.com/office/drawing/2014/main" id="{62EAFBB2-264C-22CD-E48C-E8DF3C0C4E71}"/>
                    </a:ext>
                  </a:extLst>
                </p:cNvPr>
                <p:cNvSpPr/>
                <p:nvPr/>
              </p:nvSpPr>
              <p:spPr>
                <a:xfrm>
                  <a:off x="1149430" y="703017"/>
                  <a:ext cx="155400" cy="133151"/>
                </a:xfrm>
                <a:custGeom>
                  <a:avLst/>
                  <a:gdLst>
                    <a:gd name="connsiteX0" fmla="*/ 3857 w 155400"/>
                    <a:gd name="connsiteY0" fmla="*/ 133152 h 133151"/>
                    <a:gd name="connsiteX1" fmla="*/ 155400 w 155400"/>
                    <a:gd name="connsiteY1" fmla="*/ 20836 h 133151"/>
                    <a:gd name="connsiteX2" fmla="*/ 139955 w 155400"/>
                    <a:gd name="connsiteY2" fmla="*/ 0 h 133151"/>
                    <a:gd name="connsiteX3" fmla="*/ 27388 w 155400"/>
                    <a:gd name="connsiteY3" fmla="*/ 68307 h 133151"/>
                    <a:gd name="connsiteX4" fmla="*/ 20980 w 155400"/>
                    <a:gd name="connsiteY4" fmla="*/ 72799 h 133151"/>
                    <a:gd name="connsiteX5" fmla="*/ 237 w 155400"/>
                    <a:gd name="connsiteY5" fmla="*/ 128197 h 133151"/>
                    <a:gd name="connsiteX6" fmla="*/ 3844 w 155400"/>
                    <a:gd name="connsiteY6" fmla="*/ 133139 h 133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5400" h="133151">
                      <a:moveTo>
                        <a:pt x="3857" y="133152"/>
                      </a:moveTo>
                      <a:cubicBezTo>
                        <a:pt x="77013" y="129360"/>
                        <a:pt x="137775" y="69509"/>
                        <a:pt x="155400" y="20836"/>
                      </a:cubicBezTo>
                      <a:lnTo>
                        <a:pt x="139955" y="0"/>
                      </a:lnTo>
                      <a:cubicBezTo>
                        <a:pt x="106595" y="40680"/>
                        <a:pt x="80091" y="67501"/>
                        <a:pt x="27388" y="68307"/>
                      </a:cubicBezTo>
                      <a:cubicBezTo>
                        <a:pt x="24534" y="68346"/>
                        <a:pt x="21984" y="70130"/>
                        <a:pt x="20980" y="72799"/>
                      </a:cubicBezTo>
                      <a:lnTo>
                        <a:pt x="237" y="128197"/>
                      </a:lnTo>
                      <a:cubicBezTo>
                        <a:pt x="-688" y="130655"/>
                        <a:pt x="1215" y="133271"/>
                        <a:pt x="3844" y="133139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4" name="Forme libre : forme 2313">
                  <a:extLst>
                    <a:ext uri="{FF2B5EF4-FFF2-40B4-BE49-F238E27FC236}">
                      <a16:creationId xmlns:a16="http://schemas.microsoft.com/office/drawing/2014/main" id="{C2BA0DB9-414C-10A9-DE08-DEB733A1B4CA}"/>
                    </a:ext>
                  </a:extLst>
                </p:cNvPr>
                <p:cNvSpPr/>
                <p:nvPr/>
              </p:nvSpPr>
              <p:spPr>
                <a:xfrm>
                  <a:off x="1265920" y="673169"/>
                  <a:ext cx="62431" cy="81989"/>
                </a:xfrm>
                <a:custGeom>
                  <a:avLst/>
                  <a:gdLst>
                    <a:gd name="connsiteX0" fmla="*/ 62375 w 62431"/>
                    <a:gd name="connsiteY0" fmla="*/ 78587 h 81989"/>
                    <a:gd name="connsiteX1" fmla="*/ 49216 w 62431"/>
                    <a:gd name="connsiteY1" fmla="*/ 1798 h 81989"/>
                    <a:gd name="connsiteX2" fmla="*/ 45820 w 62431"/>
                    <a:gd name="connsiteY2" fmla="*/ 411 h 81989"/>
                    <a:gd name="connsiteX3" fmla="*/ 1335 w 62431"/>
                    <a:gd name="connsiteY3" fmla="*/ 32411 h 81989"/>
                    <a:gd name="connsiteX4" fmla="*/ 1242 w 62431"/>
                    <a:gd name="connsiteY4" fmla="*/ 37550 h 81989"/>
                    <a:gd name="connsiteX5" fmla="*/ 57764 w 62431"/>
                    <a:gd name="connsiteY5" fmla="*/ 81375 h 81989"/>
                    <a:gd name="connsiteX6" fmla="*/ 62388 w 62431"/>
                    <a:gd name="connsiteY6" fmla="*/ 78601 h 81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2431" h="81989">
                      <a:moveTo>
                        <a:pt x="62375" y="78587"/>
                      </a:moveTo>
                      <a:lnTo>
                        <a:pt x="49216" y="1798"/>
                      </a:lnTo>
                      <a:cubicBezTo>
                        <a:pt x="48951" y="226"/>
                        <a:pt x="47115" y="-527"/>
                        <a:pt x="45820" y="411"/>
                      </a:cubicBezTo>
                      <a:lnTo>
                        <a:pt x="1335" y="32411"/>
                      </a:lnTo>
                      <a:cubicBezTo>
                        <a:pt x="-409" y="33666"/>
                        <a:pt x="-449" y="36242"/>
                        <a:pt x="1242" y="37550"/>
                      </a:cubicBezTo>
                      <a:lnTo>
                        <a:pt x="57764" y="81375"/>
                      </a:lnTo>
                      <a:cubicBezTo>
                        <a:pt x="59851" y="82987"/>
                        <a:pt x="62824" y="81203"/>
                        <a:pt x="62388" y="78601"/>
                      </a:cubicBezTo>
                      <a:close/>
                    </a:path>
                  </a:pathLst>
                </a:custGeom>
                <a:solidFill>
                  <a:srgbClr val="FFD040"/>
                </a:solidFill>
                <a:ln w="13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1219170">
                    <a:buClr>
                      <a:srgbClr val="000000"/>
                    </a:buClr>
                  </a:pPr>
                  <a:endParaRPr lang="fr-FR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" name="Graphique 1982">
                <a:extLst>
                  <a:ext uri="{FF2B5EF4-FFF2-40B4-BE49-F238E27FC236}">
                    <a16:creationId xmlns:a16="http://schemas.microsoft.com/office/drawing/2014/main" id="{9F12CE4D-CEED-57CE-B1A1-D4519FDB8CC5}"/>
                  </a:ext>
                </a:extLst>
              </p:cNvPr>
              <p:cNvGrpSpPr/>
              <p:nvPr/>
            </p:nvGrpSpPr>
            <p:grpSpPr>
              <a:xfrm>
                <a:off x="1420870" y="725501"/>
                <a:ext cx="436316" cy="429055"/>
                <a:chOff x="1420870" y="725501"/>
                <a:chExt cx="436316" cy="429055"/>
              </a:xfrm>
            </p:grpSpPr>
            <p:grpSp>
              <p:nvGrpSpPr>
                <p:cNvPr id="40" name="Graphique 1982">
                  <a:extLst>
                    <a:ext uri="{FF2B5EF4-FFF2-40B4-BE49-F238E27FC236}">
                      <a16:creationId xmlns:a16="http://schemas.microsoft.com/office/drawing/2014/main" id="{A26E44D0-B8F6-0FB5-C19A-17358E6BDBFB}"/>
                    </a:ext>
                  </a:extLst>
                </p:cNvPr>
                <p:cNvGrpSpPr/>
                <p:nvPr/>
              </p:nvGrpSpPr>
              <p:grpSpPr>
                <a:xfrm>
                  <a:off x="1616637" y="973363"/>
                  <a:ext cx="134182" cy="155902"/>
                  <a:chOff x="1616637" y="973363"/>
                  <a:chExt cx="134182" cy="155902"/>
                </a:xfrm>
                <a:solidFill>
                  <a:srgbClr val="8078D5"/>
                </a:solidFill>
              </p:grpSpPr>
              <p:sp>
                <p:nvSpPr>
                  <p:cNvPr id="2310" name="Forme libre : forme 2309">
                    <a:extLst>
                      <a:ext uri="{FF2B5EF4-FFF2-40B4-BE49-F238E27FC236}">
                        <a16:creationId xmlns:a16="http://schemas.microsoft.com/office/drawing/2014/main" id="{60386931-5CA6-FFED-2A72-70D95E6FE5FB}"/>
                      </a:ext>
                    </a:extLst>
                  </p:cNvPr>
                  <p:cNvSpPr/>
                  <p:nvPr/>
                </p:nvSpPr>
                <p:spPr>
                  <a:xfrm>
                    <a:off x="1675880" y="1002892"/>
                    <a:ext cx="11468" cy="123982"/>
                  </a:xfrm>
                  <a:custGeom>
                    <a:avLst/>
                    <a:gdLst>
                      <a:gd name="connsiteX0" fmla="*/ 0 w 11468"/>
                      <a:gd name="connsiteY0" fmla="*/ 0 h 123982"/>
                      <a:gd name="connsiteX1" fmla="*/ 11468 w 11468"/>
                      <a:gd name="connsiteY1" fmla="*/ 0 h 123982"/>
                      <a:gd name="connsiteX2" fmla="*/ 11468 w 11468"/>
                      <a:gd name="connsiteY2" fmla="*/ 123983 h 123982"/>
                      <a:gd name="connsiteX3" fmla="*/ 0 w 11468"/>
                      <a:gd name="connsiteY3" fmla="*/ 123983 h 123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468" h="123982">
                        <a:moveTo>
                          <a:pt x="0" y="0"/>
                        </a:moveTo>
                        <a:lnTo>
                          <a:pt x="11468" y="0"/>
                        </a:lnTo>
                        <a:lnTo>
                          <a:pt x="11468" y="123983"/>
                        </a:lnTo>
                        <a:lnTo>
                          <a:pt x="0" y="123983"/>
                        </a:lnTo>
                        <a:close/>
                      </a:path>
                    </a:pathLst>
                  </a:custGeom>
                  <a:solidFill>
                    <a:srgbClr val="8078D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1" name="Forme libre : forme 2310">
                    <a:extLst>
                      <a:ext uri="{FF2B5EF4-FFF2-40B4-BE49-F238E27FC236}">
                        <a16:creationId xmlns:a16="http://schemas.microsoft.com/office/drawing/2014/main" id="{ABA02BCB-5B06-89E3-05B6-F686B41DA252}"/>
                      </a:ext>
                    </a:extLst>
                  </p:cNvPr>
                  <p:cNvSpPr/>
                  <p:nvPr/>
                </p:nvSpPr>
                <p:spPr>
                  <a:xfrm>
                    <a:off x="1631408" y="1121801"/>
                    <a:ext cx="100425" cy="7464"/>
                  </a:xfrm>
                  <a:custGeom>
                    <a:avLst/>
                    <a:gdLst>
                      <a:gd name="connsiteX0" fmla="*/ 100412 w 100425"/>
                      <a:gd name="connsiteY0" fmla="*/ 7465 h 7464"/>
                      <a:gd name="connsiteX1" fmla="*/ 0 w 100425"/>
                      <a:gd name="connsiteY1" fmla="*/ 7465 h 7464"/>
                      <a:gd name="connsiteX2" fmla="*/ 0 w 100425"/>
                      <a:gd name="connsiteY2" fmla="*/ 2550 h 7464"/>
                      <a:gd name="connsiteX3" fmla="*/ 2550 w 100425"/>
                      <a:gd name="connsiteY3" fmla="*/ 0 h 7464"/>
                      <a:gd name="connsiteX4" fmla="*/ 97677 w 100425"/>
                      <a:gd name="connsiteY4" fmla="*/ 0 h 7464"/>
                      <a:gd name="connsiteX5" fmla="*/ 100425 w 100425"/>
                      <a:gd name="connsiteY5" fmla="*/ 2748 h 7464"/>
                      <a:gd name="connsiteX6" fmla="*/ 100425 w 100425"/>
                      <a:gd name="connsiteY6" fmla="*/ 7465 h 74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0425" h="7464">
                        <a:moveTo>
                          <a:pt x="100412" y="7465"/>
                        </a:moveTo>
                        <a:lnTo>
                          <a:pt x="0" y="7465"/>
                        </a:lnTo>
                        <a:lnTo>
                          <a:pt x="0" y="2550"/>
                        </a:lnTo>
                        <a:cubicBezTo>
                          <a:pt x="0" y="1136"/>
                          <a:pt x="1136" y="0"/>
                          <a:pt x="2550" y="0"/>
                        </a:cubicBezTo>
                        <a:lnTo>
                          <a:pt x="97677" y="0"/>
                        </a:lnTo>
                        <a:cubicBezTo>
                          <a:pt x="99197" y="0"/>
                          <a:pt x="100425" y="1229"/>
                          <a:pt x="100425" y="2748"/>
                        </a:cubicBezTo>
                        <a:lnTo>
                          <a:pt x="100425" y="7465"/>
                        </a:lnTo>
                        <a:close/>
                      </a:path>
                    </a:pathLst>
                  </a:custGeom>
                  <a:solidFill>
                    <a:srgbClr val="8078D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12" name="Forme libre : forme 2311">
                    <a:extLst>
                      <a:ext uri="{FF2B5EF4-FFF2-40B4-BE49-F238E27FC236}">
                        <a16:creationId xmlns:a16="http://schemas.microsoft.com/office/drawing/2014/main" id="{3ACE4F49-25C9-8F83-D5FB-6E5B6FD0842D}"/>
                      </a:ext>
                    </a:extLst>
                  </p:cNvPr>
                  <p:cNvSpPr/>
                  <p:nvPr/>
                </p:nvSpPr>
                <p:spPr>
                  <a:xfrm>
                    <a:off x="1616637" y="973363"/>
                    <a:ext cx="134182" cy="38064"/>
                  </a:xfrm>
                  <a:custGeom>
                    <a:avLst/>
                    <a:gdLst>
                      <a:gd name="connsiteX0" fmla="*/ 13106 w 134182"/>
                      <a:gd name="connsiteY0" fmla="*/ 0 h 38064"/>
                      <a:gd name="connsiteX1" fmla="*/ 121076 w 134182"/>
                      <a:gd name="connsiteY1" fmla="*/ 0 h 38064"/>
                      <a:gd name="connsiteX2" fmla="*/ 134182 w 134182"/>
                      <a:gd name="connsiteY2" fmla="*/ 13106 h 38064"/>
                      <a:gd name="connsiteX3" fmla="*/ 134182 w 134182"/>
                      <a:gd name="connsiteY3" fmla="*/ 24958 h 38064"/>
                      <a:gd name="connsiteX4" fmla="*/ 121076 w 134182"/>
                      <a:gd name="connsiteY4" fmla="*/ 38064 h 38064"/>
                      <a:gd name="connsiteX5" fmla="*/ 13106 w 134182"/>
                      <a:gd name="connsiteY5" fmla="*/ 38064 h 38064"/>
                      <a:gd name="connsiteX6" fmla="*/ 0 w 134182"/>
                      <a:gd name="connsiteY6" fmla="*/ 24958 h 38064"/>
                      <a:gd name="connsiteX7" fmla="*/ 0 w 134182"/>
                      <a:gd name="connsiteY7" fmla="*/ 13106 h 38064"/>
                      <a:gd name="connsiteX8" fmla="*/ 13106 w 134182"/>
                      <a:gd name="connsiteY8" fmla="*/ 0 h 38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4182" h="38064">
                        <a:moveTo>
                          <a:pt x="13106" y="0"/>
                        </a:moveTo>
                        <a:lnTo>
                          <a:pt x="121076" y="0"/>
                        </a:lnTo>
                        <a:cubicBezTo>
                          <a:pt x="128303" y="0"/>
                          <a:pt x="134182" y="5866"/>
                          <a:pt x="134182" y="13106"/>
                        </a:cubicBezTo>
                        <a:lnTo>
                          <a:pt x="134182" y="24958"/>
                        </a:lnTo>
                        <a:cubicBezTo>
                          <a:pt x="134182" y="32185"/>
                          <a:pt x="128316" y="38064"/>
                          <a:pt x="121076" y="38064"/>
                        </a:cubicBezTo>
                        <a:lnTo>
                          <a:pt x="13106" y="38064"/>
                        </a:lnTo>
                        <a:cubicBezTo>
                          <a:pt x="5879" y="38064"/>
                          <a:pt x="0" y="32198"/>
                          <a:pt x="0" y="24958"/>
                        </a:cubicBezTo>
                        <a:lnTo>
                          <a:pt x="0" y="13106"/>
                        </a:lnTo>
                        <a:cubicBezTo>
                          <a:pt x="0" y="5879"/>
                          <a:pt x="5866" y="0"/>
                          <a:pt x="13106" y="0"/>
                        </a:cubicBezTo>
                        <a:close/>
                      </a:path>
                    </a:pathLst>
                  </a:custGeom>
                  <a:solidFill>
                    <a:srgbClr val="8078D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1" name="Graphique 1982">
                  <a:extLst>
                    <a:ext uri="{FF2B5EF4-FFF2-40B4-BE49-F238E27FC236}">
                      <a16:creationId xmlns:a16="http://schemas.microsoft.com/office/drawing/2014/main" id="{91DFF6A4-50AA-69D7-97CA-FDD0C99BC7A3}"/>
                    </a:ext>
                  </a:extLst>
                </p:cNvPr>
                <p:cNvGrpSpPr/>
                <p:nvPr/>
              </p:nvGrpSpPr>
              <p:grpSpPr>
                <a:xfrm>
                  <a:off x="1519065" y="725501"/>
                  <a:ext cx="254214" cy="429055"/>
                  <a:chOff x="1519065" y="725501"/>
                  <a:chExt cx="254214" cy="429055"/>
                </a:xfrm>
              </p:grpSpPr>
              <p:sp>
                <p:nvSpPr>
                  <p:cNvPr id="53" name="Forme libre : forme 52">
                    <a:extLst>
                      <a:ext uri="{FF2B5EF4-FFF2-40B4-BE49-F238E27FC236}">
                        <a16:creationId xmlns:a16="http://schemas.microsoft.com/office/drawing/2014/main" id="{987752F2-5101-C4FA-888E-A52FAC273D68}"/>
                      </a:ext>
                    </a:extLst>
                  </p:cNvPr>
                  <p:cNvSpPr/>
                  <p:nvPr/>
                </p:nvSpPr>
                <p:spPr>
                  <a:xfrm>
                    <a:off x="1590039" y="1099195"/>
                    <a:ext cx="42568" cy="45172"/>
                  </a:xfrm>
                  <a:custGeom>
                    <a:avLst/>
                    <a:gdLst>
                      <a:gd name="connsiteX0" fmla="*/ 27721 w 42568"/>
                      <a:gd name="connsiteY0" fmla="*/ 5721 h 45172"/>
                      <a:gd name="connsiteX1" fmla="*/ 662 w 42568"/>
                      <a:gd name="connsiteY1" fmla="*/ 45172 h 45172"/>
                      <a:gd name="connsiteX2" fmla="*/ 40814 w 42568"/>
                      <a:gd name="connsiteY2" fmla="*/ 17546 h 45172"/>
                      <a:gd name="connsiteX3" fmla="*/ 40087 w 42568"/>
                      <a:gd name="connsiteY3" fmla="*/ 0 h 45172"/>
                      <a:gd name="connsiteX4" fmla="*/ 27721 w 42568"/>
                      <a:gd name="connsiteY4" fmla="*/ 5734 h 451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568" h="45172">
                        <a:moveTo>
                          <a:pt x="27721" y="5721"/>
                        </a:moveTo>
                        <a:cubicBezTo>
                          <a:pt x="27721" y="5721"/>
                          <a:pt x="-5019" y="29318"/>
                          <a:pt x="662" y="45172"/>
                        </a:cubicBezTo>
                        <a:cubicBezTo>
                          <a:pt x="662" y="45172"/>
                          <a:pt x="36480" y="29714"/>
                          <a:pt x="40814" y="17546"/>
                        </a:cubicBezTo>
                        <a:cubicBezTo>
                          <a:pt x="45147" y="5377"/>
                          <a:pt x="40087" y="0"/>
                          <a:pt x="40087" y="0"/>
                        </a:cubicBezTo>
                        <a:lnTo>
                          <a:pt x="27721" y="5734"/>
                        </a:lnTo>
                        <a:close/>
                      </a:path>
                    </a:pathLst>
                  </a:custGeom>
                  <a:solidFill>
                    <a:srgbClr val="332989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Forme libre : forme 53">
                    <a:extLst>
                      <a:ext uri="{FF2B5EF4-FFF2-40B4-BE49-F238E27FC236}">
                        <a16:creationId xmlns:a16="http://schemas.microsoft.com/office/drawing/2014/main" id="{CFA41757-CDCF-74A0-845A-4585F7B73892}"/>
                      </a:ext>
                    </a:extLst>
                  </p:cNvPr>
                  <p:cNvSpPr/>
                  <p:nvPr/>
                </p:nvSpPr>
                <p:spPr>
                  <a:xfrm>
                    <a:off x="1608167" y="1085138"/>
                    <a:ext cx="20165" cy="23660"/>
                  </a:xfrm>
                  <a:custGeom>
                    <a:avLst/>
                    <a:gdLst>
                      <a:gd name="connsiteX0" fmla="*/ 14507 w 20165"/>
                      <a:gd name="connsiteY0" fmla="*/ 0 h 23660"/>
                      <a:gd name="connsiteX1" fmla="*/ 19858 w 20165"/>
                      <a:gd name="connsiteY1" fmla="*/ 15471 h 23660"/>
                      <a:gd name="connsiteX2" fmla="*/ 17770 w 20165"/>
                      <a:gd name="connsiteY2" fmla="*/ 21787 h 23660"/>
                      <a:gd name="connsiteX3" fmla="*/ 13344 w 20165"/>
                      <a:gd name="connsiteY3" fmla="*/ 23504 h 23660"/>
                      <a:gd name="connsiteX4" fmla="*/ 6408 w 20165"/>
                      <a:gd name="connsiteY4" fmla="*/ 20360 h 23660"/>
                      <a:gd name="connsiteX5" fmla="*/ 0 w 20165"/>
                      <a:gd name="connsiteY5" fmla="*/ 8297 h 23660"/>
                      <a:gd name="connsiteX6" fmla="*/ 14494 w 20165"/>
                      <a:gd name="connsiteY6" fmla="*/ 0 h 236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165" h="23660">
                        <a:moveTo>
                          <a:pt x="14507" y="0"/>
                        </a:moveTo>
                        <a:lnTo>
                          <a:pt x="19858" y="15471"/>
                        </a:lnTo>
                        <a:cubicBezTo>
                          <a:pt x="20664" y="17810"/>
                          <a:pt x="19858" y="20466"/>
                          <a:pt x="17770" y="21787"/>
                        </a:cubicBezTo>
                        <a:cubicBezTo>
                          <a:pt x="16727" y="22447"/>
                          <a:pt x="15300" y="23055"/>
                          <a:pt x="13344" y="23504"/>
                        </a:cubicBezTo>
                        <a:cubicBezTo>
                          <a:pt x="10583" y="24125"/>
                          <a:pt x="7742" y="22857"/>
                          <a:pt x="6408" y="20360"/>
                        </a:cubicBezTo>
                        <a:lnTo>
                          <a:pt x="0" y="8297"/>
                        </a:lnTo>
                        <a:lnTo>
                          <a:pt x="14494" y="0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Forme libre : forme 54">
                    <a:extLst>
                      <a:ext uri="{FF2B5EF4-FFF2-40B4-BE49-F238E27FC236}">
                        <a16:creationId xmlns:a16="http://schemas.microsoft.com/office/drawing/2014/main" id="{EFD95AB8-1FC3-A910-DA4E-3134E105AC8A}"/>
                      </a:ext>
                    </a:extLst>
                  </p:cNvPr>
                  <p:cNvSpPr/>
                  <p:nvPr/>
                </p:nvSpPr>
                <p:spPr>
                  <a:xfrm>
                    <a:off x="1570349" y="945829"/>
                    <a:ext cx="118729" cy="149957"/>
                  </a:xfrm>
                  <a:custGeom>
                    <a:avLst/>
                    <a:gdLst>
                      <a:gd name="connsiteX0" fmla="*/ 104421 w 118729"/>
                      <a:gd name="connsiteY0" fmla="*/ 13 h 149957"/>
                      <a:gd name="connsiteX1" fmla="*/ 8329 w 118729"/>
                      <a:gd name="connsiteY1" fmla="*/ 38315 h 149957"/>
                      <a:gd name="connsiteX2" fmla="*/ 34807 w 118729"/>
                      <a:gd name="connsiteY2" fmla="*/ 149958 h 149957"/>
                      <a:gd name="connsiteX3" fmla="*/ 54849 w 118729"/>
                      <a:gd name="connsiteY3" fmla="*/ 140484 h 149957"/>
                      <a:gd name="connsiteX4" fmla="*/ 50318 w 118729"/>
                      <a:gd name="connsiteY4" fmla="*/ 57922 h 149957"/>
                      <a:gd name="connsiteX5" fmla="*/ 118730 w 118729"/>
                      <a:gd name="connsiteY5" fmla="*/ 32238 h 149957"/>
                      <a:gd name="connsiteX6" fmla="*/ 105068 w 118729"/>
                      <a:gd name="connsiteY6" fmla="*/ 2061 h 149957"/>
                      <a:gd name="connsiteX7" fmla="*/ 104421 w 118729"/>
                      <a:gd name="connsiteY7" fmla="*/ 0 h 1499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8729" h="149957">
                        <a:moveTo>
                          <a:pt x="104421" y="13"/>
                        </a:moveTo>
                        <a:cubicBezTo>
                          <a:pt x="104421" y="13"/>
                          <a:pt x="37171" y="11666"/>
                          <a:pt x="8329" y="38315"/>
                        </a:cubicBezTo>
                        <a:cubicBezTo>
                          <a:pt x="-20513" y="64964"/>
                          <a:pt x="34807" y="149958"/>
                          <a:pt x="34807" y="149958"/>
                        </a:cubicBezTo>
                        <a:cubicBezTo>
                          <a:pt x="34807" y="149958"/>
                          <a:pt x="43870" y="149905"/>
                          <a:pt x="54849" y="140484"/>
                        </a:cubicBezTo>
                        <a:cubicBezTo>
                          <a:pt x="54849" y="140484"/>
                          <a:pt x="22044" y="76564"/>
                          <a:pt x="50318" y="57922"/>
                        </a:cubicBezTo>
                        <a:cubicBezTo>
                          <a:pt x="82093" y="36967"/>
                          <a:pt x="118730" y="32238"/>
                          <a:pt x="118730" y="32238"/>
                        </a:cubicBezTo>
                        <a:lnTo>
                          <a:pt x="105068" y="2061"/>
                        </a:lnTo>
                        <a:lnTo>
                          <a:pt x="104421" y="0"/>
                        </a:lnTo>
                        <a:close/>
                      </a:path>
                    </a:pathLst>
                  </a:custGeom>
                  <a:solidFill>
                    <a:srgbClr val="332989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Forme libre : forme 55">
                    <a:extLst>
                      <a:ext uri="{FF2B5EF4-FFF2-40B4-BE49-F238E27FC236}">
                        <a16:creationId xmlns:a16="http://schemas.microsoft.com/office/drawing/2014/main" id="{75292BCE-5473-16BD-CF18-CA5096811F2F}"/>
                      </a:ext>
                    </a:extLst>
                  </p:cNvPr>
                  <p:cNvSpPr/>
                  <p:nvPr/>
                </p:nvSpPr>
                <p:spPr>
                  <a:xfrm>
                    <a:off x="1584584" y="1117294"/>
                    <a:ext cx="52843" cy="32869"/>
                  </a:xfrm>
                  <a:custGeom>
                    <a:avLst/>
                    <a:gdLst>
                      <a:gd name="connsiteX0" fmla="*/ 11812 w 52843"/>
                      <a:gd name="connsiteY0" fmla="*/ 18300 h 32869"/>
                      <a:gd name="connsiteX1" fmla="*/ 42834 w 52843"/>
                      <a:gd name="connsiteY1" fmla="*/ 68 h 32869"/>
                      <a:gd name="connsiteX2" fmla="*/ 52228 w 52843"/>
                      <a:gd name="connsiteY2" fmla="*/ 3476 h 32869"/>
                      <a:gd name="connsiteX3" fmla="*/ 52122 w 52843"/>
                      <a:gd name="connsiteY3" fmla="*/ 10637 h 32869"/>
                      <a:gd name="connsiteX4" fmla="*/ 22434 w 52843"/>
                      <a:gd name="connsiteY4" fmla="*/ 31578 h 32869"/>
                      <a:gd name="connsiteX5" fmla="*/ 0 w 52843"/>
                      <a:gd name="connsiteY5" fmla="*/ 28487 h 32869"/>
                      <a:gd name="connsiteX6" fmla="*/ 11798 w 52843"/>
                      <a:gd name="connsiteY6" fmla="*/ 18314 h 328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2843" h="32869">
                        <a:moveTo>
                          <a:pt x="11812" y="18300"/>
                        </a:moveTo>
                        <a:cubicBezTo>
                          <a:pt x="19012" y="14971"/>
                          <a:pt x="39399" y="702"/>
                          <a:pt x="42834" y="68"/>
                        </a:cubicBezTo>
                        <a:cubicBezTo>
                          <a:pt x="46269" y="-567"/>
                          <a:pt x="52228" y="3476"/>
                          <a:pt x="52228" y="3476"/>
                        </a:cubicBezTo>
                        <a:cubicBezTo>
                          <a:pt x="52228" y="3476"/>
                          <a:pt x="53681" y="6079"/>
                          <a:pt x="52122" y="10637"/>
                        </a:cubicBezTo>
                        <a:cubicBezTo>
                          <a:pt x="47339" y="16424"/>
                          <a:pt x="36717" y="27470"/>
                          <a:pt x="22434" y="31578"/>
                        </a:cubicBezTo>
                        <a:cubicBezTo>
                          <a:pt x="11931" y="34604"/>
                          <a:pt x="4585" y="31790"/>
                          <a:pt x="0" y="28487"/>
                        </a:cubicBezTo>
                        <a:cubicBezTo>
                          <a:pt x="2524" y="24655"/>
                          <a:pt x="7002" y="20533"/>
                          <a:pt x="11798" y="18314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" name="Forme libre : forme 56">
                    <a:extLst>
                      <a:ext uri="{FF2B5EF4-FFF2-40B4-BE49-F238E27FC236}">
                        <a16:creationId xmlns:a16="http://schemas.microsoft.com/office/drawing/2014/main" id="{6100DC81-8ADD-DBCE-FB8C-8F2305066F3F}"/>
                      </a:ext>
                    </a:extLst>
                  </p:cNvPr>
                  <p:cNvSpPr/>
                  <p:nvPr/>
                </p:nvSpPr>
                <p:spPr>
                  <a:xfrm>
                    <a:off x="1582498" y="1127932"/>
                    <a:ext cx="54208" cy="26624"/>
                  </a:xfrm>
                  <a:custGeom>
                    <a:avLst/>
                    <a:gdLst>
                      <a:gd name="connsiteX0" fmla="*/ 24521 w 54208"/>
                      <a:gd name="connsiteY0" fmla="*/ 20941 h 26624"/>
                      <a:gd name="connsiteX1" fmla="*/ 54208 w 54208"/>
                      <a:gd name="connsiteY1" fmla="*/ 0 h 26624"/>
                      <a:gd name="connsiteX2" fmla="*/ 45581 w 54208"/>
                      <a:gd name="connsiteY2" fmla="*/ 11666 h 26624"/>
                      <a:gd name="connsiteX3" fmla="*/ 3117 w 54208"/>
                      <a:gd name="connsiteY3" fmla="*/ 26530 h 26624"/>
                      <a:gd name="connsiteX4" fmla="*/ 2086 w 54208"/>
                      <a:gd name="connsiteY4" fmla="*/ 17836 h 26624"/>
                      <a:gd name="connsiteX5" fmla="*/ 24521 w 54208"/>
                      <a:gd name="connsiteY5" fmla="*/ 20928 h 266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4208" h="26624">
                        <a:moveTo>
                          <a:pt x="24521" y="20941"/>
                        </a:moveTo>
                        <a:cubicBezTo>
                          <a:pt x="38803" y="16832"/>
                          <a:pt x="49425" y="5787"/>
                          <a:pt x="54208" y="0"/>
                        </a:cubicBezTo>
                        <a:cubicBezTo>
                          <a:pt x="53164" y="3078"/>
                          <a:pt x="50747" y="7029"/>
                          <a:pt x="45581" y="11666"/>
                        </a:cubicBezTo>
                        <a:cubicBezTo>
                          <a:pt x="32778" y="23174"/>
                          <a:pt x="8322" y="27323"/>
                          <a:pt x="3117" y="26530"/>
                        </a:cubicBezTo>
                        <a:cubicBezTo>
                          <a:pt x="-1058" y="25896"/>
                          <a:pt x="-662" y="22038"/>
                          <a:pt x="2086" y="17836"/>
                        </a:cubicBezTo>
                        <a:cubicBezTo>
                          <a:pt x="6658" y="21139"/>
                          <a:pt x="14017" y="23954"/>
                          <a:pt x="24521" y="20928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" name="Forme libre : forme 57">
                    <a:extLst>
                      <a:ext uri="{FF2B5EF4-FFF2-40B4-BE49-F238E27FC236}">
                        <a16:creationId xmlns:a16="http://schemas.microsoft.com/office/drawing/2014/main" id="{B45A68FB-1782-219E-4F96-70ADC8B88C3E}"/>
                      </a:ext>
                    </a:extLst>
                  </p:cNvPr>
                  <p:cNvSpPr/>
                  <p:nvPr/>
                </p:nvSpPr>
                <p:spPr>
                  <a:xfrm>
                    <a:off x="1624003" y="1104916"/>
                    <a:ext cx="18925" cy="21324"/>
                  </a:xfrm>
                  <a:custGeom>
                    <a:avLst/>
                    <a:gdLst>
                      <a:gd name="connsiteX0" fmla="*/ 18912 w 18925"/>
                      <a:gd name="connsiteY0" fmla="*/ 5787 h 21324"/>
                      <a:gd name="connsiteX1" fmla="*/ 12412 w 18925"/>
                      <a:gd name="connsiteY1" fmla="*/ 18391 h 21324"/>
                      <a:gd name="connsiteX2" fmla="*/ 7180 w 18925"/>
                      <a:gd name="connsiteY2" fmla="*/ 21324 h 21324"/>
                      <a:gd name="connsiteX3" fmla="*/ 2860 w 18925"/>
                      <a:gd name="connsiteY3" fmla="*/ 20809 h 21324"/>
                      <a:gd name="connsiteX4" fmla="*/ 165 w 18925"/>
                      <a:gd name="connsiteY4" fmla="*/ 15815 h 21324"/>
                      <a:gd name="connsiteX5" fmla="*/ 4802 w 18925"/>
                      <a:gd name="connsiteY5" fmla="*/ 0 h 21324"/>
                      <a:gd name="connsiteX6" fmla="*/ 18926 w 18925"/>
                      <a:gd name="connsiteY6" fmla="*/ 5787 h 213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925" h="21324">
                        <a:moveTo>
                          <a:pt x="18912" y="5787"/>
                        </a:moveTo>
                        <a:cubicBezTo>
                          <a:pt x="18833" y="7769"/>
                          <a:pt x="14777" y="14573"/>
                          <a:pt x="12412" y="18391"/>
                        </a:cubicBezTo>
                        <a:cubicBezTo>
                          <a:pt x="11289" y="20201"/>
                          <a:pt x="9307" y="21311"/>
                          <a:pt x="7180" y="21324"/>
                        </a:cubicBezTo>
                        <a:cubicBezTo>
                          <a:pt x="5832" y="21324"/>
                          <a:pt x="4273" y="21205"/>
                          <a:pt x="2860" y="20809"/>
                        </a:cubicBezTo>
                        <a:cubicBezTo>
                          <a:pt x="733" y="20201"/>
                          <a:pt x="-457" y="17942"/>
                          <a:pt x="165" y="15815"/>
                        </a:cubicBezTo>
                        <a:lnTo>
                          <a:pt x="4802" y="0"/>
                        </a:lnTo>
                        <a:lnTo>
                          <a:pt x="18926" y="5787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" name="Forme libre : forme 58">
                    <a:extLst>
                      <a:ext uri="{FF2B5EF4-FFF2-40B4-BE49-F238E27FC236}">
                        <a16:creationId xmlns:a16="http://schemas.microsoft.com/office/drawing/2014/main" id="{8F036D2B-5052-AB93-EC12-D76215749E0A}"/>
                      </a:ext>
                    </a:extLst>
                  </p:cNvPr>
                  <p:cNvSpPr/>
                  <p:nvPr/>
                </p:nvSpPr>
                <p:spPr>
                  <a:xfrm>
                    <a:off x="1623996" y="925641"/>
                    <a:ext cx="122135" cy="189924"/>
                  </a:xfrm>
                  <a:custGeom>
                    <a:avLst/>
                    <a:gdLst>
                      <a:gd name="connsiteX0" fmla="*/ 115500 w 122135"/>
                      <a:gd name="connsiteY0" fmla="*/ 13 h 189924"/>
                      <a:gd name="connsiteX1" fmla="*/ 115500 w 122135"/>
                      <a:gd name="connsiteY1" fmla="*/ 52082 h 189924"/>
                      <a:gd name="connsiteX2" fmla="*/ 56984 w 122135"/>
                      <a:gd name="connsiteY2" fmla="*/ 102090 h 189924"/>
                      <a:gd name="connsiteX3" fmla="*/ 17453 w 122135"/>
                      <a:gd name="connsiteY3" fmla="*/ 189924 h 189924"/>
                      <a:gd name="connsiteX4" fmla="*/ 0 w 122135"/>
                      <a:gd name="connsiteY4" fmla="*/ 183635 h 189924"/>
                      <a:gd name="connsiteX5" fmla="*/ 17083 w 122135"/>
                      <a:gd name="connsiteY5" fmla="*/ 95458 h 189924"/>
                      <a:gd name="connsiteX6" fmla="*/ 48224 w 122135"/>
                      <a:gd name="connsiteY6" fmla="*/ 44776 h 189924"/>
                      <a:gd name="connsiteX7" fmla="*/ 49942 w 122135"/>
                      <a:gd name="connsiteY7" fmla="*/ 29925 h 189924"/>
                      <a:gd name="connsiteX8" fmla="*/ 45925 w 122135"/>
                      <a:gd name="connsiteY8" fmla="*/ 19831 h 189924"/>
                      <a:gd name="connsiteX9" fmla="*/ 115500 w 122135"/>
                      <a:gd name="connsiteY9" fmla="*/ 0 h 1899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22135" h="189924">
                        <a:moveTo>
                          <a:pt x="115500" y="13"/>
                        </a:moveTo>
                        <a:cubicBezTo>
                          <a:pt x="115500" y="13"/>
                          <a:pt x="130430" y="39940"/>
                          <a:pt x="115500" y="52082"/>
                        </a:cubicBezTo>
                        <a:cubicBezTo>
                          <a:pt x="100571" y="64224"/>
                          <a:pt x="64937" y="77899"/>
                          <a:pt x="56984" y="102090"/>
                        </a:cubicBezTo>
                        <a:cubicBezTo>
                          <a:pt x="49030" y="126281"/>
                          <a:pt x="35514" y="173277"/>
                          <a:pt x="17453" y="189924"/>
                        </a:cubicBezTo>
                        <a:cubicBezTo>
                          <a:pt x="17453" y="189924"/>
                          <a:pt x="4756" y="188696"/>
                          <a:pt x="0" y="183635"/>
                        </a:cubicBezTo>
                        <a:cubicBezTo>
                          <a:pt x="0" y="183635"/>
                          <a:pt x="10292" y="113466"/>
                          <a:pt x="17083" y="95458"/>
                        </a:cubicBezTo>
                        <a:cubicBezTo>
                          <a:pt x="22963" y="79867"/>
                          <a:pt x="31630" y="57354"/>
                          <a:pt x="48224" y="44776"/>
                        </a:cubicBezTo>
                        <a:cubicBezTo>
                          <a:pt x="52981" y="41169"/>
                          <a:pt x="52148" y="35475"/>
                          <a:pt x="49942" y="29925"/>
                        </a:cubicBezTo>
                        <a:lnTo>
                          <a:pt x="45925" y="19831"/>
                        </a:lnTo>
                        <a:lnTo>
                          <a:pt x="115500" y="0"/>
                        </a:lnTo>
                        <a:close/>
                      </a:path>
                    </a:pathLst>
                  </a:custGeom>
                  <a:solidFill>
                    <a:srgbClr val="332989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" name="Forme libre : forme 59">
                    <a:extLst>
                      <a:ext uri="{FF2B5EF4-FFF2-40B4-BE49-F238E27FC236}">
                        <a16:creationId xmlns:a16="http://schemas.microsoft.com/office/drawing/2014/main" id="{488A18D4-2A4F-AFDC-5C48-FA890CE26414}"/>
                      </a:ext>
                    </a:extLst>
                  </p:cNvPr>
                  <p:cNvSpPr/>
                  <p:nvPr/>
                </p:nvSpPr>
                <p:spPr>
                  <a:xfrm>
                    <a:off x="1583157" y="854269"/>
                    <a:ext cx="55372" cy="61903"/>
                  </a:xfrm>
                  <a:custGeom>
                    <a:avLst/>
                    <a:gdLst>
                      <a:gd name="connsiteX0" fmla="*/ 594 w 55372"/>
                      <a:gd name="connsiteY0" fmla="*/ 40086 h 61903"/>
                      <a:gd name="connsiteX1" fmla="*/ 17374 w 55372"/>
                      <a:gd name="connsiteY1" fmla="*/ 0 h 61903"/>
                      <a:gd name="connsiteX2" fmla="*/ 55372 w 55372"/>
                      <a:gd name="connsiteY2" fmla="*/ 26847 h 61903"/>
                      <a:gd name="connsiteX3" fmla="*/ 21760 w 55372"/>
                      <a:gd name="connsiteY3" fmla="*/ 59468 h 61903"/>
                      <a:gd name="connsiteX4" fmla="*/ 0 w 55372"/>
                      <a:gd name="connsiteY4" fmla="*/ 61040 h 61903"/>
                      <a:gd name="connsiteX5" fmla="*/ 581 w 55372"/>
                      <a:gd name="connsiteY5" fmla="*/ 40086 h 619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5372" h="61903">
                        <a:moveTo>
                          <a:pt x="594" y="40086"/>
                        </a:moveTo>
                        <a:cubicBezTo>
                          <a:pt x="25632" y="41592"/>
                          <a:pt x="17836" y="1585"/>
                          <a:pt x="17374" y="0"/>
                        </a:cubicBezTo>
                        <a:lnTo>
                          <a:pt x="55372" y="26847"/>
                        </a:lnTo>
                        <a:cubicBezTo>
                          <a:pt x="55372" y="26847"/>
                          <a:pt x="53364" y="48237"/>
                          <a:pt x="21760" y="59468"/>
                        </a:cubicBezTo>
                        <a:cubicBezTo>
                          <a:pt x="13767" y="62308"/>
                          <a:pt x="6461" y="62427"/>
                          <a:pt x="0" y="61040"/>
                        </a:cubicBezTo>
                        <a:cubicBezTo>
                          <a:pt x="2748" y="53007"/>
                          <a:pt x="2193" y="45793"/>
                          <a:pt x="581" y="40086"/>
                        </a:cubicBezTo>
                        <a:close/>
                      </a:path>
                    </a:pathLst>
                  </a:custGeom>
                  <a:solidFill>
                    <a:srgbClr val="4438B7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" name="Forme libre : forme 60">
                    <a:extLst>
                      <a:ext uri="{FF2B5EF4-FFF2-40B4-BE49-F238E27FC236}">
                        <a16:creationId xmlns:a16="http://schemas.microsoft.com/office/drawing/2014/main" id="{93A81952-D8ED-652A-55A0-DD20130557B1}"/>
                      </a:ext>
                    </a:extLst>
                  </p:cNvPr>
                  <p:cNvSpPr/>
                  <p:nvPr/>
                </p:nvSpPr>
                <p:spPr>
                  <a:xfrm>
                    <a:off x="1519065" y="879435"/>
                    <a:ext cx="66022" cy="35873"/>
                  </a:xfrm>
                  <a:custGeom>
                    <a:avLst/>
                    <a:gdLst>
                      <a:gd name="connsiteX0" fmla="*/ 16264 w 66022"/>
                      <a:gd name="connsiteY0" fmla="*/ 2883 h 35873"/>
                      <a:gd name="connsiteX1" fmla="*/ 36162 w 66022"/>
                      <a:gd name="connsiteY1" fmla="*/ 2883 h 35873"/>
                      <a:gd name="connsiteX2" fmla="*/ 64673 w 66022"/>
                      <a:gd name="connsiteY2" fmla="*/ 14919 h 35873"/>
                      <a:gd name="connsiteX3" fmla="*/ 64092 w 66022"/>
                      <a:gd name="connsiteY3" fmla="*/ 35874 h 35873"/>
                      <a:gd name="connsiteX4" fmla="*/ 35765 w 66022"/>
                      <a:gd name="connsiteY4" fmla="*/ 17562 h 35873"/>
                      <a:gd name="connsiteX5" fmla="*/ 29516 w 66022"/>
                      <a:gd name="connsiteY5" fmla="*/ 16875 h 35873"/>
                      <a:gd name="connsiteX6" fmla="*/ 26028 w 66022"/>
                      <a:gd name="connsiteY6" fmla="*/ 22715 h 35873"/>
                      <a:gd name="connsiteX7" fmla="*/ 21258 w 66022"/>
                      <a:gd name="connsiteY7" fmla="*/ 26876 h 35873"/>
                      <a:gd name="connsiteX8" fmla="*/ 22989 w 66022"/>
                      <a:gd name="connsiteY8" fmla="*/ 15924 h 35873"/>
                      <a:gd name="connsiteX9" fmla="*/ 8918 w 66022"/>
                      <a:gd name="connsiteY9" fmla="*/ 30008 h 35873"/>
                      <a:gd name="connsiteX10" fmla="*/ 0 w 66022"/>
                      <a:gd name="connsiteY10" fmla="*/ 30008 h 35873"/>
                      <a:gd name="connsiteX11" fmla="*/ 16238 w 66022"/>
                      <a:gd name="connsiteY11" fmla="*/ 2870 h 358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66022" h="35873">
                        <a:moveTo>
                          <a:pt x="16264" y="2883"/>
                        </a:moveTo>
                        <a:cubicBezTo>
                          <a:pt x="25592" y="-3604"/>
                          <a:pt x="36162" y="2883"/>
                          <a:pt x="36162" y="2883"/>
                        </a:cubicBezTo>
                        <a:cubicBezTo>
                          <a:pt x="48634" y="11048"/>
                          <a:pt x="57869" y="14510"/>
                          <a:pt x="64673" y="14919"/>
                        </a:cubicBezTo>
                        <a:cubicBezTo>
                          <a:pt x="66285" y="20627"/>
                          <a:pt x="66853" y="27841"/>
                          <a:pt x="64092" y="35874"/>
                        </a:cubicBezTo>
                        <a:cubicBezTo>
                          <a:pt x="50113" y="32875"/>
                          <a:pt x="40112" y="22754"/>
                          <a:pt x="35765" y="17562"/>
                        </a:cubicBezTo>
                        <a:cubicBezTo>
                          <a:pt x="34206" y="15699"/>
                          <a:pt x="31432" y="15369"/>
                          <a:pt x="29516" y="16875"/>
                        </a:cubicBezTo>
                        <a:cubicBezTo>
                          <a:pt x="27574" y="18407"/>
                          <a:pt x="25684" y="20508"/>
                          <a:pt x="26028" y="22715"/>
                        </a:cubicBezTo>
                        <a:cubicBezTo>
                          <a:pt x="26702" y="27075"/>
                          <a:pt x="21641" y="28462"/>
                          <a:pt x="21258" y="26876"/>
                        </a:cubicBezTo>
                        <a:cubicBezTo>
                          <a:pt x="20875" y="25291"/>
                          <a:pt x="22989" y="15924"/>
                          <a:pt x="22989" y="15924"/>
                        </a:cubicBezTo>
                        <a:cubicBezTo>
                          <a:pt x="22989" y="15924"/>
                          <a:pt x="12869" y="26097"/>
                          <a:pt x="8918" y="30008"/>
                        </a:cubicBezTo>
                        <a:cubicBezTo>
                          <a:pt x="4968" y="33918"/>
                          <a:pt x="0" y="30008"/>
                          <a:pt x="0" y="30008"/>
                        </a:cubicBezTo>
                        <a:cubicBezTo>
                          <a:pt x="0" y="30008"/>
                          <a:pt x="6910" y="9357"/>
                          <a:pt x="16238" y="2870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" name="Forme libre : forme 61">
                    <a:extLst>
                      <a:ext uri="{FF2B5EF4-FFF2-40B4-BE49-F238E27FC236}">
                        <a16:creationId xmlns:a16="http://schemas.microsoft.com/office/drawing/2014/main" id="{9EC86698-C497-053D-6551-9E9F7BEAE5EE}"/>
                      </a:ext>
                    </a:extLst>
                  </p:cNvPr>
                  <p:cNvSpPr/>
                  <p:nvPr/>
                </p:nvSpPr>
                <p:spPr>
                  <a:xfrm>
                    <a:off x="1593917" y="790790"/>
                    <a:ext cx="147349" cy="157091"/>
                  </a:xfrm>
                  <a:custGeom>
                    <a:avLst/>
                    <a:gdLst>
                      <a:gd name="connsiteX0" fmla="*/ 106590 w 147349"/>
                      <a:gd name="connsiteY0" fmla="*/ 1713 h 157091"/>
                      <a:gd name="connsiteX1" fmla="*/ 2373 w 147349"/>
                      <a:gd name="connsiteY1" fmla="*/ 43093 h 157091"/>
                      <a:gd name="connsiteX2" fmla="*/ 2888 w 147349"/>
                      <a:gd name="connsiteY2" fmla="*/ 65250 h 157091"/>
                      <a:gd name="connsiteX3" fmla="*/ 76017 w 147349"/>
                      <a:gd name="connsiteY3" fmla="*/ 154709 h 157091"/>
                      <a:gd name="connsiteX4" fmla="*/ 147350 w 147349"/>
                      <a:gd name="connsiteY4" fmla="*/ 139079 h 157091"/>
                      <a:gd name="connsiteX5" fmla="*/ 106590 w 147349"/>
                      <a:gd name="connsiteY5" fmla="*/ 1713 h 1570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47349" h="157091">
                        <a:moveTo>
                          <a:pt x="106590" y="1713"/>
                        </a:moveTo>
                        <a:cubicBezTo>
                          <a:pt x="106590" y="1713"/>
                          <a:pt x="70165" y="-12874"/>
                          <a:pt x="2373" y="43093"/>
                        </a:cubicBezTo>
                        <a:cubicBezTo>
                          <a:pt x="2373" y="43093"/>
                          <a:pt x="-3295" y="54812"/>
                          <a:pt x="2888" y="65250"/>
                        </a:cubicBezTo>
                        <a:cubicBezTo>
                          <a:pt x="9072" y="75687"/>
                          <a:pt x="67932" y="126514"/>
                          <a:pt x="76017" y="154709"/>
                        </a:cubicBezTo>
                        <a:cubicBezTo>
                          <a:pt x="76017" y="154709"/>
                          <a:pt x="111082" y="166098"/>
                          <a:pt x="147350" y="139079"/>
                        </a:cubicBezTo>
                        <a:cubicBezTo>
                          <a:pt x="147350" y="139079"/>
                          <a:pt x="144152" y="60625"/>
                          <a:pt x="106590" y="1713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Forme libre : forme 62">
                    <a:extLst>
                      <a:ext uri="{FF2B5EF4-FFF2-40B4-BE49-F238E27FC236}">
                        <a16:creationId xmlns:a16="http://schemas.microsoft.com/office/drawing/2014/main" id="{B80AB71D-08A3-2DF1-10F6-B4ACE0499435}"/>
                      </a:ext>
                    </a:extLst>
                  </p:cNvPr>
                  <p:cNvSpPr/>
                  <p:nvPr/>
                </p:nvSpPr>
                <p:spPr>
                  <a:xfrm>
                    <a:off x="1604270" y="779475"/>
                    <a:ext cx="43799" cy="40949"/>
                  </a:xfrm>
                  <a:custGeom>
                    <a:avLst/>
                    <a:gdLst>
                      <a:gd name="connsiteX0" fmla="*/ 24218 w 43799"/>
                      <a:gd name="connsiteY0" fmla="*/ 0 h 40949"/>
                      <a:gd name="connsiteX1" fmla="*/ 42147 w 43799"/>
                      <a:gd name="connsiteY1" fmla="*/ 21734 h 40949"/>
                      <a:gd name="connsiteX2" fmla="*/ 43085 w 43799"/>
                      <a:gd name="connsiteY2" fmla="*/ 29410 h 40949"/>
                      <a:gd name="connsiteX3" fmla="*/ 21589 w 43799"/>
                      <a:gd name="connsiteY3" fmla="*/ 40852 h 40949"/>
                      <a:gd name="connsiteX4" fmla="*/ 12538 w 43799"/>
                      <a:gd name="connsiteY4" fmla="*/ 34682 h 40949"/>
                      <a:gd name="connsiteX5" fmla="*/ 0 w 43799"/>
                      <a:gd name="connsiteY5" fmla="*/ 8760 h 40949"/>
                      <a:gd name="connsiteX6" fmla="*/ 24205 w 43799"/>
                      <a:gd name="connsiteY6" fmla="*/ 0 h 40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3799" h="40949">
                        <a:moveTo>
                          <a:pt x="24218" y="0"/>
                        </a:moveTo>
                        <a:lnTo>
                          <a:pt x="42147" y="21734"/>
                        </a:lnTo>
                        <a:cubicBezTo>
                          <a:pt x="43930" y="23888"/>
                          <a:pt x="44313" y="26900"/>
                          <a:pt x="43085" y="29410"/>
                        </a:cubicBezTo>
                        <a:cubicBezTo>
                          <a:pt x="40601" y="34484"/>
                          <a:pt x="34695" y="41882"/>
                          <a:pt x="21589" y="40852"/>
                        </a:cubicBezTo>
                        <a:cubicBezTo>
                          <a:pt x="17691" y="40548"/>
                          <a:pt x="14243" y="38196"/>
                          <a:pt x="12538" y="34682"/>
                        </a:cubicBezTo>
                        <a:lnTo>
                          <a:pt x="0" y="8760"/>
                        </a:lnTo>
                        <a:lnTo>
                          <a:pt x="24205" y="0"/>
                        </a:lnTo>
                        <a:close/>
                      </a:path>
                    </a:pathLst>
                  </a:custGeom>
                  <a:solidFill>
                    <a:srgbClr val="F4A392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4" name="Forme libre : forme 2303">
                    <a:extLst>
                      <a:ext uri="{FF2B5EF4-FFF2-40B4-BE49-F238E27FC236}">
                        <a16:creationId xmlns:a16="http://schemas.microsoft.com/office/drawing/2014/main" id="{21FCB499-6713-E092-62A9-3D4AA9D1BB24}"/>
                      </a:ext>
                    </a:extLst>
                  </p:cNvPr>
                  <p:cNvSpPr/>
                  <p:nvPr/>
                </p:nvSpPr>
                <p:spPr>
                  <a:xfrm>
                    <a:off x="1690109" y="792502"/>
                    <a:ext cx="83170" cy="126479"/>
                  </a:xfrm>
                  <a:custGeom>
                    <a:avLst/>
                    <a:gdLst>
                      <a:gd name="connsiteX0" fmla="*/ 38606 w 83170"/>
                      <a:gd name="connsiteY0" fmla="*/ 93106 h 126479"/>
                      <a:gd name="connsiteX1" fmla="*/ 0 w 83170"/>
                      <a:gd name="connsiteY1" fmla="*/ 37483 h 126479"/>
                      <a:gd name="connsiteX2" fmla="*/ 10398 w 83170"/>
                      <a:gd name="connsiteY2" fmla="*/ 0 h 126479"/>
                      <a:gd name="connsiteX3" fmla="*/ 79326 w 83170"/>
                      <a:gd name="connsiteY3" fmla="*/ 111087 h 126479"/>
                      <a:gd name="connsiteX4" fmla="*/ 66259 w 83170"/>
                      <a:gd name="connsiteY4" fmla="*/ 126480 h 126479"/>
                      <a:gd name="connsiteX5" fmla="*/ 38606 w 83170"/>
                      <a:gd name="connsiteY5" fmla="*/ 93106 h 1264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3170" h="126479">
                        <a:moveTo>
                          <a:pt x="38606" y="93106"/>
                        </a:moveTo>
                        <a:cubicBezTo>
                          <a:pt x="42834" y="75877"/>
                          <a:pt x="0" y="37483"/>
                          <a:pt x="0" y="37483"/>
                        </a:cubicBezTo>
                        <a:lnTo>
                          <a:pt x="10398" y="0"/>
                        </a:lnTo>
                        <a:cubicBezTo>
                          <a:pt x="10398" y="0"/>
                          <a:pt x="102896" y="61568"/>
                          <a:pt x="79326" y="111087"/>
                        </a:cubicBezTo>
                        <a:cubicBezTo>
                          <a:pt x="75943" y="118182"/>
                          <a:pt x="71464" y="123163"/>
                          <a:pt x="66259" y="126480"/>
                        </a:cubicBezTo>
                        <a:cubicBezTo>
                          <a:pt x="58807" y="106437"/>
                          <a:pt x="46943" y="97241"/>
                          <a:pt x="38606" y="93106"/>
                        </a:cubicBezTo>
                        <a:close/>
                      </a:path>
                    </a:pathLst>
                  </a:custGeom>
                  <a:solidFill>
                    <a:srgbClr val="FFD040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05" name="Forme libre : forme 2304">
                    <a:extLst>
                      <a:ext uri="{FF2B5EF4-FFF2-40B4-BE49-F238E27FC236}">
                        <a16:creationId xmlns:a16="http://schemas.microsoft.com/office/drawing/2014/main" id="{7FF40CFF-0B13-E14C-6CC0-EDABC3CE51CD}"/>
                      </a:ext>
                    </a:extLst>
                  </p:cNvPr>
                  <p:cNvSpPr/>
                  <p:nvPr/>
                </p:nvSpPr>
                <p:spPr>
                  <a:xfrm>
                    <a:off x="1621063" y="883306"/>
                    <a:ext cx="135292" cy="41276"/>
                  </a:xfrm>
                  <a:custGeom>
                    <a:avLst/>
                    <a:gdLst>
                      <a:gd name="connsiteX0" fmla="*/ 42768 w 135292"/>
                      <a:gd name="connsiteY0" fmla="*/ 809 h 41276"/>
                      <a:gd name="connsiteX1" fmla="*/ 105948 w 135292"/>
                      <a:gd name="connsiteY1" fmla="*/ 5697 h 41276"/>
                      <a:gd name="connsiteX2" fmla="*/ 107639 w 135292"/>
                      <a:gd name="connsiteY2" fmla="*/ 2289 h 41276"/>
                      <a:gd name="connsiteX3" fmla="*/ 135292 w 135292"/>
                      <a:gd name="connsiteY3" fmla="*/ 35662 h 41276"/>
                      <a:gd name="connsiteX4" fmla="*/ 50576 w 135292"/>
                      <a:gd name="connsiteY4" fmla="*/ 18341 h 41276"/>
                      <a:gd name="connsiteX5" fmla="*/ 43759 w 135292"/>
                      <a:gd name="connsiteY5" fmla="*/ 17086 h 41276"/>
                      <a:gd name="connsiteX6" fmla="*/ 26332 w 135292"/>
                      <a:gd name="connsiteY6" fmla="*/ 18843 h 41276"/>
                      <a:gd name="connsiteX7" fmla="*/ 0 w 135292"/>
                      <a:gd name="connsiteY7" fmla="*/ 33681 h 41276"/>
                      <a:gd name="connsiteX8" fmla="*/ 42754 w 135292"/>
                      <a:gd name="connsiteY8" fmla="*/ 809 h 412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292" h="41276">
                        <a:moveTo>
                          <a:pt x="42768" y="809"/>
                        </a:moveTo>
                        <a:cubicBezTo>
                          <a:pt x="42768" y="809"/>
                          <a:pt x="93555" y="20521"/>
                          <a:pt x="105948" y="5697"/>
                        </a:cubicBezTo>
                        <a:cubicBezTo>
                          <a:pt x="106794" y="4693"/>
                          <a:pt x="107335" y="3544"/>
                          <a:pt x="107639" y="2289"/>
                        </a:cubicBezTo>
                        <a:cubicBezTo>
                          <a:pt x="115976" y="6424"/>
                          <a:pt x="127840" y="15620"/>
                          <a:pt x="135292" y="35662"/>
                        </a:cubicBezTo>
                        <a:cubicBezTo>
                          <a:pt x="108577" y="52732"/>
                          <a:pt x="62929" y="26163"/>
                          <a:pt x="50576" y="18341"/>
                        </a:cubicBezTo>
                        <a:cubicBezTo>
                          <a:pt x="48541" y="17047"/>
                          <a:pt x="46110" y="16597"/>
                          <a:pt x="43759" y="17086"/>
                        </a:cubicBezTo>
                        <a:cubicBezTo>
                          <a:pt x="39002" y="18077"/>
                          <a:pt x="30771" y="19530"/>
                          <a:pt x="26332" y="18843"/>
                        </a:cubicBezTo>
                        <a:cubicBezTo>
                          <a:pt x="19845" y="17839"/>
                          <a:pt x="10517" y="40736"/>
                          <a:pt x="0" y="33681"/>
                        </a:cubicBezTo>
                        <a:cubicBezTo>
                          <a:pt x="0" y="33681"/>
                          <a:pt x="9011" y="-6114"/>
                          <a:pt x="42754" y="809"/>
                        </a:cubicBezTo>
                        <a:close/>
                      </a:path>
                    </a:pathLst>
                  </a:custGeom>
                  <a:solidFill>
                    <a:srgbClr val="F4A392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306" name="Graphique 1982">
                    <a:extLst>
                      <a:ext uri="{FF2B5EF4-FFF2-40B4-BE49-F238E27FC236}">
                        <a16:creationId xmlns:a16="http://schemas.microsoft.com/office/drawing/2014/main" id="{3187CEF4-5749-6499-EAC6-3FBCFF21AC84}"/>
                      </a:ext>
                    </a:extLst>
                  </p:cNvPr>
                  <p:cNvGrpSpPr/>
                  <p:nvPr/>
                </p:nvGrpSpPr>
                <p:grpSpPr>
                  <a:xfrm>
                    <a:off x="1578411" y="725501"/>
                    <a:ext cx="62383" cy="86396"/>
                    <a:chOff x="1578411" y="725501"/>
                    <a:chExt cx="62383" cy="86396"/>
                  </a:xfrm>
                </p:grpSpPr>
                <p:sp>
                  <p:nvSpPr>
                    <p:cNvPr id="2307" name="Forme libre : forme 2306">
                      <a:extLst>
                        <a:ext uri="{FF2B5EF4-FFF2-40B4-BE49-F238E27FC236}">
                          <a16:creationId xmlns:a16="http://schemas.microsoft.com/office/drawing/2014/main" id="{A0FD93C2-2C91-BAEA-BD9D-EA40C14DA4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89467" y="742208"/>
                      <a:ext cx="33828" cy="53558"/>
                    </a:xfrm>
                    <a:custGeom>
                      <a:avLst/>
                      <a:gdLst>
                        <a:gd name="connsiteX0" fmla="*/ 6 w 33828"/>
                        <a:gd name="connsiteY0" fmla="*/ 5334 h 53558"/>
                        <a:gd name="connsiteX1" fmla="*/ 4207 w 33828"/>
                        <a:gd name="connsiteY1" fmla="*/ 53558 h 53558"/>
                        <a:gd name="connsiteX2" fmla="*/ 31292 w 33828"/>
                        <a:gd name="connsiteY2" fmla="*/ 50480 h 53558"/>
                        <a:gd name="connsiteX3" fmla="*/ 33829 w 33828"/>
                        <a:gd name="connsiteY3" fmla="*/ 4819 h 53558"/>
                        <a:gd name="connsiteX4" fmla="*/ 6 w 33828"/>
                        <a:gd name="connsiteY4" fmla="*/ 5334 h 5355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3828" h="53558">
                          <a:moveTo>
                            <a:pt x="6" y="5334"/>
                          </a:moveTo>
                          <a:cubicBezTo>
                            <a:pt x="-179" y="6034"/>
                            <a:pt x="4207" y="53558"/>
                            <a:pt x="4207" y="53558"/>
                          </a:cubicBezTo>
                          <a:lnTo>
                            <a:pt x="31292" y="50480"/>
                          </a:lnTo>
                          <a:lnTo>
                            <a:pt x="33829" y="4819"/>
                          </a:lnTo>
                          <a:cubicBezTo>
                            <a:pt x="33829" y="4819"/>
                            <a:pt x="3031" y="-6359"/>
                            <a:pt x="6" y="5334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08" name="Forme libre : forme 2307">
                      <a:extLst>
                        <a:ext uri="{FF2B5EF4-FFF2-40B4-BE49-F238E27FC236}">
                          <a16:creationId xmlns:a16="http://schemas.microsoft.com/office/drawing/2014/main" id="{3FC93117-96BC-9CB5-5FA0-1DAE79BA02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78411" y="725501"/>
                      <a:ext cx="62383" cy="86396"/>
                    </a:xfrm>
                    <a:custGeom>
                      <a:avLst/>
                      <a:gdLst>
                        <a:gd name="connsiteX0" fmla="*/ 37830 w 62383"/>
                        <a:gd name="connsiteY0" fmla="*/ 30985 h 86396"/>
                        <a:gd name="connsiteX1" fmla="*/ 38371 w 62383"/>
                        <a:gd name="connsiteY1" fmla="*/ 55124 h 86396"/>
                        <a:gd name="connsiteX2" fmla="*/ 38266 w 62383"/>
                        <a:gd name="connsiteY2" fmla="*/ 56035 h 86396"/>
                        <a:gd name="connsiteX3" fmla="*/ 29506 w 62383"/>
                        <a:gd name="connsiteY3" fmla="*/ 61545 h 86396"/>
                        <a:gd name="connsiteX4" fmla="*/ 14893 w 62383"/>
                        <a:gd name="connsiteY4" fmla="*/ 57978 h 86396"/>
                        <a:gd name="connsiteX5" fmla="*/ 12158 w 62383"/>
                        <a:gd name="connsiteY5" fmla="*/ 61598 h 86396"/>
                        <a:gd name="connsiteX6" fmla="*/ 15858 w 62383"/>
                        <a:gd name="connsiteY6" fmla="*/ 83926 h 86396"/>
                        <a:gd name="connsiteX7" fmla="*/ 19703 w 62383"/>
                        <a:gd name="connsiteY7" fmla="*/ 86344 h 86396"/>
                        <a:gd name="connsiteX8" fmla="*/ 44039 w 62383"/>
                        <a:gd name="connsiteY8" fmla="*/ 79368 h 86396"/>
                        <a:gd name="connsiteX9" fmla="*/ 46008 w 62383"/>
                        <a:gd name="connsiteY9" fmla="*/ 76528 h 86396"/>
                        <a:gd name="connsiteX10" fmla="*/ 48862 w 62383"/>
                        <a:gd name="connsiteY10" fmla="*/ 47104 h 86396"/>
                        <a:gd name="connsiteX11" fmla="*/ 58837 w 62383"/>
                        <a:gd name="connsiteY11" fmla="*/ 39375 h 86396"/>
                        <a:gd name="connsiteX12" fmla="*/ 60872 w 62383"/>
                        <a:gd name="connsiteY12" fmla="*/ 37737 h 86396"/>
                        <a:gd name="connsiteX13" fmla="*/ 56419 w 62383"/>
                        <a:gd name="connsiteY13" fmla="*/ 24419 h 86396"/>
                        <a:gd name="connsiteX14" fmla="*/ 54768 w 62383"/>
                        <a:gd name="connsiteY14" fmla="*/ 19848 h 86396"/>
                        <a:gd name="connsiteX15" fmla="*/ 51213 w 62383"/>
                        <a:gd name="connsiteY15" fmla="*/ 7283 h 86396"/>
                        <a:gd name="connsiteX16" fmla="*/ 36165 w 62383"/>
                        <a:gd name="connsiteY16" fmla="*/ 9212 h 86396"/>
                        <a:gd name="connsiteX17" fmla="*/ 31831 w 62383"/>
                        <a:gd name="connsiteY17" fmla="*/ 9251 h 86396"/>
                        <a:gd name="connsiteX18" fmla="*/ 28806 w 62383"/>
                        <a:gd name="connsiteY18" fmla="*/ 9027 h 86396"/>
                        <a:gd name="connsiteX19" fmla="*/ 24287 w 62383"/>
                        <a:gd name="connsiteY19" fmla="*/ 7098 h 86396"/>
                        <a:gd name="connsiteX20" fmla="*/ 13295 w 62383"/>
                        <a:gd name="connsiteY20" fmla="*/ 29 h 86396"/>
                        <a:gd name="connsiteX21" fmla="*/ 730 w 62383"/>
                        <a:gd name="connsiteY21" fmla="*/ 21763 h 86396"/>
                        <a:gd name="connsiteX22" fmla="*/ 22847 w 62383"/>
                        <a:gd name="connsiteY22" fmla="*/ 25080 h 86396"/>
                        <a:gd name="connsiteX23" fmla="*/ 36522 w 62383"/>
                        <a:gd name="connsiteY23" fmla="*/ 28396 h 86396"/>
                        <a:gd name="connsiteX24" fmla="*/ 37830 w 62383"/>
                        <a:gd name="connsiteY24" fmla="*/ 30985 h 863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62383" h="86396">
                          <a:moveTo>
                            <a:pt x="37830" y="30985"/>
                          </a:moveTo>
                          <a:lnTo>
                            <a:pt x="38371" y="55124"/>
                          </a:lnTo>
                          <a:cubicBezTo>
                            <a:pt x="38371" y="55428"/>
                            <a:pt x="38345" y="55732"/>
                            <a:pt x="38266" y="56035"/>
                          </a:cubicBezTo>
                          <a:cubicBezTo>
                            <a:pt x="37790" y="57872"/>
                            <a:pt x="35716" y="64068"/>
                            <a:pt x="29506" y="61545"/>
                          </a:cubicBezTo>
                          <a:cubicBezTo>
                            <a:pt x="23864" y="59259"/>
                            <a:pt x="18698" y="57251"/>
                            <a:pt x="14893" y="57978"/>
                          </a:cubicBezTo>
                          <a:cubicBezTo>
                            <a:pt x="13189" y="58308"/>
                            <a:pt x="12000" y="59867"/>
                            <a:pt x="12158" y="61598"/>
                          </a:cubicBezTo>
                          <a:cubicBezTo>
                            <a:pt x="12555" y="65918"/>
                            <a:pt x="13638" y="75629"/>
                            <a:pt x="15858" y="83926"/>
                          </a:cubicBezTo>
                          <a:cubicBezTo>
                            <a:pt x="16307" y="85604"/>
                            <a:pt x="17985" y="86648"/>
                            <a:pt x="19703" y="86344"/>
                          </a:cubicBezTo>
                          <a:cubicBezTo>
                            <a:pt x="24869" y="85432"/>
                            <a:pt x="35729" y="83213"/>
                            <a:pt x="44039" y="79368"/>
                          </a:cubicBezTo>
                          <a:cubicBezTo>
                            <a:pt x="45162" y="78853"/>
                            <a:pt x="45916" y="77769"/>
                            <a:pt x="46008" y="76528"/>
                          </a:cubicBezTo>
                          <a:cubicBezTo>
                            <a:pt x="46418" y="70490"/>
                            <a:pt x="47712" y="52151"/>
                            <a:pt x="48862" y="47104"/>
                          </a:cubicBezTo>
                          <a:cubicBezTo>
                            <a:pt x="49945" y="42361"/>
                            <a:pt x="56155" y="40128"/>
                            <a:pt x="58837" y="39375"/>
                          </a:cubicBezTo>
                          <a:cubicBezTo>
                            <a:pt x="59709" y="39124"/>
                            <a:pt x="60449" y="38543"/>
                            <a:pt x="60872" y="37737"/>
                          </a:cubicBezTo>
                          <a:cubicBezTo>
                            <a:pt x="62378" y="34896"/>
                            <a:pt x="64769" y="28198"/>
                            <a:pt x="56419" y="24419"/>
                          </a:cubicBezTo>
                          <a:cubicBezTo>
                            <a:pt x="54675" y="23626"/>
                            <a:pt x="53922" y="21565"/>
                            <a:pt x="54768" y="19848"/>
                          </a:cubicBezTo>
                          <a:cubicBezTo>
                            <a:pt x="56446" y="16412"/>
                            <a:pt x="57582" y="11022"/>
                            <a:pt x="51213" y="7283"/>
                          </a:cubicBezTo>
                          <a:cubicBezTo>
                            <a:pt x="44726" y="3478"/>
                            <a:pt x="39243" y="6556"/>
                            <a:pt x="36165" y="9212"/>
                          </a:cubicBezTo>
                          <a:cubicBezTo>
                            <a:pt x="34923" y="10282"/>
                            <a:pt x="33113" y="10269"/>
                            <a:pt x="31831" y="9251"/>
                          </a:cubicBezTo>
                          <a:cubicBezTo>
                            <a:pt x="31105" y="8670"/>
                            <a:pt x="30114" y="8393"/>
                            <a:pt x="28806" y="9027"/>
                          </a:cubicBezTo>
                          <a:cubicBezTo>
                            <a:pt x="27049" y="9872"/>
                            <a:pt x="24948" y="8934"/>
                            <a:pt x="24287" y="7098"/>
                          </a:cubicBezTo>
                          <a:cubicBezTo>
                            <a:pt x="23019" y="3570"/>
                            <a:pt x="20086" y="-380"/>
                            <a:pt x="13295" y="29"/>
                          </a:cubicBezTo>
                          <a:cubicBezTo>
                            <a:pt x="1232" y="756"/>
                            <a:pt x="-1556" y="13730"/>
                            <a:pt x="730" y="21763"/>
                          </a:cubicBezTo>
                          <a:cubicBezTo>
                            <a:pt x="3016" y="29796"/>
                            <a:pt x="16043" y="28264"/>
                            <a:pt x="22847" y="25080"/>
                          </a:cubicBezTo>
                          <a:cubicBezTo>
                            <a:pt x="28026" y="22662"/>
                            <a:pt x="33972" y="26440"/>
                            <a:pt x="36522" y="28396"/>
                          </a:cubicBezTo>
                          <a:cubicBezTo>
                            <a:pt x="37328" y="29017"/>
                            <a:pt x="37803" y="29968"/>
                            <a:pt x="37830" y="30985"/>
                          </a:cubicBezTo>
                          <a:close/>
                        </a:path>
                      </a:pathLst>
                    </a:custGeom>
                    <a:solidFill>
                      <a:srgbClr val="82471F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09" name="Forme libre : forme 2308">
                      <a:extLst>
                        <a:ext uri="{FF2B5EF4-FFF2-40B4-BE49-F238E27FC236}">
                          <a16:creationId xmlns:a16="http://schemas.microsoft.com/office/drawing/2014/main" id="{4E803AA9-5C05-CDAD-692C-8F410D30F5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6347" y="763404"/>
                      <a:ext cx="13501" cy="18857"/>
                    </a:xfrm>
                    <a:custGeom>
                      <a:avLst/>
                      <a:gdLst>
                        <a:gd name="connsiteX0" fmla="*/ 1044 w 13501"/>
                        <a:gd name="connsiteY0" fmla="*/ 18013 h 18857"/>
                        <a:gd name="connsiteX1" fmla="*/ 3039 w 13501"/>
                        <a:gd name="connsiteY1" fmla="*/ 1062 h 18857"/>
                        <a:gd name="connsiteX2" fmla="*/ 12909 w 13501"/>
                        <a:gd name="connsiteY2" fmla="*/ 10509 h 18857"/>
                        <a:gd name="connsiteX3" fmla="*/ 1044 w 13501"/>
                        <a:gd name="connsiteY3" fmla="*/ 18013 h 188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3501" h="18857">
                          <a:moveTo>
                            <a:pt x="1044" y="18013"/>
                          </a:moveTo>
                          <a:cubicBezTo>
                            <a:pt x="1044" y="18013"/>
                            <a:pt x="-2325" y="3850"/>
                            <a:pt x="3039" y="1062"/>
                          </a:cubicBezTo>
                          <a:cubicBezTo>
                            <a:pt x="8403" y="-1726"/>
                            <a:pt x="15631" y="824"/>
                            <a:pt x="12909" y="10509"/>
                          </a:cubicBezTo>
                          <a:cubicBezTo>
                            <a:pt x="9527" y="22571"/>
                            <a:pt x="1044" y="18013"/>
                            <a:pt x="1044" y="18013"/>
                          </a:cubicBezTo>
                          <a:close/>
                        </a:path>
                      </a:pathLst>
                    </a:custGeom>
                    <a:solidFill>
                      <a:srgbClr val="F4A392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42" name="Graphique 1982">
                  <a:extLst>
                    <a:ext uri="{FF2B5EF4-FFF2-40B4-BE49-F238E27FC236}">
                      <a16:creationId xmlns:a16="http://schemas.microsoft.com/office/drawing/2014/main" id="{755B00A4-464D-8460-AF03-B663B44BAE3D}"/>
                    </a:ext>
                  </a:extLst>
                </p:cNvPr>
                <p:cNvGrpSpPr/>
                <p:nvPr/>
              </p:nvGrpSpPr>
              <p:grpSpPr>
                <a:xfrm>
                  <a:off x="1428126" y="826246"/>
                  <a:ext cx="214208" cy="96752"/>
                  <a:chOff x="1428126" y="826246"/>
                  <a:chExt cx="214208" cy="96752"/>
                </a:xfrm>
              </p:grpSpPr>
              <p:sp>
                <p:nvSpPr>
                  <p:cNvPr id="50" name="Forme libre : forme 49">
                    <a:extLst>
                      <a:ext uri="{FF2B5EF4-FFF2-40B4-BE49-F238E27FC236}">
                        <a16:creationId xmlns:a16="http://schemas.microsoft.com/office/drawing/2014/main" id="{456E85DE-6199-84E2-3075-C25295087170}"/>
                      </a:ext>
                    </a:extLst>
                  </p:cNvPr>
                  <p:cNvSpPr/>
                  <p:nvPr/>
                </p:nvSpPr>
                <p:spPr>
                  <a:xfrm>
                    <a:off x="1526239" y="913340"/>
                    <a:ext cx="116095" cy="9658"/>
                  </a:xfrm>
                  <a:custGeom>
                    <a:avLst/>
                    <a:gdLst>
                      <a:gd name="connsiteX0" fmla="*/ 111576 w 116095"/>
                      <a:gd name="connsiteY0" fmla="*/ 9659 h 9658"/>
                      <a:gd name="connsiteX1" fmla="*/ 111325 w 116095"/>
                      <a:gd name="connsiteY1" fmla="*/ 9659 h 9658"/>
                      <a:gd name="connsiteX2" fmla="*/ 4770 w 116095"/>
                      <a:gd name="connsiteY2" fmla="*/ 9540 h 9658"/>
                      <a:gd name="connsiteX3" fmla="*/ 0 w 116095"/>
                      <a:gd name="connsiteY3" fmla="*/ 4770 h 9658"/>
                      <a:gd name="connsiteX4" fmla="*/ 4770 w 116095"/>
                      <a:gd name="connsiteY4" fmla="*/ 1 h 9658"/>
                      <a:gd name="connsiteX5" fmla="*/ 111325 w 116095"/>
                      <a:gd name="connsiteY5" fmla="*/ 119 h 9658"/>
                      <a:gd name="connsiteX6" fmla="*/ 116095 w 116095"/>
                      <a:gd name="connsiteY6" fmla="*/ 4889 h 9658"/>
                      <a:gd name="connsiteX7" fmla="*/ 111563 w 116095"/>
                      <a:gd name="connsiteY7" fmla="*/ 9645 h 96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6095" h="9658">
                        <a:moveTo>
                          <a:pt x="111576" y="9659"/>
                        </a:moveTo>
                        <a:cubicBezTo>
                          <a:pt x="111497" y="9659"/>
                          <a:pt x="111418" y="9659"/>
                          <a:pt x="111325" y="9659"/>
                        </a:cubicBezTo>
                        <a:lnTo>
                          <a:pt x="4770" y="9540"/>
                        </a:lnTo>
                        <a:cubicBezTo>
                          <a:pt x="2141" y="9540"/>
                          <a:pt x="0" y="7399"/>
                          <a:pt x="0" y="4770"/>
                        </a:cubicBezTo>
                        <a:cubicBezTo>
                          <a:pt x="0" y="2141"/>
                          <a:pt x="2154" y="-39"/>
                          <a:pt x="4770" y="1"/>
                        </a:cubicBezTo>
                        <a:lnTo>
                          <a:pt x="111325" y="119"/>
                        </a:lnTo>
                        <a:cubicBezTo>
                          <a:pt x="113955" y="119"/>
                          <a:pt x="116095" y="2260"/>
                          <a:pt x="116095" y="4889"/>
                        </a:cubicBezTo>
                        <a:cubicBezTo>
                          <a:pt x="116095" y="7439"/>
                          <a:pt x="114087" y="9526"/>
                          <a:pt x="111563" y="9645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" name="Forme libre : forme 50">
                    <a:extLst>
                      <a:ext uri="{FF2B5EF4-FFF2-40B4-BE49-F238E27FC236}">
                        <a16:creationId xmlns:a16="http://schemas.microsoft.com/office/drawing/2014/main" id="{A746ECA4-87D9-87E1-48E0-583B5EFB406C}"/>
                      </a:ext>
                    </a:extLst>
                  </p:cNvPr>
                  <p:cNvSpPr/>
                  <p:nvPr/>
                </p:nvSpPr>
                <p:spPr>
                  <a:xfrm>
                    <a:off x="1428126" y="826246"/>
                    <a:ext cx="152164" cy="96699"/>
                  </a:xfrm>
                  <a:custGeom>
                    <a:avLst/>
                    <a:gdLst>
                      <a:gd name="connsiteX0" fmla="*/ 7095 w 152164"/>
                      <a:gd name="connsiteY0" fmla="*/ 13 h 96699"/>
                      <a:gd name="connsiteX1" fmla="*/ 95841 w 152164"/>
                      <a:gd name="connsiteY1" fmla="*/ 13 h 96699"/>
                      <a:gd name="connsiteX2" fmla="*/ 111141 w 152164"/>
                      <a:gd name="connsiteY2" fmla="*/ 9711 h 96699"/>
                      <a:gd name="connsiteX3" fmla="*/ 152164 w 152164"/>
                      <a:gd name="connsiteY3" fmla="*/ 96700 h 96699"/>
                      <a:gd name="connsiteX4" fmla="*/ 41883 w 152164"/>
                      <a:gd name="connsiteY4" fmla="*/ 96700 h 96699"/>
                      <a:gd name="connsiteX5" fmla="*/ 32317 w 152164"/>
                      <a:gd name="connsiteY5" fmla="*/ 90199 h 96699"/>
                      <a:gd name="connsiteX6" fmla="*/ 503 w 152164"/>
                      <a:gd name="connsiteY6" fmla="*/ 9698 h 96699"/>
                      <a:gd name="connsiteX7" fmla="*/ 7095 w 152164"/>
                      <a:gd name="connsiteY7" fmla="*/ 0 h 966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52164" h="96699">
                        <a:moveTo>
                          <a:pt x="7095" y="13"/>
                        </a:moveTo>
                        <a:lnTo>
                          <a:pt x="95841" y="13"/>
                        </a:lnTo>
                        <a:cubicBezTo>
                          <a:pt x="102381" y="13"/>
                          <a:pt x="108340" y="3792"/>
                          <a:pt x="111141" y="9711"/>
                        </a:cubicBezTo>
                        <a:lnTo>
                          <a:pt x="152164" y="96700"/>
                        </a:lnTo>
                        <a:lnTo>
                          <a:pt x="41883" y="96700"/>
                        </a:lnTo>
                        <a:cubicBezTo>
                          <a:pt x="37668" y="96700"/>
                          <a:pt x="33876" y="94123"/>
                          <a:pt x="32317" y="90199"/>
                        </a:cubicBezTo>
                        <a:lnTo>
                          <a:pt x="503" y="9698"/>
                        </a:lnTo>
                        <a:cubicBezTo>
                          <a:pt x="-1334" y="5047"/>
                          <a:pt x="2088" y="0"/>
                          <a:pt x="7095" y="0"/>
                        </a:cubicBezTo>
                        <a:close/>
                      </a:path>
                    </a:pathLst>
                  </a:custGeom>
                  <a:solidFill>
                    <a:srgbClr val="332989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" name="Forme libre : forme 51">
                    <a:extLst>
                      <a:ext uri="{FF2B5EF4-FFF2-40B4-BE49-F238E27FC236}">
                        <a16:creationId xmlns:a16="http://schemas.microsoft.com/office/drawing/2014/main" id="{D7F056C7-ADAE-3020-4E03-7C4DC031E654}"/>
                      </a:ext>
                    </a:extLst>
                  </p:cNvPr>
                  <p:cNvSpPr/>
                  <p:nvPr/>
                </p:nvSpPr>
                <p:spPr>
                  <a:xfrm>
                    <a:off x="1483576" y="861969"/>
                    <a:ext cx="15024" cy="22069"/>
                  </a:xfrm>
                  <a:custGeom>
                    <a:avLst/>
                    <a:gdLst>
                      <a:gd name="connsiteX0" fmla="*/ 14165 w 15024"/>
                      <a:gd name="connsiteY0" fmla="*/ 8894 h 22069"/>
                      <a:gd name="connsiteX1" fmla="*/ 10994 w 15024"/>
                      <a:gd name="connsiteY1" fmla="*/ 21856 h 22069"/>
                      <a:gd name="connsiteX2" fmla="*/ 860 w 15024"/>
                      <a:gd name="connsiteY2" fmla="*/ 13175 h 22069"/>
                      <a:gd name="connsiteX3" fmla="*/ 4031 w 15024"/>
                      <a:gd name="connsiteY3" fmla="*/ 214 h 22069"/>
                      <a:gd name="connsiteX4" fmla="*/ 14165 w 15024"/>
                      <a:gd name="connsiteY4" fmla="*/ 8894 h 22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024" h="22069">
                        <a:moveTo>
                          <a:pt x="14165" y="8894"/>
                        </a:moveTo>
                        <a:cubicBezTo>
                          <a:pt x="16094" y="14866"/>
                          <a:pt x="14667" y="20666"/>
                          <a:pt x="10994" y="21856"/>
                        </a:cubicBezTo>
                        <a:cubicBezTo>
                          <a:pt x="7321" y="23045"/>
                          <a:pt x="2776" y="19160"/>
                          <a:pt x="860" y="13175"/>
                        </a:cubicBezTo>
                        <a:cubicBezTo>
                          <a:pt x="-1069" y="7203"/>
                          <a:pt x="358" y="1403"/>
                          <a:pt x="4031" y="214"/>
                        </a:cubicBezTo>
                        <a:cubicBezTo>
                          <a:pt x="7704" y="-975"/>
                          <a:pt x="12249" y="2909"/>
                          <a:pt x="14165" y="8894"/>
                        </a:cubicBezTo>
                        <a:close/>
                      </a:path>
                    </a:pathLst>
                  </a:custGeom>
                  <a:solidFill>
                    <a:srgbClr val="B1ABE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" name="Graphique 1982">
                  <a:extLst>
                    <a:ext uri="{FF2B5EF4-FFF2-40B4-BE49-F238E27FC236}">
                      <a16:creationId xmlns:a16="http://schemas.microsoft.com/office/drawing/2014/main" id="{B2B123B4-A5AF-FDA8-0703-9934A9EFE11D}"/>
                    </a:ext>
                  </a:extLst>
                </p:cNvPr>
                <p:cNvGrpSpPr/>
                <p:nvPr/>
              </p:nvGrpSpPr>
              <p:grpSpPr>
                <a:xfrm>
                  <a:off x="1420870" y="921994"/>
                  <a:ext cx="436316" cy="229548"/>
                  <a:chOff x="1420870" y="921994"/>
                  <a:chExt cx="436316" cy="229548"/>
                </a:xfrm>
                <a:solidFill>
                  <a:srgbClr val="8078D5"/>
                </a:solidFill>
              </p:grpSpPr>
              <p:grpSp>
                <p:nvGrpSpPr>
                  <p:cNvPr id="44" name="Graphique 1982">
                    <a:extLst>
                      <a:ext uri="{FF2B5EF4-FFF2-40B4-BE49-F238E27FC236}">
                        <a16:creationId xmlns:a16="http://schemas.microsoft.com/office/drawing/2014/main" id="{A006CA31-76BC-8C39-A12C-82D2E63DDC2C}"/>
                      </a:ext>
                    </a:extLst>
                  </p:cNvPr>
                  <p:cNvGrpSpPr/>
                  <p:nvPr/>
                </p:nvGrpSpPr>
                <p:grpSpPr>
                  <a:xfrm>
                    <a:off x="1445133" y="931507"/>
                    <a:ext cx="405434" cy="220035"/>
                    <a:chOff x="1445133" y="931507"/>
                    <a:chExt cx="405434" cy="220035"/>
                  </a:xfrm>
                  <a:solidFill>
                    <a:srgbClr val="8078D5"/>
                  </a:solidFill>
                </p:grpSpPr>
                <p:sp>
                  <p:nvSpPr>
                    <p:cNvPr id="46" name="Forme libre : forme 45">
                      <a:extLst>
                        <a:ext uri="{FF2B5EF4-FFF2-40B4-BE49-F238E27FC236}">
                          <a16:creationId xmlns:a16="http://schemas.microsoft.com/office/drawing/2014/main" id="{D7078D9D-935F-0581-448D-277B1703A0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5133" y="931515"/>
                      <a:ext cx="102863" cy="220027"/>
                    </a:xfrm>
                    <a:custGeom>
                      <a:avLst/>
                      <a:gdLst>
                        <a:gd name="connsiteX0" fmla="*/ 4476 w 102863"/>
                        <a:gd name="connsiteY0" fmla="*/ 220027 h 220027"/>
                        <a:gd name="connsiteX1" fmla="*/ 2705 w 102863"/>
                        <a:gd name="connsiteY1" fmla="*/ 219670 h 220027"/>
                        <a:gd name="connsiteX2" fmla="*/ 367 w 102863"/>
                        <a:gd name="connsiteY2" fmla="*/ 213976 h 220027"/>
                        <a:gd name="connsiteX3" fmla="*/ 94279 w 102863"/>
                        <a:gd name="connsiteY3" fmla="*/ 2622 h 220027"/>
                        <a:gd name="connsiteX4" fmla="*/ 100158 w 102863"/>
                        <a:gd name="connsiteY4" fmla="*/ 349 h 220027"/>
                        <a:gd name="connsiteX5" fmla="*/ 102496 w 102863"/>
                        <a:gd name="connsiteY5" fmla="*/ 6044 h 220027"/>
                        <a:gd name="connsiteX6" fmla="*/ 8585 w 102863"/>
                        <a:gd name="connsiteY6" fmla="*/ 217398 h 220027"/>
                        <a:gd name="connsiteX7" fmla="*/ 4476 w 102863"/>
                        <a:gd name="connsiteY7" fmla="*/ 220027 h 2200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02863" h="220027">
                          <a:moveTo>
                            <a:pt x="4476" y="220027"/>
                          </a:moveTo>
                          <a:cubicBezTo>
                            <a:pt x="3881" y="220027"/>
                            <a:pt x="3287" y="219908"/>
                            <a:pt x="2705" y="219670"/>
                          </a:cubicBezTo>
                          <a:cubicBezTo>
                            <a:pt x="433" y="218719"/>
                            <a:pt x="-611" y="216169"/>
                            <a:pt x="367" y="213976"/>
                          </a:cubicBezTo>
                          <a:lnTo>
                            <a:pt x="94279" y="2622"/>
                          </a:lnTo>
                          <a:cubicBezTo>
                            <a:pt x="95256" y="428"/>
                            <a:pt x="97885" y="-589"/>
                            <a:pt x="100158" y="349"/>
                          </a:cubicBezTo>
                          <a:cubicBezTo>
                            <a:pt x="102430" y="1300"/>
                            <a:pt x="103474" y="3850"/>
                            <a:pt x="102496" y="6044"/>
                          </a:cubicBezTo>
                          <a:lnTo>
                            <a:pt x="8585" y="217398"/>
                          </a:lnTo>
                          <a:cubicBezTo>
                            <a:pt x="7858" y="219036"/>
                            <a:pt x="6207" y="220027"/>
                            <a:pt x="4476" y="220027"/>
                          </a:cubicBezTo>
                          <a:close/>
                        </a:path>
                      </a:pathLst>
                    </a:custGeom>
                    <a:solidFill>
                      <a:srgbClr val="8078D5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7" name="Forme libre : forme 46">
                      <a:extLst>
                        <a:ext uri="{FF2B5EF4-FFF2-40B4-BE49-F238E27FC236}">
                          <a16:creationId xmlns:a16="http://schemas.microsoft.com/office/drawing/2014/main" id="{F693F708-3C13-69F6-3672-A123BC115C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7011" y="931507"/>
                      <a:ext cx="102863" cy="220034"/>
                    </a:xfrm>
                    <a:custGeom>
                      <a:avLst/>
                      <a:gdLst>
                        <a:gd name="connsiteX0" fmla="*/ 98388 w 102863"/>
                        <a:gd name="connsiteY0" fmla="*/ 220035 h 220034"/>
                        <a:gd name="connsiteX1" fmla="*/ 94279 w 102863"/>
                        <a:gd name="connsiteY1" fmla="*/ 217405 h 220034"/>
                        <a:gd name="connsiteX2" fmla="*/ 367 w 102863"/>
                        <a:gd name="connsiteY2" fmla="*/ 6051 h 220034"/>
                        <a:gd name="connsiteX3" fmla="*/ 2705 w 102863"/>
                        <a:gd name="connsiteY3" fmla="*/ 357 h 220034"/>
                        <a:gd name="connsiteX4" fmla="*/ 8585 w 102863"/>
                        <a:gd name="connsiteY4" fmla="*/ 2629 h 220034"/>
                        <a:gd name="connsiteX5" fmla="*/ 102496 w 102863"/>
                        <a:gd name="connsiteY5" fmla="*/ 213983 h 220034"/>
                        <a:gd name="connsiteX6" fmla="*/ 100158 w 102863"/>
                        <a:gd name="connsiteY6" fmla="*/ 219678 h 220034"/>
                        <a:gd name="connsiteX7" fmla="*/ 98388 w 102863"/>
                        <a:gd name="connsiteY7" fmla="*/ 220035 h 2200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02863" h="220034">
                          <a:moveTo>
                            <a:pt x="98388" y="220035"/>
                          </a:moveTo>
                          <a:cubicBezTo>
                            <a:pt x="96657" y="220035"/>
                            <a:pt x="95005" y="219057"/>
                            <a:pt x="94279" y="217405"/>
                          </a:cubicBezTo>
                          <a:lnTo>
                            <a:pt x="367" y="6051"/>
                          </a:lnTo>
                          <a:cubicBezTo>
                            <a:pt x="-611" y="3858"/>
                            <a:pt x="433" y="1308"/>
                            <a:pt x="2705" y="357"/>
                          </a:cubicBezTo>
                          <a:cubicBezTo>
                            <a:pt x="4978" y="-595"/>
                            <a:pt x="7607" y="423"/>
                            <a:pt x="8585" y="2629"/>
                          </a:cubicBezTo>
                          <a:lnTo>
                            <a:pt x="102496" y="213983"/>
                          </a:lnTo>
                          <a:cubicBezTo>
                            <a:pt x="103474" y="216177"/>
                            <a:pt x="102430" y="218727"/>
                            <a:pt x="100158" y="219678"/>
                          </a:cubicBezTo>
                          <a:cubicBezTo>
                            <a:pt x="99577" y="219916"/>
                            <a:pt x="98982" y="220035"/>
                            <a:pt x="98388" y="220035"/>
                          </a:cubicBezTo>
                          <a:close/>
                        </a:path>
                      </a:pathLst>
                    </a:custGeom>
                    <a:solidFill>
                      <a:srgbClr val="8078D5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8" name="Forme libre : forme 47">
                      <a:extLst>
                        <a:ext uri="{FF2B5EF4-FFF2-40B4-BE49-F238E27FC236}">
                          <a16:creationId xmlns:a16="http://schemas.microsoft.com/office/drawing/2014/main" id="{53544B15-BA4B-864C-6998-ACC538F03E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35826" y="931515"/>
                      <a:ext cx="102863" cy="220027"/>
                    </a:xfrm>
                    <a:custGeom>
                      <a:avLst/>
                      <a:gdLst>
                        <a:gd name="connsiteX0" fmla="*/ 4476 w 102863"/>
                        <a:gd name="connsiteY0" fmla="*/ 220027 h 220027"/>
                        <a:gd name="connsiteX1" fmla="*/ 2705 w 102863"/>
                        <a:gd name="connsiteY1" fmla="*/ 219670 h 220027"/>
                        <a:gd name="connsiteX2" fmla="*/ 367 w 102863"/>
                        <a:gd name="connsiteY2" fmla="*/ 213976 h 220027"/>
                        <a:gd name="connsiteX3" fmla="*/ 94279 w 102863"/>
                        <a:gd name="connsiteY3" fmla="*/ 2622 h 220027"/>
                        <a:gd name="connsiteX4" fmla="*/ 100158 w 102863"/>
                        <a:gd name="connsiteY4" fmla="*/ 349 h 220027"/>
                        <a:gd name="connsiteX5" fmla="*/ 102496 w 102863"/>
                        <a:gd name="connsiteY5" fmla="*/ 6044 h 220027"/>
                        <a:gd name="connsiteX6" fmla="*/ 8585 w 102863"/>
                        <a:gd name="connsiteY6" fmla="*/ 217398 h 220027"/>
                        <a:gd name="connsiteX7" fmla="*/ 4476 w 102863"/>
                        <a:gd name="connsiteY7" fmla="*/ 220027 h 2200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02863" h="220027">
                          <a:moveTo>
                            <a:pt x="4476" y="220027"/>
                          </a:moveTo>
                          <a:cubicBezTo>
                            <a:pt x="3881" y="220027"/>
                            <a:pt x="3287" y="219908"/>
                            <a:pt x="2705" y="219670"/>
                          </a:cubicBezTo>
                          <a:cubicBezTo>
                            <a:pt x="433" y="218719"/>
                            <a:pt x="-611" y="216169"/>
                            <a:pt x="367" y="213976"/>
                          </a:cubicBezTo>
                          <a:lnTo>
                            <a:pt x="94279" y="2622"/>
                          </a:lnTo>
                          <a:cubicBezTo>
                            <a:pt x="95256" y="428"/>
                            <a:pt x="97885" y="-589"/>
                            <a:pt x="100158" y="349"/>
                          </a:cubicBezTo>
                          <a:cubicBezTo>
                            <a:pt x="102430" y="1300"/>
                            <a:pt x="103474" y="3850"/>
                            <a:pt x="102496" y="6044"/>
                          </a:cubicBezTo>
                          <a:lnTo>
                            <a:pt x="8585" y="217398"/>
                          </a:lnTo>
                          <a:cubicBezTo>
                            <a:pt x="7858" y="219036"/>
                            <a:pt x="6207" y="220027"/>
                            <a:pt x="4476" y="220027"/>
                          </a:cubicBezTo>
                          <a:close/>
                        </a:path>
                      </a:pathLst>
                    </a:custGeom>
                    <a:solidFill>
                      <a:srgbClr val="8078D5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" name="Forme libre : forme 48">
                      <a:extLst>
                        <a:ext uri="{FF2B5EF4-FFF2-40B4-BE49-F238E27FC236}">
                          <a16:creationId xmlns:a16="http://schemas.microsoft.com/office/drawing/2014/main" id="{F87E9A16-7CF4-BC06-4A4C-59CB0F0BC0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7704" y="931507"/>
                      <a:ext cx="102863" cy="220034"/>
                    </a:xfrm>
                    <a:custGeom>
                      <a:avLst/>
                      <a:gdLst>
                        <a:gd name="connsiteX0" fmla="*/ 98388 w 102863"/>
                        <a:gd name="connsiteY0" fmla="*/ 220035 h 220034"/>
                        <a:gd name="connsiteX1" fmla="*/ 94279 w 102863"/>
                        <a:gd name="connsiteY1" fmla="*/ 217405 h 220034"/>
                        <a:gd name="connsiteX2" fmla="*/ 367 w 102863"/>
                        <a:gd name="connsiteY2" fmla="*/ 6051 h 220034"/>
                        <a:gd name="connsiteX3" fmla="*/ 2705 w 102863"/>
                        <a:gd name="connsiteY3" fmla="*/ 357 h 220034"/>
                        <a:gd name="connsiteX4" fmla="*/ 8585 w 102863"/>
                        <a:gd name="connsiteY4" fmla="*/ 2629 h 220034"/>
                        <a:gd name="connsiteX5" fmla="*/ 102496 w 102863"/>
                        <a:gd name="connsiteY5" fmla="*/ 213983 h 220034"/>
                        <a:gd name="connsiteX6" fmla="*/ 100158 w 102863"/>
                        <a:gd name="connsiteY6" fmla="*/ 219678 h 220034"/>
                        <a:gd name="connsiteX7" fmla="*/ 98388 w 102863"/>
                        <a:gd name="connsiteY7" fmla="*/ 220035 h 2200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02863" h="220034">
                          <a:moveTo>
                            <a:pt x="98388" y="220035"/>
                          </a:moveTo>
                          <a:cubicBezTo>
                            <a:pt x="96657" y="220035"/>
                            <a:pt x="95005" y="219057"/>
                            <a:pt x="94279" y="217405"/>
                          </a:cubicBezTo>
                          <a:lnTo>
                            <a:pt x="367" y="6051"/>
                          </a:lnTo>
                          <a:cubicBezTo>
                            <a:pt x="-611" y="3858"/>
                            <a:pt x="433" y="1308"/>
                            <a:pt x="2705" y="357"/>
                          </a:cubicBezTo>
                          <a:cubicBezTo>
                            <a:pt x="4978" y="-595"/>
                            <a:pt x="7607" y="423"/>
                            <a:pt x="8585" y="2629"/>
                          </a:cubicBezTo>
                          <a:lnTo>
                            <a:pt x="102496" y="213983"/>
                          </a:lnTo>
                          <a:cubicBezTo>
                            <a:pt x="103474" y="216177"/>
                            <a:pt x="102430" y="218727"/>
                            <a:pt x="100158" y="219678"/>
                          </a:cubicBezTo>
                          <a:cubicBezTo>
                            <a:pt x="99577" y="219916"/>
                            <a:pt x="98982" y="220035"/>
                            <a:pt x="98388" y="220035"/>
                          </a:cubicBezTo>
                          <a:close/>
                        </a:path>
                      </a:pathLst>
                    </a:custGeom>
                    <a:solidFill>
                      <a:srgbClr val="8078D5"/>
                    </a:solidFill>
                    <a:ln w="13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1219170">
                        <a:buClr>
                          <a:srgbClr val="000000"/>
                        </a:buClr>
                      </a:pPr>
                      <a:endParaRPr lang="fr-FR" kern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45" name="Forme libre : forme 44">
                    <a:extLst>
                      <a:ext uri="{FF2B5EF4-FFF2-40B4-BE49-F238E27FC236}">
                        <a16:creationId xmlns:a16="http://schemas.microsoft.com/office/drawing/2014/main" id="{A8592F8F-E04D-B0EF-C2A3-79B1714587F2}"/>
                      </a:ext>
                    </a:extLst>
                  </p:cNvPr>
                  <p:cNvSpPr/>
                  <p:nvPr/>
                </p:nvSpPr>
                <p:spPr>
                  <a:xfrm>
                    <a:off x="1420870" y="921994"/>
                    <a:ext cx="436316" cy="23160"/>
                  </a:xfrm>
                  <a:custGeom>
                    <a:avLst/>
                    <a:gdLst>
                      <a:gd name="connsiteX0" fmla="*/ 436241 w 436316"/>
                      <a:gd name="connsiteY0" fmla="*/ 5628 h 23160"/>
                      <a:gd name="connsiteX1" fmla="*/ 435355 w 436316"/>
                      <a:gd name="connsiteY1" fmla="*/ 1718 h 23160"/>
                      <a:gd name="connsiteX2" fmla="*/ 432092 w 436316"/>
                      <a:gd name="connsiteY2" fmla="*/ 0 h 23160"/>
                      <a:gd name="connsiteX3" fmla="*/ 4865 w 436316"/>
                      <a:gd name="connsiteY3" fmla="*/ 0 h 23160"/>
                      <a:gd name="connsiteX4" fmla="*/ 769 w 436316"/>
                      <a:gd name="connsiteY4" fmla="*/ 2510 h 23160"/>
                      <a:gd name="connsiteX5" fmla="*/ 452 w 436316"/>
                      <a:gd name="connsiteY5" fmla="*/ 7729 h 23160"/>
                      <a:gd name="connsiteX6" fmla="*/ 5076 w 436316"/>
                      <a:gd name="connsiteY6" fmla="*/ 18946 h 23160"/>
                      <a:gd name="connsiteX7" fmla="*/ 10956 w 436316"/>
                      <a:gd name="connsiteY7" fmla="*/ 23161 h 23160"/>
                      <a:gd name="connsiteX8" fmla="*/ 429146 w 436316"/>
                      <a:gd name="connsiteY8" fmla="*/ 23161 h 23160"/>
                      <a:gd name="connsiteX9" fmla="*/ 433968 w 436316"/>
                      <a:gd name="connsiteY9" fmla="*/ 18708 h 23160"/>
                      <a:gd name="connsiteX10" fmla="*/ 436227 w 436316"/>
                      <a:gd name="connsiteY10" fmla="*/ 5628 h 231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36316" h="23160">
                        <a:moveTo>
                          <a:pt x="436241" y="5628"/>
                        </a:moveTo>
                        <a:cubicBezTo>
                          <a:pt x="436479" y="4241"/>
                          <a:pt x="436148" y="2814"/>
                          <a:pt x="435355" y="1718"/>
                        </a:cubicBezTo>
                        <a:cubicBezTo>
                          <a:pt x="434549" y="634"/>
                          <a:pt x="433360" y="0"/>
                          <a:pt x="432092" y="0"/>
                        </a:cubicBezTo>
                        <a:lnTo>
                          <a:pt x="4865" y="0"/>
                        </a:lnTo>
                        <a:cubicBezTo>
                          <a:pt x="3200" y="0"/>
                          <a:pt x="1668" y="951"/>
                          <a:pt x="769" y="2510"/>
                        </a:cubicBezTo>
                        <a:cubicBezTo>
                          <a:pt x="-129" y="4069"/>
                          <a:pt x="-248" y="6038"/>
                          <a:pt x="452" y="7729"/>
                        </a:cubicBezTo>
                        <a:lnTo>
                          <a:pt x="5076" y="18946"/>
                        </a:lnTo>
                        <a:cubicBezTo>
                          <a:pt x="6133" y="21509"/>
                          <a:pt x="8432" y="23161"/>
                          <a:pt x="10956" y="23161"/>
                        </a:cubicBezTo>
                        <a:lnTo>
                          <a:pt x="429146" y="23161"/>
                        </a:lnTo>
                        <a:cubicBezTo>
                          <a:pt x="431498" y="23161"/>
                          <a:pt x="433519" y="21298"/>
                          <a:pt x="433968" y="18708"/>
                        </a:cubicBezTo>
                        <a:lnTo>
                          <a:pt x="436227" y="5628"/>
                        </a:lnTo>
                        <a:close/>
                      </a:path>
                    </a:pathLst>
                  </a:custGeom>
                  <a:solidFill>
                    <a:srgbClr val="8078D5"/>
                  </a:solidFill>
                  <a:ln w="13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1219170">
                      <a:buClr>
                        <a:srgbClr val="000000"/>
                      </a:buClr>
                    </a:pPr>
                    <a:endParaRPr lang="fr-FR" kern="0"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21" name="Google Shape;449;p19">
              <a:extLst>
                <a:ext uri="{FF2B5EF4-FFF2-40B4-BE49-F238E27FC236}">
                  <a16:creationId xmlns:a16="http://schemas.microsoft.com/office/drawing/2014/main" id="{D6195B8E-045D-0E4B-3D1E-949A1499EAB9}"/>
                </a:ext>
              </a:extLst>
            </p:cNvPr>
            <p:cNvSpPr/>
            <p:nvPr/>
          </p:nvSpPr>
          <p:spPr>
            <a:xfrm>
              <a:off x="2512709" y="4030930"/>
              <a:ext cx="1369136" cy="1367803"/>
            </a:xfrm>
            <a:custGeom>
              <a:avLst/>
              <a:gdLst/>
              <a:ahLst/>
              <a:cxnLst/>
              <a:rect l="l" t="t" r="r" b="b"/>
              <a:pathLst>
                <a:path w="31796" h="31765" extrusionOk="0">
                  <a:moveTo>
                    <a:pt x="15898" y="0"/>
                  </a:moveTo>
                  <a:cubicBezTo>
                    <a:pt x="7126" y="0"/>
                    <a:pt x="0" y="7094"/>
                    <a:pt x="0" y="15866"/>
                  </a:cubicBezTo>
                  <a:cubicBezTo>
                    <a:pt x="0" y="24639"/>
                    <a:pt x="7126" y="31764"/>
                    <a:pt x="15898" y="31764"/>
                  </a:cubicBezTo>
                  <a:cubicBezTo>
                    <a:pt x="24670" y="31764"/>
                    <a:pt x="31796" y="24639"/>
                    <a:pt x="31796" y="15866"/>
                  </a:cubicBezTo>
                  <a:cubicBezTo>
                    <a:pt x="31796" y="7094"/>
                    <a:pt x="24670" y="0"/>
                    <a:pt x="1589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7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Century Gothic" panose="020F0302020204030204"/>
                <a:cs typeface="Arial"/>
                <a:sym typeface="Arial"/>
              </a:endParaRPr>
            </a:p>
          </p:txBody>
        </p:sp>
        <p:sp>
          <p:nvSpPr>
            <p:cNvPr id="22" name="Google Shape;458;p19">
              <a:extLst>
                <a:ext uri="{FF2B5EF4-FFF2-40B4-BE49-F238E27FC236}">
                  <a16:creationId xmlns:a16="http://schemas.microsoft.com/office/drawing/2014/main" id="{D19D30FD-480D-ED23-E1D3-9998A1AD3A19}"/>
                </a:ext>
              </a:extLst>
            </p:cNvPr>
            <p:cNvSpPr/>
            <p:nvPr/>
          </p:nvSpPr>
          <p:spPr>
            <a:xfrm>
              <a:off x="666296" y="4704562"/>
              <a:ext cx="1367803" cy="1367803"/>
            </a:xfrm>
            <a:custGeom>
              <a:avLst/>
              <a:gdLst/>
              <a:ahLst/>
              <a:cxnLst/>
              <a:rect l="l" t="t" r="r" b="b"/>
              <a:pathLst>
                <a:path w="31765" h="31765" extrusionOk="0">
                  <a:moveTo>
                    <a:pt x="15898" y="1"/>
                  </a:moveTo>
                  <a:cubicBezTo>
                    <a:pt x="7126" y="1"/>
                    <a:pt x="0" y="7095"/>
                    <a:pt x="0" y="15867"/>
                  </a:cubicBezTo>
                  <a:cubicBezTo>
                    <a:pt x="0" y="24639"/>
                    <a:pt x="7126" y="31765"/>
                    <a:pt x="15898" y="31765"/>
                  </a:cubicBezTo>
                  <a:cubicBezTo>
                    <a:pt x="24670" y="31765"/>
                    <a:pt x="31764" y="24639"/>
                    <a:pt x="31764" y="15867"/>
                  </a:cubicBezTo>
                  <a:cubicBezTo>
                    <a:pt x="31764" y="7095"/>
                    <a:pt x="24670" y="1"/>
                    <a:pt x="15898" y="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7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Century Gothic" panose="020F0302020204030204"/>
                <a:cs typeface="Arial"/>
                <a:sym typeface="Arial"/>
              </a:endParaRPr>
            </a:p>
          </p:txBody>
        </p:sp>
        <p:sp>
          <p:nvSpPr>
            <p:cNvPr id="23" name="Google Shape;476;p19">
              <a:extLst>
                <a:ext uri="{FF2B5EF4-FFF2-40B4-BE49-F238E27FC236}">
                  <a16:creationId xmlns:a16="http://schemas.microsoft.com/office/drawing/2014/main" id="{9ED815E4-4883-ED96-18BD-CD67BF976B21}"/>
                </a:ext>
              </a:extLst>
            </p:cNvPr>
            <p:cNvSpPr/>
            <p:nvPr/>
          </p:nvSpPr>
          <p:spPr>
            <a:xfrm>
              <a:off x="4341383" y="4704562"/>
              <a:ext cx="1367801" cy="1367803"/>
            </a:xfrm>
            <a:custGeom>
              <a:avLst/>
              <a:gdLst/>
              <a:ahLst/>
              <a:cxnLst/>
              <a:rect l="l" t="t" r="r" b="b"/>
              <a:pathLst>
                <a:path w="31765" h="31765" extrusionOk="0">
                  <a:moveTo>
                    <a:pt x="15867" y="1"/>
                  </a:moveTo>
                  <a:cubicBezTo>
                    <a:pt x="7094" y="1"/>
                    <a:pt x="0" y="7095"/>
                    <a:pt x="0" y="15867"/>
                  </a:cubicBezTo>
                  <a:cubicBezTo>
                    <a:pt x="0" y="24639"/>
                    <a:pt x="7094" y="31765"/>
                    <a:pt x="15867" y="31765"/>
                  </a:cubicBezTo>
                  <a:cubicBezTo>
                    <a:pt x="24639" y="31765"/>
                    <a:pt x="31765" y="24639"/>
                    <a:pt x="31765" y="15867"/>
                  </a:cubicBezTo>
                  <a:cubicBezTo>
                    <a:pt x="31765" y="7095"/>
                    <a:pt x="24639" y="1"/>
                    <a:pt x="15867" y="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7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Century Gothic" panose="020F0302020204030204"/>
                <a:cs typeface="Arial"/>
                <a:sym typeface="Arial"/>
              </a:endParaRPr>
            </a:p>
          </p:txBody>
        </p:sp>
        <p:sp>
          <p:nvSpPr>
            <p:cNvPr id="24" name="Google Shape;490;p19">
              <a:extLst>
                <a:ext uri="{FF2B5EF4-FFF2-40B4-BE49-F238E27FC236}">
                  <a16:creationId xmlns:a16="http://schemas.microsoft.com/office/drawing/2014/main" id="{1460A360-3BCC-3F57-A638-369B9036484F}"/>
                </a:ext>
              </a:extLst>
            </p:cNvPr>
            <p:cNvSpPr/>
            <p:nvPr/>
          </p:nvSpPr>
          <p:spPr>
            <a:xfrm>
              <a:off x="6187793" y="4030930"/>
              <a:ext cx="1367803" cy="1367803"/>
            </a:xfrm>
            <a:custGeom>
              <a:avLst/>
              <a:gdLst/>
              <a:ahLst/>
              <a:cxnLst/>
              <a:rect l="l" t="t" r="r" b="b"/>
              <a:pathLst>
                <a:path w="31765" h="31765" extrusionOk="0">
                  <a:moveTo>
                    <a:pt x="15898" y="0"/>
                  </a:moveTo>
                  <a:cubicBezTo>
                    <a:pt x="7126" y="0"/>
                    <a:pt x="0" y="7094"/>
                    <a:pt x="0" y="15866"/>
                  </a:cubicBezTo>
                  <a:cubicBezTo>
                    <a:pt x="0" y="24639"/>
                    <a:pt x="7126" y="31764"/>
                    <a:pt x="15898" y="31764"/>
                  </a:cubicBezTo>
                  <a:cubicBezTo>
                    <a:pt x="24671" y="31764"/>
                    <a:pt x="31764" y="24639"/>
                    <a:pt x="31764" y="15866"/>
                  </a:cubicBezTo>
                  <a:cubicBezTo>
                    <a:pt x="31764" y="7094"/>
                    <a:pt x="24671" y="0"/>
                    <a:pt x="1589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7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Century Gothic" panose="020F0302020204030204"/>
                <a:cs typeface="Arial"/>
                <a:sym typeface="Arial"/>
              </a:endParaRPr>
            </a:p>
          </p:txBody>
        </p:sp>
        <p:sp>
          <p:nvSpPr>
            <p:cNvPr id="25" name="Google Shape;496;p19">
              <a:extLst>
                <a:ext uri="{FF2B5EF4-FFF2-40B4-BE49-F238E27FC236}">
                  <a16:creationId xmlns:a16="http://schemas.microsoft.com/office/drawing/2014/main" id="{3296A6EC-FFA5-2463-43DF-199404967D83}"/>
                </a:ext>
              </a:extLst>
            </p:cNvPr>
            <p:cNvSpPr/>
            <p:nvPr/>
          </p:nvSpPr>
          <p:spPr>
            <a:xfrm>
              <a:off x="9864258" y="4030933"/>
              <a:ext cx="1367801" cy="1367801"/>
            </a:xfrm>
            <a:custGeom>
              <a:avLst/>
              <a:gdLst/>
              <a:ahLst/>
              <a:cxnLst/>
              <a:rect l="l" t="t" r="r" b="b"/>
              <a:pathLst>
                <a:path w="31765" h="31765" extrusionOk="0">
                  <a:moveTo>
                    <a:pt x="15866" y="0"/>
                  </a:moveTo>
                  <a:cubicBezTo>
                    <a:pt x="7094" y="0"/>
                    <a:pt x="0" y="7094"/>
                    <a:pt x="0" y="15866"/>
                  </a:cubicBezTo>
                  <a:cubicBezTo>
                    <a:pt x="0" y="24639"/>
                    <a:pt x="7094" y="31764"/>
                    <a:pt x="15866" y="31764"/>
                  </a:cubicBezTo>
                  <a:cubicBezTo>
                    <a:pt x="24639" y="31764"/>
                    <a:pt x="31764" y="24639"/>
                    <a:pt x="31764" y="15866"/>
                  </a:cubicBezTo>
                  <a:cubicBezTo>
                    <a:pt x="31764" y="7094"/>
                    <a:pt x="24639" y="0"/>
                    <a:pt x="15866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7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Century Gothic" panose="020F0302020204030204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5783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1222085-5458-4848-93B9-5041A987B339}"/>
              </a:ext>
            </a:extLst>
          </p:cNvPr>
          <p:cNvSpPr/>
          <p:nvPr/>
        </p:nvSpPr>
        <p:spPr>
          <a:xfrm>
            <a:off x="0" y="902"/>
            <a:ext cx="12238495" cy="65749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atin typeface="+mj-lt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7106" y="4839981"/>
            <a:ext cx="12238495" cy="2034757"/>
          </a:xfrm>
          <a:custGeom>
            <a:avLst/>
            <a:gdLst>
              <a:gd name="connsiteX0" fmla="*/ 8293057 w 12192000"/>
              <a:gd name="connsiteY0" fmla="*/ 0 h 2895600"/>
              <a:gd name="connsiteX1" fmla="*/ 8711003 w 12192000"/>
              <a:gd name="connsiteY1" fmla="*/ 245571 h 2895600"/>
              <a:gd name="connsiteX2" fmla="*/ 8764312 w 12192000"/>
              <a:gd name="connsiteY2" fmla="*/ 241300 h 2895600"/>
              <a:gd name="connsiteX3" fmla="*/ 9295274 w 12192000"/>
              <a:gd name="connsiteY3" fmla="*/ 723900 h 2895600"/>
              <a:gd name="connsiteX4" fmla="*/ 9280347 w 12192000"/>
              <a:gd name="connsiteY4" fmla="*/ 834941 h 2895600"/>
              <a:gd name="connsiteX5" fmla="*/ 9374172 w 12192000"/>
              <a:gd name="connsiteY5" fmla="*/ 824264 h 2895600"/>
              <a:gd name="connsiteX6" fmla="*/ 9570351 w 12192000"/>
              <a:gd name="connsiteY6" fmla="*/ 866972 h 2895600"/>
              <a:gd name="connsiteX7" fmla="*/ 9881678 w 12192000"/>
              <a:gd name="connsiteY7" fmla="*/ 723900 h 2895600"/>
              <a:gd name="connsiteX8" fmla="*/ 10124768 w 12192000"/>
              <a:gd name="connsiteY8" fmla="*/ 798639 h 2895600"/>
              <a:gd name="connsiteX9" fmla="*/ 10617347 w 12192000"/>
              <a:gd name="connsiteY9" fmla="*/ 486871 h 2895600"/>
              <a:gd name="connsiteX10" fmla="*/ 11129118 w 12192000"/>
              <a:gd name="connsiteY10" fmla="*/ 866972 h 2895600"/>
              <a:gd name="connsiteX11" fmla="*/ 11165368 w 12192000"/>
              <a:gd name="connsiteY11" fmla="*/ 824264 h 2895600"/>
              <a:gd name="connsiteX12" fmla="*/ 11141912 w 12192000"/>
              <a:gd name="connsiteY12" fmla="*/ 700410 h 2895600"/>
              <a:gd name="connsiteX13" fmla="*/ 11519343 w 12192000"/>
              <a:gd name="connsiteY13" fmla="*/ 354476 h 2895600"/>
              <a:gd name="connsiteX14" fmla="*/ 11881847 w 12192000"/>
              <a:gd name="connsiteY14" fmla="*/ 595776 h 2895600"/>
              <a:gd name="connsiteX15" fmla="*/ 12122805 w 12192000"/>
              <a:gd name="connsiteY15" fmla="*/ 486871 h 2895600"/>
              <a:gd name="connsiteX16" fmla="*/ 12192000 w 12192000"/>
              <a:gd name="connsiteY16" fmla="*/ 496045 h 2895600"/>
              <a:gd name="connsiteX17" fmla="*/ 12192000 w 12192000"/>
              <a:gd name="connsiteY17" fmla="*/ 2767476 h 2895600"/>
              <a:gd name="connsiteX18" fmla="*/ 11671249 w 12192000"/>
              <a:gd name="connsiteY18" fmla="*/ 2767476 h 2895600"/>
              <a:gd name="connsiteX19" fmla="*/ 7917760 w 12192000"/>
              <a:gd name="connsiteY19" fmla="*/ 2767476 h 2895600"/>
              <a:gd name="connsiteX20" fmla="*/ 7917760 w 12192000"/>
              <a:gd name="connsiteY20" fmla="*/ 2895600 h 2895600"/>
              <a:gd name="connsiteX21" fmla="*/ 123600 w 12192000"/>
              <a:gd name="connsiteY21" fmla="*/ 2895600 h 2895600"/>
              <a:gd name="connsiteX22" fmla="*/ 0 w 12192000"/>
              <a:gd name="connsiteY22" fmla="*/ 2895600 h 2895600"/>
              <a:gd name="connsiteX23" fmla="*/ 0 w 12192000"/>
              <a:gd name="connsiteY23" fmla="*/ 826147 h 2895600"/>
              <a:gd name="connsiteX24" fmla="*/ 10907 w 12192000"/>
              <a:gd name="connsiteY24" fmla="*/ 830670 h 2895600"/>
              <a:gd name="connsiteX25" fmla="*/ 492824 w 12192000"/>
              <a:gd name="connsiteY25" fmla="*/ 518902 h 2895600"/>
              <a:gd name="connsiteX26" fmla="*/ 761504 w 12192000"/>
              <a:gd name="connsiteY26" fmla="*/ 587234 h 2895600"/>
              <a:gd name="connsiteX27" fmla="*/ 761504 w 12192000"/>
              <a:gd name="connsiteY27" fmla="*/ 574422 h 2895600"/>
              <a:gd name="connsiteX28" fmla="*/ 1213567 w 12192000"/>
              <a:gd name="connsiteY28" fmla="*/ 164425 h 2895600"/>
              <a:gd name="connsiteX29" fmla="*/ 1629381 w 12192000"/>
              <a:gd name="connsiteY29" fmla="*/ 407861 h 2895600"/>
              <a:gd name="connsiteX30" fmla="*/ 1682690 w 12192000"/>
              <a:gd name="connsiteY30" fmla="*/ 405725 h 2895600"/>
              <a:gd name="connsiteX31" fmla="*/ 2213652 w 12192000"/>
              <a:gd name="connsiteY31" fmla="*/ 888326 h 2895600"/>
              <a:gd name="connsiteX32" fmla="*/ 2198725 w 12192000"/>
              <a:gd name="connsiteY32" fmla="*/ 997231 h 2895600"/>
              <a:gd name="connsiteX33" fmla="*/ 2292550 w 12192000"/>
              <a:gd name="connsiteY33" fmla="*/ 986554 h 2895600"/>
              <a:gd name="connsiteX34" fmla="*/ 2488729 w 12192000"/>
              <a:gd name="connsiteY34" fmla="*/ 1029262 h 2895600"/>
              <a:gd name="connsiteX35" fmla="*/ 2800056 w 12192000"/>
              <a:gd name="connsiteY35" fmla="*/ 888326 h 2895600"/>
              <a:gd name="connsiteX36" fmla="*/ 3043147 w 12192000"/>
              <a:gd name="connsiteY36" fmla="*/ 963065 h 2895600"/>
              <a:gd name="connsiteX37" fmla="*/ 3535726 w 12192000"/>
              <a:gd name="connsiteY37" fmla="*/ 649161 h 2895600"/>
              <a:gd name="connsiteX38" fmla="*/ 4047496 w 12192000"/>
              <a:gd name="connsiteY38" fmla="*/ 1029262 h 2895600"/>
              <a:gd name="connsiteX39" fmla="*/ 4083746 w 12192000"/>
              <a:gd name="connsiteY39" fmla="*/ 986554 h 2895600"/>
              <a:gd name="connsiteX40" fmla="*/ 4060290 w 12192000"/>
              <a:gd name="connsiteY40" fmla="*/ 862701 h 2895600"/>
              <a:gd name="connsiteX41" fmla="*/ 4437720 w 12192000"/>
              <a:gd name="connsiteY41" fmla="*/ 518902 h 2895600"/>
              <a:gd name="connsiteX42" fmla="*/ 4800225 w 12192000"/>
              <a:gd name="connsiteY42" fmla="*/ 758067 h 2895600"/>
              <a:gd name="connsiteX43" fmla="*/ 5043316 w 12192000"/>
              <a:gd name="connsiteY43" fmla="*/ 649161 h 2895600"/>
              <a:gd name="connsiteX44" fmla="*/ 5216038 w 12192000"/>
              <a:gd name="connsiteY44" fmla="*/ 700410 h 2895600"/>
              <a:gd name="connsiteX45" fmla="*/ 5563617 w 12192000"/>
              <a:gd name="connsiteY45" fmla="*/ 518902 h 2895600"/>
              <a:gd name="connsiteX46" fmla="*/ 5923987 w 12192000"/>
              <a:gd name="connsiteY46" fmla="*/ 726036 h 2895600"/>
              <a:gd name="connsiteX47" fmla="*/ 6143622 w 12192000"/>
              <a:gd name="connsiteY47" fmla="*/ 679056 h 2895600"/>
              <a:gd name="connsiteX48" fmla="*/ 6261436 w 12192000"/>
              <a:gd name="connsiteY48" fmla="*/ 692669 h 2895600"/>
              <a:gd name="connsiteX49" fmla="*/ 6355203 w 12192000"/>
              <a:gd name="connsiteY49" fmla="*/ 725280 h 2895600"/>
              <a:gd name="connsiteX50" fmla="*/ 6379720 w 12192000"/>
              <a:gd name="connsiteY50" fmla="*/ 726194 h 2895600"/>
              <a:gd name="connsiteX51" fmla="*/ 6460114 w 12192000"/>
              <a:gd name="connsiteY51" fmla="*/ 676287 h 2895600"/>
              <a:gd name="connsiteX52" fmla="*/ 6785467 w 12192000"/>
              <a:gd name="connsiteY52" fmla="*/ 597911 h 2895600"/>
              <a:gd name="connsiteX53" fmla="*/ 7090397 w 12192000"/>
              <a:gd name="connsiteY53" fmla="*/ 668379 h 2895600"/>
              <a:gd name="connsiteX54" fmla="*/ 7574447 w 12192000"/>
              <a:gd name="connsiteY54" fmla="*/ 354476 h 2895600"/>
              <a:gd name="connsiteX55" fmla="*/ 7840993 w 12192000"/>
              <a:gd name="connsiteY55" fmla="*/ 424944 h 2895600"/>
              <a:gd name="connsiteX56" fmla="*/ 7840993 w 12192000"/>
              <a:gd name="connsiteY56" fmla="*/ 409996 h 2895600"/>
              <a:gd name="connsiteX57" fmla="*/ 8293057 w 12192000"/>
              <a:gd name="connsiteY57" fmla="*/ 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2192000" h="2895600">
                <a:moveTo>
                  <a:pt x="8293057" y="0"/>
                </a:moveTo>
                <a:cubicBezTo>
                  <a:pt x="8480706" y="0"/>
                  <a:pt x="8640634" y="100363"/>
                  <a:pt x="8711003" y="245571"/>
                </a:cubicBezTo>
                <a:cubicBezTo>
                  <a:pt x="8728062" y="245571"/>
                  <a:pt x="8747253" y="241300"/>
                  <a:pt x="8764312" y="241300"/>
                </a:cubicBezTo>
                <a:cubicBezTo>
                  <a:pt x="9056448" y="241300"/>
                  <a:pt x="9295274" y="459110"/>
                  <a:pt x="9295274" y="723900"/>
                </a:cubicBezTo>
                <a:cubicBezTo>
                  <a:pt x="9295274" y="762337"/>
                  <a:pt x="9288877" y="798639"/>
                  <a:pt x="9280347" y="834941"/>
                </a:cubicBezTo>
                <a:cubicBezTo>
                  <a:pt x="9312333" y="826399"/>
                  <a:pt x="9342186" y="824264"/>
                  <a:pt x="9374172" y="824264"/>
                </a:cubicBezTo>
                <a:cubicBezTo>
                  <a:pt x="9446673" y="824264"/>
                  <a:pt x="9510644" y="839212"/>
                  <a:pt x="9570351" y="866972"/>
                </a:cubicBezTo>
                <a:cubicBezTo>
                  <a:pt x="9640719" y="781556"/>
                  <a:pt x="9755867" y="723900"/>
                  <a:pt x="9881678" y="723900"/>
                </a:cubicBezTo>
                <a:cubicBezTo>
                  <a:pt x="9973370" y="723900"/>
                  <a:pt x="10056532" y="751660"/>
                  <a:pt x="10124768" y="798639"/>
                </a:cubicBezTo>
                <a:cubicBezTo>
                  <a:pt x="10197269" y="617130"/>
                  <a:pt x="10389183" y="486871"/>
                  <a:pt x="10617347" y="486871"/>
                </a:cubicBezTo>
                <a:cubicBezTo>
                  <a:pt x="10871100" y="486871"/>
                  <a:pt x="11080073" y="649161"/>
                  <a:pt x="11129118" y="866972"/>
                </a:cubicBezTo>
                <a:cubicBezTo>
                  <a:pt x="11141912" y="849889"/>
                  <a:pt x="11152574" y="837076"/>
                  <a:pt x="11165368" y="824264"/>
                </a:cubicBezTo>
                <a:cubicBezTo>
                  <a:pt x="11150442" y="785827"/>
                  <a:pt x="11141912" y="743119"/>
                  <a:pt x="11141912" y="700410"/>
                </a:cubicBezTo>
                <a:cubicBezTo>
                  <a:pt x="11141912" y="510360"/>
                  <a:pt x="11310370" y="354476"/>
                  <a:pt x="11519343" y="354476"/>
                </a:cubicBezTo>
                <a:cubicBezTo>
                  <a:pt x="11687800" y="354476"/>
                  <a:pt x="11832802" y="456975"/>
                  <a:pt x="11881847" y="595776"/>
                </a:cubicBezTo>
                <a:cubicBezTo>
                  <a:pt x="11937288" y="529579"/>
                  <a:pt x="12022583" y="486871"/>
                  <a:pt x="12122805" y="486871"/>
                </a:cubicBezTo>
                <a:lnTo>
                  <a:pt x="12192000" y="496045"/>
                </a:lnTo>
                <a:lnTo>
                  <a:pt x="12192000" y="2767476"/>
                </a:lnTo>
                <a:lnTo>
                  <a:pt x="11671249" y="2767476"/>
                </a:lnTo>
                <a:cubicBezTo>
                  <a:pt x="10718294" y="2767476"/>
                  <a:pt x="9493052" y="2767476"/>
                  <a:pt x="7917760" y="2767476"/>
                </a:cubicBezTo>
                <a:cubicBezTo>
                  <a:pt x="7917760" y="2767476"/>
                  <a:pt x="7917760" y="2767476"/>
                  <a:pt x="7917760" y="2895600"/>
                </a:cubicBezTo>
                <a:cubicBezTo>
                  <a:pt x="7917760" y="2895600"/>
                  <a:pt x="7917760" y="2895600"/>
                  <a:pt x="123600" y="2895600"/>
                </a:cubicBezTo>
                <a:lnTo>
                  <a:pt x="0" y="2895600"/>
                </a:lnTo>
                <a:lnTo>
                  <a:pt x="0" y="826147"/>
                </a:lnTo>
                <a:lnTo>
                  <a:pt x="10907" y="830670"/>
                </a:lnTo>
                <a:cubicBezTo>
                  <a:pt x="81276" y="649161"/>
                  <a:pt x="273189" y="518902"/>
                  <a:pt x="492824" y="518902"/>
                </a:cubicBezTo>
                <a:cubicBezTo>
                  <a:pt x="593046" y="518902"/>
                  <a:pt x="684738" y="544526"/>
                  <a:pt x="761504" y="587234"/>
                </a:cubicBezTo>
                <a:cubicBezTo>
                  <a:pt x="761504" y="582963"/>
                  <a:pt x="761504" y="578693"/>
                  <a:pt x="761504" y="574422"/>
                </a:cubicBezTo>
                <a:cubicBezTo>
                  <a:pt x="761504" y="348070"/>
                  <a:pt x="966212" y="164425"/>
                  <a:pt x="1213567" y="164425"/>
                </a:cubicBezTo>
                <a:cubicBezTo>
                  <a:pt x="1399084" y="164425"/>
                  <a:pt x="1559012" y="262654"/>
                  <a:pt x="1629381" y="407861"/>
                </a:cubicBezTo>
                <a:cubicBezTo>
                  <a:pt x="1646440" y="407861"/>
                  <a:pt x="1665631" y="405725"/>
                  <a:pt x="1682690" y="405725"/>
                </a:cubicBezTo>
                <a:cubicBezTo>
                  <a:pt x="1974826" y="405725"/>
                  <a:pt x="2213652" y="621401"/>
                  <a:pt x="2213652" y="888326"/>
                </a:cubicBezTo>
                <a:cubicBezTo>
                  <a:pt x="2213652" y="924628"/>
                  <a:pt x="2207255" y="963065"/>
                  <a:pt x="2198725" y="997231"/>
                </a:cubicBezTo>
                <a:cubicBezTo>
                  <a:pt x="2230711" y="988690"/>
                  <a:pt x="2260564" y="986554"/>
                  <a:pt x="2292550" y="986554"/>
                </a:cubicBezTo>
                <a:cubicBezTo>
                  <a:pt x="2365051" y="986554"/>
                  <a:pt x="2429022" y="1003637"/>
                  <a:pt x="2488729" y="1029262"/>
                </a:cubicBezTo>
                <a:cubicBezTo>
                  <a:pt x="2559097" y="943846"/>
                  <a:pt x="2674245" y="888326"/>
                  <a:pt x="2800056" y="888326"/>
                </a:cubicBezTo>
                <a:cubicBezTo>
                  <a:pt x="2891748" y="888326"/>
                  <a:pt x="2974911" y="913951"/>
                  <a:pt x="3043147" y="963065"/>
                </a:cubicBezTo>
                <a:cubicBezTo>
                  <a:pt x="3115647" y="781556"/>
                  <a:pt x="3307561" y="649161"/>
                  <a:pt x="3535726" y="649161"/>
                </a:cubicBezTo>
                <a:cubicBezTo>
                  <a:pt x="3789478" y="649161"/>
                  <a:pt x="3998451" y="813587"/>
                  <a:pt x="4047496" y="1029262"/>
                </a:cubicBezTo>
                <a:cubicBezTo>
                  <a:pt x="4060290" y="1014314"/>
                  <a:pt x="4073084" y="999367"/>
                  <a:pt x="4083746" y="986554"/>
                </a:cubicBezTo>
                <a:cubicBezTo>
                  <a:pt x="4068820" y="950252"/>
                  <a:pt x="4060290" y="907544"/>
                  <a:pt x="4060290" y="862701"/>
                </a:cubicBezTo>
                <a:cubicBezTo>
                  <a:pt x="4060290" y="672650"/>
                  <a:pt x="4228749" y="518902"/>
                  <a:pt x="4437720" y="518902"/>
                </a:cubicBezTo>
                <a:cubicBezTo>
                  <a:pt x="4606180" y="518902"/>
                  <a:pt x="4751181" y="619265"/>
                  <a:pt x="4800225" y="758067"/>
                </a:cubicBezTo>
                <a:cubicBezTo>
                  <a:pt x="4855667" y="691869"/>
                  <a:pt x="4943094" y="649161"/>
                  <a:pt x="5043316" y="649161"/>
                </a:cubicBezTo>
                <a:cubicBezTo>
                  <a:pt x="5107286" y="649161"/>
                  <a:pt x="5169125" y="668379"/>
                  <a:pt x="5216038" y="700410"/>
                </a:cubicBezTo>
                <a:cubicBezTo>
                  <a:pt x="5286407" y="593640"/>
                  <a:pt x="5416482" y="518902"/>
                  <a:pt x="5563617" y="518902"/>
                </a:cubicBezTo>
                <a:cubicBezTo>
                  <a:pt x="5723545" y="518902"/>
                  <a:pt x="5860017" y="604317"/>
                  <a:pt x="5923987" y="726036"/>
                </a:cubicBezTo>
                <a:cubicBezTo>
                  <a:pt x="5990091" y="694004"/>
                  <a:pt x="6062593" y="679056"/>
                  <a:pt x="6143622" y="679056"/>
                </a:cubicBezTo>
                <a:cubicBezTo>
                  <a:pt x="6184138" y="679056"/>
                  <a:pt x="6223586" y="683861"/>
                  <a:pt x="6261436" y="692669"/>
                </a:cubicBezTo>
                <a:lnTo>
                  <a:pt x="6355203" y="725280"/>
                </a:lnTo>
                <a:lnTo>
                  <a:pt x="6379720" y="726194"/>
                </a:lnTo>
                <a:lnTo>
                  <a:pt x="6460114" y="676287"/>
                </a:lnTo>
                <a:cubicBezTo>
                  <a:pt x="6555970" y="626739"/>
                  <a:pt x="6667121" y="597911"/>
                  <a:pt x="6785467" y="597911"/>
                </a:cubicBezTo>
                <a:cubicBezTo>
                  <a:pt x="6894218" y="597911"/>
                  <a:pt x="7000837" y="623536"/>
                  <a:pt x="7090397" y="668379"/>
                </a:cubicBezTo>
                <a:cubicBezTo>
                  <a:pt x="7162898" y="486871"/>
                  <a:pt x="7352680" y="354476"/>
                  <a:pt x="7574447" y="354476"/>
                </a:cubicBezTo>
                <a:cubicBezTo>
                  <a:pt x="7674668" y="354476"/>
                  <a:pt x="7764228" y="382236"/>
                  <a:pt x="7840993" y="424944"/>
                </a:cubicBezTo>
                <a:cubicBezTo>
                  <a:pt x="7840993" y="418538"/>
                  <a:pt x="7840993" y="416402"/>
                  <a:pt x="7840993" y="409996"/>
                </a:cubicBezTo>
                <a:cubicBezTo>
                  <a:pt x="7840993" y="185779"/>
                  <a:pt x="8045701" y="0"/>
                  <a:pt x="8293057" y="0"/>
                </a:cubicBezTo>
                <a:close/>
              </a:path>
            </a:pathLst>
          </a:cu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2400">
              <a:latin typeface="+mj-lt"/>
            </a:endParaRPr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8027" y="5141101"/>
            <a:ext cx="12238494" cy="1752583"/>
          </a:xfrm>
          <a:custGeom>
            <a:avLst/>
            <a:gdLst>
              <a:gd name="connsiteX0" fmla="*/ 8137394 w 12192000"/>
              <a:gd name="connsiteY0" fmla="*/ 0 h 2257425"/>
              <a:gd name="connsiteX1" fmla="*/ 8591590 w 12192000"/>
              <a:gd name="connsiteY1" fmla="*/ 446782 h 2257425"/>
              <a:gd name="connsiteX2" fmla="*/ 8589457 w 12192000"/>
              <a:gd name="connsiteY2" fmla="*/ 461746 h 2257425"/>
              <a:gd name="connsiteX3" fmla="*/ 8856004 w 12192000"/>
              <a:gd name="connsiteY3" fmla="*/ 386926 h 2257425"/>
              <a:gd name="connsiteX4" fmla="*/ 9344319 w 12192000"/>
              <a:gd name="connsiteY4" fmla="*/ 724685 h 2257425"/>
              <a:gd name="connsiteX5" fmla="*/ 9649249 w 12192000"/>
              <a:gd name="connsiteY5" fmla="*/ 652003 h 2257425"/>
              <a:gd name="connsiteX6" fmla="*/ 10218593 w 12192000"/>
              <a:gd name="connsiteY6" fmla="*/ 970522 h 2257425"/>
              <a:gd name="connsiteX7" fmla="*/ 10576832 w 12192000"/>
              <a:gd name="connsiteY7" fmla="*/ 823020 h 2257425"/>
              <a:gd name="connsiteX8" fmla="*/ 10935072 w 12192000"/>
              <a:gd name="connsiteY8" fmla="*/ 966247 h 2257425"/>
              <a:gd name="connsiteX9" fmla="*/ 11361547 w 12192000"/>
              <a:gd name="connsiteY9" fmla="*/ 690482 h 2257425"/>
              <a:gd name="connsiteX10" fmla="*/ 11581182 w 12192000"/>
              <a:gd name="connsiteY10" fmla="*/ 743924 h 2257425"/>
              <a:gd name="connsiteX11" fmla="*/ 11943686 w 12192000"/>
              <a:gd name="connsiteY11" fmla="*/ 515189 h 2257425"/>
              <a:gd name="connsiteX12" fmla="*/ 12145995 w 12192000"/>
              <a:gd name="connsiteY12" fmla="*/ 571304 h 2257425"/>
              <a:gd name="connsiteX13" fmla="*/ 12192000 w 12192000"/>
              <a:gd name="connsiteY13" fmla="*/ 607018 h 2257425"/>
              <a:gd name="connsiteX14" fmla="*/ 12192000 w 12192000"/>
              <a:gd name="connsiteY14" fmla="*/ 2257425 h 2257425"/>
              <a:gd name="connsiteX15" fmla="*/ 11867040 w 12192000"/>
              <a:gd name="connsiteY15" fmla="*/ 2257425 h 2257425"/>
              <a:gd name="connsiteX16" fmla="*/ 655239 w 12192000"/>
              <a:gd name="connsiteY16" fmla="*/ 2257425 h 2257425"/>
              <a:gd name="connsiteX17" fmla="*/ 0 w 12192000"/>
              <a:gd name="connsiteY17" fmla="*/ 2257425 h 2257425"/>
              <a:gd name="connsiteX18" fmla="*/ 0 w 12192000"/>
              <a:gd name="connsiteY18" fmla="*/ 873527 h 2257425"/>
              <a:gd name="connsiteX19" fmla="*/ 23435 w 12192000"/>
              <a:gd name="connsiteY19" fmla="*/ 883677 h 2257425"/>
              <a:gd name="connsiteX20" fmla="*/ 166571 w 12192000"/>
              <a:gd name="connsiteY20" fmla="*/ 1028240 h 2257425"/>
              <a:gd name="connsiteX21" fmla="*/ 343558 w 12192000"/>
              <a:gd name="connsiteY21" fmla="*/ 972660 h 2257425"/>
              <a:gd name="connsiteX22" fmla="*/ 584516 w 12192000"/>
              <a:gd name="connsiteY22" fmla="*/ 1092372 h 2257425"/>
              <a:gd name="connsiteX23" fmla="*/ 944888 w 12192000"/>
              <a:gd name="connsiteY23" fmla="*/ 827295 h 2257425"/>
              <a:gd name="connsiteX24" fmla="*/ 1326583 w 12192000"/>
              <a:gd name="connsiteY24" fmla="*/ 1205670 h 2257425"/>
              <a:gd name="connsiteX25" fmla="*/ 1298863 w 12192000"/>
              <a:gd name="connsiteY25" fmla="*/ 1340346 h 2257425"/>
              <a:gd name="connsiteX26" fmla="*/ 1339378 w 12192000"/>
              <a:gd name="connsiteY26" fmla="*/ 1387376 h 2257425"/>
              <a:gd name="connsiteX27" fmla="*/ 1435335 w 12192000"/>
              <a:gd name="connsiteY27" fmla="*/ 1177880 h 2257425"/>
              <a:gd name="connsiteX28" fmla="*/ 1435335 w 12192000"/>
              <a:gd name="connsiteY28" fmla="*/ 1036791 h 2257425"/>
              <a:gd name="connsiteX29" fmla="*/ 1620851 w 12192000"/>
              <a:gd name="connsiteY29" fmla="*/ 1000450 h 2257425"/>
              <a:gd name="connsiteX30" fmla="*/ 1669896 w 12192000"/>
              <a:gd name="connsiteY30" fmla="*/ 1002588 h 2257425"/>
              <a:gd name="connsiteX31" fmla="*/ 1851148 w 12192000"/>
              <a:gd name="connsiteY31" fmla="*/ 972660 h 2257425"/>
              <a:gd name="connsiteX32" fmla="*/ 1966296 w 12192000"/>
              <a:gd name="connsiteY32" fmla="*/ 985486 h 2257425"/>
              <a:gd name="connsiteX33" fmla="*/ 2424757 w 12192000"/>
              <a:gd name="connsiteY33" fmla="*/ 692619 h 2257425"/>
              <a:gd name="connsiteX34" fmla="*/ 2780864 w 12192000"/>
              <a:gd name="connsiteY34" fmla="*/ 835846 h 2257425"/>
              <a:gd name="connsiteX35" fmla="*/ 3209472 w 12192000"/>
              <a:gd name="connsiteY35" fmla="*/ 562219 h 2257425"/>
              <a:gd name="connsiteX36" fmla="*/ 3426974 w 12192000"/>
              <a:gd name="connsiteY36" fmla="*/ 613524 h 2257425"/>
              <a:gd name="connsiteX37" fmla="*/ 3789478 w 12192000"/>
              <a:gd name="connsiteY37" fmla="*/ 386926 h 2257425"/>
              <a:gd name="connsiteX38" fmla="*/ 4026172 w 12192000"/>
              <a:gd name="connsiteY38" fmla="*/ 463884 h 2257425"/>
              <a:gd name="connsiteX39" fmla="*/ 4169041 w 12192000"/>
              <a:gd name="connsiteY39" fmla="*/ 442507 h 2257425"/>
              <a:gd name="connsiteX40" fmla="*/ 4544341 w 12192000"/>
              <a:gd name="connsiteY40" fmla="*/ 637039 h 2257425"/>
              <a:gd name="connsiteX41" fmla="*/ 4552869 w 12192000"/>
              <a:gd name="connsiteY41" fmla="*/ 649865 h 2257425"/>
              <a:gd name="connsiteX42" fmla="*/ 4913242 w 12192000"/>
              <a:gd name="connsiteY42" fmla="*/ 386926 h 2257425"/>
              <a:gd name="connsiteX43" fmla="*/ 5294936 w 12192000"/>
              <a:gd name="connsiteY43" fmla="*/ 763164 h 2257425"/>
              <a:gd name="connsiteX44" fmla="*/ 5267216 w 12192000"/>
              <a:gd name="connsiteY44" fmla="*/ 897840 h 2257425"/>
              <a:gd name="connsiteX45" fmla="*/ 5305598 w 12192000"/>
              <a:gd name="connsiteY45" fmla="*/ 944869 h 2257425"/>
              <a:gd name="connsiteX46" fmla="*/ 5819502 w 12192000"/>
              <a:gd name="connsiteY46" fmla="*/ 530153 h 2257425"/>
              <a:gd name="connsiteX47" fmla="*/ 6312081 w 12192000"/>
              <a:gd name="connsiteY47" fmla="*/ 872187 h 2257425"/>
              <a:gd name="connsiteX48" fmla="*/ 6550907 w 12192000"/>
              <a:gd name="connsiteY48" fmla="*/ 790954 h 2257425"/>
              <a:gd name="connsiteX49" fmla="*/ 6866497 w 12192000"/>
              <a:gd name="connsiteY49" fmla="*/ 944869 h 2257425"/>
              <a:gd name="connsiteX50" fmla="*/ 7058411 w 12192000"/>
              <a:gd name="connsiteY50" fmla="*/ 897840 h 2257425"/>
              <a:gd name="connsiteX51" fmla="*/ 7152236 w 12192000"/>
              <a:gd name="connsiteY51" fmla="*/ 910666 h 2257425"/>
              <a:gd name="connsiteX52" fmla="*/ 7139442 w 12192000"/>
              <a:gd name="connsiteY52" fmla="*/ 790954 h 2257425"/>
              <a:gd name="connsiteX53" fmla="*/ 7668271 w 12192000"/>
              <a:gd name="connsiteY53" fmla="*/ 262939 h 2257425"/>
              <a:gd name="connsiteX54" fmla="*/ 7723714 w 12192000"/>
              <a:gd name="connsiteY54" fmla="*/ 267214 h 2257425"/>
              <a:gd name="connsiteX55" fmla="*/ 8137394 w 12192000"/>
              <a:gd name="connsiteY55" fmla="*/ 0 h 225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57425">
                <a:moveTo>
                  <a:pt x="8137394" y="0"/>
                </a:moveTo>
                <a:cubicBezTo>
                  <a:pt x="8386882" y="0"/>
                  <a:pt x="8591590" y="200945"/>
                  <a:pt x="8591590" y="446782"/>
                </a:cubicBezTo>
                <a:cubicBezTo>
                  <a:pt x="8591590" y="453195"/>
                  <a:pt x="8591590" y="457471"/>
                  <a:pt x="8589457" y="461746"/>
                </a:cubicBezTo>
                <a:cubicBezTo>
                  <a:pt x="8668355" y="414717"/>
                  <a:pt x="8760048" y="386926"/>
                  <a:pt x="8856004" y="386926"/>
                </a:cubicBezTo>
                <a:cubicBezTo>
                  <a:pt x="9082036" y="386926"/>
                  <a:pt x="9271818" y="530153"/>
                  <a:pt x="9344319" y="724685"/>
                </a:cubicBezTo>
                <a:cubicBezTo>
                  <a:pt x="9433878" y="679793"/>
                  <a:pt x="9538365" y="652003"/>
                  <a:pt x="9649249" y="652003"/>
                </a:cubicBezTo>
                <a:cubicBezTo>
                  <a:pt x="9890207" y="652003"/>
                  <a:pt x="10101312" y="780265"/>
                  <a:pt x="10218593" y="970522"/>
                </a:cubicBezTo>
                <a:cubicBezTo>
                  <a:pt x="10312418" y="880738"/>
                  <a:pt x="10438228" y="823020"/>
                  <a:pt x="10576832" y="823020"/>
                </a:cubicBezTo>
                <a:cubicBezTo>
                  <a:pt x="10715437" y="823020"/>
                  <a:pt x="10843379" y="878600"/>
                  <a:pt x="10935072" y="966247"/>
                </a:cubicBezTo>
                <a:cubicBezTo>
                  <a:pt x="11007572" y="805918"/>
                  <a:pt x="11173898" y="690482"/>
                  <a:pt x="11361547" y="690482"/>
                </a:cubicBezTo>
                <a:cubicBezTo>
                  <a:pt x="11442577" y="690482"/>
                  <a:pt x="11515078" y="709721"/>
                  <a:pt x="11581182" y="743924"/>
                </a:cubicBezTo>
                <a:cubicBezTo>
                  <a:pt x="11645153" y="609248"/>
                  <a:pt x="11783757" y="515189"/>
                  <a:pt x="11943686" y="515189"/>
                </a:cubicBezTo>
                <a:cubicBezTo>
                  <a:pt x="12017253" y="515189"/>
                  <a:pt x="12086555" y="536032"/>
                  <a:pt x="12145995" y="571304"/>
                </a:cubicBezTo>
                <a:lnTo>
                  <a:pt x="12192000" y="607018"/>
                </a:lnTo>
                <a:lnTo>
                  <a:pt x="12192000" y="2257425"/>
                </a:lnTo>
                <a:lnTo>
                  <a:pt x="11867040" y="2257425"/>
                </a:lnTo>
                <a:cubicBezTo>
                  <a:pt x="9836202" y="2257425"/>
                  <a:pt x="6415844" y="2257425"/>
                  <a:pt x="655239" y="2257425"/>
                </a:cubicBezTo>
                <a:lnTo>
                  <a:pt x="0" y="2257425"/>
                </a:lnTo>
                <a:lnTo>
                  <a:pt x="0" y="873527"/>
                </a:lnTo>
                <a:lnTo>
                  <a:pt x="23435" y="883677"/>
                </a:lnTo>
                <a:cubicBezTo>
                  <a:pt x="82875" y="919217"/>
                  <a:pt x="132453" y="969453"/>
                  <a:pt x="166571" y="1028240"/>
                </a:cubicBezTo>
                <a:cubicBezTo>
                  <a:pt x="217748" y="991899"/>
                  <a:pt x="275322" y="972660"/>
                  <a:pt x="343558" y="972660"/>
                </a:cubicBezTo>
                <a:cubicBezTo>
                  <a:pt x="441647" y="972660"/>
                  <a:pt x="529075" y="1017552"/>
                  <a:pt x="584516" y="1092372"/>
                </a:cubicBezTo>
                <a:cubicBezTo>
                  <a:pt x="635693" y="938456"/>
                  <a:pt x="776430" y="827295"/>
                  <a:pt x="944888" y="827295"/>
                </a:cubicBezTo>
                <a:cubicBezTo>
                  <a:pt x="1153861" y="827295"/>
                  <a:pt x="1326583" y="998312"/>
                  <a:pt x="1326583" y="1205670"/>
                </a:cubicBezTo>
                <a:cubicBezTo>
                  <a:pt x="1326583" y="1252700"/>
                  <a:pt x="1318054" y="1299730"/>
                  <a:pt x="1298863" y="1340346"/>
                </a:cubicBezTo>
                <a:cubicBezTo>
                  <a:pt x="1313789" y="1355310"/>
                  <a:pt x="1326583" y="1370274"/>
                  <a:pt x="1339378" y="1387376"/>
                </a:cubicBezTo>
                <a:cubicBezTo>
                  <a:pt x="1354304" y="1310418"/>
                  <a:pt x="1384158" y="1237736"/>
                  <a:pt x="1435335" y="1177880"/>
                </a:cubicBezTo>
                <a:cubicBezTo>
                  <a:pt x="1435335" y="1177880"/>
                  <a:pt x="1435335" y="1177880"/>
                  <a:pt x="1435335" y="1036791"/>
                </a:cubicBezTo>
                <a:cubicBezTo>
                  <a:pt x="1486512" y="1013276"/>
                  <a:pt x="1554748" y="1000450"/>
                  <a:pt x="1620851" y="1000450"/>
                </a:cubicBezTo>
                <a:cubicBezTo>
                  <a:pt x="1637910" y="1000450"/>
                  <a:pt x="1652837" y="1002588"/>
                  <a:pt x="1669896" y="1002588"/>
                </a:cubicBezTo>
                <a:cubicBezTo>
                  <a:pt x="1725338" y="983348"/>
                  <a:pt x="1787177" y="972660"/>
                  <a:pt x="1851148" y="972660"/>
                </a:cubicBezTo>
                <a:cubicBezTo>
                  <a:pt x="1889531" y="972660"/>
                  <a:pt x="1927914" y="976935"/>
                  <a:pt x="1966296" y="985486"/>
                </a:cubicBezTo>
                <a:cubicBezTo>
                  <a:pt x="2047327" y="812331"/>
                  <a:pt x="2222182" y="692619"/>
                  <a:pt x="2424757" y="692619"/>
                </a:cubicBezTo>
                <a:cubicBezTo>
                  <a:pt x="2563362" y="692619"/>
                  <a:pt x="2689172" y="748200"/>
                  <a:pt x="2780864" y="835846"/>
                </a:cubicBezTo>
                <a:cubicBezTo>
                  <a:pt x="2855497" y="675518"/>
                  <a:pt x="3019690" y="562219"/>
                  <a:pt x="3209472" y="562219"/>
                </a:cubicBezTo>
                <a:cubicBezTo>
                  <a:pt x="3288370" y="562219"/>
                  <a:pt x="3363003" y="579320"/>
                  <a:pt x="3426974" y="613524"/>
                </a:cubicBezTo>
                <a:cubicBezTo>
                  <a:pt x="3490946" y="478848"/>
                  <a:pt x="3629550" y="386926"/>
                  <a:pt x="3789478" y="386926"/>
                </a:cubicBezTo>
                <a:cubicBezTo>
                  <a:pt x="3879038" y="386926"/>
                  <a:pt x="3960068" y="416854"/>
                  <a:pt x="4026172" y="463884"/>
                </a:cubicBezTo>
                <a:cubicBezTo>
                  <a:pt x="4070952" y="451058"/>
                  <a:pt x="4119997" y="442507"/>
                  <a:pt x="4169041" y="442507"/>
                </a:cubicBezTo>
                <a:cubicBezTo>
                  <a:pt x="4324705" y="442507"/>
                  <a:pt x="4461177" y="519465"/>
                  <a:pt x="4544341" y="637039"/>
                </a:cubicBezTo>
                <a:cubicBezTo>
                  <a:pt x="4546472" y="641314"/>
                  <a:pt x="4550737" y="645590"/>
                  <a:pt x="4552869" y="649865"/>
                </a:cubicBezTo>
                <a:cubicBezTo>
                  <a:pt x="4604047" y="498087"/>
                  <a:pt x="4744783" y="386926"/>
                  <a:pt x="4913242" y="386926"/>
                </a:cubicBezTo>
                <a:cubicBezTo>
                  <a:pt x="5122215" y="386926"/>
                  <a:pt x="5294936" y="555806"/>
                  <a:pt x="5294936" y="763164"/>
                </a:cubicBezTo>
                <a:cubicBezTo>
                  <a:pt x="5294936" y="810193"/>
                  <a:pt x="5284275" y="857223"/>
                  <a:pt x="5267216" y="897840"/>
                </a:cubicBezTo>
                <a:cubicBezTo>
                  <a:pt x="5282142" y="912804"/>
                  <a:pt x="5294936" y="927768"/>
                  <a:pt x="5305598" y="944869"/>
                </a:cubicBezTo>
                <a:cubicBezTo>
                  <a:pt x="5352510" y="707583"/>
                  <a:pt x="5565749" y="530153"/>
                  <a:pt x="5819502" y="530153"/>
                </a:cubicBezTo>
                <a:cubicBezTo>
                  <a:pt x="6043401" y="530153"/>
                  <a:pt x="6237446" y="673380"/>
                  <a:pt x="6312081" y="872187"/>
                </a:cubicBezTo>
                <a:cubicBezTo>
                  <a:pt x="6376051" y="818744"/>
                  <a:pt x="6461347" y="790954"/>
                  <a:pt x="6550907" y="790954"/>
                </a:cubicBezTo>
                <a:cubicBezTo>
                  <a:pt x="6680982" y="790954"/>
                  <a:pt x="6796129" y="850810"/>
                  <a:pt x="6866497" y="944869"/>
                </a:cubicBezTo>
                <a:cubicBezTo>
                  <a:pt x="6921939" y="914941"/>
                  <a:pt x="6990176" y="897840"/>
                  <a:pt x="7058411" y="897840"/>
                </a:cubicBezTo>
                <a:cubicBezTo>
                  <a:pt x="7090397" y="897840"/>
                  <a:pt x="7122383" y="902115"/>
                  <a:pt x="7152236" y="910666"/>
                </a:cubicBezTo>
                <a:cubicBezTo>
                  <a:pt x="7143706" y="872187"/>
                  <a:pt x="7139442" y="831571"/>
                  <a:pt x="7139442" y="790954"/>
                </a:cubicBezTo>
                <a:cubicBezTo>
                  <a:pt x="7139442" y="500225"/>
                  <a:pt x="7376136" y="262939"/>
                  <a:pt x="7668271" y="262939"/>
                </a:cubicBezTo>
                <a:cubicBezTo>
                  <a:pt x="7689596" y="262939"/>
                  <a:pt x="7706655" y="267214"/>
                  <a:pt x="7723714" y="267214"/>
                </a:cubicBezTo>
                <a:cubicBezTo>
                  <a:pt x="7794082" y="109024"/>
                  <a:pt x="7954009" y="0"/>
                  <a:pt x="8137394" y="0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sz="2400">
              <a:latin typeface="+mj-lt"/>
            </a:endParaRPr>
          </a:p>
        </p:txBody>
      </p:sp>
      <p:sp>
        <p:nvSpPr>
          <p:cNvPr id="26" name="Freeform 5"/>
          <p:cNvSpPr>
            <a:spLocks/>
          </p:cNvSpPr>
          <p:nvPr/>
        </p:nvSpPr>
        <p:spPr bwMode="auto">
          <a:xfrm>
            <a:off x="147308" y="2731473"/>
            <a:ext cx="911744" cy="515533"/>
          </a:xfrm>
          <a:custGeom>
            <a:avLst/>
            <a:gdLst>
              <a:gd name="T0" fmla="*/ 0 w 502"/>
              <a:gd name="T1" fmla="*/ 172 h 282"/>
              <a:gd name="T2" fmla="*/ 109 w 502"/>
              <a:gd name="T3" fmla="*/ 62 h 282"/>
              <a:gd name="T4" fmla="*/ 149 w 502"/>
              <a:gd name="T5" fmla="*/ 70 h 282"/>
              <a:gd name="T6" fmla="*/ 270 w 502"/>
              <a:gd name="T7" fmla="*/ 0 h 282"/>
              <a:gd name="T8" fmla="*/ 407 w 502"/>
              <a:gd name="T9" fmla="*/ 109 h 282"/>
              <a:gd name="T10" fmla="*/ 416 w 502"/>
              <a:gd name="T11" fmla="*/ 109 h 282"/>
              <a:gd name="T12" fmla="*/ 502 w 502"/>
              <a:gd name="T13" fmla="*/ 195 h 282"/>
              <a:gd name="T14" fmla="*/ 417 w 502"/>
              <a:gd name="T15" fmla="*/ 282 h 282"/>
              <a:gd name="T16" fmla="*/ 417 w 502"/>
              <a:gd name="T17" fmla="*/ 282 h 282"/>
              <a:gd name="T18" fmla="*/ 416 w 502"/>
              <a:gd name="T19" fmla="*/ 282 h 282"/>
              <a:gd name="T20" fmla="*/ 416 w 502"/>
              <a:gd name="T21" fmla="*/ 282 h 282"/>
              <a:gd name="T22" fmla="*/ 416 w 502"/>
              <a:gd name="T23" fmla="*/ 282 h 282"/>
              <a:gd name="T24" fmla="*/ 110 w 502"/>
              <a:gd name="T25" fmla="*/ 282 h 282"/>
              <a:gd name="T26" fmla="*/ 109 w 502"/>
              <a:gd name="T27" fmla="*/ 282 h 282"/>
              <a:gd name="T28" fmla="*/ 109 w 502"/>
              <a:gd name="T29" fmla="*/ 282 h 282"/>
              <a:gd name="T30" fmla="*/ 103 w 502"/>
              <a:gd name="T31" fmla="*/ 282 h 282"/>
              <a:gd name="T32" fmla="*/ 103 w 502"/>
              <a:gd name="T33" fmla="*/ 282 h 282"/>
              <a:gd name="T34" fmla="*/ 0 w 502"/>
              <a:gd name="T35" fmla="*/ 172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02" h="282">
                <a:moveTo>
                  <a:pt x="0" y="172"/>
                </a:moveTo>
                <a:cubicBezTo>
                  <a:pt x="0" y="112"/>
                  <a:pt x="49" y="62"/>
                  <a:pt x="109" y="62"/>
                </a:cubicBezTo>
                <a:cubicBezTo>
                  <a:pt x="123" y="62"/>
                  <a:pt x="136" y="65"/>
                  <a:pt x="149" y="70"/>
                </a:cubicBezTo>
                <a:cubicBezTo>
                  <a:pt x="173" y="28"/>
                  <a:pt x="218" y="0"/>
                  <a:pt x="270" y="0"/>
                </a:cubicBezTo>
                <a:cubicBezTo>
                  <a:pt x="337" y="0"/>
                  <a:pt x="393" y="47"/>
                  <a:pt x="407" y="109"/>
                </a:cubicBezTo>
                <a:cubicBezTo>
                  <a:pt x="410" y="109"/>
                  <a:pt x="413" y="109"/>
                  <a:pt x="416" y="109"/>
                </a:cubicBezTo>
                <a:cubicBezTo>
                  <a:pt x="464" y="109"/>
                  <a:pt x="502" y="148"/>
                  <a:pt x="502" y="195"/>
                </a:cubicBezTo>
                <a:cubicBezTo>
                  <a:pt x="502" y="243"/>
                  <a:pt x="464" y="282"/>
                  <a:pt x="417" y="282"/>
                </a:cubicBezTo>
                <a:cubicBezTo>
                  <a:pt x="417" y="282"/>
                  <a:pt x="417" y="282"/>
                  <a:pt x="417" y="282"/>
                </a:cubicBezTo>
                <a:cubicBezTo>
                  <a:pt x="416" y="282"/>
                  <a:pt x="416" y="282"/>
                  <a:pt x="416" y="282"/>
                </a:cubicBezTo>
                <a:cubicBezTo>
                  <a:pt x="416" y="282"/>
                  <a:pt x="416" y="282"/>
                  <a:pt x="416" y="282"/>
                </a:cubicBezTo>
                <a:cubicBezTo>
                  <a:pt x="416" y="282"/>
                  <a:pt x="416" y="282"/>
                  <a:pt x="416" y="282"/>
                </a:cubicBezTo>
                <a:cubicBezTo>
                  <a:pt x="110" y="282"/>
                  <a:pt x="110" y="282"/>
                  <a:pt x="110" y="282"/>
                </a:cubicBezTo>
                <a:cubicBezTo>
                  <a:pt x="110" y="282"/>
                  <a:pt x="110" y="282"/>
                  <a:pt x="109" y="282"/>
                </a:cubicBezTo>
                <a:cubicBezTo>
                  <a:pt x="109" y="282"/>
                  <a:pt x="109" y="282"/>
                  <a:pt x="109" y="282"/>
                </a:cubicBezTo>
                <a:cubicBezTo>
                  <a:pt x="103" y="282"/>
                  <a:pt x="103" y="282"/>
                  <a:pt x="103" y="282"/>
                </a:cubicBezTo>
                <a:cubicBezTo>
                  <a:pt x="103" y="282"/>
                  <a:pt x="103" y="282"/>
                  <a:pt x="103" y="282"/>
                </a:cubicBezTo>
                <a:cubicBezTo>
                  <a:pt x="45" y="278"/>
                  <a:pt x="0" y="230"/>
                  <a:pt x="0" y="172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sz="2400">
              <a:latin typeface="+mj-lt"/>
            </a:endParaRPr>
          </a:p>
        </p:txBody>
      </p:sp>
      <p:sp>
        <p:nvSpPr>
          <p:cNvPr id="27" name="Freeform 5"/>
          <p:cNvSpPr>
            <a:spLocks/>
          </p:cNvSpPr>
          <p:nvPr/>
        </p:nvSpPr>
        <p:spPr bwMode="auto">
          <a:xfrm>
            <a:off x="10262505" y="453572"/>
            <a:ext cx="1373160" cy="776435"/>
          </a:xfrm>
          <a:custGeom>
            <a:avLst/>
            <a:gdLst>
              <a:gd name="T0" fmla="*/ 0 w 502"/>
              <a:gd name="T1" fmla="*/ 172 h 282"/>
              <a:gd name="T2" fmla="*/ 109 w 502"/>
              <a:gd name="T3" fmla="*/ 62 h 282"/>
              <a:gd name="T4" fmla="*/ 149 w 502"/>
              <a:gd name="T5" fmla="*/ 70 h 282"/>
              <a:gd name="T6" fmla="*/ 270 w 502"/>
              <a:gd name="T7" fmla="*/ 0 h 282"/>
              <a:gd name="T8" fmla="*/ 407 w 502"/>
              <a:gd name="T9" fmla="*/ 109 h 282"/>
              <a:gd name="T10" fmla="*/ 416 w 502"/>
              <a:gd name="T11" fmla="*/ 109 h 282"/>
              <a:gd name="T12" fmla="*/ 502 w 502"/>
              <a:gd name="T13" fmla="*/ 195 h 282"/>
              <a:gd name="T14" fmla="*/ 417 w 502"/>
              <a:gd name="T15" fmla="*/ 282 h 282"/>
              <a:gd name="T16" fmla="*/ 417 w 502"/>
              <a:gd name="T17" fmla="*/ 282 h 282"/>
              <a:gd name="T18" fmla="*/ 416 w 502"/>
              <a:gd name="T19" fmla="*/ 282 h 282"/>
              <a:gd name="T20" fmla="*/ 416 w 502"/>
              <a:gd name="T21" fmla="*/ 282 h 282"/>
              <a:gd name="T22" fmla="*/ 416 w 502"/>
              <a:gd name="T23" fmla="*/ 282 h 282"/>
              <a:gd name="T24" fmla="*/ 110 w 502"/>
              <a:gd name="T25" fmla="*/ 282 h 282"/>
              <a:gd name="T26" fmla="*/ 109 w 502"/>
              <a:gd name="T27" fmla="*/ 282 h 282"/>
              <a:gd name="T28" fmla="*/ 109 w 502"/>
              <a:gd name="T29" fmla="*/ 282 h 282"/>
              <a:gd name="T30" fmla="*/ 103 w 502"/>
              <a:gd name="T31" fmla="*/ 282 h 282"/>
              <a:gd name="T32" fmla="*/ 103 w 502"/>
              <a:gd name="T33" fmla="*/ 282 h 282"/>
              <a:gd name="T34" fmla="*/ 0 w 502"/>
              <a:gd name="T35" fmla="*/ 172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02" h="282">
                <a:moveTo>
                  <a:pt x="0" y="172"/>
                </a:moveTo>
                <a:cubicBezTo>
                  <a:pt x="0" y="112"/>
                  <a:pt x="49" y="62"/>
                  <a:pt x="109" y="62"/>
                </a:cubicBezTo>
                <a:cubicBezTo>
                  <a:pt x="123" y="62"/>
                  <a:pt x="136" y="65"/>
                  <a:pt x="149" y="70"/>
                </a:cubicBezTo>
                <a:cubicBezTo>
                  <a:pt x="173" y="28"/>
                  <a:pt x="218" y="0"/>
                  <a:pt x="270" y="0"/>
                </a:cubicBezTo>
                <a:cubicBezTo>
                  <a:pt x="337" y="0"/>
                  <a:pt x="393" y="47"/>
                  <a:pt x="407" y="109"/>
                </a:cubicBezTo>
                <a:cubicBezTo>
                  <a:pt x="410" y="109"/>
                  <a:pt x="413" y="109"/>
                  <a:pt x="416" y="109"/>
                </a:cubicBezTo>
                <a:cubicBezTo>
                  <a:pt x="464" y="109"/>
                  <a:pt x="502" y="148"/>
                  <a:pt x="502" y="195"/>
                </a:cubicBezTo>
                <a:cubicBezTo>
                  <a:pt x="502" y="243"/>
                  <a:pt x="464" y="282"/>
                  <a:pt x="417" y="282"/>
                </a:cubicBezTo>
                <a:cubicBezTo>
                  <a:pt x="417" y="282"/>
                  <a:pt x="417" y="282"/>
                  <a:pt x="417" y="282"/>
                </a:cubicBezTo>
                <a:cubicBezTo>
                  <a:pt x="416" y="282"/>
                  <a:pt x="416" y="282"/>
                  <a:pt x="416" y="282"/>
                </a:cubicBezTo>
                <a:cubicBezTo>
                  <a:pt x="416" y="282"/>
                  <a:pt x="416" y="282"/>
                  <a:pt x="416" y="282"/>
                </a:cubicBezTo>
                <a:cubicBezTo>
                  <a:pt x="416" y="282"/>
                  <a:pt x="416" y="282"/>
                  <a:pt x="416" y="282"/>
                </a:cubicBezTo>
                <a:cubicBezTo>
                  <a:pt x="110" y="282"/>
                  <a:pt x="110" y="282"/>
                  <a:pt x="110" y="282"/>
                </a:cubicBezTo>
                <a:cubicBezTo>
                  <a:pt x="110" y="282"/>
                  <a:pt x="110" y="282"/>
                  <a:pt x="109" y="282"/>
                </a:cubicBezTo>
                <a:cubicBezTo>
                  <a:pt x="109" y="282"/>
                  <a:pt x="109" y="282"/>
                  <a:pt x="109" y="282"/>
                </a:cubicBezTo>
                <a:cubicBezTo>
                  <a:pt x="103" y="282"/>
                  <a:pt x="103" y="282"/>
                  <a:pt x="103" y="282"/>
                </a:cubicBezTo>
                <a:cubicBezTo>
                  <a:pt x="103" y="282"/>
                  <a:pt x="103" y="282"/>
                  <a:pt x="103" y="282"/>
                </a:cubicBezTo>
                <a:cubicBezTo>
                  <a:pt x="45" y="278"/>
                  <a:pt x="0" y="230"/>
                  <a:pt x="0" y="1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sz="2400">
              <a:latin typeface="+mj-lt"/>
            </a:endParaRPr>
          </a:p>
        </p:txBody>
      </p:sp>
      <p:grpSp>
        <p:nvGrpSpPr>
          <p:cNvPr id="186" name="Group 185"/>
          <p:cNvGrpSpPr/>
          <p:nvPr/>
        </p:nvGrpSpPr>
        <p:grpSpPr>
          <a:xfrm>
            <a:off x="5199116" y="1553034"/>
            <a:ext cx="1793768" cy="4008604"/>
            <a:chOff x="6362700" y="1801020"/>
            <a:chExt cx="1216026" cy="2717501"/>
          </a:xfrm>
        </p:grpSpPr>
        <p:grpSp>
          <p:nvGrpSpPr>
            <p:cNvPr id="182" name="Group 181"/>
            <p:cNvGrpSpPr/>
            <p:nvPr/>
          </p:nvGrpSpPr>
          <p:grpSpPr>
            <a:xfrm>
              <a:off x="6758122" y="3633259"/>
              <a:ext cx="435114" cy="885262"/>
              <a:chOff x="6691313" y="3630615"/>
              <a:chExt cx="579438" cy="631825"/>
            </a:xfrm>
          </p:grpSpPr>
          <p:sp>
            <p:nvSpPr>
              <p:cNvPr id="97" name="Freeform 52"/>
              <p:cNvSpPr>
                <a:spLocks/>
              </p:cNvSpPr>
              <p:nvPr/>
            </p:nvSpPr>
            <p:spPr bwMode="auto">
              <a:xfrm>
                <a:off x="6691313" y="3630615"/>
                <a:ext cx="579438" cy="631825"/>
              </a:xfrm>
              <a:custGeom>
                <a:avLst/>
                <a:gdLst>
                  <a:gd name="T0" fmla="*/ 235 w 260"/>
                  <a:gd name="T1" fmla="*/ 1 h 284"/>
                  <a:gd name="T2" fmla="*/ 131 w 260"/>
                  <a:gd name="T3" fmla="*/ 1 h 284"/>
                  <a:gd name="T4" fmla="*/ 26 w 260"/>
                  <a:gd name="T5" fmla="*/ 0 h 284"/>
                  <a:gd name="T6" fmla="*/ 34 w 260"/>
                  <a:gd name="T7" fmla="*/ 142 h 284"/>
                  <a:gd name="T8" fmla="*/ 42 w 260"/>
                  <a:gd name="T9" fmla="*/ 112 h 284"/>
                  <a:gd name="T10" fmla="*/ 50 w 260"/>
                  <a:gd name="T11" fmla="*/ 108 h 284"/>
                  <a:gd name="T12" fmla="*/ 130 w 260"/>
                  <a:gd name="T13" fmla="*/ 284 h 284"/>
                  <a:gd name="T14" fmla="*/ 210 w 260"/>
                  <a:gd name="T15" fmla="*/ 108 h 284"/>
                  <a:gd name="T16" fmla="*/ 218 w 260"/>
                  <a:gd name="T17" fmla="*/ 112 h 284"/>
                  <a:gd name="T18" fmla="*/ 226 w 260"/>
                  <a:gd name="T19" fmla="*/ 142 h 284"/>
                  <a:gd name="T20" fmla="*/ 235 w 260"/>
                  <a:gd name="T21" fmla="*/ 1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0" h="284">
                    <a:moveTo>
                      <a:pt x="235" y="1"/>
                    </a:moveTo>
                    <a:cubicBezTo>
                      <a:pt x="131" y="1"/>
                      <a:pt x="131" y="1"/>
                      <a:pt x="131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6" y="0"/>
                      <a:pt x="0" y="71"/>
                      <a:pt x="34" y="142"/>
                    </a:cubicBezTo>
                    <a:cubicBezTo>
                      <a:pt x="34" y="142"/>
                      <a:pt x="30" y="122"/>
                      <a:pt x="42" y="112"/>
                    </a:cubicBezTo>
                    <a:cubicBezTo>
                      <a:pt x="44" y="110"/>
                      <a:pt x="47" y="109"/>
                      <a:pt x="50" y="108"/>
                    </a:cubicBezTo>
                    <a:cubicBezTo>
                      <a:pt x="72" y="101"/>
                      <a:pt x="49" y="196"/>
                      <a:pt x="130" y="284"/>
                    </a:cubicBezTo>
                    <a:cubicBezTo>
                      <a:pt x="212" y="196"/>
                      <a:pt x="188" y="102"/>
                      <a:pt x="210" y="108"/>
                    </a:cubicBezTo>
                    <a:cubicBezTo>
                      <a:pt x="214" y="109"/>
                      <a:pt x="216" y="110"/>
                      <a:pt x="218" y="112"/>
                    </a:cubicBezTo>
                    <a:cubicBezTo>
                      <a:pt x="231" y="122"/>
                      <a:pt x="226" y="142"/>
                      <a:pt x="226" y="142"/>
                    </a:cubicBezTo>
                    <a:cubicBezTo>
                      <a:pt x="260" y="72"/>
                      <a:pt x="235" y="1"/>
                      <a:pt x="235" y="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>
                  <a:latin typeface="+mj-lt"/>
                </a:endParaRPr>
              </a:p>
            </p:txBody>
          </p:sp>
          <p:sp>
            <p:nvSpPr>
              <p:cNvPr id="98" name="Freeform 53"/>
              <p:cNvSpPr>
                <a:spLocks/>
              </p:cNvSpPr>
              <p:nvPr/>
            </p:nvSpPr>
            <p:spPr bwMode="auto">
              <a:xfrm>
                <a:off x="6786563" y="3630615"/>
                <a:ext cx="390525" cy="427037"/>
              </a:xfrm>
              <a:custGeom>
                <a:avLst/>
                <a:gdLst>
                  <a:gd name="T0" fmla="*/ 158 w 175"/>
                  <a:gd name="T1" fmla="*/ 1 h 192"/>
                  <a:gd name="T2" fmla="*/ 88 w 175"/>
                  <a:gd name="T3" fmla="*/ 1 h 192"/>
                  <a:gd name="T4" fmla="*/ 17 w 175"/>
                  <a:gd name="T5" fmla="*/ 0 h 192"/>
                  <a:gd name="T6" fmla="*/ 23 w 175"/>
                  <a:gd name="T7" fmla="*/ 96 h 192"/>
                  <a:gd name="T8" fmla="*/ 28 w 175"/>
                  <a:gd name="T9" fmla="*/ 75 h 192"/>
                  <a:gd name="T10" fmla="*/ 33 w 175"/>
                  <a:gd name="T11" fmla="*/ 73 h 192"/>
                  <a:gd name="T12" fmla="*/ 87 w 175"/>
                  <a:gd name="T13" fmla="*/ 192 h 192"/>
                  <a:gd name="T14" fmla="*/ 141 w 175"/>
                  <a:gd name="T15" fmla="*/ 73 h 192"/>
                  <a:gd name="T16" fmla="*/ 147 w 175"/>
                  <a:gd name="T17" fmla="*/ 76 h 192"/>
                  <a:gd name="T18" fmla="*/ 152 w 175"/>
                  <a:gd name="T19" fmla="*/ 96 h 192"/>
                  <a:gd name="T20" fmla="*/ 158 w 175"/>
                  <a:gd name="T21" fmla="*/ 1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5" h="192">
                    <a:moveTo>
                      <a:pt x="158" y="1"/>
                    </a:moveTo>
                    <a:cubicBezTo>
                      <a:pt x="88" y="1"/>
                      <a:pt x="88" y="1"/>
                      <a:pt x="88" y="1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0" y="48"/>
                      <a:pt x="23" y="96"/>
                    </a:cubicBezTo>
                    <a:cubicBezTo>
                      <a:pt x="23" y="96"/>
                      <a:pt x="20" y="82"/>
                      <a:pt x="28" y="75"/>
                    </a:cubicBezTo>
                    <a:cubicBezTo>
                      <a:pt x="29" y="74"/>
                      <a:pt x="31" y="73"/>
                      <a:pt x="33" y="73"/>
                    </a:cubicBezTo>
                    <a:cubicBezTo>
                      <a:pt x="48" y="68"/>
                      <a:pt x="32" y="132"/>
                      <a:pt x="87" y="192"/>
                    </a:cubicBezTo>
                    <a:cubicBezTo>
                      <a:pt x="142" y="132"/>
                      <a:pt x="126" y="69"/>
                      <a:pt x="141" y="73"/>
                    </a:cubicBezTo>
                    <a:cubicBezTo>
                      <a:pt x="144" y="74"/>
                      <a:pt x="145" y="75"/>
                      <a:pt x="147" y="76"/>
                    </a:cubicBezTo>
                    <a:cubicBezTo>
                      <a:pt x="155" y="83"/>
                      <a:pt x="152" y="96"/>
                      <a:pt x="152" y="96"/>
                    </a:cubicBezTo>
                    <a:cubicBezTo>
                      <a:pt x="175" y="49"/>
                      <a:pt x="158" y="1"/>
                      <a:pt x="158" y="1"/>
                    </a:cubicBezTo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>
                  <a:latin typeface="+mj-lt"/>
                </a:endParaRPr>
              </a:p>
            </p:txBody>
          </p:sp>
          <p:sp>
            <p:nvSpPr>
              <p:cNvPr id="99" name="Freeform 54"/>
              <p:cNvSpPr>
                <a:spLocks/>
              </p:cNvSpPr>
              <p:nvPr/>
            </p:nvSpPr>
            <p:spPr bwMode="auto">
              <a:xfrm>
                <a:off x="6884988" y="3630615"/>
                <a:ext cx="193675" cy="214312"/>
              </a:xfrm>
              <a:custGeom>
                <a:avLst/>
                <a:gdLst>
                  <a:gd name="T0" fmla="*/ 79 w 87"/>
                  <a:gd name="T1" fmla="*/ 1 h 96"/>
                  <a:gd name="T2" fmla="*/ 44 w 87"/>
                  <a:gd name="T3" fmla="*/ 1 h 96"/>
                  <a:gd name="T4" fmla="*/ 8 w 87"/>
                  <a:gd name="T5" fmla="*/ 0 h 96"/>
                  <a:gd name="T6" fmla="*/ 11 w 87"/>
                  <a:gd name="T7" fmla="*/ 48 h 96"/>
                  <a:gd name="T8" fmla="*/ 14 w 87"/>
                  <a:gd name="T9" fmla="*/ 38 h 96"/>
                  <a:gd name="T10" fmla="*/ 16 w 87"/>
                  <a:gd name="T11" fmla="*/ 37 h 96"/>
                  <a:gd name="T12" fmla="*/ 43 w 87"/>
                  <a:gd name="T13" fmla="*/ 96 h 96"/>
                  <a:gd name="T14" fmla="*/ 71 w 87"/>
                  <a:gd name="T15" fmla="*/ 37 h 96"/>
                  <a:gd name="T16" fmla="*/ 73 w 87"/>
                  <a:gd name="T17" fmla="*/ 38 h 96"/>
                  <a:gd name="T18" fmla="*/ 76 w 87"/>
                  <a:gd name="T19" fmla="*/ 48 h 96"/>
                  <a:gd name="T20" fmla="*/ 79 w 87"/>
                  <a:gd name="T21" fmla="*/ 1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" h="96">
                    <a:moveTo>
                      <a:pt x="79" y="1"/>
                    </a:moveTo>
                    <a:cubicBezTo>
                      <a:pt x="44" y="1"/>
                      <a:pt x="44" y="1"/>
                      <a:pt x="44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0" y="24"/>
                      <a:pt x="11" y="48"/>
                    </a:cubicBezTo>
                    <a:cubicBezTo>
                      <a:pt x="11" y="48"/>
                      <a:pt x="10" y="41"/>
                      <a:pt x="14" y="38"/>
                    </a:cubicBezTo>
                    <a:cubicBezTo>
                      <a:pt x="15" y="37"/>
                      <a:pt x="15" y="37"/>
                      <a:pt x="16" y="37"/>
                    </a:cubicBezTo>
                    <a:cubicBezTo>
                      <a:pt x="24" y="35"/>
                      <a:pt x="16" y="66"/>
                      <a:pt x="43" y="96"/>
                    </a:cubicBezTo>
                    <a:cubicBezTo>
                      <a:pt x="71" y="66"/>
                      <a:pt x="63" y="35"/>
                      <a:pt x="71" y="37"/>
                    </a:cubicBezTo>
                    <a:cubicBezTo>
                      <a:pt x="72" y="37"/>
                      <a:pt x="72" y="38"/>
                      <a:pt x="73" y="38"/>
                    </a:cubicBezTo>
                    <a:cubicBezTo>
                      <a:pt x="77" y="42"/>
                      <a:pt x="76" y="48"/>
                      <a:pt x="76" y="48"/>
                    </a:cubicBezTo>
                    <a:cubicBezTo>
                      <a:pt x="87" y="25"/>
                      <a:pt x="79" y="1"/>
                      <a:pt x="79" y="1"/>
                    </a:cubicBezTo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>
                  <a:latin typeface="+mj-lt"/>
                </a:endParaRPr>
              </a:p>
            </p:txBody>
          </p:sp>
        </p:grpSp>
        <p:sp>
          <p:nvSpPr>
            <p:cNvPr id="168" name="Rectangle 123"/>
            <p:cNvSpPr>
              <a:spLocks noChangeArrowheads="1"/>
            </p:cNvSpPr>
            <p:nvPr/>
          </p:nvSpPr>
          <p:spPr bwMode="auto">
            <a:xfrm>
              <a:off x="6797675" y="3524251"/>
              <a:ext cx="347663" cy="1143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>
                <a:latin typeface="+mj-lt"/>
              </a:endParaRPr>
            </a:p>
          </p:txBody>
        </p:sp>
        <p:sp>
          <p:nvSpPr>
            <p:cNvPr id="169" name="Rectangle 124"/>
            <p:cNvSpPr>
              <a:spLocks noChangeArrowheads="1"/>
            </p:cNvSpPr>
            <p:nvPr/>
          </p:nvSpPr>
          <p:spPr bwMode="auto">
            <a:xfrm>
              <a:off x="6797675" y="3524251"/>
              <a:ext cx="173038" cy="1143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>
                <a:latin typeface="+mj-lt"/>
              </a:endParaRPr>
            </a:p>
          </p:txBody>
        </p:sp>
        <p:grpSp>
          <p:nvGrpSpPr>
            <p:cNvPr id="185" name="Group 184"/>
            <p:cNvGrpSpPr/>
            <p:nvPr/>
          </p:nvGrpSpPr>
          <p:grpSpPr>
            <a:xfrm>
              <a:off x="6362700" y="3041651"/>
              <a:ext cx="1216026" cy="828675"/>
              <a:chOff x="6362700" y="3041651"/>
              <a:chExt cx="1216026" cy="828675"/>
            </a:xfrm>
            <a:solidFill>
              <a:schemeClr val="accent3"/>
            </a:solidFill>
          </p:grpSpPr>
          <p:sp>
            <p:nvSpPr>
              <p:cNvPr id="170" name="Freeform 125"/>
              <p:cNvSpPr>
                <a:spLocks/>
              </p:cNvSpPr>
              <p:nvPr/>
            </p:nvSpPr>
            <p:spPr bwMode="auto">
              <a:xfrm>
                <a:off x="6362700" y="3041651"/>
                <a:ext cx="1216026" cy="828675"/>
              </a:xfrm>
              <a:custGeom>
                <a:avLst/>
                <a:gdLst>
                  <a:gd name="T0" fmla="*/ 452 w 904"/>
                  <a:gd name="T1" fmla="*/ 328 h 616"/>
                  <a:gd name="T2" fmla="*/ 873 w 904"/>
                  <a:gd name="T3" fmla="*/ 616 h 616"/>
                  <a:gd name="T4" fmla="*/ 904 w 904"/>
                  <a:gd name="T5" fmla="*/ 452 h 616"/>
                  <a:gd name="T6" fmla="*/ 452 w 904"/>
                  <a:gd name="T7" fmla="*/ 0 h 616"/>
                  <a:gd name="T8" fmla="*/ 0 w 904"/>
                  <a:gd name="T9" fmla="*/ 452 h 616"/>
                  <a:gd name="T10" fmla="*/ 31 w 904"/>
                  <a:gd name="T11" fmla="*/ 616 h 616"/>
                  <a:gd name="T12" fmla="*/ 452 w 904"/>
                  <a:gd name="T13" fmla="*/ 328 h 6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4" h="616">
                    <a:moveTo>
                      <a:pt x="452" y="328"/>
                    </a:moveTo>
                    <a:cubicBezTo>
                      <a:pt x="644" y="328"/>
                      <a:pt x="807" y="448"/>
                      <a:pt x="873" y="616"/>
                    </a:cubicBezTo>
                    <a:cubicBezTo>
                      <a:pt x="893" y="565"/>
                      <a:pt x="904" y="510"/>
                      <a:pt x="904" y="452"/>
                    </a:cubicBezTo>
                    <a:cubicBezTo>
                      <a:pt x="904" y="202"/>
                      <a:pt x="702" y="0"/>
                      <a:pt x="452" y="0"/>
                    </a:cubicBezTo>
                    <a:cubicBezTo>
                      <a:pt x="203" y="0"/>
                      <a:pt x="0" y="202"/>
                      <a:pt x="0" y="452"/>
                    </a:cubicBezTo>
                    <a:cubicBezTo>
                      <a:pt x="0" y="510"/>
                      <a:pt x="11" y="565"/>
                      <a:pt x="31" y="616"/>
                    </a:cubicBezTo>
                    <a:cubicBezTo>
                      <a:pt x="97" y="448"/>
                      <a:pt x="261" y="328"/>
                      <a:pt x="452" y="328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>
                  <a:latin typeface="+mj-lt"/>
                </a:endParaRPr>
              </a:p>
            </p:txBody>
          </p:sp>
          <p:sp>
            <p:nvSpPr>
              <p:cNvPr id="171" name="Freeform 126"/>
              <p:cNvSpPr>
                <a:spLocks/>
              </p:cNvSpPr>
              <p:nvPr/>
            </p:nvSpPr>
            <p:spPr bwMode="auto">
              <a:xfrm>
                <a:off x="7126288" y="3062288"/>
                <a:ext cx="452438" cy="808038"/>
              </a:xfrm>
              <a:custGeom>
                <a:avLst/>
                <a:gdLst>
                  <a:gd name="T0" fmla="*/ 0 w 336"/>
                  <a:gd name="T1" fmla="*/ 0 h 601"/>
                  <a:gd name="T2" fmla="*/ 0 w 336"/>
                  <a:gd name="T3" fmla="*/ 329 h 601"/>
                  <a:gd name="T4" fmla="*/ 305 w 336"/>
                  <a:gd name="T5" fmla="*/ 601 h 601"/>
                  <a:gd name="T6" fmla="*/ 336 w 336"/>
                  <a:gd name="T7" fmla="*/ 437 h 601"/>
                  <a:gd name="T8" fmla="*/ 0 w 336"/>
                  <a:gd name="T9" fmla="*/ 0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6" h="601">
                    <a:moveTo>
                      <a:pt x="0" y="0"/>
                    </a:moveTo>
                    <a:cubicBezTo>
                      <a:pt x="0" y="329"/>
                      <a:pt x="0" y="329"/>
                      <a:pt x="0" y="329"/>
                    </a:cubicBezTo>
                    <a:cubicBezTo>
                      <a:pt x="140" y="366"/>
                      <a:pt x="253" y="468"/>
                      <a:pt x="305" y="601"/>
                    </a:cubicBezTo>
                    <a:cubicBezTo>
                      <a:pt x="325" y="550"/>
                      <a:pt x="336" y="495"/>
                      <a:pt x="336" y="437"/>
                    </a:cubicBezTo>
                    <a:cubicBezTo>
                      <a:pt x="336" y="227"/>
                      <a:pt x="193" y="51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2400">
                  <a:latin typeface="+mj-lt"/>
                </a:endParaRPr>
              </a:p>
            </p:txBody>
          </p:sp>
        </p:grpSp>
        <p:sp>
          <p:nvSpPr>
            <p:cNvPr id="172" name="Freeform 127"/>
            <p:cNvSpPr>
              <a:spLocks/>
            </p:cNvSpPr>
            <p:nvPr/>
          </p:nvSpPr>
          <p:spPr bwMode="auto">
            <a:xfrm>
              <a:off x="6596063" y="1803401"/>
              <a:ext cx="749300" cy="1792288"/>
            </a:xfrm>
            <a:custGeom>
              <a:avLst/>
              <a:gdLst>
                <a:gd name="T0" fmla="*/ 279 w 558"/>
                <a:gd name="T1" fmla="*/ 1309 h 1334"/>
                <a:gd name="T2" fmla="*/ 439 w 558"/>
                <a:gd name="T3" fmla="*/ 1334 h 1334"/>
                <a:gd name="T4" fmla="*/ 558 w 558"/>
                <a:gd name="T5" fmla="*/ 775 h 1334"/>
                <a:gd name="T6" fmla="*/ 279 w 558"/>
                <a:gd name="T7" fmla="*/ 0 h 1334"/>
                <a:gd name="T8" fmla="*/ 0 w 558"/>
                <a:gd name="T9" fmla="*/ 775 h 1334"/>
                <a:gd name="T10" fmla="*/ 120 w 558"/>
                <a:gd name="T11" fmla="*/ 1334 h 1334"/>
                <a:gd name="T12" fmla="*/ 279 w 558"/>
                <a:gd name="T13" fmla="*/ 1309 h 1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8" h="1334">
                  <a:moveTo>
                    <a:pt x="279" y="1309"/>
                  </a:moveTo>
                  <a:cubicBezTo>
                    <a:pt x="335" y="1309"/>
                    <a:pt x="388" y="1318"/>
                    <a:pt x="439" y="1334"/>
                  </a:cubicBezTo>
                  <a:cubicBezTo>
                    <a:pt x="513" y="1183"/>
                    <a:pt x="558" y="988"/>
                    <a:pt x="558" y="775"/>
                  </a:cubicBezTo>
                  <a:cubicBezTo>
                    <a:pt x="558" y="437"/>
                    <a:pt x="445" y="144"/>
                    <a:pt x="279" y="0"/>
                  </a:cubicBezTo>
                  <a:cubicBezTo>
                    <a:pt x="114" y="144"/>
                    <a:pt x="0" y="437"/>
                    <a:pt x="0" y="775"/>
                  </a:cubicBezTo>
                  <a:cubicBezTo>
                    <a:pt x="0" y="988"/>
                    <a:pt x="45" y="1183"/>
                    <a:pt x="120" y="1334"/>
                  </a:cubicBezTo>
                  <a:cubicBezTo>
                    <a:pt x="170" y="1318"/>
                    <a:pt x="224" y="1309"/>
                    <a:pt x="279" y="1309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>
                <a:latin typeface="+mj-lt"/>
              </a:endParaRPr>
            </a:p>
          </p:txBody>
        </p:sp>
        <p:sp>
          <p:nvSpPr>
            <p:cNvPr id="174" name="Freeform 129"/>
            <p:cNvSpPr>
              <a:spLocks/>
            </p:cNvSpPr>
            <p:nvPr/>
          </p:nvSpPr>
          <p:spPr bwMode="auto">
            <a:xfrm>
              <a:off x="6690519" y="1801020"/>
              <a:ext cx="554038" cy="439738"/>
            </a:xfrm>
            <a:custGeom>
              <a:avLst/>
              <a:gdLst>
                <a:gd name="T0" fmla="*/ 206 w 412"/>
                <a:gd name="T1" fmla="*/ 320 h 327"/>
                <a:gd name="T2" fmla="*/ 412 w 412"/>
                <a:gd name="T3" fmla="*/ 327 h 327"/>
                <a:gd name="T4" fmla="*/ 206 w 412"/>
                <a:gd name="T5" fmla="*/ 0 h 327"/>
                <a:gd name="T6" fmla="*/ 0 w 412"/>
                <a:gd name="T7" fmla="*/ 327 h 327"/>
                <a:gd name="T8" fmla="*/ 206 w 412"/>
                <a:gd name="T9" fmla="*/ 320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2" h="327">
                  <a:moveTo>
                    <a:pt x="206" y="320"/>
                  </a:moveTo>
                  <a:cubicBezTo>
                    <a:pt x="276" y="320"/>
                    <a:pt x="345" y="323"/>
                    <a:pt x="412" y="327"/>
                  </a:cubicBezTo>
                  <a:cubicBezTo>
                    <a:pt x="363" y="188"/>
                    <a:pt x="292" y="74"/>
                    <a:pt x="206" y="0"/>
                  </a:cubicBezTo>
                  <a:cubicBezTo>
                    <a:pt x="121" y="74"/>
                    <a:pt x="49" y="188"/>
                    <a:pt x="0" y="327"/>
                  </a:cubicBezTo>
                  <a:cubicBezTo>
                    <a:pt x="67" y="323"/>
                    <a:pt x="136" y="320"/>
                    <a:pt x="206" y="320"/>
                  </a:cubicBezTo>
                  <a:close/>
                </a:path>
              </a:pathLst>
            </a:custGeom>
            <a:solidFill>
              <a:srgbClr val="655DD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>
                <a:latin typeface="+mj-lt"/>
              </a:endParaRPr>
            </a:p>
          </p:txBody>
        </p:sp>
        <p:sp>
          <p:nvSpPr>
            <p:cNvPr id="176" name="Freeform 131"/>
            <p:cNvSpPr>
              <a:spLocks/>
            </p:cNvSpPr>
            <p:nvPr/>
          </p:nvSpPr>
          <p:spPr bwMode="auto">
            <a:xfrm>
              <a:off x="6889750" y="3003551"/>
              <a:ext cx="161925" cy="866775"/>
            </a:xfrm>
            <a:custGeom>
              <a:avLst/>
              <a:gdLst>
                <a:gd name="T0" fmla="*/ 60 w 120"/>
                <a:gd name="T1" fmla="*/ 0 h 645"/>
                <a:gd name="T2" fmla="*/ 0 w 120"/>
                <a:gd name="T3" fmla="*/ 323 h 645"/>
                <a:gd name="T4" fmla="*/ 60 w 120"/>
                <a:gd name="T5" fmla="*/ 645 h 645"/>
                <a:gd name="T6" fmla="*/ 120 w 120"/>
                <a:gd name="T7" fmla="*/ 323 h 645"/>
                <a:gd name="T8" fmla="*/ 60 w 120"/>
                <a:gd name="T9" fmla="*/ 0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645">
                  <a:moveTo>
                    <a:pt x="60" y="0"/>
                  </a:moveTo>
                  <a:cubicBezTo>
                    <a:pt x="25" y="60"/>
                    <a:pt x="0" y="182"/>
                    <a:pt x="0" y="323"/>
                  </a:cubicBezTo>
                  <a:cubicBezTo>
                    <a:pt x="0" y="463"/>
                    <a:pt x="25" y="585"/>
                    <a:pt x="60" y="645"/>
                  </a:cubicBezTo>
                  <a:cubicBezTo>
                    <a:pt x="96" y="585"/>
                    <a:pt x="120" y="463"/>
                    <a:pt x="120" y="323"/>
                  </a:cubicBezTo>
                  <a:cubicBezTo>
                    <a:pt x="120" y="182"/>
                    <a:pt x="96" y="60"/>
                    <a:pt x="60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>
                <a:latin typeface="+mj-lt"/>
              </a:endParaRPr>
            </a:p>
          </p:txBody>
        </p:sp>
        <p:sp>
          <p:nvSpPr>
            <p:cNvPr id="178" name="Oval 133"/>
            <p:cNvSpPr>
              <a:spLocks noChangeArrowheads="1"/>
            </p:cNvSpPr>
            <p:nvPr/>
          </p:nvSpPr>
          <p:spPr bwMode="auto">
            <a:xfrm>
              <a:off x="6759575" y="2422526"/>
              <a:ext cx="422275" cy="4222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>
                <a:latin typeface="+mj-lt"/>
              </a:endParaRPr>
            </a:p>
          </p:txBody>
        </p:sp>
        <p:sp>
          <p:nvSpPr>
            <p:cNvPr id="179" name="Oval 134"/>
            <p:cNvSpPr>
              <a:spLocks noChangeArrowheads="1"/>
            </p:cNvSpPr>
            <p:nvPr/>
          </p:nvSpPr>
          <p:spPr bwMode="auto">
            <a:xfrm>
              <a:off x="6824663" y="2487613"/>
              <a:ext cx="292100" cy="292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>
                <a:latin typeface="+mj-lt"/>
              </a:endParaRPr>
            </a:p>
          </p:txBody>
        </p:sp>
        <p:sp>
          <p:nvSpPr>
            <p:cNvPr id="180" name="Freeform 135"/>
            <p:cNvSpPr>
              <a:spLocks/>
            </p:cNvSpPr>
            <p:nvPr/>
          </p:nvSpPr>
          <p:spPr bwMode="auto">
            <a:xfrm>
              <a:off x="6969125" y="2422526"/>
              <a:ext cx="212725" cy="422275"/>
            </a:xfrm>
            <a:custGeom>
              <a:avLst/>
              <a:gdLst>
                <a:gd name="T0" fmla="*/ 1 w 158"/>
                <a:gd name="T1" fmla="*/ 0 h 314"/>
                <a:gd name="T2" fmla="*/ 0 w 158"/>
                <a:gd name="T3" fmla="*/ 0 h 314"/>
                <a:gd name="T4" fmla="*/ 0 w 158"/>
                <a:gd name="T5" fmla="*/ 48 h 314"/>
                <a:gd name="T6" fmla="*/ 1 w 158"/>
                <a:gd name="T7" fmla="*/ 48 h 314"/>
                <a:gd name="T8" fmla="*/ 110 w 158"/>
                <a:gd name="T9" fmla="*/ 157 h 314"/>
                <a:gd name="T10" fmla="*/ 1 w 158"/>
                <a:gd name="T11" fmla="*/ 266 h 314"/>
                <a:gd name="T12" fmla="*/ 0 w 158"/>
                <a:gd name="T13" fmla="*/ 266 h 314"/>
                <a:gd name="T14" fmla="*/ 0 w 158"/>
                <a:gd name="T15" fmla="*/ 314 h 314"/>
                <a:gd name="T16" fmla="*/ 1 w 158"/>
                <a:gd name="T17" fmla="*/ 314 h 314"/>
                <a:gd name="T18" fmla="*/ 158 w 158"/>
                <a:gd name="T19" fmla="*/ 157 h 314"/>
                <a:gd name="T20" fmla="*/ 1 w 158"/>
                <a:gd name="T2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" h="314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8"/>
                    <a:pt x="1" y="48"/>
                    <a:pt x="1" y="48"/>
                  </a:cubicBezTo>
                  <a:cubicBezTo>
                    <a:pt x="61" y="48"/>
                    <a:pt x="110" y="97"/>
                    <a:pt x="110" y="157"/>
                  </a:cubicBezTo>
                  <a:cubicBezTo>
                    <a:pt x="110" y="217"/>
                    <a:pt x="61" y="266"/>
                    <a:pt x="1" y="266"/>
                  </a:cubicBezTo>
                  <a:cubicBezTo>
                    <a:pt x="1" y="266"/>
                    <a:pt x="0" y="266"/>
                    <a:pt x="0" y="266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0" y="314"/>
                    <a:pt x="1" y="314"/>
                    <a:pt x="1" y="314"/>
                  </a:cubicBezTo>
                  <a:cubicBezTo>
                    <a:pt x="88" y="314"/>
                    <a:pt x="158" y="244"/>
                    <a:pt x="158" y="157"/>
                  </a:cubicBezTo>
                  <a:cubicBezTo>
                    <a:pt x="158" y="71"/>
                    <a:pt x="88" y="0"/>
                    <a:pt x="1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>
                <a:latin typeface="+mj-lt"/>
              </a:endParaRPr>
            </a:p>
          </p:txBody>
        </p:sp>
        <p:sp>
          <p:nvSpPr>
            <p:cNvPr id="183" name="Freeform 82"/>
            <p:cNvSpPr>
              <a:spLocks/>
            </p:cNvSpPr>
            <p:nvPr/>
          </p:nvSpPr>
          <p:spPr bwMode="auto">
            <a:xfrm>
              <a:off x="6663532" y="2212000"/>
              <a:ext cx="608013" cy="49212"/>
            </a:xfrm>
            <a:custGeom>
              <a:avLst/>
              <a:gdLst>
                <a:gd name="T0" fmla="*/ 273 w 273"/>
                <a:gd name="T1" fmla="*/ 11 h 22"/>
                <a:gd name="T2" fmla="*/ 262 w 273"/>
                <a:gd name="T3" fmla="*/ 22 h 22"/>
                <a:gd name="T4" fmla="*/ 10 w 273"/>
                <a:gd name="T5" fmla="*/ 21 h 22"/>
                <a:gd name="T6" fmla="*/ 0 w 273"/>
                <a:gd name="T7" fmla="*/ 10 h 22"/>
                <a:gd name="T8" fmla="*/ 10 w 273"/>
                <a:gd name="T9" fmla="*/ 0 h 22"/>
                <a:gd name="T10" fmla="*/ 262 w 273"/>
                <a:gd name="T11" fmla="*/ 1 h 22"/>
                <a:gd name="T12" fmla="*/ 273 w 27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3" h="22">
                  <a:moveTo>
                    <a:pt x="273" y="11"/>
                  </a:moveTo>
                  <a:cubicBezTo>
                    <a:pt x="273" y="17"/>
                    <a:pt x="268" y="22"/>
                    <a:pt x="262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4" y="21"/>
                    <a:pt x="0" y="16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262" y="1"/>
                    <a:pt x="262" y="1"/>
                    <a:pt x="262" y="1"/>
                  </a:cubicBezTo>
                  <a:cubicBezTo>
                    <a:pt x="268" y="1"/>
                    <a:pt x="273" y="6"/>
                    <a:pt x="273" y="11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2400">
                <a:latin typeface="+mj-lt"/>
              </a:endParaRPr>
            </a:p>
          </p:txBody>
        </p:sp>
      </p:grpSp>
      <p:sp>
        <p:nvSpPr>
          <p:cNvPr id="80" name="TextBox 61">
            <a:extLst>
              <a:ext uri="{FF2B5EF4-FFF2-40B4-BE49-F238E27FC236}">
                <a16:creationId xmlns:a16="http://schemas.microsoft.com/office/drawing/2014/main" id="{EBC052EA-044D-44F4-A3BE-EADEE89126BE}"/>
              </a:ext>
            </a:extLst>
          </p:cNvPr>
          <p:cNvSpPr txBox="1"/>
          <p:nvPr/>
        </p:nvSpPr>
        <p:spPr>
          <a:xfrm>
            <a:off x="737453" y="2559974"/>
            <a:ext cx="3293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b="1">
                <a:solidFill>
                  <a:schemeClr val="bg1"/>
                </a:solidFill>
                <a:latin typeface="+mj-lt"/>
              </a:rPr>
              <a:t>Automatisation avec personnalisation du serveur </a:t>
            </a:r>
            <a:r>
              <a:rPr lang="fr-FR" sz="1600" b="1" err="1">
                <a:solidFill>
                  <a:schemeClr val="bg1"/>
                </a:solidFill>
                <a:latin typeface="+mj-lt"/>
              </a:rPr>
              <a:t>OpenVPN</a:t>
            </a:r>
            <a:r>
              <a:rPr lang="fr-FR" sz="1600" b="1">
                <a:solidFill>
                  <a:schemeClr val="bg1"/>
                </a:solidFill>
                <a:latin typeface="+mj-lt"/>
              </a:rPr>
              <a:t> et </a:t>
            </a:r>
            <a:r>
              <a:rPr lang="fr-FR" sz="1600" b="1" err="1">
                <a:solidFill>
                  <a:schemeClr val="bg1"/>
                </a:solidFill>
                <a:latin typeface="+mj-lt"/>
              </a:rPr>
              <a:t>CozyCloud</a:t>
            </a:r>
            <a:endParaRPr lang="fr-FR" sz="16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AD0D790-C37D-4B90-9F8E-11BD7765DB0C}"/>
              </a:ext>
            </a:extLst>
          </p:cNvPr>
          <p:cNvSpPr/>
          <p:nvPr/>
        </p:nvSpPr>
        <p:spPr>
          <a:xfrm>
            <a:off x="4299756" y="2573849"/>
            <a:ext cx="959831" cy="95983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>
                <a:solidFill>
                  <a:schemeClr val="bg1"/>
                </a:solidFill>
                <a:latin typeface="+mj-lt"/>
              </a:rPr>
              <a:t>01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8B5B088-5E26-4C36-A277-FADFEE199655}"/>
              </a:ext>
            </a:extLst>
          </p:cNvPr>
          <p:cNvSpPr/>
          <p:nvPr/>
        </p:nvSpPr>
        <p:spPr>
          <a:xfrm flipH="1">
            <a:off x="6929262" y="2582938"/>
            <a:ext cx="959831" cy="95983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>
                <a:solidFill>
                  <a:schemeClr val="bg1"/>
                </a:solidFill>
                <a:latin typeface="+mj-lt"/>
              </a:rPr>
              <a:t>02</a:t>
            </a:r>
          </a:p>
        </p:txBody>
      </p:sp>
      <p:sp>
        <p:nvSpPr>
          <p:cNvPr id="6" name="Google Shape;19;p3">
            <a:extLst>
              <a:ext uri="{FF2B5EF4-FFF2-40B4-BE49-F238E27FC236}">
                <a16:creationId xmlns:a16="http://schemas.microsoft.com/office/drawing/2014/main" id="{3FE00246-F850-1FAD-26A4-E4FC22BC2FC5}"/>
              </a:ext>
            </a:extLst>
          </p:cNvPr>
          <p:cNvSpPr txBox="1"/>
          <p:nvPr/>
        </p:nvSpPr>
        <p:spPr>
          <a:xfrm>
            <a:off x="0" y="6333200"/>
            <a:ext cx="523336" cy="52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fld id="{00000000-1234-1234-1234-123412341234}" type="slidenum">
              <a:rPr lang="en" sz="1067" b="1">
                <a:solidFill>
                  <a:schemeClr val="bg1"/>
                </a:solidFill>
                <a:latin typeface="+mj-lt"/>
                <a:ea typeface="Josefin Sans"/>
                <a:cs typeface="Josefin Sans"/>
                <a:sym typeface="Josefin Sans"/>
              </a:rPr>
              <a:pPr algn="ctr"/>
              <a:t>12</a:t>
            </a:fld>
            <a:endParaRPr sz="1467" b="1">
              <a:solidFill>
                <a:schemeClr val="bg1"/>
              </a:solidFill>
              <a:latin typeface="+mj-lt"/>
              <a:ea typeface="Josefin Sans"/>
              <a:cs typeface="Josefin Sans"/>
              <a:sym typeface="Josefin San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8482210-E032-0E1C-177D-DBFA12B0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bg1"/>
                </a:solidFill>
              </a:rPr>
              <a:t>Axes d’amélioration</a:t>
            </a:r>
          </a:p>
        </p:txBody>
      </p:sp>
      <p:cxnSp>
        <p:nvCxnSpPr>
          <p:cNvPr id="10" name="Google Shape;105;p14">
            <a:extLst>
              <a:ext uri="{FF2B5EF4-FFF2-40B4-BE49-F238E27FC236}">
                <a16:creationId xmlns:a16="http://schemas.microsoft.com/office/drawing/2014/main" id="{1AC09F5C-BA97-6942-209F-B4F72358142C}"/>
              </a:ext>
            </a:extLst>
          </p:cNvPr>
          <p:cNvCxnSpPr>
            <a:cxnSpLocks/>
          </p:cNvCxnSpPr>
          <p:nvPr/>
        </p:nvCxnSpPr>
        <p:spPr>
          <a:xfrm>
            <a:off x="435905" y="357717"/>
            <a:ext cx="0" cy="763600"/>
          </a:xfrm>
          <a:prstGeom prst="straightConnector1">
            <a:avLst/>
          </a:prstGeom>
          <a:noFill/>
          <a:ln w="762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Image 4" descr="Une image contenant cercle, capture d’écran, Police&#10;&#10;Description générée automatiquement">
            <a:extLst>
              <a:ext uri="{FF2B5EF4-FFF2-40B4-BE49-F238E27FC236}">
                <a16:creationId xmlns:a16="http://schemas.microsoft.com/office/drawing/2014/main" id="{66B6EF29-F60E-CFDE-53B5-BE7DDD012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446" y="5720646"/>
            <a:ext cx="5107631" cy="1111420"/>
          </a:xfrm>
          <a:prstGeom prst="rect">
            <a:avLst/>
          </a:prstGeom>
        </p:spPr>
      </p:pic>
      <p:sp>
        <p:nvSpPr>
          <p:cNvPr id="2" name="TextBox 61">
            <a:extLst>
              <a:ext uri="{FF2B5EF4-FFF2-40B4-BE49-F238E27FC236}">
                <a16:creationId xmlns:a16="http://schemas.microsoft.com/office/drawing/2014/main" id="{11DA823D-6977-E08F-9DE3-0594FB2569A4}"/>
              </a:ext>
            </a:extLst>
          </p:cNvPr>
          <p:cNvSpPr txBox="1"/>
          <p:nvPr/>
        </p:nvSpPr>
        <p:spPr>
          <a:xfrm>
            <a:off x="8054326" y="2566992"/>
            <a:ext cx="3293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>
                <a:solidFill>
                  <a:schemeClr val="bg1"/>
                </a:solidFill>
                <a:latin typeface="+mj-lt"/>
              </a:rPr>
              <a:t>Rendre le code </a:t>
            </a:r>
            <a:r>
              <a:rPr lang="fr-FR" sz="1600" b="1" err="1">
                <a:solidFill>
                  <a:schemeClr val="bg1"/>
                </a:solidFill>
                <a:latin typeface="+mj-lt"/>
              </a:rPr>
              <a:t>Terraform</a:t>
            </a:r>
            <a:r>
              <a:rPr lang="fr-FR" sz="1600" b="1">
                <a:solidFill>
                  <a:schemeClr val="bg1"/>
                </a:solidFill>
                <a:latin typeface="+mj-lt"/>
              </a:rPr>
              <a:t> modulaire</a:t>
            </a:r>
          </a:p>
        </p:txBody>
      </p:sp>
      <p:pic>
        <p:nvPicPr>
          <p:cNvPr id="3" name="Image 2" descr="Une image contenant noir, Graphique, symbole, blanc&#10;&#10;Le contenu généré par l’IA peut être incorrect.">
            <a:extLst>
              <a:ext uri="{FF2B5EF4-FFF2-40B4-BE49-F238E27FC236}">
                <a16:creationId xmlns:a16="http://schemas.microsoft.com/office/drawing/2014/main" id="{BACAE416-DA97-8FA2-282F-B3AE728B1E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971" y="3413539"/>
            <a:ext cx="1905000" cy="1905000"/>
          </a:xfrm>
          <a:prstGeom prst="rect">
            <a:avLst/>
          </a:prstGeom>
        </p:spPr>
      </p:pic>
      <p:pic>
        <p:nvPicPr>
          <p:cNvPr id="11" name="Image 10" descr="Une image contenant capture d’écran, obscurité, Graphique, noir&#10;&#10;Le contenu généré par l’IA peut être incorrect.">
            <a:extLst>
              <a:ext uri="{FF2B5EF4-FFF2-40B4-BE49-F238E27FC236}">
                <a16:creationId xmlns:a16="http://schemas.microsoft.com/office/drawing/2014/main" id="{3A3B56A2-BE8F-39D5-CC56-745046DB9B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119" y="3743362"/>
            <a:ext cx="401955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66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6" descr="Crawl">
            <a:extLst>
              <a:ext uri="{FF2B5EF4-FFF2-40B4-BE49-F238E27FC236}">
                <a16:creationId xmlns:a16="http://schemas.microsoft.com/office/drawing/2014/main" id="{4A877704-C797-4A6B-ADF1-74F60BD75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0169" y="5173455"/>
            <a:ext cx="1453344" cy="1453344"/>
          </a:xfrm>
          <a:prstGeom prst="rect">
            <a:avLst/>
          </a:prstGeom>
        </p:spPr>
      </p:pic>
      <p:pic>
        <p:nvPicPr>
          <p:cNvPr id="12" name="Graphic 8" descr="Walk">
            <a:extLst>
              <a:ext uri="{FF2B5EF4-FFF2-40B4-BE49-F238E27FC236}">
                <a16:creationId xmlns:a16="http://schemas.microsoft.com/office/drawing/2014/main" id="{F0CFC814-8A3D-4E25-8FB1-85DE19768F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5592" y="3113615"/>
            <a:ext cx="1453344" cy="1453344"/>
          </a:xfrm>
          <a:prstGeom prst="rect">
            <a:avLst/>
          </a:prstGeom>
        </p:spPr>
      </p:pic>
      <p:pic>
        <p:nvPicPr>
          <p:cNvPr id="14" name="Graphic 10" descr="Run">
            <a:extLst>
              <a:ext uri="{FF2B5EF4-FFF2-40B4-BE49-F238E27FC236}">
                <a16:creationId xmlns:a16="http://schemas.microsoft.com/office/drawing/2014/main" id="{B950E208-E371-4CC0-B739-84E09565B5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63904" y="2432811"/>
            <a:ext cx="1453344" cy="1453344"/>
          </a:xfrm>
          <a:prstGeom prst="rect">
            <a:avLst/>
          </a:prstGeom>
        </p:spPr>
      </p:pic>
      <p:pic>
        <p:nvPicPr>
          <p:cNvPr id="16" name="Graphic 11" descr="Trophy">
            <a:extLst>
              <a:ext uri="{FF2B5EF4-FFF2-40B4-BE49-F238E27FC236}">
                <a16:creationId xmlns:a16="http://schemas.microsoft.com/office/drawing/2014/main" id="{BEFE56F3-8DEC-43C4-8C74-A0F1B5B8A4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6232" y="1770080"/>
            <a:ext cx="1438445" cy="1438445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FCA4C1E9-1308-54AD-512E-82D078E051D1}"/>
              </a:ext>
            </a:extLst>
          </p:cNvPr>
          <p:cNvGrpSpPr/>
          <p:nvPr/>
        </p:nvGrpSpPr>
        <p:grpSpPr>
          <a:xfrm>
            <a:off x="4069803" y="2647533"/>
            <a:ext cx="8122197" cy="3879237"/>
            <a:chOff x="2681676" y="1698440"/>
            <a:chExt cx="8122197" cy="3879237"/>
          </a:xfrm>
        </p:grpSpPr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7B36E0C7-7AB9-6845-5B76-7C89EB54D736}"/>
                </a:ext>
              </a:extLst>
            </p:cNvPr>
            <p:cNvGrpSpPr/>
            <p:nvPr/>
          </p:nvGrpSpPr>
          <p:grpSpPr>
            <a:xfrm>
              <a:off x="2681676" y="2148405"/>
              <a:ext cx="8116392" cy="3429272"/>
              <a:chOff x="2973907" y="2148405"/>
              <a:chExt cx="8116392" cy="3429272"/>
            </a:xfrm>
          </p:grpSpPr>
          <p:sp>
            <p:nvSpPr>
              <p:cNvPr id="4" name="Forme en L 3">
                <a:extLst>
                  <a:ext uri="{FF2B5EF4-FFF2-40B4-BE49-F238E27FC236}">
                    <a16:creationId xmlns:a16="http://schemas.microsoft.com/office/drawing/2014/main" id="{F3DFA21D-6611-7D58-D8FE-1EEC8F604D7B}"/>
                  </a:ext>
                </a:extLst>
              </p:cNvPr>
              <p:cNvSpPr/>
              <p:nvPr/>
            </p:nvSpPr>
            <p:spPr>
              <a:xfrm rot="5400000">
                <a:off x="3228007" y="3303637"/>
                <a:ext cx="2019940" cy="2528139"/>
              </a:xfrm>
              <a:prstGeom prst="corner">
                <a:avLst>
                  <a:gd name="adj1" fmla="val 16120"/>
                  <a:gd name="adj2" fmla="val 16110"/>
                </a:avLst>
              </a:prstGeom>
              <a:solidFill>
                <a:srgbClr val="38338A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fr-FR" sz="2400"/>
              </a:p>
            </p:txBody>
          </p:sp>
          <p:sp>
            <p:nvSpPr>
              <p:cNvPr id="6" name="Triangle isocèle 5">
                <a:extLst>
                  <a:ext uri="{FF2B5EF4-FFF2-40B4-BE49-F238E27FC236}">
                    <a16:creationId xmlns:a16="http://schemas.microsoft.com/office/drawing/2014/main" id="{A8968C15-32F0-C346-C85D-EEC5DF02D904}"/>
                  </a:ext>
                </a:extLst>
              </p:cNvPr>
              <p:cNvSpPr/>
              <p:nvPr/>
            </p:nvSpPr>
            <p:spPr>
              <a:xfrm>
                <a:off x="5076469" y="3117512"/>
                <a:ext cx="430644" cy="430644"/>
              </a:xfrm>
              <a:prstGeom prst="triangle">
                <a:avLst>
                  <a:gd name="adj" fmla="val 100000"/>
                </a:avLst>
              </a:prstGeom>
              <a:solidFill>
                <a:srgbClr val="38338A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fr-FR" sz="2400"/>
              </a:p>
            </p:txBody>
          </p:sp>
          <p:sp>
            <p:nvSpPr>
              <p:cNvPr id="7" name="Forme en L 6">
                <a:extLst>
                  <a:ext uri="{FF2B5EF4-FFF2-40B4-BE49-F238E27FC236}">
                    <a16:creationId xmlns:a16="http://schemas.microsoft.com/office/drawing/2014/main" id="{72CEE601-487A-C719-D8B1-ABE70042D270}"/>
                  </a:ext>
                </a:extLst>
              </p:cNvPr>
              <p:cNvSpPr/>
              <p:nvPr/>
            </p:nvSpPr>
            <p:spPr>
              <a:xfrm rot="5400000">
                <a:off x="6028309" y="2612227"/>
                <a:ext cx="2007588" cy="2528139"/>
              </a:xfrm>
              <a:prstGeom prst="corner">
                <a:avLst>
                  <a:gd name="adj1" fmla="val 16120"/>
                  <a:gd name="adj2" fmla="val 1611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fr-FR" sz="2400"/>
              </a:p>
            </p:txBody>
          </p:sp>
          <p:sp>
            <p:nvSpPr>
              <p:cNvPr id="11" name="Triangle isocèle 10">
                <a:extLst>
                  <a:ext uri="{FF2B5EF4-FFF2-40B4-BE49-F238E27FC236}">
                    <a16:creationId xmlns:a16="http://schemas.microsoft.com/office/drawing/2014/main" id="{BDC6E8EF-71DE-A9CA-D0A4-21F1284C29C1}"/>
                  </a:ext>
                </a:extLst>
              </p:cNvPr>
              <p:cNvSpPr/>
              <p:nvPr/>
            </p:nvSpPr>
            <p:spPr>
              <a:xfrm>
                <a:off x="7870595" y="2426103"/>
                <a:ext cx="430644" cy="430644"/>
              </a:xfrm>
              <a:prstGeom prst="triangle">
                <a:avLst>
                  <a:gd name="adj" fmla="val 10000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fr-FR" sz="2400"/>
              </a:p>
            </p:txBody>
          </p:sp>
          <p:sp>
            <p:nvSpPr>
              <p:cNvPr id="13" name="Forme en L 12">
                <a:extLst>
                  <a:ext uri="{FF2B5EF4-FFF2-40B4-BE49-F238E27FC236}">
                    <a16:creationId xmlns:a16="http://schemas.microsoft.com/office/drawing/2014/main" id="{09C1BFF7-014D-6522-C066-C3CB7A860834}"/>
                  </a:ext>
                </a:extLst>
              </p:cNvPr>
              <p:cNvSpPr/>
              <p:nvPr/>
            </p:nvSpPr>
            <p:spPr>
              <a:xfrm rot="5400000">
                <a:off x="8789747" y="1920818"/>
                <a:ext cx="2072965" cy="2528139"/>
              </a:xfrm>
              <a:prstGeom prst="corner">
                <a:avLst>
                  <a:gd name="adj1" fmla="val 16120"/>
                  <a:gd name="adj2" fmla="val 16110"/>
                </a:avLst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fr-FR" sz="2400"/>
              </a:p>
            </p:txBody>
          </p:sp>
        </p:grpSp>
        <p:sp>
          <p:nvSpPr>
            <p:cNvPr id="2" name="Triangle isocèle 1">
              <a:extLst>
                <a:ext uri="{FF2B5EF4-FFF2-40B4-BE49-F238E27FC236}">
                  <a16:creationId xmlns:a16="http://schemas.microsoft.com/office/drawing/2014/main" id="{E98807EF-DF9E-C65F-D3AA-ED40053A414E}"/>
                </a:ext>
              </a:extLst>
            </p:cNvPr>
            <p:cNvSpPr/>
            <p:nvPr/>
          </p:nvSpPr>
          <p:spPr>
            <a:xfrm>
              <a:off x="10373229" y="1698440"/>
              <a:ext cx="430644" cy="430644"/>
            </a:xfrm>
            <a:prstGeom prst="triangle">
              <a:avLst>
                <a:gd name="adj" fmla="val 10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 sz="2400"/>
            </a:p>
          </p:txBody>
        </p:sp>
      </p:grpSp>
      <p:sp>
        <p:nvSpPr>
          <p:cNvPr id="8" name="Titre 7">
            <a:extLst>
              <a:ext uri="{FF2B5EF4-FFF2-40B4-BE49-F238E27FC236}">
                <a16:creationId xmlns:a16="http://schemas.microsoft.com/office/drawing/2014/main" id="{5886CC0E-2753-FB77-56BF-C01A75517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Conclusion</a:t>
            </a:r>
          </a:p>
        </p:txBody>
      </p:sp>
      <p:pic>
        <p:nvPicPr>
          <p:cNvPr id="18" name="Graphique 17" descr="Étoile avec un remplissage uni">
            <a:extLst>
              <a:ext uri="{FF2B5EF4-FFF2-40B4-BE49-F238E27FC236}">
                <a16:creationId xmlns:a16="http://schemas.microsoft.com/office/drawing/2014/main" id="{581B920A-40A9-40C7-5C96-040D8E539C1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7563" y="2022066"/>
            <a:ext cx="375781" cy="375781"/>
          </a:xfrm>
          <a:prstGeom prst="rect">
            <a:avLst/>
          </a:prstGeom>
        </p:spPr>
      </p:pic>
      <p:sp>
        <p:nvSpPr>
          <p:cNvPr id="19" name="Google Shape;15;p2">
            <a:extLst>
              <a:ext uri="{FF2B5EF4-FFF2-40B4-BE49-F238E27FC236}">
                <a16:creationId xmlns:a16="http://schemas.microsoft.com/office/drawing/2014/main" id="{210B9FA8-C267-2DFD-4015-FCE2C1B53354}"/>
              </a:ext>
            </a:extLst>
          </p:cNvPr>
          <p:cNvSpPr/>
          <p:nvPr/>
        </p:nvSpPr>
        <p:spPr>
          <a:xfrm rot="5400000">
            <a:off x="6340622" y="558467"/>
            <a:ext cx="484014" cy="479205"/>
          </a:xfrm>
          <a:custGeom>
            <a:avLst/>
            <a:gdLst/>
            <a:ahLst/>
            <a:cxnLst/>
            <a:rect l="l" t="t" r="r" b="b"/>
            <a:pathLst>
              <a:path w="7851" h="7773" extrusionOk="0">
                <a:moveTo>
                  <a:pt x="444" y="0"/>
                </a:moveTo>
                <a:cubicBezTo>
                  <a:pt x="408" y="0"/>
                  <a:pt x="372" y="5"/>
                  <a:pt x="335" y="15"/>
                </a:cubicBezTo>
                <a:cubicBezTo>
                  <a:pt x="123" y="72"/>
                  <a:pt x="0" y="294"/>
                  <a:pt x="60" y="503"/>
                </a:cubicBezTo>
                <a:lnTo>
                  <a:pt x="726" y="2899"/>
                </a:lnTo>
                <a:cubicBezTo>
                  <a:pt x="775" y="3068"/>
                  <a:pt x="929" y="3188"/>
                  <a:pt x="1103" y="3188"/>
                </a:cubicBezTo>
                <a:cubicBezTo>
                  <a:pt x="1110" y="3188"/>
                  <a:pt x="1117" y="3187"/>
                  <a:pt x="1125" y="3187"/>
                </a:cubicBezTo>
                <a:lnTo>
                  <a:pt x="3291" y="3101"/>
                </a:lnTo>
                <a:lnTo>
                  <a:pt x="3876" y="5188"/>
                </a:lnTo>
                <a:cubicBezTo>
                  <a:pt x="3924" y="5362"/>
                  <a:pt x="4082" y="5480"/>
                  <a:pt x="4258" y="5480"/>
                </a:cubicBezTo>
                <a:cubicBezTo>
                  <a:pt x="4264" y="5480"/>
                  <a:pt x="4269" y="5480"/>
                  <a:pt x="4274" y="5480"/>
                </a:cubicBezTo>
                <a:lnTo>
                  <a:pt x="6444" y="5390"/>
                </a:lnTo>
                <a:lnTo>
                  <a:pt x="7025" y="7481"/>
                </a:lnTo>
                <a:cubicBezTo>
                  <a:pt x="7051" y="7570"/>
                  <a:pt x="7104" y="7643"/>
                  <a:pt x="7173" y="7697"/>
                </a:cubicBezTo>
                <a:cubicBezTo>
                  <a:pt x="7241" y="7745"/>
                  <a:pt x="7321" y="7773"/>
                  <a:pt x="7404" y="7773"/>
                </a:cubicBezTo>
                <a:cubicBezTo>
                  <a:pt x="7441" y="7773"/>
                  <a:pt x="7478" y="7767"/>
                  <a:pt x="7515" y="7756"/>
                </a:cubicBezTo>
                <a:cubicBezTo>
                  <a:pt x="7728" y="7700"/>
                  <a:pt x="7850" y="7478"/>
                  <a:pt x="7791" y="7265"/>
                </a:cubicBezTo>
                <a:lnTo>
                  <a:pt x="7124" y="4873"/>
                </a:lnTo>
                <a:cubicBezTo>
                  <a:pt x="7075" y="4698"/>
                  <a:pt x="6917" y="4580"/>
                  <a:pt x="6740" y="4580"/>
                </a:cubicBezTo>
                <a:cubicBezTo>
                  <a:pt x="6735" y="4580"/>
                  <a:pt x="6731" y="4580"/>
                  <a:pt x="6726" y="4581"/>
                </a:cubicBezTo>
                <a:lnTo>
                  <a:pt x="4559" y="4671"/>
                </a:lnTo>
                <a:lnTo>
                  <a:pt x="3975" y="2583"/>
                </a:lnTo>
                <a:cubicBezTo>
                  <a:pt x="3927" y="2409"/>
                  <a:pt x="3768" y="2291"/>
                  <a:pt x="3591" y="2291"/>
                </a:cubicBezTo>
                <a:cubicBezTo>
                  <a:pt x="3587" y="2291"/>
                  <a:pt x="3582" y="2291"/>
                  <a:pt x="3577" y="2291"/>
                </a:cubicBezTo>
                <a:lnTo>
                  <a:pt x="1410" y="2381"/>
                </a:lnTo>
                <a:lnTo>
                  <a:pt x="826" y="291"/>
                </a:lnTo>
                <a:cubicBezTo>
                  <a:pt x="776" y="115"/>
                  <a:pt x="618" y="0"/>
                  <a:pt x="444" y="0"/>
                </a:cubicBezTo>
                <a:close/>
              </a:path>
            </a:pathLst>
          </a:custGeom>
          <a:solidFill>
            <a:srgbClr val="ED00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20" name="Google Shape;16;p2">
            <a:extLst>
              <a:ext uri="{FF2B5EF4-FFF2-40B4-BE49-F238E27FC236}">
                <a16:creationId xmlns:a16="http://schemas.microsoft.com/office/drawing/2014/main" id="{D8F92000-3062-AAA9-42C0-A7D679313FFE}"/>
              </a:ext>
            </a:extLst>
          </p:cNvPr>
          <p:cNvSpPr/>
          <p:nvPr/>
        </p:nvSpPr>
        <p:spPr>
          <a:xfrm rot="3586060">
            <a:off x="6878658" y="1675875"/>
            <a:ext cx="484261" cy="479267"/>
          </a:xfrm>
          <a:custGeom>
            <a:avLst/>
            <a:gdLst/>
            <a:ahLst/>
            <a:cxnLst/>
            <a:rect l="l" t="t" r="r" b="b"/>
            <a:pathLst>
              <a:path w="7855" h="7774" extrusionOk="0">
                <a:moveTo>
                  <a:pt x="446" y="0"/>
                </a:moveTo>
                <a:cubicBezTo>
                  <a:pt x="411" y="0"/>
                  <a:pt x="375" y="5"/>
                  <a:pt x="339" y="15"/>
                </a:cubicBezTo>
                <a:cubicBezTo>
                  <a:pt x="127" y="75"/>
                  <a:pt x="1" y="294"/>
                  <a:pt x="61" y="506"/>
                </a:cubicBezTo>
                <a:lnTo>
                  <a:pt x="727" y="2899"/>
                </a:lnTo>
                <a:cubicBezTo>
                  <a:pt x="776" y="3073"/>
                  <a:pt x="935" y="3191"/>
                  <a:pt x="1114" y="3191"/>
                </a:cubicBezTo>
                <a:cubicBezTo>
                  <a:pt x="1119" y="3191"/>
                  <a:pt x="1124" y="3191"/>
                  <a:pt x="1129" y="3191"/>
                </a:cubicBezTo>
                <a:lnTo>
                  <a:pt x="3295" y="3101"/>
                </a:lnTo>
                <a:lnTo>
                  <a:pt x="3876" y="5191"/>
                </a:lnTo>
                <a:cubicBezTo>
                  <a:pt x="3925" y="5366"/>
                  <a:pt x="4083" y="5484"/>
                  <a:pt x="4263" y="5484"/>
                </a:cubicBezTo>
                <a:cubicBezTo>
                  <a:pt x="4268" y="5484"/>
                  <a:pt x="4272" y="5484"/>
                  <a:pt x="4277" y="5483"/>
                </a:cubicBezTo>
                <a:lnTo>
                  <a:pt x="6444" y="5393"/>
                </a:lnTo>
                <a:lnTo>
                  <a:pt x="7029" y="7484"/>
                </a:lnTo>
                <a:cubicBezTo>
                  <a:pt x="7052" y="7574"/>
                  <a:pt x="7104" y="7646"/>
                  <a:pt x="7174" y="7696"/>
                </a:cubicBezTo>
                <a:cubicBezTo>
                  <a:pt x="7243" y="7746"/>
                  <a:pt x="7326" y="7774"/>
                  <a:pt x="7412" y="7774"/>
                </a:cubicBezTo>
                <a:cubicBezTo>
                  <a:pt x="7446" y="7774"/>
                  <a:pt x="7481" y="7769"/>
                  <a:pt x="7516" y="7759"/>
                </a:cubicBezTo>
                <a:cubicBezTo>
                  <a:pt x="7728" y="7700"/>
                  <a:pt x="7854" y="7481"/>
                  <a:pt x="7795" y="7268"/>
                </a:cubicBezTo>
                <a:lnTo>
                  <a:pt x="7128" y="4876"/>
                </a:lnTo>
                <a:cubicBezTo>
                  <a:pt x="7079" y="4702"/>
                  <a:pt x="6922" y="4584"/>
                  <a:pt x="6742" y="4584"/>
                </a:cubicBezTo>
                <a:cubicBezTo>
                  <a:pt x="6737" y="4584"/>
                  <a:pt x="6731" y="4584"/>
                  <a:pt x="6726" y="4584"/>
                </a:cubicBezTo>
                <a:lnTo>
                  <a:pt x="4560" y="4674"/>
                </a:lnTo>
                <a:lnTo>
                  <a:pt x="3979" y="2583"/>
                </a:lnTo>
                <a:cubicBezTo>
                  <a:pt x="3930" y="2409"/>
                  <a:pt x="3772" y="2291"/>
                  <a:pt x="3591" y="2291"/>
                </a:cubicBezTo>
                <a:cubicBezTo>
                  <a:pt x="3587" y="2291"/>
                  <a:pt x="3582" y="2291"/>
                  <a:pt x="3577" y="2291"/>
                </a:cubicBezTo>
                <a:lnTo>
                  <a:pt x="1410" y="2381"/>
                </a:lnTo>
                <a:lnTo>
                  <a:pt x="830" y="294"/>
                </a:lnTo>
                <a:cubicBezTo>
                  <a:pt x="780" y="117"/>
                  <a:pt x="621" y="0"/>
                  <a:pt x="446" y="0"/>
                </a:cubicBezTo>
                <a:close/>
              </a:path>
            </a:pathLst>
          </a:custGeom>
          <a:solidFill>
            <a:srgbClr val="A3C0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21" name="Google Shape;15;p2">
            <a:extLst>
              <a:ext uri="{FF2B5EF4-FFF2-40B4-BE49-F238E27FC236}">
                <a16:creationId xmlns:a16="http://schemas.microsoft.com/office/drawing/2014/main" id="{E644C01A-5493-BA90-F1A0-0B4671BED6DF}"/>
              </a:ext>
            </a:extLst>
          </p:cNvPr>
          <p:cNvSpPr/>
          <p:nvPr/>
        </p:nvSpPr>
        <p:spPr>
          <a:xfrm rot="5400000">
            <a:off x="5746554" y="1464014"/>
            <a:ext cx="484014" cy="479205"/>
          </a:xfrm>
          <a:custGeom>
            <a:avLst/>
            <a:gdLst/>
            <a:ahLst/>
            <a:cxnLst/>
            <a:rect l="l" t="t" r="r" b="b"/>
            <a:pathLst>
              <a:path w="7851" h="7773" extrusionOk="0">
                <a:moveTo>
                  <a:pt x="444" y="0"/>
                </a:moveTo>
                <a:cubicBezTo>
                  <a:pt x="408" y="0"/>
                  <a:pt x="372" y="5"/>
                  <a:pt x="335" y="15"/>
                </a:cubicBezTo>
                <a:cubicBezTo>
                  <a:pt x="123" y="72"/>
                  <a:pt x="0" y="294"/>
                  <a:pt x="60" y="503"/>
                </a:cubicBezTo>
                <a:lnTo>
                  <a:pt x="726" y="2899"/>
                </a:lnTo>
                <a:cubicBezTo>
                  <a:pt x="775" y="3068"/>
                  <a:pt x="929" y="3188"/>
                  <a:pt x="1103" y="3188"/>
                </a:cubicBezTo>
                <a:cubicBezTo>
                  <a:pt x="1110" y="3188"/>
                  <a:pt x="1117" y="3187"/>
                  <a:pt x="1125" y="3187"/>
                </a:cubicBezTo>
                <a:lnTo>
                  <a:pt x="3291" y="3101"/>
                </a:lnTo>
                <a:lnTo>
                  <a:pt x="3876" y="5188"/>
                </a:lnTo>
                <a:cubicBezTo>
                  <a:pt x="3924" y="5362"/>
                  <a:pt x="4082" y="5480"/>
                  <a:pt x="4258" y="5480"/>
                </a:cubicBezTo>
                <a:cubicBezTo>
                  <a:pt x="4264" y="5480"/>
                  <a:pt x="4269" y="5480"/>
                  <a:pt x="4274" y="5480"/>
                </a:cubicBezTo>
                <a:lnTo>
                  <a:pt x="6444" y="5390"/>
                </a:lnTo>
                <a:lnTo>
                  <a:pt x="7025" y="7481"/>
                </a:lnTo>
                <a:cubicBezTo>
                  <a:pt x="7051" y="7570"/>
                  <a:pt x="7104" y="7643"/>
                  <a:pt x="7173" y="7697"/>
                </a:cubicBezTo>
                <a:cubicBezTo>
                  <a:pt x="7241" y="7745"/>
                  <a:pt x="7321" y="7773"/>
                  <a:pt x="7404" y="7773"/>
                </a:cubicBezTo>
                <a:cubicBezTo>
                  <a:pt x="7441" y="7773"/>
                  <a:pt x="7478" y="7767"/>
                  <a:pt x="7515" y="7756"/>
                </a:cubicBezTo>
                <a:cubicBezTo>
                  <a:pt x="7728" y="7700"/>
                  <a:pt x="7850" y="7478"/>
                  <a:pt x="7791" y="7265"/>
                </a:cubicBezTo>
                <a:lnTo>
                  <a:pt x="7124" y="4873"/>
                </a:lnTo>
                <a:cubicBezTo>
                  <a:pt x="7075" y="4698"/>
                  <a:pt x="6917" y="4580"/>
                  <a:pt x="6740" y="4580"/>
                </a:cubicBezTo>
                <a:cubicBezTo>
                  <a:pt x="6735" y="4580"/>
                  <a:pt x="6731" y="4580"/>
                  <a:pt x="6726" y="4581"/>
                </a:cubicBezTo>
                <a:lnTo>
                  <a:pt x="4559" y="4671"/>
                </a:lnTo>
                <a:lnTo>
                  <a:pt x="3975" y="2583"/>
                </a:lnTo>
                <a:cubicBezTo>
                  <a:pt x="3927" y="2409"/>
                  <a:pt x="3768" y="2291"/>
                  <a:pt x="3591" y="2291"/>
                </a:cubicBezTo>
                <a:cubicBezTo>
                  <a:pt x="3587" y="2291"/>
                  <a:pt x="3582" y="2291"/>
                  <a:pt x="3577" y="2291"/>
                </a:cubicBezTo>
                <a:lnTo>
                  <a:pt x="1410" y="2381"/>
                </a:lnTo>
                <a:lnTo>
                  <a:pt x="826" y="291"/>
                </a:lnTo>
                <a:cubicBezTo>
                  <a:pt x="776" y="115"/>
                  <a:pt x="618" y="0"/>
                  <a:pt x="444" y="0"/>
                </a:cubicBezTo>
                <a:close/>
              </a:path>
            </a:pathLst>
          </a:custGeom>
          <a:solidFill>
            <a:srgbClr val="FFC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22" name="Google Shape;16;p2">
            <a:extLst>
              <a:ext uri="{FF2B5EF4-FFF2-40B4-BE49-F238E27FC236}">
                <a16:creationId xmlns:a16="http://schemas.microsoft.com/office/drawing/2014/main" id="{5C3FF20D-153A-BBA2-FBBB-CD1F195DFB48}"/>
              </a:ext>
            </a:extLst>
          </p:cNvPr>
          <p:cNvSpPr/>
          <p:nvPr/>
        </p:nvSpPr>
        <p:spPr>
          <a:xfrm rot="1045302">
            <a:off x="10589614" y="1219652"/>
            <a:ext cx="484261" cy="479267"/>
          </a:xfrm>
          <a:custGeom>
            <a:avLst/>
            <a:gdLst/>
            <a:ahLst/>
            <a:cxnLst/>
            <a:rect l="l" t="t" r="r" b="b"/>
            <a:pathLst>
              <a:path w="7855" h="7774" extrusionOk="0">
                <a:moveTo>
                  <a:pt x="446" y="0"/>
                </a:moveTo>
                <a:cubicBezTo>
                  <a:pt x="411" y="0"/>
                  <a:pt x="375" y="5"/>
                  <a:pt x="339" y="15"/>
                </a:cubicBezTo>
                <a:cubicBezTo>
                  <a:pt x="127" y="75"/>
                  <a:pt x="1" y="294"/>
                  <a:pt x="61" y="506"/>
                </a:cubicBezTo>
                <a:lnTo>
                  <a:pt x="727" y="2899"/>
                </a:lnTo>
                <a:cubicBezTo>
                  <a:pt x="776" y="3073"/>
                  <a:pt x="935" y="3191"/>
                  <a:pt x="1114" y="3191"/>
                </a:cubicBezTo>
                <a:cubicBezTo>
                  <a:pt x="1119" y="3191"/>
                  <a:pt x="1124" y="3191"/>
                  <a:pt x="1129" y="3191"/>
                </a:cubicBezTo>
                <a:lnTo>
                  <a:pt x="3295" y="3101"/>
                </a:lnTo>
                <a:lnTo>
                  <a:pt x="3876" y="5191"/>
                </a:lnTo>
                <a:cubicBezTo>
                  <a:pt x="3925" y="5366"/>
                  <a:pt x="4083" y="5484"/>
                  <a:pt x="4263" y="5484"/>
                </a:cubicBezTo>
                <a:cubicBezTo>
                  <a:pt x="4268" y="5484"/>
                  <a:pt x="4272" y="5484"/>
                  <a:pt x="4277" y="5483"/>
                </a:cubicBezTo>
                <a:lnTo>
                  <a:pt x="6444" y="5393"/>
                </a:lnTo>
                <a:lnTo>
                  <a:pt x="7029" y="7484"/>
                </a:lnTo>
                <a:cubicBezTo>
                  <a:pt x="7052" y="7574"/>
                  <a:pt x="7104" y="7646"/>
                  <a:pt x="7174" y="7696"/>
                </a:cubicBezTo>
                <a:cubicBezTo>
                  <a:pt x="7243" y="7746"/>
                  <a:pt x="7326" y="7774"/>
                  <a:pt x="7412" y="7774"/>
                </a:cubicBezTo>
                <a:cubicBezTo>
                  <a:pt x="7446" y="7774"/>
                  <a:pt x="7481" y="7769"/>
                  <a:pt x="7516" y="7759"/>
                </a:cubicBezTo>
                <a:cubicBezTo>
                  <a:pt x="7728" y="7700"/>
                  <a:pt x="7854" y="7481"/>
                  <a:pt x="7795" y="7268"/>
                </a:cubicBezTo>
                <a:lnTo>
                  <a:pt x="7128" y="4876"/>
                </a:lnTo>
                <a:cubicBezTo>
                  <a:pt x="7079" y="4702"/>
                  <a:pt x="6922" y="4584"/>
                  <a:pt x="6742" y="4584"/>
                </a:cubicBezTo>
                <a:cubicBezTo>
                  <a:pt x="6737" y="4584"/>
                  <a:pt x="6731" y="4584"/>
                  <a:pt x="6726" y="4584"/>
                </a:cubicBezTo>
                <a:lnTo>
                  <a:pt x="4560" y="4674"/>
                </a:lnTo>
                <a:lnTo>
                  <a:pt x="3979" y="2583"/>
                </a:lnTo>
                <a:cubicBezTo>
                  <a:pt x="3930" y="2409"/>
                  <a:pt x="3772" y="2291"/>
                  <a:pt x="3591" y="2291"/>
                </a:cubicBezTo>
                <a:cubicBezTo>
                  <a:pt x="3587" y="2291"/>
                  <a:pt x="3582" y="2291"/>
                  <a:pt x="3577" y="2291"/>
                </a:cubicBezTo>
                <a:lnTo>
                  <a:pt x="1410" y="2381"/>
                </a:lnTo>
                <a:lnTo>
                  <a:pt x="830" y="294"/>
                </a:lnTo>
                <a:cubicBezTo>
                  <a:pt x="780" y="117"/>
                  <a:pt x="621" y="0"/>
                  <a:pt x="4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23" name="Google Shape;16;p2">
            <a:extLst>
              <a:ext uri="{FF2B5EF4-FFF2-40B4-BE49-F238E27FC236}">
                <a16:creationId xmlns:a16="http://schemas.microsoft.com/office/drawing/2014/main" id="{22FFFADB-7C87-1F72-EF37-6ECB145D3F6D}"/>
              </a:ext>
            </a:extLst>
          </p:cNvPr>
          <p:cNvSpPr/>
          <p:nvPr/>
        </p:nvSpPr>
        <p:spPr>
          <a:xfrm rot="920106">
            <a:off x="8928377" y="553461"/>
            <a:ext cx="484261" cy="479267"/>
          </a:xfrm>
          <a:custGeom>
            <a:avLst/>
            <a:gdLst/>
            <a:ahLst/>
            <a:cxnLst/>
            <a:rect l="l" t="t" r="r" b="b"/>
            <a:pathLst>
              <a:path w="7855" h="7774" extrusionOk="0">
                <a:moveTo>
                  <a:pt x="446" y="0"/>
                </a:moveTo>
                <a:cubicBezTo>
                  <a:pt x="411" y="0"/>
                  <a:pt x="375" y="5"/>
                  <a:pt x="339" y="15"/>
                </a:cubicBezTo>
                <a:cubicBezTo>
                  <a:pt x="127" y="75"/>
                  <a:pt x="1" y="294"/>
                  <a:pt x="61" y="506"/>
                </a:cubicBezTo>
                <a:lnTo>
                  <a:pt x="727" y="2899"/>
                </a:lnTo>
                <a:cubicBezTo>
                  <a:pt x="776" y="3073"/>
                  <a:pt x="935" y="3191"/>
                  <a:pt x="1114" y="3191"/>
                </a:cubicBezTo>
                <a:cubicBezTo>
                  <a:pt x="1119" y="3191"/>
                  <a:pt x="1124" y="3191"/>
                  <a:pt x="1129" y="3191"/>
                </a:cubicBezTo>
                <a:lnTo>
                  <a:pt x="3295" y="3101"/>
                </a:lnTo>
                <a:lnTo>
                  <a:pt x="3876" y="5191"/>
                </a:lnTo>
                <a:cubicBezTo>
                  <a:pt x="3925" y="5366"/>
                  <a:pt x="4083" y="5484"/>
                  <a:pt x="4263" y="5484"/>
                </a:cubicBezTo>
                <a:cubicBezTo>
                  <a:pt x="4268" y="5484"/>
                  <a:pt x="4272" y="5484"/>
                  <a:pt x="4277" y="5483"/>
                </a:cubicBezTo>
                <a:lnTo>
                  <a:pt x="6444" y="5393"/>
                </a:lnTo>
                <a:lnTo>
                  <a:pt x="7029" y="7484"/>
                </a:lnTo>
                <a:cubicBezTo>
                  <a:pt x="7052" y="7574"/>
                  <a:pt x="7104" y="7646"/>
                  <a:pt x="7174" y="7696"/>
                </a:cubicBezTo>
                <a:cubicBezTo>
                  <a:pt x="7243" y="7746"/>
                  <a:pt x="7326" y="7774"/>
                  <a:pt x="7412" y="7774"/>
                </a:cubicBezTo>
                <a:cubicBezTo>
                  <a:pt x="7446" y="7774"/>
                  <a:pt x="7481" y="7769"/>
                  <a:pt x="7516" y="7759"/>
                </a:cubicBezTo>
                <a:cubicBezTo>
                  <a:pt x="7728" y="7700"/>
                  <a:pt x="7854" y="7481"/>
                  <a:pt x="7795" y="7268"/>
                </a:cubicBezTo>
                <a:lnTo>
                  <a:pt x="7128" y="4876"/>
                </a:lnTo>
                <a:cubicBezTo>
                  <a:pt x="7079" y="4702"/>
                  <a:pt x="6922" y="4584"/>
                  <a:pt x="6742" y="4584"/>
                </a:cubicBezTo>
                <a:cubicBezTo>
                  <a:pt x="6737" y="4584"/>
                  <a:pt x="6731" y="4584"/>
                  <a:pt x="6726" y="4584"/>
                </a:cubicBezTo>
                <a:lnTo>
                  <a:pt x="4560" y="4674"/>
                </a:lnTo>
                <a:lnTo>
                  <a:pt x="3979" y="2583"/>
                </a:lnTo>
                <a:cubicBezTo>
                  <a:pt x="3930" y="2409"/>
                  <a:pt x="3772" y="2291"/>
                  <a:pt x="3591" y="2291"/>
                </a:cubicBezTo>
                <a:cubicBezTo>
                  <a:pt x="3587" y="2291"/>
                  <a:pt x="3582" y="2291"/>
                  <a:pt x="3577" y="2291"/>
                </a:cubicBezTo>
                <a:lnTo>
                  <a:pt x="1410" y="2381"/>
                </a:lnTo>
                <a:lnTo>
                  <a:pt x="830" y="294"/>
                </a:lnTo>
                <a:cubicBezTo>
                  <a:pt x="780" y="117"/>
                  <a:pt x="621" y="0"/>
                  <a:pt x="4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24" name="Google Shape;21;p2">
            <a:extLst>
              <a:ext uri="{FF2B5EF4-FFF2-40B4-BE49-F238E27FC236}">
                <a16:creationId xmlns:a16="http://schemas.microsoft.com/office/drawing/2014/main" id="{4E6EA803-3D14-BF1D-C33D-D327B1A24667}"/>
              </a:ext>
            </a:extLst>
          </p:cNvPr>
          <p:cNvSpPr/>
          <p:nvPr/>
        </p:nvSpPr>
        <p:spPr>
          <a:xfrm rot="5400000">
            <a:off x="7385297" y="857334"/>
            <a:ext cx="177879" cy="177904"/>
          </a:xfrm>
          <a:custGeom>
            <a:avLst/>
            <a:gdLst/>
            <a:ahLst/>
            <a:cxnLst/>
            <a:rect l="l" t="t" r="r" b="b"/>
            <a:pathLst>
              <a:path w="7138" h="7139" extrusionOk="0">
                <a:moveTo>
                  <a:pt x="3010" y="1"/>
                </a:moveTo>
                <a:lnTo>
                  <a:pt x="1" y="4132"/>
                </a:lnTo>
                <a:lnTo>
                  <a:pt x="4128" y="7138"/>
                </a:lnTo>
                <a:lnTo>
                  <a:pt x="7137" y="3010"/>
                </a:lnTo>
                <a:lnTo>
                  <a:pt x="30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25" name="Google Shape;21;p2">
            <a:extLst>
              <a:ext uri="{FF2B5EF4-FFF2-40B4-BE49-F238E27FC236}">
                <a16:creationId xmlns:a16="http://schemas.microsoft.com/office/drawing/2014/main" id="{789E2859-11DA-FEC8-2990-C9E67FD3D66F}"/>
              </a:ext>
            </a:extLst>
          </p:cNvPr>
          <p:cNvSpPr/>
          <p:nvPr/>
        </p:nvSpPr>
        <p:spPr>
          <a:xfrm rot="6426324">
            <a:off x="9787014" y="1228731"/>
            <a:ext cx="177879" cy="177904"/>
          </a:xfrm>
          <a:custGeom>
            <a:avLst/>
            <a:gdLst/>
            <a:ahLst/>
            <a:cxnLst/>
            <a:rect l="l" t="t" r="r" b="b"/>
            <a:pathLst>
              <a:path w="7138" h="7139" extrusionOk="0">
                <a:moveTo>
                  <a:pt x="3010" y="1"/>
                </a:moveTo>
                <a:lnTo>
                  <a:pt x="1" y="4132"/>
                </a:lnTo>
                <a:lnTo>
                  <a:pt x="4128" y="7138"/>
                </a:lnTo>
                <a:lnTo>
                  <a:pt x="7137" y="3010"/>
                </a:lnTo>
                <a:lnTo>
                  <a:pt x="3010" y="1"/>
                </a:lnTo>
                <a:close/>
              </a:path>
            </a:pathLst>
          </a:custGeom>
          <a:solidFill>
            <a:srgbClr val="A3C0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26" name="Google Shape;21;p2">
            <a:extLst>
              <a:ext uri="{FF2B5EF4-FFF2-40B4-BE49-F238E27FC236}">
                <a16:creationId xmlns:a16="http://schemas.microsoft.com/office/drawing/2014/main" id="{778127E4-86A0-5FEC-472B-B23C06C21DE4}"/>
              </a:ext>
            </a:extLst>
          </p:cNvPr>
          <p:cNvSpPr/>
          <p:nvPr/>
        </p:nvSpPr>
        <p:spPr>
          <a:xfrm rot="5400000">
            <a:off x="6317057" y="1687920"/>
            <a:ext cx="177879" cy="177904"/>
          </a:xfrm>
          <a:custGeom>
            <a:avLst/>
            <a:gdLst/>
            <a:ahLst/>
            <a:cxnLst/>
            <a:rect l="l" t="t" r="r" b="b"/>
            <a:pathLst>
              <a:path w="7138" h="7139" extrusionOk="0">
                <a:moveTo>
                  <a:pt x="3010" y="1"/>
                </a:moveTo>
                <a:lnTo>
                  <a:pt x="1" y="4132"/>
                </a:lnTo>
                <a:lnTo>
                  <a:pt x="4128" y="7138"/>
                </a:lnTo>
                <a:lnTo>
                  <a:pt x="7137" y="3010"/>
                </a:lnTo>
                <a:lnTo>
                  <a:pt x="301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27" name="Google Shape;21;p2">
            <a:extLst>
              <a:ext uri="{FF2B5EF4-FFF2-40B4-BE49-F238E27FC236}">
                <a16:creationId xmlns:a16="http://schemas.microsoft.com/office/drawing/2014/main" id="{69D2B380-2296-EA38-5B0A-D762D5589FD3}"/>
              </a:ext>
            </a:extLst>
          </p:cNvPr>
          <p:cNvSpPr/>
          <p:nvPr/>
        </p:nvSpPr>
        <p:spPr>
          <a:xfrm rot="5400000">
            <a:off x="9586884" y="421595"/>
            <a:ext cx="177879" cy="177904"/>
          </a:xfrm>
          <a:custGeom>
            <a:avLst/>
            <a:gdLst/>
            <a:ahLst/>
            <a:cxnLst/>
            <a:rect l="l" t="t" r="r" b="b"/>
            <a:pathLst>
              <a:path w="7138" h="7139" extrusionOk="0">
                <a:moveTo>
                  <a:pt x="3010" y="1"/>
                </a:moveTo>
                <a:lnTo>
                  <a:pt x="1" y="4132"/>
                </a:lnTo>
                <a:lnTo>
                  <a:pt x="4128" y="7138"/>
                </a:lnTo>
                <a:lnTo>
                  <a:pt x="7137" y="3010"/>
                </a:lnTo>
                <a:lnTo>
                  <a:pt x="30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28" name="Google Shape;21;p2">
            <a:extLst>
              <a:ext uri="{FF2B5EF4-FFF2-40B4-BE49-F238E27FC236}">
                <a16:creationId xmlns:a16="http://schemas.microsoft.com/office/drawing/2014/main" id="{07EA1F7D-696A-9AF9-CD4A-67B0A52CFD48}"/>
              </a:ext>
            </a:extLst>
          </p:cNvPr>
          <p:cNvSpPr/>
          <p:nvPr/>
        </p:nvSpPr>
        <p:spPr>
          <a:xfrm rot="5400000">
            <a:off x="7796479" y="1570348"/>
            <a:ext cx="177879" cy="177904"/>
          </a:xfrm>
          <a:custGeom>
            <a:avLst/>
            <a:gdLst/>
            <a:ahLst/>
            <a:cxnLst/>
            <a:rect l="l" t="t" r="r" b="b"/>
            <a:pathLst>
              <a:path w="7138" h="7139" extrusionOk="0">
                <a:moveTo>
                  <a:pt x="3010" y="1"/>
                </a:moveTo>
                <a:lnTo>
                  <a:pt x="1" y="4132"/>
                </a:lnTo>
                <a:lnTo>
                  <a:pt x="4128" y="7138"/>
                </a:lnTo>
                <a:lnTo>
                  <a:pt x="7137" y="3010"/>
                </a:lnTo>
                <a:lnTo>
                  <a:pt x="3010" y="1"/>
                </a:lnTo>
                <a:close/>
              </a:path>
            </a:pathLst>
          </a:custGeom>
          <a:solidFill>
            <a:srgbClr val="A3C0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29" name="Google Shape;21;p2">
            <a:extLst>
              <a:ext uri="{FF2B5EF4-FFF2-40B4-BE49-F238E27FC236}">
                <a16:creationId xmlns:a16="http://schemas.microsoft.com/office/drawing/2014/main" id="{7E9FE10A-1B9D-5276-71DE-6A4CA9557DE7}"/>
              </a:ext>
            </a:extLst>
          </p:cNvPr>
          <p:cNvSpPr/>
          <p:nvPr/>
        </p:nvSpPr>
        <p:spPr>
          <a:xfrm rot="5400000">
            <a:off x="12215406" y="519215"/>
            <a:ext cx="177879" cy="177904"/>
          </a:xfrm>
          <a:custGeom>
            <a:avLst/>
            <a:gdLst/>
            <a:ahLst/>
            <a:cxnLst/>
            <a:rect l="l" t="t" r="r" b="b"/>
            <a:pathLst>
              <a:path w="7138" h="7139" extrusionOk="0">
                <a:moveTo>
                  <a:pt x="3010" y="1"/>
                </a:moveTo>
                <a:lnTo>
                  <a:pt x="1" y="4132"/>
                </a:lnTo>
                <a:lnTo>
                  <a:pt x="4128" y="7138"/>
                </a:lnTo>
                <a:lnTo>
                  <a:pt x="7137" y="3010"/>
                </a:lnTo>
                <a:lnTo>
                  <a:pt x="301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30" name="Google Shape;16;p2">
            <a:extLst>
              <a:ext uri="{FF2B5EF4-FFF2-40B4-BE49-F238E27FC236}">
                <a16:creationId xmlns:a16="http://schemas.microsoft.com/office/drawing/2014/main" id="{5FA950D2-CAB9-3A8F-CDEB-E81B81A96980}"/>
              </a:ext>
            </a:extLst>
          </p:cNvPr>
          <p:cNvSpPr/>
          <p:nvPr/>
        </p:nvSpPr>
        <p:spPr>
          <a:xfrm rot="2267538">
            <a:off x="11034482" y="747588"/>
            <a:ext cx="484261" cy="479267"/>
          </a:xfrm>
          <a:custGeom>
            <a:avLst/>
            <a:gdLst/>
            <a:ahLst/>
            <a:cxnLst/>
            <a:rect l="l" t="t" r="r" b="b"/>
            <a:pathLst>
              <a:path w="7855" h="7774" extrusionOk="0">
                <a:moveTo>
                  <a:pt x="446" y="0"/>
                </a:moveTo>
                <a:cubicBezTo>
                  <a:pt x="411" y="0"/>
                  <a:pt x="375" y="5"/>
                  <a:pt x="339" y="15"/>
                </a:cubicBezTo>
                <a:cubicBezTo>
                  <a:pt x="127" y="75"/>
                  <a:pt x="1" y="294"/>
                  <a:pt x="61" y="506"/>
                </a:cubicBezTo>
                <a:lnTo>
                  <a:pt x="727" y="2899"/>
                </a:lnTo>
                <a:cubicBezTo>
                  <a:pt x="776" y="3073"/>
                  <a:pt x="935" y="3191"/>
                  <a:pt x="1114" y="3191"/>
                </a:cubicBezTo>
                <a:cubicBezTo>
                  <a:pt x="1119" y="3191"/>
                  <a:pt x="1124" y="3191"/>
                  <a:pt x="1129" y="3191"/>
                </a:cubicBezTo>
                <a:lnTo>
                  <a:pt x="3295" y="3101"/>
                </a:lnTo>
                <a:lnTo>
                  <a:pt x="3876" y="5191"/>
                </a:lnTo>
                <a:cubicBezTo>
                  <a:pt x="3925" y="5366"/>
                  <a:pt x="4083" y="5484"/>
                  <a:pt x="4263" y="5484"/>
                </a:cubicBezTo>
                <a:cubicBezTo>
                  <a:pt x="4268" y="5484"/>
                  <a:pt x="4272" y="5484"/>
                  <a:pt x="4277" y="5483"/>
                </a:cubicBezTo>
                <a:lnTo>
                  <a:pt x="6444" y="5393"/>
                </a:lnTo>
                <a:lnTo>
                  <a:pt x="7029" y="7484"/>
                </a:lnTo>
                <a:cubicBezTo>
                  <a:pt x="7052" y="7574"/>
                  <a:pt x="7104" y="7646"/>
                  <a:pt x="7174" y="7696"/>
                </a:cubicBezTo>
                <a:cubicBezTo>
                  <a:pt x="7243" y="7746"/>
                  <a:pt x="7326" y="7774"/>
                  <a:pt x="7412" y="7774"/>
                </a:cubicBezTo>
                <a:cubicBezTo>
                  <a:pt x="7446" y="7774"/>
                  <a:pt x="7481" y="7769"/>
                  <a:pt x="7516" y="7759"/>
                </a:cubicBezTo>
                <a:cubicBezTo>
                  <a:pt x="7728" y="7700"/>
                  <a:pt x="7854" y="7481"/>
                  <a:pt x="7795" y="7268"/>
                </a:cubicBezTo>
                <a:lnTo>
                  <a:pt x="7128" y="4876"/>
                </a:lnTo>
                <a:cubicBezTo>
                  <a:pt x="7079" y="4702"/>
                  <a:pt x="6922" y="4584"/>
                  <a:pt x="6742" y="4584"/>
                </a:cubicBezTo>
                <a:cubicBezTo>
                  <a:pt x="6737" y="4584"/>
                  <a:pt x="6731" y="4584"/>
                  <a:pt x="6726" y="4584"/>
                </a:cubicBezTo>
                <a:lnTo>
                  <a:pt x="4560" y="4674"/>
                </a:lnTo>
                <a:lnTo>
                  <a:pt x="3979" y="2583"/>
                </a:lnTo>
                <a:cubicBezTo>
                  <a:pt x="3930" y="2409"/>
                  <a:pt x="3772" y="2291"/>
                  <a:pt x="3591" y="2291"/>
                </a:cubicBezTo>
                <a:cubicBezTo>
                  <a:pt x="3587" y="2291"/>
                  <a:pt x="3582" y="2291"/>
                  <a:pt x="3577" y="2291"/>
                </a:cubicBezTo>
                <a:lnTo>
                  <a:pt x="1410" y="2381"/>
                </a:lnTo>
                <a:lnTo>
                  <a:pt x="830" y="294"/>
                </a:lnTo>
                <a:cubicBezTo>
                  <a:pt x="780" y="117"/>
                  <a:pt x="621" y="0"/>
                  <a:pt x="446" y="0"/>
                </a:cubicBezTo>
                <a:close/>
              </a:path>
            </a:pathLst>
          </a:custGeom>
          <a:solidFill>
            <a:srgbClr val="A3C0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31" name="Google Shape;21;p2">
            <a:extLst>
              <a:ext uri="{FF2B5EF4-FFF2-40B4-BE49-F238E27FC236}">
                <a16:creationId xmlns:a16="http://schemas.microsoft.com/office/drawing/2014/main" id="{2E771488-032B-2A73-3432-EE3538C03528}"/>
              </a:ext>
            </a:extLst>
          </p:cNvPr>
          <p:cNvSpPr/>
          <p:nvPr/>
        </p:nvSpPr>
        <p:spPr>
          <a:xfrm rot="5400000">
            <a:off x="8134193" y="215676"/>
            <a:ext cx="177879" cy="177904"/>
          </a:xfrm>
          <a:custGeom>
            <a:avLst/>
            <a:gdLst/>
            <a:ahLst/>
            <a:cxnLst/>
            <a:rect l="l" t="t" r="r" b="b"/>
            <a:pathLst>
              <a:path w="7138" h="7139" extrusionOk="0">
                <a:moveTo>
                  <a:pt x="3010" y="1"/>
                </a:moveTo>
                <a:lnTo>
                  <a:pt x="1" y="4132"/>
                </a:lnTo>
                <a:lnTo>
                  <a:pt x="4128" y="7138"/>
                </a:lnTo>
                <a:lnTo>
                  <a:pt x="7137" y="3010"/>
                </a:lnTo>
                <a:lnTo>
                  <a:pt x="3010" y="1"/>
                </a:lnTo>
                <a:close/>
              </a:path>
            </a:pathLst>
          </a:custGeom>
          <a:solidFill>
            <a:srgbClr val="FFC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32" name="Google Shape;15;p2">
            <a:extLst>
              <a:ext uri="{FF2B5EF4-FFF2-40B4-BE49-F238E27FC236}">
                <a16:creationId xmlns:a16="http://schemas.microsoft.com/office/drawing/2014/main" id="{440DF95E-4387-48D9-78BB-EF94D9BFCC2E}"/>
              </a:ext>
            </a:extLst>
          </p:cNvPr>
          <p:cNvSpPr/>
          <p:nvPr/>
        </p:nvSpPr>
        <p:spPr>
          <a:xfrm rot="10977714">
            <a:off x="10208686" y="182004"/>
            <a:ext cx="484014" cy="479205"/>
          </a:xfrm>
          <a:custGeom>
            <a:avLst/>
            <a:gdLst/>
            <a:ahLst/>
            <a:cxnLst/>
            <a:rect l="l" t="t" r="r" b="b"/>
            <a:pathLst>
              <a:path w="7851" h="7773" extrusionOk="0">
                <a:moveTo>
                  <a:pt x="444" y="0"/>
                </a:moveTo>
                <a:cubicBezTo>
                  <a:pt x="408" y="0"/>
                  <a:pt x="372" y="5"/>
                  <a:pt x="335" y="15"/>
                </a:cubicBezTo>
                <a:cubicBezTo>
                  <a:pt x="123" y="72"/>
                  <a:pt x="0" y="294"/>
                  <a:pt x="60" y="503"/>
                </a:cubicBezTo>
                <a:lnTo>
                  <a:pt x="726" y="2899"/>
                </a:lnTo>
                <a:cubicBezTo>
                  <a:pt x="775" y="3068"/>
                  <a:pt x="929" y="3188"/>
                  <a:pt x="1103" y="3188"/>
                </a:cubicBezTo>
                <a:cubicBezTo>
                  <a:pt x="1110" y="3188"/>
                  <a:pt x="1117" y="3187"/>
                  <a:pt x="1125" y="3187"/>
                </a:cubicBezTo>
                <a:lnTo>
                  <a:pt x="3291" y="3101"/>
                </a:lnTo>
                <a:lnTo>
                  <a:pt x="3876" y="5188"/>
                </a:lnTo>
                <a:cubicBezTo>
                  <a:pt x="3924" y="5362"/>
                  <a:pt x="4082" y="5480"/>
                  <a:pt x="4258" y="5480"/>
                </a:cubicBezTo>
                <a:cubicBezTo>
                  <a:pt x="4264" y="5480"/>
                  <a:pt x="4269" y="5480"/>
                  <a:pt x="4274" y="5480"/>
                </a:cubicBezTo>
                <a:lnTo>
                  <a:pt x="6444" y="5390"/>
                </a:lnTo>
                <a:lnTo>
                  <a:pt x="7025" y="7481"/>
                </a:lnTo>
                <a:cubicBezTo>
                  <a:pt x="7051" y="7570"/>
                  <a:pt x="7104" y="7643"/>
                  <a:pt x="7173" y="7697"/>
                </a:cubicBezTo>
                <a:cubicBezTo>
                  <a:pt x="7241" y="7745"/>
                  <a:pt x="7321" y="7773"/>
                  <a:pt x="7404" y="7773"/>
                </a:cubicBezTo>
                <a:cubicBezTo>
                  <a:pt x="7441" y="7773"/>
                  <a:pt x="7478" y="7767"/>
                  <a:pt x="7515" y="7756"/>
                </a:cubicBezTo>
                <a:cubicBezTo>
                  <a:pt x="7728" y="7700"/>
                  <a:pt x="7850" y="7478"/>
                  <a:pt x="7791" y="7265"/>
                </a:cubicBezTo>
                <a:lnTo>
                  <a:pt x="7124" y="4873"/>
                </a:lnTo>
                <a:cubicBezTo>
                  <a:pt x="7075" y="4698"/>
                  <a:pt x="6917" y="4580"/>
                  <a:pt x="6740" y="4580"/>
                </a:cubicBezTo>
                <a:cubicBezTo>
                  <a:pt x="6735" y="4580"/>
                  <a:pt x="6731" y="4580"/>
                  <a:pt x="6726" y="4581"/>
                </a:cubicBezTo>
                <a:lnTo>
                  <a:pt x="4559" y="4671"/>
                </a:lnTo>
                <a:lnTo>
                  <a:pt x="3975" y="2583"/>
                </a:lnTo>
                <a:cubicBezTo>
                  <a:pt x="3927" y="2409"/>
                  <a:pt x="3768" y="2291"/>
                  <a:pt x="3591" y="2291"/>
                </a:cubicBezTo>
                <a:cubicBezTo>
                  <a:pt x="3587" y="2291"/>
                  <a:pt x="3582" y="2291"/>
                  <a:pt x="3577" y="2291"/>
                </a:cubicBezTo>
                <a:lnTo>
                  <a:pt x="1410" y="2381"/>
                </a:lnTo>
                <a:lnTo>
                  <a:pt x="826" y="291"/>
                </a:lnTo>
                <a:cubicBezTo>
                  <a:pt x="776" y="115"/>
                  <a:pt x="618" y="0"/>
                  <a:pt x="444" y="0"/>
                </a:cubicBezTo>
                <a:close/>
              </a:path>
            </a:pathLst>
          </a:custGeom>
          <a:solidFill>
            <a:srgbClr val="FFC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CC63E8-EBC3-7A5A-A5C3-9372C40750B1}"/>
              </a:ext>
            </a:extLst>
          </p:cNvPr>
          <p:cNvSpPr/>
          <p:nvPr/>
        </p:nvSpPr>
        <p:spPr>
          <a:xfrm>
            <a:off x="373703" y="1459284"/>
            <a:ext cx="3126896" cy="2607321"/>
          </a:xfrm>
          <a:prstGeom prst="rect">
            <a:avLst/>
          </a:prstGeom>
          <a:noFill/>
          <a:ln w="9525"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+mj-lt"/>
            </a:endParaRPr>
          </a:p>
        </p:txBody>
      </p:sp>
      <p:sp>
        <p:nvSpPr>
          <p:cNvPr id="35" name="TextBox 61">
            <a:extLst>
              <a:ext uri="{FF2B5EF4-FFF2-40B4-BE49-F238E27FC236}">
                <a16:creationId xmlns:a16="http://schemas.microsoft.com/office/drawing/2014/main" id="{A3558D45-EFFA-839C-0A7A-7FDA9ADE3308}"/>
              </a:ext>
            </a:extLst>
          </p:cNvPr>
          <p:cNvSpPr txBox="1"/>
          <p:nvPr/>
        </p:nvSpPr>
        <p:spPr>
          <a:xfrm>
            <a:off x="686253" y="1490023"/>
            <a:ext cx="2591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/>
              <a:t>Découvertes</a:t>
            </a:r>
          </a:p>
        </p:txBody>
      </p:sp>
      <p:sp>
        <p:nvSpPr>
          <p:cNvPr id="36" name="TextBox 61">
            <a:extLst>
              <a:ext uri="{FF2B5EF4-FFF2-40B4-BE49-F238E27FC236}">
                <a16:creationId xmlns:a16="http://schemas.microsoft.com/office/drawing/2014/main" id="{7A91DF5C-80AD-7739-C0FD-7C39956D14F3}"/>
              </a:ext>
            </a:extLst>
          </p:cNvPr>
          <p:cNvSpPr txBox="1"/>
          <p:nvPr/>
        </p:nvSpPr>
        <p:spPr>
          <a:xfrm>
            <a:off x="686253" y="3092397"/>
            <a:ext cx="2591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/>
              <a:t>Expériences apportées</a:t>
            </a:r>
          </a:p>
        </p:txBody>
      </p:sp>
      <p:sp>
        <p:nvSpPr>
          <p:cNvPr id="38" name="TextBox 61">
            <a:extLst>
              <a:ext uri="{FF2B5EF4-FFF2-40B4-BE49-F238E27FC236}">
                <a16:creationId xmlns:a16="http://schemas.microsoft.com/office/drawing/2014/main" id="{F7080B45-24F9-72D2-6C5E-15C23665519C}"/>
              </a:ext>
            </a:extLst>
          </p:cNvPr>
          <p:cNvSpPr txBox="1"/>
          <p:nvPr/>
        </p:nvSpPr>
        <p:spPr>
          <a:xfrm>
            <a:off x="416326" y="1901463"/>
            <a:ext cx="3041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/>
              <a:t>Git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/>
              <a:t>GitHub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/>
              <a:t>VSC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/>
              <a:t>Route 53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err="1"/>
              <a:t>CozyCloud</a:t>
            </a:r>
            <a:endParaRPr lang="fr-FR" sz="1200" b="1"/>
          </a:p>
        </p:txBody>
      </p:sp>
      <p:sp>
        <p:nvSpPr>
          <p:cNvPr id="39" name="TextBox 61">
            <a:extLst>
              <a:ext uri="{FF2B5EF4-FFF2-40B4-BE49-F238E27FC236}">
                <a16:creationId xmlns:a16="http://schemas.microsoft.com/office/drawing/2014/main" id="{783EC303-16EC-4679-E583-478213C87DC3}"/>
              </a:ext>
            </a:extLst>
          </p:cNvPr>
          <p:cNvSpPr txBox="1"/>
          <p:nvPr/>
        </p:nvSpPr>
        <p:spPr>
          <a:xfrm>
            <a:off x="435169" y="3444750"/>
            <a:ext cx="304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/>
              <a:t>Travail en groupe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/>
              <a:t>Renforcement des acquis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BE76F8C-E449-4070-C250-1B1A85254CD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4788" y="6409897"/>
            <a:ext cx="1000265" cy="352474"/>
          </a:xfrm>
          <a:prstGeom prst="rect">
            <a:avLst/>
          </a:prstGeom>
        </p:spPr>
      </p:pic>
      <p:pic>
        <p:nvPicPr>
          <p:cNvPr id="9" name="Image 8" descr="Une image contenant cercle, capture d’écran, Police&#10;&#10;Description générée automatiquement">
            <a:extLst>
              <a:ext uri="{FF2B5EF4-FFF2-40B4-BE49-F238E27FC236}">
                <a16:creationId xmlns:a16="http://schemas.microsoft.com/office/drawing/2014/main" id="{43463387-32E5-57D4-706B-21265CD25AC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446" y="5720646"/>
            <a:ext cx="5107631" cy="111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66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ger-Levrault">
  <a:themeElements>
    <a:clrScheme name="BLueX 2023">
      <a:dk1>
        <a:srgbClr val="000000"/>
      </a:dk1>
      <a:lt1>
        <a:sysClr val="window" lastClr="FFFFFF"/>
      </a:lt1>
      <a:dk2>
        <a:srgbClr val="372E95"/>
      </a:dk2>
      <a:lt2>
        <a:srgbClr val="FFD040"/>
      </a:lt2>
      <a:accent1>
        <a:srgbClr val="372E95"/>
      </a:accent1>
      <a:accent2>
        <a:srgbClr val="FFD040"/>
      </a:accent2>
      <a:accent3>
        <a:srgbClr val="776ED2"/>
      </a:accent3>
      <a:accent4>
        <a:srgbClr val="4438B7"/>
      </a:accent4>
      <a:accent5>
        <a:srgbClr val="29226F"/>
      </a:accent5>
      <a:accent6>
        <a:srgbClr val="D1CEF0"/>
      </a:accent6>
      <a:hlink>
        <a:srgbClr val="000000"/>
      </a:hlink>
      <a:folHlink>
        <a:srgbClr val="776ED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2" id="{A4753D61-0ED3-42C8-95AA-77A5058AC77B}" vid="{C69EAD91-5DCE-4499-961B-1B3F7CF92448}"/>
    </a:ext>
  </a:extLst>
</a:theme>
</file>

<file path=ppt/theme/theme2.xml><?xml version="1.0" encoding="utf-8"?>
<a:theme xmlns:a="http://schemas.openxmlformats.org/drawingml/2006/main" name="5_Berger-Levrault">
  <a:themeElements>
    <a:clrScheme name="BLueX 2023">
      <a:dk1>
        <a:srgbClr val="000000"/>
      </a:dk1>
      <a:lt1>
        <a:sysClr val="window" lastClr="FFFFFF"/>
      </a:lt1>
      <a:dk2>
        <a:srgbClr val="372E95"/>
      </a:dk2>
      <a:lt2>
        <a:srgbClr val="FFD040"/>
      </a:lt2>
      <a:accent1>
        <a:srgbClr val="372E95"/>
      </a:accent1>
      <a:accent2>
        <a:srgbClr val="FFD040"/>
      </a:accent2>
      <a:accent3>
        <a:srgbClr val="776ED2"/>
      </a:accent3>
      <a:accent4>
        <a:srgbClr val="4438B7"/>
      </a:accent4>
      <a:accent5>
        <a:srgbClr val="29226F"/>
      </a:accent5>
      <a:accent6>
        <a:srgbClr val="D1CEF0"/>
      </a:accent6>
      <a:hlink>
        <a:srgbClr val="000000"/>
      </a:hlink>
      <a:folHlink>
        <a:srgbClr val="776ED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2" id="{A4753D61-0ED3-42C8-95AA-77A5058AC77B}" vid="{C69EAD91-5DCE-4499-961B-1B3F7CF92448}"/>
    </a:ext>
  </a:extLst>
</a:theme>
</file>

<file path=ppt/theme/theme3.xml><?xml version="1.0" encoding="utf-8"?>
<a:theme xmlns:a="http://schemas.openxmlformats.org/drawingml/2006/main" name="3_Berger-Levrault">
  <a:themeElements>
    <a:clrScheme name="BLueX 2023">
      <a:dk1>
        <a:srgbClr val="000000"/>
      </a:dk1>
      <a:lt1>
        <a:sysClr val="window" lastClr="FFFFFF"/>
      </a:lt1>
      <a:dk2>
        <a:srgbClr val="372E95"/>
      </a:dk2>
      <a:lt2>
        <a:srgbClr val="FFD040"/>
      </a:lt2>
      <a:accent1>
        <a:srgbClr val="372E95"/>
      </a:accent1>
      <a:accent2>
        <a:srgbClr val="FFD040"/>
      </a:accent2>
      <a:accent3>
        <a:srgbClr val="776ED2"/>
      </a:accent3>
      <a:accent4>
        <a:srgbClr val="4438B7"/>
      </a:accent4>
      <a:accent5>
        <a:srgbClr val="29226F"/>
      </a:accent5>
      <a:accent6>
        <a:srgbClr val="D1CEF0"/>
      </a:accent6>
      <a:hlink>
        <a:srgbClr val="000000"/>
      </a:hlink>
      <a:folHlink>
        <a:srgbClr val="776ED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2" id="{A4753D61-0ED3-42C8-95AA-77A5058AC77B}" vid="{C69EAD91-5DCE-4499-961B-1B3F7CF92448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Berger-Levrault</vt:lpstr>
      <vt:lpstr>5_Berger-Levrault</vt:lpstr>
      <vt:lpstr>3_Berger-Levrault</vt:lpstr>
      <vt:lpstr>CARLES Valentin , FINDELAIR Guillaume , THIRIET Robin</vt:lpstr>
      <vt:lpstr>Sommaire</vt:lpstr>
      <vt:lpstr>Objectifs du Groupe</vt:lpstr>
      <vt:lpstr>Choix et Présentation du projet</vt:lpstr>
      <vt:lpstr>Projet proposé</vt:lpstr>
      <vt:lpstr>Schéma projet</vt:lpstr>
      <vt:lpstr>Nouveaux objectifs</vt:lpstr>
      <vt:lpstr>Architecture choisie</vt:lpstr>
      <vt:lpstr>Présentation des outils</vt:lpstr>
      <vt:lpstr>Réalisation « à la main » </vt:lpstr>
      <vt:lpstr>Développement du Code Terraform</vt:lpstr>
      <vt:lpstr>Axes d’amélioration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Personnel</dc:title>
  <dc:creator>RobinT</dc:creator>
  <cp:revision>1</cp:revision>
  <dcterms:created xsi:type="dcterms:W3CDTF">2024-06-21T11:52:58Z</dcterms:created>
  <dcterms:modified xsi:type="dcterms:W3CDTF">2025-02-14T12:39:31Z</dcterms:modified>
</cp:coreProperties>
</file>